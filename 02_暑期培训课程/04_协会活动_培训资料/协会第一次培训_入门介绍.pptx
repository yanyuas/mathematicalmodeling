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51"/>
  </p:handoutMasterIdLst>
  <p:sldIdLst>
    <p:sldId id="256" r:id="rId3"/>
    <p:sldId id="258" r:id="rId4"/>
    <p:sldId id="264" r:id="rId5"/>
    <p:sldId id="273" r:id="rId6"/>
    <p:sldId id="257" r:id="rId8"/>
    <p:sldId id="276" r:id="rId9"/>
    <p:sldId id="278" r:id="rId10"/>
    <p:sldId id="279" r:id="rId11"/>
    <p:sldId id="280" r:id="rId12"/>
    <p:sldId id="281" r:id="rId13"/>
    <p:sldId id="282" r:id="rId14"/>
    <p:sldId id="283" r:id="rId15"/>
    <p:sldId id="286" r:id="rId16"/>
    <p:sldId id="284" r:id="rId17"/>
    <p:sldId id="285" r:id="rId18"/>
    <p:sldId id="288" r:id="rId19"/>
    <p:sldId id="287" r:id="rId20"/>
    <p:sldId id="289" r:id="rId21"/>
    <p:sldId id="268" r:id="rId22"/>
    <p:sldId id="294" r:id="rId23"/>
    <p:sldId id="295" r:id="rId24"/>
    <p:sldId id="296" r:id="rId25"/>
    <p:sldId id="297" r:id="rId26"/>
    <p:sldId id="298" r:id="rId27"/>
    <p:sldId id="299" r:id="rId28"/>
    <p:sldId id="290" r:id="rId29"/>
    <p:sldId id="300" r:id="rId30"/>
    <p:sldId id="301" r:id="rId31"/>
    <p:sldId id="302" r:id="rId32"/>
    <p:sldId id="303" r:id="rId33"/>
    <p:sldId id="304" r:id="rId34"/>
    <p:sldId id="305" r:id="rId35"/>
    <p:sldId id="269" r:id="rId36"/>
    <p:sldId id="270" r:id="rId37"/>
    <p:sldId id="291" r:id="rId38"/>
    <p:sldId id="292" r:id="rId39"/>
    <p:sldId id="293" r:id="rId40"/>
    <p:sldId id="309" r:id="rId41"/>
    <p:sldId id="310" r:id="rId42"/>
    <p:sldId id="311" r:id="rId43"/>
    <p:sldId id="312" r:id="rId44"/>
    <p:sldId id="314" r:id="rId45"/>
    <p:sldId id="313" r:id="rId46"/>
    <p:sldId id="315" r:id="rId47"/>
    <p:sldId id="316" r:id="rId48"/>
    <p:sldId id="319" r:id="rId49"/>
    <p:sldId id="263" r:id="rId5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C5B9"/>
    <a:srgbClr val="BEC2B4"/>
    <a:srgbClr val="56342D"/>
    <a:srgbClr val="C1DCD5"/>
    <a:srgbClr val="D6A392"/>
    <a:srgbClr val="F1EE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114" y="222"/>
      </p:cViewPr>
      <p:guideLst>
        <p:guide orient="horz" pos="216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handoutMaster" Target="handoutMasters/handoutMaster1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CDFAC7-FCC7-48E3-92F4-4EEFED5BFC3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E4BD39-8A84-4CBD-A21A-B48F8B8E873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1D55C-58E3-4113-AF01-DD0E627ABC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6C3B-CCE9-4A97-A49C-6B6F3111FE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1D55C-58E3-4113-AF01-DD0E627ABC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6C3B-CCE9-4A97-A49C-6B6F3111FE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1D55C-58E3-4113-AF01-DD0E627ABC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6C3B-CCE9-4A97-A49C-6B6F3111FE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1D55C-58E3-4113-AF01-DD0E627ABC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6C3B-CCE9-4A97-A49C-6B6F3111FE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1D55C-58E3-4113-AF01-DD0E627ABC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6C3B-CCE9-4A97-A49C-6B6F3111FE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1D55C-58E3-4113-AF01-DD0E627ABC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6C3B-CCE9-4A97-A49C-6B6F3111FE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1D55C-58E3-4113-AF01-DD0E627ABC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6C3B-CCE9-4A97-A49C-6B6F3111FE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1D55C-58E3-4113-AF01-DD0E627ABC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6C3B-CCE9-4A97-A49C-6B6F3111FE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1D55C-58E3-4113-AF01-DD0E627ABC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6C3B-CCE9-4A97-A49C-6B6F3111FE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1D55C-58E3-4113-AF01-DD0E627ABC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6C3B-CCE9-4A97-A49C-6B6F3111FE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1D55C-58E3-4113-AF01-DD0E627ABC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6C3B-CCE9-4A97-A49C-6B6F3111FE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1D55C-58E3-4113-AF01-DD0E627ABC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76C3B-CCE9-4A97-A49C-6B6F3111FE0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2.xml"/><Relationship Id="rId19" Type="http://schemas.openxmlformats.org/officeDocument/2006/relationships/tags" Target="../tags/tag17.xml"/><Relationship Id="rId18" Type="http://schemas.openxmlformats.org/officeDocument/2006/relationships/image" Target="../media/image2.png"/><Relationship Id="rId17" Type="http://schemas.openxmlformats.org/officeDocument/2006/relationships/image" Target="../media/image1.png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png"/><Relationship Id="rId3" Type="http://schemas.openxmlformats.org/officeDocument/2006/relationships/image" Target="../media/image19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2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hyperlink" Target="http://mail.stu.cdut.edu.cn" TargetMode="Externa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hyperlink" Target="https://wxc.cdut.edu.cn/" TargetMode="External"/><Relationship Id="rId12" Type="http://schemas.openxmlformats.org/officeDocument/2006/relationships/slideLayout" Target="../slideLayouts/slideLayout1.xml"/><Relationship Id="rId11" Type="http://schemas.openxmlformats.org/officeDocument/2006/relationships/hyperlink" Target="&#25104;&#37117;&#29702;&#24037;&#22823;&#23398;%20MATLAB%20&#20010;&#20154;&#29256;&#23433;&#35013;&#25351;&#21335;.docx" TargetMode="External"/><Relationship Id="rId10" Type="http://schemas.openxmlformats.org/officeDocument/2006/relationships/image" Target="../media/image2.png"/><Relationship Id="rId1" Type="http://schemas.openxmlformats.org/officeDocument/2006/relationships/tags" Target="../tags/tag2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/>
        </p:nvSpPr>
        <p:spPr>
          <a:xfrm>
            <a:off x="0" y="3641552"/>
            <a:ext cx="2997200" cy="3216448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 rot="5400000" flipH="1">
            <a:off x="8404288" y="998157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5"/>
          <p:cNvSpPr/>
          <p:nvPr/>
        </p:nvSpPr>
        <p:spPr bwMode="auto">
          <a:xfrm rot="5400000" flipH="1">
            <a:off x="8629289" y="403531"/>
            <a:ext cx="4868287" cy="3184014"/>
          </a:xfrm>
          <a:custGeom>
            <a:avLst/>
            <a:gdLst>
              <a:gd name="T0" fmla="*/ 18 w 1619"/>
              <a:gd name="T1" fmla="*/ 36 h 1181"/>
              <a:gd name="T2" fmla="*/ 14 w 1619"/>
              <a:gd name="T3" fmla="*/ 108 h 1181"/>
              <a:gd name="T4" fmla="*/ 30 w 1619"/>
              <a:gd name="T5" fmla="*/ 285 h 1181"/>
              <a:gd name="T6" fmla="*/ 84 w 1619"/>
              <a:gd name="T7" fmla="*/ 425 h 1181"/>
              <a:gd name="T8" fmla="*/ 99 w 1619"/>
              <a:gd name="T9" fmla="*/ 448 h 1181"/>
              <a:gd name="T10" fmla="*/ 114 w 1619"/>
              <a:gd name="T11" fmla="*/ 469 h 1181"/>
              <a:gd name="T12" fmla="*/ 174 w 1619"/>
              <a:gd name="T13" fmla="*/ 519 h 1181"/>
              <a:gd name="T14" fmla="*/ 306 w 1619"/>
              <a:gd name="T15" fmla="*/ 572 h 1181"/>
              <a:gd name="T16" fmla="*/ 444 w 1619"/>
              <a:gd name="T17" fmla="*/ 615 h 1181"/>
              <a:gd name="T18" fmla="*/ 571 w 1619"/>
              <a:gd name="T19" fmla="*/ 681 h 1181"/>
              <a:gd name="T20" fmla="*/ 661 w 1619"/>
              <a:gd name="T21" fmla="*/ 794 h 1181"/>
              <a:gd name="T22" fmla="*/ 728 w 1619"/>
              <a:gd name="T23" fmla="*/ 921 h 1181"/>
              <a:gd name="T24" fmla="*/ 876 w 1619"/>
              <a:gd name="T25" fmla="*/ 1072 h 1181"/>
              <a:gd name="T26" fmla="*/ 907 w 1619"/>
              <a:gd name="T27" fmla="*/ 1090 h 1181"/>
              <a:gd name="T28" fmla="*/ 1003 w 1619"/>
              <a:gd name="T29" fmla="*/ 1135 h 1181"/>
              <a:gd name="T30" fmla="*/ 1054 w 1619"/>
              <a:gd name="T31" fmla="*/ 1150 h 1181"/>
              <a:gd name="T32" fmla="*/ 1353 w 1619"/>
              <a:gd name="T33" fmla="*/ 1143 h 1181"/>
              <a:gd name="T34" fmla="*/ 1554 w 1619"/>
              <a:gd name="T35" fmla="*/ 1068 h 1181"/>
              <a:gd name="T36" fmla="*/ 1619 w 1619"/>
              <a:gd name="T37" fmla="*/ 1037 h 1181"/>
              <a:gd name="T38" fmla="*/ 1491 w 1619"/>
              <a:gd name="T39" fmla="*/ 1104 h 1181"/>
              <a:gd name="T40" fmla="*/ 1356 w 1619"/>
              <a:gd name="T41" fmla="*/ 1154 h 1181"/>
              <a:gd name="T42" fmla="*/ 1068 w 1619"/>
              <a:gd name="T43" fmla="*/ 1168 h 1181"/>
              <a:gd name="T44" fmla="*/ 1051 w 1619"/>
              <a:gd name="T45" fmla="*/ 1164 h 1181"/>
              <a:gd name="T46" fmla="*/ 998 w 1619"/>
              <a:gd name="T47" fmla="*/ 1149 h 1181"/>
              <a:gd name="T48" fmla="*/ 899 w 1619"/>
              <a:gd name="T49" fmla="*/ 1102 h 1181"/>
              <a:gd name="T50" fmla="*/ 869 w 1619"/>
              <a:gd name="T51" fmla="*/ 1083 h 1181"/>
              <a:gd name="T52" fmla="*/ 760 w 1619"/>
              <a:gd name="T53" fmla="*/ 986 h 1181"/>
              <a:gd name="T54" fmla="*/ 654 w 1619"/>
              <a:gd name="T55" fmla="*/ 798 h 1181"/>
              <a:gd name="T56" fmla="*/ 606 w 1619"/>
              <a:gd name="T57" fmla="*/ 723 h 1181"/>
              <a:gd name="T58" fmla="*/ 595 w 1619"/>
              <a:gd name="T59" fmla="*/ 709 h 1181"/>
              <a:gd name="T60" fmla="*/ 442 w 1619"/>
              <a:gd name="T61" fmla="*/ 619 h 1181"/>
              <a:gd name="T62" fmla="*/ 304 w 1619"/>
              <a:gd name="T63" fmla="*/ 580 h 1181"/>
              <a:gd name="T64" fmla="*/ 168 w 1619"/>
              <a:gd name="T65" fmla="*/ 530 h 1181"/>
              <a:gd name="T66" fmla="*/ 104 w 1619"/>
              <a:gd name="T67" fmla="*/ 477 h 1181"/>
              <a:gd name="T68" fmla="*/ 88 w 1619"/>
              <a:gd name="T69" fmla="*/ 455 h 1181"/>
              <a:gd name="T70" fmla="*/ 74 w 1619"/>
              <a:gd name="T71" fmla="*/ 432 h 1181"/>
              <a:gd name="T72" fmla="*/ 60 w 1619"/>
              <a:gd name="T73" fmla="*/ 408 h 1181"/>
              <a:gd name="T74" fmla="*/ 49 w 1619"/>
              <a:gd name="T75" fmla="*/ 383 h 1181"/>
              <a:gd name="T76" fmla="*/ 39 w 1619"/>
              <a:gd name="T77" fmla="*/ 357 h 1181"/>
              <a:gd name="T78" fmla="*/ 28 w 1619"/>
              <a:gd name="T79" fmla="*/ 323 h 1181"/>
              <a:gd name="T80" fmla="*/ 21 w 1619"/>
              <a:gd name="T81" fmla="*/ 296 h 1181"/>
              <a:gd name="T82" fmla="*/ 21 w 1619"/>
              <a:gd name="T83" fmla="*/ 0 h 1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619" h="1181">
                <a:moveTo>
                  <a:pt x="22" y="0"/>
                </a:moveTo>
                <a:cubicBezTo>
                  <a:pt x="18" y="36"/>
                  <a:pt x="18" y="36"/>
                  <a:pt x="18" y="36"/>
                </a:cubicBezTo>
                <a:cubicBezTo>
                  <a:pt x="16" y="72"/>
                  <a:pt x="16" y="72"/>
                  <a:pt x="16" y="72"/>
                </a:cubicBezTo>
                <a:cubicBezTo>
                  <a:pt x="15" y="84"/>
                  <a:pt x="14" y="96"/>
                  <a:pt x="14" y="108"/>
                </a:cubicBezTo>
                <a:cubicBezTo>
                  <a:pt x="14" y="120"/>
                  <a:pt x="14" y="132"/>
                  <a:pt x="14" y="143"/>
                </a:cubicBezTo>
                <a:cubicBezTo>
                  <a:pt x="15" y="191"/>
                  <a:pt x="20" y="239"/>
                  <a:pt x="30" y="285"/>
                </a:cubicBezTo>
                <a:cubicBezTo>
                  <a:pt x="40" y="332"/>
                  <a:pt x="57" y="376"/>
                  <a:pt x="80" y="418"/>
                </a:cubicBezTo>
                <a:cubicBezTo>
                  <a:pt x="84" y="425"/>
                  <a:pt x="84" y="425"/>
                  <a:pt x="84" y="425"/>
                </a:cubicBezTo>
                <a:cubicBezTo>
                  <a:pt x="86" y="428"/>
                  <a:pt x="87" y="430"/>
                  <a:pt x="89" y="433"/>
                </a:cubicBezTo>
                <a:cubicBezTo>
                  <a:pt x="99" y="448"/>
                  <a:pt x="99" y="448"/>
                  <a:pt x="99" y="448"/>
                </a:cubicBezTo>
                <a:cubicBezTo>
                  <a:pt x="102" y="453"/>
                  <a:pt x="106" y="457"/>
                  <a:pt x="109" y="462"/>
                </a:cubicBezTo>
                <a:cubicBezTo>
                  <a:pt x="114" y="469"/>
                  <a:pt x="114" y="469"/>
                  <a:pt x="114" y="469"/>
                </a:cubicBezTo>
                <a:cubicBezTo>
                  <a:pt x="116" y="472"/>
                  <a:pt x="118" y="474"/>
                  <a:pt x="120" y="476"/>
                </a:cubicBezTo>
                <a:cubicBezTo>
                  <a:pt x="135" y="493"/>
                  <a:pt x="154" y="508"/>
                  <a:pt x="174" y="519"/>
                </a:cubicBezTo>
                <a:cubicBezTo>
                  <a:pt x="194" y="531"/>
                  <a:pt x="216" y="541"/>
                  <a:pt x="238" y="549"/>
                </a:cubicBezTo>
                <a:cubicBezTo>
                  <a:pt x="260" y="558"/>
                  <a:pt x="283" y="565"/>
                  <a:pt x="306" y="572"/>
                </a:cubicBezTo>
                <a:cubicBezTo>
                  <a:pt x="375" y="593"/>
                  <a:pt x="375" y="593"/>
                  <a:pt x="375" y="593"/>
                </a:cubicBezTo>
                <a:cubicBezTo>
                  <a:pt x="398" y="600"/>
                  <a:pt x="421" y="607"/>
                  <a:pt x="444" y="615"/>
                </a:cubicBezTo>
                <a:cubicBezTo>
                  <a:pt x="466" y="623"/>
                  <a:pt x="488" y="633"/>
                  <a:pt x="510" y="643"/>
                </a:cubicBezTo>
                <a:cubicBezTo>
                  <a:pt x="532" y="654"/>
                  <a:pt x="552" y="666"/>
                  <a:pt x="571" y="681"/>
                </a:cubicBezTo>
                <a:cubicBezTo>
                  <a:pt x="590" y="696"/>
                  <a:pt x="607" y="714"/>
                  <a:pt x="622" y="733"/>
                </a:cubicBezTo>
                <a:cubicBezTo>
                  <a:pt x="637" y="752"/>
                  <a:pt x="649" y="773"/>
                  <a:pt x="661" y="794"/>
                </a:cubicBezTo>
                <a:cubicBezTo>
                  <a:pt x="672" y="816"/>
                  <a:pt x="683" y="837"/>
                  <a:pt x="694" y="858"/>
                </a:cubicBezTo>
                <a:cubicBezTo>
                  <a:pt x="705" y="880"/>
                  <a:pt x="716" y="901"/>
                  <a:pt x="728" y="921"/>
                </a:cubicBezTo>
                <a:cubicBezTo>
                  <a:pt x="753" y="961"/>
                  <a:pt x="784" y="998"/>
                  <a:pt x="819" y="1029"/>
                </a:cubicBezTo>
                <a:cubicBezTo>
                  <a:pt x="837" y="1045"/>
                  <a:pt x="856" y="1059"/>
                  <a:pt x="876" y="1072"/>
                </a:cubicBezTo>
                <a:cubicBezTo>
                  <a:pt x="891" y="1081"/>
                  <a:pt x="891" y="1081"/>
                  <a:pt x="891" y="1081"/>
                </a:cubicBezTo>
                <a:cubicBezTo>
                  <a:pt x="896" y="1084"/>
                  <a:pt x="901" y="1087"/>
                  <a:pt x="907" y="1090"/>
                </a:cubicBezTo>
                <a:cubicBezTo>
                  <a:pt x="917" y="1096"/>
                  <a:pt x="927" y="1101"/>
                  <a:pt x="938" y="1107"/>
                </a:cubicBezTo>
                <a:cubicBezTo>
                  <a:pt x="959" y="1117"/>
                  <a:pt x="981" y="1127"/>
                  <a:pt x="1003" y="1135"/>
                </a:cubicBezTo>
                <a:cubicBezTo>
                  <a:pt x="1014" y="1139"/>
                  <a:pt x="1026" y="1142"/>
                  <a:pt x="1037" y="1145"/>
                </a:cubicBezTo>
                <a:cubicBezTo>
                  <a:pt x="1043" y="1147"/>
                  <a:pt x="1048" y="1148"/>
                  <a:pt x="1054" y="1150"/>
                </a:cubicBezTo>
                <a:cubicBezTo>
                  <a:pt x="1060" y="1151"/>
                  <a:pt x="1066" y="1153"/>
                  <a:pt x="1071" y="1154"/>
                </a:cubicBezTo>
                <a:cubicBezTo>
                  <a:pt x="1164" y="1174"/>
                  <a:pt x="1261" y="1167"/>
                  <a:pt x="1353" y="1143"/>
                </a:cubicBezTo>
                <a:cubicBezTo>
                  <a:pt x="1399" y="1132"/>
                  <a:pt x="1444" y="1116"/>
                  <a:pt x="1489" y="1097"/>
                </a:cubicBezTo>
                <a:cubicBezTo>
                  <a:pt x="1511" y="1088"/>
                  <a:pt x="1532" y="1078"/>
                  <a:pt x="1554" y="1068"/>
                </a:cubicBezTo>
                <a:cubicBezTo>
                  <a:pt x="1576" y="1058"/>
                  <a:pt x="1597" y="1047"/>
                  <a:pt x="1618" y="1036"/>
                </a:cubicBezTo>
                <a:cubicBezTo>
                  <a:pt x="1619" y="1037"/>
                  <a:pt x="1619" y="1037"/>
                  <a:pt x="1619" y="1037"/>
                </a:cubicBezTo>
                <a:cubicBezTo>
                  <a:pt x="1598" y="1049"/>
                  <a:pt x="1577" y="1061"/>
                  <a:pt x="1556" y="1072"/>
                </a:cubicBezTo>
                <a:cubicBezTo>
                  <a:pt x="1535" y="1083"/>
                  <a:pt x="1513" y="1094"/>
                  <a:pt x="1491" y="1104"/>
                </a:cubicBezTo>
                <a:cubicBezTo>
                  <a:pt x="1469" y="1114"/>
                  <a:pt x="1447" y="1123"/>
                  <a:pt x="1425" y="1132"/>
                </a:cubicBezTo>
                <a:cubicBezTo>
                  <a:pt x="1402" y="1140"/>
                  <a:pt x="1379" y="1148"/>
                  <a:pt x="1356" y="1154"/>
                </a:cubicBezTo>
                <a:cubicBezTo>
                  <a:pt x="1309" y="1167"/>
                  <a:pt x="1262" y="1175"/>
                  <a:pt x="1213" y="1178"/>
                </a:cubicBezTo>
                <a:cubicBezTo>
                  <a:pt x="1165" y="1181"/>
                  <a:pt x="1116" y="1178"/>
                  <a:pt x="1068" y="1168"/>
                </a:cubicBezTo>
                <a:cubicBezTo>
                  <a:pt x="1065" y="1168"/>
                  <a:pt x="1062" y="1167"/>
                  <a:pt x="1059" y="1166"/>
                </a:cubicBezTo>
                <a:cubicBezTo>
                  <a:pt x="1051" y="1164"/>
                  <a:pt x="1051" y="1164"/>
                  <a:pt x="1051" y="1164"/>
                </a:cubicBezTo>
                <a:cubicBezTo>
                  <a:pt x="1045" y="1163"/>
                  <a:pt x="1039" y="1161"/>
                  <a:pt x="1033" y="1160"/>
                </a:cubicBezTo>
                <a:cubicBezTo>
                  <a:pt x="1021" y="1156"/>
                  <a:pt x="1010" y="1153"/>
                  <a:pt x="998" y="1149"/>
                </a:cubicBezTo>
                <a:cubicBezTo>
                  <a:pt x="975" y="1141"/>
                  <a:pt x="953" y="1131"/>
                  <a:pt x="931" y="1120"/>
                </a:cubicBezTo>
                <a:cubicBezTo>
                  <a:pt x="921" y="1114"/>
                  <a:pt x="910" y="1109"/>
                  <a:pt x="899" y="1102"/>
                </a:cubicBezTo>
                <a:cubicBezTo>
                  <a:pt x="894" y="1099"/>
                  <a:pt x="889" y="1096"/>
                  <a:pt x="884" y="1093"/>
                </a:cubicBezTo>
                <a:cubicBezTo>
                  <a:pt x="869" y="1083"/>
                  <a:pt x="869" y="1083"/>
                  <a:pt x="869" y="1083"/>
                </a:cubicBezTo>
                <a:cubicBezTo>
                  <a:pt x="848" y="1070"/>
                  <a:pt x="829" y="1055"/>
                  <a:pt x="811" y="1039"/>
                </a:cubicBezTo>
                <a:cubicBezTo>
                  <a:pt x="793" y="1023"/>
                  <a:pt x="776" y="1005"/>
                  <a:pt x="760" y="986"/>
                </a:cubicBezTo>
                <a:cubicBezTo>
                  <a:pt x="745" y="967"/>
                  <a:pt x="731" y="947"/>
                  <a:pt x="719" y="927"/>
                </a:cubicBezTo>
                <a:cubicBezTo>
                  <a:pt x="694" y="885"/>
                  <a:pt x="675" y="840"/>
                  <a:pt x="654" y="798"/>
                </a:cubicBezTo>
                <a:cubicBezTo>
                  <a:pt x="643" y="777"/>
                  <a:pt x="631" y="756"/>
                  <a:pt x="617" y="737"/>
                </a:cubicBezTo>
                <a:cubicBezTo>
                  <a:pt x="614" y="732"/>
                  <a:pt x="610" y="727"/>
                  <a:pt x="606" y="723"/>
                </a:cubicBezTo>
                <a:cubicBezTo>
                  <a:pt x="601" y="716"/>
                  <a:pt x="601" y="716"/>
                  <a:pt x="601" y="716"/>
                </a:cubicBezTo>
                <a:cubicBezTo>
                  <a:pt x="595" y="709"/>
                  <a:pt x="595" y="709"/>
                  <a:pt x="595" y="709"/>
                </a:cubicBezTo>
                <a:cubicBezTo>
                  <a:pt x="586" y="701"/>
                  <a:pt x="578" y="693"/>
                  <a:pt x="568" y="685"/>
                </a:cubicBezTo>
                <a:cubicBezTo>
                  <a:pt x="531" y="655"/>
                  <a:pt x="487" y="635"/>
                  <a:pt x="442" y="619"/>
                </a:cubicBezTo>
                <a:cubicBezTo>
                  <a:pt x="419" y="612"/>
                  <a:pt x="397" y="605"/>
                  <a:pt x="373" y="598"/>
                </a:cubicBezTo>
                <a:cubicBezTo>
                  <a:pt x="304" y="580"/>
                  <a:pt x="304" y="580"/>
                  <a:pt x="304" y="580"/>
                </a:cubicBezTo>
                <a:cubicBezTo>
                  <a:pt x="281" y="573"/>
                  <a:pt x="258" y="567"/>
                  <a:pt x="235" y="559"/>
                </a:cubicBezTo>
                <a:cubicBezTo>
                  <a:pt x="212" y="551"/>
                  <a:pt x="189" y="542"/>
                  <a:pt x="168" y="530"/>
                </a:cubicBezTo>
                <a:cubicBezTo>
                  <a:pt x="147" y="518"/>
                  <a:pt x="127" y="503"/>
                  <a:pt x="110" y="484"/>
                </a:cubicBezTo>
                <a:cubicBezTo>
                  <a:pt x="108" y="482"/>
                  <a:pt x="106" y="479"/>
                  <a:pt x="104" y="477"/>
                </a:cubicBezTo>
                <a:cubicBezTo>
                  <a:pt x="99" y="470"/>
                  <a:pt x="99" y="470"/>
                  <a:pt x="99" y="470"/>
                </a:cubicBezTo>
                <a:cubicBezTo>
                  <a:pt x="95" y="465"/>
                  <a:pt x="92" y="460"/>
                  <a:pt x="88" y="455"/>
                </a:cubicBezTo>
                <a:cubicBezTo>
                  <a:pt x="78" y="439"/>
                  <a:pt x="78" y="439"/>
                  <a:pt x="78" y="439"/>
                </a:cubicBezTo>
                <a:cubicBezTo>
                  <a:pt x="77" y="437"/>
                  <a:pt x="75" y="434"/>
                  <a:pt x="74" y="432"/>
                </a:cubicBezTo>
                <a:cubicBezTo>
                  <a:pt x="69" y="424"/>
                  <a:pt x="69" y="424"/>
                  <a:pt x="69" y="424"/>
                </a:cubicBezTo>
                <a:cubicBezTo>
                  <a:pt x="60" y="408"/>
                  <a:pt x="60" y="408"/>
                  <a:pt x="60" y="408"/>
                </a:cubicBezTo>
                <a:cubicBezTo>
                  <a:pt x="53" y="391"/>
                  <a:pt x="53" y="391"/>
                  <a:pt x="53" y="391"/>
                </a:cubicBezTo>
                <a:cubicBezTo>
                  <a:pt x="49" y="383"/>
                  <a:pt x="49" y="383"/>
                  <a:pt x="49" y="383"/>
                </a:cubicBezTo>
                <a:cubicBezTo>
                  <a:pt x="48" y="380"/>
                  <a:pt x="47" y="377"/>
                  <a:pt x="46" y="374"/>
                </a:cubicBezTo>
                <a:cubicBezTo>
                  <a:pt x="39" y="357"/>
                  <a:pt x="39" y="357"/>
                  <a:pt x="39" y="357"/>
                </a:cubicBezTo>
                <a:cubicBezTo>
                  <a:pt x="37" y="352"/>
                  <a:pt x="35" y="346"/>
                  <a:pt x="33" y="340"/>
                </a:cubicBezTo>
                <a:cubicBezTo>
                  <a:pt x="32" y="334"/>
                  <a:pt x="30" y="329"/>
                  <a:pt x="28" y="323"/>
                </a:cubicBezTo>
                <a:cubicBezTo>
                  <a:pt x="24" y="305"/>
                  <a:pt x="24" y="305"/>
                  <a:pt x="24" y="305"/>
                </a:cubicBezTo>
                <a:cubicBezTo>
                  <a:pt x="23" y="302"/>
                  <a:pt x="22" y="299"/>
                  <a:pt x="21" y="296"/>
                </a:cubicBezTo>
                <a:cubicBezTo>
                  <a:pt x="20" y="287"/>
                  <a:pt x="20" y="287"/>
                  <a:pt x="20" y="287"/>
                </a:cubicBezTo>
                <a:cubicBezTo>
                  <a:pt x="0" y="192"/>
                  <a:pt x="4" y="94"/>
                  <a:pt x="21" y="0"/>
                </a:cubicBezTo>
                <a:lnTo>
                  <a:pt x="22" y="0"/>
                </a:lnTo>
                <a:close/>
              </a:path>
            </a:pathLst>
          </a:custGeom>
          <a:solidFill>
            <a:srgbClr val="56342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9" name="椭圆 78"/>
          <p:cNvSpPr/>
          <p:nvPr/>
        </p:nvSpPr>
        <p:spPr>
          <a:xfrm>
            <a:off x="2450610" y="1282611"/>
            <a:ext cx="463831" cy="463831"/>
          </a:xfrm>
          <a:prstGeom prst="ellipse">
            <a:avLst/>
          </a:pr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椭圆 79"/>
          <p:cNvSpPr/>
          <p:nvPr/>
        </p:nvSpPr>
        <p:spPr>
          <a:xfrm>
            <a:off x="11651671" y="5884967"/>
            <a:ext cx="276207" cy="276207"/>
          </a:xfrm>
          <a:prstGeom prst="ellipse">
            <a:avLst/>
          </a:pr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椭圆 80"/>
          <p:cNvSpPr/>
          <p:nvPr/>
        </p:nvSpPr>
        <p:spPr>
          <a:xfrm>
            <a:off x="3191521" y="4022756"/>
            <a:ext cx="1122794" cy="1122793"/>
          </a:xfrm>
          <a:prstGeom prst="ellipse">
            <a:avLst/>
          </a:pr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2726690" y="1707515"/>
            <a:ext cx="67691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1000" normalizeH="0" noProof="0" dirty="0">
                <a:ln>
                  <a:noFill/>
                </a:ln>
                <a:solidFill>
                  <a:srgbClr val="56342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数学建模协会</a:t>
            </a:r>
            <a:endParaRPr kumimoji="0" lang="zh-CN" altLang="en-US" sz="7200" b="1" i="0" u="none" strike="noStrike" kern="1200" cap="none" spc="1000" normalizeH="0" noProof="0" dirty="0">
              <a:ln>
                <a:noFill/>
              </a:ln>
              <a:solidFill>
                <a:srgbClr val="56342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1000" normalizeH="0" noProof="0" dirty="0">
                <a:ln>
                  <a:noFill/>
                </a:ln>
                <a:solidFill>
                  <a:srgbClr val="56342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第一次培训</a:t>
            </a:r>
            <a:endParaRPr kumimoji="0" lang="zh-CN" altLang="en-US" sz="7200" b="1" i="0" u="none" strike="noStrike" kern="1200" cap="none" spc="1000" normalizeH="0" noProof="0" dirty="0">
              <a:ln>
                <a:noFill/>
              </a:ln>
              <a:solidFill>
                <a:srgbClr val="56342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7016115" y="4153535"/>
            <a:ext cx="37084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—Matlab</a:t>
            </a:r>
            <a:r>
              <a:rPr lang="zh-CN" altLang="en-US" sz="32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基础篇</a:t>
            </a:r>
            <a:endParaRPr lang="zh-CN" altLang="en-US" sz="3200" spc="2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85" name="Google Shape;1908;p36"/>
          <p:cNvGrpSpPr/>
          <p:nvPr/>
        </p:nvGrpSpPr>
        <p:grpSpPr>
          <a:xfrm>
            <a:off x="222387" y="2267513"/>
            <a:ext cx="2761954" cy="4001808"/>
            <a:chOff x="713232" y="1274373"/>
            <a:chExt cx="2761954" cy="4001808"/>
          </a:xfrm>
        </p:grpSpPr>
        <p:sp>
          <p:nvSpPr>
            <p:cNvPr id="286" name="Google Shape;1909;p36"/>
            <p:cNvSpPr/>
            <p:nvPr/>
          </p:nvSpPr>
          <p:spPr>
            <a:xfrm>
              <a:off x="1128978" y="1282624"/>
              <a:ext cx="1817826" cy="2659779"/>
            </a:xfrm>
            <a:custGeom>
              <a:avLst/>
              <a:gdLst/>
              <a:ahLst/>
              <a:cxnLst/>
              <a:rect l="l" t="t" r="r" b="b"/>
              <a:pathLst>
                <a:path w="64992" h="95094" extrusionOk="0">
                  <a:moveTo>
                    <a:pt x="24797" y="0"/>
                  </a:moveTo>
                  <a:cubicBezTo>
                    <a:pt x="24005" y="0"/>
                    <a:pt x="23542" y="573"/>
                    <a:pt x="23847" y="1542"/>
                  </a:cubicBezTo>
                  <a:cubicBezTo>
                    <a:pt x="24400" y="3282"/>
                    <a:pt x="27508" y="4569"/>
                    <a:pt x="28428" y="7137"/>
                  </a:cubicBezTo>
                  <a:cubicBezTo>
                    <a:pt x="28342" y="7111"/>
                    <a:pt x="26935" y="6697"/>
                    <a:pt x="24817" y="6697"/>
                  </a:cubicBezTo>
                  <a:cubicBezTo>
                    <a:pt x="21522" y="6697"/>
                    <a:pt x="16505" y="7699"/>
                    <a:pt x="12064" y="12725"/>
                  </a:cubicBezTo>
                  <a:cubicBezTo>
                    <a:pt x="4768" y="20987"/>
                    <a:pt x="8536" y="35277"/>
                    <a:pt x="9129" y="41152"/>
                  </a:cubicBezTo>
                  <a:cubicBezTo>
                    <a:pt x="9723" y="47027"/>
                    <a:pt x="10577" y="50615"/>
                    <a:pt x="7629" y="55843"/>
                  </a:cubicBezTo>
                  <a:cubicBezTo>
                    <a:pt x="4675" y="61064"/>
                    <a:pt x="0" y="67026"/>
                    <a:pt x="2934" y="78302"/>
                  </a:cubicBezTo>
                  <a:cubicBezTo>
                    <a:pt x="2934" y="78302"/>
                    <a:pt x="2388" y="69927"/>
                    <a:pt x="7429" y="65085"/>
                  </a:cubicBezTo>
                  <a:lnTo>
                    <a:pt x="7429" y="65085"/>
                  </a:lnTo>
                  <a:cubicBezTo>
                    <a:pt x="7429" y="65086"/>
                    <a:pt x="3762" y="71601"/>
                    <a:pt x="7429" y="81423"/>
                  </a:cubicBezTo>
                  <a:cubicBezTo>
                    <a:pt x="11097" y="91239"/>
                    <a:pt x="16892" y="95000"/>
                    <a:pt x="30682" y="95093"/>
                  </a:cubicBezTo>
                  <a:cubicBezTo>
                    <a:pt x="30746" y="95094"/>
                    <a:pt x="30810" y="95094"/>
                    <a:pt x="30874" y="95094"/>
                  </a:cubicBezTo>
                  <a:cubicBezTo>
                    <a:pt x="41889" y="95094"/>
                    <a:pt x="55401" y="88826"/>
                    <a:pt x="58723" y="75201"/>
                  </a:cubicBezTo>
                  <a:cubicBezTo>
                    <a:pt x="59556" y="71787"/>
                    <a:pt x="59750" y="67899"/>
                    <a:pt x="59103" y="63545"/>
                  </a:cubicBezTo>
                  <a:lnTo>
                    <a:pt x="59103" y="63545"/>
                  </a:lnTo>
                  <a:cubicBezTo>
                    <a:pt x="59103" y="63545"/>
                    <a:pt x="62184" y="64732"/>
                    <a:pt x="63471" y="68953"/>
                  </a:cubicBezTo>
                  <a:cubicBezTo>
                    <a:pt x="63471" y="68953"/>
                    <a:pt x="64991" y="63552"/>
                    <a:pt x="61710" y="56850"/>
                  </a:cubicBezTo>
                  <a:cubicBezTo>
                    <a:pt x="58423" y="50148"/>
                    <a:pt x="57936" y="43086"/>
                    <a:pt x="57356" y="31903"/>
                  </a:cubicBezTo>
                  <a:cubicBezTo>
                    <a:pt x="56869" y="22547"/>
                    <a:pt x="55602" y="9551"/>
                    <a:pt x="41351" y="7183"/>
                  </a:cubicBezTo>
                  <a:cubicBezTo>
                    <a:pt x="39881" y="6938"/>
                    <a:pt x="38271" y="6809"/>
                    <a:pt x="36509" y="6809"/>
                  </a:cubicBezTo>
                  <a:cubicBezTo>
                    <a:pt x="34915" y="6809"/>
                    <a:pt x="33195" y="6915"/>
                    <a:pt x="31342" y="7137"/>
                  </a:cubicBezTo>
                  <a:cubicBezTo>
                    <a:pt x="31342" y="7137"/>
                    <a:pt x="30969" y="5850"/>
                    <a:pt x="32176" y="4476"/>
                  </a:cubicBezTo>
                  <a:cubicBezTo>
                    <a:pt x="33383" y="3102"/>
                    <a:pt x="33443" y="2182"/>
                    <a:pt x="32176" y="2182"/>
                  </a:cubicBezTo>
                  <a:cubicBezTo>
                    <a:pt x="30909" y="2182"/>
                    <a:pt x="29442" y="3742"/>
                    <a:pt x="29982" y="7130"/>
                  </a:cubicBezTo>
                  <a:cubicBezTo>
                    <a:pt x="29928" y="6877"/>
                    <a:pt x="28961" y="3009"/>
                    <a:pt x="27094" y="1175"/>
                  </a:cubicBezTo>
                  <a:cubicBezTo>
                    <a:pt x="26267" y="363"/>
                    <a:pt x="25428" y="0"/>
                    <a:pt x="24797" y="0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7" name="Google Shape;1910;p36"/>
            <p:cNvSpPr/>
            <p:nvPr/>
          </p:nvSpPr>
          <p:spPr>
            <a:xfrm>
              <a:off x="1128978" y="1274373"/>
              <a:ext cx="1825658" cy="2676226"/>
            </a:xfrm>
            <a:custGeom>
              <a:avLst/>
              <a:gdLst/>
              <a:ahLst/>
              <a:cxnLst/>
              <a:rect l="l" t="t" r="r" b="b"/>
              <a:pathLst>
                <a:path w="65272" h="95682" extrusionOk="0">
                  <a:moveTo>
                    <a:pt x="24802" y="583"/>
                  </a:moveTo>
                  <a:cubicBezTo>
                    <a:pt x="25345" y="583"/>
                    <a:pt x="26113" y="914"/>
                    <a:pt x="26881" y="1677"/>
                  </a:cubicBezTo>
                  <a:cubicBezTo>
                    <a:pt x="28675" y="3437"/>
                    <a:pt x="29688" y="7445"/>
                    <a:pt x="29708" y="7485"/>
                  </a:cubicBezTo>
                  <a:cubicBezTo>
                    <a:pt x="29737" y="7618"/>
                    <a:pt x="29852" y="7711"/>
                    <a:pt x="29982" y="7711"/>
                  </a:cubicBezTo>
                  <a:cubicBezTo>
                    <a:pt x="30002" y="7711"/>
                    <a:pt x="30022" y="7709"/>
                    <a:pt x="30042" y="7705"/>
                  </a:cubicBezTo>
                  <a:cubicBezTo>
                    <a:pt x="30195" y="7678"/>
                    <a:pt x="30302" y="7525"/>
                    <a:pt x="30275" y="7372"/>
                  </a:cubicBezTo>
                  <a:cubicBezTo>
                    <a:pt x="29902" y="5044"/>
                    <a:pt x="30589" y="3831"/>
                    <a:pt x="30942" y="3411"/>
                  </a:cubicBezTo>
                  <a:cubicBezTo>
                    <a:pt x="31289" y="2997"/>
                    <a:pt x="31842" y="2770"/>
                    <a:pt x="32176" y="2770"/>
                  </a:cubicBezTo>
                  <a:cubicBezTo>
                    <a:pt x="32509" y="2770"/>
                    <a:pt x="32702" y="2770"/>
                    <a:pt x="32789" y="2970"/>
                  </a:cubicBezTo>
                  <a:cubicBezTo>
                    <a:pt x="32883" y="3171"/>
                    <a:pt x="32716" y="3711"/>
                    <a:pt x="31956" y="4578"/>
                  </a:cubicBezTo>
                  <a:cubicBezTo>
                    <a:pt x="30655" y="6051"/>
                    <a:pt x="31049" y="7452"/>
                    <a:pt x="31069" y="7512"/>
                  </a:cubicBezTo>
                  <a:cubicBezTo>
                    <a:pt x="31105" y="7633"/>
                    <a:pt x="31213" y="7721"/>
                    <a:pt x="31338" y="7721"/>
                  </a:cubicBezTo>
                  <a:cubicBezTo>
                    <a:pt x="31350" y="7721"/>
                    <a:pt x="31363" y="7720"/>
                    <a:pt x="31375" y="7718"/>
                  </a:cubicBezTo>
                  <a:cubicBezTo>
                    <a:pt x="33166" y="7502"/>
                    <a:pt x="34872" y="7394"/>
                    <a:pt x="36484" y="7394"/>
                  </a:cubicBezTo>
                  <a:cubicBezTo>
                    <a:pt x="38203" y="7394"/>
                    <a:pt x="39814" y="7517"/>
                    <a:pt x="41305" y="7765"/>
                  </a:cubicBezTo>
                  <a:cubicBezTo>
                    <a:pt x="47540" y="8799"/>
                    <a:pt x="51774" y="11933"/>
                    <a:pt x="54248" y="17341"/>
                  </a:cubicBezTo>
                  <a:cubicBezTo>
                    <a:pt x="56375" y="21975"/>
                    <a:pt x="56816" y="27444"/>
                    <a:pt x="57062" y="32212"/>
                  </a:cubicBezTo>
                  <a:cubicBezTo>
                    <a:pt x="57662" y="43728"/>
                    <a:pt x="58156" y="50576"/>
                    <a:pt x="61450" y="57265"/>
                  </a:cubicBezTo>
                  <a:cubicBezTo>
                    <a:pt x="63817" y="62093"/>
                    <a:pt x="63631" y="66281"/>
                    <a:pt x="63377" y="68134"/>
                  </a:cubicBezTo>
                  <a:cubicBezTo>
                    <a:pt x="61930" y="64653"/>
                    <a:pt x="59323" y="63613"/>
                    <a:pt x="59210" y="63560"/>
                  </a:cubicBezTo>
                  <a:cubicBezTo>
                    <a:pt x="59178" y="63549"/>
                    <a:pt x="59144" y="63544"/>
                    <a:pt x="59111" y="63544"/>
                  </a:cubicBezTo>
                  <a:cubicBezTo>
                    <a:pt x="59041" y="63544"/>
                    <a:pt x="58971" y="63568"/>
                    <a:pt x="58916" y="63613"/>
                  </a:cubicBezTo>
                  <a:cubicBezTo>
                    <a:pt x="58836" y="63680"/>
                    <a:pt x="58803" y="63780"/>
                    <a:pt x="58816" y="63880"/>
                  </a:cubicBezTo>
                  <a:cubicBezTo>
                    <a:pt x="59423" y="68014"/>
                    <a:pt x="59296" y="71895"/>
                    <a:pt x="58443" y="75423"/>
                  </a:cubicBezTo>
                  <a:cubicBezTo>
                    <a:pt x="56922" y="81631"/>
                    <a:pt x="53121" y="86793"/>
                    <a:pt x="47440" y="90360"/>
                  </a:cubicBezTo>
                  <a:cubicBezTo>
                    <a:pt x="42625" y="93381"/>
                    <a:pt x="36604" y="95095"/>
                    <a:pt x="30875" y="95095"/>
                  </a:cubicBezTo>
                  <a:lnTo>
                    <a:pt x="30682" y="95095"/>
                  </a:lnTo>
                  <a:cubicBezTo>
                    <a:pt x="23767" y="95042"/>
                    <a:pt x="18845" y="94008"/>
                    <a:pt x="15411" y="91954"/>
                  </a:cubicBezTo>
                  <a:cubicBezTo>
                    <a:pt x="11977" y="89894"/>
                    <a:pt x="9603" y="86699"/>
                    <a:pt x="7702" y="81618"/>
                  </a:cubicBezTo>
                  <a:cubicBezTo>
                    <a:pt x="4128" y="72055"/>
                    <a:pt x="7642" y="65587"/>
                    <a:pt x="7682" y="65520"/>
                  </a:cubicBezTo>
                  <a:cubicBezTo>
                    <a:pt x="7749" y="65394"/>
                    <a:pt x="7722" y="65240"/>
                    <a:pt x="7609" y="65147"/>
                  </a:cubicBezTo>
                  <a:cubicBezTo>
                    <a:pt x="7556" y="65107"/>
                    <a:pt x="7496" y="65087"/>
                    <a:pt x="7429" y="65087"/>
                  </a:cubicBezTo>
                  <a:cubicBezTo>
                    <a:pt x="7349" y="65087"/>
                    <a:pt x="7282" y="65120"/>
                    <a:pt x="7229" y="65174"/>
                  </a:cubicBezTo>
                  <a:cubicBezTo>
                    <a:pt x="3808" y="68448"/>
                    <a:pt x="2908" y="73229"/>
                    <a:pt x="2681" y="76123"/>
                  </a:cubicBezTo>
                  <a:cubicBezTo>
                    <a:pt x="1174" y="67641"/>
                    <a:pt x="4195" y="62540"/>
                    <a:pt x="6882" y="57992"/>
                  </a:cubicBezTo>
                  <a:cubicBezTo>
                    <a:pt x="7236" y="57398"/>
                    <a:pt x="7569" y="56838"/>
                    <a:pt x="7882" y="56278"/>
                  </a:cubicBezTo>
                  <a:cubicBezTo>
                    <a:pt x="10537" y="51577"/>
                    <a:pt x="10163" y="48142"/>
                    <a:pt x="9636" y="43388"/>
                  </a:cubicBezTo>
                  <a:cubicBezTo>
                    <a:pt x="9563" y="42754"/>
                    <a:pt x="9483" y="42107"/>
                    <a:pt x="9416" y="41414"/>
                  </a:cubicBezTo>
                  <a:cubicBezTo>
                    <a:pt x="9330" y="40480"/>
                    <a:pt x="9149" y="39347"/>
                    <a:pt x="8949" y="38040"/>
                  </a:cubicBezTo>
                  <a:cubicBezTo>
                    <a:pt x="7936" y="31311"/>
                    <a:pt x="6229" y="20068"/>
                    <a:pt x="12277" y="13213"/>
                  </a:cubicBezTo>
                  <a:cubicBezTo>
                    <a:pt x="16636" y="8277"/>
                    <a:pt x="21655" y="7313"/>
                    <a:pt x="24910" y="7313"/>
                  </a:cubicBezTo>
                  <a:cubicBezTo>
                    <a:pt x="26884" y="7313"/>
                    <a:pt x="28210" y="7667"/>
                    <a:pt x="28348" y="7705"/>
                  </a:cubicBezTo>
                  <a:cubicBezTo>
                    <a:pt x="28375" y="7714"/>
                    <a:pt x="28403" y="7718"/>
                    <a:pt x="28431" y="7718"/>
                  </a:cubicBezTo>
                  <a:cubicBezTo>
                    <a:pt x="28510" y="7718"/>
                    <a:pt x="28587" y="7683"/>
                    <a:pt x="28641" y="7618"/>
                  </a:cubicBezTo>
                  <a:cubicBezTo>
                    <a:pt x="28708" y="7538"/>
                    <a:pt x="28735" y="7432"/>
                    <a:pt x="28701" y="7332"/>
                  </a:cubicBezTo>
                  <a:cubicBezTo>
                    <a:pt x="28175" y="5871"/>
                    <a:pt x="26988" y="4818"/>
                    <a:pt x="25954" y="3897"/>
                  </a:cubicBezTo>
                  <a:cubicBezTo>
                    <a:pt x="25134" y="3164"/>
                    <a:pt x="24347" y="2470"/>
                    <a:pt x="24120" y="1743"/>
                  </a:cubicBezTo>
                  <a:cubicBezTo>
                    <a:pt x="24033" y="1463"/>
                    <a:pt x="23847" y="1003"/>
                    <a:pt x="24320" y="703"/>
                  </a:cubicBezTo>
                  <a:cubicBezTo>
                    <a:pt x="24446" y="625"/>
                    <a:pt x="24610" y="583"/>
                    <a:pt x="24802" y="583"/>
                  </a:cubicBezTo>
                  <a:close/>
                  <a:moveTo>
                    <a:pt x="24797" y="1"/>
                  </a:moveTo>
                  <a:cubicBezTo>
                    <a:pt x="24490" y="1"/>
                    <a:pt x="24223" y="73"/>
                    <a:pt x="24013" y="203"/>
                  </a:cubicBezTo>
                  <a:cubicBezTo>
                    <a:pt x="23500" y="516"/>
                    <a:pt x="23333" y="1163"/>
                    <a:pt x="23567" y="1917"/>
                  </a:cubicBezTo>
                  <a:cubicBezTo>
                    <a:pt x="23847" y="2804"/>
                    <a:pt x="24707" y="3564"/>
                    <a:pt x="25567" y="4331"/>
                  </a:cubicBezTo>
                  <a:cubicBezTo>
                    <a:pt x="26427" y="5098"/>
                    <a:pt x="27381" y="5945"/>
                    <a:pt x="27935" y="7012"/>
                  </a:cubicBezTo>
                  <a:cubicBezTo>
                    <a:pt x="27336" y="6895"/>
                    <a:pt x="26306" y="6747"/>
                    <a:pt x="24999" y="6747"/>
                  </a:cubicBezTo>
                  <a:cubicBezTo>
                    <a:pt x="21605" y="6747"/>
                    <a:pt x="16333" y="7740"/>
                    <a:pt x="11837" y="12833"/>
                  </a:cubicBezTo>
                  <a:cubicBezTo>
                    <a:pt x="5609" y="19882"/>
                    <a:pt x="7342" y="31305"/>
                    <a:pt x="8376" y="38120"/>
                  </a:cubicBezTo>
                  <a:cubicBezTo>
                    <a:pt x="8576" y="39427"/>
                    <a:pt x="8756" y="40554"/>
                    <a:pt x="8843" y="41474"/>
                  </a:cubicBezTo>
                  <a:cubicBezTo>
                    <a:pt x="8909" y="42161"/>
                    <a:pt x="8983" y="42821"/>
                    <a:pt x="9056" y="43448"/>
                  </a:cubicBezTo>
                  <a:cubicBezTo>
                    <a:pt x="9590" y="48262"/>
                    <a:pt x="9943" y="51450"/>
                    <a:pt x="7376" y="55985"/>
                  </a:cubicBezTo>
                  <a:cubicBezTo>
                    <a:pt x="7062" y="56545"/>
                    <a:pt x="6735" y="57098"/>
                    <a:pt x="6389" y="57692"/>
                  </a:cubicBezTo>
                  <a:cubicBezTo>
                    <a:pt x="3541" y="62506"/>
                    <a:pt x="0" y="68488"/>
                    <a:pt x="2648" y="78677"/>
                  </a:cubicBezTo>
                  <a:cubicBezTo>
                    <a:pt x="2683" y="78832"/>
                    <a:pt x="2805" y="78902"/>
                    <a:pt x="2928" y="78902"/>
                  </a:cubicBezTo>
                  <a:cubicBezTo>
                    <a:pt x="3086" y="78902"/>
                    <a:pt x="3247" y="78786"/>
                    <a:pt x="3228" y="78584"/>
                  </a:cubicBezTo>
                  <a:cubicBezTo>
                    <a:pt x="3221" y="78510"/>
                    <a:pt x="2814" y="71595"/>
                    <a:pt x="6509" y="66827"/>
                  </a:cubicBezTo>
                  <a:lnTo>
                    <a:pt x="6509" y="66827"/>
                  </a:lnTo>
                  <a:cubicBezTo>
                    <a:pt x="5655" y="69381"/>
                    <a:pt x="4535" y="74796"/>
                    <a:pt x="7162" y="81825"/>
                  </a:cubicBezTo>
                  <a:cubicBezTo>
                    <a:pt x="10943" y="91961"/>
                    <a:pt x="17105" y="95588"/>
                    <a:pt x="30682" y="95682"/>
                  </a:cubicBezTo>
                  <a:lnTo>
                    <a:pt x="30875" y="95682"/>
                  </a:lnTo>
                  <a:cubicBezTo>
                    <a:pt x="36710" y="95682"/>
                    <a:pt x="42852" y="93928"/>
                    <a:pt x="47746" y="90854"/>
                  </a:cubicBezTo>
                  <a:cubicBezTo>
                    <a:pt x="53568" y="87199"/>
                    <a:pt x="57456" y="81918"/>
                    <a:pt x="59010" y="75563"/>
                  </a:cubicBezTo>
                  <a:cubicBezTo>
                    <a:pt x="59850" y="72122"/>
                    <a:pt x="60003" y="68348"/>
                    <a:pt x="59470" y="64347"/>
                  </a:cubicBezTo>
                  <a:lnTo>
                    <a:pt x="59470" y="64347"/>
                  </a:lnTo>
                  <a:cubicBezTo>
                    <a:pt x="60350" y="64860"/>
                    <a:pt x="62257" y="66287"/>
                    <a:pt x="63184" y="69328"/>
                  </a:cubicBezTo>
                  <a:cubicBezTo>
                    <a:pt x="63224" y="69455"/>
                    <a:pt x="63337" y="69535"/>
                    <a:pt x="63471" y="69541"/>
                  </a:cubicBezTo>
                  <a:cubicBezTo>
                    <a:pt x="63597" y="69535"/>
                    <a:pt x="63704" y="69455"/>
                    <a:pt x="63744" y="69328"/>
                  </a:cubicBezTo>
                  <a:cubicBezTo>
                    <a:pt x="63811" y="69108"/>
                    <a:pt x="65271" y="63727"/>
                    <a:pt x="61970" y="57011"/>
                  </a:cubicBezTo>
                  <a:cubicBezTo>
                    <a:pt x="58736" y="50423"/>
                    <a:pt x="58243" y="43621"/>
                    <a:pt x="57642" y="32178"/>
                  </a:cubicBezTo>
                  <a:cubicBezTo>
                    <a:pt x="57236" y="24316"/>
                    <a:pt x="56476" y="9699"/>
                    <a:pt x="41405" y="7185"/>
                  </a:cubicBezTo>
                  <a:cubicBezTo>
                    <a:pt x="39880" y="6937"/>
                    <a:pt x="38232" y="6811"/>
                    <a:pt x="36473" y="6811"/>
                  </a:cubicBezTo>
                  <a:cubicBezTo>
                    <a:pt x="34926" y="6811"/>
                    <a:pt x="33293" y="6908"/>
                    <a:pt x="31582" y="7105"/>
                  </a:cubicBezTo>
                  <a:cubicBezTo>
                    <a:pt x="31549" y="6711"/>
                    <a:pt x="31542" y="5931"/>
                    <a:pt x="32396" y="4964"/>
                  </a:cubicBezTo>
                  <a:cubicBezTo>
                    <a:pt x="33243" y="3997"/>
                    <a:pt x="33563" y="3244"/>
                    <a:pt x="33329" y="2730"/>
                  </a:cubicBezTo>
                  <a:cubicBezTo>
                    <a:pt x="33209" y="2484"/>
                    <a:pt x="32916" y="2184"/>
                    <a:pt x="32176" y="2184"/>
                  </a:cubicBezTo>
                  <a:cubicBezTo>
                    <a:pt x="31562" y="2184"/>
                    <a:pt x="30969" y="2484"/>
                    <a:pt x="30502" y="3037"/>
                  </a:cubicBezTo>
                  <a:cubicBezTo>
                    <a:pt x="30182" y="3404"/>
                    <a:pt x="29748" y="4111"/>
                    <a:pt x="29615" y="5304"/>
                  </a:cubicBezTo>
                  <a:cubicBezTo>
                    <a:pt x="29115" y="3971"/>
                    <a:pt x="28341" y="2284"/>
                    <a:pt x="27294" y="1263"/>
                  </a:cubicBezTo>
                  <a:cubicBezTo>
                    <a:pt x="26377" y="364"/>
                    <a:pt x="25485" y="1"/>
                    <a:pt x="2479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8" name="Google Shape;1911;p36"/>
            <p:cNvSpPr/>
            <p:nvPr/>
          </p:nvSpPr>
          <p:spPr>
            <a:xfrm>
              <a:off x="1128978" y="1282624"/>
              <a:ext cx="1642482" cy="2659779"/>
            </a:xfrm>
            <a:custGeom>
              <a:avLst/>
              <a:gdLst/>
              <a:ahLst/>
              <a:cxnLst/>
              <a:rect l="l" t="t" r="r" b="b"/>
              <a:pathLst>
                <a:path w="58723" h="95094" extrusionOk="0">
                  <a:moveTo>
                    <a:pt x="24797" y="0"/>
                  </a:moveTo>
                  <a:cubicBezTo>
                    <a:pt x="24005" y="0"/>
                    <a:pt x="23542" y="573"/>
                    <a:pt x="23847" y="1542"/>
                  </a:cubicBezTo>
                  <a:cubicBezTo>
                    <a:pt x="24400" y="3282"/>
                    <a:pt x="27508" y="4569"/>
                    <a:pt x="28428" y="7137"/>
                  </a:cubicBezTo>
                  <a:cubicBezTo>
                    <a:pt x="28342" y="7111"/>
                    <a:pt x="26935" y="6697"/>
                    <a:pt x="24817" y="6697"/>
                  </a:cubicBezTo>
                  <a:cubicBezTo>
                    <a:pt x="21522" y="6697"/>
                    <a:pt x="16505" y="7699"/>
                    <a:pt x="12064" y="12725"/>
                  </a:cubicBezTo>
                  <a:cubicBezTo>
                    <a:pt x="4768" y="20987"/>
                    <a:pt x="8536" y="35277"/>
                    <a:pt x="9129" y="41152"/>
                  </a:cubicBezTo>
                  <a:cubicBezTo>
                    <a:pt x="9723" y="47027"/>
                    <a:pt x="10577" y="50615"/>
                    <a:pt x="7629" y="55843"/>
                  </a:cubicBezTo>
                  <a:cubicBezTo>
                    <a:pt x="4675" y="61064"/>
                    <a:pt x="0" y="67026"/>
                    <a:pt x="2934" y="78302"/>
                  </a:cubicBezTo>
                  <a:cubicBezTo>
                    <a:pt x="2934" y="78302"/>
                    <a:pt x="2388" y="69927"/>
                    <a:pt x="7429" y="65085"/>
                  </a:cubicBezTo>
                  <a:lnTo>
                    <a:pt x="7429" y="65085"/>
                  </a:lnTo>
                  <a:cubicBezTo>
                    <a:pt x="7429" y="65086"/>
                    <a:pt x="3762" y="71601"/>
                    <a:pt x="7429" y="81423"/>
                  </a:cubicBezTo>
                  <a:cubicBezTo>
                    <a:pt x="11097" y="91239"/>
                    <a:pt x="16892" y="95000"/>
                    <a:pt x="30682" y="95093"/>
                  </a:cubicBezTo>
                  <a:cubicBezTo>
                    <a:pt x="30746" y="95094"/>
                    <a:pt x="30810" y="95094"/>
                    <a:pt x="30874" y="95094"/>
                  </a:cubicBezTo>
                  <a:cubicBezTo>
                    <a:pt x="41889" y="95094"/>
                    <a:pt x="55401" y="88826"/>
                    <a:pt x="58723" y="75201"/>
                  </a:cubicBezTo>
                  <a:cubicBezTo>
                    <a:pt x="54188" y="69900"/>
                    <a:pt x="50114" y="69947"/>
                    <a:pt x="47820" y="69246"/>
                  </a:cubicBezTo>
                  <a:cubicBezTo>
                    <a:pt x="45306" y="68460"/>
                    <a:pt x="47807" y="62698"/>
                    <a:pt x="40711" y="60164"/>
                  </a:cubicBezTo>
                  <a:cubicBezTo>
                    <a:pt x="36734" y="58744"/>
                    <a:pt x="29168" y="58291"/>
                    <a:pt x="22643" y="58291"/>
                  </a:cubicBezTo>
                  <a:cubicBezTo>
                    <a:pt x="17528" y="58291"/>
                    <a:pt x="13053" y="58569"/>
                    <a:pt x="11450" y="58877"/>
                  </a:cubicBezTo>
                  <a:cubicBezTo>
                    <a:pt x="11034" y="58957"/>
                    <a:pt x="10706" y="58996"/>
                    <a:pt x="10453" y="58996"/>
                  </a:cubicBezTo>
                  <a:cubicBezTo>
                    <a:pt x="8500" y="58996"/>
                    <a:pt x="11071" y="56689"/>
                    <a:pt x="12064" y="53536"/>
                  </a:cubicBezTo>
                  <a:cubicBezTo>
                    <a:pt x="13177" y="49981"/>
                    <a:pt x="10230" y="36651"/>
                    <a:pt x="9770" y="33017"/>
                  </a:cubicBezTo>
                  <a:cubicBezTo>
                    <a:pt x="9310" y="29383"/>
                    <a:pt x="8443" y="22614"/>
                    <a:pt x="13811" y="14445"/>
                  </a:cubicBezTo>
                  <a:cubicBezTo>
                    <a:pt x="17143" y="9375"/>
                    <a:pt x="20868" y="8520"/>
                    <a:pt x="24139" y="8520"/>
                  </a:cubicBezTo>
                  <a:cubicBezTo>
                    <a:pt x="25802" y="8520"/>
                    <a:pt x="27348" y="8741"/>
                    <a:pt x="28665" y="8741"/>
                  </a:cubicBezTo>
                  <a:cubicBezTo>
                    <a:pt x="28931" y="8741"/>
                    <a:pt x="29188" y="8732"/>
                    <a:pt x="29435" y="8710"/>
                  </a:cubicBezTo>
                  <a:cubicBezTo>
                    <a:pt x="33303" y="8370"/>
                    <a:pt x="41351" y="7183"/>
                    <a:pt x="41351" y="7183"/>
                  </a:cubicBezTo>
                  <a:cubicBezTo>
                    <a:pt x="39881" y="6938"/>
                    <a:pt x="38271" y="6809"/>
                    <a:pt x="36509" y="6809"/>
                  </a:cubicBezTo>
                  <a:cubicBezTo>
                    <a:pt x="34915" y="6809"/>
                    <a:pt x="33195" y="6915"/>
                    <a:pt x="31342" y="7137"/>
                  </a:cubicBezTo>
                  <a:cubicBezTo>
                    <a:pt x="31342" y="7137"/>
                    <a:pt x="30969" y="5850"/>
                    <a:pt x="32176" y="4476"/>
                  </a:cubicBezTo>
                  <a:cubicBezTo>
                    <a:pt x="33383" y="3102"/>
                    <a:pt x="33443" y="2182"/>
                    <a:pt x="32176" y="2182"/>
                  </a:cubicBezTo>
                  <a:cubicBezTo>
                    <a:pt x="30909" y="2182"/>
                    <a:pt x="29442" y="3742"/>
                    <a:pt x="29982" y="7130"/>
                  </a:cubicBezTo>
                  <a:cubicBezTo>
                    <a:pt x="29928" y="6877"/>
                    <a:pt x="28961" y="3009"/>
                    <a:pt x="27094" y="1175"/>
                  </a:cubicBezTo>
                  <a:cubicBezTo>
                    <a:pt x="26267" y="363"/>
                    <a:pt x="25428" y="0"/>
                    <a:pt x="24797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9" name="Google Shape;1912;p36"/>
            <p:cNvSpPr/>
            <p:nvPr/>
          </p:nvSpPr>
          <p:spPr>
            <a:xfrm>
              <a:off x="1366779" y="1871476"/>
              <a:ext cx="16642" cy="275141"/>
            </a:xfrm>
            <a:custGeom>
              <a:avLst/>
              <a:gdLst/>
              <a:ahLst/>
              <a:cxnLst/>
              <a:rect l="l" t="t" r="r" b="b"/>
              <a:pathLst>
                <a:path w="595" h="9837" extrusionOk="0">
                  <a:moveTo>
                    <a:pt x="361" y="1"/>
                  </a:moveTo>
                  <a:lnTo>
                    <a:pt x="361" y="1"/>
                  </a:lnTo>
                  <a:cubicBezTo>
                    <a:pt x="107" y="1634"/>
                    <a:pt x="1" y="3282"/>
                    <a:pt x="54" y="4929"/>
                  </a:cubicBezTo>
                  <a:cubicBezTo>
                    <a:pt x="81" y="6576"/>
                    <a:pt x="261" y="8223"/>
                    <a:pt x="594" y="9837"/>
                  </a:cubicBezTo>
                  <a:cubicBezTo>
                    <a:pt x="474" y="8196"/>
                    <a:pt x="387" y="6556"/>
                    <a:pt x="341" y="4922"/>
                  </a:cubicBezTo>
                  <a:cubicBezTo>
                    <a:pt x="301" y="3288"/>
                    <a:pt x="327" y="1648"/>
                    <a:pt x="3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0" name="Google Shape;1913;p36"/>
            <p:cNvSpPr/>
            <p:nvPr/>
          </p:nvSpPr>
          <p:spPr>
            <a:xfrm>
              <a:off x="1390666" y="1769833"/>
              <a:ext cx="20530" cy="65674"/>
            </a:xfrm>
            <a:custGeom>
              <a:avLst/>
              <a:gdLst/>
              <a:ahLst/>
              <a:cxnLst/>
              <a:rect l="l" t="t" r="r" b="b"/>
              <a:pathLst>
                <a:path w="734" h="2348" extrusionOk="0">
                  <a:moveTo>
                    <a:pt x="734" y="0"/>
                  </a:moveTo>
                  <a:lnTo>
                    <a:pt x="734" y="0"/>
                  </a:lnTo>
                  <a:cubicBezTo>
                    <a:pt x="467" y="327"/>
                    <a:pt x="274" y="701"/>
                    <a:pt x="154" y="1101"/>
                  </a:cubicBezTo>
                  <a:cubicBezTo>
                    <a:pt x="34" y="1507"/>
                    <a:pt x="0" y="1928"/>
                    <a:pt x="47" y="2348"/>
                  </a:cubicBezTo>
                  <a:cubicBezTo>
                    <a:pt x="200" y="1968"/>
                    <a:pt x="334" y="1581"/>
                    <a:pt x="440" y="1187"/>
                  </a:cubicBezTo>
                  <a:cubicBezTo>
                    <a:pt x="560" y="801"/>
                    <a:pt x="654" y="400"/>
                    <a:pt x="7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1" name="Google Shape;1914;p36"/>
            <p:cNvSpPr/>
            <p:nvPr/>
          </p:nvSpPr>
          <p:spPr>
            <a:xfrm>
              <a:off x="1433544" y="1525319"/>
              <a:ext cx="255198" cy="231116"/>
            </a:xfrm>
            <a:custGeom>
              <a:avLst/>
              <a:gdLst/>
              <a:ahLst/>
              <a:cxnLst/>
              <a:rect l="l" t="t" r="r" b="b"/>
              <a:pathLst>
                <a:path w="9124" h="8263" extrusionOk="0">
                  <a:moveTo>
                    <a:pt x="9123" y="0"/>
                  </a:moveTo>
                  <a:lnTo>
                    <a:pt x="9123" y="0"/>
                  </a:lnTo>
                  <a:cubicBezTo>
                    <a:pt x="7170" y="767"/>
                    <a:pt x="5242" y="1761"/>
                    <a:pt x="3615" y="3121"/>
                  </a:cubicBezTo>
                  <a:cubicBezTo>
                    <a:pt x="1988" y="4475"/>
                    <a:pt x="614" y="6228"/>
                    <a:pt x="1" y="8262"/>
                  </a:cubicBezTo>
                  <a:cubicBezTo>
                    <a:pt x="834" y="6322"/>
                    <a:pt x="2195" y="4681"/>
                    <a:pt x="3809" y="3341"/>
                  </a:cubicBezTo>
                  <a:cubicBezTo>
                    <a:pt x="5416" y="2001"/>
                    <a:pt x="7256" y="974"/>
                    <a:pt x="91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2" name="Google Shape;1915;p36"/>
            <p:cNvSpPr/>
            <p:nvPr/>
          </p:nvSpPr>
          <p:spPr>
            <a:xfrm>
              <a:off x="1747843" y="1495391"/>
              <a:ext cx="191762" cy="30879"/>
            </a:xfrm>
            <a:custGeom>
              <a:avLst/>
              <a:gdLst/>
              <a:ahLst/>
              <a:cxnLst/>
              <a:rect l="l" t="t" r="r" b="b"/>
              <a:pathLst>
                <a:path w="6856" h="1104" extrusionOk="0">
                  <a:moveTo>
                    <a:pt x="4657" y="0"/>
                  </a:moveTo>
                  <a:cubicBezTo>
                    <a:pt x="4216" y="0"/>
                    <a:pt x="3775" y="19"/>
                    <a:pt x="3335" y="56"/>
                  </a:cubicBezTo>
                  <a:cubicBezTo>
                    <a:pt x="2741" y="83"/>
                    <a:pt x="2154" y="163"/>
                    <a:pt x="1581" y="303"/>
                  </a:cubicBezTo>
                  <a:cubicBezTo>
                    <a:pt x="1007" y="457"/>
                    <a:pt x="440" y="703"/>
                    <a:pt x="0" y="1103"/>
                  </a:cubicBezTo>
                  <a:cubicBezTo>
                    <a:pt x="1021" y="497"/>
                    <a:pt x="2201" y="437"/>
                    <a:pt x="3355" y="343"/>
                  </a:cubicBezTo>
                  <a:cubicBezTo>
                    <a:pt x="4515" y="256"/>
                    <a:pt x="5682" y="210"/>
                    <a:pt x="6855" y="156"/>
                  </a:cubicBezTo>
                  <a:cubicBezTo>
                    <a:pt x="6126" y="52"/>
                    <a:pt x="5392" y="0"/>
                    <a:pt x="465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3" name="Google Shape;1916;p36"/>
            <p:cNvSpPr/>
            <p:nvPr/>
          </p:nvSpPr>
          <p:spPr>
            <a:xfrm>
              <a:off x="1820005" y="1306566"/>
              <a:ext cx="69785" cy="71240"/>
            </a:xfrm>
            <a:custGeom>
              <a:avLst/>
              <a:gdLst/>
              <a:ahLst/>
              <a:cxnLst/>
              <a:rect l="l" t="t" r="r" b="b"/>
              <a:pathLst>
                <a:path w="2495" h="2547" extrusionOk="0">
                  <a:moveTo>
                    <a:pt x="306" y="0"/>
                  </a:moveTo>
                  <a:cubicBezTo>
                    <a:pt x="232" y="0"/>
                    <a:pt x="163" y="68"/>
                    <a:pt x="134" y="126"/>
                  </a:cubicBezTo>
                  <a:cubicBezTo>
                    <a:pt x="81" y="206"/>
                    <a:pt x="48" y="286"/>
                    <a:pt x="34" y="379"/>
                  </a:cubicBezTo>
                  <a:cubicBezTo>
                    <a:pt x="1" y="552"/>
                    <a:pt x="21" y="739"/>
                    <a:pt x="88" y="906"/>
                  </a:cubicBezTo>
                  <a:cubicBezTo>
                    <a:pt x="208" y="1226"/>
                    <a:pt x="421" y="1513"/>
                    <a:pt x="695" y="1726"/>
                  </a:cubicBezTo>
                  <a:cubicBezTo>
                    <a:pt x="1221" y="2146"/>
                    <a:pt x="1841" y="2453"/>
                    <a:pt x="2495" y="2546"/>
                  </a:cubicBezTo>
                  <a:cubicBezTo>
                    <a:pt x="1921" y="2253"/>
                    <a:pt x="1388" y="1899"/>
                    <a:pt x="888" y="1506"/>
                  </a:cubicBezTo>
                  <a:cubicBezTo>
                    <a:pt x="641" y="1319"/>
                    <a:pt x="441" y="1079"/>
                    <a:pt x="294" y="813"/>
                  </a:cubicBezTo>
                  <a:cubicBezTo>
                    <a:pt x="214" y="679"/>
                    <a:pt x="174" y="532"/>
                    <a:pt x="174" y="386"/>
                  </a:cubicBezTo>
                  <a:cubicBezTo>
                    <a:pt x="174" y="312"/>
                    <a:pt x="181" y="232"/>
                    <a:pt x="201" y="159"/>
                  </a:cubicBezTo>
                  <a:cubicBezTo>
                    <a:pt x="221" y="92"/>
                    <a:pt x="254" y="12"/>
                    <a:pt x="341" y="6"/>
                  </a:cubicBezTo>
                  <a:cubicBezTo>
                    <a:pt x="329" y="2"/>
                    <a:pt x="318" y="0"/>
                    <a:pt x="30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4" name="Google Shape;1917;p36"/>
            <p:cNvSpPr/>
            <p:nvPr/>
          </p:nvSpPr>
          <p:spPr>
            <a:xfrm>
              <a:off x="1983042" y="1367345"/>
              <a:ext cx="40109" cy="84497"/>
            </a:xfrm>
            <a:custGeom>
              <a:avLst/>
              <a:gdLst/>
              <a:ahLst/>
              <a:cxnLst/>
              <a:rect l="l" t="t" r="r" b="b"/>
              <a:pathLst>
                <a:path w="1434" h="3021" extrusionOk="0">
                  <a:moveTo>
                    <a:pt x="1233" y="0"/>
                  </a:moveTo>
                  <a:cubicBezTo>
                    <a:pt x="1141" y="0"/>
                    <a:pt x="1051" y="29"/>
                    <a:pt x="974" y="87"/>
                  </a:cubicBezTo>
                  <a:cubicBezTo>
                    <a:pt x="840" y="180"/>
                    <a:pt x="727" y="293"/>
                    <a:pt x="640" y="420"/>
                  </a:cubicBezTo>
                  <a:cubicBezTo>
                    <a:pt x="467" y="673"/>
                    <a:pt x="334" y="940"/>
                    <a:pt x="234" y="1227"/>
                  </a:cubicBezTo>
                  <a:cubicBezTo>
                    <a:pt x="20" y="1807"/>
                    <a:pt x="0" y="2434"/>
                    <a:pt x="167" y="3021"/>
                  </a:cubicBezTo>
                  <a:cubicBezTo>
                    <a:pt x="207" y="2441"/>
                    <a:pt x="327" y="1874"/>
                    <a:pt x="507" y="1320"/>
                  </a:cubicBezTo>
                  <a:cubicBezTo>
                    <a:pt x="594" y="1053"/>
                    <a:pt x="707" y="787"/>
                    <a:pt x="840" y="540"/>
                  </a:cubicBezTo>
                  <a:cubicBezTo>
                    <a:pt x="900" y="413"/>
                    <a:pt x="974" y="300"/>
                    <a:pt x="1067" y="200"/>
                  </a:cubicBezTo>
                  <a:cubicBezTo>
                    <a:pt x="1145" y="98"/>
                    <a:pt x="1266" y="45"/>
                    <a:pt x="1392" y="45"/>
                  </a:cubicBezTo>
                  <a:cubicBezTo>
                    <a:pt x="1406" y="45"/>
                    <a:pt x="1420" y="45"/>
                    <a:pt x="1434" y="47"/>
                  </a:cubicBezTo>
                  <a:cubicBezTo>
                    <a:pt x="1369" y="16"/>
                    <a:pt x="1301" y="0"/>
                    <a:pt x="123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5" name="Google Shape;1918;p36"/>
            <p:cNvSpPr/>
            <p:nvPr/>
          </p:nvSpPr>
          <p:spPr>
            <a:xfrm>
              <a:off x="1302448" y="2802933"/>
              <a:ext cx="99797" cy="208572"/>
            </a:xfrm>
            <a:custGeom>
              <a:avLst/>
              <a:gdLst/>
              <a:ahLst/>
              <a:cxnLst/>
              <a:rect l="l" t="t" r="r" b="b"/>
              <a:pathLst>
                <a:path w="3568" h="7457" extrusionOk="0">
                  <a:moveTo>
                    <a:pt x="3568" y="1"/>
                  </a:moveTo>
                  <a:lnTo>
                    <a:pt x="3568" y="1"/>
                  </a:lnTo>
                  <a:cubicBezTo>
                    <a:pt x="3054" y="1301"/>
                    <a:pt x="2207" y="2395"/>
                    <a:pt x="1440" y="3562"/>
                  </a:cubicBezTo>
                  <a:cubicBezTo>
                    <a:pt x="1054" y="4142"/>
                    <a:pt x="714" y="4762"/>
                    <a:pt x="433" y="5402"/>
                  </a:cubicBezTo>
                  <a:cubicBezTo>
                    <a:pt x="153" y="6049"/>
                    <a:pt x="7" y="6749"/>
                    <a:pt x="0" y="7456"/>
                  </a:cubicBezTo>
                  <a:cubicBezTo>
                    <a:pt x="220" y="6062"/>
                    <a:pt x="934" y="4869"/>
                    <a:pt x="1680" y="3715"/>
                  </a:cubicBezTo>
                  <a:cubicBezTo>
                    <a:pt x="2067" y="3135"/>
                    <a:pt x="2447" y="2562"/>
                    <a:pt x="2794" y="1941"/>
                  </a:cubicBezTo>
                  <a:cubicBezTo>
                    <a:pt x="3148" y="1335"/>
                    <a:pt x="3408" y="681"/>
                    <a:pt x="356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6" name="Google Shape;1919;p36"/>
            <p:cNvSpPr/>
            <p:nvPr/>
          </p:nvSpPr>
          <p:spPr>
            <a:xfrm>
              <a:off x="1418832" y="2634330"/>
              <a:ext cx="17369" cy="144018"/>
            </a:xfrm>
            <a:custGeom>
              <a:avLst/>
              <a:gdLst/>
              <a:ahLst/>
              <a:cxnLst/>
              <a:rect l="l" t="t" r="r" b="b"/>
              <a:pathLst>
                <a:path w="621" h="5149" extrusionOk="0">
                  <a:moveTo>
                    <a:pt x="407" y="1"/>
                  </a:moveTo>
                  <a:cubicBezTo>
                    <a:pt x="347" y="867"/>
                    <a:pt x="307" y="1728"/>
                    <a:pt x="247" y="2581"/>
                  </a:cubicBezTo>
                  <a:cubicBezTo>
                    <a:pt x="194" y="3428"/>
                    <a:pt x="80" y="4282"/>
                    <a:pt x="0" y="5149"/>
                  </a:cubicBezTo>
                  <a:cubicBezTo>
                    <a:pt x="294" y="4322"/>
                    <a:pt x="480" y="3468"/>
                    <a:pt x="540" y="2595"/>
                  </a:cubicBezTo>
                  <a:cubicBezTo>
                    <a:pt x="620" y="1728"/>
                    <a:pt x="574" y="854"/>
                    <a:pt x="40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" name="Google Shape;1920;p36"/>
            <p:cNvSpPr/>
            <p:nvPr/>
          </p:nvSpPr>
          <p:spPr>
            <a:xfrm>
              <a:off x="2207418" y="2891150"/>
              <a:ext cx="23523" cy="76694"/>
            </a:xfrm>
            <a:custGeom>
              <a:avLst/>
              <a:gdLst/>
              <a:ahLst/>
              <a:cxnLst/>
              <a:rect l="l" t="t" r="r" b="b"/>
              <a:pathLst>
                <a:path w="841" h="2742" extrusionOk="0">
                  <a:moveTo>
                    <a:pt x="280" y="1"/>
                  </a:moveTo>
                  <a:cubicBezTo>
                    <a:pt x="87" y="474"/>
                    <a:pt x="0" y="988"/>
                    <a:pt x="20" y="1508"/>
                  </a:cubicBezTo>
                  <a:cubicBezTo>
                    <a:pt x="27" y="1775"/>
                    <a:pt x="87" y="2042"/>
                    <a:pt x="207" y="2282"/>
                  </a:cubicBezTo>
                  <a:cubicBezTo>
                    <a:pt x="320" y="2522"/>
                    <a:pt x="574" y="2742"/>
                    <a:pt x="841" y="2742"/>
                  </a:cubicBezTo>
                  <a:cubicBezTo>
                    <a:pt x="627" y="2622"/>
                    <a:pt x="474" y="2422"/>
                    <a:pt x="414" y="2188"/>
                  </a:cubicBezTo>
                  <a:cubicBezTo>
                    <a:pt x="347" y="1962"/>
                    <a:pt x="307" y="1728"/>
                    <a:pt x="307" y="1488"/>
                  </a:cubicBezTo>
                  <a:cubicBezTo>
                    <a:pt x="287" y="1008"/>
                    <a:pt x="307" y="508"/>
                    <a:pt x="2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" name="Google Shape;1921;p36"/>
            <p:cNvSpPr/>
            <p:nvPr/>
          </p:nvSpPr>
          <p:spPr>
            <a:xfrm>
              <a:off x="2250883" y="2779998"/>
              <a:ext cx="301433" cy="111572"/>
            </a:xfrm>
            <a:custGeom>
              <a:avLst/>
              <a:gdLst/>
              <a:ahLst/>
              <a:cxnLst/>
              <a:rect l="l" t="t" r="r" b="b"/>
              <a:pathLst>
                <a:path w="10777" h="3989" extrusionOk="0">
                  <a:moveTo>
                    <a:pt x="10776" y="1"/>
                  </a:moveTo>
                  <a:cubicBezTo>
                    <a:pt x="9189" y="1114"/>
                    <a:pt x="7462" y="2014"/>
                    <a:pt x="5642" y="2688"/>
                  </a:cubicBezTo>
                  <a:cubicBezTo>
                    <a:pt x="3828" y="3361"/>
                    <a:pt x="1927" y="3795"/>
                    <a:pt x="0" y="3988"/>
                  </a:cubicBezTo>
                  <a:cubicBezTo>
                    <a:pt x="36" y="3989"/>
                    <a:pt x="71" y="3989"/>
                    <a:pt x="107" y="3989"/>
                  </a:cubicBezTo>
                  <a:cubicBezTo>
                    <a:pt x="2031" y="3989"/>
                    <a:pt x="3941" y="3636"/>
                    <a:pt x="5742" y="2961"/>
                  </a:cubicBezTo>
                  <a:cubicBezTo>
                    <a:pt x="7582" y="2281"/>
                    <a:pt x="9309" y="1294"/>
                    <a:pt x="1077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9" name="Google Shape;1922;p36"/>
            <p:cNvSpPr/>
            <p:nvPr/>
          </p:nvSpPr>
          <p:spPr>
            <a:xfrm>
              <a:off x="2569629" y="2704283"/>
              <a:ext cx="44780" cy="54486"/>
            </a:xfrm>
            <a:custGeom>
              <a:avLst/>
              <a:gdLst/>
              <a:ahLst/>
              <a:cxnLst/>
              <a:rect l="l" t="t" r="r" b="b"/>
              <a:pathLst>
                <a:path w="1601" h="1948" extrusionOk="0">
                  <a:moveTo>
                    <a:pt x="1601" y="0"/>
                  </a:moveTo>
                  <a:cubicBezTo>
                    <a:pt x="921" y="514"/>
                    <a:pt x="367" y="1181"/>
                    <a:pt x="1" y="1947"/>
                  </a:cubicBezTo>
                  <a:cubicBezTo>
                    <a:pt x="341" y="1694"/>
                    <a:pt x="647" y="1394"/>
                    <a:pt x="907" y="1061"/>
                  </a:cubicBezTo>
                  <a:cubicBezTo>
                    <a:pt x="1187" y="740"/>
                    <a:pt x="1414" y="387"/>
                    <a:pt x="16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" name="Google Shape;1923;p36"/>
            <p:cNvSpPr/>
            <p:nvPr/>
          </p:nvSpPr>
          <p:spPr>
            <a:xfrm>
              <a:off x="2299915" y="3009044"/>
              <a:ext cx="125557" cy="160240"/>
            </a:xfrm>
            <a:custGeom>
              <a:avLst/>
              <a:gdLst/>
              <a:ahLst/>
              <a:cxnLst/>
              <a:rect l="l" t="t" r="r" b="b"/>
              <a:pathLst>
                <a:path w="4489" h="5729" extrusionOk="0">
                  <a:moveTo>
                    <a:pt x="1" y="0"/>
                  </a:moveTo>
                  <a:cubicBezTo>
                    <a:pt x="968" y="821"/>
                    <a:pt x="1941" y="1621"/>
                    <a:pt x="2875" y="2461"/>
                  </a:cubicBezTo>
                  <a:cubicBezTo>
                    <a:pt x="3108" y="2661"/>
                    <a:pt x="3315" y="2881"/>
                    <a:pt x="3509" y="3128"/>
                  </a:cubicBezTo>
                  <a:cubicBezTo>
                    <a:pt x="3695" y="3368"/>
                    <a:pt x="3849" y="3635"/>
                    <a:pt x="3969" y="3921"/>
                  </a:cubicBezTo>
                  <a:cubicBezTo>
                    <a:pt x="4209" y="4488"/>
                    <a:pt x="4342" y="5108"/>
                    <a:pt x="4489" y="5729"/>
                  </a:cubicBezTo>
                  <a:cubicBezTo>
                    <a:pt x="4455" y="5095"/>
                    <a:pt x="4389" y="4455"/>
                    <a:pt x="4182" y="3835"/>
                  </a:cubicBezTo>
                  <a:cubicBezTo>
                    <a:pt x="4075" y="3521"/>
                    <a:pt x="3922" y="3228"/>
                    <a:pt x="3735" y="2961"/>
                  </a:cubicBezTo>
                  <a:cubicBezTo>
                    <a:pt x="3535" y="2701"/>
                    <a:pt x="3315" y="2461"/>
                    <a:pt x="3075" y="2241"/>
                  </a:cubicBezTo>
                  <a:cubicBezTo>
                    <a:pt x="2128" y="1394"/>
                    <a:pt x="1095" y="641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" name="Google Shape;1924;p36"/>
            <p:cNvSpPr/>
            <p:nvPr/>
          </p:nvSpPr>
          <p:spPr>
            <a:xfrm>
              <a:off x="2378650" y="3041685"/>
              <a:ext cx="71631" cy="141221"/>
            </a:xfrm>
            <a:custGeom>
              <a:avLst/>
              <a:gdLst/>
              <a:ahLst/>
              <a:cxnLst/>
              <a:rect l="l" t="t" r="r" b="b"/>
              <a:pathLst>
                <a:path w="2561" h="5049" extrusionOk="0">
                  <a:moveTo>
                    <a:pt x="0" y="0"/>
                  </a:moveTo>
                  <a:lnTo>
                    <a:pt x="0" y="0"/>
                  </a:lnTo>
                  <a:cubicBezTo>
                    <a:pt x="807" y="561"/>
                    <a:pt x="1354" y="1374"/>
                    <a:pt x="1727" y="2261"/>
                  </a:cubicBezTo>
                  <a:cubicBezTo>
                    <a:pt x="2101" y="3141"/>
                    <a:pt x="2287" y="4102"/>
                    <a:pt x="2561" y="5048"/>
                  </a:cubicBezTo>
                  <a:cubicBezTo>
                    <a:pt x="2521" y="4068"/>
                    <a:pt x="2374" y="3075"/>
                    <a:pt x="1994" y="2141"/>
                  </a:cubicBezTo>
                  <a:cubicBezTo>
                    <a:pt x="1800" y="1674"/>
                    <a:pt x="1540" y="1247"/>
                    <a:pt x="1207" y="867"/>
                  </a:cubicBezTo>
                  <a:cubicBezTo>
                    <a:pt x="880" y="487"/>
                    <a:pt x="467" y="187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" name="Google Shape;1925;p36"/>
            <p:cNvSpPr/>
            <p:nvPr/>
          </p:nvSpPr>
          <p:spPr>
            <a:xfrm>
              <a:off x="1404455" y="2011354"/>
              <a:ext cx="21677" cy="142535"/>
            </a:xfrm>
            <a:custGeom>
              <a:avLst/>
              <a:gdLst/>
              <a:ahLst/>
              <a:cxnLst/>
              <a:rect l="l" t="t" r="r" b="b"/>
              <a:pathLst>
                <a:path w="775" h="5096" extrusionOk="0">
                  <a:moveTo>
                    <a:pt x="374" y="1"/>
                  </a:moveTo>
                  <a:cubicBezTo>
                    <a:pt x="1" y="1701"/>
                    <a:pt x="141" y="3475"/>
                    <a:pt x="774" y="5096"/>
                  </a:cubicBezTo>
                  <a:cubicBezTo>
                    <a:pt x="661" y="4249"/>
                    <a:pt x="547" y="3415"/>
                    <a:pt x="481" y="2562"/>
                  </a:cubicBezTo>
                  <a:cubicBezTo>
                    <a:pt x="414" y="1715"/>
                    <a:pt x="394" y="868"/>
                    <a:pt x="37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" name="Google Shape;1926;p36"/>
            <p:cNvSpPr/>
            <p:nvPr/>
          </p:nvSpPr>
          <p:spPr>
            <a:xfrm>
              <a:off x="1435614" y="2067881"/>
              <a:ext cx="24446" cy="97755"/>
            </a:xfrm>
            <a:custGeom>
              <a:avLst/>
              <a:gdLst/>
              <a:ahLst/>
              <a:cxnLst/>
              <a:rect l="l" t="t" r="r" b="b"/>
              <a:pathLst>
                <a:path w="874" h="3495" extrusionOk="0">
                  <a:moveTo>
                    <a:pt x="114" y="1"/>
                  </a:moveTo>
                  <a:lnTo>
                    <a:pt x="114" y="1"/>
                  </a:lnTo>
                  <a:cubicBezTo>
                    <a:pt x="0" y="601"/>
                    <a:pt x="14" y="1221"/>
                    <a:pt x="147" y="1814"/>
                  </a:cubicBezTo>
                  <a:cubicBezTo>
                    <a:pt x="267" y="2421"/>
                    <a:pt x="514" y="2988"/>
                    <a:pt x="874" y="3495"/>
                  </a:cubicBezTo>
                  <a:cubicBezTo>
                    <a:pt x="714" y="2901"/>
                    <a:pt x="567" y="2334"/>
                    <a:pt x="434" y="1761"/>
                  </a:cubicBezTo>
                  <a:cubicBezTo>
                    <a:pt x="300" y="1181"/>
                    <a:pt x="214" y="601"/>
                    <a:pt x="11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" name="Google Shape;1927;p36"/>
            <p:cNvSpPr/>
            <p:nvPr/>
          </p:nvSpPr>
          <p:spPr>
            <a:xfrm>
              <a:off x="1349802" y="2873445"/>
              <a:ext cx="66429" cy="103741"/>
            </a:xfrm>
            <a:custGeom>
              <a:avLst/>
              <a:gdLst/>
              <a:ahLst/>
              <a:cxnLst/>
              <a:rect l="l" t="t" r="r" b="b"/>
              <a:pathLst>
                <a:path w="2375" h="3709" extrusionOk="0">
                  <a:moveTo>
                    <a:pt x="2375" y="0"/>
                  </a:moveTo>
                  <a:lnTo>
                    <a:pt x="2375" y="0"/>
                  </a:lnTo>
                  <a:cubicBezTo>
                    <a:pt x="1655" y="301"/>
                    <a:pt x="1048" y="821"/>
                    <a:pt x="641" y="1488"/>
                  </a:cubicBezTo>
                  <a:cubicBezTo>
                    <a:pt x="234" y="2148"/>
                    <a:pt x="1" y="2941"/>
                    <a:pt x="67" y="3708"/>
                  </a:cubicBezTo>
                  <a:cubicBezTo>
                    <a:pt x="214" y="2975"/>
                    <a:pt x="494" y="2281"/>
                    <a:pt x="881" y="1648"/>
                  </a:cubicBezTo>
                  <a:cubicBezTo>
                    <a:pt x="1281" y="1014"/>
                    <a:pt x="1788" y="461"/>
                    <a:pt x="237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" name="Google Shape;1928;p36"/>
            <p:cNvSpPr/>
            <p:nvPr/>
          </p:nvSpPr>
          <p:spPr>
            <a:xfrm>
              <a:off x="1404259" y="2898451"/>
              <a:ext cx="28026" cy="44976"/>
            </a:xfrm>
            <a:custGeom>
              <a:avLst/>
              <a:gdLst/>
              <a:ahLst/>
              <a:cxnLst/>
              <a:rect l="l" t="t" r="r" b="b"/>
              <a:pathLst>
                <a:path w="1002" h="1608" extrusionOk="0">
                  <a:moveTo>
                    <a:pt x="1001" y="0"/>
                  </a:moveTo>
                  <a:lnTo>
                    <a:pt x="1001" y="0"/>
                  </a:lnTo>
                  <a:cubicBezTo>
                    <a:pt x="361" y="247"/>
                    <a:pt x="1" y="934"/>
                    <a:pt x="161" y="1607"/>
                  </a:cubicBezTo>
                  <a:cubicBezTo>
                    <a:pt x="274" y="1320"/>
                    <a:pt x="394" y="1047"/>
                    <a:pt x="534" y="780"/>
                  </a:cubicBezTo>
                  <a:cubicBezTo>
                    <a:pt x="668" y="520"/>
                    <a:pt x="828" y="287"/>
                    <a:pt x="10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" name="Google Shape;1929;p36"/>
            <p:cNvSpPr/>
            <p:nvPr/>
          </p:nvSpPr>
          <p:spPr>
            <a:xfrm>
              <a:off x="2716779" y="2683585"/>
              <a:ext cx="48920" cy="300118"/>
            </a:xfrm>
            <a:custGeom>
              <a:avLst/>
              <a:gdLst/>
              <a:ahLst/>
              <a:cxnLst/>
              <a:rect l="l" t="t" r="r" b="b"/>
              <a:pathLst>
                <a:path w="1749" h="10730" extrusionOk="0">
                  <a:moveTo>
                    <a:pt x="581" y="0"/>
                  </a:moveTo>
                  <a:lnTo>
                    <a:pt x="581" y="0"/>
                  </a:lnTo>
                  <a:cubicBezTo>
                    <a:pt x="188" y="1827"/>
                    <a:pt x="1" y="3688"/>
                    <a:pt x="21" y="5548"/>
                  </a:cubicBezTo>
                  <a:cubicBezTo>
                    <a:pt x="21" y="6475"/>
                    <a:pt x="108" y="7429"/>
                    <a:pt x="341" y="8336"/>
                  </a:cubicBezTo>
                  <a:cubicBezTo>
                    <a:pt x="574" y="9242"/>
                    <a:pt x="1035" y="10129"/>
                    <a:pt x="1748" y="10730"/>
                  </a:cubicBezTo>
                  <a:cubicBezTo>
                    <a:pt x="1115" y="10043"/>
                    <a:pt x="754" y="9176"/>
                    <a:pt x="554" y="8289"/>
                  </a:cubicBezTo>
                  <a:cubicBezTo>
                    <a:pt x="354" y="7395"/>
                    <a:pt x="314" y="6468"/>
                    <a:pt x="308" y="5555"/>
                  </a:cubicBezTo>
                  <a:cubicBezTo>
                    <a:pt x="301" y="3701"/>
                    <a:pt x="414" y="1854"/>
                    <a:pt x="58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" name="Google Shape;1930;p36"/>
            <p:cNvSpPr/>
            <p:nvPr/>
          </p:nvSpPr>
          <p:spPr>
            <a:xfrm>
              <a:off x="1761828" y="1725249"/>
              <a:ext cx="63072" cy="86959"/>
            </a:xfrm>
            <a:custGeom>
              <a:avLst/>
              <a:gdLst/>
              <a:ahLst/>
              <a:cxnLst/>
              <a:rect l="l" t="t" r="r" b="b"/>
              <a:pathLst>
                <a:path w="2255" h="3109" extrusionOk="0">
                  <a:moveTo>
                    <a:pt x="2254" y="1"/>
                  </a:moveTo>
                  <a:lnTo>
                    <a:pt x="2254" y="1"/>
                  </a:lnTo>
                  <a:cubicBezTo>
                    <a:pt x="1694" y="347"/>
                    <a:pt x="1207" y="794"/>
                    <a:pt x="821" y="1328"/>
                  </a:cubicBezTo>
                  <a:cubicBezTo>
                    <a:pt x="427" y="1861"/>
                    <a:pt x="147" y="2461"/>
                    <a:pt x="0" y="3108"/>
                  </a:cubicBezTo>
                  <a:cubicBezTo>
                    <a:pt x="347" y="2555"/>
                    <a:pt x="681" y="2021"/>
                    <a:pt x="1054" y="1501"/>
                  </a:cubicBezTo>
                  <a:cubicBezTo>
                    <a:pt x="1434" y="988"/>
                    <a:pt x="1841" y="514"/>
                    <a:pt x="225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" name="Google Shape;1931;p36"/>
            <p:cNvSpPr/>
            <p:nvPr/>
          </p:nvSpPr>
          <p:spPr>
            <a:xfrm>
              <a:off x="1989000" y="1686650"/>
              <a:ext cx="9929" cy="83770"/>
            </a:xfrm>
            <a:custGeom>
              <a:avLst/>
              <a:gdLst/>
              <a:ahLst/>
              <a:cxnLst/>
              <a:rect l="l" t="t" r="r" b="b"/>
              <a:pathLst>
                <a:path w="355" h="2995" extrusionOk="0">
                  <a:moveTo>
                    <a:pt x="354" y="0"/>
                  </a:moveTo>
                  <a:cubicBezTo>
                    <a:pt x="141" y="467"/>
                    <a:pt x="27" y="974"/>
                    <a:pt x="21" y="1487"/>
                  </a:cubicBezTo>
                  <a:cubicBezTo>
                    <a:pt x="1" y="2001"/>
                    <a:pt x="87" y="2514"/>
                    <a:pt x="281" y="2994"/>
                  </a:cubicBezTo>
                  <a:cubicBezTo>
                    <a:pt x="301" y="2474"/>
                    <a:pt x="301" y="1987"/>
                    <a:pt x="314" y="1494"/>
                  </a:cubicBezTo>
                  <a:cubicBezTo>
                    <a:pt x="321" y="1001"/>
                    <a:pt x="354" y="507"/>
                    <a:pt x="35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" name="Google Shape;1932;p36"/>
            <p:cNvSpPr/>
            <p:nvPr/>
          </p:nvSpPr>
          <p:spPr>
            <a:xfrm>
              <a:off x="2264477" y="1666120"/>
              <a:ext cx="58038" cy="108775"/>
            </a:xfrm>
            <a:custGeom>
              <a:avLst/>
              <a:gdLst/>
              <a:ahLst/>
              <a:cxnLst/>
              <a:rect l="l" t="t" r="r" b="b"/>
              <a:pathLst>
                <a:path w="2075" h="3889" extrusionOk="0">
                  <a:moveTo>
                    <a:pt x="1" y="1"/>
                  </a:moveTo>
                  <a:lnTo>
                    <a:pt x="1" y="1"/>
                  </a:lnTo>
                  <a:cubicBezTo>
                    <a:pt x="274" y="267"/>
                    <a:pt x="448" y="574"/>
                    <a:pt x="588" y="908"/>
                  </a:cubicBezTo>
                  <a:cubicBezTo>
                    <a:pt x="734" y="1241"/>
                    <a:pt x="874" y="1594"/>
                    <a:pt x="1021" y="1928"/>
                  </a:cubicBezTo>
                  <a:cubicBezTo>
                    <a:pt x="1321" y="2601"/>
                    <a:pt x="1675" y="3262"/>
                    <a:pt x="2075" y="3888"/>
                  </a:cubicBezTo>
                  <a:cubicBezTo>
                    <a:pt x="1861" y="3175"/>
                    <a:pt x="1601" y="2481"/>
                    <a:pt x="1288" y="1808"/>
                  </a:cubicBezTo>
                  <a:cubicBezTo>
                    <a:pt x="1135" y="1468"/>
                    <a:pt x="981" y="1134"/>
                    <a:pt x="788" y="808"/>
                  </a:cubicBezTo>
                  <a:cubicBezTo>
                    <a:pt x="601" y="488"/>
                    <a:pt x="341" y="167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0" name="Google Shape;1933;p36"/>
            <p:cNvSpPr/>
            <p:nvPr/>
          </p:nvSpPr>
          <p:spPr>
            <a:xfrm>
              <a:off x="2532709" y="1709949"/>
              <a:ext cx="112663" cy="121278"/>
            </a:xfrm>
            <a:custGeom>
              <a:avLst/>
              <a:gdLst/>
              <a:ahLst/>
              <a:cxnLst/>
              <a:rect l="l" t="t" r="r" b="b"/>
              <a:pathLst>
                <a:path w="4028" h="4336" extrusionOk="0">
                  <a:moveTo>
                    <a:pt x="0" y="1"/>
                  </a:moveTo>
                  <a:lnTo>
                    <a:pt x="0" y="1"/>
                  </a:lnTo>
                  <a:cubicBezTo>
                    <a:pt x="894" y="474"/>
                    <a:pt x="1694" y="1088"/>
                    <a:pt x="2387" y="1821"/>
                  </a:cubicBezTo>
                  <a:cubicBezTo>
                    <a:pt x="3061" y="2561"/>
                    <a:pt x="3614" y="3415"/>
                    <a:pt x="4028" y="4335"/>
                  </a:cubicBezTo>
                  <a:cubicBezTo>
                    <a:pt x="3828" y="3328"/>
                    <a:pt x="3301" y="2388"/>
                    <a:pt x="2594" y="1628"/>
                  </a:cubicBezTo>
                  <a:cubicBezTo>
                    <a:pt x="1887" y="868"/>
                    <a:pt x="987" y="274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" name="Google Shape;1934;p36"/>
            <p:cNvSpPr/>
            <p:nvPr/>
          </p:nvSpPr>
          <p:spPr>
            <a:xfrm>
              <a:off x="1438578" y="1575665"/>
              <a:ext cx="268624" cy="362603"/>
            </a:xfrm>
            <a:custGeom>
              <a:avLst/>
              <a:gdLst/>
              <a:ahLst/>
              <a:cxnLst/>
              <a:rect l="l" t="t" r="r" b="b"/>
              <a:pathLst>
                <a:path w="9604" h="12964" extrusionOk="0">
                  <a:moveTo>
                    <a:pt x="9604" y="1"/>
                  </a:moveTo>
                  <a:cubicBezTo>
                    <a:pt x="8310" y="501"/>
                    <a:pt x="7123" y="1268"/>
                    <a:pt x="6069" y="2181"/>
                  </a:cubicBezTo>
                  <a:cubicBezTo>
                    <a:pt x="5022" y="3115"/>
                    <a:pt x="4109" y="4175"/>
                    <a:pt x="3335" y="5342"/>
                  </a:cubicBezTo>
                  <a:cubicBezTo>
                    <a:pt x="1795" y="7676"/>
                    <a:pt x="775" y="10303"/>
                    <a:pt x="1" y="12964"/>
                  </a:cubicBezTo>
                  <a:cubicBezTo>
                    <a:pt x="995" y="10377"/>
                    <a:pt x="2062" y="7796"/>
                    <a:pt x="3575" y="5509"/>
                  </a:cubicBezTo>
                  <a:cubicBezTo>
                    <a:pt x="5096" y="3228"/>
                    <a:pt x="7103" y="1214"/>
                    <a:pt x="960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" name="Google Shape;1935;p36"/>
            <p:cNvSpPr/>
            <p:nvPr/>
          </p:nvSpPr>
          <p:spPr>
            <a:xfrm>
              <a:off x="1840731" y="1642821"/>
              <a:ext cx="67548" cy="61394"/>
            </a:xfrm>
            <a:custGeom>
              <a:avLst/>
              <a:gdLst/>
              <a:ahLst/>
              <a:cxnLst/>
              <a:rect l="l" t="t" r="r" b="b"/>
              <a:pathLst>
                <a:path w="2415" h="2195" extrusionOk="0">
                  <a:moveTo>
                    <a:pt x="2414" y="0"/>
                  </a:moveTo>
                  <a:lnTo>
                    <a:pt x="2414" y="0"/>
                  </a:lnTo>
                  <a:cubicBezTo>
                    <a:pt x="1901" y="214"/>
                    <a:pt x="1427" y="514"/>
                    <a:pt x="1020" y="894"/>
                  </a:cubicBezTo>
                  <a:cubicBezTo>
                    <a:pt x="607" y="1260"/>
                    <a:pt x="260" y="1701"/>
                    <a:pt x="0" y="2194"/>
                  </a:cubicBezTo>
                  <a:cubicBezTo>
                    <a:pt x="434" y="1834"/>
                    <a:pt x="827" y="1474"/>
                    <a:pt x="1221" y="1107"/>
                  </a:cubicBezTo>
                  <a:cubicBezTo>
                    <a:pt x="1614" y="740"/>
                    <a:pt x="2021" y="400"/>
                    <a:pt x="24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" name="Google Shape;1936;p36"/>
            <p:cNvSpPr/>
            <p:nvPr/>
          </p:nvSpPr>
          <p:spPr>
            <a:xfrm>
              <a:off x="2222158" y="1575302"/>
              <a:ext cx="45535" cy="61954"/>
            </a:xfrm>
            <a:custGeom>
              <a:avLst/>
              <a:gdLst/>
              <a:ahLst/>
              <a:cxnLst/>
              <a:rect l="l" t="t" r="r" b="b"/>
              <a:pathLst>
                <a:path w="1628" h="2215" extrusionOk="0">
                  <a:moveTo>
                    <a:pt x="0" y="0"/>
                  </a:moveTo>
                  <a:lnTo>
                    <a:pt x="0" y="0"/>
                  </a:lnTo>
                  <a:cubicBezTo>
                    <a:pt x="387" y="840"/>
                    <a:pt x="940" y="1594"/>
                    <a:pt x="1627" y="2214"/>
                  </a:cubicBezTo>
                  <a:cubicBezTo>
                    <a:pt x="1254" y="1367"/>
                    <a:pt x="700" y="607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" name="Google Shape;1937;p36"/>
            <p:cNvSpPr/>
            <p:nvPr/>
          </p:nvSpPr>
          <p:spPr>
            <a:xfrm>
              <a:off x="2016411" y="1492119"/>
              <a:ext cx="173134" cy="16418"/>
            </a:xfrm>
            <a:custGeom>
              <a:avLst/>
              <a:gdLst/>
              <a:ahLst/>
              <a:cxnLst/>
              <a:rect l="l" t="t" r="r" b="b"/>
              <a:pathLst>
                <a:path w="6190" h="587" extrusionOk="0">
                  <a:moveTo>
                    <a:pt x="4340" y="1"/>
                  </a:moveTo>
                  <a:cubicBezTo>
                    <a:pt x="3917" y="1"/>
                    <a:pt x="3495" y="18"/>
                    <a:pt x="3075" y="53"/>
                  </a:cubicBezTo>
                  <a:cubicBezTo>
                    <a:pt x="2035" y="127"/>
                    <a:pt x="1001" y="307"/>
                    <a:pt x="1" y="587"/>
                  </a:cubicBezTo>
                  <a:cubicBezTo>
                    <a:pt x="1041" y="520"/>
                    <a:pt x="2075" y="427"/>
                    <a:pt x="3102" y="347"/>
                  </a:cubicBezTo>
                  <a:cubicBezTo>
                    <a:pt x="4122" y="260"/>
                    <a:pt x="5149" y="207"/>
                    <a:pt x="6189" y="113"/>
                  </a:cubicBezTo>
                  <a:cubicBezTo>
                    <a:pt x="5575" y="38"/>
                    <a:pt x="4957" y="1"/>
                    <a:pt x="434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" name="Google Shape;1938;p36"/>
            <p:cNvSpPr/>
            <p:nvPr/>
          </p:nvSpPr>
          <p:spPr>
            <a:xfrm>
              <a:off x="1758108" y="1541878"/>
              <a:ext cx="119376" cy="23187"/>
            </a:xfrm>
            <a:custGeom>
              <a:avLst/>
              <a:gdLst/>
              <a:ahLst/>
              <a:cxnLst/>
              <a:rect l="l" t="t" r="r" b="b"/>
              <a:pathLst>
                <a:path w="4268" h="829" extrusionOk="0">
                  <a:moveTo>
                    <a:pt x="2900" y="0"/>
                  </a:moveTo>
                  <a:cubicBezTo>
                    <a:pt x="2621" y="0"/>
                    <a:pt x="2342" y="23"/>
                    <a:pt x="2067" y="68"/>
                  </a:cubicBezTo>
                  <a:cubicBezTo>
                    <a:pt x="1327" y="175"/>
                    <a:pt x="627" y="428"/>
                    <a:pt x="0" y="828"/>
                  </a:cubicBezTo>
                  <a:cubicBezTo>
                    <a:pt x="687" y="628"/>
                    <a:pt x="1394" y="468"/>
                    <a:pt x="2107" y="362"/>
                  </a:cubicBezTo>
                  <a:cubicBezTo>
                    <a:pt x="2821" y="255"/>
                    <a:pt x="3541" y="202"/>
                    <a:pt x="4268" y="182"/>
                  </a:cubicBezTo>
                  <a:cubicBezTo>
                    <a:pt x="3820" y="61"/>
                    <a:pt x="3359" y="0"/>
                    <a:pt x="29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" name="Google Shape;1939;p36"/>
            <p:cNvSpPr/>
            <p:nvPr/>
          </p:nvSpPr>
          <p:spPr>
            <a:xfrm>
              <a:off x="2329031" y="1539109"/>
              <a:ext cx="217495" cy="98874"/>
            </a:xfrm>
            <a:custGeom>
              <a:avLst/>
              <a:gdLst/>
              <a:ahLst/>
              <a:cxnLst/>
              <a:rect l="l" t="t" r="r" b="b"/>
              <a:pathLst>
                <a:path w="7776" h="3535" extrusionOk="0">
                  <a:moveTo>
                    <a:pt x="0" y="1"/>
                  </a:moveTo>
                  <a:lnTo>
                    <a:pt x="0" y="1"/>
                  </a:lnTo>
                  <a:cubicBezTo>
                    <a:pt x="1374" y="461"/>
                    <a:pt x="2748" y="861"/>
                    <a:pt x="4075" y="1394"/>
                  </a:cubicBezTo>
                  <a:cubicBezTo>
                    <a:pt x="5402" y="1928"/>
                    <a:pt x="6669" y="2608"/>
                    <a:pt x="7776" y="3535"/>
                  </a:cubicBezTo>
                  <a:cubicBezTo>
                    <a:pt x="6815" y="2434"/>
                    <a:pt x="5522" y="1668"/>
                    <a:pt x="4181" y="1127"/>
                  </a:cubicBezTo>
                  <a:cubicBezTo>
                    <a:pt x="2834" y="594"/>
                    <a:pt x="1427" y="22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" name="Google Shape;1940;p36"/>
            <p:cNvSpPr/>
            <p:nvPr/>
          </p:nvSpPr>
          <p:spPr>
            <a:xfrm>
              <a:off x="2360917" y="2950475"/>
              <a:ext cx="176463" cy="290608"/>
            </a:xfrm>
            <a:custGeom>
              <a:avLst/>
              <a:gdLst/>
              <a:ahLst/>
              <a:cxnLst/>
              <a:rect l="l" t="t" r="r" b="b"/>
              <a:pathLst>
                <a:path w="6309" h="10390" extrusionOk="0">
                  <a:moveTo>
                    <a:pt x="1" y="1"/>
                  </a:moveTo>
                  <a:cubicBezTo>
                    <a:pt x="521" y="101"/>
                    <a:pt x="934" y="427"/>
                    <a:pt x="1294" y="794"/>
                  </a:cubicBezTo>
                  <a:cubicBezTo>
                    <a:pt x="1654" y="1161"/>
                    <a:pt x="1941" y="1594"/>
                    <a:pt x="2254" y="2014"/>
                  </a:cubicBezTo>
                  <a:cubicBezTo>
                    <a:pt x="4048" y="4568"/>
                    <a:pt x="5415" y="7396"/>
                    <a:pt x="6309" y="10390"/>
                  </a:cubicBezTo>
                  <a:cubicBezTo>
                    <a:pt x="5902" y="8329"/>
                    <a:pt x="5182" y="6349"/>
                    <a:pt x="4162" y="4515"/>
                  </a:cubicBezTo>
                  <a:cubicBezTo>
                    <a:pt x="3648" y="3595"/>
                    <a:pt x="3068" y="2715"/>
                    <a:pt x="2434" y="1881"/>
                  </a:cubicBezTo>
                  <a:cubicBezTo>
                    <a:pt x="2101" y="1468"/>
                    <a:pt x="1774" y="1054"/>
                    <a:pt x="1394" y="694"/>
                  </a:cubicBezTo>
                  <a:cubicBezTo>
                    <a:pt x="1007" y="334"/>
                    <a:pt x="527" y="47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" name="Google Shape;1941;p36"/>
            <p:cNvSpPr/>
            <p:nvPr/>
          </p:nvSpPr>
          <p:spPr>
            <a:xfrm>
              <a:off x="2597040" y="2837084"/>
              <a:ext cx="132662" cy="428081"/>
            </a:xfrm>
            <a:custGeom>
              <a:avLst/>
              <a:gdLst/>
              <a:ahLst/>
              <a:cxnLst/>
              <a:rect l="l" t="t" r="r" b="b"/>
              <a:pathLst>
                <a:path w="4743" h="15305" extrusionOk="0">
                  <a:moveTo>
                    <a:pt x="288" y="0"/>
                  </a:moveTo>
                  <a:cubicBezTo>
                    <a:pt x="87" y="654"/>
                    <a:pt x="34" y="1341"/>
                    <a:pt x="54" y="2034"/>
                  </a:cubicBezTo>
                  <a:cubicBezTo>
                    <a:pt x="67" y="2721"/>
                    <a:pt x="141" y="3408"/>
                    <a:pt x="201" y="4081"/>
                  </a:cubicBezTo>
                  <a:cubicBezTo>
                    <a:pt x="328" y="5442"/>
                    <a:pt x="494" y="6809"/>
                    <a:pt x="808" y="8149"/>
                  </a:cubicBezTo>
                  <a:cubicBezTo>
                    <a:pt x="1108" y="9503"/>
                    <a:pt x="1621" y="10796"/>
                    <a:pt x="2328" y="11983"/>
                  </a:cubicBezTo>
                  <a:cubicBezTo>
                    <a:pt x="3028" y="13170"/>
                    <a:pt x="3875" y="14251"/>
                    <a:pt x="4742" y="15304"/>
                  </a:cubicBezTo>
                  <a:cubicBezTo>
                    <a:pt x="3969" y="14177"/>
                    <a:pt x="3182" y="13057"/>
                    <a:pt x="2521" y="11870"/>
                  </a:cubicBezTo>
                  <a:cubicBezTo>
                    <a:pt x="1868" y="10676"/>
                    <a:pt x="1388" y="9403"/>
                    <a:pt x="1094" y="8082"/>
                  </a:cubicBezTo>
                  <a:cubicBezTo>
                    <a:pt x="774" y="6769"/>
                    <a:pt x="574" y="5408"/>
                    <a:pt x="428" y="4055"/>
                  </a:cubicBezTo>
                  <a:cubicBezTo>
                    <a:pt x="281" y="2708"/>
                    <a:pt x="1" y="1347"/>
                    <a:pt x="2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" name="Google Shape;1942;p36"/>
            <p:cNvSpPr/>
            <p:nvPr/>
          </p:nvSpPr>
          <p:spPr>
            <a:xfrm>
              <a:off x="2593879" y="3130825"/>
              <a:ext cx="95322" cy="154842"/>
            </a:xfrm>
            <a:custGeom>
              <a:avLst/>
              <a:gdLst/>
              <a:ahLst/>
              <a:cxnLst/>
              <a:rect l="l" t="t" r="r" b="b"/>
              <a:pathLst>
                <a:path w="3408" h="5536" extrusionOk="0">
                  <a:moveTo>
                    <a:pt x="60" y="1"/>
                  </a:moveTo>
                  <a:lnTo>
                    <a:pt x="60" y="1"/>
                  </a:lnTo>
                  <a:cubicBezTo>
                    <a:pt x="0" y="1121"/>
                    <a:pt x="341" y="2275"/>
                    <a:pt x="934" y="3248"/>
                  </a:cubicBezTo>
                  <a:cubicBezTo>
                    <a:pt x="1527" y="4222"/>
                    <a:pt x="2381" y="5056"/>
                    <a:pt x="3408" y="5536"/>
                  </a:cubicBezTo>
                  <a:cubicBezTo>
                    <a:pt x="2514" y="4869"/>
                    <a:pt x="1754" y="4042"/>
                    <a:pt x="1174" y="3102"/>
                  </a:cubicBezTo>
                  <a:cubicBezTo>
                    <a:pt x="607" y="2148"/>
                    <a:pt x="227" y="1095"/>
                    <a:pt x="6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" name="Google Shape;1943;p36"/>
            <p:cNvSpPr/>
            <p:nvPr/>
          </p:nvSpPr>
          <p:spPr>
            <a:xfrm>
              <a:off x="2819933" y="2905527"/>
              <a:ext cx="65114" cy="177777"/>
            </a:xfrm>
            <a:custGeom>
              <a:avLst/>
              <a:gdLst/>
              <a:ahLst/>
              <a:cxnLst/>
              <a:rect l="l" t="t" r="r" b="b"/>
              <a:pathLst>
                <a:path w="2328" h="6356" extrusionOk="0">
                  <a:moveTo>
                    <a:pt x="1" y="0"/>
                  </a:moveTo>
                  <a:lnTo>
                    <a:pt x="1" y="0"/>
                  </a:lnTo>
                  <a:cubicBezTo>
                    <a:pt x="427" y="1054"/>
                    <a:pt x="847" y="2101"/>
                    <a:pt x="1234" y="3155"/>
                  </a:cubicBezTo>
                  <a:cubicBezTo>
                    <a:pt x="1628" y="4202"/>
                    <a:pt x="1968" y="5269"/>
                    <a:pt x="2328" y="6355"/>
                  </a:cubicBezTo>
                  <a:cubicBezTo>
                    <a:pt x="2188" y="5222"/>
                    <a:pt x="1914" y="4115"/>
                    <a:pt x="1514" y="3055"/>
                  </a:cubicBezTo>
                  <a:cubicBezTo>
                    <a:pt x="1128" y="1981"/>
                    <a:pt x="621" y="954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" name="Google Shape;1944;p36"/>
            <p:cNvSpPr/>
            <p:nvPr/>
          </p:nvSpPr>
          <p:spPr>
            <a:xfrm>
              <a:off x="2812101" y="2992989"/>
              <a:ext cx="23159" cy="67380"/>
            </a:xfrm>
            <a:custGeom>
              <a:avLst/>
              <a:gdLst/>
              <a:ahLst/>
              <a:cxnLst/>
              <a:rect l="l" t="t" r="r" b="b"/>
              <a:pathLst>
                <a:path w="828" h="2409" extrusionOk="0">
                  <a:moveTo>
                    <a:pt x="67" y="1"/>
                  </a:moveTo>
                  <a:cubicBezTo>
                    <a:pt x="1" y="434"/>
                    <a:pt x="41" y="875"/>
                    <a:pt x="174" y="1295"/>
                  </a:cubicBezTo>
                  <a:cubicBezTo>
                    <a:pt x="294" y="1715"/>
                    <a:pt x="521" y="2095"/>
                    <a:pt x="827" y="2408"/>
                  </a:cubicBezTo>
                  <a:cubicBezTo>
                    <a:pt x="707" y="1981"/>
                    <a:pt x="574" y="1608"/>
                    <a:pt x="447" y="1208"/>
                  </a:cubicBezTo>
                  <a:cubicBezTo>
                    <a:pt x="327" y="808"/>
                    <a:pt x="214" y="414"/>
                    <a:pt x="6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" name="Google Shape;1945;p36"/>
            <p:cNvSpPr/>
            <p:nvPr/>
          </p:nvSpPr>
          <p:spPr>
            <a:xfrm>
              <a:off x="791940" y="3380010"/>
              <a:ext cx="327920" cy="1097739"/>
            </a:xfrm>
            <a:custGeom>
              <a:avLst/>
              <a:gdLst/>
              <a:ahLst/>
              <a:cxnLst/>
              <a:rect l="l" t="t" r="r" b="b"/>
              <a:pathLst>
                <a:path w="11724" h="39247" extrusionOk="0">
                  <a:moveTo>
                    <a:pt x="7269" y="1"/>
                  </a:moveTo>
                  <a:lnTo>
                    <a:pt x="7269" y="1"/>
                  </a:lnTo>
                  <a:cubicBezTo>
                    <a:pt x="4682" y="648"/>
                    <a:pt x="2501" y="4375"/>
                    <a:pt x="1247" y="11351"/>
                  </a:cubicBezTo>
                  <a:cubicBezTo>
                    <a:pt x="0" y="18332"/>
                    <a:pt x="541" y="29189"/>
                    <a:pt x="3668" y="34277"/>
                  </a:cubicBezTo>
                  <a:cubicBezTo>
                    <a:pt x="6327" y="38606"/>
                    <a:pt x="9397" y="39247"/>
                    <a:pt x="10636" y="39247"/>
                  </a:cubicBezTo>
                  <a:cubicBezTo>
                    <a:pt x="10851" y="39247"/>
                    <a:pt x="11011" y="39227"/>
                    <a:pt x="11103" y="39205"/>
                  </a:cubicBezTo>
                  <a:cubicBezTo>
                    <a:pt x="11724" y="39045"/>
                    <a:pt x="6409" y="33630"/>
                    <a:pt x="5309" y="21873"/>
                  </a:cubicBezTo>
                  <a:cubicBezTo>
                    <a:pt x="4208" y="10110"/>
                    <a:pt x="7269" y="1"/>
                    <a:pt x="7269" y="1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" name="Google Shape;1946;p36"/>
            <p:cNvSpPr/>
            <p:nvPr/>
          </p:nvSpPr>
          <p:spPr>
            <a:xfrm>
              <a:off x="782990" y="3371759"/>
              <a:ext cx="331081" cy="1113598"/>
            </a:xfrm>
            <a:custGeom>
              <a:avLst/>
              <a:gdLst/>
              <a:ahLst/>
              <a:cxnLst/>
              <a:rect l="l" t="t" r="r" b="b"/>
              <a:pathLst>
                <a:path w="11837" h="39814" extrusionOk="0">
                  <a:moveTo>
                    <a:pt x="7162" y="743"/>
                  </a:moveTo>
                  <a:lnTo>
                    <a:pt x="7162" y="743"/>
                  </a:lnTo>
                  <a:cubicBezTo>
                    <a:pt x="6562" y="2997"/>
                    <a:pt x="4395" y="12032"/>
                    <a:pt x="5342" y="22195"/>
                  </a:cubicBezTo>
                  <a:cubicBezTo>
                    <a:pt x="6162" y="30997"/>
                    <a:pt x="9303" y="36232"/>
                    <a:pt x="10643" y="38466"/>
                  </a:cubicBezTo>
                  <a:cubicBezTo>
                    <a:pt x="10823" y="38766"/>
                    <a:pt x="10997" y="39046"/>
                    <a:pt x="11097" y="39233"/>
                  </a:cubicBezTo>
                  <a:cubicBezTo>
                    <a:pt x="11059" y="39234"/>
                    <a:pt x="11018" y="39235"/>
                    <a:pt x="10972" y="39235"/>
                  </a:cubicBezTo>
                  <a:cubicBezTo>
                    <a:pt x="9929" y="39235"/>
                    <a:pt x="6926" y="38790"/>
                    <a:pt x="4235" y="34418"/>
                  </a:cubicBezTo>
                  <a:cubicBezTo>
                    <a:pt x="1828" y="30504"/>
                    <a:pt x="234" y="20708"/>
                    <a:pt x="1854" y="11699"/>
                  </a:cubicBezTo>
                  <a:cubicBezTo>
                    <a:pt x="2941" y="5604"/>
                    <a:pt x="4822" y="1756"/>
                    <a:pt x="7162" y="743"/>
                  </a:cubicBezTo>
                  <a:close/>
                  <a:moveTo>
                    <a:pt x="7591" y="0"/>
                  </a:moveTo>
                  <a:cubicBezTo>
                    <a:pt x="7568" y="0"/>
                    <a:pt x="7545" y="3"/>
                    <a:pt x="7522" y="9"/>
                  </a:cubicBezTo>
                  <a:cubicBezTo>
                    <a:pt x="5529" y="509"/>
                    <a:pt x="2834" y="2930"/>
                    <a:pt x="1274" y="11599"/>
                  </a:cubicBezTo>
                  <a:cubicBezTo>
                    <a:pt x="0" y="18714"/>
                    <a:pt x="574" y="29584"/>
                    <a:pt x="3741" y="34718"/>
                  </a:cubicBezTo>
                  <a:cubicBezTo>
                    <a:pt x="6569" y="39320"/>
                    <a:pt x="9763" y="39813"/>
                    <a:pt x="10977" y="39813"/>
                  </a:cubicBezTo>
                  <a:cubicBezTo>
                    <a:pt x="11150" y="39813"/>
                    <a:pt x="11323" y="39806"/>
                    <a:pt x="11497" y="39780"/>
                  </a:cubicBezTo>
                  <a:cubicBezTo>
                    <a:pt x="11603" y="39746"/>
                    <a:pt x="11690" y="39673"/>
                    <a:pt x="11737" y="39573"/>
                  </a:cubicBezTo>
                  <a:cubicBezTo>
                    <a:pt x="11837" y="39320"/>
                    <a:pt x="11677" y="39053"/>
                    <a:pt x="11143" y="38166"/>
                  </a:cubicBezTo>
                  <a:cubicBezTo>
                    <a:pt x="9823" y="35965"/>
                    <a:pt x="6729" y="30811"/>
                    <a:pt x="5922" y="22142"/>
                  </a:cubicBezTo>
                  <a:cubicBezTo>
                    <a:pt x="4842" y="10572"/>
                    <a:pt x="7836" y="476"/>
                    <a:pt x="7869" y="376"/>
                  </a:cubicBezTo>
                  <a:cubicBezTo>
                    <a:pt x="7896" y="276"/>
                    <a:pt x="7869" y="169"/>
                    <a:pt x="7796" y="96"/>
                  </a:cubicBezTo>
                  <a:cubicBezTo>
                    <a:pt x="7744" y="34"/>
                    <a:pt x="7669" y="0"/>
                    <a:pt x="759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" name="Google Shape;1947;p36"/>
            <p:cNvSpPr/>
            <p:nvPr/>
          </p:nvSpPr>
          <p:spPr>
            <a:xfrm>
              <a:off x="828693" y="2955397"/>
              <a:ext cx="1442357" cy="1707093"/>
            </a:xfrm>
            <a:custGeom>
              <a:avLst/>
              <a:gdLst/>
              <a:ahLst/>
              <a:cxnLst/>
              <a:rect l="l" t="t" r="r" b="b"/>
              <a:pathLst>
                <a:path w="51568" h="61033" extrusionOk="0">
                  <a:moveTo>
                    <a:pt x="28422" y="0"/>
                  </a:moveTo>
                  <a:cubicBezTo>
                    <a:pt x="23277" y="0"/>
                    <a:pt x="18984" y="1276"/>
                    <a:pt x="15444" y="3446"/>
                  </a:cubicBezTo>
                  <a:cubicBezTo>
                    <a:pt x="7969" y="8027"/>
                    <a:pt x="3895" y="16636"/>
                    <a:pt x="2367" y="25771"/>
                  </a:cubicBezTo>
                  <a:cubicBezTo>
                    <a:pt x="0" y="39875"/>
                    <a:pt x="2174" y="58780"/>
                    <a:pt x="21919" y="60774"/>
                  </a:cubicBezTo>
                  <a:cubicBezTo>
                    <a:pt x="23642" y="60947"/>
                    <a:pt x="25293" y="61033"/>
                    <a:pt x="26872" y="61033"/>
                  </a:cubicBezTo>
                  <a:cubicBezTo>
                    <a:pt x="33740" y="61033"/>
                    <a:pt x="39237" y="59413"/>
                    <a:pt x="43265" y="56333"/>
                  </a:cubicBezTo>
                  <a:cubicBezTo>
                    <a:pt x="44972" y="55039"/>
                    <a:pt x="46439" y="53452"/>
                    <a:pt x="47600" y="51652"/>
                  </a:cubicBezTo>
                  <a:cubicBezTo>
                    <a:pt x="50307" y="47457"/>
                    <a:pt x="51567" y="41949"/>
                    <a:pt x="51281" y="35287"/>
                  </a:cubicBezTo>
                  <a:cubicBezTo>
                    <a:pt x="50754" y="22637"/>
                    <a:pt x="49920" y="10981"/>
                    <a:pt x="43038" y="4746"/>
                  </a:cubicBezTo>
                  <a:cubicBezTo>
                    <a:pt x="42031" y="3839"/>
                    <a:pt x="40924" y="3059"/>
                    <a:pt x="39731" y="2425"/>
                  </a:cubicBezTo>
                  <a:cubicBezTo>
                    <a:pt x="37604" y="1312"/>
                    <a:pt x="35076" y="545"/>
                    <a:pt x="32062" y="198"/>
                  </a:cubicBezTo>
                  <a:cubicBezTo>
                    <a:pt x="31662" y="158"/>
                    <a:pt x="31262" y="118"/>
                    <a:pt x="30842" y="91"/>
                  </a:cubicBezTo>
                  <a:cubicBezTo>
                    <a:pt x="30015" y="30"/>
                    <a:pt x="29208" y="0"/>
                    <a:pt x="28422" y="0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" name="Google Shape;1948;p36"/>
            <p:cNvSpPr/>
            <p:nvPr/>
          </p:nvSpPr>
          <p:spPr>
            <a:xfrm>
              <a:off x="823826" y="2947286"/>
              <a:ext cx="1455251" cy="1723455"/>
            </a:xfrm>
            <a:custGeom>
              <a:avLst/>
              <a:gdLst/>
              <a:ahLst/>
              <a:cxnLst/>
              <a:rect l="l" t="t" r="r" b="b"/>
              <a:pathLst>
                <a:path w="52029" h="61618" extrusionOk="0">
                  <a:moveTo>
                    <a:pt x="28615" y="581"/>
                  </a:moveTo>
                  <a:cubicBezTo>
                    <a:pt x="29389" y="581"/>
                    <a:pt x="30189" y="608"/>
                    <a:pt x="30996" y="675"/>
                  </a:cubicBezTo>
                  <a:cubicBezTo>
                    <a:pt x="31403" y="701"/>
                    <a:pt x="31809" y="741"/>
                    <a:pt x="32189" y="781"/>
                  </a:cubicBezTo>
                  <a:lnTo>
                    <a:pt x="32209" y="781"/>
                  </a:lnTo>
                  <a:cubicBezTo>
                    <a:pt x="35084" y="1108"/>
                    <a:pt x="37624" y="1848"/>
                    <a:pt x="39758" y="2975"/>
                  </a:cubicBezTo>
                  <a:cubicBezTo>
                    <a:pt x="40938" y="3595"/>
                    <a:pt x="42032" y="4362"/>
                    <a:pt x="43019" y="5249"/>
                  </a:cubicBezTo>
                  <a:cubicBezTo>
                    <a:pt x="49634" y="11244"/>
                    <a:pt x="50594" y="22060"/>
                    <a:pt x="51168" y="35584"/>
                  </a:cubicBezTo>
                  <a:cubicBezTo>
                    <a:pt x="51448" y="42166"/>
                    <a:pt x="50221" y="47620"/>
                    <a:pt x="47527" y="51782"/>
                  </a:cubicBezTo>
                  <a:cubicBezTo>
                    <a:pt x="46387" y="53555"/>
                    <a:pt x="44939" y="55116"/>
                    <a:pt x="43259" y="56389"/>
                  </a:cubicBezTo>
                  <a:cubicBezTo>
                    <a:pt x="39225" y="59474"/>
                    <a:pt x="33795" y="61033"/>
                    <a:pt x="27090" y="61033"/>
                  </a:cubicBezTo>
                  <a:cubicBezTo>
                    <a:pt x="25504" y="61033"/>
                    <a:pt x="23847" y="60945"/>
                    <a:pt x="22120" y="60771"/>
                  </a:cubicBezTo>
                  <a:cubicBezTo>
                    <a:pt x="15585" y="60117"/>
                    <a:pt x="10544" y="57523"/>
                    <a:pt x="7143" y="53082"/>
                  </a:cubicBezTo>
                  <a:cubicBezTo>
                    <a:pt x="4969" y="50221"/>
                    <a:pt x="181" y="41879"/>
                    <a:pt x="2828" y="26108"/>
                  </a:cubicBezTo>
                  <a:cubicBezTo>
                    <a:pt x="4535" y="15912"/>
                    <a:pt x="9137" y="8063"/>
                    <a:pt x="15778" y="3982"/>
                  </a:cubicBezTo>
                  <a:cubicBezTo>
                    <a:pt x="19453" y="1728"/>
                    <a:pt x="23767" y="581"/>
                    <a:pt x="28615" y="581"/>
                  </a:cubicBezTo>
                  <a:close/>
                  <a:moveTo>
                    <a:pt x="28647" y="1"/>
                  </a:moveTo>
                  <a:cubicBezTo>
                    <a:pt x="23674" y="1"/>
                    <a:pt x="19250" y="1167"/>
                    <a:pt x="15472" y="3482"/>
                  </a:cubicBezTo>
                  <a:cubicBezTo>
                    <a:pt x="8683" y="7650"/>
                    <a:pt x="3982" y="15652"/>
                    <a:pt x="2248" y="26015"/>
                  </a:cubicBezTo>
                  <a:cubicBezTo>
                    <a:pt x="1354" y="31343"/>
                    <a:pt x="1" y="44680"/>
                    <a:pt x="6683" y="53429"/>
                  </a:cubicBezTo>
                  <a:cubicBezTo>
                    <a:pt x="10183" y="58017"/>
                    <a:pt x="15358" y="60677"/>
                    <a:pt x="22060" y="61351"/>
                  </a:cubicBezTo>
                  <a:cubicBezTo>
                    <a:pt x="23734" y="61524"/>
                    <a:pt x="25408" y="61618"/>
                    <a:pt x="27088" y="61618"/>
                  </a:cubicBezTo>
                  <a:cubicBezTo>
                    <a:pt x="33923" y="61618"/>
                    <a:pt x="39471" y="60024"/>
                    <a:pt x="43612" y="56850"/>
                  </a:cubicBezTo>
                  <a:cubicBezTo>
                    <a:pt x="45346" y="55529"/>
                    <a:pt x="46840" y="53922"/>
                    <a:pt x="48020" y="52088"/>
                  </a:cubicBezTo>
                  <a:cubicBezTo>
                    <a:pt x="50781" y="47821"/>
                    <a:pt x="52028" y="42259"/>
                    <a:pt x="51748" y="35551"/>
                  </a:cubicBezTo>
                  <a:cubicBezTo>
                    <a:pt x="51174" y="21894"/>
                    <a:pt x="50194" y="10951"/>
                    <a:pt x="43412" y="4809"/>
                  </a:cubicBezTo>
                  <a:cubicBezTo>
                    <a:pt x="42385" y="3889"/>
                    <a:pt x="41252" y="3095"/>
                    <a:pt x="40038" y="2449"/>
                  </a:cubicBezTo>
                  <a:cubicBezTo>
                    <a:pt x="37838" y="1288"/>
                    <a:pt x="35224" y="535"/>
                    <a:pt x="32289" y="201"/>
                  </a:cubicBezTo>
                  <a:lnTo>
                    <a:pt x="32243" y="201"/>
                  </a:lnTo>
                  <a:cubicBezTo>
                    <a:pt x="31849" y="155"/>
                    <a:pt x="31443" y="115"/>
                    <a:pt x="31042" y="88"/>
                  </a:cubicBezTo>
                  <a:cubicBezTo>
                    <a:pt x="30231" y="30"/>
                    <a:pt x="29432" y="1"/>
                    <a:pt x="2864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" name="Google Shape;1949;p36"/>
            <p:cNvSpPr/>
            <p:nvPr/>
          </p:nvSpPr>
          <p:spPr>
            <a:xfrm>
              <a:off x="828693" y="2948657"/>
              <a:ext cx="1493822" cy="1713834"/>
            </a:xfrm>
            <a:custGeom>
              <a:avLst/>
              <a:gdLst/>
              <a:ahLst/>
              <a:cxnLst/>
              <a:rect l="l" t="t" r="r" b="b"/>
              <a:pathLst>
                <a:path w="53408" h="61274" extrusionOk="0">
                  <a:moveTo>
                    <a:pt x="35139" y="0"/>
                  </a:moveTo>
                  <a:cubicBezTo>
                    <a:pt x="34082" y="0"/>
                    <a:pt x="33043" y="131"/>
                    <a:pt x="32062" y="446"/>
                  </a:cubicBezTo>
                  <a:cubicBezTo>
                    <a:pt x="31462" y="632"/>
                    <a:pt x="30895" y="892"/>
                    <a:pt x="30362" y="1219"/>
                  </a:cubicBezTo>
                  <a:cubicBezTo>
                    <a:pt x="26881" y="3353"/>
                    <a:pt x="25827" y="7848"/>
                    <a:pt x="23366" y="11095"/>
                  </a:cubicBezTo>
                  <a:cubicBezTo>
                    <a:pt x="22893" y="11722"/>
                    <a:pt x="22339" y="12315"/>
                    <a:pt x="21633" y="12636"/>
                  </a:cubicBezTo>
                  <a:cubicBezTo>
                    <a:pt x="20672" y="13076"/>
                    <a:pt x="19479" y="12989"/>
                    <a:pt x="18658" y="13629"/>
                  </a:cubicBezTo>
                  <a:cubicBezTo>
                    <a:pt x="17532" y="14503"/>
                    <a:pt x="17625" y="16203"/>
                    <a:pt x="17045" y="17504"/>
                  </a:cubicBezTo>
                  <a:cubicBezTo>
                    <a:pt x="16631" y="18417"/>
                    <a:pt x="15878" y="19131"/>
                    <a:pt x="15138" y="19817"/>
                  </a:cubicBezTo>
                  <a:cubicBezTo>
                    <a:pt x="13424" y="21425"/>
                    <a:pt x="11690" y="23038"/>
                    <a:pt x="9663" y="24232"/>
                  </a:cubicBezTo>
                  <a:cubicBezTo>
                    <a:pt x="9293" y="24459"/>
                    <a:pt x="8869" y="24674"/>
                    <a:pt x="8450" y="24674"/>
                  </a:cubicBezTo>
                  <a:cubicBezTo>
                    <a:pt x="8340" y="24674"/>
                    <a:pt x="8231" y="24659"/>
                    <a:pt x="8122" y="24625"/>
                  </a:cubicBezTo>
                  <a:cubicBezTo>
                    <a:pt x="7122" y="24325"/>
                    <a:pt x="7109" y="22918"/>
                    <a:pt x="7335" y="21898"/>
                  </a:cubicBezTo>
                  <a:cubicBezTo>
                    <a:pt x="8389" y="16977"/>
                    <a:pt x="9696" y="12035"/>
                    <a:pt x="12310" y="7741"/>
                  </a:cubicBezTo>
                  <a:cubicBezTo>
                    <a:pt x="13197" y="6274"/>
                    <a:pt x="14251" y="4914"/>
                    <a:pt x="15444" y="3687"/>
                  </a:cubicBezTo>
                  <a:lnTo>
                    <a:pt x="15444" y="3687"/>
                  </a:lnTo>
                  <a:cubicBezTo>
                    <a:pt x="7969" y="8268"/>
                    <a:pt x="3895" y="16877"/>
                    <a:pt x="2367" y="26012"/>
                  </a:cubicBezTo>
                  <a:cubicBezTo>
                    <a:pt x="0" y="40116"/>
                    <a:pt x="2174" y="59021"/>
                    <a:pt x="21919" y="61015"/>
                  </a:cubicBezTo>
                  <a:cubicBezTo>
                    <a:pt x="23639" y="61188"/>
                    <a:pt x="25287" y="61273"/>
                    <a:pt x="26863" y="61273"/>
                  </a:cubicBezTo>
                  <a:cubicBezTo>
                    <a:pt x="33735" y="61273"/>
                    <a:pt x="39235" y="59649"/>
                    <a:pt x="43265" y="56574"/>
                  </a:cubicBezTo>
                  <a:cubicBezTo>
                    <a:pt x="44559" y="55354"/>
                    <a:pt x="45786" y="54053"/>
                    <a:pt x="46933" y="52686"/>
                  </a:cubicBezTo>
                  <a:cubicBezTo>
                    <a:pt x="47153" y="52433"/>
                    <a:pt x="47380" y="52159"/>
                    <a:pt x="47600" y="51893"/>
                  </a:cubicBezTo>
                  <a:cubicBezTo>
                    <a:pt x="49887" y="49045"/>
                    <a:pt x="51874" y="45784"/>
                    <a:pt x="52621" y="42330"/>
                  </a:cubicBezTo>
                  <a:cubicBezTo>
                    <a:pt x="53374" y="38869"/>
                    <a:pt x="52954" y="35275"/>
                    <a:pt x="52901" y="31734"/>
                  </a:cubicBezTo>
                  <a:cubicBezTo>
                    <a:pt x="52808" y="26786"/>
                    <a:pt x="53408" y="21825"/>
                    <a:pt x="52914" y="16903"/>
                  </a:cubicBezTo>
                  <a:cubicBezTo>
                    <a:pt x="52421" y="11989"/>
                    <a:pt x="50634" y="6914"/>
                    <a:pt x="46733" y="3867"/>
                  </a:cubicBezTo>
                  <a:cubicBezTo>
                    <a:pt x="44812" y="2366"/>
                    <a:pt x="42498" y="1453"/>
                    <a:pt x="40151" y="786"/>
                  </a:cubicBezTo>
                  <a:cubicBezTo>
                    <a:pt x="38542" y="331"/>
                    <a:pt x="36818" y="0"/>
                    <a:pt x="35139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" name="Google Shape;1950;p36"/>
            <p:cNvSpPr/>
            <p:nvPr/>
          </p:nvSpPr>
          <p:spPr>
            <a:xfrm>
              <a:off x="896576" y="3639292"/>
              <a:ext cx="27075" cy="251618"/>
            </a:xfrm>
            <a:custGeom>
              <a:avLst/>
              <a:gdLst/>
              <a:ahLst/>
              <a:cxnLst/>
              <a:rect l="l" t="t" r="r" b="b"/>
              <a:pathLst>
                <a:path w="968" h="8996" extrusionOk="0">
                  <a:moveTo>
                    <a:pt x="967" y="0"/>
                  </a:moveTo>
                  <a:cubicBezTo>
                    <a:pt x="514" y="1447"/>
                    <a:pt x="234" y="2941"/>
                    <a:pt x="127" y="4461"/>
                  </a:cubicBezTo>
                  <a:cubicBezTo>
                    <a:pt x="0" y="5968"/>
                    <a:pt x="40" y="7489"/>
                    <a:pt x="261" y="8996"/>
                  </a:cubicBezTo>
                  <a:cubicBezTo>
                    <a:pt x="261" y="7475"/>
                    <a:pt x="294" y="5982"/>
                    <a:pt x="407" y="4481"/>
                  </a:cubicBezTo>
                  <a:cubicBezTo>
                    <a:pt x="527" y="2981"/>
                    <a:pt x="727" y="1500"/>
                    <a:pt x="9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" name="Google Shape;1951;p36"/>
            <p:cNvSpPr/>
            <p:nvPr/>
          </p:nvSpPr>
          <p:spPr>
            <a:xfrm>
              <a:off x="935734" y="3412651"/>
              <a:ext cx="48892" cy="177973"/>
            </a:xfrm>
            <a:custGeom>
              <a:avLst/>
              <a:gdLst/>
              <a:ahLst/>
              <a:cxnLst/>
              <a:rect l="l" t="t" r="r" b="b"/>
              <a:pathLst>
                <a:path w="1748" h="6363" extrusionOk="0">
                  <a:moveTo>
                    <a:pt x="1748" y="1"/>
                  </a:moveTo>
                  <a:cubicBezTo>
                    <a:pt x="1275" y="1001"/>
                    <a:pt x="881" y="2035"/>
                    <a:pt x="568" y="3102"/>
                  </a:cubicBezTo>
                  <a:cubicBezTo>
                    <a:pt x="254" y="4162"/>
                    <a:pt x="28" y="5249"/>
                    <a:pt x="1" y="6363"/>
                  </a:cubicBezTo>
                  <a:cubicBezTo>
                    <a:pt x="254" y="5282"/>
                    <a:pt x="548" y="4229"/>
                    <a:pt x="848" y="3175"/>
                  </a:cubicBezTo>
                  <a:cubicBezTo>
                    <a:pt x="1148" y="2121"/>
                    <a:pt x="1495" y="1081"/>
                    <a:pt x="174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" name="Google Shape;1952;p36"/>
            <p:cNvSpPr/>
            <p:nvPr/>
          </p:nvSpPr>
          <p:spPr>
            <a:xfrm>
              <a:off x="1019867" y="3126182"/>
              <a:ext cx="204433" cy="243619"/>
            </a:xfrm>
            <a:custGeom>
              <a:avLst/>
              <a:gdLst/>
              <a:ahLst/>
              <a:cxnLst/>
              <a:rect l="l" t="t" r="r" b="b"/>
              <a:pathLst>
                <a:path w="7309" h="8710" extrusionOk="0">
                  <a:moveTo>
                    <a:pt x="7309" y="0"/>
                  </a:moveTo>
                  <a:lnTo>
                    <a:pt x="7309" y="0"/>
                  </a:lnTo>
                  <a:cubicBezTo>
                    <a:pt x="5588" y="914"/>
                    <a:pt x="4061" y="2154"/>
                    <a:pt x="2821" y="3655"/>
                  </a:cubicBezTo>
                  <a:cubicBezTo>
                    <a:pt x="1567" y="5148"/>
                    <a:pt x="574" y="6869"/>
                    <a:pt x="0" y="8709"/>
                  </a:cubicBezTo>
                  <a:cubicBezTo>
                    <a:pt x="781" y="6955"/>
                    <a:pt x="1801" y="5315"/>
                    <a:pt x="3034" y="3841"/>
                  </a:cubicBezTo>
                  <a:cubicBezTo>
                    <a:pt x="4275" y="2368"/>
                    <a:pt x="5715" y="1074"/>
                    <a:pt x="730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" name="Google Shape;1953;p36"/>
            <p:cNvSpPr/>
            <p:nvPr/>
          </p:nvSpPr>
          <p:spPr>
            <a:xfrm>
              <a:off x="1117035" y="3343090"/>
              <a:ext cx="100748" cy="317487"/>
            </a:xfrm>
            <a:custGeom>
              <a:avLst/>
              <a:gdLst/>
              <a:ahLst/>
              <a:cxnLst/>
              <a:rect l="l" t="t" r="r" b="b"/>
              <a:pathLst>
                <a:path w="3602" h="11351" extrusionOk="0">
                  <a:moveTo>
                    <a:pt x="3602" y="1"/>
                  </a:moveTo>
                  <a:lnTo>
                    <a:pt x="3602" y="1"/>
                  </a:lnTo>
                  <a:cubicBezTo>
                    <a:pt x="2408" y="1621"/>
                    <a:pt x="1501" y="3462"/>
                    <a:pt x="907" y="5389"/>
                  </a:cubicBezTo>
                  <a:cubicBezTo>
                    <a:pt x="321" y="7316"/>
                    <a:pt x="1" y="9330"/>
                    <a:pt x="61" y="11350"/>
                  </a:cubicBezTo>
                  <a:cubicBezTo>
                    <a:pt x="221" y="9350"/>
                    <a:pt x="601" y="7383"/>
                    <a:pt x="1194" y="5469"/>
                  </a:cubicBezTo>
                  <a:cubicBezTo>
                    <a:pt x="1801" y="3568"/>
                    <a:pt x="2608" y="1734"/>
                    <a:pt x="360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" name="Google Shape;1954;p36"/>
            <p:cNvSpPr/>
            <p:nvPr/>
          </p:nvSpPr>
          <p:spPr>
            <a:xfrm>
              <a:off x="1162179" y="3388233"/>
              <a:ext cx="48136" cy="209300"/>
            </a:xfrm>
            <a:custGeom>
              <a:avLst/>
              <a:gdLst/>
              <a:ahLst/>
              <a:cxnLst/>
              <a:rect l="l" t="t" r="r" b="b"/>
              <a:pathLst>
                <a:path w="1721" h="7483" extrusionOk="0">
                  <a:moveTo>
                    <a:pt x="1721" y="0"/>
                  </a:moveTo>
                  <a:cubicBezTo>
                    <a:pt x="527" y="2301"/>
                    <a:pt x="0" y="4895"/>
                    <a:pt x="200" y="7482"/>
                  </a:cubicBezTo>
                  <a:cubicBezTo>
                    <a:pt x="387" y="4935"/>
                    <a:pt x="901" y="2414"/>
                    <a:pt x="172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" name="Google Shape;1955;p36"/>
            <p:cNvSpPr/>
            <p:nvPr/>
          </p:nvSpPr>
          <p:spPr>
            <a:xfrm>
              <a:off x="1214399" y="3374612"/>
              <a:ext cx="55996" cy="149807"/>
            </a:xfrm>
            <a:custGeom>
              <a:avLst/>
              <a:gdLst/>
              <a:ahLst/>
              <a:cxnLst/>
              <a:rect l="l" t="t" r="r" b="b"/>
              <a:pathLst>
                <a:path w="2002" h="5356" extrusionOk="0">
                  <a:moveTo>
                    <a:pt x="2001" y="1"/>
                  </a:moveTo>
                  <a:lnTo>
                    <a:pt x="2001" y="1"/>
                  </a:lnTo>
                  <a:cubicBezTo>
                    <a:pt x="641" y="1428"/>
                    <a:pt x="1" y="3395"/>
                    <a:pt x="254" y="5355"/>
                  </a:cubicBezTo>
                  <a:cubicBezTo>
                    <a:pt x="327" y="4408"/>
                    <a:pt x="514" y="3475"/>
                    <a:pt x="794" y="2568"/>
                  </a:cubicBezTo>
                  <a:cubicBezTo>
                    <a:pt x="1094" y="1668"/>
                    <a:pt x="1501" y="807"/>
                    <a:pt x="200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" name="Google Shape;1956;p36"/>
            <p:cNvSpPr/>
            <p:nvPr/>
          </p:nvSpPr>
          <p:spPr>
            <a:xfrm>
              <a:off x="1291065" y="3089430"/>
              <a:ext cx="302915" cy="204629"/>
            </a:xfrm>
            <a:custGeom>
              <a:avLst/>
              <a:gdLst/>
              <a:ahLst/>
              <a:cxnLst/>
              <a:rect l="l" t="t" r="r" b="b"/>
              <a:pathLst>
                <a:path w="10830" h="7316" extrusionOk="0">
                  <a:moveTo>
                    <a:pt x="10830" y="1"/>
                  </a:moveTo>
                  <a:cubicBezTo>
                    <a:pt x="8689" y="647"/>
                    <a:pt x="6642" y="1574"/>
                    <a:pt x="4748" y="2755"/>
                  </a:cubicBezTo>
                  <a:cubicBezTo>
                    <a:pt x="3801" y="3341"/>
                    <a:pt x="2894" y="3995"/>
                    <a:pt x="2027" y="4695"/>
                  </a:cubicBezTo>
                  <a:cubicBezTo>
                    <a:pt x="1587" y="5042"/>
                    <a:pt x="1187" y="5435"/>
                    <a:pt x="827" y="5862"/>
                  </a:cubicBezTo>
                  <a:cubicBezTo>
                    <a:pt x="454" y="6289"/>
                    <a:pt x="174" y="6782"/>
                    <a:pt x="0" y="7316"/>
                  </a:cubicBezTo>
                  <a:cubicBezTo>
                    <a:pt x="447" y="6282"/>
                    <a:pt x="1281" y="5535"/>
                    <a:pt x="2167" y="4868"/>
                  </a:cubicBezTo>
                  <a:cubicBezTo>
                    <a:pt x="3048" y="4202"/>
                    <a:pt x="3968" y="3581"/>
                    <a:pt x="4908" y="2995"/>
                  </a:cubicBezTo>
                  <a:cubicBezTo>
                    <a:pt x="6795" y="1834"/>
                    <a:pt x="8776" y="834"/>
                    <a:pt x="1083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" name="Google Shape;1957;p36"/>
            <p:cNvSpPr/>
            <p:nvPr/>
          </p:nvSpPr>
          <p:spPr>
            <a:xfrm>
              <a:off x="824385" y="3800064"/>
              <a:ext cx="19243" cy="206111"/>
            </a:xfrm>
            <a:custGeom>
              <a:avLst/>
              <a:gdLst/>
              <a:ahLst/>
              <a:cxnLst/>
              <a:rect l="l" t="t" r="r" b="b"/>
              <a:pathLst>
                <a:path w="688" h="7369" extrusionOk="0">
                  <a:moveTo>
                    <a:pt x="688" y="0"/>
                  </a:moveTo>
                  <a:lnTo>
                    <a:pt x="688" y="0"/>
                  </a:lnTo>
                  <a:cubicBezTo>
                    <a:pt x="54" y="2414"/>
                    <a:pt x="1" y="4935"/>
                    <a:pt x="528" y="7369"/>
                  </a:cubicBezTo>
                  <a:cubicBezTo>
                    <a:pt x="474" y="6135"/>
                    <a:pt x="448" y="4902"/>
                    <a:pt x="461" y="3675"/>
                  </a:cubicBezTo>
                  <a:cubicBezTo>
                    <a:pt x="481" y="2454"/>
                    <a:pt x="581" y="1234"/>
                    <a:pt x="6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" name="Google Shape;1958;p36"/>
            <p:cNvSpPr/>
            <p:nvPr/>
          </p:nvSpPr>
          <p:spPr>
            <a:xfrm>
              <a:off x="978584" y="2991870"/>
              <a:ext cx="1053910" cy="976684"/>
            </a:xfrm>
            <a:custGeom>
              <a:avLst/>
              <a:gdLst/>
              <a:ahLst/>
              <a:cxnLst/>
              <a:rect l="l" t="t" r="r" b="b"/>
              <a:pathLst>
                <a:path w="37680" h="34919" extrusionOk="0">
                  <a:moveTo>
                    <a:pt x="26166" y="0"/>
                  </a:moveTo>
                  <a:cubicBezTo>
                    <a:pt x="24242" y="0"/>
                    <a:pt x="22226" y="202"/>
                    <a:pt x="20201" y="714"/>
                  </a:cubicBezTo>
                  <a:cubicBezTo>
                    <a:pt x="10472" y="3182"/>
                    <a:pt x="6031" y="8296"/>
                    <a:pt x="3210" y="16359"/>
                  </a:cubicBezTo>
                  <a:cubicBezTo>
                    <a:pt x="13" y="25528"/>
                    <a:pt x="0" y="34918"/>
                    <a:pt x="1830" y="34918"/>
                  </a:cubicBezTo>
                  <a:cubicBezTo>
                    <a:pt x="1935" y="34918"/>
                    <a:pt x="2046" y="34887"/>
                    <a:pt x="2163" y="34824"/>
                  </a:cubicBezTo>
                  <a:cubicBezTo>
                    <a:pt x="3197" y="34257"/>
                    <a:pt x="2350" y="25961"/>
                    <a:pt x="5244" y="17219"/>
                  </a:cubicBezTo>
                  <a:cubicBezTo>
                    <a:pt x="8138" y="8477"/>
                    <a:pt x="14980" y="3369"/>
                    <a:pt x="23169" y="1888"/>
                  </a:cubicBezTo>
                  <a:cubicBezTo>
                    <a:pt x="25010" y="1556"/>
                    <a:pt x="26711" y="1411"/>
                    <a:pt x="28282" y="1411"/>
                  </a:cubicBezTo>
                  <a:cubicBezTo>
                    <a:pt x="32145" y="1411"/>
                    <a:pt x="35224" y="2290"/>
                    <a:pt x="37679" y="3442"/>
                  </a:cubicBezTo>
                  <a:cubicBezTo>
                    <a:pt x="36672" y="2535"/>
                    <a:pt x="35565" y="1755"/>
                    <a:pt x="34372" y="1121"/>
                  </a:cubicBezTo>
                  <a:cubicBezTo>
                    <a:pt x="32104" y="521"/>
                    <a:pt x="29254" y="0"/>
                    <a:pt x="261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" name="Google Shape;1959;p36"/>
            <p:cNvSpPr/>
            <p:nvPr/>
          </p:nvSpPr>
          <p:spPr>
            <a:xfrm>
              <a:off x="982360" y="2983927"/>
              <a:ext cx="1095641" cy="992795"/>
            </a:xfrm>
            <a:custGeom>
              <a:avLst/>
              <a:gdLst/>
              <a:ahLst/>
              <a:cxnLst/>
              <a:rect l="l" t="t" r="r" b="b"/>
              <a:pathLst>
                <a:path w="39172" h="35495" extrusionOk="0">
                  <a:moveTo>
                    <a:pt x="25873" y="584"/>
                  </a:moveTo>
                  <a:cubicBezTo>
                    <a:pt x="25927" y="584"/>
                    <a:pt x="25981" y="585"/>
                    <a:pt x="26035" y="585"/>
                  </a:cubicBezTo>
                  <a:cubicBezTo>
                    <a:pt x="29135" y="585"/>
                    <a:pt x="31970" y="1105"/>
                    <a:pt x="34123" y="1685"/>
                  </a:cubicBezTo>
                  <a:cubicBezTo>
                    <a:pt x="34690" y="1979"/>
                    <a:pt x="35244" y="2319"/>
                    <a:pt x="35771" y="2686"/>
                  </a:cubicBezTo>
                  <a:cubicBezTo>
                    <a:pt x="33372" y="1836"/>
                    <a:pt x="30809" y="1412"/>
                    <a:pt x="28098" y="1412"/>
                  </a:cubicBezTo>
                  <a:cubicBezTo>
                    <a:pt x="26446" y="1412"/>
                    <a:pt x="24738" y="1570"/>
                    <a:pt x="22980" y="1885"/>
                  </a:cubicBezTo>
                  <a:cubicBezTo>
                    <a:pt x="14185" y="3472"/>
                    <a:pt x="7570" y="9134"/>
                    <a:pt x="4836" y="17409"/>
                  </a:cubicBezTo>
                  <a:cubicBezTo>
                    <a:pt x="3082" y="22698"/>
                    <a:pt x="2695" y="27786"/>
                    <a:pt x="2435" y="31166"/>
                  </a:cubicBezTo>
                  <a:cubicBezTo>
                    <a:pt x="2302" y="32894"/>
                    <a:pt x="2082" y="34741"/>
                    <a:pt x="1895" y="34847"/>
                  </a:cubicBezTo>
                  <a:cubicBezTo>
                    <a:pt x="1815" y="34891"/>
                    <a:pt x="1751" y="34908"/>
                    <a:pt x="1696" y="34908"/>
                  </a:cubicBezTo>
                  <a:cubicBezTo>
                    <a:pt x="1617" y="34908"/>
                    <a:pt x="1559" y="34873"/>
                    <a:pt x="1508" y="34834"/>
                  </a:cubicBezTo>
                  <a:cubicBezTo>
                    <a:pt x="981" y="34381"/>
                    <a:pt x="561" y="32400"/>
                    <a:pt x="835" y="28599"/>
                  </a:cubicBezTo>
                  <a:cubicBezTo>
                    <a:pt x="1108" y="24798"/>
                    <a:pt x="2008" y="20590"/>
                    <a:pt x="3349" y="16736"/>
                  </a:cubicBezTo>
                  <a:cubicBezTo>
                    <a:pt x="6403" y="8007"/>
                    <a:pt x="11264" y="3532"/>
                    <a:pt x="20140" y="1285"/>
                  </a:cubicBezTo>
                  <a:cubicBezTo>
                    <a:pt x="22015" y="818"/>
                    <a:pt x="23940" y="584"/>
                    <a:pt x="25873" y="584"/>
                  </a:cubicBezTo>
                  <a:close/>
                  <a:moveTo>
                    <a:pt x="26042" y="0"/>
                  </a:moveTo>
                  <a:cubicBezTo>
                    <a:pt x="24101" y="0"/>
                    <a:pt x="22054" y="204"/>
                    <a:pt x="20000" y="725"/>
                  </a:cubicBezTo>
                  <a:cubicBezTo>
                    <a:pt x="10904" y="3026"/>
                    <a:pt x="5929" y="7607"/>
                    <a:pt x="2802" y="16543"/>
                  </a:cubicBezTo>
                  <a:cubicBezTo>
                    <a:pt x="1441" y="20444"/>
                    <a:pt x="534" y="24705"/>
                    <a:pt x="261" y="28559"/>
                  </a:cubicBezTo>
                  <a:cubicBezTo>
                    <a:pt x="1" y="32080"/>
                    <a:pt x="328" y="34594"/>
                    <a:pt x="1135" y="35274"/>
                  </a:cubicBezTo>
                  <a:cubicBezTo>
                    <a:pt x="1288" y="35414"/>
                    <a:pt x="1488" y="35488"/>
                    <a:pt x="1695" y="35494"/>
                  </a:cubicBezTo>
                  <a:cubicBezTo>
                    <a:pt x="1861" y="35488"/>
                    <a:pt x="2021" y="35441"/>
                    <a:pt x="2168" y="35361"/>
                  </a:cubicBezTo>
                  <a:cubicBezTo>
                    <a:pt x="2688" y="35074"/>
                    <a:pt x="2802" y="33947"/>
                    <a:pt x="3008" y="31206"/>
                  </a:cubicBezTo>
                  <a:cubicBezTo>
                    <a:pt x="3268" y="27866"/>
                    <a:pt x="3662" y="22804"/>
                    <a:pt x="5382" y="17596"/>
                  </a:cubicBezTo>
                  <a:cubicBezTo>
                    <a:pt x="8050" y="9527"/>
                    <a:pt x="14505" y="4006"/>
                    <a:pt x="23080" y="2459"/>
                  </a:cubicBezTo>
                  <a:cubicBezTo>
                    <a:pt x="24845" y="2141"/>
                    <a:pt x="26536" y="1982"/>
                    <a:pt x="28164" y="1982"/>
                  </a:cubicBezTo>
                  <a:cubicBezTo>
                    <a:pt x="31493" y="1982"/>
                    <a:pt x="34553" y="2649"/>
                    <a:pt x="37424" y="3993"/>
                  </a:cubicBezTo>
                  <a:lnTo>
                    <a:pt x="39171" y="4806"/>
                  </a:lnTo>
                  <a:lnTo>
                    <a:pt x="37744" y="3506"/>
                  </a:lnTo>
                  <a:cubicBezTo>
                    <a:pt x="36717" y="2586"/>
                    <a:pt x="35584" y="1792"/>
                    <a:pt x="34370" y="1152"/>
                  </a:cubicBezTo>
                  <a:lnTo>
                    <a:pt x="34310" y="1132"/>
                  </a:lnTo>
                  <a:cubicBezTo>
                    <a:pt x="32113" y="544"/>
                    <a:pt x="29217" y="0"/>
                    <a:pt x="2604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" name="Google Shape;1960;p36"/>
            <p:cNvSpPr/>
            <p:nvPr/>
          </p:nvSpPr>
          <p:spPr>
            <a:xfrm>
              <a:off x="989660" y="3900448"/>
              <a:ext cx="74065" cy="16334"/>
            </a:xfrm>
            <a:custGeom>
              <a:avLst/>
              <a:gdLst/>
              <a:ahLst/>
              <a:cxnLst/>
              <a:rect l="l" t="t" r="r" b="b"/>
              <a:pathLst>
                <a:path w="2648" h="584" extrusionOk="0">
                  <a:moveTo>
                    <a:pt x="287" y="1"/>
                  </a:moveTo>
                  <a:cubicBezTo>
                    <a:pt x="130" y="1"/>
                    <a:pt x="0" y="130"/>
                    <a:pt x="0" y="292"/>
                  </a:cubicBezTo>
                  <a:cubicBezTo>
                    <a:pt x="0" y="454"/>
                    <a:pt x="130" y="584"/>
                    <a:pt x="287" y="584"/>
                  </a:cubicBezTo>
                  <a:cubicBezTo>
                    <a:pt x="304" y="584"/>
                    <a:pt x="322" y="582"/>
                    <a:pt x="340" y="579"/>
                  </a:cubicBezTo>
                  <a:lnTo>
                    <a:pt x="2307" y="579"/>
                  </a:lnTo>
                  <a:cubicBezTo>
                    <a:pt x="2325" y="582"/>
                    <a:pt x="2342" y="584"/>
                    <a:pt x="2359" y="584"/>
                  </a:cubicBezTo>
                  <a:cubicBezTo>
                    <a:pt x="2512" y="584"/>
                    <a:pt x="2647" y="454"/>
                    <a:pt x="2647" y="292"/>
                  </a:cubicBezTo>
                  <a:cubicBezTo>
                    <a:pt x="2647" y="130"/>
                    <a:pt x="2512" y="1"/>
                    <a:pt x="2359" y="1"/>
                  </a:cubicBezTo>
                  <a:cubicBezTo>
                    <a:pt x="2342" y="1"/>
                    <a:pt x="2325" y="2"/>
                    <a:pt x="2307" y="6"/>
                  </a:cubicBezTo>
                  <a:lnTo>
                    <a:pt x="340" y="6"/>
                  </a:lnTo>
                  <a:cubicBezTo>
                    <a:pt x="322" y="2"/>
                    <a:pt x="304" y="1"/>
                    <a:pt x="28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8" name="Google Shape;1961;p36"/>
            <p:cNvSpPr/>
            <p:nvPr/>
          </p:nvSpPr>
          <p:spPr>
            <a:xfrm>
              <a:off x="990024" y="3809937"/>
              <a:ext cx="81644" cy="31942"/>
            </a:xfrm>
            <a:custGeom>
              <a:avLst/>
              <a:gdLst/>
              <a:ahLst/>
              <a:cxnLst/>
              <a:rect l="l" t="t" r="r" b="b"/>
              <a:pathLst>
                <a:path w="2919" h="1142" extrusionOk="0">
                  <a:moveTo>
                    <a:pt x="329" y="1"/>
                  </a:moveTo>
                  <a:cubicBezTo>
                    <a:pt x="194" y="1"/>
                    <a:pt x="75" y="88"/>
                    <a:pt x="40" y="221"/>
                  </a:cubicBezTo>
                  <a:cubicBezTo>
                    <a:pt x="0" y="381"/>
                    <a:pt x="94" y="534"/>
                    <a:pt x="247" y="574"/>
                  </a:cubicBezTo>
                  <a:lnTo>
                    <a:pt x="2441" y="1134"/>
                  </a:lnTo>
                  <a:lnTo>
                    <a:pt x="2508" y="1134"/>
                  </a:lnTo>
                  <a:lnTo>
                    <a:pt x="2508" y="1141"/>
                  </a:lnTo>
                  <a:cubicBezTo>
                    <a:pt x="2510" y="1141"/>
                    <a:pt x="2512" y="1141"/>
                    <a:pt x="2515" y="1141"/>
                  </a:cubicBezTo>
                  <a:cubicBezTo>
                    <a:pt x="2862" y="1141"/>
                    <a:pt x="2919" y="647"/>
                    <a:pt x="2581" y="568"/>
                  </a:cubicBezTo>
                  <a:lnTo>
                    <a:pt x="394" y="7"/>
                  </a:lnTo>
                  <a:cubicBezTo>
                    <a:pt x="372" y="3"/>
                    <a:pt x="350" y="1"/>
                    <a:pt x="32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9" name="Google Shape;1962;p36"/>
            <p:cNvSpPr/>
            <p:nvPr/>
          </p:nvSpPr>
          <p:spPr>
            <a:xfrm>
              <a:off x="992457" y="3740935"/>
              <a:ext cx="83574" cy="17565"/>
            </a:xfrm>
            <a:custGeom>
              <a:avLst/>
              <a:gdLst/>
              <a:ahLst/>
              <a:cxnLst/>
              <a:rect l="l" t="t" r="r" b="b"/>
              <a:pathLst>
                <a:path w="2988" h="628" extrusionOk="0">
                  <a:moveTo>
                    <a:pt x="300" y="0"/>
                  </a:moveTo>
                  <a:cubicBezTo>
                    <a:pt x="140" y="0"/>
                    <a:pt x="7" y="127"/>
                    <a:pt x="7" y="280"/>
                  </a:cubicBezTo>
                  <a:cubicBezTo>
                    <a:pt x="0" y="441"/>
                    <a:pt x="127" y="574"/>
                    <a:pt x="287" y="574"/>
                  </a:cubicBezTo>
                  <a:lnTo>
                    <a:pt x="2687" y="627"/>
                  </a:lnTo>
                  <a:lnTo>
                    <a:pt x="2701" y="627"/>
                  </a:lnTo>
                  <a:cubicBezTo>
                    <a:pt x="2854" y="627"/>
                    <a:pt x="2988" y="501"/>
                    <a:pt x="2988" y="340"/>
                  </a:cubicBezTo>
                  <a:cubicBezTo>
                    <a:pt x="2988" y="180"/>
                    <a:pt x="2867" y="47"/>
                    <a:pt x="2707" y="40"/>
                  </a:cubicBezTo>
                  <a:lnTo>
                    <a:pt x="300" y="0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" name="Google Shape;1963;p36"/>
            <p:cNvSpPr/>
            <p:nvPr/>
          </p:nvSpPr>
          <p:spPr>
            <a:xfrm>
              <a:off x="1001407" y="3668017"/>
              <a:ext cx="82260" cy="37704"/>
            </a:xfrm>
            <a:custGeom>
              <a:avLst/>
              <a:gdLst/>
              <a:ahLst/>
              <a:cxnLst/>
              <a:rect l="l" t="t" r="r" b="b"/>
              <a:pathLst>
                <a:path w="2941" h="1348" extrusionOk="0">
                  <a:moveTo>
                    <a:pt x="331" y="0"/>
                  </a:moveTo>
                  <a:cubicBezTo>
                    <a:pt x="207" y="0"/>
                    <a:pt x="91" y="76"/>
                    <a:pt x="53" y="200"/>
                  </a:cubicBezTo>
                  <a:cubicBezTo>
                    <a:pt x="0" y="353"/>
                    <a:pt x="80" y="513"/>
                    <a:pt x="234" y="574"/>
                  </a:cubicBezTo>
                  <a:lnTo>
                    <a:pt x="2521" y="1327"/>
                  </a:lnTo>
                  <a:lnTo>
                    <a:pt x="2614" y="1347"/>
                  </a:lnTo>
                  <a:cubicBezTo>
                    <a:pt x="2734" y="1347"/>
                    <a:pt x="2848" y="1267"/>
                    <a:pt x="2888" y="1147"/>
                  </a:cubicBezTo>
                  <a:cubicBezTo>
                    <a:pt x="2941" y="994"/>
                    <a:pt x="2854" y="827"/>
                    <a:pt x="2701" y="780"/>
                  </a:cubicBezTo>
                  <a:lnTo>
                    <a:pt x="420" y="13"/>
                  </a:lnTo>
                  <a:cubicBezTo>
                    <a:pt x="391" y="4"/>
                    <a:pt x="361" y="0"/>
                    <a:pt x="33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" name="Google Shape;1964;p36"/>
            <p:cNvSpPr/>
            <p:nvPr/>
          </p:nvSpPr>
          <p:spPr>
            <a:xfrm>
              <a:off x="1017434" y="3623685"/>
              <a:ext cx="74065" cy="31858"/>
            </a:xfrm>
            <a:custGeom>
              <a:avLst/>
              <a:gdLst/>
              <a:ahLst/>
              <a:cxnLst/>
              <a:rect l="l" t="t" r="r" b="b"/>
              <a:pathLst>
                <a:path w="2648" h="1139" extrusionOk="0">
                  <a:moveTo>
                    <a:pt x="333" y="0"/>
                  </a:moveTo>
                  <a:cubicBezTo>
                    <a:pt x="231" y="0"/>
                    <a:pt x="193" y="30"/>
                    <a:pt x="147" y="65"/>
                  </a:cubicBezTo>
                  <a:cubicBezTo>
                    <a:pt x="21" y="165"/>
                    <a:pt x="1" y="351"/>
                    <a:pt x="107" y="471"/>
                  </a:cubicBezTo>
                  <a:cubicBezTo>
                    <a:pt x="160" y="541"/>
                    <a:pt x="238" y="581"/>
                    <a:pt x="323" y="581"/>
                  </a:cubicBezTo>
                  <a:cubicBezTo>
                    <a:pt x="335" y="581"/>
                    <a:pt x="348" y="580"/>
                    <a:pt x="361" y="578"/>
                  </a:cubicBezTo>
                  <a:cubicBezTo>
                    <a:pt x="561" y="611"/>
                    <a:pt x="1454" y="872"/>
                    <a:pt x="2228" y="1125"/>
                  </a:cubicBezTo>
                  <a:lnTo>
                    <a:pt x="2321" y="1138"/>
                  </a:lnTo>
                  <a:cubicBezTo>
                    <a:pt x="2326" y="1138"/>
                    <a:pt x="2330" y="1139"/>
                    <a:pt x="2335" y="1139"/>
                  </a:cubicBezTo>
                  <a:cubicBezTo>
                    <a:pt x="2456" y="1139"/>
                    <a:pt x="2563" y="1054"/>
                    <a:pt x="2595" y="938"/>
                  </a:cubicBezTo>
                  <a:cubicBezTo>
                    <a:pt x="2648" y="785"/>
                    <a:pt x="2561" y="625"/>
                    <a:pt x="2415" y="571"/>
                  </a:cubicBezTo>
                  <a:cubicBezTo>
                    <a:pt x="1025" y="123"/>
                    <a:pt x="543" y="0"/>
                    <a:pt x="33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" name="Google Shape;1965;p36"/>
            <p:cNvSpPr/>
            <p:nvPr/>
          </p:nvSpPr>
          <p:spPr>
            <a:xfrm>
              <a:off x="1022133" y="3554543"/>
              <a:ext cx="84302" cy="25257"/>
            </a:xfrm>
            <a:custGeom>
              <a:avLst/>
              <a:gdLst/>
              <a:ahLst/>
              <a:cxnLst/>
              <a:rect l="l" t="t" r="r" b="b"/>
              <a:pathLst>
                <a:path w="3014" h="903" extrusionOk="0">
                  <a:moveTo>
                    <a:pt x="400" y="0"/>
                  </a:moveTo>
                  <a:cubicBezTo>
                    <a:pt x="56" y="0"/>
                    <a:pt x="1" y="565"/>
                    <a:pt x="393" y="589"/>
                  </a:cubicBezTo>
                  <a:lnTo>
                    <a:pt x="2660" y="903"/>
                  </a:lnTo>
                  <a:lnTo>
                    <a:pt x="2707" y="903"/>
                  </a:lnTo>
                  <a:cubicBezTo>
                    <a:pt x="2847" y="903"/>
                    <a:pt x="2967" y="796"/>
                    <a:pt x="2987" y="656"/>
                  </a:cubicBezTo>
                  <a:cubicBezTo>
                    <a:pt x="3013" y="496"/>
                    <a:pt x="2900" y="343"/>
                    <a:pt x="2740" y="329"/>
                  </a:cubicBezTo>
                  <a:lnTo>
                    <a:pt x="479" y="9"/>
                  </a:lnTo>
                  <a:cubicBezTo>
                    <a:pt x="452" y="3"/>
                    <a:pt x="425" y="0"/>
                    <a:pt x="4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" name="Google Shape;1966;p36"/>
            <p:cNvSpPr/>
            <p:nvPr/>
          </p:nvSpPr>
          <p:spPr>
            <a:xfrm>
              <a:off x="1044117" y="3486883"/>
              <a:ext cx="77057" cy="37899"/>
            </a:xfrm>
            <a:custGeom>
              <a:avLst/>
              <a:gdLst/>
              <a:ahLst/>
              <a:cxnLst/>
              <a:rect l="l" t="t" r="r" b="b"/>
              <a:pathLst>
                <a:path w="2755" h="1355" extrusionOk="0">
                  <a:moveTo>
                    <a:pt x="328" y="1"/>
                  </a:moveTo>
                  <a:cubicBezTo>
                    <a:pt x="208" y="1"/>
                    <a:pt x="96" y="76"/>
                    <a:pt x="60" y="194"/>
                  </a:cubicBezTo>
                  <a:cubicBezTo>
                    <a:pt x="0" y="341"/>
                    <a:pt x="74" y="514"/>
                    <a:pt x="227" y="561"/>
                  </a:cubicBezTo>
                  <a:lnTo>
                    <a:pt x="2327" y="1341"/>
                  </a:lnTo>
                  <a:lnTo>
                    <a:pt x="2428" y="1355"/>
                  </a:lnTo>
                  <a:cubicBezTo>
                    <a:pt x="2548" y="1348"/>
                    <a:pt x="2654" y="1275"/>
                    <a:pt x="2701" y="1161"/>
                  </a:cubicBezTo>
                  <a:cubicBezTo>
                    <a:pt x="2754" y="1008"/>
                    <a:pt x="2674" y="848"/>
                    <a:pt x="2528" y="788"/>
                  </a:cubicBezTo>
                  <a:lnTo>
                    <a:pt x="434" y="21"/>
                  </a:lnTo>
                  <a:cubicBezTo>
                    <a:pt x="399" y="7"/>
                    <a:pt x="363" y="1"/>
                    <a:pt x="32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4" name="Google Shape;1967;p36"/>
            <p:cNvSpPr/>
            <p:nvPr/>
          </p:nvSpPr>
          <p:spPr>
            <a:xfrm>
              <a:off x="1065375" y="3424259"/>
              <a:ext cx="74065" cy="33200"/>
            </a:xfrm>
            <a:custGeom>
              <a:avLst/>
              <a:gdLst/>
              <a:ahLst/>
              <a:cxnLst/>
              <a:rect l="l" t="t" r="r" b="b"/>
              <a:pathLst>
                <a:path w="2648" h="1187" extrusionOk="0">
                  <a:moveTo>
                    <a:pt x="329" y="0"/>
                  </a:moveTo>
                  <a:cubicBezTo>
                    <a:pt x="204" y="0"/>
                    <a:pt x="85" y="82"/>
                    <a:pt x="47" y="213"/>
                  </a:cubicBezTo>
                  <a:cubicBezTo>
                    <a:pt x="0" y="359"/>
                    <a:pt x="87" y="526"/>
                    <a:pt x="240" y="566"/>
                  </a:cubicBezTo>
                  <a:lnTo>
                    <a:pt x="2234" y="1186"/>
                  </a:lnTo>
                  <a:lnTo>
                    <a:pt x="2328" y="1186"/>
                  </a:lnTo>
                  <a:cubicBezTo>
                    <a:pt x="2448" y="1186"/>
                    <a:pt x="2561" y="1113"/>
                    <a:pt x="2601" y="993"/>
                  </a:cubicBezTo>
                  <a:cubicBezTo>
                    <a:pt x="2648" y="840"/>
                    <a:pt x="2561" y="673"/>
                    <a:pt x="2408" y="626"/>
                  </a:cubicBezTo>
                  <a:lnTo>
                    <a:pt x="414" y="13"/>
                  </a:lnTo>
                  <a:cubicBezTo>
                    <a:pt x="386" y="4"/>
                    <a:pt x="357" y="0"/>
                    <a:pt x="32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" name="Google Shape;1968;p36"/>
            <p:cNvSpPr/>
            <p:nvPr/>
          </p:nvSpPr>
          <p:spPr>
            <a:xfrm>
              <a:off x="1090660" y="3355704"/>
              <a:ext cx="75351" cy="48416"/>
            </a:xfrm>
            <a:custGeom>
              <a:avLst/>
              <a:gdLst/>
              <a:ahLst/>
              <a:cxnLst/>
              <a:rect l="l" t="t" r="r" b="b"/>
              <a:pathLst>
                <a:path w="2694" h="1731" extrusionOk="0">
                  <a:moveTo>
                    <a:pt x="421" y="1"/>
                  </a:moveTo>
                  <a:cubicBezTo>
                    <a:pt x="166" y="1"/>
                    <a:pt x="0" y="369"/>
                    <a:pt x="270" y="543"/>
                  </a:cubicBezTo>
                  <a:lnTo>
                    <a:pt x="2131" y="1684"/>
                  </a:lnTo>
                  <a:cubicBezTo>
                    <a:pt x="2171" y="1717"/>
                    <a:pt x="2224" y="1730"/>
                    <a:pt x="2277" y="1730"/>
                  </a:cubicBezTo>
                  <a:cubicBezTo>
                    <a:pt x="2282" y="1730"/>
                    <a:pt x="2287" y="1731"/>
                    <a:pt x="2292" y="1731"/>
                  </a:cubicBezTo>
                  <a:cubicBezTo>
                    <a:pt x="2588" y="1731"/>
                    <a:pt x="2693" y="1334"/>
                    <a:pt x="2431" y="1190"/>
                  </a:cubicBezTo>
                  <a:lnTo>
                    <a:pt x="570" y="43"/>
                  </a:lnTo>
                  <a:cubicBezTo>
                    <a:pt x="519" y="14"/>
                    <a:pt x="468" y="1"/>
                    <a:pt x="42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" name="Google Shape;1969;p36"/>
            <p:cNvSpPr/>
            <p:nvPr/>
          </p:nvSpPr>
          <p:spPr>
            <a:xfrm>
              <a:off x="1120951" y="3303512"/>
              <a:ext cx="73337" cy="52472"/>
            </a:xfrm>
            <a:custGeom>
              <a:avLst/>
              <a:gdLst/>
              <a:ahLst/>
              <a:cxnLst/>
              <a:rect l="l" t="t" r="r" b="b"/>
              <a:pathLst>
                <a:path w="2622" h="1876" extrusionOk="0">
                  <a:moveTo>
                    <a:pt x="335" y="1"/>
                  </a:moveTo>
                  <a:cubicBezTo>
                    <a:pt x="241" y="1"/>
                    <a:pt x="149" y="47"/>
                    <a:pt x="94" y="135"/>
                  </a:cubicBezTo>
                  <a:cubicBezTo>
                    <a:pt x="1" y="262"/>
                    <a:pt x="41" y="449"/>
                    <a:pt x="181" y="535"/>
                  </a:cubicBezTo>
                  <a:lnTo>
                    <a:pt x="2128" y="1829"/>
                  </a:lnTo>
                  <a:cubicBezTo>
                    <a:pt x="2175" y="1856"/>
                    <a:pt x="2235" y="1876"/>
                    <a:pt x="2288" y="1876"/>
                  </a:cubicBezTo>
                  <a:cubicBezTo>
                    <a:pt x="2388" y="1876"/>
                    <a:pt x="2475" y="1822"/>
                    <a:pt x="2528" y="1742"/>
                  </a:cubicBezTo>
                  <a:cubicBezTo>
                    <a:pt x="2621" y="1609"/>
                    <a:pt x="2588" y="1429"/>
                    <a:pt x="2455" y="1342"/>
                  </a:cubicBezTo>
                  <a:lnTo>
                    <a:pt x="494" y="49"/>
                  </a:lnTo>
                  <a:cubicBezTo>
                    <a:pt x="445" y="17"/>
                    <a:pt x="389" y="1"/>
                    <a:pt x="3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" name="Google Shape;1970;p36"/>
            <p:cNvSpPr/>
            <p:nvPr/>
          </p:nvSpPr>
          <p:spPr>
            <a:xfrm>
              <a:off x="1165032" y="3227713"/>
              <a:ext cx="73841" cy="59296"/>
            </a:xfrm>
            <a:custGeom>
              <a:avLst/>
              <a:gdLst/>
              <a:ahLst/>
              <a:cxnLst/>
              <a:rect l="l" t="t" r="r" b="b"/>
              <a:pathLst>
                <a:path w="2640" h="2120" extrusionOk="0">
                  <a:moveTo>
                    <a:pt x="426" y="1"/>
                  </a:moveTo>
                  <a:cubicBezTo>
                    <a:pt x="185" y="1"/>
                    <a:pt x="0" y="333"/>
                    <a:pt x="245" y="525"/>
                  </a:cubicBezTo>
                  <a:lnTo>
                    <a:pt x="2132" y="2052"/>
                  </a:lnTo>
                  <a:cubicBezTo>
                    <a:pt x="2174" y="2094"/>
                    <a:pt x="2232" y="2119"/>
                    <a:pt x="2292" y="2119"/>
                  </a:cubicBezTo>
                  <a:cubicBezTo>
                    <a:pt x="2299" y="2119"/>
                    <a:pt x="2306" y="2119"/>
                    <a:pt x="2312" y="2118"/>
                  </a:cubicBezTo>
                  <a:cubicBezTo>
                    <a:pt x="2399" y="2118"/>
                    <a:pt x="2486" y="2078"/>
                    <a:pt x="2539" y="2012"/>
                  </a:cubicBezTo>
                  <a:cubicBezTo>
                    <a:pt x="2639" y="1885"/>
                    <a:pt x="2619" y="1705"/>
                    <a:pt x="2499" y="1605"/>
                  </a:cubicBezTo>
                  <a:lnTo>
                    <a:pt x="612" y="71"/>
                  </a:lnTo>
                  <a:cubicBezTo>
                    <a:pt x="550" y="22"/>
                    <a:pt x="486" y="1"/>
                    <a:pt x="42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" name="Google Shape;1971;p36"/>
            <p:cNvSpPr/>
            <p:nvPr/>
          </p:nvSpPr>
          <p:spPr>
            <a:xfrm>
              <a:off x="1217587" y="3166599"/>
              <a:ext cx="59884" cy="77505"/>
            </a:xfrm>
            <a:custGeom>
              <a:avLst/>
              <a:gdLst/>
              <a:ahLst/>
              <a:cxnLst/>
              <a:rect l="l" t="t" r="r" b="b"/>
              <a:pathLst>
                <a:path w="2141" h="2771" extrusionOk="0">
                  <a:moveTo>
                    <a:pt x="426" y="0"/>
                  </a:moveTo>
                  <a:cubicBezTo>
                    <a:pt x="215" y="0"/>
                    <a:pt x="1" y="241"/>
                    <a:pt x="180" y="476"/>
                  </a:cubicBezTo>
                  <a:lnTo>
                    <a:pt x="1560" y="2636"/>
                  </a:lnTo>
                  <a:cubicBezTo>
                    <a:pt x="1611" y="2718"/>
                    <a:pt x="1697" y="2770"/>
                    <a:pt x="1790" y="2770"/>
                  </a:cubicBezTo>
                  <a:cubicBezTo>
                    <a:pt x="1796" y="2770"/>
                    <a:pt x="1801" y="2770"/>
                    <a:pt x="1807" y="2770"/>
                  </a:cubicBezTo>
                  <a:cubicBezTo>
                    <a:pt x="1860" y="2770"/>
                    <a:pt x="1914" y="2756"/>
                    <a:pt x="1960" y="2730"/>
                  </a:cubicBezTo>
                  <a:cubicBezTo>
                    <a:pt x="2100" y="2643"/>
                    <a:pt x="2140" y="2463"/>
                    <a:pt x="2054" y="2330"/>
                  </a:cubicBezTo>
                  <a:lnTo>
                    <a:pt x="673" y="169"/>
                  </a:lnTo>
                  <a:cubicBezTo>
                    <a:pt x="615" y="49"/>
                    <a:pt x="521" y="0"/>
                    <a:pt x="42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9" name="Google Shape;1972;p36"/>
            <p:cNvSpPr/>
            <p:nvPr/>
          </p:nvSpPr>
          <p:spPr>
            <a:xfrm>
              <a:off x="1266031" y="3127413"/>
              <a:ext cx="65114" cy="63688"/>
            </a:xfrm>
            <a:custGeom>
              <a:avLst/>
              <a:gdLst/>
              <a:ahLst/>
              <a:cxnLst/>
              <a:rect l="l" t="t" r="r" b="b"/>
              <a:pathLst>
                <a:path w="2328" h="2277" extrusionOk="0">
                  <a:moveTo>
                    <a:pt x="392" y="1"/>
                  </a:moveTo>
                  <a:cubicBezTo>
                    <a:pt x="181" y="1"/>
                    <a:pt x="0" y="246"/>
                    <a:pt x="155" y="463"/>
                  </a:cubicBezTo>
                  <a:lnTo>
                    <a:pt x="1722" y="2190"/>
                  </a:lnTo>
                  <a:cubicBezTo>
                    <a:pt x="1775" y="2243"/>
                    <a:pt x="1855" y="2277"/>
                    <a:pt x="1936" y="2277"/>
                  </a:cubicBezTo>
                  <a:cubicBezTo>
                    <a:pt x="1938" y="2277"/>
                    <a:pt x="1941" y="2277"/>
                    <a:pt x="1944" y="2277"/>
                  </a:cubicBezTo>
                  <a:cubicBezTo>
                    <a:pt x="2198" y="2277"/>
                    <a:pt x="2327" y="1975"/>
                    <a:pt x="2156" y="1790"/>
                  </a:cubicBezTo>
                  <a:lnTo>
                    <a:pt x="575" y="70"/>
                  </a:lnTo>
                  <a:cubicBezTo>
                    <a:pt x="517" y="22"/>
                    <a:pt x="453" y="1"/>
                    <a:pt x="39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" name="Google Shape;1973;p36"/>
            <p:cNvSpPr/>
            <p:nvPr/>
          </p:nvSpPr>
          <p:spPr>
            <a:xfrm>
              <a:off x="1327621" y="3094772"/>
              <a:ext cx="40864" cy="67240"/>
            </a:xfrm>
            <a:custGeom>
              <a:avLst/>
              <a:gdLst/>
              <a:ahLst/>
              <a:cxnLst/>
              <a:rect l="l" t="t" r="r" b="b"/>
              <a:pathLst>
                <a:path w="1461" h="2404" extrusionOk="0">
                  <a:moveTo>
                    <a:pt x="329" y="1"/>
                  </a:moveTo>
                  <a:cubicBezTo>
                    <a:pt x="288" y="1"/>
                    <a:pt x="246" y="10"/>
                    <a:pt x="207" y="30"/>
                  </a:cubicBezTo>
                  <a:cubicBezTo>
                    <a:pt x="67" y="96"/>
                    <a:pt x="0" y="263"/>
                    <a:pt x="60" y="410"/>
                  </a:cubicBezTo>
                  <a:lnTo>
                    <a:pt x="840" y="2230"/>
                  </a:lnTo>
                  <a:cubicBezTo>
                    <a:pt x="887" y="2337"/>
                    <a:pt x="994" y="2404"/>
                    <a:pt x="1107" y="2404"/>
                  </a:cubicBezTo>
                  <a:cubicBezTo>
                    <a:pt x="1321" y="2404"/>
                    <a:pt x="1461" y="2190"/>
                    <a:pt x="1374" y="1997"/>
                  </a:cubicBezTo>
                  <a:lnTo>
                    <a:pt x="594" y="176"/>
                  </a:lnTo>
                  <a:cubicBezTo>
                    <a:pt x="550" y="69"/>
                    <a:pt x="442" y="1"/>
                    <a:pt x="32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1" name="Google Shape;1974;p36"/>
            <p:cNvSpPr/>
            <p:nvPr/>
          </p:nvSpPr>
          <p:spPr>
            <a:xfrm>
              <a:off x="1374191" y="3060816"/>
              <a:ext cx="49507" cy="64443"/>
            </a:xfrm>
            <a:custGeom>
              <a:avLst/>
              <a:gdLst/>
              <a:ahLst/>
              <a:cxnLst/>
              <a:rect l="l" t="t" r="r" b="b"/>
              <a:pathLst>
                <a:path w="1770" h="2304" extrusionOk="0">
                  <a:moveTo>
                    <a:pt x="379" y="0"/>
                  </a:moveTo>
                  <a:cubicBezTo>
                    <a:pt x="186" y="0"/>
                    <a:pt x="1" y="202"/>
                    <a:pt x="109" y="423"/>
                  </a:cubicBezTo>
                  <a:lnTo>
                    <a:pt x="1196" y="2157"/>
                  </a:lnTo>
                  <a:cubicBezTo>
                    <a:pt x="1249" y="2244"/>
                    <a:pt x="1343" y="2297"/>
                    <a:pt x="1443" y="2304"/>
                  </a:cubicBezTo>
                  <a:cubicBezTo>
                    <a:pt x="1496" y="2297"/>
                    <a:pt x="1549" y="2284"/>
                    <a:pt x="1596" y="2251"/>
                  </a:cubicBezTo>
                  <a:cubicBezTo>
                    <a:pt x="1730" y="2164"/>
                    <a:pt x="1770" y="1984"/>
                    <a:pt x="1689" y="1850"/>
                  </a:cubicBezTo>
                  <a:lnTo>
                    <a:pt x="603" y="117"/>
                  </a:lnTo>
                  <a:cubicBezTo>
                    <a:pt x="540" y="35"/>
                    <a:pt x="459" y="0"/>
                    <a:pt x="37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2" name="Google Shape;1975;p36"/>
            <p:cNvSpPr/>
            <p:nvPr/>
          </p:nvSpPr>
          <p:spPr>
            <a:xfrm>
              <a:off x="1426272" y="3037965"/>
              <a:ext cx="44416" cy="65506"/>
            </a:xfrm>
            <a:custGeom>
              <a:avLst/>
              <a:gdLst/>
              <a:ahLst/>
              <a:cxnLst/>
              <a:rect l="l" t="t" r="r" b="b"/>
              <a:pathLst>
                <a:path w="1588" h="2342" extrusionOk="0">
                  <a:moveTo>
                    <a:pt x="326" y="1"/>
                  </a:moveTo>
                  <a:cubicBezTo>
                    <a:pt x="282" y="1"/>
                    <a:pt x="236" y="11"/>
                    <a:pt x="194" y="33"/>
                  </a:cubicBezTo>
                  <a:cubicBezTo>
                    <a:pt x="54" y="113"/>
                    <a:pt x="1" y="287"/>
                    <a:pt x="74" y="427"/>
                  </a:cubicBezTo>
                  <a:lnTo>
                    <a:pt x="1001" y="2194"/>
                  </a:lnTo>
                  <a:cubicBezTo>
                    <a:pt x="1045" y="2283"/>
                    <a:pt x="1138" y="2341"/>
                    <a:pt x="1244" y="2341"/>
                  </a:cubicBezTo>
                  <a:cubicBezTo>
                    <a:pt x="1250" y="2341"/>
                    <a:pt x="1255" y="2341"/>
                    <a:pt x="1261" y="2341"/>
                  </a:cubicBezTo>
                  <a:cubicBezTo>
                    <a:pt x="1301" y="2341"/>
                    <a:pt x="1348" y="2334"/>
                    <a:pt x="1388" y="2307"/>
                  </a:cubicBezTo>
                  <a:cubicBezTo>
                    <a:pt x="1528" y="2234"/>
                    <a:pt x="1588" y="2061"/>
                    <a:pt x="1515" y="1921"/>
                  </a:cubicBezTo>
                  <a:lnTo>
                    <a:pt x="581" y="160"/>
                  </a:lnTo>
                  <a:cubicBezTo>
                    <a:pt x="530" y="58"/>
                    <a:pt x="430" y="1"/>
                    <a:pt x="32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3" name="Google Shape;1976;p36"/>
            <p:cNvSpPr/>
            <p:nvPr/>
          </p:nvSpPr>
          <p:spPr>
            <a:xfrm>
              <a:off x="1472058" y="3022358"/>
              <a:ext cx="43046" cy="56667"/>
            </a:xfrm>
            <a:custGeom>
              <a:avLst/>
              <a:gdLst/>
              <a:ahLst/>
              <a:cxnLst/>
              <a:rect l="l" t="t" r="r" b="b"/>
              <a:pathLst>
                <a:path w="1539" h="2026" extrusionOk="0">
                  <a:moveTo>
                    <a:pt x="367" y="0"/>
                  </a:moveTo>
                  <a:cubicBezTo>
                    <a:pt x="178" y="0"/>
                    <a:pt x="0" y="186"/>
                    <a:pt x="98" y="405"/>
                  </a:cubicBezTo>
                  <a:lnTo>
                    <a:pt x="958" y="1885"/>
                  </a:lnTo>
                  <a:cubicBezTo>
                    <a:pt x="1005" y="1972"/>
                    <a:pt x="1105" y="2025"/>
                    <a:pt x="1205" y="2025"/>
                  </a:cubicBezTo>
                  <a:cubicBezTo>
                    <a:pt x="1258" y="2025"/>
                    <a:pt x="1311" y="2012"/>
                    <a:pt x="1358" y="1985"/>
                  </a:cubicBezTo>
                  <a:cubicBezTo>
                    <a:pt x="1491" y="1898"/>
                    <a:pt x="1538" y="1718"/>
                    <a:pt x="1458" y="1585"/>
                  </a:cubicBezTo>
                  <a:lnTo>
                    <a:pt x="598" y="118"/>
                  </a:lnTo>
                  <a:cubicBezTo>
                    <a:pt x="533" y="35"/>
                    <a:pt x="449" y="0"/>
                    <a:pt x="3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4" name="Google Shape;1977;p36"/>
            <p:cNvSpPr/>
            <p:nvPr/>
          </p:nvSpPr>
          <p:spPr>
            <a:xfrm>
              <a:off x="1534264" y="3003897"/>
              <a:ext cx="43689" cy="61870"/>
            </a:xfrm>
            <a:custGeom>
              <a:avLst/>
              <a:gdLst/>
              <a:ahLst/>
              <a:cxnLst/>
              <a:rect l="l" t="t" r="r" b="b"/>
              <a:pathLst>
                <a:path w="1562" h="2212" extrusionOk="0">
                  <a:moveTo>
                    <a:pt x="332" y="0"/>
                  </a:moveTo>
                  <a:cubicBezTo>
                    <a:pt x="284" y="0"/>
                    <a:pt x="234" y="12"/>
                    <a:pt x="188" y="38"/>
                  </a:cubicBezTo>
                  <a:cubicBezTo>
                    <a:pt x="48" y="111"/>
                    <a:pt x="1" y="291"/>
                    <a:pt x="81" y="425"/>
                  </a:cubicBezTo>
                  <a:lnTo>
                    <a:pt x="975" y="2058"/>
                  </a:lnTo>
                  <a:cubicBezTo>
                    <a:pt x="1028" y="2152"/>
                    <a:pt x="1128" y="2205"/>
                    <a:pt x="1235" y="2212"/>
                  </a:cubicBezTo>
                  <a:cubicBezTo>
                    <a:pt x="1281" y="2212"/>
                    <a:pt x="1328" y="2192"/>
                    <a:pt x="1375" y="2172"/>
                  </a:cubicBezTo>
                  <a:cubicBezTo>
                    <a:pt x="1515" y="2092"/>
                    <a:pt x="1561" y="1918"/>
                    <a:pt x="1488" y="1778"/>
                  </a:cubicBezTo>
                  <a:lnTo>
                    <a:pt x="588" y="151"/>
                  </a:lnTo>
                  <a:cubicBezTo>
                    <a:pt x="533" y="56"/>
                    <a:pt x="435" y="0"/>
                    <a:pt x="33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5" name="Google Shape;1978;p36"/>
            <p:cNvSpPr/>
            <p:nvPr/>
          </p:nvSpPr>
          <p:spPr>
            <a:xfrm>
              <a:off x="1583883" y="2993465"/>
              <a:ext cx="30627" cy="60919"/>
            </a:xfrm>
            <a:custGeom>
              <a:avLst/>
              <a:gdLst/>
              <a:ahLst/>
              <a:cxnLst/>
              <a:rect l="l" t="t" r="r" b="b"/>
              <a:pathLst>
                <a:path w="1095" h="2178" extrusionOk="0">
                  <a:moveTo>
                    <a:pt x="323" y="1"/>
                  </a:moveTo>
                  <a:cubicBezTo>
                    <a:pt x="298" y="1"/>
                    <a:pt x="273" y="4"/>
                    <a:pt x="247" y="11"/>
                  </a:cubicBezTo>
                  <a:cubicBezTo>
                    <a:pt x="94" y="51"/>
                    <a:pt x="1" y="211"/>
                    <a:pt x="47" y="364"/>
                  </a:cubicBezTo>
                  <a:lnTo>
                    <a:pt x="501" y="1964"/>
                  </a:lnTo>
                  <a:cubicBezTo>
                    <a:pt x="534" y="2091"/>
                    <a:pt x="648" y="2178"/>
                    <a:pt x="774" y="2178"/>
                  </a:cubicBezTo>
                  <a:lnTo>
                    <a:pt x="861" y="2165"/>
                  </a:lnTo>
                  <a:cubicBezTo>
                    <a:pt x="1008" y="2118"/>
                    <a:pt x="1094" y="1964"/>
                    <a:pt x="1061" y="1811"/>
                  </a:cubicBezTo>
                  <a:lnTo>
                    <a:pt x="608" y="211"/>
                  </a:lnTo>
                  <a:cubicBezTo>
                    <a:pt x="569" y="83"/>
                    <a:pt x="450" y="1"/>
                    <a:pt x="32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" name="Google Shape;1979;p36"/>
            <p:cNvSpPr/>
            <p:nvPr/>
          </p:nvSpPr>
          <p:spPr>
            <a:xfrm>
              <a:off x="1638312" y="2987423"/>
              <a:ext cx="29536" cy="60080"/>
            </a:xfrm>
            <a:custGeom>
              <a:avLst/>
              <a:gdLst/>
              <a:ahLst/>
              <a:cxnLst/>
              <a:rect l="l" t="t" r="r" b="b"/>
              <a:pathLst>
                <a:path w="1056" h="2148" extrusionOk="0">
                  <a:moveTo>
                    <a:pt x="323" y="1"/>
                  </a:moveTo>
                  <a:cubicBezTo>
                    <a:pt x="162" y="1"/>
                    <a:pt x="0" y="128"/>
                    <a:pt x="29" y="333"/>
                  </a:cubicBezTo>
                  <a:lnTo>
                    <a:pt x="455" y="1934"/>
                  </a:lnTo>
                  <a:cubicBezTo>
                    <a:pt x="482" y="2060"/>
                    <a:pt x="595" y="2147"/>
                    <a:pt x="729" y="2147"/>
                  </a:cubicBezTo>
                  <a:lnTo>
                    <a:pt x="802" y="2140"/>
                  </a:lnTo>
                  <a:cubicBezTo>
                    <a:pt x="962" y="2100"/>
                    <a:pt x="1056" y="1940"/>
                    <a:pt x="1009" y="1780"/>
                  </a:cubicBezTo>
                  <a:lnTo>
                    <a:pt x="589" y="180"/>
                  </a:lnTo>
                  <a:cubicBezTo>
                    <a:pt x="536" y="56"/>
                    <a:pt x="429" y="1"/>
                    <a:pt x="32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7" name="Google Shape;1980;p36"/>
            <p:cNvSpPr/>
            <p:nvPr/>
          </p:nvSpPr>
          <p:spPr>
            <a:xfrm>
              <a:off x="1688602" y="2983843"/>
              <a:ext cx="34655" cy="58989"/>
            </a:xfrm>
            <a:custGeom>
              <a:avLst/>
              <a:gdLst/>
              <a:ahLst/>
              <a:cxnLst/>
              <a:rect l="l" t="t" r="r" b="b"/>
              <a:pathLst>
                <a:path w="1239" h="2109" extrusionOk="0">
                  <a:moveTo>
                    <a:pt x="367" y="0"/>
                  </a:moveTo>
                  <a:cubicBezTo>
                    <a:pt x="185" y="0"/>
                    <a:pt x="1" y="165"/>
                    <a:pt x="84" y="395"/>
                  </a:cubicBezTo>
                  <a:lnTo>
                    <a:pt x="638" y="1922"/>
                  </a:lnTo>
                  <a:cubicBezTo>
                    <a:pt x="685" y="2035"/>
                    <a:pt x="791" y="2108"/>
                    <a:pt x="918" y="2108"/>
                  </a:cubicBezTo>
                  <a:lnTo>
                    <a:pt x="1018" y="2095"/>
                  </a:lnTo>
                  <a:cubicBezTo>
                    <a:pt x="1165" y="2035"/>
                    <a:pt x="1238" y="1868"/>
                    <a:pt x="1191" y="1722"/>
                  </a:cubicBezTo>
                  <a:lnTo>
                    <a:pt x="631" y="195"/>
                  </a:lnTo>
                  <a:cubicBezTo>
                    <a:pt x="582" y="58"/>
                    <a:pt x="474" y="0"/>
                    <a:pt x="3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" name="Google Shape;1981;p36"/>
            <p:cNvSpPr/>
            <p:nvPr/>
          </p:nvSpPr>
          <p:spPr>
            <a:xfrm>
              <a:off x="1738333" y="2984598"/>
              <a:ext cx="27439" cy="53199"/>
            </a:xfrm>
            <a:custGeom>
              <a:avLst/>
              <a:gdLst/>
              <a:ahLst/>
              <a:cxnLst/>
              <a:rect l="l" t="t" r="r" b="b"/>
              <a:pathLst>
                <a:path w="981" h="1902" extrusionOk="0">
                  <a:moveTo>
                    <a:pt x="310" y="1"/>
                  </a:moveTo>
                  <a:cubicBezTo>
                    <a:pt x="289" y="1"/>
                    <a:pt x="268" y="3"/>
                    <a:pt x="247" y="8"/>
                  </a:cubicBezTo>
                  <a:cubicBezTo>
                    <a:pt x="94" y="54"/>
                    <a:pt x="0" y="208"/>
                    <a:pt x="40" y="368"/>
                  </a:cubicBezTo>
                  <a:lnTo>
                    <a:pt x="380" y="1681"/>
                  </a:lnTo>
                  <a:cubicBezTo>
                    <a:pt x="414" y="1808"/>
                    <a:pt x="527" y="1901"/>
                    <a:pt x="660" y="1901"/>
                  </a:cubicBezTo>
                  <a:lnTo>
                    <a:pt x="740" y="1895"/>
                  </a:lnTo>
                  <a:cubicBezTo>
                    <a:pt x="894" y="1848"/>
                    <a:pt x="980" y="1688"/>
                    <a:pt x="947" y="1535"/>
                  </a:cubicBezTo>
                  <a:lnTo>
                    <a:pt x="607" y="214"/>
                  </a:lnTo>
                  <a:cubicBezTo>
                    <a:pt x="561" y="88"/>
                    <a:pt x="440" y="1"/>
                    <a:pt x="31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9" name="Google Shape;1982;p36"/>
            <p:cNvSpPr/>
            <p:nvPr/>
          </p:nvSpPr>
          <p:spPr>
            <a:xfrm>
              <a:off x="1786441" y="2986472"/>
              <a:ext cx="29872" cy="51521"/>
            </a:xfrm>
            <a:custGeom>
              <a:avLst/>
              <a:gdLst/>
              <a:ahLst/>
              <a:cxnLst/>
              <a:rect l="l" t="t" r="r" b="b"/>
              <a:pathLst>
                <a:path w="1068" h="1842" extrusionOk="0">
                  <a:moveTo>
                    <a:pt x="322" y="1"/>
                  </a:moveTo>
                  <a:cubicBezTo>
                    <a:pt x="293" y="1"/>
                    <a:pt x="263" y="5"/>
                    <a:pt x="234" y="14"/>
                  </a:cubicBezTo>
                  <a:cubicBezTo>
                    <a:pt x="81" y="67"/>
                    <a:pt x="1" y="227"/>
                    <a:pt x="54" y="381"/>
                  </a:cubicBezTo>
                  <a:lnTo>
                    <a:pt x="461" y="1641"/>
                  </a:lnTo>
                  <a:cubicBezTo>
                    <a:pt x="501" y="1761"/>
                    <a:pt x="614" y="1841"/>
                    <a:pt x="741" y="1841"/>
                  </a:cubicBezTo>
                  <a:lnTo>
                    <a:pt x="834" y="1828"/>
                  </a:lnTo>
                  <a:cubicBezTo>
                    <a:pt x="988" y="1774"/>
                    <a:pt x="1068" y="1608"/>
                    <a:pt x="1021" y="1461"/>
                  </a:cubicBezTo>
                  <a:lnTo>
                    <a:pt x="601" y="201"/>
                  </a:lnTo>
                  <a:cubicBezTo>
                    <a:pt x="558" y="77"/>
                    <a:pt x="445" y="1"/>
                    <a:pt x="32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" name="Google Shape;1983;p36"/>
            <p:cNvSpPr/>
            <p:nvPr/>
          </p:nvSpPr>
          <p:spPr>
            <a:xfrm>
              <a:off x="1827865" y="2993437"/>
              <a:ext cx="36585" cy="51633"/>
            </a:xfrm>
            <a:custGeom>
              <a:avLst/>
              <a:gdLst/>
              <a:ahLst/>
              <a:cxnLst/>
              <a:rect l="l" t="t" r="r" b="b"/>
              <a:pathLst>
                <a:path w="1308" h="1846" extrusionOk="0">
                  <a:moveTo>
                    <a:pt x="335" y="0"/>
                  </a:moveTo>
                  <a:cubicBezTo>
                    <a:pt x="291" y="0"/>
                    <a:pt x="248" y="10"/>
                    <a:pt x="207" y="32"/>
                  </a:cubicBezTo>
                  <a:cubicBezTo>
                    <a:pt x="60" y="105"/>
                    <a:pt x="0" y="285"/>
                    <a:pt x="80" y="425"/>
                  </a:cubicBezTo>
                  <a:lnTo>
                    <a:pt x="714" y="1679"/>
                  </a:lnTo>
                  <a:cubicBezTo>
                    <a:pt x="760" y="1779"/>
                    <a:pt x="860" y="1845"/>
                    <a:pt x="974" y="1845"/>
                  </a:cubicBezTo>
                  <a:cubicBezTo>
                    <a:pt x="1014" y="1839"/>
                    <a:pt x="1054" y="1825"/>
                    <a:pt x="1094" y="1812"/>
                  </a:cubicBezTo>
                  <a:cubicBezTo>
                    <a:pt x="1247" y="1739"/>
                    <a:pt x="1307" y="1559"/>
                    <a:pt x="1227" y="1419"/>
                  </a:cubicBezTo>
                  <a:lnTo>
                    <a:pt x="594" y="158"/>
                  </a:lnTo>
                  <a:cubicBezTo>
                    <a:pt x="542" y="59"/>
                    <a:pt x="440" y="0"/>
                    <a:pt x="33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" name="Google Shape;1984;p36"/>
            <p:cNvSpPr/>
            <p:nvPr/>
          </p:nvSpPr>
          <p:spPr>
            <a:xfrm>
              <a:off x="1879525" y="3002974"/>
              <a:ext cx="29872" cy="49563"/>
            </a:xfrm>
            <a:custGeom>
              <a:avLst/>
              <a:gdLst/>
              <a:ahLst/>
              <a:cxnLst/>
              <a:rect l="l" t="t" r="r" b="b"/>
              <a:pathLst>
                <a:path w="1068" h="1772" extrusionOk="0">
                  <a:moveTo>
                    <a:pt x="330" y="1"/>
                  </a:moveTo>
                  <a:cubicBezTo>
                    <a:pt x="298" y="1"/>
                    <a:pt x="266" y="6"/>
                    <a:pt x="234" y="17"/>
                  </a:cubicBezTo>
                  <a:cubicBezTo>
                    <a:pt x="80" y="71"/>
                    <a:pt x="0" y="237"/>
                    <a:pt x="47" y="391"/>
                  </a:cubicBezTo>
                  <a:lnTo>
                    <a:pt x="467" y="1578"/>
                  </a:lnTo>
                  <a:cubicBezTo>
                    <a:pt x="507" y="1691"/>
                    <a:pt x="620" y="1771"/>
                    <a:pt x="740" y="1771"/>
                  </a:cubicBezTo>
                  <a:lnTo>
                    <a:pt x="834" y="1751"/>
                  </a:lnTo>
                  <a:cubicBezTo>
                    <a:pt x="987" y="1705"/>
                    <a:pt x="1067" y="1538"/>
                    <a:pt x="1014" y="1384"/>
                  </a:cubicBezTo>
                  <a:lnTo>
                    <a:pt x="600" y="204"/>
                  </a:lnTo>
                  <a:cubicBezTo>
                    <a:pt x="563" y="77"/>
                    <a:pt x="451" y="1"/>
                    <a:pt x="33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" name="Google Shape;1985;p36"/>
            <p:cNvSpPr/>
            <p:nvPr/>
          </p:nvSpPr>
          <p:spPr>
            <a:xfrm>
              <a:off x="1922403" y="3011002"/>
              <a:ext cx="31746" cy="54765"/>
            </a:xfrm>
            <a:custGeom>
              <a:avLst/>
              <a:gdLst/>
              <a:ahLst/>
              <a:cxnLst/>
              <a:rect l="l" t="t" r="r" b="b"/>
              <a:pathLst>
                <a:path w="1135" h="1958" extrusionOk="0">
                  <a:moveTo>
                    <a:pt x="332" y="1"/>
                  </a:moveTo>
                  <a:cubicBezTo>
                    <a:pt x="299" y="1"/>
                    <a:pt x="267" y="6"/>
                    <a:pt x="234" y="17"/>
                  </a:cubicBezTo>
                  <a:cubicBezTo>
                    <a:pt x="81" y="70"/>
                    <a:pt x="1" y="237"/>
                    <a:pt x="61" y="391"/>
                  </a:cubicBezTo>
                  <a:lnTo>
                    <a:pt x="534" y="1758"/>
                  </a:lnTo>
                  <a:cubicBezTo>
                    <a:pt x="568" y="1878"/>
                    <a:pt x="681" y="1958"/>
                    <a:pt x="808" y="1958"/>
                  </a:cubicBezTo>
                  <a:lnTo>
                    <a:pt x="901" y="1938"/>
                  </a:lnTo>
                  <a:cubicBezTo>
                    <a:pt x="1055" y="1884"/>
                    <a:pt x="1135" y="1718"/>
                    <a:pt x="1081" y="1564"/>
                  </a:cubicBezTo>
                  <a:lnTo>
                    <a:pt x="608" y="197"/>
                  </a:lnTo>
                  <a:cubicBezTo>
                    <a:pt x="566" y="76"/>
                    <a:pt x="453" y="1"/>
                    <a:pt x="33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" name="Google Shape;1986;p36"/>
            <p:cNvSpPr/>
            <p:nvPr/>
          </p:nvSpPr>
          <p:spPr>
            <a:xfrm>
              <a:off x="966836" y="3927215"/>
              <a:ext cx="117586" cy="195287"/>
            </a:xfrm>
            <a:custGeom>
              <a:avLst/>
              <a:gdLst/>
              <a:ahLst/>
              <a:cxnLst/>
              <a:rect l="l" t="t" r="r" b="b"/>
              <a:pathLst>
                <a:path w="4204" h="6982" extrusionOk="0">
                  <a:moveTo>
                    <a:pt x="2150" y="4090"/>
                  </a:moveTo>
                  <a:cubicBezTo>
                    <a:pt x="3097" y="4090"/>
                    <a:pt x="3323" y="5684"/>
                    <a:pt x="2250" y="5810"/>
                  </a:cubicBezTo>
                  <a:cubicBezTo>
                    <a:pt x="2212" y="5815"/>
                    <a:pt x="2176" y="5817"/>
                    <a:pt x="2140" y="5817"/>
                  </a:cubicBezTo>
                  <a:cubicBezTo>
                    <a:pt x="1157" y="5817"/>
                    <a:pt x="1004" y="4090"/>
                    <a:pt x="2150" y="4090"/>
                  </a:cubicBezTo>
                  <a:close/>
                  <a:moveTo>
                    <a:pt x="2244" y="0"/>
                  </a:moveTo>
                  <a:cubicBezTo>
                    <a:pt x="708" y="0"/>
                    <a:pt x="0" y="6593"/>
                    <a:pt x="469" y="6824"/>
                  </a:cubicBezTo>
                  <a:cubicBezTo>
                    <a:pt x="672" y="6924"/>
                    <a:pt x="1171" y="6981"/>
                    <a:pt x="1721" y="6981"/>
                  </a:cubicBezTo>
                  <a:cubicBezTo>
                    <a:pt x="2453" y="6981"/>
                    <a:pt x="3275" y="6880"/>
                    <a:pt x="3610" y="6644"/>
                  </a:cubicBezTo>
                  <a:cubicBezTo>
                    <a:pt x="4204" y="6224"/>
                    <a:pt x="3964" y="4557"/>
                    <a:pt x="3617" y="2523"/>
                  </a:cubicBezTo>
                  <a:cubicBezTo>
                    <a:pt x="3270" y="489"/>
                    <a:pt x="3183" y="76"/>
                    <a:pt x="2290" y="2"/>
                  </a:cubicBezTo>
                  <a:cubicBezTo>
                    <a:pt x="2274" y="1"/>
                    <a:pt x="2259" y="0"/>
                    <a:pt x="22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" name="Google Shape;1987;p36"/>
            <p:cNvSpPr/>
            <p:nvPr/>
          </p:nvSpPr>
          <p:spPr>
            <a:xfrm>
              <a:off x="957578" y="3918936"/>
              <a:ext cx="135235" cy="211845"/>
            </a:xfrm>
            <a:custGeom>
              <a:avLst/>
              <a:gdLst/>
              <a:ahLst/>
              <a:cxnLst/>
              <a:rect l="l" t="t" r="r" b="b"/>
              <a:pathLst>
                <a:path w="4835" h="7574" extrusionOk="0">
                  <a:moveTo>
                    <a:pt x="2481" y="4679"/>
                  </a:moveTo>
                  <a:cubicBezTo>
                    <a:pt x="2834" y="4679"/>
                    <a:pt x="2994" y="5139"/>
                    <a:pt x="3001" y="5253"/>
                  </a:cubicBezTo>
                  <a:cubicBezTo>
                    <a:pt x="3014" y="5373"/>
                    <a:pt x="2994" y="5760"/>
                    <a:pt x="2547" y="5820"/>
                  </a:cubicBezTo>
                  <a:cubicBezTo>
                    <a:pt x="2524" y="5823"/>
                    <a:pt x="2501" y="5825"/>
                    <a:pt x="2479" y="5825"/>
                  </a:cubicBezTo>
                  <a:cubicBezTo>
                    <a:pt x="2323" y="5825"/>
                    <a:pt x="2175" y="5747"/>
                    <a:pt x="2094" y="5613"/>
                  </a:cubicBezTo>
                  <a:cubicBezTo>
                    <a:pt x="1954" y="5406"/>
                    <a:pt x="1927" y="5139"/>
                    <a:pt x="2034" y="4913"/>
                  </a:cubicBezTo>
                  <a:cubicBezTo>
                    <a:pt x="2121" y="4753"/>
                    <a:pt x="2267" y="4679"/>
                    <a:pt x="2481" y="4679"/>
                  </a:cubicBezTo>
                  <a:close/>
                  <a:moveTo>
                    <a:pt x="2445" y="4092"/>
                  </a:moveTo>
                  <a:cubicBezTo>
                    <a:pt x="2059" y="4092"/>
                    <a:pt x="1702" y="4303"/>
                    <a:pt x="1520" y="4639"/>
                  </a:cubicBezTo>
                  <a:cubicBezTo>
                    <a:pt x="1314" y="5059"/>
                    <a:pt x="1347" y="5560"/>
                    <a:pt x="1614" y="5946"/>
                  </a:cubicBezTo>
                  <a:cubicBezTo>
                    <a:pt x="1807" y="6233"/>
                    <a:pt x="2127" y="6406"/>
                    <a:pt x="2481" y="6406"/>
                  </a:cubicBezTo>
                  <a:lnTo>
                    <a:pt x="2481" y="6400"/>
                  </a:lnTo>
                  <a:lnTo>
                    <a:pt x="2614" y="6400"/>
                  </a:lnTo>
                  <a:cubicBezTo>
                    <a:pt x="3221" y="6320"/>
                    <a:pt x="3608" y="5753"/>
                    <a:pt x="3581" y="5213"/>
                  </a:cubicBezTo>
                  <a:cubicBezTo>
                    <a:pt x="3548" y="4673"/>
                    <a:pt x="3154" y="4092"/>
                    <a:pt x="2481" y="4092"/>
                  </a:cubicBezTo>
                  <a:cubicBezTo>
                    <a:pt x="2469" y="4092"/>
                    <a:pt x="2457" y="4092"/>
                    <a:pt x="2445" y="4092"/>
                  </a:cubicBezTo>
                  <a:close/>
                  <a:moveTo>
                    <a:pt x="2571" y="577"/>
                  </a:moveTo>
                  <a:cubicBezTo>
                    <a:pt x="2579" y="577"/>
                    <a:pt x="2586" y="577"/>
                    <a:pt x="2594" y="578"/>
                  </a:cubicBezTo>
                  <a:cubicBezTo>
                    <a:pt x="3234" y="638"/>
                    <a:pt x="3301" y="785"/>
                    <a:pt x="3661" y="2872"/>
                  </a:cubicBezTo>
                  <a:cubicBezTo>
                    <a:pt x="3894" y="4259"/>
                    <a:pt x="4248" y="6380"/>
                    <a:pt x="3781" y="6707"/>
                  </a:cubicBezTo>
                  <a:cubicBezTo>
                    <a:pt x="3496" y="6902"/>
                    <a:pt x="2710" y="6990"/>
                    <a:pt x="2025" y="6990"/>
                  </a:cubicBezTo>
                  <a:cubicBezTo>
                    <a:pt x="1588" y="6990"/>
                    <a:pt x="1191" y="6954"/>
                    <a:pt x="994" y="6887"/>
                  </a:cubicBezTo>
                  <a:cubicBezTo>
                    <a:pt x="800" y="6246"/>
                    <a:pt x="1214" y="2272"/>
                    <a:pt x="2127" y="938"/>
                  </a:cubicBezTo>
                  <a:cubicBezTo>
                    <a:pt x="2242" y="779"/>
                    <a:pt x="2406" y="577"/>
                    <a:pt x="2571" y="577"/>
                  </a:cubicBezTo>
                  <a:close/>
                  <a:moveTo>
                    <a:pt x="2566" y="1"/>
                  </a:moveTo>
                  <a:cubicBezTo>
                    <a:pt x="1921" y="1"/>
                    <a:pt x="1370" y="767"/>
                    <a:pt x="954" y="2259"/>
                  </a:cubicBezTo>
                  <a:cubicBezTo>
                    <a:pt x="620" y="3446"/>
                    <a:pt x="0" y="7047"/>
                    <a:pt x="667" y="7380"/>
                  </a:cubicBezTo>
                  <a:cubicBezTo>
                    <a:pt x="914" y="7507"/>
                    <a:pt x="1454" y="7573"/>
                    <a:pt x="2047" y="7573"/>
                  </a:cubicBezTo>
                  <a:cubicBezTo>
                    <a:pt x="2834" y="7573"/>
                    <a:pt x="3728" y="7447"/>
                    <a:pt x="4114" y="7180"/>
                  </a:cubicBezTo>
                  <a:cubicBezTo>
                    <a:pt x="4835" y="6673"/>
                    <a:pt x="4628" y="5106"/>
                    <a:pt x="4228" y="2772"/>
                  </a:cubicBezTo>
                  <a:cubicBezTo>
                    <a:pt x="3894" y="772"/>
                    <a:pt x="3781" y="91"/>
                    <a:pt x="2647" y="5"/>
                  </a:cubicBezTo>
                  <a:cubicBezTo>
                    <a:pt x="2620" y="2"/>
                    <a:pt x="2593" y="1"/>
                    <a:pt x="256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" name="Google Shape;1988;p36"/>
            <p:cNvSpPr/>
            <p:nvPr/>
          </p:nvSpPr>
          <p:spPr>
            <a:xfrm>
              <a:off x="1579044" y="2787242"/>
              <a:ext cx="204629" cy="189693"/>
            </a:xfrm>
            <a:custGeom>
              <a:avLst/>
              <a:gdLst/>
              <a:ahLst/>
              <a:cxnLst/>
              <a:rect l="l" t="t" r="r" b="b"/>
              <a:pathLst>
                <a:path w="7316" h="6782" extrusionOk="0">
                  <a:moveTo>
                    <a:pt x="4629" y="0"/>
                  </a:moveTo>
                  <a:cubicBezTo>
                    <a:pt x="4018" y="0"/>
                    <a:pt x="3341" y="111"/>
                    <a:pt x="2641" y="422"/>
                  </a:cubicBezTo>
                  <a:cubicBezTo>
                    <a:pt x="154" y="1522"/>
                    <a:pt x="0" y="4103"/>
                    <a:pt x="154" y="6717"/>
                  </a:cubicBezTo>
                  <a:cubicBezTo>
                    <a:pt x="534" y="6760"/>
                    <a:pt x="914" y="6782"/>
                    <a:pt x="1294" y="6782"/>
                  </a:cubicBezTo>
                  <a:cubicBezTo>
                    <a:pt x="1674" y="6782"/>
                    <a:pt x="2054" y="6760"/>
                    <a:pt x="2434" y="6717"/>
                  </a:cubicBezTo>
                  <a:cubicBezTo>
                    <a:pt x="2434" y="6717"/>
                    <a:pt x="1821" y="3983"/>
                    <a:pt x="3034" y="2089"/>
                  </a:cubicBezTo>
                  <a:cubicBezTo>
                    <a:pt x="3825" y="849"/>
                    <a:pt x="4975" y="421"/>
                    <a:pt x="5963" y="421"/>
                  </a:cubicBezTo>
                  <a:cubicBezTo>
                    <a:pt x="6485" y="421"/>
                    <a:pt x="6961" y="540"/>
                    <a:pt x="7316" y="722"/>
                  </a:cubicBezTo>
                  <a:cubicBezTo>
                    <a:pt x="7316" y="722"/>
                    <a:pt x="6185" y="0"/>
                    <a:pt x="4629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6" name="Google Shape;1989;p36"/>
            <p:cNvSpPr/>
            <p:nvPr/>
          </p:nvSpPr>
          <p:spPr>
            <a:xfrm>
              <a:off x="1570821" y="2778963"/>
              <a:ext cx="221998" cy="206419"/>
            </a:xfrm>
            <a:custGeom>
              <a:avLst/>
              <a:gdLst/>
              <a:ahLst/>
              <a:cxnLst/>
              <a:rect l="l" t="t" r="r" b="b"/>
              <a:pathLst>
                <a:path w="7937" h="7380" extrusionOk="0">
                  <a:moveTo>
                    <a:pt x="4910" y="591"/>
                  </a:moveTo>
                  <a:cubicBezTo>
                    <a:pt x="4994" y="591"/>
                    <a:pt x="5078" y="593"/>
                    <a:pt x="5162" y="598"/>
                  </a:cubicBezTo>
                  <a:cubicBezTo>
                    <a:pt x="4402" y="831"/>
                    <a:pt x="3649" y="1345"/>
                    <a:pt x="3082" y="2225"/>
                  </a:cubicBezTo>
                  <a:cubicBezTo>
                    <a:pt x="2048" y="3832"/>
                    <a:pt x="2262" y="5959"/>
                    <a:pt x="2382" y="6759"/>
                  </a:cubicBezTo>
                  <a:cubicBezTo>
                    <a:pt x="2124" y="6781"/>
                    <a:pt x="1867" y="6791"/>
                    <a:pt x="1611" y="6791"/>
                  </a:cubicBezTo>
                  <a:cubicBezTo>
                    <a:pt x="1315" y="6791"/>
                    <a:pt x="1021" y="6778"/>
                    <a:pt x="728" y="6753"/>
                  </a:cubicBezTo>
                  <a:cubicBezTo>
                    <a:pt x="581" y="3959"/>
                    <a:pt x="961" y="1911"/>
                    <a:pt x="3048" y="985"/>
                  </a:cubicBezTo>
                  <a:cubicBezTo>
                    <a:pt x="3638" y="725"/>
                    <a:pt x="4269" y="591"/>
                    <a:pt x="4910" y="591"/>
                  </a:cubicBezTo>
                  <a:close/>
                  <a:moveTo>
                    <a:pt x="4932" y="1"/>
                  </a:moveTo>
                  <a:cubicBezTo>
                    <a:pt x="4285" y="1"/>
                    <a:pt x="3565" y="120"/>
                    <a:pt x="2815" y="451"/>
                  </a:cubicBezTo>
                  <a:cubicBezTo>
                    <a:pt x="208" y="1598"/>
                    <a:pt x="1" y="4292"/>
                    <a:pt x="161" y="7026"/>
                  </a:cubicBezTo>
                  <a:cubicBezTo>
                    <a:pt x="161" y="7166"/>
                    <a:pt x="268" y="7286"/>
                    <a:pt x="408" y="7300"/>
                  </a:cubicBezTo>
                  <a:cubicBezTo>
                    <a:pt x="808" y="7353"/>
                    <a:pt x="1208" y="7373"/>
                    <a:pt x="1608" y="7380"/>
                  </a:cubicBezTo>
                  <a:cubicBezTo>
                    <a:pt x="1995" y="7373"/>
                    <a:pt x="2375" y="7346"/>
                    <a:pt x="2762" y="7300"/>
                  </a:cubicBezTo>
                  <a:cubicBezTo>
                    <a:pt x="2842" y="7293"/>
                    <a:pt x="2915" y="7246"/>
                    <a:pt x="2962" y="7180"/>
                  </a:cubicBezTo>
                  <a:cubicBezTo>
                    <a:pt x="3008" y="7113"/>
                    <a:pt x="3028" y="7033"/>
                    <a:pt x="3008" y="6953"/>
                  </a:cubicBezTo>
                  <a:cubicBezTo>
                    <a:pt x="3002" y="6926"/>
                    <a:pt x="2495" y="4245"/>
                    <a:pt x="3575" y="2545"/>
                  </a:cubicBezTo>
                  <a:cubicBezTo>
                    <a:pt x="4298" y="1415"/>
                    <a:pt x="5356" y="1006"/>
                    <a:pt x="6268" y="1006"/>
                  </a:cubicBezTo>
                  <a:cubicBezTo>
                    <a:pt x="6729" y="1006"/>
                    <a:pt x="7152" y="1110"/>
                    <a:pt x="7476" y="1278"/>
                  </a:cubicBezTo>
                  <a:cubicBezTo>
                    <a:pt x="7517" y="1300"/>
                    <a:pt x="7562" y="1311"/>
                    <a:pt x="7606" y="1311"/>
                  </a:cubicBezTo>
                  <a:cubicBezTo>
                    <a:pt x="7707" y="1311"/>
                    <a:pt x="7808" y="1257"/>
                    <a:pt x="7863" y="1165"/>
                  </a:cubicBezTo>
                  <a:cubicBezTo>
                    <a:pt x="7936" y="1031"/>
                    <a:pt x="7896" y="864"/>
                    <a:pt x="7770" y="778"/>
                  </a:cubicBezTo>
                  <a:cubicBezTo>
                    <a:pt x="7698" y="735"/>
                    <a:pt x="6539" y="1"/>
                    <a:pt x="493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" name="Google Shape;1990;p36"/>
            <p:cNvSpPr/>
            <p:nvPr/>
          </p:nvSpPr>
          <p:spPr>
            <a:xfrm>
              <a:off x="1730669" y="2798598"/>
              <a:ext cx="125362" cy="186979"/>
            </a:xfrm>
            <a:custGeom>
              <a:avLst/>
              <a:gdLst/>
              <a:ahLst/>
              <a:cxnLst/>
              <a:rect l="l" t="t" r="r" b="b"/>
              <a:pathLst>
                <a:path w="4482" h="6685" extrusionOk="0">
                  <a:moveTo>
                    <a:pt x="466" y="1"/>
                  </a:moveTo>
                  <a:cubicBezTo>
                    <a:pt x="162" y="1"/>
                    <a:pt x="1" y="56"/>
                    <a:pt x="1" y="56"/>
                  </a:cubicBezTo>
                  <a:cubicBezTo>
                    <a:pt x="3582" y="2190"/>
                    <a:pt x="761" y="6384"/>
                    <a:pt x="761" y="6384"/>
                  </a:cubicBezTo>
                  <a:cubicBezTo>
                    <a:pt x="1648" y="6644"/>
                    <a:pt x="2735" y="6684"/>
                    <a:pt x="2735" y="6684"/>
                  </a:cubicBezTo>
                  <a:cubicBezTo>
                    <a:pt x="4482" y="3917"/>
                    <a:pt x="3622" y="1023"/>
                    <a:pt x="1895" y="316"/>
                  </a:cubicBezTo>
                  <a:cubicBezTo>
                    <a:pt x="1271" y="62"/>
                    <a:pt x="788" y="1"/>
                    <a:pt x="466" y="1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" name="Google Shape;1991;p36"/>
            <p:cNvSpPr/>
            <p:nvPr/>
          </p:nvSpPr>
          <p:spPr>
            <a:xfrm>
              <a:off x="1722474" y="2790626"/>
              <a:ext cx="126676" cy="203146"/>
            </a:xfrm>
            <a:custGeom>
              <a:avLst/>
              <a:gdLst/>
              <a:ahLst/>
              <a:cxnLst/>
              <a:rect l="l" t="t" r="r" b="b"/>
              <a:pathLst>
                <a:path w="4529" h="7263" extrusionOk="0">
                  <a:moveTo>
                    <a:pt x="1161" y="614"/>
                  </a:moveTo>
                  <a:lnTo>
                    <a:pt x="1161" y="614"/>
                  </a:lnTo>
                  <a:cubicBezTo>
                    <a:pt x="1481" y="661"/>
                    <a:pt x="1788" y="748"/>
                    <a:pt x="2081" y="874"/>
                  </a:cubicBezTo>
                  <a:cubicBezTo>
                    <a:pt x="2721" y="1134"/>
                    <a:pt x="3241" y="1761"/>
                    <a:pt x="3508" y="2575"/>
                  </a:cubicBezTo>
                  <a:cubicBezTo>
                    <a:pt x="3908" y="3835"/>
                    <a:pt x="3681" y="5315"/>
                    <a:pt x="2874" y="6669"/>
                  </a:cubicBezTo>
                  <a:cubicBezTo>
                    <a:pt x="2414" y="6636"/>
                    <a:pt x="1954" y="6576"/>
                    <a:pt x="1507" y="6482"/>
                  </a:cubicBezTo>
                  <a:cubicBezTo>
                    <a:pt x="1894" y="5782"/>
                    <a:pt x="2674" y="4135"/>
                    <a:pt x="2308" y="2515"/>
                  </a:cubicBezTo>
                  <a:cubicBezTo>
                    <a:pt x="2141" y="1775"/>
                    <a:pt x="1741" y="1108"/>
                    <a:pt x="1161" y="614"/>
                  </a:cubicBezTo>
                  <a:close/>
                  <a:moveTo>
                    <a:pt x="762" y="1"/>
                  </a:moveTo>
                  <a:cubicBezTo>
                    <a:pt x="416" y="1"/>
                    <a:pt x="224" y="64"/>
                    <a:pt x="207" y="67"/>
                  </a:cubicBezTo>
                  <a:cubicBezTo>
                    <a:pt x="94" y="107"/>
                    <a:pt x="20" y="201"/>
                    <a:pt x="14" y="314"/>
                  </a:cubicBezTo>
                  <a:cubicBezTo>
                    <a:pt x="0" y="427"/>
                    <a:pt x="54" y="534"/>
                    <a:pt x="154" y="594"/>
                  </a:cubicBezTo>
                  <a:cubicBezTo>
                    <a:pt x="1014" y="1108"/>
                    <a:pt x="1547" y="1801"/>
                    <a:pt x="1741" y="2641"/>
                  </a:cubicBezTo>
                  <a:cubicBezTo>
                    <a:pt x="2154" y="4475"/>
                    <a:pt x="827" y="6482"/>
                    <a:pt x="814" y="6502"/>
                  </a:cubicBezTo>
                  <a:cubicBezTo>
                    <a:pt x="761" y="6582"/>
                    <a:pt x="754" y="6682"/>
                    <a:pt x="787" y="6769"/>
                  </a:cubicBezTo>
                  <a:cubicBezTo>
                    <a:pt x="814" y="6849"/>
                    <a:pt x="887" y="6916"/>
                    <a:pt x="974" y="6943"/>
                  </a:cubicBezTo>
                  <a:cubicBezTo>
                    <a:pt x="1881" y="7216"/>
                    <a:pt x="2975" y="7263"/>
                    <a:pt x="3015" y="7263"/>
                  </a:cubicBezTo>
                  <a:lnTo>
                    <a:pt x="3028" y="7263"/>
                  </a:lnTo>
                  <a:cubicBezTo>
                    <a:pt x="3128" y="7263"/>
                    <a:pt x="3221" y="7209"/>
                    <a:pt x="3275" y="7129"/>
                  </a:cubicBezTo>
                  <a:cubicBezTo>
                    <a:pt x="4248" y="5596"/>
                    <a:pt x="4528" y="3868"/>
                    <a:pt x="4055" y="2401"/>
                  </a:cubicBezTo>
                  <a:cubicBezTo>
                    <a:pt x="3741" y="1408"/>
                    <a:pt x="3095" y="661"/>
                    <a:pt x="2294" y="334"/>
                  </a:cubicBezTo>
                  <a:cubicBezTo>
                    <a:pt x="1636" y="67"/>
                    <a:pt x="1118" y="1"/>
                    <a:pt x="76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" name="Google Shape;1992;p36"/>
            <p:cNvSpPr/>
            <p:nvPr/>
          </p:nvSpPr>
          <p:spPr>
            <a:xfrm>
              <a:off x="2507340" y="3289555"/>
              <a:ext cx="957049" cy="1246595"/>
            </a:xfrm>
            <a:custGeom>
              <a:avLst/>
              <a:gdLst/>
              <a:ahLst/>
              <a:cxnLst/>
              <a:rect l="l" t="t" r="r" b="b"/>
              <a:pathLst>
                <a:path w="34217" h="44569" extrusionOk="0">
                  <a:moveTo>
                    <a:pt x="0" y="1"/>
                  </a:moveTo>
                  <a:cubicBezTo>
                    <a:pt x="0" y="1"/>
                    <a:pt x="787" y="2855"/>
                    <a:pt x="1807" y="6789"/>
                  </a:cubicBezTo>
                  <a:cubicBezTo>
                    <a:pt x="2834" y="10724"/>
                    <a:pt x="3635" y="20546"/>
                    <a:pt x="3975" y="20993"/>
                  </a:cubicBezTo>
                  <a:cubicBezTo>
                    <a:pt x="4321" y="21446"/>
                    <a:pt x="6602" y="22707"/>
                    <a:pt x="9509" y="23727"/>
                  </a:cubicBezTo>
                  <a:cubicBezTo>
                    <a:pt x="11423" y="24407"/>
                    <a:pt x="13937" y="24927"/>
                    <a:pt x="15444" y="25214"/>
                  </a:cubicBezTo>
                  <a:cubicBezTo>
                    <a:pt x="14758" y="25854"/>
                    <a:pt x="13030" y="29249"/>
                    <a:pt x="12197" y="30749"/>
                  </a:cubicBezTo>
                  <a:cubicBezTo>
                    <a:pt x="11277" y="32409"/>
                    <a:pt x="8309" y="36450"/>
                    <a:pt x="9169" y="37991"/>
                  </a:cubicBezTo>
                  <a:cubicBezTo>
                    <a:pt x="10030" y="39538"/>
                    <a:pt x="11457" y="40158"/>
                    <a:pt x="13737" y="40618"/>
                  </a:cubicBezTo>
                  <a:cubicBezTo>
                    <a:pt x="15939" y="41061"/>
                    <a:pt x="20878" y="44569"/>
                    <a:pt x="25212" y="44569"/>
                  </a:cubicBezTo>
                  <a:cubicBezTo>
                    <a:pt x="25380" y="44569"/>
                    <a:pt x="25547" y="44564"/>
                    <a:pt x="25714" y="44553"/>
                  </a:cubicBezTo>
                  <a:cubicBezTo>
                    <a:pt x="27428" y="44446"/>
                    <a:pt x="28848" y="43886"/>
                    <a:pt x="30008" y="42939"/>
                  </a:cubicBezTo>
                  <a:cubicBezTo>
                    <a:pt x="31869" y="41438"/>
                    <a:pt x="33016" y="38958"/>
                    <a:pt x="33476" y="35824"/>
                  </a:cubicBezTo>
                  <a:cubicBezTo>
                    <a:pt x="34216" y="30749"/>
                    <a:pt x="27828" y="23787"/>
                    <a:pt x="24860" y="20993"/>
                  </a:cubicBezTo>
                  <a:cubicBezTo>
                    <a:pt x="22493" y="18759"/>
                    <a:pt x="17158" y="13558"/>
                    <a:pt x="13204" y="9823"/>
                  </a:cubicBezTo>
                  <a:cubicBezTo>
                    <a:pt x="12204" y="8883"/>
                    <a:pt x="11290" y="8023"/>
                    <a:pt x="10536" y="7343"/>
                  </a:cubicBezTo>
                  <a:cubicBezTo>
                    <a:pt x="6835" y="3968"/>
                    <a:pt x="1361" y="174"/>
                    <a:pt x="0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" name="Google Shape;1993;p36"/>
            <p:cNvSpPr/>
            <p:nvPr/>
          </p:nvSpPr>
          <p:spPr>
            <a:xfrm>
              <a:off x="2498250" y="3281332"/>
              <a:ext cx="976936" cy="1262957"/>
            </a:xfrm>
            <a:custGeom>
              <a:avLst/>
              <a:gdLst/>
              <a:ahLst/>
              <a:cxnLst/>
              <a:rect l="l" t="t" r="r" b="b"/>
              <a:pathLst>
                <a:path w="34928" h="45154" extrusionOk="0">
                  <a:moveTo>
                    <a:pt x="745" y="722"/>
                  </a:moveTo>
                  <a:lnTo>
                    <a:pt x="745" y="722"/>
                  </a:lnTo>
                  <a:cubicBezTo>
                    <a:pt x="2492" y="1428"/>
                    <a:pt x="7200" y="4696"/>
                    <a:pt x="10668" y="7857"/>
                  </a:cubicBezTo>
                  <a:cubicBezTo>
                    <a:pt x="11368" y="8497"/>
                    <a:pt x="12268" y="9330"/>
                    <a:pt x="13329" y="10331"/>
                  </a:cubicBezTo>
                  <a:cubicBezTo>
                    <a:pt x="15469" y="12358"/>
                    <a:pt x="18030" y="14825"/>
                    <a:pt x="20291" y="16999"/>
                  </a:cubicBezTo>
                  <a:cubicBezTo>
                    <a:pt x="22231" y="18866"/>
                    <a:pt x="23972" y="20547"/>
                    <a:pt x="24985" y="21500"/>
                  </a:cubicBezTo>
                  <a:cubicBezTo>
                    <a:pt x="25992" y="22447"/>
                    <a:pt x="28559" y="24981"/>
                    <a:pt x="30640" y="28015"/>
                  </a:cubicBezTo>
                  <a:cubicBezTo>
                    <a:pt x="32861" y="31236"/>
                    <a:pt x="33828" y="33944"/>
                    <a:pt x="33507" y="36078"/>
                  </a:cubicBezTo>
                  <a:cubicBezTo>
                    <a:pt x="33061" y="39205"/>
                    <a:pt x="31894" y="41599"/>
                    <a:pt x="30153" y="43006"/>
                  </a:cubicBezTo>
                  <a:cubicBezTo>
                    <a:pt x="29020" y="43940"/>
                    <a:pt x="27626" y="44453"/>
                    <a:pt x="26025" y="44567"/>
                  </a:cubicBezTo>
                  <a:cubicBezTo>
                    <a:pt x="25870" y="44576"/>
                    <a:pt x="25715" y="44581"/>
                    <a:pt x="25558" y="44581"/>
                  </a:cubicBezTo>
                  <a:cubicBezTo>
                    <a:pt x="22815" y="44581"/>
                    <a:pt x="19825" y="43140"/>
                    <a:pt x="17396" y="41979"/>
                  </a:cubicBezTo>
                  <a:cubicBezTo>
                    <a:pt x="16069" y="41339"/>
                    <a:pt x="14929" y="40799"/>
                    <a:pt x="14116" y="40632"/>
                  </a:cubicBezTo>
                  <a:cubicBezTo>
                    <a:pt x="12048" y="40212"/>
                    <a:pt x="10588" y="39652"/>
                    <a:pt x="9754" y="38145"/>
                  </a:cubicBezTo>
                  <a:cubicBezTo>
                    <a:pt x="9154" y="37071"/>
                    <a:pt x="10948" y="34170"/>
                    <a:pt x="12022" y="32443"/>
                  </a:cubicBezTo>
                  <a:cubicBezTo>
                    <a:pt x="12328" y="31950"/>
                    <a:pt x="12589" y="31516"/>
                    <a:pt x="12782" y="31183"/>
                  </a:cubicBezTo>
                  <a:lnTo>
                    <a:pt x="13402" y="30029"/>
                  </a:lnTo>
                  <a:cubicBezTo>
                    <a:pt x="14222" y="28502"/>
                    <a:pt x="15463" y="26195"/>
                    <a:pt x="15969" y="25715"/>
                  </a:cubicBezTo>
                  <a:cubicBezTo>
                    <a:pt x="16049" y="25641"/>
                    <a:pt x="16083" y="25528"/>
                    <a:pt x="16056" y="25428"/>
                  </a:cubicBezTo>
                  <a:cubicBezTo>
                    <a:pt x="16023" y="25315"/>
                    <a:pt x="15929" y="25241"/>
                    <a:pt x="15823" y="25215"/>
                  </a:cubicBezTo>
                  <a:cubicBezTo>
                    <a:pt x="14462" y="24968"/>
                    <a:pt x="11895" y="24441"/>
                    <a:pt x="9934" y="23748"/>
                  </a:cubicBezTo>
                  <a:cubicBezTo>
                    <a:pt x="6887" y="22674"/>
                    <a:pt x="4800" y="21467"/>
                    <a:pt x="4553" y="21134"/>
                  </a:cubicBezTo>
                  <a:cubicBezTo>
                    <a:pt x="4426" y="20874"/>
                    <a:pt x="4180" y="18840"/>
                    <a:pt x="3946" y="16873"/>
                  </a:cubicBezTo>
                  <a:cubicBezTo>
                    <a:pt x="3526" y="13505"/>
                    <a:pt x="3019" y="9324"/>
                    <a:pt x="2419" y="7010"/>
                  </a:cubicBezTo>
                  <a:cubicBezTo>
                    <a:pt x="1652" y="4069"/>
                    <a:pt x="1005" y="1708"/>
                    <a:pt x="745" y="722"/>
                  </a:cubicBezTo>
                  <a:close/>
                  <a:moveTo>
                    <a:pt x="338" y="1"/>
                  </a:moveTo>
                  <a:cubicBezTo>
                    <a:pt x="148" y="1"/>
                    <a:pt x="0" y="175"/>
                    <a:pt x="45" y="368"/>
                  </a:cubicBezTo>
                  <a:cubicBezTo>
                    <a:pt x="52" y="395"/>
                    <a:pt x="845" y="3269"/>
                    <a:pt x="1859" y="7163"/>
                  </a:cubicBezTo>
                  <a:cubicBezTo>
                    <a:pt x="2446" y="9431"/>
                    <a:pt x="2979" y="13772"/>
                    <a:pt x="3359" y="16939"/>
                  </a:cubicBezTo>
                  <a:cubicBezTo>
                    <a:pt x="3780" y="20347"/>
                    <a:pt x="3900" y="21240"/>
                    <a:pt x="4066" y="21467"/>
                  </a:cubicBezTo>
                  <a:cubicBezTo>
                    <a:pt x="4486" y="22014"/>
                    <a:pt x="6860" y="23281"/>
                    <a:pt x="9748" y="24301"/>
                  </a:cubicBezTo>
                  <a:cubicBezTo>
                    <a:pt x="11522" y="24935"/>
                    <a:pt x="13789" y="25415"/>
                    <a:pt x="15229" y="25702"/>
                  </a:cubicBezTo>
                  <a:cubicBezTo>
                    <a:pt x="14662" y="26475"/>
                    <a:pt x="13829" y="28002"/>
                    <a:pt x="12889" y="29749"/>
                  </a:cubicBezTo>
                  <a:lnTo>
                    <a:pt x="12262" y="30903"/>
                  </a:lnTo>
                  <a:cubicBezTo>
                    <a:pt x="12088" y="31223"/>
                    <a:pt x="11828" y="31650"/>
                    <a:pt x="11528" y="32137"/>
                  </a:cubicBezTo>
                  <a:cubicBezTo>
                    <a:pt x="10235" y="34210"/>
                    <a:pt x="8481" y="37051"/>
                    <a:pt x="9248" y="38432"/>
                  </a:cubicBezTo>
                  <a:cubicBezTo>
                    <a:pt x="10188" y="40125"/>
                    <a:pt x="11762" y="40752"/>
                    <a:pt x="14002" y="41206"/>
                  </a:cubicBezTo>
                  <a:cubicBezTo>
                    <a:pt x="14749" y="41346"/>
                    <a:pt x="15856" y="41879"/>
                    <a:pt x="17136" y="42499"/>
                  </a:cubicBezTo>
                  <a:cubicBezTo>
                    <a:pt x="19624" y="43686"/>
                    <a:pt x="22671" y="45153"/>
                    <a:pt x="25539" y="45153"/>
                  </a:cubicBezTo>
                  <a:cubicBezTo>
                    <a:pt x="25719" y="45153"/>
                    <a:pt x="25892" y="45153"/>
                    <a:pt x="26059" y="45140"/>
                  </a:cubicBezTo>
                  <a:cubicBezTo>
                    <a:pt x="27793" y="45033"/>
                    <a:pt x="29293" y="44466"/>
                    <a:pt x="30513" y="43466"/>
                  </a:cubicBezTo>
                  <a:cubicBezTo>
                    <a:pt x="32374" y="41952"/>
                    <a:pt x="33608" y="39432"/>
                    <a:pt x="34088" y="36164"/>
                  </a:cubicBezTo>
                  <a:cubicBezTo>
                    <a:pt x="34928" y="30409"/>
                    <a:pt x="26979" y="22581"/>
                    <a:pt x="25385" y="21074"/>
                  </a:cubicBezTo>
                  <a:cubicBezTo>
                    <a:pt x="24305" y="20060"/>
                    <a:pt x="22631" y="18446"/>
                    <a:pt x="20697" y="16579"/>
                  </a:cubicBezTo>
                  <a:cubicBezTo>
                    <a:pt x="18437" y="14405"/>
                    <a:pt x="15869" y="11938"/>
                    <a:pt x="13729" y="9911"/>
                  </a:cubicBezTo>
                  <a:cubicBezTo>
                    <a:pt x="12662" y="8904"/>
                    <a:pt x="11762" y="8070"/>
                    <a:pt x="11061" y="7430"/>
                  </a:cubicBezTo>
                  <a:cubicBezTo>
                    <a:pt x="7300" y="4002"/>
                    <a:pt x="1799" y="188"/>
                    <a:pt x="359" y="1"/>
                  </a:cubicBezTo>
                  <a:cubicBezTo>
                    <a:pt x="352" y="1"/>
                    <a:pt x="345" y="1"/>
                    <a:pt x="33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" name="Google Shape;1994;p36"/>
            <p:cNvSpPr/>
            <p:nvPr/>
          </p:nvSpPr>
          <p:spPr>
            <a:xfrm>
              <a:off x="2507340" y="3289555"/>
              <a:ext cx="839352" cy="1246595"/>
            </a:xfrm>
            <a:custGeom>
              <a:avLst/>
              <a:gdLst/>
              <a:ahLst/>
              <a:cxnLst/>
              <a:rect l="l" t="t" r="r" b="b"/>
              <a:pathLst>
                <a:path w="30009" h="44569" extrusionOk="0">
                  <a:moveTo>
                    <a:pt x="0" y="1"/>
                  </a:moveTo>
                  <a:cubicBezTo>
                    <a:pt x="0" y="1"/>
                    <a:pt x="787" y="2862"/>
                    <a:pt x="1807" y="6796"/>
                  </a:cubicBezTo>
                  <a:cubicBezTo>
                    <a:pt x="2834" y="10730"/>
                    <a:pt x="3635" y="20546"/>
                    <a:pt x="3975" y="21000"/>
                  </a:cubicBezTo>
                  <a:cubicBezTo>
                    <a:pt x="4321" y="21446"/>
                    <a:pt x="6602" y="22707"/>
                    <a:pt x="9509" y="23734"/>
                  </a:cubicBezTo>
                  <a:cubicBezTo>
                    <a:pt x="11423" y="24407"/>
                    <a:pt x="13937" y="24927"/>
                    <a:pt x="15444" y="25214"/>
                  </a:cubicBezTo>
                  <a:cubicBezTo>
                    <a:pt x="14758" y="25854"/>
                    <a:pt x="13030" y="29249"/>
                    <a:pt x="12197" y="30749"/>
                  </a:cubicBezTo>
                  <a:cubicBezTo>
                    <a:pt x="11277" y="32409"/>
                    <a:pt x="8309" y="36450"/>
                    <a:pt x="9169" y="37991"/>
                  </a:cubicBezTo>
                  <a:cubicBezTo>
                    <a:pt x="10030" y="39538"/>
                    <a:pt x="11457" y="40158"/>
                    <a:pt x="13737" y="40618"/>
                  </a:cubicBezTo>
                  <a:cubicBezTo>
                    <a:pt x="15933" y="41061"/>
                    <a:pt x="20878" y="44569"/>
                    <a:pt x="25212" y="44569"/>
                  </a:cubicBezTo>
                  <a:cubicBezTo>
                    <a:pt x="25380" y="44569"/>
                    <a:pt x="25547" y="44564"/>
                    <a:pt x="25714" y="44553"/>
                  </a:cubicBezTo>
                  <a:cubicBezTo>
                    <a:pt x="27428" y="44446"/>
                    <a:pt x="28848" y="43886"/>
                    <a:pt x="30008" y="42939"/>
                  </a:cubicBezTo>
                  <a:lnTo>
                    <a:pt x="30008" y="42939"/>
                  </a:lnTo>
                  <a:cubicBezTo>
                    <a:pt x="29912" y="42940"/>
                    <a:pt x="29816" y="42941"/>
                    <a:pt x="29720" y="42941"/>
                  </a:cubicBezTo>
                  <a:cubicBezTo>
                    <a:pt x="29035" y="42941"/>
                    <a:pt x="28346" y="42899"/>
                    <a:pt x="27668" y="42805"/>
                  </a:cubicBezTo>
                  <a:cubicBezTo>
                    <a:pt x="25247" y="42499"/>
                    <a:pt x="22873" y="41925"/>
                    <a:pt x="20592" y="41092"/>
                  </a:cubicBezTo>
                  <a:cubicBezTo>
                    <a:pt x="18492" y="40325"/>
                    <a:pt x="16331" y="39205"/>
                    <a:pt x="15338" y="37204"/>
                  </a:cubicBezTo>
                  <a:cubicBezTo>
                    <a:pt x="13977" y="34457"/>
                    <a:pt x="15278" y="31209"/>
                    <a:pt x="16578" y="28442"/>
                  </a:cubicBezTo>
                  <a:cubicBezTo>
                    <a:pt x="16811" y="27935"/>
                    <a:pt x="17112" y="27375"/>
                    <a:pt x="17665" y="27241"/>
                  </a:cubicBezTo>
                  <a:cubicBezTo>
                    <a:pt x="17742" y="27222"/>
                    <a:pt x="17820" y="27214"/>
                    <a:pt x="17899" y="27214"/>
                  </a:cubicBezTo>
                  <a:cubicBezTo>
                    <a:pt x="18200" y="27214"/>
                    <a:pt x="18506" y="27338"/>
                    <a:pt x="18792" y="27455"/>
                  </a:cubicBezTo>
                  <a:lnTo>
                    <a:pt x="24100" y="29689"/>
                  </a:lnTo>
                  <a:cubicBezTo>
                    <a:pt x="21926" y="28308"/>
                    <a:pt x="19699" y="26875"/>
                    <a:pt x="18258" y="24741"/>
                  </a:cubicBezTo>
                  <a:cubicBezTo>
                    <a:pt x="17312" y="23354"/>
                    <a:pt x="16771" y="21747"/>
                    <a:pt x="16238" y="20166"/>
                  </a:cubicBezTo>
                  <a:cubicBezTo>
                    <a:pt x="15304" y="17419"/>
                    <a:pt x="12644" y="12797"/>
                    <a:pt x="13204" y="9830"/>
                  </a:cubicBezTo>
                  <a:cubicBezTo>
                    <a:pt x="12204" y="8883"/>
                    <a:pt x="11290" y="8030"/>
                    <a:pt x="10536" y="7343"/>
                  </a:cubicBezTo>
                  <a:cubicBezTo>
                    <a:pt x="6835" y="3968"/>
                    <a:pt x="1361" y="174"/>
                    <a:pt x="0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" name="Google Shape;1995;p36"/>
            <p:cNvSpPr/>
            <p:nvPr/>
          </p:nvSpPr>
          <p:spPr>
            <a:xfrm>
              <a:off x="2507340" y="3289555"/>
              <a:ext cx="321571" cy="680622"/>
            </a:xfrm>
            <a:custGeom>
              <a:avLst/>
              <a:gdLst/>
              <a:ahLst/>
              <a:cxnLst/>
              <a:rect l="l" t="t" r="r" b="b"/>
              <a:pathLst>
                <a:path w="11497" h="24334" extrusionOk="0">
                  <a:moveTo>
                    <a:pt x="0" y="1"/>
                  </a:moveTo>
                  <a:cubicBezTo>
                    <a:pt x="0" y="1"/>
                    <a:pt x="147" y="534"/>
                    <a:pt x="394" y="1461"/>
                  </a:cubicBezTo>
                  <a:cubicBezTo>
                    <a:pt x="727" y="2675"/>
                    <a:pt x="1227" y="4562"/>
                    <a:pt x="1807" y="6796"/>
                  </a:cubicBezTo>
                  <a:cubicBezTo>
                    <a:pt x="2268" y="8516"/>
                    <a:pt x="2668" y="11397"/>
                    <a:pt x="3014" y="14098"/>
                  </a:cubicBezTo>
                  <a:cubicBezTo>
                    <a:pt x="3448" y="17545"/>
                    <a:pt x="3781" y="20740"/>
                    <a:pt x="3975" y="21000"/>
                  </a:cubicBezTo>
                  <a:cubicBezTo>
                    <a:pt x="4061" y="21106"/>
                    <a:pt x="4261" y="21266"/>
                    <a:pt x="4561" y="21453"/>
                  </a:cubicBezTo>
                  <a:cubicBezTo>
                    <a:pt x="5235" y="21900"/>
                    <a:pt x="6402" y="22500"/>
                    <a:pt x="7842" y="23100"/>
                  </a:cubicBezTo>
                  <a:cubicBezTo>
                    <a:pt x="8369" y="23314"/>
                    <a:pt x="8896" y="23514"/>
                    <a:pt x="9509" y="23734"/>
                  </a:cubicBezTo>
                  <a:cubicBezTo>
                    <a:pt x="10130" y="23947"/>
                    <a:pt x="10810" y="24154"/>
                    <a:pt x="11497" y="24334"/>
                  </a:cubicBezTo>
                  <a:cubicBezTo>
                    <a:pt x="11277" y="22413"/>
                    <a:pt x="11057" y="20279"/>
                    <a:pt x="10776" y="17946"/>
                  </a:cubicBezTo>
                  <a:cubicBezTo>
                    <a:pt x="10696" y="17219"/>
                    <a:pt x="10603" y="16498"/>
                    <a:pt x="10510" y="15738"/>
                  </a:cubicBezTo>
                  <a:cubicBezTo>
                    <a:pt x="10003" y="11611"/>
                    <a:pt x="9183" y="7783"/>
                    <a:pt x="8376" y="5496"/>
                  </a:cubicBezTo>
                  <a:cubicBezTo>
                    <a:pt x="4975" y="2708"/>
                    <a:pt x="1107" y="141"/>
                    <a:pt x="0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" name="Google Shape;1996;p36"/>
            <p:cNvSpPr/>
            <p:nvPr/>
          </p:nvSpPr>
          <p:spPr>
            <a:xfrm>
              <a:off x="2498250" y="3281528"/>
              <a:ext cx="339052" cy="696677"/>
            </a:xfrm>
            <a:custGeom>
              <a:avLst/>
              <a:gdLst/>
              <a:ahLst/>
              <a:cxnLst/>
              <a:rect l="l" t="t" r="r" b="b"/>
              <a:pathLst>
                <a:path w="12122" h="24908" extrusionOk="0">
                  <a:moveTo>
                    <a:pt x="745" y="715"/>
                  </a:moveTo>
                  <a:lnTo>
                    <a:pt x="745" y="715"/>
                  </a:lnTo>
                  <a:cubicBezTo>
                    <a:pt x="2159" y="1288"/>
                    <a:pt x="5480" y="3522"/>
                    <a:pt x="8454" y="5949"/>
                  </a:cubicBezTo>
                  <a:cubicBezTo>
                    <a:pt x="9281" y="8317"/>
                    <a:pt x="10055" y="12084"/>
                    <a:pt x="10548" y="16059"/>
                  </a:cubicBezTo>
                  <a:cubicBezTo>
                    <a:pt x="10635" y="16812"/>
                    <a:pt x="10728" y="17552"/>
                    <a:pt x="10815" y="18266"/>
                  </a:cubicBezTo>
                  <a:cubicBezTo>
                    <a:pt x="11048" y="20213"/>
                    <a:pt x="11248" y="22040"/>
                    <a:pt x="11428" y="23707"/>
                  </a:cubicBezTo>
                  <a:lnTo>
                    <a:pt x="11488" y="24227"/>
                  </a:lnTo>
                  <a:cubicBezTo>
                    <a:pt x="10928" y="24074"/>
                    <a:pt x="10415" y="23907"/>
                    <a:pt x="9934" y="23741"/>
                  </a:cubicBezTo>
                  <a:cubicBezTo>
                    <a:pt x="9388" y="23547"/>
                    <a:pt x="8834" y="23341"/>
                    <a:pt x="8287" y="23120"/>
                  </a:cubicBezTo>
                  <a:cubicBezTo>
                    <a:pt x="6974" y="22574"/>
                    <a:pt x="5767" y="21967"/>
                    <a:pt x="5047" y="21500"/>
                  </a:cubicBezTo>
                  <a:cubicBezTo>
                    <a:pt x="4660" y="21253"/>
                    <a:pt x="4560" y="21133"/>
                    <a:pt x="4553" y="21127"/>
                  </a:cubicBezTo>
                  <a:cubicBezTo>
                    <a:pt x="4426" y="20867"/>
                    <a:pt x="4173" y="18806"/>
                    <a:pt x="3933" y="16825"/>
                  </a:cubicBezTo>
                  <a:cubicBezTo>
                    <a:pt x="3840" y="16039"/>
                    <a:pt x="3733" y="15198"/>
                    <a:pt x="3626" y="14351"/>
                  </a:cubicBezTo>
                  <a:cubicBezTo>
                    <a:pt x="3293" y="11717"/>
                    <a:pt x="2866" y="8737"/>
                    <a:pt x="2419" y="7003"/>
                  </a:cubicBezTo>
                  <a:cubicBezTo>
                    <a:pt x="1966" y="5269"/>
                    <a:pt x="1492" y="3482"/>
                    <a:pt x="999" y="1668"/>
                  </a:cubicBezTo>
                  <a:cubicBezTo>
                    <a:pt x="892" y="1281"/>
                    <a:pt x="812" y="955"/>
                    <a:pt x="745" y="715"/>
                  </a:cubicBezTo>
                  <a:close/>
                  <a:moveTo>
                    <a:pt x="338" y="0"/>
                  </a:moveTo>
                  <a:cubicBezTo>
                    <a:pt x="148" y="0"/>
                    <a:pt x="0" y="181"/>
                    <a:pt x="45" y="368"/>
                  </a:cubicBezTo>
                  <a:cubicBezTo>
                    <a:pt x="45" y="368"/>
                    <a:pt x="192" y="901"/>
                    <a:pt x="445" y="1828"/>
                  </a:cubicBezTo>
                  <a:cubicBezTo>
                    <a:pt x="925" y="3635"/>
                    <a:pt x="1399" y="5416"/>
                    <a:pt x="1859" y="7163"/>
                  </a:cubicBezTo>
                  <a:cubicBezTo>
                    <a:pt x="2319" y="8917"/>
                    <a:pt x="2719" y="11817"/>
                    <a:pt x="3053" y="14425"/>
                  </a:cubicBezTo>
                  <a:cubicBezTo>
                    <a:pt x="3159" y="15285"/>
                    <a:pt x="3259" y="16119"/>
                    <a:pt x="3359" y="16899"/>
                  </a:cubicBezTo>
                  <a:cubicBezTo>
                    <a:pt x="3780" y="20340"/>
                    <a:pt x="3900" y="21240"/>
                    <a:pt x="4080" y="21467"/>
                  </a:cubicBezTo>
                  <a:cubicBezTo>
                    <a:pt x="4180" y="21613"/>
                    <a:pt x="4393" y="21787"/>
                    <a:pt x="4726" y="21994"/>
                  </a:cubicBezTo>
                  <a:cubicBezTo>
                    <a:pt x="5480" y="22487"/>
                    <a:pt x="6727" y="23107"/>
                    <a:pt x="8061" y="23661"/>
                  </a:cubicBezTo>
                  <a:cubicBezTo>
                    <a:pt x="8621" y="23894"/>
                    <a:pt x="9148" y="24087"/>
                    <a:pt x="9748" y="24301"/>
                  </a:cubicBezTo>
                  <a:cubicBezTo>
                    <a:pt x="10341" y="24521"/>
                    <a:pt x="11021" y="24721"/>
                    <a:pt x="11748" y="24908"/>
                  </a:cubicBezTo>
                  <a:lnTo>
                    <a:pt x="11822" y="24908"/>
                  </a:lnTo>
                  <a:cubicBezTo>
                    <a:pt x="11888" y="24908"/>
                    <a:pt x="11955" y="24888"/>
                    <a:pt x="12015" y="24854"/>
                  </a:cubicBezTo>
                  <a:cubicBezTo>
                    <a:pt x="12082" y="24781"/>
                    <a:pt x="12122" y="24688"/>
                    <a:pt x="12115" y="24594"/>
                  </a:cubicBezTo>
                  <a:lnTo>
                    <a:pt x="12002" y="23654"/>
                  </a:lnTo>
                  <a:cubicBezTo>
                    <a:pt x="11822" y="21987"/>
                    <a:pt x="11622" y="20166"/>
                    <a:pt x="11388" y="18206"/>
                  </a:cubicBezTo>
                  <a:cubicBezTo>
                    <a:pt x="11302" y="17486"/>
                    <a:pt x="11215" y="16752"/>
                    <a:pt x="11121" y="15999"/>
                  </a:cubicBezTo>
                  <a:cubicBezTo>
                    <a:pt x="10621" y="11931"/>
                    <a:pt x="9821" y="8083"/>
                    <a:pt x="8981" y="5689"/>
                  </a:cubicBezTo>
                  <a:cubicBezTo>
                    <a:pt x="8961" y="5636"/>
                    <a:pt x="8928" y="5589"/>
                    <a:pt x="8888" y="5556"/>
                  </a:cubicBezTo>
                  <a:cubicBezTo>
                    <a:pt x="5780" y="3015"/>
                    <a:pt x="1632" y="168"/>
                    <a:pt x="359" y="1"/>
                  </a:cubicBezTo>
                  <a:cubicBezTo>
                    <a:pt x="352" y="1"/>
                    <a:pt x="345" y="0"/>
                    <a:pt x="33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" name="Google Shape;1997;p36"/>
            <p:cNvSpPr/>
            <p:nvPr/>
          </p:nvSpPr>
          <p:spPr>
            <a:xfrm>
              <a:off x="2939309" y="3991602"/>
              <a:ext cx="36781" cy="9538"/>
            </a:xfrm>
            <a:custGeom>
              <a:avLst/>
              <a:gdLst/>
              <a:ahLst/>
              <a:cxnLst/>
              <a:rect l="l" t="t" r="r" b="b"/>
              <a:pathLst>
                <a:path w="1315" h="341" extrusionOk="0">
                  <a:moveTo>
                    <a:pt x="294" y="1"/>
                  </a:moveTo>
                  <a:cubicBezTo>
                    <a:pt x="256" y="1"/>
                    <a:pt x="218" y="3"/>
                    <a:pt x="180" y="7"/>
                  </a:cubicBezTo>
                  <a:cubicBezTo>
                    <a:pt x="107" y="21"/>
                    <a:pt x="47" y="61"/>
                    <a:pt x="0" y="114"/>
                  </a:cubicBezTo>
                  <a:cubicBezTo>
                    <a:pt x="754" y="254"/>
                    <a:pt x="1254" y="334"/>
                    <a:pt x="1314" y="341"/>
                  </a:cubicBezTo>
                  <a:cubicBezTo>
                    <a:pt x="1253" y="304"/>
                    <a:pt x="749" y="1"/>
                    <a:pt x="294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" name="Google Shape;1998;p36"/>
            <p:cNvSpPr/>
            <p:nvPr/>
          </p:nvSpPr>
          <p:spPr>
            <a:xfrm>
              <a:off x="2930722" y="3983379"/>
              <a:ext cx="54318" cy="25984"/>
            </a:xfrm>
            <a:custGeom>
              <a:avLst/>
              <a:gdLst/>
              <a:ahLst/>
              <a:cxnLst/>
              <a:rect l="l" t="t" r="r" b="b"/>
              <a:pathLst>
                <a:path w="1942" h="929" extrusionOk="0">
                  <a:moveTo>
                    <a:pt x="577" y="1"/>
                  </a:moveTo>
                  <a:cubicBezTo>
                    <a:pt x="531" y="1"/>
                    <a:pt x="486" y="3"/>
                    <a:pt x="441" y="8"/>
                  </a:cubicBezTo>
                  <a:cubicBezTo>
                    <a:pt x="314" y="35"/>
                    <a:pt x="201" y="95"/>
                    <a:pt x="107" y="195"/>
                  </a:cubicBezTo>
                  <a:cubicBezTo>
                    <a:pt x="27" y="268"/>
                    <a:pt x="1" y="388"/>
                    <a:pt x="34" y="495"/>
                  </a:cubicBezTo>
                  <a:cubicBezTo>
                    <a:pt x="67" y="595"/>
                    <a:pt x="154" y="675"/>
                    <a:pt x="261" y="695"/>
                  </a:cubicBezTo>
                  <a:lnTo>
                    <a:pt x="1588" y="928"/>
                  </a:lnTo>
                  <a:lnTo>
                    <a:pt x="1628" y="928"/>
                  </a:lnTo>
                  <a:cubicBezTo>
                    <a:pt x="1748" y="922"/>
                    <a:pt x="1854" y="848"/>
                    <a:pt x="1894" y="735"/>
                  </a:cubicBezTo>
                  <a:cubicBezTo>
                    <a:pt x="1941" y="602"/>
                    <a:pt x="1894" y="455"/>
                    <a:pt x="1774" y="381"/>
                  </a:cubicBezTo>
                  <a:cubicBezTo>
                    <a:pt x="1615" y="290"/>
                    <a:pt x="1090" y="1"/>
                    <a:pt x="57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" name="Google Shape;1999;p36"/>
            <p:cNvSpPr/>
            <p:nvPr/>
          </p:nvSpPr>
          <p:spPr>
            <a:xfrm>
              <a:off x="2591642" y="3676408"/>
              <a:ext cx="336871" cy="316341"/>
            </a:xfrm>
            <a:custGeom>
              <a:avLst/>
              <a:gdLst/>
              <a:ahLst/>
              <a:cxnLst/>
              <a:rect l="l" t="t" r="r" b="b"/>
              <a:pathLst>
                <a:path w="12044" h="11310" extrusionOk="0">
                  <a:moveTo>
                    <a:pt x="594" y="0"/>
                  </a:moveTo>
                  <a:cubicBezTo>
                    <a:pt x="387" y="53"/>
                    <a:pt x="187" y="140"/>
                    <a:pt x="0" y="267"/>
                  </a:cubicBezTo>
                  <a:cubicBezTo>
                    <a:pt x="434" y="3714"/>
                    <a:pt x="767" y="6909"/>
                    <a:pt x="961" y="7169"/>
                  </a:cubicBezTo>
                  <a:cubicBezTo>
                    <a:pt x="1301" y="7615"/>
                    <a:pt x="3588" y="8876"/>
                    <a:pt x="6495" y="9903"/>
                  </a:cubicBezTo>
                  <a:cubicBezTo>
                    <a:pt x="8249" y="10516"/>
                    <a:pt x="10503" y="11010"/>
                    <a:pt x="12044" y="11310"/>
                  </a:cubicBezTo>
                  <a:cubicBezTo>
                    <a:pt x="11810" y="11023"/>
                    <a:pt x="11637" y="10696"/>
                    <a:pt x="11530" y="10350"/>
                  </a:cubicBezTo>
                  <a:cubicBezTo>
                    <a:pt x="11043" y="8882"/>
                    <a:pt x="10597" y="3708"/>
                    <a:pt x="7389" y="1067"/>
                  </a:cubicBezTo>
                  <a:lnTo>
                    <a:pt x="7389" y="1067"/>
                  </a:lnTo>
                  <a:cubicBezTo>
                    <a:pt x="7389" y="1067"/>
                    <a:pt x="7502" y="1981"/>
                    <a:pt x="7629" y="3008"/>
                  </a:cubicBezTo>
                  <a:cubicBezTo>
                    <a:pt x="7629" y="3008"/>
                    <a:pt x="6113" y="3618"/>
                    <a:pt x="4349" y="3618"/>
                  </a:cubicBezTo>
                  <a:cubicBezTo>
                    <a:pt x="4223" y="3618"/>
                    <a:pt x="4096" y="3614"/>
                    <a:pt x="3968" y="3608"/>
                  </a:cubicBezTo>
                  <a:cubicBezTo>
                    <a:pt x="2921" y="3548"/>
                    <a:pt x="1828" y="3254"/>
                    <a:pt x="927" y="2481"/>
                  </a:cubicBezTo>
                  <a:cubicBezTo>
                    <a:pt x="927" y="2481"/>
                    <a:pt x="681" y="607"/>
                    <a:pt x="594" y="0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7" name="Google Shape;2000;p36"/>
            <p:cNvSpPr/>
            <p:nvPr/>
          </p:nvSpPr>
          <p:spPr>
            <a:xfrm>
              <a:off x="2583055" y="3668045"/>
              <a:ext cx="354044" cy="332563"/>
            </a:xfrm>
            <a:custGeom>
              <a:avLst/>
              <a:gdLst/>
              <a:ahLst/>
              <a:cxnLst/>
              <a:rect l="l" t="t" r="r" b="b"/>
              <a:pathLst>
                <a:path w="12658" h="11890" extrusionOk="0">
                  <a:moveTo>
                    <a:pt x="661" y="693"/>
                  </a:moveTo>
                  <a:cubicBezTo>
                    <a:pt x="768" y="1473"/>
                    <a:pt x="948" y="2813"/>
                    <a:pt x="948" y="2813"/>
                  </a:cubicBezTo>
                  <a:cubicBezTo>
                    <a:pt x="954" y="2886"/>
                    <a:pt x="988" y="2953"/>
                    <a:pt x="1048" y="2993"/>
                  </a:cubicBezTo>
                  <a:cubicBezTo>
                    <a:pt x="1888" y="3720"/>
                    <a:pt x="2968" y="4120"/>
                    <a:pt x="4262" y="4187"/>
                  </a:cubicBezTo>
                  <a:cubicBezTo>
                    <a:pt x="4403" y="4194"/>
                    <a:pt x="4543" y="4198"/>
                    <a:pt x="4681" y="4198"/>
                  </a:cubicBezTo>
                  <a:cubicBezTo>
                    <a:pt x="6465" y="4198"/>
                    <a:pt x="7975" y="3604"/>
                    <a:pt x="8049" y="3573"/>
                  </a:cubicBezTo>
                  <a:cubicBezTo>
                    <a:pt x="8163" y="3520"/>
                    <a:pt x="8236" y="3400"/>
                    <a:pt x="8223" y="3273"/>
                  </a:cubicBezTo>
                  <a:cubicBezTo>
                    <a:pt x="8170" y="2846"/>
                    <a:pt x="8123" y="2446"/>
                    <a:pt x="8083" y="2120"/>
                  </a:cubicBezTo>
                  <a:lnTo>
                    <a:pt x="8083" y="2120"/>
                  </a:lnTo>
                  <a:cubicBezTo>
                    <a:pt x="10117" y="4213"/>
                    <a:pt x="10804" y="7421"/>
                    <a:pt x="11230" y="9408"/>
                  </a:cubicBezTo>
                  <a:cubicBezTo>
                    <a:pt x="11357" y="9975"/>
                    <a:pt x="11457" y="10422"/>
                    <a:pt x="11557" y="10742"/>
                  </a:cubicBezTo>
                  <a:cubicBezTo>
                    <a:pt x="11617" y="10902"/>
                    <a:pt x="11670" y="11049"/>
                    <a:pt x="11737" y="11189"/>
                  </a:cubicBezTo>
                  <a:cubicBezTo>
                    <a:pt x="10257" y="10889"/>
                    <a:pt x="8396" y="10455"/>
                    <a:pt x="6902" y="9922"/>
                  </a:cubicBezTo>
                  <a:cubicBezTo>
                    <a:pt x="3855" y="8848"/>
                    <a:pt x="1768" y="7641"/>
                    <a:pt x="1521" y="7308"/>
                  </a:cubicBezTo>
                  <a:cubicBezTo>
                    <a:pt x="1394" y="7048"/>
                    <a:pt x="1148" y="4987"/>
                    <a:pt x="901" y="3006"/>
                  </a:cubicBezTo>
                  <a:cubicBezTo>
                    <a:pt x="814" y="2280"/>
                    <a:pt x="721" y="1506"/>
                    <a:pt x="621" y="713"/>
                  </a:cubicBezTo>
                  <a:lnTo>
                    <a:pt x="661" y="693"/>
                  </a:lnTo>
                  <a:close/>
                  <a:moveTo>
                    <a:pt x="902" y="1"/>
                  </a:moveTo>
                  <a:cubicBezTo>
                    <a:pt x="884" y="1"/>
                    <a:pt x="865" y="2"/>
                    <a:pt x="848" y="6"/>
                  </a:cubicBezTo>
                  <a:cubicBezTo>
                    <a:pt x="594" y="72"/>
                    <a:pt x="361" y="179"/>
                    <a:pt x="154" y="319"/>
                  </a:cubicBezTo>
                  <a:cubicBezTo>
                    <a:pt x="54" y="372"/>
                    <a:pt x="1" y="486"/>
                    <a:pt x="21" y="599"/>
                  </a:cubicBezTo>
                  <a:cubicBezTo>
                    <a:pt x="127" y="1453"/>
                    <a:pt x="227" y="2286"/>
                    <a:pt x="327" y="3073"/>
                  </a:cubicBezTo>
                  <a:cubicBezTo>
                    <a:pt x="748" y="6514"/>
                    <a:pt x="868" y="7414"/>
                    <a:pt x="1034" y="7641"/>
                  </a:cubicBezTo>
                  <a:cubicBezTo>
                    <a:pt x="1454" y="8188"/>
                    <a:pt x="3828" y="9455"/>
                    <a:pt x="6716" y="10475"/>
                  </a:cubicBezTo>
                  <a:cubicBezTo>
                    <a:pt x="8463" y="11102"/>
                    <a:pt x="10717" y="11589"/>
                    <a:pt x="12291" y="11889"/>
                  </a:cubicBezTo>
                  <a:lnTo>
                    <a:pt x="12351" y="11889"/>
                  </a:lnTo>
                  <a:cubicBezTo>
                    <a:pt x="12356" y="11889"/>
                    <a:pt x="12361" y="11889"/>
                    <a:pt x="12366" y="11889"/>
                  </a:cubicBezTo>
                  <a:cubicBezTo>
                    <a:pt x="12460" y="11889"/>
                    <a:pt x="12547" y="11831"/>
                    <a:pt x="12597" y="11749"/>
                  </a:cubicBezTo>
                  <a:cubicBezTo>
                    <a:pt x="12657" y="11642"/>
                    <a:pt x="12651" y="11509"/>
                    <a:pt x="12571" y="11415"/>
                  </a:cubicBezTo>
                  <a:cubicBezTo>
                    <a:pt x="12364" y="11162"/>
                    <a:pt x="12211" y="10869"/>
                    <a:pt x="12117" y="10555"/>
                  </a:cubicBezTo>
                  <a:cubicBezTo>
                    <a:pt x="11984" y="10135"/>
                    <a:pt x="11884" y="9715"/>
                    <a:pt x="11804" y="9281"/>
                  </a:cubicBezTo>
                  <a:cubicBezTo>
                    <a:pt x="11324" y="7048"/>
                    <a:pt x="10517" y="3307"/>
                    <a:pt x="7883" y="1139"/>
                  </a:cubicBezTo>
                  <a:cubicBezTo>
                    <a:pt x="7828" y="1093"/>
                    <a:pt x="7760" y="1069"/>
                    <a:pt x="7693" y="1069"/>
                  </a:cubicBezTo>
                  <a:cubicBezTo>
                    <a:pt x="7645" y="1069"/>
                    <a:pt x="7598" y="1081"/>
                    <a:pt x="7556" y="1106"/>
                  </a:cubicBezTo>
                  <a:cubicBezTo>
                    <a:pt x="7449" y="1159"/>
                    <a:pt x="7389" y="1279"/>
                    <a:pt x="7403" y="1399"/>
                  </a:cubicBezTo>
                  <a:lnTo>
                    <a:pt x="7623" y="3107"/>
                  </a:lnTo>
                  <a:cubicBezTo>
                    <a:pt x="7157" y="3266"/>
                    <a:pt x="5965" y="3622"/>
                    <a:pt x="4648" y="3622"/>
                  </a:cubicBezTo>
                  <a:cubicBezTo>
                    <a:pt x="4531" y="3622"/>
                    <a:pt x="4413" y="3619"/>
                    <a:pt x="4295" y="3613"/>
                  </a:cubicBezTo>
                  <a:cubicBezTo>
                    <a:pt x="3168" y="3553"/>
                    <a:pt x="2235" y="3220"/>
                    <a:pt x="1514" y="2633"/>
                  </a:cubicBezTo>
                  <a:cubicBezTo>
                    <a:pt x="1454" y="2213"/>
                    <a:pt x="1261" y="779"/>
                    <a:pt x="1188" y="252"/>
                  </a:cubicBezTo>
                  <a:cubicBezTo>
                    <a:pt x="1181" y="172"/>
                    <a:pt x="1134" y="99"/>
                    <a:pt x="1068" y="52"/>
                  </a:cubicBezTo>
                  <a:cubicBezTo>
                    <a:pt x="1017" y="17"/>
                    <a:pt x="959" y="1"/>
                    <a:pt x="90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8" name="Google Shape;2001;p36"/>
            <p:cNvSpPr/>
            <p:nvPr/>
          </p:nvSpPr>
          <p:spPr>
            <a:xfrm>
              <a:off x="2939309" y="3991602"/>
              <a:ext cx="36781" cy="9538"/>
            </a:xfrm>
            <a:custGeom>
              <a:avLst/>
              <a:gdLst/>
              <a:ahLst/>
              <a:cxnLst/>
              <a:rect l="l" t="t" r="r" b="b"/>
              <a:pathLst>
                <a:path w="1315" h="341" extrusionOk="0">
                  <a:moveTo>
                    <a:pt x="294" y="1"/>
                  </a:moveTo>
                  <a:cubicBezTo>
                    <a:pt x="256" y="1"/>
                    <a:pt x="218" y="3"/>
                    <a:pt x="180" y="7"/>
                  </a:cubicBezTo>
                  <a:cubicBezTo>
                    <a:pt x="107" y="21"/>
                    <a:pt x="47" y="61"/>
                    <a:pt x="0" y="114"/>
                  </a:cubicBezTo>
                  <a:cubicBezTo>
                    <a:pt x="754" y="254"/>
                    <a:pt x="1254" y="334"/>
                    <a:pt x="1314" y="341"/>
                  </a:cubicBezTo>
                  <a:cubicBezTo>
                    <a:pt x="1253" y="304"/>
                    <a:pt x="749" y="1"/>
                    <a:pt x="294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9" name="Google Shape;2002;p36"/>
            <p:cNvSpPr/>
            <p:nvPr/>
          </p:nvSpPr>
          <p:spPr>
            <a:xfrm>
              <a:off x="2930722" y="3983379"/>
              <a:ext cx="54318" cy="25984"/>
            </a:xfrm>
            <a:custGeom>
              <a:avLst/>
              <a:gdLst/>
              <a:ahLst/>
              <a:cxnLst/>
              <a:rect l="l" t="t" r="r" b="b"/>
              <a:pathLst>
                <a:path w="1942" h="929" extrusionOk="0">
                  <a:moveTo>
                    <a:pt x="577" y="1"/>
                  </a:moveTo>
                  <a:cubicBezTo>
                    <a:pt x="531" y="1"/>
                    <a:pt x="486" y="3"/>
                    <a:pt x="441" y="8"/>
                  </a:cubicBezTo>
                  <a:cubicBezTo>
                    <a:pt x="314" y="35"/>
                    <a:pt x="201" y="95"/>
                    <a:pt x="107" y="195"/>
                  </a:cubicBezTo>
                  <a:cubicBezTo>
                    <a:pt x="27" y="268"/>
                    <a:pt x="1" y="388"/>
                    <a:pt x="34" y="495"/>
                  </a:cubicBezTo>
                  <a:cubicBezTo>
                    <a:pt x="67" y="595"/>
                    <a:pt x="154" y="675"/>
                    <a:pt x="261" y="695"/>
                  </a:cubicBezTo>
                  <a:lnTo>
                    <a:pt x="1588" y="928"/>
                  </a:lnTo>
                  <a:lnTo>
                    <a:pt x="1628" y="928"/>
                  </a:lnTo>
                  <a:cubicBezTo>
                    <a:pt x="1748" y="922"/>
                    <a:pt x="1854" y="848"/>
                    <a:pt x="1894" y="735"/>
                  </a:cubicBezTo>
                  <a:cubicBezTo>
                    <a:pt x="1941" y="602"/>
                    <a:pt x="1894" y="455"/>
                    <a:pt x="1774" y="381"/>
                  </a:cubicBezTo>
                  <a:cubicBezTo>
                    <a:pt x="1615" y="290"/>
                    <a:pt x="1090" y="1"/>
                    <a:pt x="57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0" name="Google Shape;2003;p36"/>
            <p:cNvSpPr/>
            <p:nvPr/>
          </p:nvSpPr>
          <p:spPr>
            <a:xfrm>
              <a:off x="2796242" y="3548641"/>
              <a:ext cx="31187" cy="171065"/>
            </a:xfrm>
            <a:custGeom>
              <a:avLst/>
              <a:gdLst/>
              <a:ahLst/>
              <a:cxnLst/>
              <a:rect l="l" t="t" r="r" b="b"/>
              <a:pathLst>
                <a:path w="1115" h="6116" extrusionOk="0">
                  <a:moveTo>
                    <a:pt x="1" y="0"/>
                  </a:moveTo>
                  <a:lnTo>
                    <a:pt x="1" y="0"/>
                  </a:lnTo>
                  <a:cubicBezTo>
                    <a:pt x="81" y="1034"/>
                    <a:pt x="221" y="2061"/>
                    <a:pt x="414" y="3081"/>
                  </a:cubicBezTo>
                  <a:cubicBezTo>
                    <a:pt x="594" y="4101"/>
                    <a:pt x="828" y="5115"/>
                    <a:pt x="1114" y="6115"/>
                  </a:cubicBezTo>
                  <a:cubicBezTo>
                    <a:pt x="1034" y="5082"/>
                    <a:pt x="894" y="4048"/>
                    <a:pt x="701" y="3034"/>
                  </a:cubicBezTo>
                  <a:cubicBezTo>
                    <a:pt x="521" y="2007"/>
                    <a:pt x="287" y="994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1" name="Google Shape;2004;p36"/>
            <p:cNvSpPr/>
            <p:nvPr/>
          </p:nvSpPr>
          <p:spPr>
            <a:xfrm>
              <a:off x="2844183" y="3629027"/>
              <a:ext cx="36221" cy="125166"/>
            </a:xfrm>
            <a:custGeom>
              <a:avLst/>
              <a:gdLst/>
              <a:ahLst/>
              <a:cxnLst/>
              <a:rect l="l" t="t" r="r" b="b"/>
              <a:pathLst>
                <a:path w="1295" h="4475" extrusionOk="0">
                  <a:moveTo>
                    <a:pt x="0" y="0"/>
                  </a:moveTo>
                  <a:lnTo>
                    <a:pt x="0" y="0"/>
                  </a:lnTo>
                  <a:cubicBezTo>
                    <a:pt x="134" y="1561"/>
                    <a:pt x="574" y="3081"/>
                    <a:pt x="1294" y="4475"/>
                  </a:cubicBezTo>
                  <a:cubicBezTo>
                    <a:pt x="1134" y="3708"/>
                    <a:pt x="921" y="2968"/>
                    <a:pt x="701" y="2221"/>
                  </a:cubicBezTo>
                  <a:cubicBezTo>
                    <a:pt x="487" y="1481"/>
                    <a:pt x="281" y="734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2" name="Google Shape;2005;p36"/>
            <p:cNvSpPr/>
            <p:nvPr/>
          </p:nvSpPr>
          <p:spPr>
            <a:xfrm>
              <a:off x="2865999" y="4377141"/>
              <a:ext cx="131711" cy="35662"/>
            </a:xfrm>
            <a:custGeom>
              <a:avLst/>
              <a:gdLst/>
              <a:ahLst/>
              <a:cxnLst/>
              <a:rect l="l" t="t" r="r" b="b"/>
              <a:pathLst>
                <a:path w="4709" h="1275" extrusionOk="0">
                  <a:moveTo>
                    <a:pt x="1" y="0"/>
                  </a:moveTo>
                  <a:lnTo>
                    <a:pt x="1" y="0"/>
                  </a:lnTo>
                  <a:cubicBezTo>
                    <a:pt x="754" y="314"/>
                    <a:pt x="1528" y="567"/>
                    <a:pt x="2315" y="774"/>
                  </a:cubicBezTo>
                  <a:cubicBezTo>
                    <a:pt x="3102" y="1001"/>
                    <a:pt x="3902" y="1167"/>
                    <a:pt x="4709" y="1274"/>
                  </a:cubicBezTo>
                  <a:cubicBezTo>
                    <a:pt x="3195" y="667"/>
                    <a:pt x="1614" y="240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" name="Google Shape;2006;p36"/>
            <p:cNvSpPr/>
            <p:nvPr/>
          </p:nvSpPr>
          <p:spPr>
            <a:xfrm>
              <a:off x="3039833" y="4429165"/>
              <a:ext cx="282413" cy="49059"/>
            </a:xfrm>
            <a:custGeom>
              <a:avLst/>
              <a:gdLst/>
              <a:ahLst/>
              <a:cxnLst/>
              <a:rect l="l" t="t" r="r" b="b"/>
              <a:pathLst>
                <a:path w="10097" h="1754" extrusionOk="0">
                  <a:moveTo>
                    <a:pt x="1" y="1"/>
                  </a:moveTo>
                  <a:cubicBezTo>
                    <a:pt x="434" y="61"/>
                    <a:pt x="834" y="221"/>
                    <a:pt x="1241" y="401"/>
                  </a:cubicBezTo>
                  <a:cubicBezTo>
                    <a:pt x="1654" y="574"/>
                    <a:pt x="2061" y="734"/>
                    <a:pt x="2468" y="894"/>
                  </a:cubicBezTo>
                  <a:cubicBezTo>
                    <a:pt x="3295" y="1208"/>
                    <a:pt x="4148" y="1455"/>
                    <a:pt x="5022" y="1628"/>
                  </a:cubicBezTo>
                  <a:cubicBezTo>
                    <a:pt x="5481" y="1712"/>
                    <a:pt x="5946" y="1753"/>
                    <a:pt x="6411" y="1753"/>
                  </a:cubicBezTo>
                  <a:cubicBezTo>
                    <a:pt x="6838" y="1753"/>
                    <a:pt x="7265" y="1718"/>
                    <a:pt x="7689" y="1648"/>
                  </a:cubicBezTo>
                  <a:cubicBezTo>
                    <a:pt x="8563" y="1501"/>
                    <a:pt x="9423" y="1148"/>
                    <a:pt x="10097" y="574"/>
                  </a:cubicBezTo>
                  <a:lnTo>
                    <a:pt x="10097" y="574"/>
                  </a:lnTo>
                  <a:cubicBezTo>
                    <a:pt x="9357" y="1035"/>
                    <a:pt x="8523" y="1328"/>
                    <a:pt x="7656" y="1421"/>
                  </a:cubicBezTo>
                  <a:cubicBezTo>
                    <a:pt x="7320" y="1463"/>
                    <a:pt x="6983" y="1483"/>
                    <a:pt x="6647" y="1483"/>
                  </a:cubicBezTo>
                  <a:cubicBezTo>
                    <a:pt x="6118" y="1483"/>
                    <a:pt x="5591" y="1433"/>
                    <a:pt x="5069" y="1335"/>
                  </a:cubicBezTo>
                  <a:cubicBezTo>
                    <a:pt x="4215" y="1168"/>
                    <a:pt x="3368" y="948"/>
                    <a:pt x="2541" y="674"/>
                  </a:cubicBezTo>
                  <a:lnTo>
                    <a:pt x="1294" y="274"/>
                  </a:lnTo>
                  <a:cubicBezTo>
                    <a:pt x="874" y="141"/>
                    <a:pt x="441" y="1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" name="Google Shape;2007;p36"/>
            <p:cNvSpPr/>
            <p:nvPr/>
          </p:nvSpPr>
          <p:spPr>
            <a:xfrm>
              <a:off x="3176550" y="4372106"/>
              <a:ext cx="159513" cy="68666"/>
            </a:xfrm>
            <a:custGeom>
              <a:avLst/>
              <a:gdLst/>
              <a:ahLst/>
              <a:cxnLst/>
              <a:rect l="l" t="t" r="r" b="b"/>
              <a:pathLst>
                <a:path w="5703" h="2455" extrusionOk="0">
                  <a:moveTo>
                    <a:pt x="5702" y="0"/>
                  </a:moveTo>
                  <a:cubicBezTo>
                    <a:pt x="5355" y="420"/>
                    <a:pt x="4982" y="807"/>
                    <a:pt x="4575" y="1167"/>
                  </a:cubicBezTo>
                  <a:cubicBezTo>
                    <a:pt x="4168" y="1501"/>
                    <a:pt x="3702" y="1761"/>
                    <a:pt x="3202" y="1921"/>
                  </a:cubicBezTo>
                  <a:cubicBezTo>
                    <a:pt x="2188" y="2254"/>
                    <a:pt x="1088" y="2254"/>
                    <a:pt x="1" y="2341"/>
                  </a:cubicBezTo>
                  <a:cubicBezTo>
                    <a:pt x="488" y="2408"/>
                    <a:pt x="988" y="2455"/>
                    <a:pt x="1490" y="2455"/>
                  </a:cubicBezTo>
                  <a:cubicBezTo>
                    <a:pt x="2093" y="2455"/>
                    <a:pt x="2699" y="2387"/>
                    <a:pt x="3288" y="2201"/>
                  </a:cubicBezTo>
                  <a:cubicBezTo>
                    <a:pt x="3828" y="2028"/>
                    <a:pt x="4322" y="1727"/>
                    <a:pt x="4722" y="1334"/>
                  </a:cubicBezTo>
                  <a:cubicBezTo>
                    <a:pt x="5115" y="941"/>
                    <a:pt x="5449" y="487"/>
                    <a:pt x="570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" name="Google Shape;2008;p36"/>
            <p:cNvSpPr/>
            <p:nvPr/>
          </p:nvSpPr>
          <p:spPr>
            <a:xfrm>
              <a:off x="3186452" y="4349171"/>
              <a:ext cx="119768" cy="50738"/>
            </a:xfrm>
            <a:custGeom>
              <a:avLst/>
              <a:gdLst/>
              <a:ahLst/>
              <a:cxnLst/>
              <a:rect l="l" t="t" r="r" b="b"/>
              <a:pathLst>
                <a:path w="4282" h="1814" extrusionOk="0">
                  <a:moveTo>
                    <a:pt x="4281" y="0"/>
                  </a:moveTo>
                  <a:cubicBezTo>
                    <a:pt x="3634" y="434"/>
                    <a:pt x="2948" y="814"/>
                    <a:pt x="2234" y="1120"/>
                  </a:cubicBezTo>
                  <a:cubicBezTo>
                    <a:pt x="1514" y="1421"/>
                    <a:pt x="767" y="1647"/>
                    <a:pt x="0" y="1807"/>
                  </a:cubicBezTo>
                  <a:cubicBezTo>
                    <a:pt x="88" y="1812"/>
                    <a:pt x="176" y="1814"/>
                    <a:pt x="263" y="1814"/>
                  </a:cubicBezTo>
                  <a:cubicBezTo>
                    <a:pt x="1796" y="1814"/>
                    <a:pt x="3259" y="1155"/>
                    <a:pt x="428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" name="Google Shape;2009;p36"/>
            <p:cNvSpPr/>
            <p:nvPr/>
          </p:nvSpPr>
          <p:spPr>
            <a:xfrm>
              <a:off x="2458504" y="3260774"/>
              <a:ext cx="389986" cy="1410527"/>
            </a:xfrm>
            <a:custGeom>
              <a:avLst/>
              <a:gdLst/>
              <a:ahLst/>
              <a:cxnLst/>
              <a:rect l="l" t="t" r="r" b="b"/>
              <a:pathLst>
                <a:path w="13943" h="50430" extrusionOk="0">
                  <a:moveTo>
                    <a:pt x="885" y="1"/>
                  </a:moveTo>
                  <a:cubicBezTo>
                    <a:pt x="0" y="1"/>
                    <a:pt x="373" y="403"/>
                    <a:pt x="373" y="403"/>
                  </a:cubicBezTo>
                  <a:lnTo>
                    <a:pt x="1306" y="770"/>
                  </a:lnTo>
                  <a:lnTo>
                    <a:pt x="1339" y="830"/>
                  </a:lnTo>
                  <a:lnTo>
                    <a:pt x="1366" y="876"/>
                  </a:lnTo>
                  <a:lnTo>
                    <a:pt x="1606" y="1363"/>
                  </a:lnTo>
                  <a:lnTo>
                    <a:pt x="1733" y="1623"/>
                  </a:lnTo>
                  <a:cubicBezTo>
                    <a:pt x="1833" y="1810"/>
                    <a:pt x="1933" y="2037"/>
                    <a:pt x="2046" y="2277"/>
                  </a:cubicBezTo>
                  <a:cubicBezTo>
                    <a:pt x="2086" y="2363"/>
                    <a:pt x="2120" y="2443"/>
                    <a:pt x="2166" y="2537"/>
                  </a:cubicBezTo>
                  <a:cubicBezTo>
                    <a:pt x="2206" y="2630"/>
                    <a:pt x="2233" y="2677"/>
                    <a:pt x="2286" y="2810"/>
                  </a:cubicBezTo>
                  <a:cubicBezTo>
                    <a:pt x="2346" y="2944"/>
                    <a:pt x="2380" y="3044"/>
                    <a:pt x="2473" y="3244"/>
                  </a:cubicBezTo>
                  <a:cubicBezTo>
                    <a:pt x="2566" y="3444"/>
                    <a:pt x="2646" y="3657"/>
                    <a:pt x="2740" y="3871"/>
                  </a:cubicBezTo>
                  <a:lnTo>
                    <a:pt x="2773" y="3944"/>
                  </a:lnTo>
                  <a:lnTo>
                    <a:pt x="3013" y="4544"/>
                  </a:lnTo>
                  <a:lnTo>
                    <a:pt x="3147" y="4904"/>
                  </a:lnTo>
                  <a:cubicBezTo>
                    <a:pt x="3187" y="5011"/>
                    <a:pt x="3240" y="5131"/>
                    <a:pt x="3273" y="5238"/>
                  </a:cubicBezTo>
                  <a:cubicBezTo>
                    <a:pt x="3413" y="5624"/>
                    <a:pt x="3553" y="6004"/>
                    <a:pt x="3680" y="6411"/>
                  </a:cubicBezTo>
                  <a:cubicBezTo>
                    <a:pt x="3733" y="6538"/>
                    <a:pt x="3773" y="6671"/>
                    <a:pt x="3813" y="6805"/>
                  </a:cubicBezTo>
                  <a:lnTo>
                    <a:pt x="4067" y="7645"/>
                  </a:lnTo>
                  <a:cubicBezTo>
                    <a:pt x="4107" y="7805"/>
                    <a:pt x="4147" y="7972"/>
                    <a:pt x="4200" y="8145"/>
                  </a:cubicBezTo>
                  <a:cubicBezTo>
                    <a:pt x="4247" y="8325"/>
                    <a:pt x="4287" y="8498"/>
                    <a:pt x="4334" y="8678"/>
                  </a:cubicBezTo>
                  <a:lnTo>
                    <a:pt x="4434" y="9125"/>
                  </a:lnTo>
                  <a:cubicBezTo>
                    <a:pt x="4474" y="9305"/>
                    <a:pt x="4487" y="9372"/>
                    <a:pt x="4547" y="9679"/>
                  </a:cubicBezTo>
                  <a:cubicBezTo>
                    <a:pt x="4607" y="9992"/>
                    <a:pt x="4674" y="10339"/>
                    <a:pt x="4734" y="10726"/>
                  </a:cubicBezTo>
                  <a:cubicBezTo>
                    <a:pt x="4767" y="10906"/>
                    <a:pt x="4800" y="11106"/>
                    <a:pt x="4834" y="11312"/>
                  </a:cubicBezTo>
                  <a:lnTo>
                    <a:pt x="4854" y="11473"/>
                  </a:lnTo>
                  <a:lnTo>
                    <a:pt x="4934" y="11933"/>
                  </a:lnTo>
                  <a:cubicBezTo>
                    <a:pt x="5014" y="12493"/>
                    <a:pt x="5107" y="13080"/>
                    <a:pt x="5201" y="13706"/>
                  </a:cubicBezTo>
                  <a:lnTo>
                    <a:pt x="5247" y="14080"/>
                  </a:lnTo>
                  <a:lnTo>
                    <a:pt x="5267" y="14207"/>
                  </a:lnTo>
                  <a:cubicBezTo>
                    <a:pt x="5301" y="14413"/>
                    <a:pt x="5307" y="14513"/>
                    <a:pt x="5354" y="14860"/>
                  </a:cubicBezTo>
                  <a:cubicBezTo>
                    <a:pt x="5407" y="15200"/>
                    <a:pt x="5447" y="15547"/>
                    <a:pt x="5501" y="15907"/>
                  </a:cubicBezTo>
                  <a:cubicBezTo>
                    <a:pt x="5507" y="15980"/>
                    <a:pt x="5514" y="16054"/>
                    <a:pt x="5534" y="16127"/>
                  </a:cubicBezTo>
                  <a:cubicBezTo>
                    <a:pt x="5667" y="17161"/>
                    <a:pt x="5801" y="18228"/>
                    <a:pt x="5934" y="19295"/>
                  </a:cubicBezTo>
                  <a:cubicBezTo>
                    <a:pt x="5967" y="19535"/>
                    <a:pt x="5987" y="19781"/>
                    <a:pt x="6021" y="20028"/>
                  </a:cubicBezTo>
                  <a:cubicBezTo>
                    <a:pt x="6174" y="21262"/>
                    <a:pt x="6307" y="22469"/>
                    <a:pt x="6421" y="23596"/>
                  </a:cubicBezTo>
                  <a:lnTo>
                    <a:pt x="6501" y="24263"/>
                  </a:lnTo>
                  <a:cubicBezTo>
                    <a:pt x="6541" y="24696"/>
                    <a:pt x="6581" y="25109"/>
                    <a:pt x="6621" y="25510"/>
                  </a:cubicBezTo>
                  <a:lnTo>
                    <a:pt x="6621" y="25576"/>
                  </a:lnTo>
                  <a:lnTo>
                    <a:pt x="6674" y="26043"/>
                  </a:lnTo>
                  <a:lnTo>
                    <a:pt x="6721" y="26683"/>
                  </a:lnTo>
                  <a:cubicBezTo>
                    <a:pt x="6741" y="26830"/>
                    <a:pt x="6741" y="26950"/>
                    <a:pt x="6754" y="27083"/>
                  </a:cubicBezTo>
                  <a:cubicBezTo>
                    <a:pt x="6774" y="27217"/>
                    <a:pt x="6781" y="27303"/>
                    <a:pt x="6788" y="27470"/>
                  </a:cubicBezTo>
                  <a:cubicBezTo>
                    <a:pt x="6801" y="27637"/>
                    <a:pt x="6814" y="27770"/>
                    <a:pt x="6821" y="27944"/>
                  </a:cubicBezTo>
                  <a:cubicBezTo>
                    <a:pt x="6834" y="28117"/>
                    <a:pt x="6841" y="28330"/>
                    <a:pt x="6848" y="28430"/>
                  </a:cubicBezTo>
                  <a:cubicBezTo>
                    <a:pt x="6854" y="28530"/>
                    <a:pt x="6854" y="28650"/>
                    <a:pt x="6854" y="28697"/>
                  </a:cubicBezTo>
                  <a:cubicBezTo>
                    <a:pt x="6854" y="28737"/>
                    <a:pt x="6868" y="28777"/>
                    <a:pt x="6868" y="28810"/>
                  </a:cubicBezTo>
                  <a:lnTo>
                    <a:pt x="6868" y="29031"/>
                  </a:lnTo>
                  <a:cubicBezTo>
                    <a:pt x="6868" y="29637"/>
                    <a:pt x="6874" y="30284"/>
                    <a:pt x="6901" y="30951"/>
                  </a:cubicBezTo>
                  <a:cubicBezTo>
                    <a:pt x="6908" y="31218"/>
                    <a:pt x="6914" y="31498"/>
                    <a:pt x="6934" y="31771"/>
                  </a:cubicBezTo>
                  <a:cubicBezTo>
                    <a:pt x="6974" y="32745"/>
                    <a:pt x="7034" y="33752"/>
                    <a:pt x="7101" y="34779"/>
                  </a:cubicBezTo>
                  <a:cubicBezTo>
                    <a:pt x="7121" y="35212"/>
                    <a:pt x="7154" y="35639"/>
                    <a:pt x="7188" y="36079"/>
                  </a:cubicBezTo>
                  <a:cubicBezTo>
                    <a:pt x="7208" y="36239"/>
                    <a:pt x="7214" y="36406"/>
                    <a:pt x="7234" y="36559"/>
                  </a:cubicBezTo>
                  <a:lnTo>
                    <a:pt x="7308" y="37453"/>
                  </a:lnTo>
                  <a:cubicBezTo>
                    <a:pt x="7374" y="38300"/>
                    <a:pt x="7448" y="39133"/>
                    <a:pt x="7534" y="39953"/>
                  </a:cubicBezTo>
                  <a:cubicBezTo>
                    <a:pt x="7548" y="40153"/>
                    <a:pt x="7568" y="40347"/>
                    <a:pt x="7588" y="40547"/>
                  </a:cubicBezTo>
                  <a:cubicBezTo>
                    <a:pt x="7655" y="41274"/>
                    <a:pt x="7735" y="41974"/>
                    <a:pt x="7808" y="42654"/>
                  </a:cubicBezTo>
                  <a:cubicBezTo>
                    <a:pt x="7881" y="43381"/>
                    <a:pt x="7961" y="44075"/>
                    <a:pt x="8035" y="44728"/>
                  </a:cubicBezTo>
                  <a:cubicBezTo>
                    <a:pt x="8048" y="44915"/>
                    <a:pt x="8075" y="45088"/>
                    <a:pt x="8088" y="45262"/>
                  </a:cubicBezTo>
                  <a:cubicBezTo>
                    <a:pt x="8141" y="45688"/>
                    <a:pt x="8188" y="46108"/>
                    <a:pt x="8241" y="46495"/>
                  </a:cubicBezTo>
                  <a:cubicBezTo>
                    <a:pt x="8261" y="46682"/>
                    <a:pt x="8261" y="46809"/>
                    <a:pt x="8301" y="47022"/>
                  </a:cubicBezTo>
                  <a:cubicBezTo>
                    <a:pt x="8335" y="47242"/>
                    <a:pt x="8348" y="47442"/>
                    <a:pt x="8375" y="47629"/>
                  </a:cubicBezTo>
                  <a:lnTo>
                    <a:pt x="8448" y="48182"/>
                  </a:lnTo>
                  <a:cubicBezTo>
                    <a:pt x="8521" y="48822"/>
                    <a:pt x="8588" y="49343"/>
                    <a:pt x="8641" y="49723"/>
                  </a:cubicBezTo>
                  <a:cubicBezTo>
                    <a:pt x="8655" y="49816"/>
                    <a:pt x="8668" y="49883"/>
                    <a:pt x="8675" y="49963"/>
                  </a:cubicBezTo>
                  <a:cubicBezTo>
                    <a:pt x="8681" y="50049"/>
                    <a:pt x="8708" y="50143"/>
                    <a:pt x="8708" y="50189"/>
                  </a:cubicBezTo>
                  <a:cubicBezTo>
                    <a:pt x="8708" y="50243"/>
                    <a:pt x="8715" y="50283"/>
                    <a:pt x="8715" y="50310"/>
                  </a:cubicBezTo>
                  <a:cubicBezTo>
                    <a:pt x="8715" y="50336"/>
                    <a:pt x="8721" y="50363"/>
                    <a:pt x="8735" y="50390"/>
                  </a:cubicBezTo>
                  <a:lnTo>
                    <a:pt x="8735" y="50430"/>
                  </a:lnTo>
                  <a:cubicBezTo>
                    <a:pt x="9622" y="49876"/>
                    <a:pt x="10455" y="48329"/>
                    <a:pt x="11189" y="46322"/>
                  </a:cubicBezTo>
                  <a:cubicBezTo>
                    <a:pt x="11789" y="44688"/>
                    <a:pt x="12316" y="42748"/>
                    <a:pt x="12743" y="40780"/>
                  </a:cubicBezTo>
                  <a:cubicBezTo>
                    <a:pt x="11969" y="40394"/>
                    <a:pt x="11329" y="39780"/>
                    <a:pt x="10915" y="39020"/>
                  </a:cubicBezTo>
                  <a:cubicBezTo>
                    <a:pt x="10409" y="38113"/>
                    <a:pt x="11255" y="36306"/>
                    <a:pt x="12209" y="34645"/>
                  </a:cubicBezTo>
                  <a:cubicBezTo>
                    <a:pt x="12442" y="34245"/>
                    <a:pt x="12683" y="33852"/>
                    <a:pt x="12909" y="33505"/>
                  </a:cubicBezTo>
                  <a:cubicBezTo>
                    <a:pt x="13316" y="32832"/>
                    <a:pt x="13703" y="32238"/>
                    <a:pt x="13943" y="31805"/>
                  </a:cubicBezTo>
                  <a:cubicBezTo>
                    <a:pt x="13943" y="31731"/>
                    <a:pt x="13936" y="31665"/>
                    <a:pt x="13936" y="31585"/>
                  </a:cubicBezTo>
                  <a:cubicBezTo>
                    <a:pt x="13936" y="31518"/>
                    <a:pt x="13930" y="31451"/>
                    <a:pt x="13923" y="31384"/>
                  </a:cubicBezTo>
                  <a:cubicBezTo>
                    <a:pt x="13916" y="31211"/>
                    <a:pt x="13903" y="31098"/>
                    <a:pt x="13883" y="30911"/>
                  </a:cubicBezTo>
                  <a:cubicBezTo>
                    <a:pt x="13870" y="30731"/>
                    <a:pt x="13836" y="30538"/>
                    <a:pt x="13816" y="30344"/>
                  </a:cubicBezTo>
                  <a:cubicBezTo>
                    <a:pt x="13809" y="30338"/>
                    <a:pt x="13809" y="30324"/>
                    <a:pt x="13809" y="30311"/>
                  </a:cubicBezTo>
                  <a:cubicBezTo>
                    <a:pt x="13789" y="30151"/>
                    <a:pt x="13769" y="29984"/>
                    <a:pt x="13749" y="29817"/>
                  </a:cubicBezTo>
                  <a:cubicBezTo>
                    <a:pt x="13709" y="29504"/>
                    <a:pt x="13669" y="29164"/>
                    <a:pt x="13623" y="28817"/>
                  </a:cubicBezTo>
                  <a:cubicBezTo>
                    <a:pt x="13616" y="28710"/>
                    <a:pt x="13609" y="28604"/>
                    <a:pt x="13589" y="28497"/>
                  </a:cubicBezTo>
                  <a:cubicBezTo>
                    <a:pt x="13523" y="27950"/>
                    <a:pt x="13456" y="27377"/>
                    <a:pt x="13403" y="26783"/>
                  </a:cubicBezTo>
                  <a:cubicBezTo>
                    <a:pt x="13383" y="26670"/>
                    <a:pt x="13369" y="26543"/>
                    <a:pt x="13356" y="26430"/>
                  </a:cubicBezTo>
                  <a:cubicBezTo>
                    <a:pt x="13156" y="24636"/>
                    <a:pt x="12943" y="22629"/>
                    <a:pt x="12689" y="20428"/>
                  </a:cubicBezTo>
                  <a:cubicBezTo>
                    <a:pt x="12636" y="19961"/>
                    <a:pt x="12582" y="19475"/>
                    <a:pt x="12522" y="18995"/>
                  </a:cubicBezTo>
                  <a:cubicBezTo>
                    <a:pt x="12442" y="18268"/>
                    <a:pt x="12349" y="17541"/>
                    <a:pt x="12256" y="16781"/>
                  </a:cubicBezTo>
                  <a:cubicBezTo>
                    <a:pt x="11749" y="12660"/>
                    <a:pt x="10935" y="8832"/>
                    <a:pt x="10122" y="6538"/>
                  </a:cubicBezTo>
                  <a:cubicBezTo>
                    <a:pt x="9775" y="5544"/>
                    <a:pt x="9422" y="4837"/>
                    <a:pt x="9108" y="4524"/>
                  </a:cubicBezTo>
                  <a:cubicBezTo>
                    <a:pt x="8788" y="4204"/>
                    <a:pt x="8301" y="3757"/>
                    <a:pt x="7688" y="3244"/>
                  </a:cubicBezTo>
                  <a:cubicBezTo>
                    <a:pt x="6201" y="2010"/>
                    <a:pt x="4040" y="496"/>
                    <a:pt x="2240" y="163"/>
                  </a:cubicBezTo>
                  <a:cubicBezTo>
                    <a:pt x="1610" y="45"/>
                    <a:pt x="1178" y="1"/>
                    <a:pt x="885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7" name="Google Shape;2010;p36"/>
            <p:cNvSpPr/>
            <p:nvPr/>
          </p:nvSpPr>
          <p:spPr>
            <a:xfrm>
              <a:off x="2458281" y="3252355"/>
              <a:ext cx="399356" cy="1427113"/>
            </a:xfrm>
            <a:custGeom>
              <a:avLst/>
              <a:gdLst/>
              <a:ahLst/>
              <a:cxnLst/>
              <a:rect l="l" t="t" r="r" b="b"/>
              <a:pathLst>
                <a:path w="14278" h="51023" extrusionOk="0">
                  <a:moveTo>
                    <a:pt x="847" y="571"/>
                  </a:moveTo>
                  <a:cubicBezTo>
                    <a:pt x="1094" y="571"/>
                    <a:pt x="1488" y="604"/>
                    <a:pt x="2161" y="731"/>
                  </a:cubicBezTo>
                  <a:cubicBezTo>
                    <a:pt x="4042" y="1077"/>
                    <a:pt x="6295" y="2771"/>
                    <a:pt x="7482" y="3758"/>
                  </a:cubicBezTo>
                  <a:cubicBezTo>
                    <a:pt x="7996" y="4178"/>
                    <a:pt x="8509" y="4638"/>
                    <a:pt x="8876" y="5005"/>
                  </a:cubicBezTo>
                  <a:cubicBezTo>
                    <a:pt x="9063" y="5205"/>
                    <a:pt x="9390" y="5685"/>
                    <a:pt x="9823" y="6912"/>
                  </a:cubicBezTo>
                  <a:cubicBezTo>
                    <a:pt x="10657" y="9273"/>
                    <a:pt x="11444" y="13081"/>
                    <a:pt x="11944" y="17102"/>
                  </a:cubicBezTo>
                  <a:cubicBezTo>
                    <a:pt x="12030" y="17855"/>
                    <a:pt x="12124" y="18595"/>
                    <a:pt x="12210" y="19309"/>
                  </a:cubicBezTo>
                  <a:cubicBezTo>
                    <a:pt x="12264" y="19796"/>
                    <a:pt x="12324" y="20276"/>
                    <a:pt x="12377" y="20743"/>
                  </a:cubicBezTo>
                  <a:cubicBezTo>
                    <a:pt x="12577" y="22530"/>
                    <a:pt x="12764" y="24190"/>
                    <a:pt x="12931" y="25717"/>
                  </a:cubicBezTo>
                  <a:lnTo>
                    <a:pt x="13044" y="26738"/>
                  </a:lnTo>
                  <a:cubicBezTo>
                    <a:pt x="13051" y="26851"/>
                    <a:pt x="13064" y="26978"/>
                    <a:pt x="13084" y="27104"/>
                  </a:cubicBezTo>
                  <a:cubicBezTo>
                    <a:pt x="13151" y="27698"/>
                    <a:pt x="13211" y="28271"/>
                    <a:pt x="13277" y="28818"/>
                  </a:cubicBezTo>
                  <a:cubicBezTo>
                    <a:pt x="13291" y="28918"/>
                    <a:pt x="13297" y="29031"/>
                    <a:pt x="13317" y="29138"/>
                  </a:cubicBezTo>
                  <a:cubicBezTo>
                    <a:pt x="13357" y="29478"/>
                    <a:pt x="13391" y="29818"/>
                    <a:pt x="13431" y="30145"/>
                  </a:cubicBezTo>
                  <a:lnTo>
                    <a:pt x="13491" y="30619"/>
                  </a:lnTo>
                  <a:cubicBezTo>
                    <a:pt x="13497" y="30632"/>
                    <a:pt x="13497" y="30652"/>
                    <a:pt x="13497" y="30679"/>
                  </a:cubicBezTo>
                  <a:lnTo>
                    <a:pt x="13551" y="31032"/>
                  </a:lnTo>
                  <a:lnTo>
                    <a:pt x="13577" y="31232"/>
                  </a:lnTo>
                  <a:cubicBezTo>
                    <a:pt x="13591" y="31365"/>
                    <a:pt x="13597" y="31512"/>
                    <a:pt x="13611" y="31679"/>
                  </a:cubicBezTo>
                  <a:lnTo>
                    <a:pt x="13624" y="32012"/>
                  </a:lnTo>
                  <a:cubicBezTo>
                    <a:pt x="13451" y="32312"/>
                    <a:pt x="13224" y="32679"/>
                    <a:pt x="12957" y="33106"/>
                  </a:cubicBezTo>
                  <a:lnTo>
                    <a:pt x="12631" y="33639"/>
                  </a:lnTo>
                  <a:cubicBezTo>
                    <a:pt x="12404" y="34006"/>
                    <a:pt x="12164" y="34400"/>
                    <a:pt x="11930" y="34800"/>
                  </a:cubicBezTo>
                  <a:cubicBezTo>
                    <a:pt x="10563" y="37180"/>
                    <a:pt x="10163" y="38614"/>
                    <a:pt x="10643" y="39468"/>
                  </a:cubicBezTo>
                  <a:cubicBezTo>
                    <a:pt x="11037" y="40208"/>
                    <a:pt x="11644" y="40828"/>
                    <a:pt x="12384" y="41235"/>
                  </a:cubicBezTo>
                  <a:cubicBezTo>
                    <a:pt x="11937" y="43249"/>
                    <a:pt x="11424" y="45076"/>
                    <a:pt x="10890" y="46523"/>
                  </a:cubicBezTo>
                  <a:cubicBezTo>
                    <a:pt x="10250" y="48303"/>
                    <a:pt x="9570" y="49544"/>
                    <a:pt x="8930" y="50184"/>
                  </a:cubicBezTo>
                  <a:cubicBezTo>
                    <a:pt x="8923" y="50150"/>
                    <a:pt x="8923" y="50110"/>
                    <a:pt x="8916" y="50077"/>
                  </a:cubicBezTo>
                  <a:lnTo>
                    <a:pt x="8916" y="49984"/>
                  </a:lnTo>
                  <a:lnTo>
                    <a:pt x="8716" y="48450"/>
                  </a:lnTo>
                  <a:lnTo>
                    <a:pt x="8649" y="47903"/>
                  </a:lnTo>
                  <a:lnTo>
                    <a:pt x="8596" y="47483"/>
                  </a:lnTo>
                  <a:lnTo>
                    <a:pt x="8556" y="47156"/>
                  </a:lnTo>
                  <a:lnTo>
                    <a:pt x="8509" y="46769"/>
                  </a:lnTo>
                  <a:lnTo>
                    <a:pt x="8476" y="46483"/>
                  </a:lnTo>
                  <a:cubicBezTo>
                    <a:pt x="8436" y="46176"/>
                    <a:pt x="8396" y="45856"/>
                    <a:pt x="8363" y="45536"/>
                  </a:cubicBezTo>
                  <a:lnTo>
                    <a:pt x="8256" y="44576"/>
                  </a:lnTo>
                  <a:cubicBezTo>
                    <a:pt x="8196" y="44049"/>
                    <a:pt x="8149" y="43615"/>
                    <a:pt x="8069" y="42935"/>
                  </a:cubicBezTo>
                  <a:cubicBezTo>
                    <a:pt x="7996" y="42248"/>
                    <a:pt x="7929" y="41541"/>
                    <a:pt x="7856" y="40821"/>
                  </a:cubicBezTo>
                  <a:lnTo>
                    <a:pt x="7796" y="40221"/>
                  </a:lnTo>
                  <a:cubicBezTo>
                    <a:pt x="7723" y="39408"/>
                    <a:pt x="7649" y="38574"/>
                    <a:pt x="7576" y="37734"/>
                  </a:cubicBezTo>
                  <a:lnTo>
                    <a:pt x="7496" y="36847"/>
                  </a:lnTo>
                  <a:cubicBezTo>
                    <a:pt x="7489" y="36680"/>
                    <a:pt x="7482" y="36513"/>
                    <a:pt x="7462" y="36353"/>
                  </a:cubicBezTo>
                  <a:lnTo>
                    <a:pt x="7462" y="36240"/>
                  </a:lnTo>
                  <a:cubicBezTo>
                    <a:pt x="7429" y="35847"/>
                    <a:pt x="7409" y="35453"/>
                    <a:pt x="7382" y="35066"/>
                  </a:cubicBezTo>
                  <a:cubicBezTo>
                    <a:pt x="7309" y="33953"/>
                    <a:pt x="7249" y="32979"/>
                    <a:pt x="7216" y="32066"/>
                  </a:cubicBezTo>
                  <a:cubicBezTo>
                    <a:pt x="7196" y="31786"/>
                    <a:pt x="7189" y="31519"/>
                    <a:pt x="7182" y="31245"/>
                  </a:cubicBezTo>
                  <a:cubicBezTo>
                    <a:pt x="7156" y="30579"/>
                    <a:pt x="7149" y="29938"/>
                    <a:pt x="7149" y="29332"/>
                  </a:cubicBezTo>
                  <a:lnTo>
                    <a:pt x="7149" y="28951"/>
                  </a:lnTo>
                  <a:cubicBezTo>
                    <a:pt x="7149" y="28878"/>
                    <a:pt x="7149" y="28871"/>
                    <a:pt x="7142" y="28718"/>
                  </a:cubicBezTo>
                  <a:cubicBezTo>
                    <a:pt x="7129" y="28571"/>
                    <a:pt x="7122" y="28405"/>
                    <a:pt x="7116" y="28231"/>
                  </a:cubicBezTo>
                  <a:lnTo>
                    <a:pt x="7089" y="27851"/>
                  </a:lnTo>
                  <a:lnTo>
                    <a:pt x="7062" y="27578"/>
                  </a:lnTo>
                  <a:cubicBezTo>
                    <a:pt x="7062" y="27504"/>
                    <a:pt x="7056" y="27431"/>
                    <a:pt x="7049" y="27364"/>
                  </a:cubicBezTo>
                  <a:lnTo>
                    <a:pt x="7049" y="27211"/>
                  </a:lnTo>
                  <a:lnTo>
                    <a:pt x="7022" y="26964"/>
                  </a:lnTo>
                  <a:lnTo>
                    <a:pt x="7002" y="26804"/>
                  </a:lnTo>
                  <a:cubicBezTo>
                    <a:pt x="6996" y="26644"/>
                    <a:pt x="6982" y="26477"/>
                    <a:pt x="6962" y="26311"/>
                  </a:cubicBezTo>
                  <a:lnTo>
                    <a:pt x="6922" y="25877"/>
                  </a:lnTo>
                  <a:cubicBezTo>
                    <a:pt x="6922" y="25844"/>
                    <a:pt x="6922" y="25811"/>
                    <a:pt x="6916" y="25777"/>
                  </a:cubicBezTo>
                  <a:cubicBezTo>
                    <a:pt x="6889" y="25517"/>
                    <a:pt x="6862" y="25250"/>
                    <a:pt x="6836" y="24970"/>
                  </a:cubicBezTo>
                  <a:lnTo>
                    <a:pt x="6789" y="24530"/>
                  </a:lnTo>
                  <a:cubicBezTo>
                    <a:pt x="6769" y="24310"/>
                    <a:pt x="6749" y="24097"/>
                    <a:pt x="6722" y="23863"/>
                  </a:cubicBezTo>
                  <a:cubicBezTo>
                    <a:pt x="6596" y="22696"/>
                    <a:pt x="6462" y="21496"/>
                    <a:pt x="6315" y="20296"/>
                  </a:cubicBezTo>
                  <a:cubicBezTo>
                    <a:pt x="6289" y="20042"/>
                    <a:pt x="6255" y="19802"/>
                    <a:pt x="6229" y="19549"/>
                  </a:cubicBezTo>
                  <a:cubicBezTo>
                    <a:pt x="6095" y="18495"/>
                    <a:pt x="5962" y="17415"/>
                    <a:pt x="5822" y="16395"/>
                  </a:cubicBezTo>
                  <a:lnTo>
                    <a:pt x="5795" y="16175"/>
                  </a:lnTo>
                  <a:cubicBezTo>
                    <a:pt x="5762" y="15948"/>
                    <a:pt x="5729" y="15728"/>
                    <a:pt x="5702" y="15508"/>
                  </a:cubicBezTo>
                  <a:lnTo>
                    <a:pt x="5655" y="15114"/>
                  </a:lnTo>
                  <a:cubicBezTo>
                    <a:pt x="5629" y="14981"/>
                    <a:pt x="5615" y="14861"/>
                    <a:pt x="5595" y="14734"/>
                  </a:cubicBezTo>
                  <a:lnTo>
                    <a:pt x="5489" y="13967"/>
                  </a:lnTo>
                  <a:cubicBezTo>
                    <a:pt x="5395" y="13341"/>
                    <a:pt x="5315" y="12740"/>
                    <a:pt x="5222" y="12194"/>
                  </a:cubicBezTo>
                  <a:cubicBezTo>
                    <a:pt x="5202" y="12094"/>
                    <a:pt x="5195" y="12000"/>
                    <a:pt x="5182" y="11900"/>
                  </a:cubicBezTo>
                  <a:lnTo>
                    <a:pt x="5122" y="11573"/>
                  </a:lnTo>
                  <a:cubicBezTo>
                    <a:pt x="5088" y="11367"/>
                    <a:pt x="5062" y="11167"/>
                    <a:pt x="5028" y="10973"/>
                  </a:cubicBezTo>
                  <a:cubicBezTo>
                    <a:pt x="4962" y="10593"/>
                    <a:pt x="4895" y="10240"/>
                    <a:pt x="4835" y="9926"/>
                  </a:cubicBezTo>
                  <a:cubicBezTo>
                    <a:pt x="4802" y="9740"/>
                    <a:pt x="4748" y="9513"/>
                    <a:pt x="4722" y="9366"/>
                  </a:cubicBezTo>
                  <a:cubicBezTo>
                    <a:pt x="4695" y="9213"/>
                    <a:pt x="4662" y="9093"/>
                    <a:pt x="4622" y="8913"/>
                  </a:cubicBezTo>
                  <a:cubicBezTo>
                    <a:pt x="4582" y="8739"/>
                    <a:pt x="4528" y="8539"/>
                    <a:pt x="4488" y="8373"/>
                  </a:cubicBezTo>
                  <a:cubicBezTo>
                    <a:pt x="4448" y="8206"/>
                    <a:pt x="4422" y="8146"/>
                    <a:pt x="4348" y="7866"/>
                  </a:cubicBezTo>
                  <a:cubicBezTo>
                    <a:pt x="4268" y="7579"/>
                    <a:pt x="4188" y="7299"/>
                    <a:pt x="4095" y="7026"/>
                  </a:cubicBezTo>
                  <a:cubicBezTo>
                    <a:pt x="4055" y="6892"/>
                    <a:pt x="4015" y="6759"/>
                    <a:pt x="3962" y="6626"/>
                  </a:cubicBezTo>
                  <a:cubicBezTo>
                    <a:pt x="3841" y="6239"/>
                    <a:pt x="3708" y="5839"/>
                    <a:pt x="3555" y="5439"/>
                  </a:cubicBezTo>
                  <a:lnTo>
                    <a:pt x="3428" y="5105"/>
                  </a:lnTo>
                  <a:cubicBezTo>
                    <a:pt x="3381" y="4978"/>
                    <a:pt x="3355" y="4932"/>
                    <a:pt x="3288" y="4745"/>
                  </a:cubicBezTo>
                  <a:cubicBezTo>
                    <a:pt x="3221" y="4565"/>
                    <a:pt x="3148" y="4378"/>
                    <a:pt x="3081" y="4205"/>
                  </a:cubicBezTo>
                  <a:lnTo>
                    <a:pt x="3048" y="4138"/>
                  </a:lnTo>
                  <a:cubicBezTo>
                    <a:pt x="3048" y="4132"/>
                    <a:pt x="3041" y="4112"/>
                    <a:pt x="3041" y="4105"/>
                  </a:cubicBezTo>
                  <a:lnTo>
                    <a:pt x="3015" y="4065"/>
                  </a:lnTo>
                  <a:cubicBezTo>
                    <a:pt x="2928" y="3838"/>
                    <a:pt x="2841" y="3631"/>
                    <a:pt x="2755" y="3431"/>
                  </a:cubicBezTo>
                  <a:lnTo>
                    <a:pt x="2561" y="2998"/>
                  </a:lnTo>
                  <a:lnTo>
                    <a:pt x="2434" y="2711"/>
                  </a:lnTo>
                  <a:lnTo>
                    <a:pt x="2254" y="2324"/>
                  </a:lnTo>
                  <a:lnTo>
                    <a:pt x="2008" y="1798"/>
                  </a:lnTo>
                  <a:lnTo>
                    <a:pt x="1974" y="1798"/>
                  </a:lnTo>
                  <a:cubicBezTo>
                    <a:pt x="1974" y="1791"/>
                    <a:pt x="1974" y="1791"/>
                    <a:pt x="1961" y="1791"/>
                  </a:cubicBezTo>
                  <a:lnTo>
                    <a:pt x="1841" y="1524"/>
                  </a:lnTo>
                  <a:lnTo>
                    <a:pt x="1594" y="1037"/>
                  </a:lnTo>
                  <a:cubicBezTo>
                    <a:pt x="1588" y="1024"/>
                    <a:pt x="1581" y="1011"/>
                    <a:pt x="1574" y="997"/>
                  </a:cubicBezTo>
                  <a:cubicBezTo>
                    <a:pt x="1561" y="977"/>
                    <a:pt x="1548" y="957"/>
                    <a:pt x="1541" y="937"/>
                  </a:cubicBezTo>
                  <a:cubicBezTo>
                    <a:pt x="1508" y="864"/>
                    <a:pt x="1454" y="811"/>
                    <a:pt x="1381" y="791"/>
                  </a:cubicBezTo>
                  <a:lnTo>
                    <a:pt x="847" y="571"/>
                  </a:lnTo>
                  <a:close/>
                  <a:moveTo>
                    <a:pt x="925" y="1"/>
                  </a:moveTo>
                  <a:cubicBezTo>
                    <a:pt x="372" y="1"/>
                    <a:pt x="190" y="142"/>
                    <a:pt x="94" y="310"/>
                  </a:cubicBezTo>
                  <a:cubicBezTo>
                    <a:pt x="0" y="511"/>
                    <a:pt x="40" y="744"/>
                    <a:pt x="194" y="897"/>
                  </a:cubicBezTo>
                  <a:cubicBezTo>
                    <a:pt x="227" y="931"/>
                    <a:pt x="261" y="951"/>
                    <a:pt x="307" y="971"/>
                  </a:cubicBezTo>
                  <a:lnTo>
                    <a:pt x="1141" y="1297"/>
                  </a:lnTo>
                  <a:lnTo>
                    <a:pt x="1141" y="1311"/>
                  </a:lnTo>
                  <a:cubicBezTo>
                    <a:pt x="1187" y="1411"/>
                    <a:pt x="1274" y="1571"/>
                    <a:pt x="1374" y="1784"/>
                  </a:cubicBezTo>
                  <a:lnTo>
                    <a:pt x="1508" y="2044"/>
                  </a:lnTo>
                  <a:lnTo>
                    <a:pt x="1754" y="2571"/>
                  </a:lnTo>
                  <a:lnTo>
                    <a:pt x="1928" y="2951"/>
                  </a:lnTo>
                  <a:lnTo>
                    <a:pt x="2054" y="3231"/>
                  </a:lnTo>
                  <a:lnTo>
                    <a:pt x="2241" y="3651"/>
                  </a:lnTo>
                  <a:cubicBezTo>
                    <a:pt x="2328" y="3851"/>
                    <a:pt x="2414" y="4065"/>
                    <a:pt x="2494" y="4265"/>
                  </a:cubicBezTo>
                  <a:cubicBezTo>
                    <a:pt x="2508" y="4298"/>
                    <a:pt x="2521" y="4325"/>
                    <a:pt x="2541" y="4352"/>
                  </a:cubicBezTo>
                  <a:lnTo>
                    <a:pt x="2561" y="4432"/>
                  </a:lnTo>
                  <a:cubicBezTo>
                    <a:pt x="2628" y="4598"/>
                    <a:pt x="2721" y="4838"/>
                    <a:pt x="2775" y="4952"/>
                  </a:cubicBezTo>
                  <a:cubicBezTo>
                    <a:pt x="2821" y="5072"/>
                    <a:pt x="2861" y="5185"/>
                    <a:pt x="2915" y="5312"/>
                  </a:cubicBezTo>
                  <a:lnTo>
                    <a:pt x="3041" y="5639"/>
                  </a:lnTo>
                  <a:cubicBezTo>
                    <a:pt x="3181" y="6032"/>
                    <a:pt x="3315" y="6419"/>
                    <a:pt x="3441" y="6806"/>
                  </a:cubicBezTo>
                  <a:cubicBezTo>
                    <a:pt x="3481" y="6932"/>
                    <a:pt x="3475" y="6932"/>
                    <a:pt x="3561" y="7199"/>
                  </a:cubicBezTo>
                  <a:cubicBezTo>
                    <a:pt x="3655" y="7466"/>
                    <a:pt x="3761" y="7852"/>
                    <a:pt x="3815" y="8019"/>
                  </a:cubicBezTo>
                  <a:cubicBezTo>
                    <a:pt x="3861" y="8186"/>
                    <a:pt x="3908" y="8353"/>
                    <a:pt x="3955" y="8539"/>
                  </a:cubicBezTo>
                  <a:lnTo>
                    <a:pt x="4082" y="9046"/>
                  </a:lnTo>
                  <a:lnTo>
                    <a:pt x="4182" y="9486"/>
                  </a:lnTo>
                  <a:cubicBezTo>
                    <a:pt x="4222" y="9666"/>
                    <a:pt x="4242" y="9720"/>
                    <a:pt x="4295" y="10033"/>
                  </a:cubicBezTo>
                  <a:cubicBezTo>
                    <a:pt x="4355" y="10340"/>
                    <a:pt x="4415" y="10687"/>
                    <a:pt x="4482" y="11073"/>
                  </a:cubicBezTo>
                  <a:cubicBezTo>
                    <a:pt x="4515" y="11253"/>
                    <a:pt x="4542" y="11453"/>
                    <a:pt x="4575" y="11667"/>
                  </a:cubicBezTo>
                  <a:lnTo>
                    <a:pt x="4628" y="12000"/>
                  </a:lnTo>
                  <a:cubicBezTo>
                    <a:pt x="4648" y="12087"/>
                    <a:pt x="4655" y="12180"/>
                    <a:pt x="4675" y="12280"/>
                  </a:cubicBezTo>
                  <a:cubicBezTo>
                    <a:pt x="4762" y="12834"/>
                    <a:pt x="4848" y="13421"/>
                    <a:pt x="4942" y="14047"/>
                  </a:cubicBezTo>
                  <a:lnTo>
                    <a:pt x="5155" y="15581"/>
                  </a:lnTo>
                  <a:cubicBezTo>
                    <a:pt x="5182" y="15801"/>
                    <a:pt x="5215" y="16021"/>
                    <a:pt x="5249" y="16255"/>
                  </a:cubicBezTo>
                  <a:lnTo>
                    <a:pt x="5275" y="16468"/>
                  </a:lnTo>
                  <a:cubicBezTo>
                    <a:pt x="5415" y="17488"/>
                    <a:pt x="5549" y="18555"/>
                    <a:pt x="5675" y="19622"/>
                  </a:cubicBezTo>
                  <a:cubicBezTo>
                    <a:pt x="5709" y="19876"/>
                    <a:pt x="5742" y="20116"/>
                    <a:pt x="5762" y="20356"/>
                  </a:cubicBezTo>
                  <a:cubicBezTo>
                    <a:pt x="5909" y="21556"/>
                    <a:pt x="6049" y="22756"/>
                    <a:pt x="6175" y="23923"/>
                  </a:cubicBezTo>
                  <a:cubicBezTo>
                    <a:pt x="6189" y="24150"/>
                    <a:pt x="6215" y="24377"/>
                    <a:pt x="6242" y="24584"/>
                  </a:cubicBezTo>
                  <a:lnTo>
                    <a:pt x="6282" y="25024"/>
                  </a:lnTo>
                  <a:cubicBezTo>
                    <a:pt x="6315" y="25310"/>
                    <a:pt x="6342" y="25577"/>
                    <a:pt x="6362" y="25851"/>
                  </a:cubicBezTo>
                  <a:cubicBezTo>
                    <a:pt x="6369" y="25871"/>
                    <a:pt x="6375" y="25891"/>
                    <a:pt x="6375" y="25911"/>
                  </a:cubicBezTo>
                  <a:lnTo>
                    <a:pt x="6415" y="26371"/>
                  </a:lnTo>
                  <a:cubicBezTo>
                    <a:pt x="6429" y="26537"/>
                    <a:pt x="6442" y="26691"/>
                    <a:pt x="6456" y="26844"/>
                  </a:cubicBezTo>
                  <a:lnTo>
                    <a:pt x="6476" y="27018"/>
                  </a:lnTo>
                  <a:cubicBezTo>
                    <a:pt x="6482" y="27104"/>
                    <a:pt x="6482" y="27178"/>
                    <a:pt x="6489" y="27258"/>
                  </a:cubicBezTo>
                  <a:lnTo>
                    <a:pt x="6509" y="27411"/>
                  </a:lnTo>
                  <a:cubicBezTo>
                    <a:pt x="6509" y="27484"/>
                    <a:pt x="6516" y="27558"/>
                    <a:pt x="6522" y="27624"/>
                  </a:cubicBezTo>
                  <a:lnTo>
                    <a:pt x="6542" y="27891"/>
                  </a:lnTo>
                  <a:lnTo>
                    <a:pt x="6562" y="28258"/>
                  </a:lnTo>
                  <a:cubicBezTo>
                    <a:pt x="6576" y="28438"/>
                    <a:pt x="6582" y="28591"/>
                    <a:pt x="6589" y="28751"/>
                  </a:cubicBezTo>
                  <a:cubicBezTo>
                    <a:pt x="6596" y="28825"/>
                    <a:pt x="6596" y="28898"/>
                    <a:pt x="6596" y="28971"/>
                  </a:cubicBezTo>
                  <a:lnTo>
                    <a:pt x="6596" y="29325"/>
                  </a:lnTo>
                  <a:cubicBezTo>
                    <a:pt x="6596" y="29945"/>
                    <a:pt x="6616" y="30592"/>
                    <a:pt x="6629" y="31279"/>
                  </a:cubicBezTo>
                  <a:cubicBezTo>
                    <a:pt x="6642" y="31545"/>
                    <a:pt x="6649" y="31812"/>
                    <a:pt x="6662" y="32086"/>
                  </a:cubicBezTo>
                  <a:cubicBezTo>
                    <a:pt x="6696" y="33006"/>
                    <a:pt x="6756" y="33999"/>
                    <a:pt x="6829" y="35106"/>
                  </a:cubicBezTo>
                  <a:cubicBezTo>
                    <a:pt x="6856" y="35493"/>
                    <a:pt x="6889" y="35887"/>
                    <a:pt x="6916" y="36280"/>
                  </a:cubicBezTo>
                  <a:lnTo>
                    <a:pt x="6916" y="36407"/>
                  </a:lnTo>
                  <a:cubicBezTo>
                    <a:pt x="6929" y="36560"/>
                    <a:pt x="6942" y="36720"/>
                    <a:pt x="6956" y="36887"/>
                  </a:cubicBezTo>
                  <a:lnTo>
                    <a:pt x="7029" y="37780"/>
                  </a:lnTo>
                  <a:cubicBezTo>
                    <a:pt x="7096" y="38627"/>
                    <a:pt x="7176" y="39461"/>
                    <a:pt x="7256" y="40281"/>
                  </a:cubicBezTo>
                  <a:lnTo>
                    <a:pt x="7316" y="40875"/>
                  </a:lnTo>
                  <a:cubicBezTo>
                    <a:pt x="7382" y="41601"/>
                    <a:pt x="7476" y="42422"/>
                    <a:pt x="7529" y="42988"/>
                  </a:cubicBezTo>
                  <a:cubicBezTo>
                    <a:pt x="7589" y="43555"/>
                    <a:pt x="7656" y="44109"/>
                    <a:pt x="7716" y="44642"/>
                  </a:cubicBezTo>
                  <a:lnTo>
                    <a:pt x="7823" y="45603"/>
                  </a:lnTo>
                  <a:cubicBezTo>
                    <a:pt x="7856" y="45923"/>
                    <a:pt x="7896" y="46243"/>
                    <a:pt x="7929" y="46549"/>
                  </a:cubicBezTo>
                  <a:lnTo>
                    <a:pt x="7963" y="46843"/>
                  </a:lnTo>
                  <a:lnTo>
                    <a:pt x="8016" y="47223"/>
                  </a:lnTo>
                  <a:lnTo>
                    <a:pt x="8056" y="47556"/>
                  </a:lnTo>
                  <a:lnTo>
                    <a:pt x="8109" y="47976"/>
                  </a:lnTo>
                  <a:lnTo>
                    <a:pt x="8176" y="48523"/>
                  </a:lnTo>
                  <a:cubicBezTo>
                    <a:pt x="8249" y="49157"/>
                    <a:pt x="8316" y="49684"/>
                    <a:pt x="8376" y="50057"/>
                  </a:cubicBezTo>
                  <a:lnTo>
                    <a:pt x="8376" y="50144"/>
                  </a:lnTo>
                  <a:cubicBezTo>
                    <a:pt x="8383" y="50197"/>
                    <a:pt x="8389" y="50250"/>
                    <a:pt x="8389" y="50310"/>
                  </a:cubicBezTo>
                  <a:lnTo>
                    <a:pt x="8449" y="50724"/>
                  </a:lnTo>
                  <a:cubicBezTo>
                    <a:pt x="8449" y="50751"/>
                    <a:pt x="8456" y="50777"/>
                    <a:pt x="8463" y="50804"/>
                  </a:cubicBezTo>
                  <a:cubicBezTo>
                    <a:pt x="8489" y="50891"/>
                    <a:pt x="8556" y="50964"/>
                    <a:pt x="8643" y="51004"/>
                  </a:cubicBezTo>
                  <a:lnTo>
                    <a:pt x="8749" y="51017"/>
                  </a:lnTo>
                  <a:cubicBezTo>
                    <a:pt x="8764" y="51021"/>
                    <a:pt x="8780" y="51022"/>
                    <a:pt x="8795" y="51022"/>
                  </a:cubicBezTo>
                  <a:cubicBezTo>
                    <a:pt x="8842" y="51022"/>
                    <a:pt x="8889" y="51007"/>
                    <a:pt x="8930" y="50977"/>
                  </a:cubicBezTo>
                  <a:cubicBezTo>
                    <a:pt x="9810" y="50424"/>
                    <a:pt x="10677" y="48997"/>
                    <a:pt x="11510" y="46723"/>
                  </a:cubicBezTo>
                  <a:cubicBezTo>
                    <a:pt x="12064" y="45202"/>
                    <a:pt x="12597" y="43269"/>
                    <a:pt x="13064" y="41141"/>
                  </a:cubicBezTo>
                  <a:cubicBezTo>
                    <a:pt x="13091" y="41015"/>
                    <a:pt x="13031" y="40881"/>
                    <a:pt x="12917" y="40821"/>
                  </a:cubicBezTo>
                  <a:cubicBezTo>
                    <a:pt x="12190" y="40468"/>
                    <a:pt x="11597" y="39888"/>
                    <a:pt x="11217" y="39181"/>
                  </a:cubicBezTo>
                  <a:cubicBezTo>
                    <a:pt x="10690" y="38241"/>
                    <a:pt x="12057" y="35873"/>
                    <a:pt x="12510" y="35086"/>
                  </a:cubicBezTo>
                  <a:cubicBezTo>
                    <a:pt x="12731" y="34693"/>
                    <a:pt x="12964" y="34306"/>
                    <a:pt x="13197" y="33939"/>
                  </a:cubicBezTo>
                  <a:lnTo>
                    <a:pt x="13524" y="33413"/>
                  </a:lnTo>
                  <a:cubicBezTo>
                    <a:pt x="13811" y="32952"/>
                    <a:pt x="14058" y="32552"/>
                    <a:pt x="14231" y="32232"/>
                  </a:cubicBezTo>
                  <a:cubicBezTo>
                    <a:pt x="14258" y="32186"/>
                    <a:pt x="14271" y="32139"/>
                    <a:pt x="14278" y="32086"/>
                  </a:cubicBezTo>
                  <a:lnTo>
                    <a:pt x="14258" y="31652"/>
                  </a:lnTo>
                  <a:cubicBezTo>
                    <a:pt x="14251" y="31472"/>
                    <a:pt x="14231" y="31305"/>
                    <a:pt x="14218" y="31152"/>
                  </a:cubicBezTo>
                  <a:lnTo>
                    <a:pt x="14191" y="30952"/>
                  </a:lnTo>
                  <a:lnTo>
                    <a:pt x="14144" y="30585"/>
                  </a:lnTo>
                  <a:lnTo>
                    <a:pt x="14144" y="30572"/>
                  </a:lnTo>
                  <a:lnTo>
                    <a:pt x="14084" y="30078"/>
                  </a:lnTo>
                  <a:cubicBezTo>
                    <a:pt x="14044" y="29758"/>
                    <a:pt x="14004" y="29425"/>
                    <a:pt x="13958" y="29078"/>
                  </a:cubicBezTo>
                  <a:cubicBezTo>
                    <a:pt x="13951" y="28971"/>
                    <a:pt x="13931" y="28858"/>
                    <a:pt x="13918" y="28751"/>
                  </a:cubicBezTo>
                  <a:cubicBezTo>
                    <a:pt x="13857" y="28211"/>
                    <a:pt x="13791" y="27638"/>
                    <a:pt x="13724" y="27024"/>
                  </a:cubicBezTo>
                  <a:cubicBezTo>
                    <a:pt x="13717" y="26918"/>
                    <a:pt x="13697" y="26804"/>
                    <a:pt x="13691" y="26684"/>
                  </a:cubicBezTo>
                  <a:lnTo>
                    <a:pt x="13577" y="25657"/>
                  </a:lnTo>
                  <a:cubicBezTo>
                    <a:pt x="13411" y="24130"/>
                    <a:pt x="13224" y="22476"/>
                    <a:pt x="13017" y="20689"/>
                  </a:cubicBezTo>
                  <a:cubicBezTo>
                    <a:pt x="12964" y="20216"/>
                    <a:pt x="12911" y="19736"/>
                    <a:pt x="12851" y="19249"/>
                  </a:cubicBezTo>
                  <a:cubicBezTo>
                    <a:pt x="12764" y="18522"/>
                    <a:pt x="12677" y="17788"/>
                    <a:pt x="12584" y="17042"/>
                  </a:cubicBezTo>
                  <a:cubicBezTo>
                    <a:pt x="12084" y="12974"/>
                    <a:pt x="11283" y="9120"/>
                    <a:pt x="10443" y="6732"/>
                  </a:cubicBezTo>
                  <a:cubicBezTo>
                    <a:pt x="10056" y="5645"/>
                    <a:pt x="9723" y="4978"/>
                    <a:pt x="9350" y="4605"/>
                  </a:cubicBezTo>
                  <a:cubicBezTo>
                    <a:pt x="8976" y="4232"/>
                    <a:pt x="8449" y="3751"/>
                    <a:pt x="7916" y="3311"/>
                  </a:cubicBezTo>
                  <a:cubicBezTo>
                    <a:pt x="6689" y="2298"/>
                    <a:pt x="4342" y="544"/>
                    <a:pt x="2341" y="170"/>
                  </a:cubicBezTo>
                  <a:cubicBezTo>
                    <a:pt x="1702" y="50"/>
                    <a:pt x="1250" y="1"/>
                    <a:pt x="92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8" name="Google Shape;2011;p36"/>
            <p:cNvSpPr/>
            <p:nvPr/>
          </p:nvSpPr>
          <p:spPr>
            <a:xfrm>
              <a:off x="2458504" y="3260774"/>
              <a:ext cx="389986" cy="1410723"/>
            </a:xfrm>
            <a:custGeom>
              <a:avLst/>
              <a:gdLst/>
              <a:ahLst/>
              <a:cxnLst/>
              <a:rect l="l" t="t" r="r" b="b"/>
              <a:pathLst>
                <a:path w="13943" h="50437" extrusionOk="0">
                  <a:moveTo>
                    <a:pt x="885" y="1"/>
                  </a:moveTo>
                  <a:cubicBezTo>
                    <a:pt x="0" y="1"/>
                    <a:pt x="373" y="403"/>
                    <a:pt x="373" y="403"/>
                  </a:cubicBezTo>
                  <a:lnTo>
                    <a:pt x="1306" y="770"/>
                  </a:lnTo>
                  <a:lnTo>
                    <a:pt x="1339" y="830"/>
                  </a:lnTo>
                  <a:cubicBezTo>
                    <a:pt x="1346" y="843"/>
                    <a:pt x="1346" y="863"/>
                    <a:pt x="1366" y="876"/>
                  </a:cubicBezTo>
                  <a:lnTo>
                    <a:pt x="1606" y="1363"/>
                  </a:lnTo>
                  <a:cubicBezTo>
                    <a:pt x="1646" y="1437"/>
                    <a:pt x="1686" y="1530"/>
                    <a:pt x="1733" y="1623"/>
                  </a:cubicBezTo>
                  <a:cubicBezTo>
                    <a:pt x="1833" y="1810"/>
                    <a:pt x="1940" y="2037"/>
                    <a:pt x="2046" y="2277"/>
                  </a:cubicBezTo>
                  <a:cubicBezTo>
                    <a:pt x="2086" y="2363"/>
                    <a:pt x="2120" y="2443"/>
                    <a:pt x="2166" y="2537"/>
                  </a:cubicBezTo>
                  <a:cubicBezTo>
                    <a:pt x="2206" y="2630"/>
                    <a:pt x="2233" y="2677"/>
                    <a:pt x="2286" y="2810"/>
                  </a:cubicBezTo>
                  <a:cubicBezTo>
                    <a:pt x="2346" y="2944"/>
                    <a:pt x="2380" y="3044"/>
                    <a:pt x="2473" y="3244"/>
                  </a:cubicBezTo>
                  <a:cubicBezTo>
                    <a:pt x="2566" y="3444"/>
                    <a:pt x="2646" y="3657"/>
                    <a:pt x="2740" y="3871"/>
                  </a:cubicBezTo>
                  <a:lnTo>
                    <a:pt x="2773" y="3944"/>
                  </a:lnTo>
                  <a:lnTo>
                    <a:pt x="3013" y="4544"/>
                  </a:lnTo>
                  <a:lnTo>
                    <a:pt x="3147" y="4904"/>
                  </a:lnTo>
                  <a:lnTo>
                    <a:pt x="3273" y="5238"/>
                  </a:lnTo>
                  <a:cubicBezTo>
                    <a:pt x="3413" y="5624"/>
                    <a:pt x="3553" y="6004"/>
                    <a:pt x="3680" y="6411"/>
                  </a:cubicBezTo>
                  <a:cubicBezTo>
                    <a:pt x="3733" y="6538"/>
                    <a:pt x="3773" y="6671"/>
                    <a:pt x="3813" y="6805"/>
                  </a:cubicBezTo>
                  <a:lnTo>
                    <a:pt x="4067" y="7645"/>
                  </a:lnTo>
                  <a:cubicBezTo>
                    <a:pt x="4107" y="7805"/>
                    <a:pt x="4147" y="7972"/>
                    <a:pt x="4200" y="8145"/>
                  </a:cubicBezTo>
                  <a:cubicBezTo>
                    <a:pt x="4247" y="8325"/>
                    <a:pt x="4287" y="8498"/>
                    <a:pt x="4334" y="8678"/>
                  </a:cubicBezTo>
                  <a:lnTo>
                    <a:pt x="4434" y="9125"/>
                  </a:lnTo>
                  <a:cubicBezTo>
                    <a:pt x="4474" y="9305"/>
                    <a:pt x="4487" y="9372"/>
                    <a:pt x="4547" y="9679"/>
                  </a:cubicBezTo>
                  <a:cubicBezTo>
                    <a:pt x="4607" y="9992"/>
                    <a:pt x="4674" y="10339"/>
                    <a:pt x="4734" y="10726"/>
                  </a:cubicBezTo>
                  <a:cubicBezTo>
                    <a:pt x="4767" y="10906"/>
                    <a:pt x="4800" y="11106"/>
                    <a:pt x="4834" y="11312"/>
                  </a:cubicBezTo>
                  <a:lnTo>
                    <a:pt x="4854" y="11473"/>
                  </a:lnTo>
                  <a:lnTo>
                    <a:pt x="4934" y="11933"/>
                  </a:lnTo>
                  <a:cubicBezTo>
                    <a:pt x="5014" y="12493"/>
                    <a:pt x="5107" y="13080"/>
                    <a:pt x="5201" y="13706"/>
                  </a:cubicBezTo>
                  <a:lnTo>
                    <a:pt x="5247" y="14080"/>
                  </a:lnTo>
                  <a:lnTo>
                    <a:pt x="5267" y="14207"/>
                  </a:lnTo>
                  <a:cubicBezTo>
                    <a:pt x="5301" y="14413"/>
                    <a:pt x="5307" y="14513"/>
                    <a:pt x="5354" y="14860"/>
                  </a:cubicBezTo>
                  <a:cubicBezTo>
                    <a:pt x="5407" y="15200"/>
                    <a:pt x="5447" y="15547"/>
                    <a:pt x="5501" y="15907"/>
                  </a:cubicBezTo>
                  <a:cubicBezTo>
                    <a:pt x="5507" y="15980"/>
                    <a:pt x="5514" y="16054"/>
                    <a:pt x="5534" y="16127"/>
                  </a:cubicBezTo>
                  <a:cubicBezTo>
                    <a:pt x="5667" y="17161"/>
                    <a:pt x="5801" y="18228"/>
                    <a:pt x="5934" y="19295"/>
                  </a:cubicBezTo>
                  <a:cubicBezTo>
                    <a:pt x="5967" y="19535"/>
                    <a:pt x="5987" y="19781"/>
                    <a:pt x="6021" y="20028"/>
                  </a:cubicBezTo>
                  <a:cubicBezTo>
                    <a:pt x="6174" y="21262"/>
                    <a:pt x="6307" y="22469"/>
                    <a:pt x="6421" y="23596"/>
                  </a:cubicBezTo>
                  <a:lnTo>
                    <a:pt x="6501" y="24263"/>
                  </a:lnTo>
                  <a:cubicBezTo>
                    <a:pt x="6541" y="24696"/>
                    <a:pt x="6581" y="25109"/>
                    <a:pt x="6621" y="25510"/>
                  </a:cubicBezTo>
                  <a:lnTo>
                    <a:pt x="6621" y="25576"/>
                  </a:lnTo>
                  <a:cubicBezTo>
                    <a:pt x="6648" y="25736"/>
                    <a:pt x="6654" y="25896"/>
                    <a:pt x="6674" y="26043"/>
                  </a:cubicBezTo>
                  <a:lnTo>
                    <a:pt x="6721" y="26683"/>
                  </a:lnTo>
                  <a:cubicBezTo>
                    <a:pt x="6741" y="26830"/>
                    <a:pt x="6741" y="26950"/>
                    <a:pt x="6754" y="27083"/>
                  </a:cubicBezTo>
                  <a:cubicBezTo>
                    <a:pt x="6774" y="27217"/>
                    <a:pt x="6781" y="27303"/>
                    <a:pt x="6788" y="27470"/>
                  </a:cubicBezTo>
                  <a:cubicBezTo>
                    <a:pt x="6801" y="27637"/>
                    <a:pt x="6814" y="27770"/>
                    <a:pt x="6821" y="27944"/>
                  </a:cubicBezTo>
                  <a:cubicBezTo>
                    <a:pt x="6834" y="28117"/>
                    <a:pt x="6841" y="28330"/>
                    <a:pt x="6848" y="28430"/>
                  </a:cubicBezTo>
                  <a:cubicBezTo>
                    <a:pt x="6854" y="28530"/>
                    <a:pt x="6854" y="28650"/>
                    <a:pt x="6854" y="28697"/>
                  </a:cubicBezTo>
                  <a:cubicBezTo>
                    <a:pt x="6854" y="28737"/>
                    <a:pt x="6868" y="28777"/>
                    <a:pt x="6868" y="28810"/>
                  </a:cubicBezTo>
                  <a:lnTo>
                    <a:pt x="6868" y="29031"/>
                  </a:lnTo>
                  <a:cubicBezTo>
                    <a:pt x="6868" y="29637"/>
                    <a:pt x="6874" y="30284"/>
                    <a:pt x="6901" y="30951"/>
                  </a:cubicBezTo>
                  <a:cubicBezTo>
                    <a:pt x="6908" y="31218"/>
                    <a:pt x="6914" y="31498"/>
                    <a:pt x="6934" y="31771"/>
                  </a:cubicBezTo>
                  <a:cubicBezTo>
                    <a:pt x="6974" y="32745"/>
                    <a:pt x="7034" y="33752"/>
                    <a:pt x="7101" y="34779"/>
                  </a:cubicBezTo>
                  <a:cubicBezTo>
                    <a:pt x="7121" y="35212"/>
                    <a:pt x="7154" y="35646"/>
                    <a:pt x="7188" y="36079"/>
                  </a:cubicBezTo>
                  <a:cubicBezTo>
                    <a:pt x="7208" y="36239"/>
                    <a:pt x="7214" y="36406"/>
                    <a:pt x="7234" y="36566"/>
                  </a:cubicBezTo>
                  <a:lnTo>
                    <a:pt x="7308" y="37453"/>
                  </a:lnTo>
                  <a:cubicBezTo>
                    <a:pt x="7374" y="38300"/>
                    <a:pt x="7448" y="39133"/>
                    <a:pt x="7534" y="39953"/>
                  </a:cubicBezTo>
                  <a:cubicBezTo>
                    <a:pt x="7548" y="40153"/>
                    <a:pt x="7568" y="40347"/>
                    <a:pt x="7588" y="40547"/>
                  </a:cubicBezTo>
                  <a:cubicBezTo>
                    <a:pt x="7655" y="41274"/>
                    <a:pt x="7735" y="41974"/>
                    <a:pt x="7808" y="42654"/>
                  </a:cubicBezTo>
                  <a:cubicBezTo>
                    <a:pt x="7881" y="43381"/>
                    <a:pt x="7961" y="44075"/>
                    <a:pt x="8035" y="44735"/>
                  </a:cubicBezTo>
                  <a:cubicBezTo>
                    <a:pt x="8048" y="44915"/>
                    <a:pt x="8075" y="45088"/>
                    <a:pt x="8088" y="45268"/>
                  </a:cubicBezTo>
                  <a:cubicBezTo>
                    <a:pt x="8141" y="45688"/>
                    <a:pt x="8188" y="46108"/>
                    <a:pt x="8241" y="46502"/>
                  </a:cubicBezTo>
                  <a:cubicBezTo>
                    <a:pt x="8261" y="46682"/>
                    <a:pt x="8261" y="46809"/>
                    <a:pt x="8301" y="47022"/>
                  </a:cubicBezTo>
                  <a:cubicBezTo>
                    <a:pt x="8335" y="47242"/>
                    <a:pt x="8348" y="47442"/>
                    <a:pt x="8375" y="47635"/>
                  </a:cubicBezTo>
                  <a:lnTo>
                    <a:pt x="8448" y="48182"/>
                  </a:lnTo>
                  <a:cubicBezTo>
                    <a:pt x="8521" y="48822"/>
                    <a:pt x="8588" y="49343"/>
                    <a:pt x="8641" y="49723"/>
                  </a:cubicBezTo>
                  <a:cubicBezTo>
                    <a:pt x="8655" y="49816"/>
                    <a:pt x="8668" y="49883"/>
                    <a:pt x="8675" y="49969"/>
                  </a:cubicBezTo>
                  <a:cubicBezTo>
                    <a:pt x="8681" y="50049"/>
                    <a:pt x="8708" y="50143"/>
                    <a:pt x="8708" y="50189"/>
                  </a:cubicBezTo>
                  <a:cubicBezTo>
                    <a:pt x="8708" y="50243"/>
                    <a:pt x="8715" y="50283"/>
                    <a:pt x="8715" y="50310"/>
                  </a:cubicBezTo>
                  <a:cubicBezTo>
                    <a:pt x="8715" y="50336"/>
                    <a:pt x="8721" y="50363"/>
                    <a:pt x="8735" y="50390"/>
                  </a:cubicBezTo>
                  <a:lnTo>
                    <a:pt x="8735" y="50436"/>
                  </a:lnTo>
                  <a:cubicBezTo>
                    <a:pt x="9622" y="49876"/>
                    <a:pt x="10455" y="48336"/>
                    <a:pt x="11189" y="46322"/>
                  </a:cubicBezTo>
                  <a:cubicBezTo>
                    <a:pt x="10695" y="44521"/>
                    <a:pt x="10209" y="42721"/>
                    <a:pt x="9722" y="40920"/>
                  </a:cubicBezTo>
                  <a:cubicBezTo>
                    <a:pt x="9435" y="39853"/>
                    <a:pt x="9135" y="38766"/>
                    <a:pt x="9222" y="37653"/>
                  </a:cubicBezTo>
                  <a:cubicBezTo>
                    <a:pt x="9315" y="36546"/>
                    <a:pt x="9868" y="35412"/>
                    <a:pt x="10869" y="34932"/>
                  </a:cubicBezTo>
                  <a:cubicBezTo>
                    <a:pt x="11289" y="34739"/>
                    <a:pt x="11742" y="34645"/>
                    <a:pt x="12209" y="34645"/>
                  </a:cubicBezTo>
                  <a:cubicBezTo>
                    <a:pt x="12442" y="34245"/>
                    <a:pt x="12683" y="33852"/>
                    <a:pt x="12909" y="33485"/>
                  </a:cubicBezTo>
                  <a:cubicBezTo>
                    <a:pt x="13316" y="32812"/>
                    <a:pt x="13703" y="32218"/>
                    <a:pt x="13943" y="31785"/>
                  </a:cubicBezTo>
                  <a:cubicBezTo>
                    <a:pt x="13943" y="31711"/>
                    <a:pt x="13936" y="31645"/>
                    <a:pt x="13936" y="31585"/>
                  </a:cubicBezTo>
                  <a:cubicBezTo>
                    <a:pt x="13936" y="31518"/>
                    <a:pt x="13930" y="31451"/>
                    <a:pt x="13923" y="31384"/>
                  </a:cubicBezTo>
                  <a:cubicBezTo>
                    <a:pt x="13916" y="31211"/>
                    <a:pt x="13903" y="31098"/>
                    <a:pt x="13883" y="30911"/>
                  </a:cubicBezTo>
                  <a:cubicBezTo>
                    <a:pt x="13870" y="30731"/>
                    <a:pt x="13836" y="30538"/>
                    <a:pt x="13816" y="30344"/>
                  </a:cubicBezTo>
                  <a:cubicBezTo>
                    <a:pt x="13809" y="30338"/>
                    <a:pt x="13809" y="30324"/>
                    <a:pt x="13809" y="30311"/>
                  </a:cubicBezTo>
                  <a:cubicBezTo>
                    <a:pt x="13789" y="30151"/>
                    <a:pt x="13769" y="29984"/>
                    <a:pt x="13749" y="29817"/>
                  </a:cubicBezTo>
                  <a:cubicBezTo>
                    <a:pt x="13709" y="29504"/>
                    <a:pt x="13669" y="29164"/>
                    <a:pt x="13623" y="28817"/>
                  </a:cubicBezTo>
                  <a:cubicBezTo>
                    <a:pt x="13616" y="28710"/>
                    <a:pt x="13609" y="28604"/>
                    <a:pt x="13589" y="28497"/>
                  </a:cubicBezTo>
                  <a:cubicBezTo>
                    <a:pt x="13523" y="27950"/>
                    <a:pt x="13456" y="27377"/>
                    <a:pt x="13403" y="26783"/>
                  </a:cubicBezTo>
                  <a:cubicBezTo>
                    <a:pt x="13383" y="26670"/>
                    <a:pt x="13376" y="26543"/>
                    <a:pt x="13356" y="26430"/>
                  </a:cubicBezTo>
                  <a:cubicBezTo>
                    <a:pt x="13156" y="24636"/>
                    <a:pt x="12943" y="22629"/>
                    <a:pt x="12689" y="20428"/>
                  </a:cubicBezTo>
                  <a:cubicBezTo>
                    <a:pt x="12636" y="19961"/>
                    <a:pt x="12582" y="19475"/>
                    <a:pt x="12522" y="18995"/>
                  </a:cubicBezTo>
                  <a:cubicBezTo>
                    <a:pt x="11189" y="17567"/>
                    <a:pt x="9642" y="16327"/>
                    <a:pt x="8588" y="14693"/>
                  </a:cubicBezTo>
                  <a:cubicBezTo>
                    <a:pt x="6554" y="11506"/>
                    <a:pt x="5701" y="6605"/>
                    <a:pt x="7688" y="3244"/>
                  </a:cubicBezTo>
                  <a:cubicBezTo>
                    <a:pt x="6201" y="2010"/>
                    <a:pt x="4040" y="496"/>
                    <a:pt x="2240" y="163"/>
                  </a:cubicBezTo>
                  <a:cubicBezTo>
                    <a:pt x="1610" y="45"/>
                    <a:pt x="1178" y="1"/>
                    <a:pt x="885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9" name="Google Shape;2012;p36"/>
            <p:cNvSpPr/>
            <p:nvPr/>
          </p:nvSpPr>
          <p:spPr>
            <a:xfrm>
              <a:off x="2617570" y="3443810"/>
              <a:ext cx="55968" cy="293433"/>
            </a:xfrm>
            <a:custGeom>
              <a:avLst/>
              <a:gdLst/>
              <a:ahLst/>
              <a:cxnLst/>
              <a:rect l="l" t="t" r="r" b="b"/>
              <a:pathLst>
                <a:path w="2001" h="10491" extrusionOk="0">
                  <a:moveTo>
                    <a:pt x="0" y="1"/>
                  </a:moveTo>
                  <a:lnTo>
                    <a:pt x="0" y="1"/>
                  </a:lnTo>
                  <a:cubicBezTo>
                    <a:pt x="480" y="1728"/>
                    <a:pt x="887" y="3448"/>
                    <a:pt x="1214" y="5195"/>
                  </a:cubicBezTo>
                  <a:cubicBezTo>
                    <a:pt x="1534" y="6949"/>
                    <a:pt x="1747" y="8716"/>
                    <a:pt x="1921" y="10490"/>
                  </a:cubicBezTo>
                  <a:cubicBezTo>
                    <a:pt x="2001" y="6902"/>
                    <a:pt x="1347" y="3328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0" name="Google Shape;2013;p36"/>
            <p:cNvSpPr/>
            <p:nvPr/>
          </p:nvSpPr>
          <p:spPr>
            <a:xfrm>
              <a:off x="2680055" y="3576611"/>
              <a:ext cx="28921" cy="174617"/>
            </a:xfrm>
            <a:custGeom>
              <a:avLst/>
              <a:gdLst/>
              <a:ahLst/>
              <a:cxnLst/>
              <a:rect l="l" t="t" r="r" b="b"/>
              <a:pathLst>
                <a:path w="1034" h="6243" extrusionOk="0">
                  <a:moveTo>
                    <a:pt x="0" y="0"/>
                  </a:moveTo>
                  <a:lnTo>
                    <a:pt x="0" y="0"/>
                  </a:lnTo>
                  <a:cubicBezTo>
                    <a:pt x="134" y="1054"/>
                    <a:pt x="314" y="2081"/>
                    <a:pt x="487" y="3121"/>
                  </a:cubicBezTo>
                  <a:cubicBezTo>
                    <a:pt x="660" y="4168"/>
                    <a:pt x="820" y="5202"/>
                    <a:pt x="1021" y="6242"/>
                  </a:cubicBezTo>
                  <a:cubicBezTo>
                    <a:pt x="1034" y="5182"/>
                    <a:pt x="954" y="4122"/>
                    <a:pt x="780" y="3081"/>
                  </a:cubicBezTo>
                  <a:cubicBezTo>
                    <a:pt x="614" y="2034"/>
                    <a:pt x="354" y="1001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1" name="Google Shape;2014;p36"/>
            <p:cNvSpPr/>
            <p:nvPr/>
          </p:nvSpPr>
          <p:spPr>
            <a:xfrm>
              <a:off x="2727800" y="3670982"/>
              <a:ext cx="15691" cy="80246"/>
            </a:xfrm>
            <a:custGeom>
              <a:avLst/>
              <a:gdLst/>
              <a:ahLst/>
              <a:cxnLst/>
              <a:rect l="l" t="t" r="r" b="b"/>
              <a:pathLst>
                <a:path w="561" h="2869" extrusionOk="0">
                  <a:moveTo>
                    <a:pt x="14" y="1"/>
                  </a:moveTo>
                  <a:lnTo>
                    <a:pt x="14" y="1"/>
                  </a:lnTo>
                  <a:cubicBezTo>
                    <a:pt x="0" y="488"/>
                    <a:pt x="47" y="974"/>
                    <a:pt x="140" y="1461"/>
                  </a:cubicBezTo>
                  <a:cubicBezTo>
                    <a:pt x="220" y="1941"/>
                    <a:pt x="354" y="2415"/>
                    <a:pt x="547" y="2868"/>
                  </a:cubicBezTo>
                  <a:cubicBezTo>
                    <a:pt x="561" y="2375"/>
                    <a:pt x="521" y="1888"/>
                    <a:pt x="420" y="1408"/>
                  </a:cubicBezTo>
                  <a:cubicBezTo>
                    <a:pt x="340" y="921"/>
                    <a:pt x="200" y="448"/>
                    <a:pt x="1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2" name="Google Shape;2015;p36"/>
            <p:cNvSpPr/>
            <p:nvPr/>
          </p:nvSpPr>
          <p:spPr>
            <a:xfrm>
              <a:off x="2686572" y="4215418"/>
              <a:ext cx="44808" cy="284091"/>
            </a:xfrm>
            <a:custGeom>
              <a:avLst/>
              <a:gdLst/>
              <a:ahLst/>
              <a:cxnLst/>
              <a:rect l="l" t="t" r="r" b="b"/>
              <a:pathLst>
                <a:path w="1602" h="10157" extrusionOk="0">
                  <a:moveTo>
                    <a:pt x="1" y="1"/>
                  </a:moveTo>
                  <a:cubicBezTo>
                    <a:pt x="114" y="1715"/>
                    <a:pt x="314" y="3422"/>
                    <a:pt x="534" y="5136"/>
                  </a:cubicBezTo>
                  <a:cubicBezTo>
                    <a:pt x="654" y="5982"/>
                    <a:pt x="768" y="6836"/>
                    <a:pt x="914" y="7683"/>
                  </a:cubicBezTo>
                  <a:cubicBezTo>
                    <a:pt x="981" y="8110"/>
                    <a:pt x="1048" y="8543"/>
                    <a:pt x="1128" y="8957"/>
                  </a:cubicBezTo>
                  <a:cubicBezTo>
                    <a:pt x="1214" y="9377"/>
                    <a:pt x="1334" y="9810"/>
                    <a:pt x="1601" y="10157"/>
                  </a:cubicBezTo>
                  <a:cubicBezTo>
                    <a:pt x="1388" y="9783"/>
                    <a:pt x="1314" y="9357"/>
                    <a:pt x="1261" y="8937"/>
                  </a:cubicBezTo>
                  <a:lnTo>
                    <a:pt x="1134" y="7650"/>
                  </a:lnTo>
                  <a:cubicBezTo>
                    <a:pt x="1048" y="6803"/>
                    <a:pt x="934" y="5942"/>
                    <a:pt x="828" y="5089"/>
                  </a:cubicBezTo>
                  <a:cubicBezTo>
                    <a:pt x="594" y="3382"/>
                    <a:pt x="347" y="1681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3" name="Google Shape;2016;p36"/>
            <p:cNvSpPr/>
            <p:nvPr/>
          </p:nvSpPr>
          <p:spPr>
            <a:xfrm>
              <a:off x="2719772" y="4243780"/>
              <a:ext cx="23159" cy="122005"/>
            </a:xfrm>
            <a:custGeom>
              <a:avLst/>
              <a:gdLst/>
              <a:ahLst/>
              <a:cxnLst/>
              <a:rect l="l" t="t" r="r" b="b"/>
              <a:pathLst>
                <a:path w="828" h="4362" extrusionOk="0">
                  <a:moveTo>
                    <a:pt x="7" y="0"/>
                  </a:moveTo>
                  <a:lnTo>
                    <a:pt x="7" y="0"/>
                  </a:lnTo>
                  <a:cubicBezTo>
                    <a:pt x="1" y="747"/>
                    <a:pt x="74" y="1488"/>
                    <a:pt x="227" y="2214"/>
                  </a:cubicBezTo>
                  <a:cubicBezTo>
                    <a:pt x="354" y="2948"/>
                    <a:pt x="554" y="3668"/>
                    <a:pt x="828" y="4362"/>
                  </a:cubicBezTo>
                  <a:cubicBezTo>
                    <a:pt x="754" y="3621"/>
                    <a:pt x="654" y="2895"/>
                    <a:pt x="507" y="2168"/>
                  </a:cubicBezTo>
                  <a:cubicBezTo>
                    <a:pt x="374" y="1434"/>
                    <a:pt x="207" y="714"/>
                    <a:pt x="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4" name="Google Shape;2017;p36"/>
            <p:cNvSpPr/>
            <p:nvPr/>
          </p:nvSpPr>
          <p:spPr>
            <a:xfrm>
              <a:off x="2765279" y="4275106"/>
              <a:ext cx="10657" cy="38459"/>
            </a:xfrm>
            <a:custGeom>
              <a:avLst/>
              <a:gdLst/>
              <a:ahLst/>
              <a:cxnLst/>
              <a:rect l="l" t="t" r="r" b="b"/>
              <a:pathLst>
                <a:path w="381" h="1375" extrusionOk="0">
                  <a:moveTo>
                    <a:pt x="74" y="1"/>
                  </a:moveTo>
                  <a:cubicBezTo>
                    <a:pt x="7" y="228"/>
                    <a:pt x="1" y="474"/>
                    <a:pt x="47" y="708"/>
                  </a:cubicBezTo>
                  <a:cubicBezTo>
                    <a:pt x="81" y="948"/>
                    <a:pt x="174" y="1174"/>
                    <a:pt x="314" y="1374"/>
                  </a:cubicBezTo>
                  <a:cubicBezTo>
                    <a:pt x="374" y="1141"/>
                    <a:pt x="381" y="894"/>
                    <a:pt x="334" y="654"/>
                  </a:cubicBezTo>
                  <a:cubicBezTo>
                    <a:pt x="294" y="421"/>
                    <a:pt x="207" y="194"/>
                    <a:pt x="7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5" name="Google Shape;2018;p36"/>
            <p:cNvSpPr/>
            <p:nvPr/>
          </p:nvSpPr>
          <p:spPr>
            <a:xfrm>
              <a:off x="2506948" y="3676212"/>
              <a:ext cx="428081" cy="521165"/>
            </a:xfrm>
            <a:custGeom>
              <a:avLst/>
              <a:gdLst/>
              <a:ahLst/>
              <a:cxnLst/>
              <a:rect l="l" t="t" r="r" b="b"/>
              <a:pathLst>
                <a:path w="15305" h="18633" extrusionOk="0">
                  <a:moveTo>
                    <a:pt x="3622" y="0"/>
                  </a:moveTo>
                  <a:cubicBezTo>
                    <a:pt x="3415" y="60"/>
                    <a:pt x="3215" y="147"/>
                    <a:pt x="3035" y="267"/>
                  </a:cubicBezTo>
                  <a:cubicBezTo>
                    <a:pt x="2648" y="514"/>
                    <a:pt x="2188" y="974"/>
                    <a:pt x="1915" y="1814"/>
                  </a:cubicBezTo>
                  <a:cubicBezTo>
                    <a:pt x="1421" y="3328"/>
                    <a:pt x="1888" y="4808"/>
                    <a:pt x="1915" y="4895"/>
                  </a:cubicBezTo>
                  <a:cubicBezTo>
                    <a:pt x="1900" y="4883"/>
                    <a:pt x="1836" y="4819"/>
                    <a:pt x="1730" y="4819"/>
                  </a:cubicBezTo>
                  <a:cubicBezTo>
                    <a:pt x="1549" y="4819"/>
                    <a:pt x="1244" y="5006"/>
                    <a:pt x="848" y="5962"/>
                  </a:cubicBezTo>
                  <a:cubicBezTo>
                    <a:pt x="221" y="7482"/>
                    <a:pt x="848" y="8463"/>
                    <a:pt x="848" y="8463"/>
                  </a:cubicBezTo>
                  <a:cubicBezTo>
                    <a:pt x="848" y="8463"/>
                    <a:pt x="34" y="8496"/>
                    <a:pt x="14" y="9790"/>
                  </a:cubicBezTo>
                  <a:cubicBezTo>
                    <a:pt x="1" y="11083"/>
                    <a:pt x="908" y="11990"/>
                    <a:pt x="908" y="11990"/>
                  </a:cubicBezTo>
                  <a:cubicBezTo>
                    <a:pt x="908" y="11990"/>
                    <a:pt x="281" y="12324"/>
                    <a:pt x="955" y="14291"/>
                  </a:cubicBezTo>
                  <a:cubicBezTo>
                    <a:pt x="1635" y="16258"/>
                    <a:pt x="6109" y="18119"/>
                    <a:pt x="8970" y="18285"/>
                  </a:cubicBezTo>
                  <a:cubicBezTo>
                    <a:pt x="9710" y="18325"/>
                    <a:pt x="10450" y="18439"/>
                    <a:pt x="11177" y="18632"/>
                  </a:cubicBezTo>
                  <a:cubicBezTo>
                    <a:pt x="11591" y="17959"/>
                    <a:pt x="11971" y="17358"/>
                    <a:pt x="12211" y="16925"/>
                  </a:cubicBezTo>
                  <a:cubicBezTo>
                    <a:pt x="12984" y="15525"/>
                    <a:pt x="14545" y="12484"/>
                    <a:pt x="15305" y="11557"/>
                  </a:cubicBezTo>
                  <a:cubicBezTo>
                    <a:pt x="15218" y="11483"/>
                    <a:pt x="15138" y="11403"/>
                    <a:pt x="15072" y="11317"/>
                  </a:cubicBezTo>
                  <a:cubicBezTo>
                    <a:pt x="14838" y="11030"/>
                    <a:pt x="14665" y="10703"/>
                    <a:pt x="14558" y="10357"/>
                  </a:cubicBezTo>
                  <a:cubicBezTo>
                    <a:pt x="14071" y="8889"/>
                    <a:pt x="13625" y="3715"/>
                    <a:pt x="10417" y="1067"/>
                  </a:cubicBezTo>
                  <a:lnTo>
                    <a:pt x="10417" y="1067"/>
                  </a:lnTo>
                  <a:cubicBezTo>
                    <a:pt x="10417" y="1068"/>
                    <a:pt x="10537" y="1988"/>
                    <a:pt x="10657" y="3015"/>
                  </a:cubicBezTo>
                  <a:cubicBezTo>
                    <a:pt x="10657" y="3015"/>
                    <a:pt x="9141" y="3625"/>
                    <a:pt x="7383" y="3625"/>
                  </a:cubicBezTo>
                  <a:cubicBezTo>
                    <a:pt x="7257" y="3625"/>
                    <a:pt x="7130" y="3621"/>
                    <a:pt x="7003" y="3615"/>
                  </a:cubicBezTo>
                  <a:cubicBezTo>
                    <a:pt x="5949" y="3555"/>
                    <a:pt x="4856" y="3261"/>
                    <a:pt x="3955" y="2488"/>
                  </a:cubicBezTo>
                  <a:cubicBezTo>
                    <a:pt x="3955" y="2488"/>
                    <a:pt x="3709" y="614"/>
                    <a:pt x="3622" y="0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6" name="Google Shape;2019;p36"/>
            <p:cNvSpPr/>
            <p:nvPr/>
          </p:nvSpPr>
          <p:spPr>
            <a:xfrm>
              <a:off x="2498949" y="3666507"/>
              <a:ext cx="447464" cy="540185"/>
            </a:xfrm>
            <a:custGeom>
              <a:avLst/>
              <a:gdLst/>
              <a:ahLst/>
              <a:cxnLst/>
              <a:rect l="l" t="t" r="r" b="b"/>
              <a:pathLst>
                <a:path w="15998" h="19313" extrusionOk="0">
                  <a:moveTo>
                    <a:pt x="3668" y="748"/>
                  </a:moveTo>
                  <a:cubicBezTo>
                    <a:pt x="3775" y="1528"/>
                    <a:pt x="3948" y="2868"/>
                    <a:pt x="3948" y="2868"/>
                  </a:cubicBezTo>
                  <a:lnTo>
                    <a:pt x="3968" y="2975"/>
                  </a:lnTo>
                  <a:lnTo>
                    <a:pt x="4048" y="3048"/>
                  </a:lnTo>
                  <a:cubicBezTo>
                    <a:pt x="4895" y="3775"/>
                    <a:pt x="5975" y="4175"/>
                    <a:pt x="7269" y="4242"/>
                  </a:cubicBezTo>
                  <a:cubicBezTo>
                    <a:pt x="7410" y="4249"/>
                    <a:pt x="7550" y="4253"/>
                    <a:pt x="7688" y="4253"/>
                  </a:cubicBezTo>
                  <a:cubicBezTo>
                    <a:pt x="9472" y="4253"/>
                    <a:pt x="10982" y="3659"/>
                    <a:pt x="11050" y="3628"/>
                  </a:cubicBezTo>
                  <a:lnTo>
                    <a:pt x="11250" y="3542"/>
                  </a:lnTo>
                  <a:lnTo>
                    <a:pt x="11230" y="3328"/>
                  </a:lnTo>
                  <a:cubicBezTo>
                    <a:pt x="11177" y="2901"/>
                    <a:pt x="11130" y="2501"/>
                    <a:pt x="11083" y="2175"/>
                  </a:cubicBezTo>
                  <a:lnTo>
                    <a:pt x="11083" y="2175"/>
                  </a:lnTo>
                  <a:cubicBezTo>
                    <a:pt x="13117" y="4268"/>
                    <a:pt x="13811" y="7476"/>
                    <a:pt x="14237" y="9463"/>
                  </a:cubicBezTo>
                  <a:cubicBezTo>
                    <a:pt x="14364" y="10030"/>
                    <a:pt x="14464" y="10477"/>
                    <a:pt x="14564" y="10797"/>
                  </a:cubicBezTo>
                  <a:cubicBezTo>
                    <a:pt x="14691" y="11177"/>
                    <a:pt x="14877" y="11530"/>
                    <a:pt x="15131" y="11844"/>
                  </a:cubicBezTo>
                  <a:lnTo>
                    <a:pt x="15204" y="11931"/>
                  </a:lnTo>
                  <a:cubicBezTo>
                    <a:pt x="14577" y="12784"/>
                    <a:pt x="13630" y="14565"/>
                    <a:pt x="12844" y="16012"/>
                  </a:cubicBezTo>
                  <a:cubicBezTo>
                    <a:pt x="12617" y="16438"/>
                    <a:pt x="12410" y="16805"/>
                    <a:pt x="12237" y="17132"/>
                  </a:cubicBezTo>
                  <a:cubicBezTo>
                    <a:pt x="12063" y="17452"/>
                    <a:pt x="11803" y="17879"/>
                    <a:pt x="11503" y="18366"/>
                  </a:cubicBezTo>
                  <a:lnTo>
                    <a:pt x="11330" y="18646"/>
                  </a:lnTo>
                  <a:cubicBezTo>
                    <a:pt x="10656" y="18479"/>
                    <a:pt x="9963" y="18379"/>
                    <a:pt x="9269" y="18346"/>
                  </a:cubicBezTo>
                  <a:cubicBezTo>
                    <a:pt x="6395" y="18172"/>
                    <a:pt x="2114" y="16305"/>
                    <a:pt x="1521" y="14545"/>
                  </a:cubicBezTo>
                  <a:cubicBezTo>
                    <a:pt x="1060" y="13204"/>
                    <a:pt x="1241" y="12671"/>
                    <a:pt x="1327" y="12591"/>
                  </a:cubicBezTo>
                  <a:lnTo>
                    <a:pt x="1667" y="12404"/>
                  </a:lnTo>
                  <a:lnTo>
                    <a:pt x="1394" y="12131"/>
                  </a:lnTo>
                  <a:cubicBezTo>
                    <a:pt x="1381" y="12117"/>
                    <a:pt x="580" y="11297"/>
                    <a:pt x="594" y="10137"/>
                  </a:cubicBezTo>
                  <a:cubicBezTo>
                    <a:pt x="600" y="9176"/>
                    <a:pt x="1094" y="9103"/>
                    <a:pt x="1140" y="9103"/>
                  </a:cubicBezTo>
                  <a:lnTo>
                    <a:pt x="1634" y="9076"/>
                  </a:lnTo>
                  <a:lnTo>
                    <a:pt x="1374" y="8656"/>
                  </a:lnTo>
                  <a:cubicBezTo>
                    <a:pt x="1361" y="8623"/>
                    <a:pt x="854" y="7769"/>
                    <a:pt x="1401" y="6422"/>
                  </a:cubicBezTo>
                  <a:cubicBezTo>
                    <a:pt x="1767" y="5522"/>
                    <a:pt x="2021" y="5475"/>
                    <a:pt x="2007" y="5462"/>
                  </a:cubicBezTo>
                  <a:lnTo>
                    <a:pt x="2007" y="5462"/>
                  </a:lnTo>
                  <a:lnTo>
                    <a:pt x="2768" y="6109"/>
                  </a:lnTo>
                  <a:lnTo>
                    <a:pt x="2474" y="5149"/>
                  </a:lnTo>
                  <a:cubicBezTo>
                    <a:pt x="2401" y="4902"/>
                    <a:pt x="2041" y="3595"/>
                    <a:pt x="2474" y="2241"/>
                  </a:cubicBezTo>
                  <a:cubicBezTo>
                    <a:pt x="2728" y="1468"/>
                    <a:pt x="3161" y="1068"/>
                    <a:pt x="3474" y="861"/>
                  </a:cubicBezTo>
                  <a:lnTo>
                    <a:pt x="3668" y="748"/>
                  </a:lnTo>
                  <a:close/>
                  <a:moveTo>
                    <a:pt x="4155" y="1"/>
                  </a:moveTo>
                  <a:lnTo>
                    <a:pt x="3855" y="61"/>
                  </a:lnTo>
                  <a:cubicBezTo>
                    <a:pt x="3601" y="127"/>
                    <a:pt x="3368" y="234"/>
                    <a:pt x="3161" y="374"/>
                  </a:cubicBezTo>
                  <a:cubicBezTo>
                    <a:pt x="2761" y="628"/>
                    <a:pt x="2227" y="1128"/>
                    <a:pt x="1927" y="2068"/>
                  </a:cubicBezTo>
                  <a:cubicBezTo>
                    <a:pt x="1561" y="3208"/>
                    <a:pt x="1694" y="4328"/>
                    <a:pt x="1814" y="4929"/>
                  </a:cubicBezTo>
                  <a:cubicBezTo>
                    <a:pt x="1474" y="5055"/>
                    <a:pt x="1160" y="5469"/>
                    <a:pt x="860" y="6202"/>
                  </a:cubicBezTo>
                  <a:cubicBezTo>
                    <a:pt x="400" y="7329"/>
                    <a:pt x="574" y="8190"/>
                    <a:pt x="734" y="8630"/>
                  </a:cubicBezTo>
                  <a:cubicBezTo>
                    <a:pt x="387" y="8810"/>
                    <a:pt x="20" y="9256"/>
                    <a:pt x="7" y="10137"/>
                  </a:cubicBezTo>
                  <a:cubicBezTo>
                    <a:pt x="0" y="11177"/>
                    <a:pt x="527" y="11977"/>
                    <a:pt x="807" y="12337"/>
                  </a:cubicBezTo>
                  <a:cubicBezTo>
                    <a:pt x="627" y="12664"/>
                    <a:pt x="494" y="13338"/>
                    <a:pt x="967" y="14738"/>
                  </a:cubicBezTo>
                  <a:cubicBezTo>
                    <a:pt x="1721" y="16925"/>
                    <a:pt x="6429" y="18759"/>
                    <a:pt x="9229" y="18926"/>
                  </a:cubicBezTo>
                  <a:cubicBezTo>
                    <a:pt x="9956" y="18966"/>
                    <a:pt x="10683" y="19079"/>
                    <a:pt x="11390" y="19266"/>
                  </a:cubicBezTo>
                  <a:lnTo>
                    <a:pt x="11597" y="19312"/>
                  </a:lnTo>
                  <a:lnTo>
                    <a:pt x="11997" y="18672"/>
                  </a:lnTo>
                  <a:cubicBezTo>
                    <a:pt x="12303" y="18172"/>
                    <a:pt x="12564" y="17745"/>
                    <a:pt x="12757" y="17412"/>
                  </a:cubicBezTo>
                  <a:lnTo>
                    <a:pt x="13364" y="16292"/>
                  </a:lnTo>
                  <a:cubicBezTo>
                    <a:pt x="14157" y="14805"/>
                    <a:pt x="15238" y="12791"/>
                    <a:pt x="15811" y="12091"/>
                  </a:cubicBezTo>
                  <a:lnTo>
                    <a:pt x="15998" y="11870"/>
                  </a:lnTo>
                  <a:lnTo>
                    <a:pt x="15778" y="11690"/>
                  </a:lnTo>
                  <a:cubicBezTo>
                    <a:pt x="15704" y="11624"/>
                    <a:pt x="15638" y="11550"/>
                    <a:pt x="15578" y="11470"/>
                  </a:cubicBezTo>
                  <a:cubicBezTo>
                    <a:pt x="15371" y="11217"/>
                    <a:pt x="15218" y="10924"/>
                    <a:pt x="15124" y="10610"/>
                  </a:cubicBezTo>
                  <a:cubicBezTo>
                    <a:pt x="14991" y="10190"/>
                    <a:pt x="14891" y="9770"/>
                    <a:pt x="14811" y="9336"/>
                  </a:cubicBezTo>
                  <a:cubicBezTo>
                    <a:pt x="14331" y="7103"/>
                    <a:pt x="13524" y="3362"/>
                    <a:pt x="10890" y="1194"/>
                  </a:cubicBezTo>
                  <a:lnTo>
                    <a:pt x="10323" y="728"/>
                  </a:lnTo>
                  <a:lnTo>
                    <a:pt x="10410" y="1454"/>
                  </a:lnTo>
                  <a:lnTo>
                    <a:pt x="10630" y="3162"/>
                  </a:lnTo>
                  <a:cubicBezTo>
                    <a:pt x="10164" y="3321"/>
                    <a:pt x="8972" y="3677"/>
                    <a:pt x="7655" y="3677"/>
                  </a:cubicBezTo>
                  <a:cubicBezTo>
                    <a:pt x="7538" y="3677"/>
                    <a:pt x="7420" y="3674"/>
                    <a:pt x="7302" y="3668"/>
                  </a:cubicBezTo>
                  <a:cubicBezTo>
                    <a:pt x="6175" y="3608"/>
                    <a:pt x="5242" y="3275"/>
                    <a:pt x="4521" y="2688"/>
                  </a:cubicBezTo>
                  <a:cubicBezTo>
                    <a:pt x="4461" y="2268"/>
                    <a:pt x="4268" y="834"/>
                    <a:pt x="4195" y="307"/>
                  </a:cubicBezTo>
                  <a:lnTo>
                    <a:pt x="4155" y="1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7" name="Google Shape;2020;p36"/>
            <p:cNvSpPr/>
            <p:nvPr/>
          </p:nvSpPr>
          <p:spPr>
            <a:xfrm>
              <a:off x="2506948" y="3676017"/>
              <a:ext cx="348087" cy="521165"/>
            </a:xfrm>
            <a:custGeom>
              <a:avLst/>
              <a:gdLst/>
              <a:ahLst/>
              <a:cxnLst/>
              <a:rect l="l" t="t" r="r" b="b"/>
              <a:pathLst>
                <a:path w="12445" h="18633" extrusionOk="0">
                  <a:moveTo>
                    <a:pt x="3622" y="1"/>
                  </a:moveTo>
                  <a:cubicBezTo>
                    <a:pt x="3415" y="54"/>
                    <a:pt x="3215" y="147"/>
                    <a:pt x="3035" y="268"/>
                  </a:cubicBezTo>
                  <a:cubicBezTo>
                    <a:pt x="2648" y="508"/>
                    <a:pt x="2188" y="968"/>
                    <a:pt x="1915" y="1808"/>
                  </a:cubicBezTo>
                  <a:cubicBezTo>
                    <a:pt x="1421" y="3328"/>
                    <a:pt x="1888" y="4802"/>
                    <a:pt x="1915" y="4895"/>
                  </a:cubicBezTo>
                  <a:cubicBezTo>
                    <a:pt x="1900" y="4883"/>
                    <a:pt x="1836" y="4817"/>
                    <a:pt x="1728" y="4817"/>
                  </a:cubicBezTo>
                  <a:cubicBezTo>
                    <a:pt x="1547" y="4817"/>
                    <a:pt x="1242" y="5006"/>
                    <a:pt x="848" y="5962"/>
                  </a:cubicBezTo>
                  <a:cubicBezTo>
                    <a:pt x="221" y="7476"/>
                    <a:pt x="848" y="8463"/>
                    <a:pt x="848" y="8463"/>
                  </a:cubicBezTo>
                  <a:cubicBezTo>
                    <a:pt x="848" y="8463"/>
                    <a:pt x="34" y="8496"/>
                    <a:pt x="14" y="9790"/>
                  </a:cubicBezTo>
                  <a:cubicBezTo>
                    <a:pt x="1" y="11077"/>
                    <a:pt x="908" y="11991"/>
                    <a:pt x="908" y="11991"/>
                  </a:cubicBezTo>
                  <a:cubicBezTo>
                    <a:pt x="908" y="11991"/>
                    <a:pt x="281" y="12324"/>
                    <a:pt x="955" y="14291"/>
                  </a:cubicBezTo>
                  <a:cubicBezTo>
                    <a:pt x="1375" y="15498"/>
                    <a:pt x="3208" y="16659"/>
                    <a:pt x="5216" y="17412"/>
                  </a:cubicBezTo>
                  <a:cubicBezTo>
                    <a:pt x="6503" y="17899"/>
                    <a:pt x="7850" y="18212"/>
                    <a:pt x="8970" y="18279"/>
                  </a:cubicBezTo>
                  <a:cubicBezTo>
                    <a:pt x="9710" y="18326"/>
                    <a:pt x="10450" y="18439"/>
                    <a:pt x="11177" y="18632"/>
                  </a:cubicBezTo>
                  <a:cubicBezTo>
                    <a:pt x="11584" y="17959"/>
                    <a:pt x="11971" y="17365"/>
                    <a:pt x="12211" y="16932"/>
                  </a:cubicBezTo>
                  <a:lnTo>
                    <a:pt x="12444" y="16505"/>
                  </a:lnTo>
                  <a:lnTo>
                    <a:pt x="12184" y="16365"/>
                  </a:lnTo>
                  <a:cubicBezTo>
                    <a:pt x="10917" y="15738"/>
                    <a:pt x="9724" y="15065"/>
                    <a:pt x="9017" y="13878"/>
                  </a:cubicBezTo>
                  <a:cubicBezTo>
                    <a:pt x="8503" y="13011"/>
                    <a:pt x="8316" y="11997"/>
                    <a:pt x="8156" y="10997"/>
                  </a:cubicBezTo>
                  <a:lnTo>
                    <a:pt x="7856" y="9270"/>
                  </a:lnTo>
                  <a:cubicBezTo>
                    <a:pt x="7543" y="7389"/>
                    <a:pt x="7223" y="5496"/>
                    <a:pt x="7003" y="3608"/>
                  </a:cubicBezTo>
                  <a:cubicBezTo>
                    <a:pt x="5949" y="3555"/>
                    <a:pt x="4856" y="3262"/>
                    <a:pt x="3955" y="2488"/>
                  </a:cubicBezTo>
                  <a:cubicBezTo>
                    <a:pt x="3955" y="2488"/>
                    <a:pt x="3889" y="2008"/>
                    <a:pt x="3822" y="1468"/>
                  </a:cubicBezTo>
                  <a:lnTo>
                    <a:pt x="3802" y="1268"/>
                  </a:lnTo>
                  <a:cubicBezTo>
                    <a:pt x="3782" y="1201"/>
                    <a:pt x="3775" y="1128"/>
                    <a:pt x="3769" y="1054"/>
                  </a:cubicBezTo>
                  <a:cubicBezTo>
                    <a:pt x="3749" y="954"/>
                    <a:pt x="3742" y="888"/>
                    <a:pt x="3722" y="761"/>
                  </a:cubicBezTo>
                  <a:cubicBezTo>
                    <a:pt x="3709" y="634"/>
                    <a:pt x="3689" y="508"/>
                    <a:pt x="3682" y="394"/>
                  </a:cubicBezTo>
                  <a:cubicBezTo>
                    <a:pt x="3669" y="334"/>
                    <a:pt x="3662" y="281"/>
                    <a:pt x="3655" y="221"/>
                  </a:cubicBezTo>
                  <a:cubicBezTo>
                    <a:pt x="3642" y="134"/>
                    <a:pt x="3635" y="61"/>
                    <a:pt x="3622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8" name="Google Shape;2021;p36"/>
            <p:cNvSpPr/>
            <p:nvPr/>
          </p:nvSpPr>
          <p:spPr>
            <a:xfrm>
              <a:off x="2690683" y="4124404"/>
              <a:ext cx="115097" cy="18153"/>
            </a:xfrm>
            <a:custGeom>
              <a:avLst/>
              <a:gdLst/>
              <a:ahLst/>
              <a:cxnLst/>
              <a:rect l="l" t="t" r="r" b="b"/>
              <a:pathLst>
                <a:path w="4115" h="649" extrusionOk="0">
                  <a:moveTo>
                    <a:pt x="4115" y="1"/>
                  </a:moveTo>
                  <a:lnTo>
                    <a:pt x="4115" y="1"/>
                  </a:lnTo>
                  <a:cubicBezTo>
                    <a:pt x="3431" y="240"/>
                    <a:pt x="2717" y="360"/>
                    <a:pt x="2004" y="360"/>
                  </a:cubicBezTo>
                  <a:cubicBezTo>
                    <a:pt x="1327" y="360"/>
                    <a:pt x="650" y="252"/>
                    <a:pt x="0" y="34"/>
                  </a:cubicBezTo>
                  <a:lnTo>
                    <a:pt x="0" y="34"/>
                  </a:lnTo>
                  <a:cubicBezTo>
                    <a:pt x="562" y="447"/>
                    <a:pt x="1293" y="648"/>
                    <a:pt x="1999" y="648"/>
                  </a:cubicBezTo>
                  <a:cubicBezTo>
                    <a:pt x="2022" y="648"/>
                    <a:pt x="2045" y="648"/>
                    <a:pt x="2068" y="648"/>
                  </a:cubicBezTo>
                  <a:cubicBezTo>
                    <a:pt x="2788" y="641"/>
                    <a:pt x="3541" y="434"/>
                    <a:pt x="411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9" name="Google Shape;2022;p36"/>
            <p:cNvSpPr/>
            <p:nvPr/>
          </p:nvSpPr>
          <p:spPr>
            <a:xfrm>
              <a:off x="2708584" y="4085413"/>
              <a:ext cx="87882" cy="14013"/>
            </a:xfrm>
            <a:custGeom>
              <a:avLst/>
              <a:gdLst/>
              <a:ahLst/>
              <a:cxnLst/>
              <a:rect l="l" t="t" r="r" b="b"/>
              <a:pathLst>
                <a:path w="3142" h="501" extrusionOk="0">
                  <a:moveTo>
                    <a:pt x="3141" y="1"/>
                  </a:moveTo>
                  <a:cubicBezTo>
                    <a:pt x="2608" y="74"/>
                    <a:pt x="2094" y="161"/>
                    <a:pt x="1574" y="201"/>
                  </a:cubicBezTo>
                  <a:cubicBezTo>
                    <a:pt x="1189" y="231"/>
                    <a:pt x="800" y="235"/>
                    <a:pt x="402" y="235"/>
                  </a:cubicBezTo>
                  <a:cubicBezTo>
                    <a:pt x="269" y="235"/>
                    <a:pt x="136" y="234"/>
                    <a:pt x="1" y="234"/>
                  </a:cubicBezTo>
                  <a:cubicBezTo>
                    <a:pt x="409" y="414"/>
                    <a:pt x="854" y="501"/>
                    <a:pt x="1301" y="501"/>
                  </a:cubicBezTo>
                  <a:cubicBezTo>
                    <a:pt x="1401" y="501"/>
                    <a:pt x="1501" y="496"/>
                    <a:pt x="1601" y="488"/>
                  </a:cubicBezTo>
                  <a:cubicBezTo>
                    <a:pt x="2148" y="454"/>
                    <a:pt x="2675" y="288"/>
                    <a:pt x="314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0" name="Google Shape;2023;p36"/>
            <p:cNvSpPr/>
            <p:nvPr/>
          </p:nvSpPr>
          <p:spPr>
            <a:xfrm>
              <a:off x="2715297" y="4045332"/>
              <a:ext cx="69981" cy="11020"/>
            </a:xfrm>
            <a:custGeom>
              <a:avLst/>
              <a:gdLst/>
              <a:ahLst/>
              <a:cxnLst/>
              <a:rect l="l" t="t" r="r" b="b"/>
              <a:pathLst>
                <a:path w="2502" h="394" extrusionOk="0">
                  <a:moveTo>
                    <a:pt x="2501" y="0"/>
                  </a:moveTo>
                  <a:cubicBezTo>
                    <a:pt x="2068" y="7"/>
                    <a:pt x="1661" y="47"/>
                    <a:pt x="1254" y="87"/>
                  </a:cubicBezTo>
                  <a:cubicBezTo>
                    <a:pt x="841" y="127"/>
                    <a:pt x="434" y="147"/>
                    <a:pt x="1" y="214"/>
                  </a:cubicBezTo>
                  <a:cubicBezTo>
                    <a:pt x="321" y="334"/>
                    <a:pt x="658" y="393"/>
                    <a:pt x="998" y="393"/>
                  </a:cubicBezTo>
                  <a:cubicBezTo>
                    <a:pt x="1090" y="393"/>
                    <a:pt x="1182" y="389"/>
                    <a:pt x="1274" y="380"/>
                  </a:cubicBezTo>
                  <a:cubicBezTo>
                    <a:pt x="1701" y="334"/>
                    <a:pt x="2134" y="234"/>
                    <a:pt x="25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1" name="Google Shape;2024;p36"/>
            <p:cNvSpPr/>
            <p:nvPr/>
          </p:nvSpPr>
          <p:spPr>
            <a:xfrm>
              <a:off x="1205812" y="3146041"/>
              <a:ext cx="1600527" cy="2122084"/>
            </a:xfrm>
            <a:custGeom>
              <a:avLst/>
              <a:gdLst/>
              <a:ahLst/>
              <a:cxnLst/>
              <a:rect l="l" t="t" r="r" b="b"/>
              <a:pathLst>
                <a:path w="57223" h="75870" extrusionOk="0">
                  <a:moveTo>
                    <a:pt x="30635" y="1"/>
                  </a:moveTo>
                  <a:cubicBezTo>
                    <a:pt x="29618" y="1"/>
                    <a:pt x="28459" y="83"/>
                    <a:pt x="27121" y="277"/>
                  </a:cubicBezTo>
                  <a:cubicBezTo>
                    <a:pt x="24114" y="711"/>
                    <a:pt x="22427" y="1024"/>
                    <a:pt x="20300" y="2438"/>
                  </a:cubicBezTo>
                  <a:cubicBezTo>
                    <a:pt x="18179" y="3858"/>
                    <a:pt x="15558" y="5078"/>
                    <a:pt x="12204" y="6459"/>
                  </a:cubicBezTo>
                  <a:cubicBezTo>
                    <a:pt x="8856" y="7832"/>
                    <a:pt x="6869" y="8706"/>
                    <a:pt x="4682" y="14801"/>
                  </a:cubicBezTo>
                  <a:cubicBezTo>
                    <a:pt x="2488" y="20896"/>
                    <a:pt x="4115" y="32119"/>
                    <a:pt x="3788" y="39247"/>
                  </a:cubicBezTo>
                  <a:cubicBezTo>
                    <a:pt x="3462" y="46376"/>
                    <a:pt x="4535" y="56525"/>
                    <a:pt x="2268" y="61707"/>
                  </a:cubicBezTo>
                  <a:cubicBezTo>
                    <a:pt x="1" y="66881"/>
                    <a:pt x="654" y="71309"/>
                    <a:pt x="2815" y="73463"/>
                  </a:cubicBezTo>
                  <a:cubicBezTo>
                    <a:pt x="4519" y="75173"/>
                    <a:pt x="10876" y="75870"/>
                    <a:pt x="15494" y="75870"/>
                  </a:cubicBezTo>
                  <a:cubicBezTo>
                    <a:pt x="16135" y="75870"/>
                    <a:pt x="16742" y="75857"/>
                    <a:pt x="17299" y="75831"/>
                  </a:cubicBezTo>
                  <a:cubicBezTo>
                    <a:pt x="17799" y="75811"/>
                    <a:pt x="18266" y="75777"/>
                    <a:pt x="18672" y="75730"/>
                  </a:cubicBezTo>
                  <a:cubicBezTo>
                    <a:pt x="21401" y="75443"/>
                    <a:pt x="26501" y="75299"/>
                    <a:pt x="31388" y="75299"/>
                  </a:cubicBezTo>
                  <a:cubicBezTo>
                    <a:pt x="33870" y="75299"/>
                    <a:pt x="36297" y="75336"/>
                    <a:pt x="38331" y="75410"/>
                  </a:cubicBezTo>
                  <a:cubicBezTo>
                    <a:pt x="39248" y="75443"/>
                    <a:pt x="40241" y="75463"/>
                    <a:pt x="41273" y="75463"/>
                  </a:cubicBezTo>
                  <a:cubicBezTo>
                    <a:pt x="47041" y="75463"/>
                    <a:pt x="54007" y="74840"/>
                    <a:pt x="55489" y="72283"/>
                  </a:cubicBezTo>
                  <a:cubicBezTo>
                    <a:pt x="57223" y="69255"/>
                    <a:pt x="56029" y="64614"/>
                    <a:pt x="54735" y="60727"/>
                  </a:cubicBezTo>
                  <a:cubicBezTo>
                    <a:pt x="53442" y="56845"/>
                    <a:pt x="53122" y="49717"/>
                    <a:pt x="52468" y="44856"/>
                  </a:cubicBezTo>
                  <a:cubicBezTo>
                    <a:pt x="51821" y="40001"/>
                    <a:pt x="51288" y="20996"/>
                    <a:pt x="50201" y="15228"/>
                  </a:cubicBezTo>
                  <a:cubicBezTo>
                    <a:pt x="49121" y="9460"/>
                    <a:pt x="48307" y="5672"/>
                    <a:pt x="45740" y="4705"/>
                  </a:cubicBezTo>
                  <a:cubicBezTo>
                    <a:pt x="45353" y="4558"/>
                    <a:pt x="44953" y="4412"/>
                    <a:pt x="44553" y="4278"/>
                  </a:cubicBezTo>
                  <a:cubicBezTo>
                    <a:pt x="42352" y="3531"/>
                    <a:pt x="40105" y="2938"/>
                    <a:pt x="38258" y="2111"/>
                  </a:cubicBezTo>
                  <a:cubicBezTo>
                    <a:pt x="36501" y="1331"/>
                    <a:pt x="34719" y="1"/>
                    <a:pt x="30635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2" name="Google Shape;2025;p36"/>
            <p:cNvSpPr/>
            <p:nvPr/>
          </p:nvSpPr>
          <p:spPr>
            <a:xfrm>
              <a:off x="1189785" y="3137902"/>
              <a:ext cx="1624945" cy="2138279"/>
            </a:xfrm>
            <a:custGeom>
              <a:avLst/>
              <a:gdLst/>
              <a:ahLst/>
              <a:cxnLst/>
              <a:rect l="l" t="t" r="r" b="b"/>
              <a:pathLst>
                <a:path w="58096" h="76449" extrusionOk="0">
                  <a:moveTo>
                    <a:pt x="31195" y="588"/>
                  </a:moveTo>
                  <a:cubicBezTo>
                    <a:pt x="34490" y="588"/>
                    <a:pt x="36257" y="1462"/>
                    <a:pt x="37737" y="2202"/>
                  </a:cubicBezTo>
                  <a:cubicBezTo>
                    <a:pt x="38070" y="2369"/>
                    <a:pt x="38391" y="2529"/>
                    <a:pt x="38711" y="2669"/>
                  </a:cubicBezTo>
                  <a:cubicBezTo>
                    <a:pt x="39971" y="3229"/>
                    <a:pt x="41391" y="3682"/>
                    <a:pt x="42878" y="4149"/>
                  </a:cubicBezTo>
                  <a:lnTo>
                    <a:pt x="45032" y="4849"/>
                  </a:lnTo>
                  <a:lnTo>
                    <a:pt x="46213" y="5263"/>
                  </a:lnTo>
                  <a:cubicBezTo>
                    <a:pt x="48613" y="6170"/>
                    <a:pt x="49407" y="9771"/>
                    <a:pt x="50494" y="15565"/>
                  </a:cubicBezTo>
                  <a:cubicBezTo>
                    <a:pt x="51114" y="18926"/>
                    <a:pt x="51561" y="26828"/>
                    <a:pt x="51961" y="33804"/>
                  </a:cubicBezTo>
                  <a:cubicBezTo>
                    <a:pt x="52241" y="38832"/>
                    <a:pt x="52481" y="43166"/>
                    <a:pt x="52748" y="45193"/>
                  </a:cubicBezTo>
                  <a:cubicBezTo>
                    <a:pt x="52941" y="46627"/>
                    <a:pt x="53108" y="48247"/>
                    <a:pt x="53275" y="49968"/>
                  </a:cubicBezTo>
                  <a:cubicBezTo>
                    <a:pt x="53695" y="54082"/>
                    <a:pt x="54108" y="58343"/>
                    <a:pt x="55035" y="61111"/>
                  </a:cubicBezTo>
                  <a:cubicBezTo>
                    <a:pt x="56275" y="64839"/>
                    <a:pt x="57482" y="69500"/>
                    <a:pt x="55802" y="72421"/>
                  </a:cubicBezTo>
                  <a:cubicBezTo>
                    <a:pt x="54299" y="75035"/>
                    <a:pt x="46589" y="75459"/>
                    <a:pt x="41794" y="75459"/>
                  </a:cubicBezTo>
                  <a:cubicBezTo>
                    <a:pt x="40609" y="75459"/>
                    <a:pt x="39602" y="75433"/>
                    <a:pt x="38911" y="75408"/>
                  </a:cubicBezTo>
                  <a:cubicBezTo>
                    <a:pt x="36968" y="75339"/>
                    <a:pt x="34605" y="75305"/>
                    <a:pt x="32161" y="75305"/>
                  </a:cubicBezTo>
                  <a:cubicBezTo>
                    <a:pt x="27249" y="75305"/>
                    <a:pt x="22013" y="75445"/>
                    <a:pt x="19225" y="75735"/>
                  </a:cubicBezTo>
                  <a:cubicBezTo>
                    <a:pt x="18805" y="75775"/>
                    <a:pt x="18352" y="75815"/>
                    <a:pt x="17858" y="75835"/>
                  </a:cubicBezTo>
                  <a:cubicBezTo>
                    <a:pt x="17314" y="75860"/>
                    <a:pt x="16728" y="75872"/>
                    <a:pt x="16115" y="75872"/>
                  </a:cubicBezTo>
                  <a:cubicBezTo>
                    <a:pt x="11445" y="75872"/>
                    <a:pt x="5186" y="75145"/>
                    <a:pt x="3595" y="73548"/>
                  </a:cubicBezTo>
                  <a:cubicBezTo>
                    <a:pt x="1281" y="71234"/>
                    <a:pt x="1087" y="66739"/>
                    <a:pt x="3114" y="62111"/>
                  </a:cubicBezTo>
                  <a:cubicBezTo>
                    <a:pt x="4735" y="58383"/>
                    <a:pt x="4668" y="52295"/>
                    <a:pt x="4602" y="46394"/>
                  </a:cubicBezTo>
                  <a:cubicBezTo>
                    <a:pt x="4581" y="43940"/>
                    <a:pt x="4555" y="41632"/>
                    <a:pt x="4648" y="39545"/>
                  </a:cubicBezTo>
                  <a:cubicBezTo>
                    <a:pt x="4755" y="37178"/>
                    <a:pt x="4655" y="34397"/>
                    <a:pt x="4535" y="31456"/>
                  </a:cubicBezTo>
                  <a:cubicBezTo>
                    <a:pt x="4328" y="25721"/>
                    <a:pt x="4081" y="19220"/>
                    <a:pt x="5528" y="15192"/>
                  </a:cubicBezTo>
                  <a:cubicBezTo>
                    <a:pt x="7702" y="9150"/>
                    <a:pt x="9656" y="8350"/>
                    <a:pt x="12890" y="7017"/>
                  </a:cubicBezTo>
                  <a:cubicBezTo>
                    <a:pt x="16758" y="5423"/>
                    <a:pt x="19119" y="4256"/>
                    <a:pt x="21033" y="2969"/>
                  </a:cubicBezTo>
                  <a:cubicBezTo>
                    <a:pt x="23126" y="1568"/>
                    <a:pt x="24774" y="1288"/>
                    <a:pt x="27734" y="855"/>
                  </a:cubicBezTo>
                  <a:cubicBezTo>
                    <a:pt x="28881" y="682"/>
                    <a:pt x="30035" y="595"/>
                    <a:pt x="31195" y="588"/>
                  </a:cubicBezTo>
                  <a:close/>
                  <a:moveTo>
                    <a:pt x="31221" y="1"/>
                  </a:moveTo>
                  <a:cubicBezTo>
                    <a:pt x="30189" y="1"/>
                    <a:pt x="29012" y="85"/>
                    <a:pt x="27654" y="281"/>
                  </a:cubicBezTo>
                  <a:cubicBezTo>
                    <a:pt x="24694" y="715"/>
                    <a:pt x="22906" y="1022"/>
                    <a:pt x="20706" y="2489"/>
                  </a:cubicBezTo>
                  <a:cubicBezTo>
                    <a:pt x="18825" y="3749"/>
                    <a:pt x="16498" y="4903"/>
                    <a:pt x="12664" y="6483"/>
                  </a:cubicBezTo>
                  <a:cubicBezTo>
                    <a:pt x="9403" y="7823"/>
                    <a:pt x="7249" y="8704"/>
                    <a:pt x="4988" y="14992"/>
                  </a:cubicBezTo>
                  <a:cubicBezTo>
                    <a:pt x="3495" y="19126"/>
                    <a:pt x="3728" y="25401"/>
                    <a:pt x="3961" y="31470"/>
                  </a:cubicBezTo>
                  <a:cubicBezTo>
                    <a:pt x="4068" y="34410"/>
                    <a:pt x="4168" y="37178"/>
                    <a:pt x="4068" y="39525"/>
                  </a:cubicBezTo>
                  <a:cubicBezTo>
                    <a:pt x="3968" y="41626"/>
                    <a:pt x="3995" y="43940"/>
                    <a:pt x="4028" y="46400"/>
                  </a:cubicBezTo>
                  <a:cubicBezTo>
                    <a:pt x="4088" y="52235"/>
                    <a:pt x="4155" y="58270"/>
                    <a:pt x="2581" y="61878"/>
                  </a:cubicBezTo>
                  <a:cubicBezTo>
                    <a:pt x="0" y="67773"/>
                    <a:pt x="1294" y="72074"/>
                    <a:pt x="3181" y="73968"/>
                  </a:cubicBezTo>
                  <a:cubicBezTo>
                    <a:pt x="4335" y="75121"/>
                    <a:pt x="7316" y="75735"/>
                    <a:pt x="9603" y="76035"/>
                  </a:cubicBezTo>
                  <a:cubicBezTo>
                    <a:pt x="11763" y="76308"/>
                    <a:pt x="13937" y="76448"/>
                    <a:pt x="16118" y="76448"/>
                  </a:cubicBezTo>
                  <a:cubicBezTo>
                    <a:pt x="16731" y="76448"/>
                    <a:pt x="17325" y="76442"/>
                    <a:pt x="17885" y="76415"/>
                  </a:cubicBezTo>
                  <a:cubicBezTo>
                    <a:pt x="18385" y="76395"/>
                    <a:pt x="18852" y="76362"/>
                    <a:pt x="19285" y="76315"/>
                  </a:cubicBezTo>
                  <a:cubicBezTo>
                    <a:pt x="22041" y="76023"/>
                    <a:pt x="27215" y="75883"/>
                    <a:pt x="32088" y="75883"/>
                  </a:cubicBezTo>
                  <a:cubicBezTo>
                    <a:pt x="34550" y="75883"/>
                    <a:pt x="36934" y="75919"/>
                    <a:pt x="38891" y="75988"/>
                  </a:cubicBezTo>
                  <a:cubicBezTo>
                    <a:pt x="39716" y="76018"/>
                    <a:pt x="40746" y="76043"/>
                    <a:pt x="41891" y="76043"/>
                  </a:cubicBezTo>
                  <a:cubicBezTo>
                    <a:pt x="47096" y="76043"/>
                    <a:pt x="54685" y="75534"/>
                    <a:pt x="56309" y="72714"/>
                  </a:cubicBezTo>
                  <a:cubicBezTo>
                    <a:pt x="58096" y="69606"/>
                    <a:pt x="56942" y="65012"/>
                    <a:pt x="55582" y="60931"/>
                  </a:cubicBezTo>
                  <a:cubicBezTo>
                    <a:pt x="54682" y="58230"/>
                    <a:pt x="54268" y="53996"/>
                    <a:pt x="53861" y="49908"/>
                  </a:cubicBezTo>
                  <a:cubicBezTo>
                    <a:pt x="53681" y="48181"/>
                    <a:pt x="53528" y="46560"/>
                    <a:pt x="53335" y="45113"/>
                  </a:cubicBezTo>
                  <a:cubicBezTo>
                    <a:pt x="53068" y="43113"/>
                    <a:pt x="52808" y="38572"/>
                    <a:pt x="52534" y="33770"/>
                  </a:cubicBezTo>
                  <a:cubicBezTo>
                    <a:pt x="52141" y="26775"/>
                    <a:pt x="51694" y="18860"/>
                    <a:pt x="51061" y="15459"/>
                  </a:cubicBezTo>
                  <a:cubicBezTo>
                    <a:pt x="49940" y="9464"/>
                    <a:pt x="49113" y="5736"/>
                    <a:pt x="46413" y="4723"/>
                  </a:cubicBezTo>
                  <a:cubicBezTo>
                    <a:pt x="45999" y="4563"/>
                    <a:pt x="45599" y="4423"/>
                    <a:pt x="45212" y="4296"/>
                  </a:cubicBezTo>
                  <a:cubicBezTo>
                    <a:pt x="44499" y="4049"/>
                    <a:pt x="43765" y="3822"/>
                    <a:pt x="43058" y="3596"/>
                  </a:cubicBezTo>
                  <a:cubicBezTo>
                    <a:pt x="41578" y="3129"/>
                    <a:pt x="40178" y="2689"/>
                    <a:pt x="38944" y="2135"/>
                  </a:cubicBezTo>
                  <a:cubicBezTo>
                    <a:pt x="38637" y="2002"/>
                    <a:pt x="38331" y="1848"/>
                    <a:pt x="37997" y="1682"/>
                  </a:cubicBezTo>
                  <a:cubicBezTo>
                    <a:pt x="36456" y="914"/>
                    <a:pt x="34629" y="1"/>
                    <a:pt x="3122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3" name="Google Shape;2026;p36"/>
            <p:cNvSpPr/>
            <p:nvPr/>
          </p:nvSpPr>
          <p:spPr>
            <a:xfrm>
              <a:off x="1205812" y="3146041"/>
              <a:ext cx="1246147" cy="2122084"/>
            </a:xfrm>
            <a:custGeom>
              <a:avLst/>
              <a:gdLst/>
              <a:ahLst/>
              <a:cxnLst/>
              <a:rect l="l" t="t" r="r" b="b"/>
              <a:pathLst>
                <a:path w="44553" h="75870" extrusionOk="0">
                  <a:moveTo>
                    <a:pt x="30635" y="1"/>
                  </a:moveTo>
                  <a:cubicBezTo>
                    <a:pt x="29618" y="1"/>
                    <a:pt x="28459" y="83"/>
                    <a:pt x="27121" y="277"/>
                  </a:cubicBezTo>
                  <a:cubicBezTo>
                    <a:pt x="24114" y="711"/>
                    <a:pt x="22427" y="1024"/>
                    <a:pt x="20300" y="2438"/>
                  </a:cubicBezTo>
                  <a:cubicBezTo>
                    <a:pt x="18179" y="3858"/>
                    <a:pt x="15558" y="5078"/>
                    <a:pt x="12204" y="6459"/>
                  </a:cubicBezTo>
                  <a:cubicBezTo>
                    <a:pt x="8856" y="7832"/>
                    <a:pt x="6869" y="8706"/>
                    <a:pt x="4682" y="14801"/>
                  </a:cubicBezTo>
                  <a:cubicBezTo>
                    <a:pt x="2488" y="20889"/>
                    <a:pt x="4115" y="32119"/>
                    <a:pt x="3788" y="39247"/>
                  </a:cubicBezTo>
                  <a:cubicBezTo>
                    <a:pt x="3462" y="46376"/>
                    <a:pt x="4535" y="56525"/>
                    <a:pt x="2268" y="61707"/>
                  </a:cubicBezTo>
                  <a:cubicBezTo>
                    <a:pt x="1" y="66881"/>
                    <a:pt x="654" y="71303"/>
                    <a:pt x="2815" y="73463"/>
                  </a:cubicBezTo>
                  <a:cubicBezTo>
                    <a:pt x="4519" y="75173"/>
                    <a:pt x="10876" y="75870"/>
                    <a:pt x="15494" y="75870"/>
                  </a:cubicBezTo>
                  <a:cubicBezTo>
                    <a:pt x="16135" y="75870"/>
                    <a:pt x="16742" y="75857"/>
                    <a:pt x="17299" y="75831"/>
                  </a:cubicBezTo>
                  <a:cubicBezTo>
                    <a:pt x="14331" y="66681"/>
                    <a:pt x="14491" y="56532"/>
                    <a:pt x="17752" y="47483"/>
                  </a:cubicBezTo>
                  <a:cubicBezTo>
                    <a:pt x="19186" y="43535"/>
                    <a:pt x="21166" y="39788"/>
                    <a:pt x="22487" y="35807"/>
                  </a:cubicBezTo>
                  <a:cubicBezTo>
                    <a:pt x="23800" y="31819"/>
                    <a:pt x="24401" y="27404"/>
                    <a:pt x="22987" y="23443"/>
                  </a:cubicBezTo>
                  <a:cubicBezTo>
                    <a:pt x="22447" y="21936"/>
                    <a:pt x="21620" y="20509"/>
                    <a:pt x="21266" y="18942"/>
                  </a:cubicBezTo>
                  <a:cubicBezTo>
                    <a:pt x="20920" y="17375"/>
                    <a:pt x="21160" y="15515"/>
                    <a:pt x="22420" y="14508"/>
                  </a:cubicBezTo>
                  <a:cubicBezTo>
                    <a:pt x="23064" y="13992"/>
                    <a:pt x="23776" y="13796"/>
                    <a:pt x="24532" y="13796"/>
                  </a:cubicBezTo>
                  <a:cubicBezTo>
                    <a:pt x="26525" y="13796"/>
                    <a:pt x="28818" y="15163"/>
                    <a:pt x="30936" y="15661"/>
                  </a:cubicBezTo>
                  <a:cubicBezTo>
                    <a:pt x="31567" y="15805"/>
                    <a:pt x="32186" y="15873"/>
                    <a:pt x="32792" y="15873"/>
                  </a:cubicBezTo>
                  <a:cubicBezTo>
                    <a:pt x="38629" y="15873"/>
                    <a:pt x="43151" y="9553"/>
                    <a:pt x="44553" y="4278"/>
                  </a:cubicBezTo>
                  <a:cubicBezTo>
                    <a:pt x="42352" y="3531"/>
                    <a:pt x="40105" y="2938"/>
                    <a:pt x="38258" y="2111"/>
                  </a:cubicBezTo>
                  <a:cubicBezTo>
                    <a:pt x="36501" y="1331"/>
                    <a:pt x="34719" y="1"/>
                    <a:pt x="30635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4" name="Google Shape;2027;p36"/>
            <p:cNvSpPr/>
            <p:nvPr/>
          </p:nvSpPr>
          <p:spPr>
            <a:xfrm>
              <a:off x="1704014" y="3482968"/>
              <a:ext cx="37144" cy="212488"/>
            </a:xfrm>
            <a:custGeom>
              <a:avLst/>
              <a:gdLst/>
              <a:ahLst/>
              <a:cxnLst/>
              <a:rect l="l" t="t" r="r" b="b"/>
              <a:pathLst>
                <a:path w="1328" h="7597" extrusionOk="0">
                  <a:moveTo>
                    <a:pt x="0" y="1"/>
                  </a:moveTo>
                  <a:lnTo>
                    <a:pt x="0" y="1"/>
                  </a:lnTo>
                  <a:cubicBezTo>
                    <a:pt x="274" y="1261"/>
                    <a:pt x="534" y="2522"/>
                    <a:pt x="747" y="3782"/>
                  </a:cubicBezTo>
                  <a:cubicBezTo>
                    <a:pt x="967" y="5036"/>
                    <a:pt x="1114" y="6316"/>
                    <a:pt x="1254" y="7596"/>
                  </a:cubicBezTo>
                  <a:cubicBezTo>
                    <a:pt x="1327" y="6303"/>
                    <a:pt x="1254" y="5002"/>
                    <a:pt x="1040" y="3729"/>
                  </a:cubicBezTo>
                  <a:cubicBezTo>
                    <a:pt x="834" y="2448"/>
                    <a:pt x="487" y="120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5" name="Google Shape;2028;p36"/>
            <p:cNvSpPr/>
            <p:nvPr/>
          </p:nvSpPr>
          <p:spPr>
            <a:xfrm>
              <a:off x="1775449" y="3510938"/>
              <a:ext cx="276064" cy="47605"/>
            </a:xfrm>
            <a:custGeom>
              <a:avLst/>
              <a:gdLst/>
              <a:ahLst/>
              <a:cxnLst/>
              <a:rect l="l" t="t" r="r" b="b"/>
              <a:pathLst>
                <a:path w="9870" h="1702" extrusionOk="0">
                  <a:moveTo>
                    <a:pt x="3134" y="0"/>
                  </a:moveTo>
                  <a:cubicBezTo>
                    <a:pt x="2058" y="0"/>
                    <a:pt x="984" y="169"/>
                    <a:pt x="0" y="588"/>
                  </a:cubicBezTo>
                  <a:cubicBezTo>
                    <a:pt x="875" y="352"/>
                    <a:pt x="1769" y="252"/>
                    <a:pt x="2665" y="252"/>
                  </a:cubicBezTo>
                  <a:cubicBezTo>
                    <a:pt x="3442" y="252"/>
                    <a:pt x="4220" y="328"/>
                    <a:pt x="4988" y="455"/>
                  </a:cubicBezTo>
                  <a:cubicBezTo>
                    <a:pt x="6635" y="728"/>
                    <a:pt x="8236" y="1255"/>
                    <a:pt x="9870" y="1702"/>
                  </a:cubicBezTo>
                  <a:cubicBezTo>
                    <a:pt x="8322" y="1048"/>
                    <a:pt x="6695" y="435"/>
                    <a:pt x="5028" y="161"/>
                  </a:cubicBezTo>
                  <a:cubicBezTo>
                    <a:pt x="4408" y="60"/>
                    <a:pt x="3770" y="0"/>
                    <a:pt x="31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6" name="Google Shape;2029;p36"/>
            <p:cNvSpPr/>
            <p:nvPr/>
          </p:nvSpPr>
          <p:spPr>
            <a:xfrm>
              <a:off x="1466381" y="4212062"/>
              <a:ext cx="261352" cy="327361"/>
            </a:xfrm>
            <a:custGeom>
              <a:avLst/>
              <a:gdLst/>
              <a:ahLst/>
              <a:cxnLst/>
              <a:rect l="l" t="t" r="r" b="b"/>
              <a:pathLst>
                <a:path w="9344" h="11704" extrusionOk="0">
                  <a:moveTo>
                    <a:pt x="9276" y="1"/>
                  </a:moveTo>
                  <a:cubicBezTo>
                    <a:pt x="9236" y="1301"/>
                    <a:pt x="8923" y="2575"/>
                    <a:pt x="8370" y="3755"/>
                  </a:cubicBezTo>
                  <a:cubicBezTo>
                    <a:pt x="7816" y="4922"/>
                    <a:pt x="7002" y="5936"/>
                    <a:pt x="6096" y="6856"/>
                  </a:cubicBezTo>
                  <a:cubicBezTo>
                    <a:pt x="5182" y="7770"/>
                    <a:pt x="4175" y="8576"/>
                    <a:pt x="3148" y="9397"/>
                  </a:cubicBezTo>
                  <a:cubicBezTo>
                    <a:pt x="2121" y="10210"/>
                    <a:pt x="1121" y="11037"/>
                    <a:pt x="1" y="11704"/>
                  </a:cubicBezTo>
                  <a:cubicBezTo>
                    <a:pt x="1181" y="11137"/>
                    <a:pt x="2235" y="10364"/>
                    <a:pt x="3281" y="9577"/>
                  </a:cubicBezTo>
                  <a:cubicBezTo>
                    <a:pt x="4335" y="8797"/>
                    <a:pt x="5375" y="7990"/>
                    <a:pt x="6302" y="7063"/>
                  </a:cubicBezTo>
                  <a:cubicBezTo>
                    <a:pt x="7229" y="6136"/>
                    <a:pt x="8049" y="5062"/>
                    <a:pt x="8576" y="3855"/>
                  </a:cubicBezTo>
                  <a:cubicBezTo>
                    <a:pt x="9103" y="2642"/>
                    <a:pt x="9343" y="1321"/>
                    <a:pt x="927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7" name="Google Shape;2030;p36"/>
            <p:cNvSpPr/>
            <p:nvPr/>
          </p:nvSpPr>
          <p:spPr>
            <a:xfrm>
              <a:off x="1565422" y="4299915"/>
              <a:ext cx="178141" cy="227956"/>
            </a:xfrm>
            <a:custGeom>
              <a:avLst/>
              <a:gdLst/>
              <a:ahLst/>
              <a:cxnLst/>
              <a:rect l="l" t="t" r="r" b="b"/>
              <a:pathLst>
                <a:path w="6369" h="8150" extrusionOk="0">
                  <a:moveTo>
                    <a:pt x="6369" y="1"/>
                  </a:moveTo>
                  <a:lnTo>
                    <a:pt x="6369" y="1"/>
                  </a:lnTo>
                  <a:cubicBezTo>
                    <a:pt x="5335" y="3415"/>
                    <a:pt x="3061" y="6316"/>
                    <a:pt x="1" y="8150"/>
                  </a:cubicBezTo>
                  <a:cubicBezTo>
                    <a:pt x="1634" y="7429"/>
                    <a:pt x="3068" y="6256"/>
                    <a:pt x="4168" y="4849"/>
                  </a:cubicBezTo>
                  <a:cubicBezTo>
                    <a:pt x="5269" y="3435"/>
                    <a:pt x="6069" y="1761"/>
                    <a:pt x="636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8" name="Google Shape;2031;p36"/>
            <p:cNvSpPr/>
            <p:nvPr/>
          </p:nvSpPr>
          <p:spPr>
            <a:xfrm>
              <a:off x="1684043" y="4354932"/>
              <a:ext cx="87518" cy="152604"/>
            </a:xfrm>
            <a:custGeom>
              <a:avLst/>
              <a:gdLst/>
              <a:ahLst/>
              <a:cxnLst/>
              <a:rect l="l" t="t" r="r" b="b"/>
              <a:pathLst>
                <a:path w="3129" h="5456" extrusionOk="0">
                  <a:moveTo>
                    <a:pt x="3082" y="1"/>
                  </a:moveTo>
                  <a:lnTo>
                    <a:pt x="3082" y="1"/>
                  </a:lnTo>
                  <a:cubicBezTo>
                    <a:pt x="2901" y="1054"/>
                    <a:pt x="2548" y="2068"/>
                    <a:pt x="2028" y="3002"/>
                  </a:cubicBezTo>
                  <a:cubicBezTo>
                    <a:pt x="1501" y="3929"/>
                    <a:pt x="814" y="4762"/>
                    <a:pt x="1" y="5456"/>
                  </a:cubicBezTo>
                  <a:cubicBezTo>
                    <a:pt x="961" y="4929"/>
                    <a:pt x="1748" y="4095"/>
                    <a:pt x="2281" y="3148"/>
                  </a:cubicBezTo>
                  <a:cubicBezTo>
                    <a:pt x="2815" y="2195"/>
                    <a:pt x="3128" y="1094"/>
                    <a:pt x="308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9" name="Google Shape;2032;p36"/>
            <p:cNvSpPr/>
            <p:nvPr/>
          </p:nvSpPr>
          <p:spPr>
            <a:xfrm>
              <a:off x="2308501" y="3312882"/>
              <a:ext cx="167904" cy="167317"/>
            </a:xfrm>
            <a:custGeom>
              <a:avLst/>
              <a:gdLst/>
              <a:ahLst/>
              <a:cxnLst/>
              <a:rect l="l" t="t" r="r" b="b"/>
              <a:pathLst>
                <a:path w="6003" h="5982" extrusionOk="0">
                  <a:moveTo>
                    <a:pt x="6002" y="0"/>
                  </a:moveTo>
                  <a:lnTo>
                    <a:pt x="6002" y="0"/>
                  </a:lnTo>
                  <a:cubicBezTo>
                    <a:pt x="4869" y="861"/>
                    <a:pt x="3728" y="1707"/>
                    <a:pt x="2668" y="2661"/>
                  </a:cubicBezTo>
                  <a:cubicBezTo>
                    <a:pt x="1608" y="3608"/>
                    <a:pt x="614" y="4695"/>
                    <a:pt x="1" y="5982"/>
                  </a:cubicBezTo>
                  <a:cubicBezTo>
                    <a:pt x="808" y="4815"/>
                    <a:pt x="1808" y="3828"/>
                    <a:pt x="2861" y="2874"/>
                  </a:cubicBezTo>
                  <a:cubicBezTo>
                    <a:pt x="3908" y="1928"/>
                    <a:pt x="5015" y="1034"/>
                    <a:pt x="600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0" name="Google Shape;2033;p36"/>
            <p:cNvSpPr/>
            <p:nvPr/>
          </p:nvSpPr>
          <p:spPr>
            <a:xfrm>
              <a:off x="2524877" y="3436342"/>
              <a:ext cx="73869" cy="339304"/>
            </a:xfrm>
            <a:custGeom>
              <a:avLst/>
              <a:gdLst/>
              <a:ahLst/>
              <a:cxnLst/>
              <a:rect l="l" t="t" r="r" b="b"/>
              <a:pathLst>
                <a:path w="2641" h="12131" extrusionOk="0">
                  <a:moveTo>
                    <a:pt x="0" y="1"/>
                  </a:moveTo>
                  <a:lnTo>
                    <a:pt x="0" y="1"/>
                  </a:lnTo>
                  <a:cubicBezTo>
                    <a:pt x="607" y="1988"/>
                    <a:pt x="1154" y="3982"/>
                    <a:pt x="1601" y="6002"/>
                  </a:cubicBezTo>
                  <a:cubicBezTo>
                    <a:pt x="2041" y="8030"/>
                    <a:pt x="2367" y="10070"/>
                    <a:pt x="2641" y="12131"/>
                  </a:cubicBezTo>
                  <a:cubicBezTo>
                    <a:pt x="2601" y="10057"/>
                    <a:pt x="2314" y="7976"/>
                    <a:pt x="1881" y="5942"/>
                  </a:cubicBezTo>
                  <a:cubicBezTo>
                    <a:pt x="1447" y="3909"/>
                    <a:pt x="814" y="192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1" name="Google Shape;2034;p36"/>
            <p:cNvSpPr/>
            <p:nvPr/>
          </p:nvSpPr>
          <p:spPr>
            <a:xfrm>
              <a:off x="2589040" y="3835110"/>
              <a:ext cx="14377" cy="83602"/>
            </a:xfrm>
            <a:custGeom>
              <a:avLst/>
              <a:gdLst/>
              <a:ahLst/>
              <a:cxnLst/>
              <a:rect l="l" t="t" r="r" b="b"/>
              <a:pathLst>
                <a:path w="514" h="2989" extrusionOk="0">
                  <a:moveTo>
                    <a:pt x="0" y="1"/>
                  </a:moveTo>
                  <a:lnTo>
                    <a:pt x="0" y="1"/>
                  </a:lnTo>
                  <a:cubicBezTo>
                    <a:pt x="13" y="514"/>
                    <a:pt x="73" y="1001"/>
                    <a:pt x="147" y="1501"/>
                  </a:cubicBezTo>
                  <a:cubicBezTo>
                    <a:pt x="220" y="2001"/>
                    <a:pt x="287" y="2488"/>
                    <a:pt x="413" y="2988"/>
                  </a:cubicBezTo>
                  <a:cubicBezTo>
                    <a:pt x="507" y="2488"/>
                    <a:pt x="514" y="1975"/>
                    <a:pt x="440" y="1468"/>
                  </a:cubicBezTo>
                  <a:cubicBezTo>
                    <a:pt x="373" y="955"/>
                    <a:pt x="227" y="46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2" name="Google Shape;2035;p36"/>
            <p:cNvSpPr/>
            <p:nvPr/>
          </p:nvSpPr>
          <p:spPr>
            <a:xfrm>
              <a:off x="2587166" y="4020887"/>
              <a:ext cx="55241" cy="484972"/>
            </a:xfrm>
            <a:custGeom>
              <a:avLst/>
              <a:gdLst/>
              <a:ahLst/>
              <a:cxnLst/>
              <a:rect l="l" t="t" r="r" b="b"/>
              <a:pathLst>
                <a:path w="1975" h="17339" extrusionOk="0">
                  <a:moveTo>
                    <a:pt x="0" y="1"/>
                  </a:moveTo>
                  <a:cubicBezTo>
                    <a:pt x="414" y="1401"/>
                    <a:pt x="514" y="2841"/>
                    <a:pt x="574" y="4302"/>
                  </a:cubicBezTo>
                  <a:cubicBezTo>
                    <a:pt x="634" y="5762"/>
                    <a:pt x="707" y="7216"/>
                    <a:pt x="821" y="8670"/>
                  </a:cubicBezTo>
                  <a:cubicBezTo>
                    <a:pt x="1047" y="11577"/>
                    <a:pt x="1434" y="14471"/>
                    <a:pt x="1974" y="17339"/>
                  </a:cubicBezTo>
                  <a:cubicBezTo>
                    <a:pt x="1654" y="14445"/>
                    <a:pt x="1347" y="11544"/>
                    <a:pt x="1114" y="8643"/>
                  </a:cubicBezTo>
                  <a:cubicBezTo>
                    <a:pt x="987" y="7196"/>
                    <a:pt x="907" y="5742"/>
                    <a:pt x="801" y="4295"/>
                  </a:cubicBezTo>
                  <a:cubicBezTo>
                    <a:pt x="687" y="2841"/>
                    <a:pt x="520" y="1368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3" name="Google Shape;2036;p36"/>
            <p:cNvSpPr/>
            <p:nvPr/>
          </p:nvSpPr>
          <p:spPr>
            <a:xfrm>
              <a:off x="1237726" y="3311763"/>
              <a:ext cx="483461" cy="1193788"/>
            </a:xfrm>
            <a:custGeom>
              <a:avLst/>
              <a:gdLst/>
              <a:ahLst/>
              <a:cxnLst/>
              <a:rect l="l" t="t" r="r" b="b"/>
              <a:pathLst>
                <a:path w="17285" h="42681" extrusionOk="0">
                  <a:moveTo>
                    <a:pt x="9650" y="1"/>
                  </a:moveTo>
                  <a:cubicBezTo>
                    <a:pt x="8887" y="1"/>
                    <a:pt x="8037" y="174"/>
                    <a:pt x="7082" y="534"/>
                  </a:cubicBezTo>
                  <a:cubicBezTo>
                    <a:pt x="2407" y="2301"/>
                    <a:pt x="3008" y="5822"/>
                    <a:pt x="3008" y="5822"/>
                  </a:cubicBezTo>
                  <a:cubicBezTo>
                    <a:pt x="3539" y="5235"/>
                    <a:pt x="4376" y="4735"/>
                    <a:pt x="5258" y="4735"/>
                  </a:cubicBezTo>
                  <a:cubicBezTo>
                    <a:pt x="6779" y="4735"/>
                    <a:pt x="8433" y="6221"/>
                    <a:pt x="8876" y="11303"/>
                  </a:cubicBezTo>
                  <a:cubicBezTo>
                    <a:pt x="9356" y="16838"/>
                    <a:pt x="10323" y="27108"/>
                    <a:pt x="8409" y="31342"/>
                  </a:cubicBezTo>
                  <a:cubicBezTo>
                    <a:pt x="6882" y="34696"/>
                    <a:pt x="614" y="35143"/>
                    <a:pt x="614" y="35143"/>
                  </a:cubicBezTo>
                  <a:cubicBezTo>
                    <a:pt x="0" y="38050"/>
                    <a:pt x="987" y="42198"/>
                    <a:pt x="987" y="42198"/>
                  </a:cubicBezTo>
                  <a:cubicBezTo>
                    <a:pt x="1820" y="42530"/>
                    <a:pt x="2710" y="42681"/>
                    <a:pt x="3626" y="42681"/>
                  </a:cubicBezTo>
                  <a:cubicBezTo>
                    <a:pt x="8832" y="42681"/>
                    <a:pt x="14888" y="37804"/>
                    <a:pt x="16084" y="33376"/>
                  </a:cubicBezTo>
                  <a:cubicBezTo>
                    <a:pt x="17078" y="29722"/>
                    <a:pt x="17285" y="20993"/>
                    <a:pt x="16738" y="14184"/>
                  </a:cubicBezTo>
                  <a:cubicBezTo>
                    <a:pt x="16504" y="11283"/>
                    <a:pt x="16138" y="8723"/>
                    <a:pt x="15618" y="7069"/>
                  </a:cubicBezTo>
                  <a:cubicBezTo>
                    <a:pt x="15551" y="6842"/>
                    <a:pt x="15484" y="6615"/>
                    <a:pt x="15411" y="6409"/>
                  </a:cubicBezTo>
                  <a:cubicBezTo>
                    <a:pt x="14098" y="2376"/>
                    <a:pt x="12475" y="1"/>
                    <a:pt x="9650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4" name="Google Shape;2037;p36"/>
            <p:cNvSpPr/>
            <p:nvPr/>
          </p:nvSpPr>
          <p:spPr>
            <a:xfrm>
              <a:off x="1229503" y="3303680"/>
              <a:ext cx="498957" cy="1210206"/>
            </a:xfrm>
            <a:custGeom>
              <a:avLst/>
              <a:gdLst/>
              <a:ahLst/>
              <a:cxnLst/>
              <a:rect l="l" t="t" r="r" b="b"/>
              <a:pathLst>
                <a:path w="17839" h="43268" extrusionOk="0">
                  <a:moveTo>
                    <a:pt x="9946" y="581"/>
                  </a:moveTo>
                  <a:cubicBezTo>
                    <a:pt x="10574" y="581"/>
                    <a:pt x="11143" y="705"/>
                    <a:pt x="11657" y="956"/>
                  </a:cubicBezTo>
                  <a:cubicBezTo>
                    <a:pt x="13191" y="1690"/>
                    <a:pt x="14351" y="3490"/>
                    <a:pt x="15425" y="6778"/>
                  </a:cubicBezTo>
                  <a:cubicBezTo>
                    <a:pt x="15505" y="6998"/>
                    <a:pt x="15571" y="7224"/>
                    <a:pt x="15638" y="7438"/>
                  </a:cubicBezTo>
                  <a:cubicBezTo>
                    <a:pt x="16112" y="8992"/>
                    <a:pt x="16492" y="11432"/>
                    <a:pt x="16745" y="14500"/>
                  </a:cubicBezTo>
                  <a:cubicBezTo>
                    <a:pt x="17319" y="21608"/>
                    <a:pt x="17025" y="30171"/>
                    <a:pt x="16105" y="33585"/>
                  </a:cubicBezTo>
                  <a:cubicBezTo>
                    <a:pt x="15331" y="36432"/>
                    <a:pt x="12364" y="39640"/>
                    <a:pt x="8876" y="41380"/>
                  </a:cubicBezTo>
                  <a:cubicBezTo>
                    <a:pt x="7153" y="42244"/>
                    <a:pt x="5459" y="42684"/>
                    <a:pt x="3920" y="42684"/>
                  </a:cubicBezTo>
                  <a:cubicBezTo>
                    <a:pt x="3071" y="42684"/>
                    <a:pt x="2269" y="42551"/>
                    <a:pt x="1534" y="42280"/>
                  </a:cubicBezTo>
                  <a:cubicBezTo>
                    <a:pt x="1368" y="41540"/>
                    <a:pt x="701" y="38199"/>
                    <a:pt x="1148" y="35699"/>
                  </a:cubicBezTo>
                  <a:cubicBezTo>
                    <a:pt x="2315" y="35585"/>
                    <a:pt x="7536" y="34905"/>
                    <a:pt x="8970" y="31751"/>
                  </a:cubicBezTo>
                  <a:cubicBezTo>
                    <a:pt x="10857" y="27577"/>
                    <a:pt x="10010" y="17874"/>
                    <a:pt x="9503" y="12079"/>
                  </a:cubicBezTo>
                  <a:lnTo>
                    <a:pt x="9457" y="11566"/>
                  </a:lnTo>
                  <a:cubicBezTo>
                    <a:pt x="9036" y="6744"/>
                    <a:pt x="7543" y="5264"/>
                    <a:pt x="6369" y="4864"/>
                  </a:cubicBezTo>
                  <a:cubicBezTo>
                    <a:pt x="6091" y="4771"/>
                    <a:pt x="5816" y="4729"/>
                    <a:pt x="5549" y="4729"/>
                  </a:cubicBezTo>
                  <a:cubicBezTo>
                    <a:pt x="4801" y="4729"/>
                    <a:pt x="4110" y="5052"/>
                    <a:pt x="3575" y="5464"/>
                  </a:cubicBezTo>
                  <a:cubicBezTo>
                    <a:pt x="3648" y="4437"/>
                    <a:pt x="4215" y="2323"/>
                    <a:pt x="7476" y="1096"/>
                  </a:cubicBezTo>
                  <a:cubicBezTo>
                    <a:pt x="8385" y="754"/>
                    <a:pt x="9206" y="581"/>
                    <a:pt x="9946" y="581"/>
                  </a:cubicBezTo>
                  <a:close/>
                  <a:moveTo>
                    <a:pt x="9946" y="1"/>
                  </a:moveTo>
                  <a:cubicBezTo>
                    <a:pt x="9139" y="1"/>
                    <a:pt x="8253" y="185"/>
                    <a:pt x="7276" y="556"/>
                  </a:cubicBezTo>
                  <a:cubicBezTo>
                    <a:pt x="4755" y="1496"/>
                    <a:pt x="3775" y="2857"/>
                    <a:pt x="3315" y="4024"/>
                  </a:cubicBezTo>
                  <a:cubicBezTo>
                    <a:pt x="2855" y="5191"/>
                    <a:pt x="3008" y="6124"/>
                    <a:pt x="3015" y="6158"/>
                  </a:cubicBezTo>
                  <a:cubicBezTo>
                    <a:pt x="3035" y="6264"/>
                    <a:pt x="3115" y="6358"/>
                    <a:pt x="3222" y="6391"/>
                  </a:cubicBezTo>
                  <a:cubicBezTo>
                    <a:pt x="3246" y="6397"/>
                    <a:pt x="3271" y="6400"/>
                    <a:pt x="3295" y="6400"/>
                  </a:cubicBezTo>
                  <a:cubicBezTo>
                    <a:pt x="3378" y="6400"/>
                    <a:pt x="3458" y="6366"/>
                    <a:pt x="3515" y="6304"/>
                  </a:cubicBezTo>
                  <a:cubicBezTo>
                    <a:pt x="4004" y="5767"/>
                    <a:pt x="4772" y="5322"/>
                    <a:pt x="5553" y="5322"/>
                  </a:cubicBezTo>
                  <a:cubicBezTo>
                    <a:pt x="5761" y="5322"/>
                    <a:pt x="5970" y="5354"/>
                    <a:pt x="6176" y="5424"/>
                  </a:cubicBezTo>
                  <a:cubicBezTo>
                    <a:pt x="7609" y="5904"/>
                    <a:pt x="8570" y="8105"/>
                    <a:pt x="8876" y="11612"/>
                  </a:cubicBezTo>
                  <a:lnTo>
                    <a:pt x="8923" y="12132"/>
                  </a:lnTo>
                  <a:cubicBezTo>
                    <a:pt x="9390" y="17494"/>
                    <a:pt x="10270" y="27477"/>
                    <a:pt x="8436" y="31511"/>
                  </a:cubicBezTo>
                  <a:cubicBezTo>
                    <a:pt x="7003" y="34672"/>
                    <a:pt x="948" y="35139"/>
                    <a:pt x="881" y="35139"/>
                  </a:cubicBezTo>
                  <a:cubicBezTo>
                    <a:pt x="754" y="35145"/>
                    <a:pt x="647" y="35245"/>
                    <a:pt x="627" y="35372"/>
                  </a:cubicBezTo>
                  <a:cubicBezTo>
                    <a:pt x="1" y="38313"/>
                    <a:pt x="961" y="42387"/>
                    <a:pt x="1001" y="42567"/>
                  </a:cubicBezTo>
                  <a:cubicBezTo>
                    <a:pt x="1021" y="42654"/>
                    <a:pt x="1088" y="42727"/>
                    <a:pt x="1174" y="42767"/>
                  </a:cubicBezTo>
                  <a:cubicBezTo>
                    <a:pt x="2032" y="43094"/>
                    <a:pt x="2947" y="43268"/>
                    <a:pt x="3863" y="43268"/>
                  </a:cubicBezTo>
                  <a:cubicBezTo>
                    <a:pt x="3880" y="43268"/>
                    <a:pt x="3898" y="43268"/>
                    <a:pt x="3915" y="43267"/>
                  </a:cubicBezTo>
                  <a:cubicBezTo>
                    <a:pt x="5549" y="43267"/>
                    <a:pt x="7336" y="42807"/>
                    <a:pt x="9136" y="41900"/>
                  </a:cubicBezTo>
                  <a:cubicBezTo>
                    <a:pt x="12811" y="40067"/>
                    <a:pt x="15838" y="36779"/>
                    <a:pt x="16658" y="33738"/>
                  </a:cubicBezTo>
                  <a:cubicBezTo>
                    <a:pt x="17732" y="29804"/>
                    <a:pt x="17839" y="20841"/>
                    <a:pt x="17319" y="14460"/>
                  </a:cubicBezTo>
                  <a:cubicBezTo>
                    <a:pt x="17072" y="11339"/>
                    <a:pt x="16678" y="8858"/>
                    <a:pt x="16192" y="7264"/>
                  </a:cubicBezTo>
                  <a:cubicBezTo>
                    <a:pt x="16118" y="7044"/>
                    <a:pt x="16052" y="6824"/>
                    <a:pt x="15985" y="6604"/>
                  </a:cubicBezTo>
                  <a:cubicBezTo>
                    <a:pt x="14851" y="3143"/>
                    <a:pt x="13591" y="1236"/>
                    <a:pt x="11911" y="429"/>
                  </a:cubicBezTo>
                  <a:cubicBezTo>
                    <a:pt x="11313" y="145"/>
                    <a:pt x="10661" y="1"/>
                    <a:pt x="994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5" name="Google Shape;2038;p36"/>
            <p:cNvSpPr/>
            <p:nvPr/>
          </p:nvSpPr>
          <p:spPr>
            <a:xfrm>
              <a:off x="1237726" y="3311763"/>
              <a:ext cx="483461" cy="1193788"/>
            </a:xfrm>
            <a:custGeom>
              <a:avLst/>
              <a:gdLst/>
              <a:ahLst/>
              <a:cxnLst/>
              <a:rect l="l" t="t" r="r" b="b"/>
              <a:pathLst>
                <a:path w="17285" h="42681" extrusionOk="0">
                  <a:moveTo>
                    <a:pt x="9650" y="1"/>
                  </a:moveTo>
                  <a:cubicBezTo>
                    <a:pt x="8887" y="1"/>
                    <a:pt x="8037" y="174"/>
                    <a:pt x="7082" y="534"/>
                  </a:cubicBezTo>
                  <a:cubicBezTo>
                    <a:pt x="2407" y="2301"/>
                    <a:pt x="3008" y="5822"/>
                    <a:pt x="3008" y="5822"/>
                  </a:cubicBezTo>
                  <a:cubicBezTo>
                    <a:pt x="3539" y="5235"/>
                    <a:pt x="4376" y="4735"/>
                    <a:pt x="5258" y="4735"/>
                  </a:cubicBezTo>
                  <a:cubicBezTo>
                    <a:pt x="6779" y="4735"/>
                    <a:pt x="8433" y="6221"/>
                    <a:pt x="8876" y="11303"/>
                  </a:cubicBezTo>
                  <a:cubicBezTo>
                    <a:pt x="9356" y="16838"/>
                    <a:pt x="10323" y="27108"/>
                    <a:pt x="8409" y="31342"/>
                  </a:cubicBezTo>
                  <a:cubicBezTo>
                    <a:pt x="6882" y="34696"/>
                    <a:pt x="614" y="35143"/>
                    <a:pt x="614" y="35143"/>
                  </a:cubicBezTo>
                  <a:cubicBezTo>
                    <a:pt x="0" y="38050"/>
                    <a:pt x="987" y="42198"/>
                    <a:pt x="987" y="42198"/>
                  </a:cubicBezTo>
                  <a:cubicBezTo>
                    <a:pt x="1820" y="42530"/>
                    <a:pt x="2710" y="42681"/>
                    <a:pt x="3626" y="42681"/>
                  </a:cubicBezTo>
                  <a:cubicBezTo>
                    <a:pt x="8832" y="42681"/>
                    <a:pt x="14888" y="37804"/>
                    <a:pt x="16084" y="33376"/>
                  </a:cubicBezTo>
                  <a:cubicBezTo>
                    <a:pt x="17078" y="29722"/>
                    <a:pt x="17285" y="20993"/>
                    <a:pt x="16738" y="14184"/>
                  </a:cubicBezTo>
                  <a:cubicBezTo>
                    <a:pt x="16684" y="14181"/>
                    <a:pt x="16630" y="14179"/>
                    <a:pt x="16577" y="14179"/>
                  </a:cubicBezTo>
                  <a:cubicBezTo>
                    <a:pt x="16105" y="14179"/>
                    <a:pt x="15645" y="14313"/>
                    <a:pt x="15304" y="14624"/>
                  </a:cubicBezTo>
                  <a:cubicBezTo>
                    <a:pt x="14751" y="15124"/>
                    <a:pt x="14484" y="16018"/>
                    <a:pt x="13757" y="16171"/>
                  </a:cubicBezTo>
                  <a:cubicBezTo>
                    <a:pt x="13686" y="16186"/>
                    <a:pt x="13617" y="16193"/>
                    <a:pt x="13551" y="16193"/>
                  </a:cubicBezTo>
                  <a:cubicBezTo>
                    <a:pt x="12698" y="16193"/>
                    <a:pt x="12205" y="15020"/>
                    <a:pt x="12057" y="14104"/>
                  </a:cubicBezTo>
                  <a:cubicBezTo>
                    <a:pt x="11843" y="12744"/>
                    <a:pt x="11617" y="11370"/>
                    <a:pt x="11823" y="10010"/>
                  </a:cubicBezTo>
                  <a:cubicBezTo>
                    <a:pt x="12177" y="7689"/>
                    <a:pt x="13617" y="6509"/>
                    <a:pt x="15411" y="6409"/>
                  </a:cubicBezTo>
                  <a:cubicBezTo>
                    <a:pt x="14098" y="2376"/>
                    <a:pt x="12475" y="1"/>
                    <a:pt x="9650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6" name="Google Shape;2039;p36"/>
            <p:cNvSpPr/>
            <p:nvPr/>
          </p:nvSpPr>
          <p:spPr>
            <a:xfrm>
              <a:off x="1377240" y="3357047"/>
              <a:ext cx="102986" cy="38123"/>
            </a:xfrm>
            <a:custGeom>
              <a:avLst/>
              <a:gdLst/>
              <a:ahLst/>
              <a:cxnLst/>
              <a:rect l="l" t="t" r="r" b="b"/>
              <a:pathLst>
                <a:path w="3682" h="1363" extrusionOk="0">
                  <a:moveTo>
                    <a:pt x="2939" y="1"/>
                  </a:moveTo>
                  <a:cubicBezTo>
                    <a:pt x="2873" y="1"/>
                    <a:pt x="2807" y="5"/>
                    <a:pt x="2741" y="15"/>
                  </a:cubicBezTo>
                  <a:cubicBezTo>
                    <a:pt x="2401" y="48"/>
                    <a:pt x="2054" y="122"/>
                    <a:pt x="1727" y="228"/>
                  </a:cubicBezTo>
                  <a:cubicBezTo>
                    <a:pt x="1067" y="462"/>
                    <a:pt x="454" y="835"/>
                    <a:pt x="0" y="1362"/>
                  </a:cubicBezTo>
                  <a:cubicBezTo>
                    <a:pt x="580" y="1022"/>
                    <a:pt x="1187" y="735"/>
                    <a:pt x="1821" y="502"/>
                  </a:cubicBezTo>
                  <a:cubicBezTo>
                    <a:pt x="2134" y="395"/>
                    <a:pt x="2454" y="308"/>
                    <a:pt x="2774" y="235"/>
                  </a:cubicBezTo>
                  <a:cubicBezTo>
                    <a:pt x="2914" y="200"/>
                    <a:pt x="3059" y="181"/>
                    <a:pt x="3200" y="181"/>
                  </a:cubicBezTo>
                  <a:cubicBezTo>
                    <a:pt x="3220" y="181"/>
                    <a:pt x="3241" y="181"/>
                    <a:pt x="3261" y="182"/>
                  </a:cubicBezTo>
                  <a:cubicBezTo>
                    <a:pt x="3268" y="181"/>
                    <a:pt x="3276" y="181"/>
                    <a:pt x="3283" y="181"/>
                  </a:cubicBezTo>
                  <a:cubicBezTo>
                    <a:pt x="3435" y="181"/>
                    <a:pt x="3579" y="248"/>
                    <a:pt x="3681" y="369"/>
                  </a:cubicBezTo>
                  <a:cubicBezTo>
                    <a:pt x="3634" y="195"/>
                    <a:pt x="3454" y="82"/>
                    <a:pt x="3274" y="35"/>
                  </a:cubicBezTo>
                  <a:cubicBezTo>
                    <a:pt x="3165" y="14"/>
                    <a:pt x="3052" y="1"/>
                    <a:pt x="293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7" name="Google Shape;2040;p36"/>
            <p:cNvSpPr/>
            <p:nvPr/>
          </p:nvSpPr>
          <p:spPr>
            <a:xfrm>
              <a:off x="1524950" y="3696910"/>
              <a:ext cx="30431" cy="126480"/>
            </a:xfrm>
            <a:custGeom>
              <a:avLst/>
              <a:gdLst/>
              <a:ahLst/>
              <a:cxnLst/>
              <a:rect l="l" t="t" r="r" b="b"/>
              <a:pathLst>
                <a:path w="1088" h="4522" extrusionOk="0">
                  <a:moveTo>
                    <a:pt x="0" y="1"/>
                  </a:moveTo>
                  <a:lnTo>
                    <a:pt x="0" y="1"/>
                  </a:lnTo>
                  <a:cubicBezTo>
                    <a:pt x="174" y="1548"/>
                    <a:pt x="541" y="3068"/>
                    <a:pt x="1087" y="4522"/>
                  </a:cubicBezTo>
                  <a:cubicBezTo>
                    <a:pt x="1007" y="3748"/>
                    <a:pt x="874" y="2981"/>
                    <a:pt x="687" y="2221"/>
                  </a:cubicBezTo>
                  <a:cubicBezTo>
                    <a:pt x="507" y="1468"/>
                    <a:pt x="274" y="72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8" name="Google Shape;2041;p36"/>
            <p:cNvSpPr/>
            <p:nvPr/>
          </p:nvSpPr>
          <p:spPr>
            <a:xfrm>
              <a:off x="1493064" y="3427587"/>
              <a:ext cx="78344" cy="248290"/>
            </a:xfrm>
            <a:custGeom>
              <a:avLst/>
              <a:gdLst/>
              <a:ahLst/>
              <a:cxnLst/>
              <a:rect l="l" t="t" r="r" b="b"/>
              <a:pathLst>
                <a:path w="2801" h="8877" extrusionOk="0">
                  <a:moveTo>
                    <a:pt x="0" y="0"/>
                  </a:moveTo>
                  <a:lnTo>
                    <a:pt x="0" y="0"/>
                  </a:lnTo>
                  <a:cubicBezTo>
                    <a:pt x="620" y="514"/>
                    <a:pt x="1047" y="1174"/>
                    <a:pt x="1361" y="1901"/>
                  </a:cubicBezTo>
                  <a:cubicBezTo>
                    <a:pt x="1681" y="2628"/>
                    <a:pt x="1861" y="3395"/>
                    <a:pt x="2014" y="4168"/>
                  </a:cubicBezTo>
                  <a:cubicBezTo>
                    <a:pt x="2294" y="5735"/>
                    <a:pt x="2661" y="7276"/>
                    <a:pt x="2728" y="8876"/>
                  </a:cubicBezTo>
                  <a:cubicBezTo>
                    <a:pt x="2801" y="8076"/>
                    <a:pt x="2781" y="7269"/>
                    <a:pt x="2681" y="6475"/>
                  </a:cubicBezTo>
                  <a:cubicBezTo>
                    <a:pt x="2581" y="5682"/>
                    <a:pt x="2454" y="4895"/>
                    <a:pt x="2294" y="4108"/>
                  </a:cubicBezTo>
                  <a:cubicBezTo>
                    <a:pt x="2141" y="3328"/>
                    <a:pt x="1927" y="2534"/>
                    <a:pt x="1574" y="1808"/>
                  </a:cubicBezTo>
                  <a:cubicBezTo>
                    <a:pt x="1214" y="1081"/>
                    <a:pt x="687" y="414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9" name="Google Shape;2042;p36"/>
            <p:cNvSpPr/>
            <p:nvPr/>
          </p:nvSpPr>
          <p:spPr>
            <a:xfrm>
              <a:off x="1431306" y="3673779"/>
              <a:ext cx="394517" cy="556044"/>
            </a:xfrm>
            <a:custGeom>
              <a:avLst/>
              <a:gdLst/>
              <a:ahLst/>
              <a:cxnLst/>
              <a:rect l="l" t="t" r="r" b="b"/>
              <a:pathLst>
                <a:path w="14105" h="19880" extrusionOk="0">
                  <a:moveTo>
                    <a:pt x="9704" y="1"/>
                  </a:moveTo>
                  <a:cubicBezTo>
                    <a:pt x="9724" y="147"/>
                    <a:pt x="9730" y="274"/>
                    <a:pt x="9750" y="401"/>
                  </a:cubicBezTo>
                  <a:cubicBezTo>
                    <a:pt x="9824" y="1108"/>
                    <a:pt x="9624" y="1815"/>
                    <a:pt x="9197" y="2381"/>
                  </a:cubicBezTo>
                  <a:cubicBezTo>
                    <a:pt x="7450" y="4662"/>
                    <a:pt x="3989" y="6462"/>
                    <a:pt x="3495" y="6462"/>
                  </a:cubicBezTo>
                  <a:cubicBezTo>
                    <a:pt x="3002" y="6462"/>
                    <a:pt x="2435" y="4482"/>
                    <a:pt x="2435" y="4482"/>
                  </a:cubicBezTo>
                  <a:cubicBezTo>
                    <a:pt x="1" y="6703"/>
                    <a:pt x="294" y="8436"/>
                    <a:pt x="534" y="9603"/>
                  </a:cubicBezTo>
                  <a:cubicBezTo>
                    <a:pt x="781" y="10770"/>
                    <a:pt x="534" y="12084"/>
                    <a:pt x="534" y="12084"/>
                  </a:cubicBezTo>
                  <a:lnTo>
                    <a:pt x="5462" y="19879"/>
                  </a:lnTo>
                  <a:cubicBezTo>
                    <a:pt x="6543" y="19579"/>
                    <a:pt x="7603" y="19193"/>
                    <a:pt x="8623" y="18719"/>
                  </a:cubicBezTo>
                  <a:cubicBezTo>
                    <a:pt x="10884" y="17665"/>
                    <a:pt x="12424" y="16378"/>
                    <a:pt x="12918" y="15438"/>
                  </a:cubicBezTo>
                  <a:cubicBezTo>
                    <a:pt x="13605" y="14104"/>
                    <a:pt x="13158" y="13738"/>
                    <a:pt x="13158" y="13738"/>
                  </a:cubicBezTo>
                  <a:cubicBezTo>
                    <a:pt x="13158" y="13738"/>
                    <a:pt x="14105" y="12484"/>
                    <a:pt x="13758" y="10950"/>
                  </a:cubicBezTo>
                  <a:cubicBezTo>
                    <a:pt x="13474" y="9717"/>
                    <a:pt x="12974" y="9596"/>
                    <a:pt x="12789" y="9596"/>
                  </a:cubicBezTo>
                  <a:cubicBezTo>
                    <a:pt x="12744" y="9596"/>
                    <a:pt x="12718" y="9603"/>
                    <a:pt x="12718" y="9603"/>
                  </a:cubicBezTo>
                  <a:cubicBezTo>
                    <a:pt x="12718" y="9603"/>
                    <a:pt x="13358" y="8336"/>
                    <a:pt x="12718" y="6462"/>
                  </a:cubicBezTo>
                  <a:cubicBezTo>
                    <a:pt x="12311" y="5279"/>
                    <a:pt x="11869" y="5059"/>
                    <a:pt x="11598" y="5059"/>
                  </a:cubicBezTo>
                  <a:cubicBezTo>
                    <a:pt x="11438" y="5059"/>
                    <a:pt x="11337" y="5135"/>
                    <a:pt x="11337" y="5135"/>
                  </a:cubicBezTo>
                  <a:cubicBezTo>
                    <a:pt x="11531" y="4635"/>
                    <a:pt x="11631" y="3348"/>
                    <a:pt x="10937" y="1675"/>
                  </a:cubicBezTo>
                  <a:cubicBezTo>
                    <a:pt x="10717" y="1128"/>
                    <a:pt x="10504" y="748"/>
                    <a:pt x="10324" y="508"/>
                  </a:cubicBezTo>
                  <a:cubicBezTo>
                    <a:pt x="9957" y="1"/>
                    <a:pt x="9717" y="1"/>
                    <a:pt x="9704" y="1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0" name="Google Shape;2043;p36"/>
            <p:cNvSpPr/>
            <p:nvPr/>
          </p:nvSpPr>
          <p:spPr>
            <a:xfrm>
              <a:off x="1420678" y="3665584"/>
              <a:ext cx="411690" cy="573553"/>
            </a:xfrm>
            <a:custGeom>
              <a:avLst/>
              <a:gdLst/>
              <a:ahLst/>
              <a:cxnLst/>
              <a:rect l="l" t="t" r="r" b="b"/>
              <a:pathLst>
                <a:path w="14719" h="20506" extrusionOk="0">
                  <a:moveTo>
                    <a:pt x="10430" y="914"/>
                  </a:moveTo>
                  <a:lnTo>
                    <a:pt x="10470" y="967"/>
                  </a:lnTo>
                  <a:cubicBezTo>
                    <a:pt x="10704" y="1314"/>
                    <a:pt x="10897" y="1687"/>
                    <a:pt x="11050" y="2074"/>
                  </a:cubicBezTo>
                  <a:cubicBezTo>
                    <a:pt x="11731" y="3728"/>
                    <a:pt x="11604" y="4915"/>
                    <a:pt x="11444" y="5315"/>
                  </a:cubicBezTo>
                  <a:lnTo>
                    <a:pt x="11130" y="6129"/>
                  </a:lnTo>
                  <a:lnTo>
                    <a:pt x="11877" y="5662"/>
                  </a:lnTo>
                  <a:cubicBezTo>
                    <a:pt x="11907" y="5649"/>
                    <a:pt x="11939" y="5642"/>
                    <a:pt x="11971" y="5642"/>
                  </a:cubicBezTo>
                  <a:cubicBezTo>
                    <a:pt x="12002" y="5642"/>
                    <a:pt x="12034" y="5649"/>
                    <a:pt x="12064" y="5662"/>
                  </a:cubicBezTo>
                  <a:cubicBezTo>
                    <a:pt x="12184" y="5702"/>
                    <a:pt x="12491" y="5902"/>
                    <a:pt x="12818" y="6849"/>
                  </a:cubicBezTo>
                  <a:cubicBezTo>
                    <a:pt x="13411" y="8569"/>
                    <a:pt x="12844" y="9750"/>
                    <a:pt x="12838" y="9763"/>
                  </a:cubicBezTo>
                  <a:lnTo>
                    <a:pt x="12524" y="10343"/>
                  </a:lnTo>
                  <a:lnTo>
                    <a:pt x="13151" y="10176"/>
                  </a:lnTo>
                  <a:cubicBezTo>
                    <a:pt x="13158" y="10175"/>
                    <a:pt x="13166" y="10174"/>
                    <a:pt x="13174" y="10174"/>
                  </a:cubicBezTo>
                  <a:cubicBezTo>
                    <a:pt x="13312" y="10174"/>
                    <a:pt x="13644" y="10393"/>
                    <a:pt x="13851" y="11310"/>
                  </a:cubicBezTo>
                  <a:cubicBezTo>
                    <a:pt x="14165" y="12677"/>
                    <a:pt x="13311" y="13844"/>
                    <a:pt x="13304" y="13851"/>
                  </a:cubicBezTo>
                  <a:lnTo>
                    <a:pt x="13051" y="14071"/>
                  </a:lnTo>
                  <a:lnTo>
                    <a:pt x="13338" y="14237"/>
                  </a:lnTo>
                  <a:cubicBezTo>
                    <a:pt x="13404" y="14317"/>
                    <a:pt x="13484" y="14731"/>
                    <a:pt x="13038" y="15598"/>
                  </a:cubicBezTo>
                  <a:cubicBezTo>
                    <a:pt x="12651" y="16331"/>
                    <a:pt x="11337" y="17598"/>
                    <a:pt x="8877" y="18752"/>
                  </a:cubicBezTo>
                  <a:cubicBezTo>
                    <a:pt x="7936" y="19185"/>
                    <a:pt x="6969" y="19546"/>
                    <a:pt x="5976" y="19832"/>
                  </a:cubicBezTo>
                  <a:lnTo>
                    <a:pt x="1214" y="12317"/>
                  </a:lnTo>
                  <a:cubicBezTo>
                    <a:pt x="1274" y="11964"/>
                    <a:pt x="1401" y="10783"/>
                    <a:pt x="1201" y="9836"/>
                  </a:cubicBezTo>
                  <a:cubicBezTo>
                    <a:pt x="1001" y="8883"/>
                    <a:pt x="674" y="7316"/>
                    <a:pt x="2675" y="5308"/>
                  </a:cubicBezTo>
                  <a:cubicBezTo>
                    <a:pt x="2968" y="6182"/>
                    <a:pt x="3502" y="7042"/>
                    <a:pt x="3875" y="7042"/>
                  </a:cubicBezTo>
                  <a:cubicBezTo>
                    <a:pt x="4249" y="7042"/>
                    <a:pt x="5362" y="6475"/>
                    <a:pt x="6383" y="5815"/>
                  </a:cubicBezTo>
                  <a:cubicBezTo>
                    <a:pt x="7409" y="5162"/>
                    <a:pt x="8837" y="4115"/>
                    <a:pt x="9810" y="2861"/>
                  </a:cubicBezTo>
                  <a:cubicBezTo>
                    <a:pt x="10230" y="2301"/>
                    <a:pt x="10450" y="1614"/>
                    <a:pt x="10430" y="914"/>
                  </a:cubicBezTo>
                  <a:close/>
                  <a:moveTo>
                    <a:pt x="9770" y="0"/>
                  </a:moveTo>
                  <a:lnTo>
                    <a:pt x="9803" y="327"/>
                  </a:lnTo>
                  <a:cubicBezTo>
                    <a:pt x="9817" y="447"/>
                    <a:pt x="9823" y="560"/>
                    <a:pt x="9837" y="661"/>
                  </a:cubicBezTo>
                  <a:lnTo>
                    <a:pt x="9837" y="714"/>
                  </a:lnTo>
                  <a:cubicBezTo>
                    <a:pt x="9910" y="1354"/>
                    <a:pt x="9737" y="1988"/>
                    <a:pt x="9350" y="2501"/>
                  </a:cubicBezTo>
                  <a:cubicBezTo>
                    <a:pt x="7710" y="4635"/>
                    <a:pt x="4382" y="6375"/>
                    <a:pt x="3889" y="6462"/>
                  </a:cubicBezTo>
                  <a:cubicBezTo>
                    <a:pt x="3702" y="6342"/>
                    <a:pt x="3335" y="5535"/>
                    <a:pt x="3102" y="4702"/>
                  </a:cubicBezTo>
                  <a:lnTo>
                    <a:pt x="2968" y="4241"/>
                  </a:lnTo>
                  <a:lnTo>
                    <a:pt x="2622" y="4562"/>
                  </a:lnTo>
                  <a:cubicBezTo>
                    <a:pt x="1" y="6956"/>
                    <a:pt x="408" y="8863"/>
                    <a:pt x="634" y="9956"/>
                  </a:cubicBezTo>
                  <a:cubicBezTo>
                    <a:pt x="854" y="11043"/>
                    <a:pt x="634" y="12310"/>
                    <a:pt x="621" y="12330"/>
                  </a:cubicBezTo>
                  <a:lnTo>
                    <a:pt x="608" y="12437"/>
                  </a:lnTo>
                  <a:lnTo>
                    <a:pt x="5716" y="20506"/>
                  </a:lnTo>
                  <a:lnTo>
                    <a:pt x="5936" y="20446"/>
                  </a:lnTo>
                  <a:cubicBezTo>
                    <a:pt x="7029" y="20146"/>
                    <a:pt x="8103" y="19759"/>
                    <a:pt x="9137" y="19279"/>
                  </a:cubicBezTo>
                  <a:cubicBezTo>
                    <a:pt x="11297" y="18265"/>
                    <a:pt x="12991" y="16951"/>
                    <a:pt x="13564" y="15865"/>
                  </a:cubicBezTo>
                  <a:cubicBezTo>
                    <a:pt x="14078" y="14864"/>
                    <a:pt x="14018" y="14311"/>
                    <a:pt x="13898" y="14031"/>
                  </a:cubicBezTo>
                  <a:cubicBezTo>
                    <a:pt x="14151" y="13617"/>
                    <a:pt x="14718" y="12497"/>
                    <a:pt x="14431" y="11177"/>
                  </a:cubicBezTo>
                  <a:cubicBezTo>
                    <a:pt x="14265" y="10443"/>
                    <a:pt x="13985" y="9950"/>
                    <a:pt x="13611" y="9730"/>
                  </a:cubicBezTo>
                  <a:lnTo>
                    <a:pt x="13504" y="9670"/>
                  </a:lnTo>
                  <a:cubicBezTo>
                    <a:pt x="13658" y="9136"/>
                    <a:pt x="13858" y="8062"/>
                    <a:pt x="13378" y="6662"/>
                  </a:cubicBezTo>
                  <a:cubicBezTo>
                    <a:pt x="13078" y="5769"/>
                    <a:pt x="12684" y="5242"/>
                    <a:pt x="12224" y="5102"/>
                  </a:cubicBezTo>
                  <a:lnTo>
                    <a:pt x="12111" y="5068"/>
                  </a:lnTo>
                  <a:cubicBezTo>
                    <a:pt x="12217" y="4395"/>
                    <a:pt x="12177" y="3268"/>
                    <a:pt x="11591" y="1847"/>
                  </a:cubicBezTo>
                  <a:cubicBezTo>
                    <a:pt x="11431" y="1414"/>
                    <a:pt x="11210" y="1007"/>
                    <a:pt x="10944" y="627"/>
                  </a:cubicBezTo>
                  <a:cubicBezTo>
                    <a:pt x="10537" y="67"/>
                    <a:pt x="10210" y="0"/>
                    <a:pt x="1009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1" name="Google Shape;2044;p36"/>
            <p:cNvSpPr/>
            <p:nvPr/>
          </p:nvSpPr>
          <p:spPr>
            <a:xfrm>
              <a:off x="1431306" y="3673779"/>
              <a:ext cx="296426" cy="556044"/>
            </a:xfrm>
            <a:custGeom>
              <a:avLst/>
              <a:gdLst/>
              <a:ahLst/>
              <a:cxnLst/>
              <a:rect l="l" t="t" r="r" b="b"/>
              <a:pathLst>
                <a:path w="10598" h="19880" extrusionOk="0">
                  <a:moveTo>
                    <a:pt x="9704" y="1"/>
                  </a:moveTo>
                  <a:cubicBezTo>
                    <a:pt x="9724" y="147"/>
                    <a:pt x="9730" y="274"/>
                    <a:pt x="9750" y="401"/>
                  </a:cubicBezTo>
                  <a:cubicBezTo>
                    <a:pt x="9824" y="1108"/>
                    <a:pt x="9624" y="1815"/>
                    <a:pt x="9197" y="2381"/>
                  </a:cubicBezTo>
                  <a:cubicBezTo>
                    <a:pt x="7450" y="4662"/>
                    <a:pt x="3989" y="6456"/>
                    <a:pt x="3495" y="6456"/>
                  </a:cubicBezTo>
                  <a:cubicBezTo>
                    <a:pt x="3002" y="6456"/>
                    <a:pt x="2435" y="4482"/>
                    <a:pt x="2435" y="4482"/>
                  </a:cubicBezTo>
                  <a:cubicBezTo>
                    <a:pt x="1" y="6703"/>
                    <a:pt x="294" y="8436"/>
                    <a:pt x="534" y="9603"/>
                  </a:cubicBezTo>
                  <a:cubicBezTo>
                    <a:pt x="781" y="10770"/>
                    <a:pt x="534" y="12084"/>
                    <a:pt x="534" y="12084"/>
                  </a:cubicBezTo>
                  <a:lnTo>
                    <a:pt x="5462" y="19879"/>
                  </a:lnTo>
                  <a:cubicBezTo>
                    <a:pt x="6543" y="19579"/>
                    <a:pt x="7603" y="19193"/>
                    <a:pt x="8623" y="18719"/>
                  </a:cubicBezTo>
                  <a:cubicBezTo>
                    <a:pt x="8210" y="17285"/>
                    <a:pt x="7563" y="15925"/>
                    <a:pt x="6696" y="14711"/>
                  </a:cubicBezTo>
                  <a:cubicBezTo>
                    <a:pt x="5569" y="13111"/>
                    <a:pt x="4015" y="11164"/>
                    <a:pt x="4989" y="9470"/>
                  </a:cubicBezTo>
                  <a:cubicBezTo>
                    <a:pt x="5476" y="8616"/>
                    <a:pt x="6469" y="8216"/>
                    <a:pt x="7296" y="7683"/>
                  </a:cubicBezTo>
                  <a:cubicBezTo>
                    <a:pt x="9837" y="6042"/>
                    <a:pt x="10597" y="3322"/>
                    <a:pt x="10324" y="508"/>
                  </a:cubicBezTo>
                  <a:cubicBezTo>
                    <a:pt x="9957" y="1"/>
                    <a:pt x="9717" y="1"/>
                    <a:pt x="9704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2" name="Google Shape;2045;p36"/>
            <p:cNvSpPr/>
            <p:nvPr/>
          </p:nvSpPr>
          <p:spPr>
            <a:xfrm>
              <a:off x="1465625" y="3858633"/>
              <a:ext cx="48528" cy="107069"/>
            </a:xfrm>
            <a:custGeom>
              <a:avLst/>
              <a:gdLst/>
              <a:ahLst/>
              <a:cxnLst/>
              <a:rect l="l" t="t" r="r" b="b"/>
              <a:pathLst>
                <a:path w="1735" h="3828" extrusionOk="0">
                  <a:moveTo>
                    <a:pt x="648" y="0"/>
                  </a:moveTo>
                  <a:cubicBezTo>
                    <a:pt x="161" y="587"/>
                    <a:pt x="1" y="1441"/>
                    <a:pt x="221" y="2194"/>
                  </a:cubicBezTo>
                  <a:cubicBezTo>
                    <a:pt x="434" y="2941"/>
                    <a:pt x="1021" y="3594"/>
                    <a:pt x="1735" y="3828"/>
                  </a:cubicBezTo>
                  <a:cubicBezTo>
                    <a:pt x="488" y="2988"/>
                    <a:pt x="34" y="1367"/>
                    <a:pt x="64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3" name="Google Shape;2046;p36"/>
            <p:cNvSpPr/>
            <p:nvPr/>
          </p:nvSpPr>
          <p:spPr>
            <a:xfrm>
              <a:off x="1528670" y="4026481"/>
              <a:ext cx="100384" cy="148129"/>
            </a:xfrm>
            <a:custGeom>
              <a:avLst/>
              <a:gdLst/>
              <a:ahLst/>
              <a:cxnLst/>
              <a:rect l="l" t="t" r="r" b="b"/>
              <a:pathLst>
                <a:path w="3589" h="5296" extrusionOk="0">
                  <a:moveTo>
                    <a:pt x="1" y="1"/>
                  </a:moveTo>
                  <a:lnTo>
                    <a:pt x="1" y="1"/>
                  </a:lnTo>
                  <a:cubicBezTo>
                    <a:pt x="148" y="528"/>
                    <a:pt x="521" y="954"/>
                    <a:pt x="868" y="1361"/>
                  </a:cubicBezTo>
                  <a:cubicBezTo>
                    <a:pt x="1208" y="1768"/>
                    <a:pt x="1541" y="2188"/>
                    <a:pt x="1841" y="2621"/>
                  </a:cubicBezTo>
                  <a:cubicBezTo>
                    <a:pt x="2148" y="3048"/>
                    <a:pt x="2428" y="3495"/>
                    <a:pt x="2688" y="3962"/>
                  </a:cubicBezTo>
                  <a:lnTo>
                    <a:pt x="3082" y="4662"/>
                  </a:lnTo>
                  <a:cubicBezTo>
                    <a:pt x="3208" y="4902"/>
                    <a:pt x="3382" y="5115"/>
                    <a:pt x="3588" y="5295"/>
                  </a:cubicBezTo>
                  <a:cubicBezTo>
                    <a:pt x="3422" y="5082"/>
                    <a:pt x="3295" y="4849"/>
                    <a:pt x="3215" y="4595"/>
                  </a:cubicBezTo>
                  <a:cubicBezTo>
                    <a:pt x="3115" y="4355"/>
                    <a:pt x="3015" y="4095"/>
                    <a:pt x="2902" y="3855"/>
                  </a:cubicBezTo>
                  <a:cubicBezTo>
                    <a:pt x="2662" y="3362"/>
                    <a:pt x="2388" y="2895"/>
                    <a:pt x="2075" y="2455"/>
                  </a:cubicBezTo>
                  <a:cubicBezTo>
                    <a:pt x="1761" y="2008"/>
                    <a:pt x="1415" y="1595"/>
                    <a:pt x="1034" y="1208"/>
                  </a:cubicBezTo>
                  <a:cubicBezTo>
                    <a:pt x="654" y="828"/>
                    <a:pt x="254" y="474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4" name="Google Shape;2047;p36"/>
            <p:cNvSpPr/>
            <p:nvPr/>
          </p:nvSpPr>
          <p:spPr>
            <a:xfrm>
              <a:off x="1653276" y="4075344"/>
              <a:ext cx="110454" cy="81533"/>
            </a:xfrm>
            <a:custGeom>
              <a:avLst/>
              <a:gdLst/>
              <a:ahLst/>
              <a:cxnLst/>
              <a:rect l="l" t="t" r="r" b="b"/>
              <a:pathLst>
                <a:path w="3949" h="2915" extrusionOk="0">
                  <a:moveTo>
                    <a:pt x="3948" y="1"/>
                  </a:moveTo>
                  <a:lnTo>
                    <a:pt x="3948" y="1"/>
                  </a:lnTo>
                  <a:cubicBezTo>
                    <a:pt x="3475" y="694"/>
                    <a:pt x="2894" y="1301"/>
                    <a:pt x="2221" y="1795"/>
                  </a:cubicBezTo>
                  <a:cubicBezTo>
                    <a:pt x="1547" y="2288"/>
                    <a:pt x="801" y="2668"/>
                    <a:pt x="0" y="2915"/>
                  </a:cubicBezTo>
                  <a:cubicBezTo>
                    <a:pt x="861" y="2882"/>
                    <a:pt x="1701" y="2535"/>
                    <a:pt x="2394" y="2028"/>
                  </a:cubicBezTo>
                  <a:cubicBezTo>
                    <a:pt x="3088" y="1521"/>
                    <a:pt x="3661" y="814"/>
                    <a:pt x="394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5" name="Google Shape;2048;p36"/>
            <p:cNvSpPr/>
            <p:nvPr/>
          </p:nvSpPr>
          <p:spPr>
            <a:xfrm>
              <a:off x="1655514" y="4048129"/>
              <a:ext cx="72023" cy="56919"/>
            </a:xfrm>
            <a:custGeom>
              <a:avLst/>
              <a:gdLst/>
              <a:ahLst/>
              <a:cxnLst/>
              <a:rect l="l" t="t" r="r" b="b"/>
              <a:pathLst>
                <a:path w="2575" h="2035" extrusionOk="0">
                  <a:moveTo>
                    <a:pt x="2574" y="0"/>
                  </a:moveTo>
                  <a:lnTo>
                    <a:pt x="2574" y="0"/>
                  </a:lnTo>
                  <a:cubicBezTo>
                    <a:pt x="2201" y="407"/>
                    <a:pt x="1801" y="787"/>
                    <a:pt x="1374" y="1127"/>
                  </a:cubicBezTo>
                  <a:cubicBezTo>
                    <a:pt x="941" y="1467"/>
                    <a:pt x="481" y="1767"/>
                    <a:pt x="0" y="2034"/>
                  </a:cubicBezTo>
                  <a:cubicBezTo>
                    <a:pt x="567" y="1967"/>
                    <a:pt x="1114" y="1721"/>
                    <a:pt x="1554" y="1361"/>
                  </a:cubicBezTo>
                  <a:cubicBezTo>
                    <a:pt x="2001" y="1001"/>
                    <a:pt x="2381" y="540"/>
                    <a:pt x="257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6" name="Google Shape;2049;p36"/>
            <p:cNvSpPr/>
            <p:nvPr/>
          </p:nvSpPr>
          <p:spPr>
            <a:xfrm>
              <a:off x="1651039" y="4026313"/>
              <a:ext cx="35270" cy="37312"/>
            </a:xfrm>
            <a:custGeom>
              <a:avLst/>
              <a:gdLst/>
              <a:ahLst/>
              <a:cxnLst/>
              <a:rect l="l" t="t" r="r" b="b"/>
              <a:pathLst>
                <a:path w="1261" h="1334" extrusionOk="0">
                  <a:moveTo>
                    <a:pt x="1261" y="0"/>
                  </a:moveTo>
                  <a:cubicBezTo>
                    <a:pt x="707" y="300"/>
                    <a:pt x="267" y="767"/>
                    <a:pt x="0" y="1334"/>
                  </a:cubicBezTo>
                  <a:cubicBezTo>
                    <a:pt x="274" y="1194"/>
                    <a:pt x="527" y="1000"/>
                    <a:pt x="734" y="767"/>
                  </a:cubicBezTo>
                  <a:cubicBezTo>
                    <a:pt x="954" y="540"/>
                    <a:pt x="1127" y="280"/>
                    <a:pt x="126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7" name="Google Shape;2050;p36"/>
            <p:cNvSpPr/>
            <p:nvPr/>
          </p:nvSpPr>
          <p:spPr>
            <a:xfrm>
              <a:off x="727973" y="3414385"/>
              <a:ext cx="911710" cy="1226736"/>
            </a:xfrm>
            <a:custGeom>
              <a:avLst/>
              <a:gdLst/>
              <a:ahLst/>
              <a:cxnLst/>
              <a:rect l="l" t="t" r="r" b="b"/>
              <a:pathLst>
                <a:path w="32596" h="43859" extrusionOk="0">
                  <a:moveTo>
                    <a:pt x="24853" y="0"/>
                  </a:moveTo>
                  <a:cubicBezTo>
                    <a:pt x="24005" y="0"/>
                    <a:pt x="22951" y="499"/>
                    <a:pt x="21653" y="1733"/>
                  </a:cubicBezTo>
                  <a:cubicBezTo>
                    <a:pt x="19585" y="3707"/>
                    <a:pt x="16405" y="8254"/>
                    <a:pt x="13297" y="10949"/>
                  </a:cubicBezTo>
                  <a:cubicBezTo>
                    <a:pt x="10183" y="13643"/>
                    <a:pt x="6649" y="18471"/>
                    <a:pt x="4295" y="22005"/>
                  </a:cubicBezTo>
                  <a:cubicBezTo>
                    <a:pt x="1934" y="25539"/>
                    <a:pt x="1607" y="30027"/>
                    <a:pt x="1074" y="32928"/>
                  </a:cubicBezTo>
                  <a:cubicBezTo>
                    <a:pt x="540" y="35828"/>
                    <a:pt x="0" y="41510"/>
                    <a:pt x="4295" y="43444"/>
                  </a:cubicBezTo>
                  <a:cubicBezTo>
                    <a:pt x="4935" y="43732"/>
                    <a:pt x="5689" y="43859"/>
                    <a:pt x="6521" y="43859"/>
                  </a:cubicBezTo>
                  <a:cubicBezTo>
                    <a:pt x="8695" y="43859"/>
                    <a:pt x="11402" y="42990"/>
                    <a:pt x="13997" y="41857"/>
                  </a:cubicBezTo>
                  <a:cubicBezTo>
                    <a:pt x="17038" y="40530"/>
                    <a:pt x="19939" y="38843"/>
                    <a:pt x="21653" y="37756"/>
                  </a:cubicBezTo>
                  <a:cubicBezTo>
                    <a:pt x="25407" y="35395"/>
                    <a:pt x="30875" y="33474"/>
                    <a:pt x="31735" y="32394"/>
                  </a:cubicBezTo>
                  <a:cubicBezTo>
                    <a:pt x="32596" y="31321"/>
                    <a:pt x="31942" y="30027"/>
                    <a:pt x="30662" y="27680"/>
                  </a:cubicBezTo>
                  <a:cubicBezTo>
                    <a:pt x="29375" y="25326"/>
                    <a:pt x="26907" y="21785"/>
                    <a:pt x="25407" y="19958"/>
                  </a:cubicBezTo>
                  <a:cubicBezTo>
                    <a:pt x="24958" y="19411"/>
                    <a:pt x="24426" y="19210"/>
                    <a:pt x="23880" y="19210"/>
                  </a:cubicBezTo>
                  <a:cubicBezTo>
                    <a:pt x="23008" y="19210"/>
                    <a:pt x="22102" y="19723"/>
                    <a:pt x="21446" y="20158"/>
                  </a:cubicBezTo>
                  <a:cubicBezTo>
                    <a:pt x="22273" y="19457"/>
                    <a:pt x="23020" y="18671"/>
                    <a:pt x="23693" y="17817"/>
                  </a:cubicBezTo>
                  <a:cubicBezTo>
                    <a:pt x="25840" y="15143"/>
                    <a:pt x="27074" y="12736"/>
                    <a:pt x="27874" y="8068"/>
                  </a:cubicBezTo>
                  <a:cubicBezTo>
                    <a:pt x="27981" y="7401"/>
                    <a:pt x="28021" y="6414"/>
                    <a:pt x="27934" y="5347"/>
                  </a:cubicBezTo>
                  <a:cubicBezTo>
                    <a:pt x="27737" y="2871"/>
                    <a:pt x="26888" y="0"/>
                    <a:pt x="24853" y="0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8" name="Google Shape;2051;p36"/>
            <p:cNvSpPr/>
            <p:nvPr/>
          </p:nvSpPr>
          <p:spPr>
            <a:xfrm>
              <a:off x="713232" y="3406358"/>
              <a:ext cx="937079" cy="1242931"/>
            </a:xfrm>
            <a:custGeom>
              <a:avLst/>
              <a:gdLst/>
              <a:ahLst/>
              <a:cxnLst/>
              <a:rect l="l" t="t" r="r" b="b"/>
              <a:pathLst>
                <a:path w="33503" h="44438" extrusionOk="0">
                  <a:moveTo>
                    <a:pt x="25374" y="573"/>
                  </a:moveTo>
                  <a:cubicBezTo>
                    <a:pt x="25587" y="573"/>
                    <a:pt x="25794" y="613"/>
                    <a:pt x="25994" y="693"/>
                  </a:cubicBezTo>
                  <a:cubicBezTo>
                    <a:pt x="27148" y="1133"/>
                    <a:pt x="27961" y="2993"/>
                    <a:pt x="28175" y="5661"/>
                  </a:cubicBezTo>
                  <a:cubicBezTo>
                    <a:pt x="28248" y="6634"/>
                    <a:pt x="28228" y="7628"/>
                    <a:pt x="28108" y="8301"/>
                  </a:cubicBezTo>
                  <a:cubicBezTo>
                    <a:pt x="27294" y="13089"/>
                    <a:pt x="26034" y="15377"/>
                    <a:pt x="23993" y="17924"/>
                  </a:cubicBezTo>
                  <a:cubicBezTo>
                    <a:pt x="23333" y="18758"/>
                    <a:pt x="22600" y="19531"/>
                    <a:pt x="21793" y="20225"/>
                  </a:cubicBezTo>
                  <a:cubicBezTo>
                    <a:pt x="21586" y="20420"/>
                    <a:pt x="21754" y="20729"/>
                    <a:pt x="21991" y="20729"/>
                  </a:cubicBezTo>
                  <a:cubicBezTo>
                    <a:pt x="22036" y="20729"/>
                    <a:pt x="22085" y="20717"/>
                    <a:pt x="22133" y="20691"/>
                  </a:cubicBezTo>
                  <a:cubicBezTo>
                    <a:pt x="23037" y="20090"/>
                    <a:pt x="23783" y="19792"/>
                    <a:pt x="24399" y="19792"/>
                  </a:cubicBezTo>
                  <a:cubicBezTo>
                    <a:pt x="24924" y="19792"/>
                    <a:pt x="25354" y="20008"/>
                    <a:pt x="25707" y="20438"/>
                  </a:cubicBezTo>
                  <a:cubicBezTo>
                    <a:pt x="27194" y="22232"/>
                    <a:pt x="29675" y="25793"/>
                    <a:pt x="30935" y="28107"/>
                  </a:cubicBezTo>
                  <a:cubicBezTo>
                    <a:pt x="32196" y="30427"/>
                    <a:pt x="32769" y="31581"/>
                    <a:pt x="32036" y="32501"/>
                  </a:cubicBezTo>
                  <a:cubicBezTo>
                    <a:pt x="31636" y="33001"/>
                    <a:pt x="29962" y="33775"/>
                    <a:pt x="28015" y="34695"/>
                  </a:cubicBezTo>
                  <a:cubicBezTo>
                    <a:pt x="26074" y="35609"/>
                    <a:pt x="23867" y="36642"/>
                    <a:pt x="22033" y="37803"/>
                  </a:cubicBezTo>
                  <a:cubicBezTo>
                    <a:pt x="20559" y="38716"/>
                    <a:pt x="17625" y="40477"/>
                    <a:pt x="14404" y="41877"/>
                  </a:cubicBezTo>
                  <a:cubicBezTo>
                    <a:pt x="11413" y="43187"/>
                    <a:pt x="8920" y="43852"/>
                    <a:pt x="7044" y="43852"/>
                  </a:cubicBezTo>
                  <a:cubicBezTo>
                    <a:pt x="6218" y="43852"/>
                    <a:pt x="5512" y="43723"/>
                    <a:pt x="4935" y="43464"/>
                  </a:cubicBezTo>
                  <a:cubicBezTo>
                    <a:pt x="1174" y="41770"/>
                    <a:pt x="1201" y="36982"/>
                    <a:pt x="1888" y="33275"/>
                  </a:cubicBezTo>
                  <a:cubicBezTo>
                    <a:pt x="1988" y="32761"/>
                    <a:pt x="2068" y="32201"/>
                    <a:pt x="2161" y="31608"/>
                  </a:cubicBezTo>
                  <a:cubicBezTo>
                    <a:pt x="2601" y="28807"/>
                    <a:pt x="3155" y="25306"/>
                    <a:pt x="5062" y="22445"/>
                  </a:cubicBezTo>
                  <a:cubicBezTo>
                    <a:pt x="6969" y="19584"/>
                    <a:pt x="10663" y="14350"/>
                    <a:pt x="14011" y="11456"/>
                  </a:cubicBezTo>
                  <a:cubicBezTo>
                    <a:pt x="15858" y="9862"/>
                    <a:pt x="17712" y="7628"/>
                    <a:pt x="19359" y="5661"/>
                  </a:cubicBezTo>
                  <a:cubicBezTo>
                    <a:pt x="20473" y="4307"/>
                    <a:pt x="21539" y="3033"/>
                    <a:pt x="22380" y="2233"/>
                  </a:cubicBezTo>
                  <a:cubicBezTo>
                    <a:pt x="23540" y="1133"/>
                    <a:pt x="24540" y="573"/>
                    <a:pt x="25374" y="573"/>
                  </a:cubicBezTo>
                  <a:close/>
                  <a:moveTo>
                    <a:pt x="25378" y="0"/>
                  </a:moveTo>
                  <a:cubicBezTo>
                    <a:pt x="24388" y="0"/>
                    <a:pt x="23254" y="606"/>
                    <a:pt x="21986" y="1806"/>
                  </a:cubicBezTo>
                  <a:cubicBezTo>
                    <a:pt x="21119" y="2633"/>
                    <a:pt x="20039" y="3927"/>
                    <a:pt x="18905" y="5287"/>
                  </a:cubicBezTo>
                  <a:cubicBezTo>
                    <a:pt x="17285" y="7234"/>
                    <a:pt x="15438" y="9455"/>
                    <a:pt x="13631" y="11009"/>
                  </a:cubicBezTo>
                  <a:cubicBezTo>
                    <a:pt x="10230" y="13956"/>
                    <a:pt x="6562" y="19144"/>
                    <a:pt x="4582" y="22125"/>
                  </a:cubicBezTo>
                  <a:cubicBezTo>
                    <a:pt x="2594" y="25099"/>
                    <a:pt x="2034" y="28660"/>
                    <a:pt x="1587" y="31514"/>
                  </a:cubicBezTo>
                  <a:cubicBezTo>
                    <a:pt x="1494" y="32108"/>
                    <a:pt x="1414" y="32668"/>
                    <a:pt x="1321" y="33168"/>
                  </a:cubicBezTo>
                  <a:cubicBezTo>
                    <a:pt x="0" y="40270"/>
                    <a:pt x="2428" y="42971"/>
                    <a:pt x="4702" y="43998"/>
                  </a:cubicBezTo>
                  <a:cubicBezTo>
                    <a:pt x="5362" y="44284"/>
                    <a:pt x="6149" y="44438"/>
                    <a:pt x="7062" y="44438"/>
                  </a:cubicBezTo>
                  <a:cubicBezTo>
                    <a:pt x="9023" y="44438"/>
                    <a:pt x="11557" y="43764"/>
                    <a:pt x="14638" y="42410"/>
                  </a:cubicBezTo>
                  <a:cubicBezTo>
                    <a:pt x="17892" y="40990"/>
                    <a:pt x="20859" y="39216"/>
                    <a:pt x="22340" y="38289"/>
                  </a:cubicBezTo>
                  <a:cubicBezTo>
                    <a:pt x="24147" y="37149"/>
                    <a:pt x="26334" y="36122"/>
                    <a:pt x="28268" y="35222"/>
                  </a:cubicBezTo>
                  <a:cubicBezTo>
                    <a:pt x="30362" y="34242"/>
                    <a:pt x="32002" y="33468"/>
                    <a:pt x="32482" y="32868"/>
                  </a:cubicBezTo>
                  <a:cubicBezTo>
                    <a:pt x="33503" y="31601"/>
                    <a:pt x="32756" y="30214"/>
                    <a:pt x="31442" y="27820"/>
                  </a:cubicBezTo>
                  <a:cubicBezTo>
                    <a:pt x="30135" y="25433"/>
                    <a:pt x="27661" y="21878"/>
                    <a:pt x="26161" y="20065"/>
                  </a:cubicBezTo>
                  <a:cubicBezTo>
                    <a:pt x="25633" y="19429"/>
                    <a:pt x="25014" y="19204"/>
                    <a:pt x="24404" y="19204"/>
                  </a:cubicBezTo>
                  <a:cubicBezTo>
                    <a:pt x="24112" y="19204"/>
                    <a:pt x="23823" y="19256"/>
                    <a:pt x="23547" y="19338"/>
                  </a:cubicBezTo>
                  <a:cubicBezTo>
                    <a:pt x="23833" y="19024"/>
                    <a:pt x="24134" y="18677"/>
                    <a:pt x="24447" y="18291"/>
                  </a:cubicBezTo>
                  <a:cubicBezTo>
                    <a:pt x="26501" y="15730"/>
                    <a:pt x="27848" y="13289"/>
                    <a:pt x="28681" y="8401"/>
                  </a:cubicBezTo>
                  <a:cubicBezTo>
                    <a:pt x="28808" y="7668"/>
                    <a:pt x="28835" y="6654"/>
                    <a:pt x="28755" y="5621"/>
                  </a:cubicBezTo>
                  <a:cubicBezTo>
                    <a:pt x="28641" y="4227"/>
                    <a:pt x="28175" y="899"/>
                    <a:pt x="26201" y="153"/>
                  </a:cubicBezTo>
                  <a:cubicBezTo>
                    <a:pt x="25939" y="51"/>
                    <a:pt x="25665" y="0"/>
                    <a:pt x="2537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9" name="Google Shape;2052;p36"/>
            <p:cNvSpPr/>
            <p:nvPr/>
          </p:nvSpPr>
          <p:spPr>
            <a:xfrm>
              <a:off x="1068927" y="3947941"/>
              <a:ext cx="296566" cy="231508"/>
            </a:xfrm>
            <a:custGeom>
              <a:avLst/>
              <a:gdLst/>
              <a:ahLst/>
              <a:cxnLst/>
              <a:rect l="l" t="t" r="r" b="b"/>
              <a:pathLst>
                <a:path w="10603" h="8277" extrusionOk="0">
                  <a:moveTo>
                    <a:pt x="10275" y="0"/>
                  </a:moveTo>
                  <a:cubicBezTo>
                    <a:pt x="10228" y="0"/>
                    <a:pt x="10181" y="11"/>
                    <a:pt x="10136" y="35"/>
                  </a:cubicBezTo>
                  <a:cubicBezTo>
                    <a:pt x="10083" y="68"/>
                    <a:pt x="4868" y="3002"/>
                    <a:pt x="173" y="7783"/>
                  </a:cubicBezTo>
                  <a:cubicBezTo>
                    <a:pt x="0" y="7970"/>
                    <a:pt x="127" y="8270"/>
                    <a:pt x="380" y="8277"/>
                  </a:cubicBezTo>
                  <a:cubicBezTo>
                    <a:pt x="460" y="8277"/>
                    <a:pt x="534" y="8250"/>
                    <a:pt x="587" y="8197"/>
                  </a:cubicBezTo>
                  <a:cubicBezTo>
                    <a:pt x="5215" y="3476"/>
                    <a:pt x="10370" y="575"/>
                    <a:pt x="10416" y="541"/>
                  </a:cubicBezTo>
                  <a:cubicBezTo>
                    <a:pt x="10556" y="461"/>
                    <a:pt x="10603" y="288"/>
                    <a:pt x="10523" y="148"/>
                  </a:cubicBezTo>
                  <a:cubicBezTo>
                    <a:pt x="10473" y="52"/>
                    <a:pt x="10376" y="0"/>
                    <a:pt x="1027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0" name="Google Shape;2053;p36"/>
            <p:cNvSpPr/>
            <p:nvPr/>
          </p:nvSpPr>
          <p:spPr>
            <a:xfrm>
              <a:off x="727973" y="3414385"/>
              <a:ext cx="781342" cy="1226736"/>
            </a:xfrm>
            <a:custGeom>
              <a:avLst/>
              <a:gdLst/>
              <a:ahLst/>
              <a:cxnLst/>
              <a:rect l="l" t="t" r="r" b="b"/>
              <a:pathLst>
                <a:path w="27935" h="43859" extrusionOk="0">
                  <a:moveTo>
                    <a:pt x="24857" y="0"/>
                  </a:moveTo>
                  <a:cubicBezTo>
                    <a:pt x="24009" y="0"/>
                    <a:pt x="22956" y="499"/>
                    <a:pt x="21659" y="1733"/>
                  </a:cubicBezTo>
                  <a:cubicBezTo>
                    <a:pt x="19592" y="3707"/>
                    <a:pt x="16405" y="8254"/>
                    <a:pt x="13297" y="10949"/>
                  </a:cubicBezTo>
                  <a:cubicBezTo>
                    <a:pt x="10183" y="13643"/>
                    <a:pt x="6649" y="18471"/>
                    <a:pt x="4295" y="22005"/>
                  </a:cubicBezTo>
                  <a:cubicBezTo>
                    <a:pt x="1934" y="25539"/>
                    <a:pt x="1607" y="30027"/>
                    <a:pt x="1074" y="32928"/>
                  </a:cubicBezTo>
                  <a:cubicBezTo>
                    <a:pt x="540" y="35828"/>
                    <a:pt x="0" y="41510"/>
                    <a:pt x="4295" y="43444"/>
                  </a:cubicBezTo>
                  <a:cubicBezTo>
                    <a:pt x="4935" y="43732"/>
                    <a:pt x="5689" y="43859"/>
                    <a:pt x="6521" y="43859"/>
                  </a:cubicBezTo>
                  <a:cubicBezTo>
                    <a:pt x="8695" y="43859"/>
                    <a:pt x="11402" y="42990"/>
                    <a:pt x="13997" y="41857"/>
                  </a:cubicBezTo>
                  <a:lnTo>
                    <a:pt x="13997" y="41857"/>
                  </a:lnTo>
                  <a:cubicBezTo>
                    <a:pt x="13717" y="41858"/>
                    <a:pt x="13437" y="41861"/>
                    <a:pt x="13157" y="41861"/>
                  </a:cubicBezTo>
                  <a:cubicBezTo>
                    <a:pt x="12016" y="41861"/>
                    <a:pt x="10888" y="41805"/>
                    <a:pt x="9876" y="41323"/>
                  </a:cubicBezTo>
                  <a:cubicBezTo>
                    <a:pt x="7162" y="40056"/>
                    <a:pt x="6555" y="36482"/>
                    <a:pt x="6695" y="33495"/>
                  </a:cubicBezTo>
                  <a:cubicBezTo>
                    <a:pt x="7229" y="22898"/>
                    <a:pt x="13124" y="12716"/>
                    <a:pt x="22046" y="6981"/>
                  </a:cubicBezTo>
                  <a:cubicBezTo>
                    <a:pt x="23480" y="6067"/>
                    <a:pt x="25067" y="5220"/>
                    <a:pt x="26774" y="5187"/>
                  </a:cubicBezTo>
                  <a:cubicBezTo>
                    <a:pt x="26796" y="5187"/>
                    <a:pt x="26818" y="5186"/>
                    <a:pt x="26840" y="5186"/>
                  </a:cubicBezTo>
                  <a:cubicBezTo>
                    <a:pt x="27210" y="5186"/>
                    <a:pt x="27575" y="5240"/>
                    <a:pt x="27934" y="5347"/>
                  </a:cubicBezTo>
                  <a:cubicBezTo>
                    <a:pt x="27741" y="2871"/>
                    <a:pt x="26891" y="0"/>
                    <a:pt x="24857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1" name="Google Shape;2054;p36"/>
            <p:cNvSpPr/>
            <p:nvPr/>
          </p:nvSpPr>
          <p:spPr>
            <a:xfrm>
              <a:off x="822707" y="3959912"/>
              <a:ext cx="122565" cy="341709"/>
            </a:xfrm>
            <a:custGeom>
              <a:avLst/>
              <a:gdLst/>
              <a:ahLst/>
              <a:cxnLst/>
              <a:rect l="l" t="t" r="r" b="b"/>
              <a:pathLst>
                <a:path w="4382" h="12217" extrusionOk="0">
                  <a:moveTo>
                    <a:pt x="4382" y="0"/>
                  </a:moveTo>
                  <a:cubicBezTo>
                    <a:pt x="4109" y="53"/>
                    <a:pt x="3882" y="254"/>
                    <a:pt x="3688" y="454"/>
                  </a:cubicBezTo>
                  <a:cubicBezTo>
                    <a:pt x="3502" y="654"/>
                    <a:pt x="3315" y="860"/>
                    <a:pt x="3128" y="1087"/>
                  </a:cubicBezTo>
                  <a:cubicBezTo>
                    <a:pt x="2781" y="1527"/>
                    <a:pt x="2468" y="1994"/>
                    <a:pt x="2188" y="2481"/>
                  </a:cubicBezTo>
                  <a:cubicBezTo>
                    <a:pt x="1635" y="3461"/>
                    <a:pt x="1201" y="4501"/>
                    <a:pt x="888" y="5582"/>
                  </a:cubicBezTo>
                  <a:cubicBezTo>
                    <a:pt x="274" y="7749"/>
                    <a:pt x="67" y="9989"/>
                    <a:pt x="1" y="12217"/>
                  </a:cubicBezTo>
                  <a:cubicBezTo>
                    <a:pt x="294" y="10009"/>
                    <a:pt x="548" y="7789"/>
                    <a:pt x="1174" y="5668"/>
                  </a:cubicBezTo>
                  <a:cubicBezTo>
                    <a:pt x="1474" y="4601"/>
                    <a:pt x="1881" y="3568"/>
                    <a:pt x="2388" y="2587"/>
                  </a:cubicBezTo>
                  <a:cubicBezTo>
                    <a:pt x="2648" y="2101"/>
                    <a:pt x="2935" y="1627"/>
                    <a:pt x="3248" y="1174"/>
                  </a:cubicBezTo>
                  <a:cubicBezTo>
                    <a:pt x="3408" y="947"/>
                    <a:pt x="3575" y="714"/>
                    <a:pt x="3748" y="507"/>
                  </a:cubicBezTo>
                  <a:cubicBezTo>
                    <a:pt x="3922" y="294"/>
                    <a:pt x="4115" y="87"/>
                    <a:pt x="438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2" name="Google Shape;2055;p36"/>
            <p:cNvSpPr/>
            <p:nvPr/>
          </p:nvSpPr>
          <p:spPr>
            <a:xfrm>
              <a:off x="789143" y="4378623"/>
              <a:ext cx="102986" cy="206335"/>
            </a:xfrm>
            <a:custGeom>
              <a:avLst/>
              <a:gdLst/>
              <a:ahLst/>
              <a:cxnLst/>
              <a:rect l="l" t="t" r="r" b="b"/>
              <a:pathLst>
                <a:path w="3682" h="7377" extrusionOk="0">
                  <a:moveTo>
                    <a:pt x="180" y="1"/>
                  </a:moveTo>
                  <a:cubicBezTo>
                    <a:pt x="67" y="748"/>
                    <a:pt x="7" y="1508"/>
                    <a:pt x="7" y="2268"/>
                  </a:cubicBezTo>
                  <a:cubicBezTo>
                    <a:pt x="0" y="3035"/>
                    <a:pt x="120" y="3802"/>
                    <a:pt x="354" y="4542"/>
                  </a:cubicBezTo>
                  <a:cubicBezTo>
                    <a:pt x="601" y="5282"/>
                    <a:pt x="1027" y="5949"/>
                    <a:pt x="1601" y="6482"/>
                  </a:cubicBezTo>
                  <a:cubicBezTo>
                    <a:pt x="2168" y="7009"/>
                    <a:pt x="2915" y="7369"/>
                    <a:pt x="3681" y="7376"/>
                  </a:cubicBezTo>
                  <a:cubicBezTo>
                    <a:pt x="2921" y="7249"/>
                    <a:pt x="2268" y="6843"/>
                    <a:pt x="1754" y="6316"/>
                  </a:cubicBezTo>
                  <a:cubicBezTo>
                    <a:pt x="1247" y="5782"/>
                    <a:pt x="861" y="5142"/>
                    <a:pt x="634" y="4442"/>
                  </a:cubicBezTo>
                  <a:cubicBezTo>
                    <a:pt x="147" y="3042"/>
                    <a:pt x="207" y="1508"/>
                    <a:pt x="1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3" name="Google Shape;2056;p36"/>
            <p:cNvSpPr/>
            <p:nvPr/>
          </p:nvSpPr>
          <p:spPr>
            <a:xfrm>
              <a:off x="823658" y="4409418"/>
              <a:ext cx="105223" cy="133753"/>
            </a:xfrm>
            <a:custGeom>
              <a:avLst/>
              <a:gdLst/>
              <a:ahLst/>
              <a:cxnLst/>
              <a:rect l="l" t="t" r="r" b="b"/>
              <a:pathLst>
                <a:path w="3762" h="4782" extrusionOk="0">
                  <a:moveTo>
                    <a:pt x="47" y="0"/>
                  </a:moveTo>
                  <a:lnTo>
                    <a:pt x="47" y="0"/>
                  </a:lnTo>
                  <a:cubicBezTo>
                    <a:pt x="0" y="1080"/>
                    <a:pt x="394" y="2181"/>
                    <a:pt x="1074" y="3041"/>
                  </a:cubicBezTo>
                  <a:cubicBezTo>
                    <a:pt x="1747" y="3901"/>
                    <a:pt x="2707" y="4568"/>
                    <a:pt x="3761" y="4781"/>
                  </a:cubicBezTo>
                  <a:cubicBezTo>
                    <a:pt x="2794" y="4355"/>
                    <a:pt x="1947" y="3694"/>
                    <a:pt x="1307" y="2854"/>
                  </a:cubicBezTo>
                  <a:cubicBezTo>
                    <a:pt x="654" y="2021"/>
                    <a:pt x="220" y="1040"/>
                    <a:pt x="4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4" name="Google Shape;2057;p36"/>
            <p:cNvSpPr/>
            <p:nvPr/>
          </p:nvSpPr>
          <p:spPr>
            <a:xfrm>
              <a:off x="943202" y="4494838"/>
              <a:ext cx="256317" cy="89224"/>
            </a:xfrm>
            <a:custGeom>
              <a:avLst/>
              <a:gdLst/>
              <a:ahLst/>
              <a:cxnLst/>
              <a:rect l="l" t="t" r="r" b="b"/>
              <a:pathLst>
                <a:path w="9164" h="3190" extrusionOk="0">
                  <a:moveTo>
                    <a:pt x="9163" y="0"/>
                  </a:moveTo>
                  <a:cubicBezTo>
                    <a:pt x="7863" y="1020"/>
                    <a:pt x="6402" y="1807"/>
                    <a:pt x="4842" y="2327"/>
                  </a:cubicBezTo>
                  <a:cubicBezTo>
                    <a:pt x="3320" y="2835"/>
                    <a:pt x="1723" y="3088"/>
                    <a:pt x="124" y="3088"/>
                  </a:cubicBezTo>
                  <a:cubicBezTo>
                    <a:pt x="83" y="3088"/>
                    <a:pt x="42" y="3088"/>
                    <a:pt x="1" y="3088"/>
                  </a:cubicBezTo>
                  <a:lnTo>
                    <a:pt x="1" y="3088"/>
                  </a:lnTo>
                  <a:cubicBezTo>
                    <a:pt x="469" y="3156"/>
                    <a:pt x="943" y="3189"/>
                    <a:pt x="1419" y="3189"/>
                  </a:cubicBezTo>
                  <a:cubicBezTo>
                    <a:pt x="2607" y="3189"/>
                    <a:pt x="3802" y="2982"/>
                    <a:pt x="4935" y="2601"/>
                  </a:cubicBezTo>
                  <a:cubicBezTo>
                    <a:pt x="6516" y="2067"/>
                    <a:pt x="8003" y="1194"/>
                    <a:pt x="916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5" name="Google Shape;2058;p36"/>
            <p:cNvSpPr/>
            <p:nvPr/>
          </p:nvSpPr>
          <p:spPr>
            <a:xfrm>
              <a:off x="1018189" y="4489804"/>
              <a:ext cx="127599" cy="49255"/>
            </a:xfrm>
            <a:custGeom>
              <a:avLst/>
              <a:gdLst/>
              <a:ahLst/>
              <a:cxnLst/>
              <a:rect l="l" t="t" r="r" b="b"/>
              <a:pathLst>
                <a:path w="4562" h="1761" extrusionOk="0">
                  <a:moveTo>
                    <a:pt x="4562" y="0"/>
                  </a:moveTo>
                  <a:lnTo>
                    <a:pt x="4562" y="0"/>
                  </a:lnTo>
                  <a:cubicBezTo>
                    <a:pt x="3795" y="300"/>
                    <a:pt x="3054" y="607"/>
                    <a:pt x="2294" y="907"/>
                  </a:cubicBezTo>
                  <a:cubicBezTo>
                    <a:pt x="1534" y="1207"/>
                    <a:pt x="767" y="1467"/>
                    <a:pt x="0" y="1761"/>
                  </a:cubicBezTo>
                  <a:cubicBezTo>
                    <a:pt x="1647" y="1587"/>
                    <a:pt x="3221" y="980"/>
                    <a:pt x="456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6" name="Google Shape;2059;p36"/>
            <p:cNvSpPr/>
            <p:nvPr/>
          </p:nvSpPr>
          <p:spPr>
            <a:xfrm>
              <a:off x="1311567" y="4338150"/>
              <a:ext cx="215453" cy="103181"/>
            </a:xfrm>
            <a:custGeom>
              <a:avLst/>
              <a:gdLst/>
              <a:ahLst/>
              <a:cxnLst/>
              <a:rect l="l" t="t" r="r" b="b"/>
              <a:pathLst>
                <a:path w="7703" h="3689" extrusionOk="0">
                  <a:moveTo>
                    <a:pt x="7703" y="1"/>
                  </a:moveTo>
                  <a:cubicBezTo>
                    <a:pt x="6249" y="134"/>
                    <a:pt x="4835" y="528"/>
                    <a:pt x="3528" y="1161"/>
                  </a:cubicBezTo>
                  <a:cubicBezTo>
                    <a:pt x="2208" y="1788"/>
                    <a:pt x="1014" y="2641"/>
                    <a:pt x="1" y="3688"/>
                  </a:cubicBezTo>
                  <a:cubicBezTo>
                    <a:pt x="1134" y="2808"/>
                    <a:pt x="2355" y="2048"/>
                    <a:pt x="3648" y="1421"/>
                  </a:cubicBezTo>
                  <a:cubicBezTo>
                    <a:pt x="4949" y="808"/>
                    <a:pt x="6302" y="334"/>
                    <a:pt x="770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7" name="Google Shape;2060;p36"/>
            <p:cNvSpPr/>
            <p:nvPr/>
          </p:nvSpPr>
          <p:spPr>
            <a:xfrm>
              <a:off x="962054" y="3860479"/>
              <a:ext cx="49255" cy="60667"/>
            </a:xfrm>
            <a:custGeom>
              <a:avLst/>
              <a:gdLst/>
              <a:ahLst/>
              <a:cxnLst/>
              <a:rect l="l" t="t" r="r" b="b"/>
              <a:pathLst>
                <a:path w="1761" h="2169" extrusionOk="0">
                  <a:moveTo>
                    <a:pt x="1761" y="1"/>
                  </a:moveTo>
                  <a:lnTo>
                    <a:pt x="1761" y="1"/>
                  </a:lnTo>
                  <a:cubicBezTo>
                    <a:pt x="1420" y="321"/>
                    <a:pt x="1107" y="668"/>
                    <a:pt x="820" y="1034"/>
                  </a:cubicBezTo>
                  <a:cubicBezTo>
                    <a:pt x="514" y="1395"/>
                    <a:pt x="247" y="1768"/>
                    <a:pt x="0" y="2168"/>
                  </a:cubicBezTo>
                  <a:cubicBezTo>
                    <a:pt x="394" y="1908"/>
                    <a:pt x="747" y="1588"/>
                    <a:pt x="1040" y="1221"/>
                  </a:cubicBezTo>
                  <a:cubicBezTo>
                    <a:pt x="1347" y="854"/>
                    <a:pt x="1587" y="441"/>
                    <a:pt x="17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8" name="Google Shape;2061;p36"/>
            <p:cNvSpPr/>
            <p:nvPr/>
          </p:nvSpPr>
          <p:spPr>
            <a:xfrm>
              <a:off x="1065179" y="3706616"/>
              <a:ext cx="128354" cy="105027"/>
            </a:xfrm>
            <a:custGeom>
              <a:avLst/>
              <a:gdLst/>
              <a:ahLst/>
              <a:cxnLst/>
              <a:rect l="l" t="t" r="r" b="b"/>
              <a:pathLst>
                <a:path w="4589" h="3755" extrusionOk="0">
                  <a:moveTo>
                    <a:pt x="4589" y="0"/>
                  </a:moveTo>
                  <a:lnTo>
                    <a:pt x="4589" y="0"/>
                  </a:lnTo>
                  <a:cubicBezTo>
                    <a:pt x="3682" y="427"/>
                    <a:pt x="2835" y="961"/>
                    <a:pt x="2068" y="1601"/>
                  </a:cubicBezTo>
                  <a:cubicBezTo>
                    <a:pt x="1288" y="2228"/>
                    <a:pt x="594" y="2948"/>
                    <a:pt x="1" y="3755"/>
                  </a:cubicBezTo>
                  <a:cubicBezTo>
                    <a:pt x="748" y="3101"/>
                    <a:pt x="1488" y="2454"/>
                    <a:pt x="2248" y="1828"/>
                  </a:cubicBezTo>
                  <a:cubicBezTo>
                    <a:pt x="3008" y="1201"/>
                    <a:pt x="3802" y="621"/>
                    <a:pt x="458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9" name="Google Shape;2062;p36"/>
            <p:cNvSpPr/>
            <p:nvPr/>
          </p:nvSpPr>
          <p:spPr>
            <a:xfrm>
              <a:off x="1297582" y="3452704"/>
              <a:ext cx="175903" cy="119823"/>
            </a:xfrm>
            <a:custGeom>
              <a:avLst/>
              <a:gdLst/>
              <a:ahLst/>
              <a:cxnLst/>
              <a:rect l="l" t="t" r="r" b="b"/>
              <a:pathLst>
                <a:path w="6289" h="4284" extrusionOk="0">
                  <a:moveTo>
                    <a:pt x="5092" y="1"/>
                  </a:moveTo>
                  <a:cubicBezTo>
                    <a:pt x="4995" y="1"/>
                    <a:pt x="4899" y="13"/>
                    <a:pt x="4802" y="36"/>
                  </a:cubicBezTo>
                  <a:cubicBezTo>
                    <a:pt x="4082" y="223"/>
                    <a:pt x="3415" y="543"/>
                    <a:pt x="2828" y="996"/>
                  </a:cubicBezTo>
                  <a:cubicBezTo>
                    <a:pt x="1648" y="1883"/>
                    <a:pt x="774" y="3070"/>
                    <a:pt x="1" y="4284"/>
                  </a:cubicBezTo>
                  <a:cubicBezTo>
                    <a:pt x="961" y="3203"/>
                    <a:pt x="1861" y="2077"/>
                    <a:pt x="3001" y="1230"/>
                  </a:cubicBezTo>
                  <a:cubicBezTo>
                    <a:pt x="3555" y="803"/>
                    <a:pt x="4182" y="476"/>
                    <a:pt x="4849" y="263"/>
                  </a:cubicBezTo>
                  <a:cubicBezTo>
                    <a:pt x="4958" y="232"/>
                    <a:pt x="5070" y="214"/>
                    <a:pt x="5180" y="214"/>
                  </a:cubicBezTo>
                  <a:cubicBezTo>
                    <a:pt x="5398" y="214"/>
                    <a:pt x="5604" y="285"/>
                    <a:pt x="5742" y="463"/>
                  </a:cubicBezTo>
                  <a:cubicBezTo>
                    <a:pt x="5949" y="730"/>
                    <a:pt x="6036" y="1116"/>
                    <a:pt x="6289" y="1376"/>
                  </a:cubicBezTo>
                  <a:cubicBezTo>
                    <a:pt x="6076" y="1076"/>
                    <a:pt x="6069" y="710"/>
                    <a:pt x="5862" y="376"/>
                  </a:cubicBezTo>
                  <a:cubicBezTo>
                    <a:pt x="5756" y="203"/>
                    <a:pt x="5582" y="76"/>
                    <a:pt x="5382" y="36"/>
                  </a:cubicBezTo>
                  <a:cubicBezTo>
                    <a:pt x="5285" y="13"/>
                    <a:pt x="5189" y="1"/>
                    <a:pt x="509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0" name="Google Shape;2063;p36"/>
            <p:cNvSpPr/>
            <p:nvPr/>
          </p:nvSpPr>
          <p:spPr>
            <a:xfrm>
              <a:off x="1094463" y="4028355"/>
              <a:ext cx="234109" cy="156324"/>
            </a:xfrm>
            <a:custGeom>
              <a:avLst/>
              <a:gdLst/>
              <a:ahLst/>
              <a:cxnLst/>
              <a:rect l="l" t="t" r="r" b="b"/>
              <a:pathLst>
                <a:path w="8370" h="5589" extrusionOk="0">
                  <a:moveTo>
                    <a:pt x="8370" y="0"/>
                  </a:moveTo>
                  <a:lnTo>
                    <a:pt x="8370" y="0"/>
                  </a:lnTo>
                  <a:cubicBezTo>
                    <a:pt x="6816" y="654"/>
                    <a:pt x="5322" y="1454"/>
                    <a:pt x="3928" y="2401"/>
                  </a:cubicBezTo>
                  <a:cubicBezTo>
                    <a:pt x="2515" y="3328"/>
                    <a:pt x="1201" y="4395"/>
                    <a:pt x="1" y="5589"/>
                  </a:cubicBezTo>
                  <a:cubicBezTo>
                    <a:pt x="1341" y="4562"/>
                    <a:pt x="2695" y="3575"/>
                    <a:pt x="4082" y="2641"/>
                  </a:cubicBezTo>
                  <a:cubicBezTo>
                    <a:pt x="5475" y="1708"/>
                    <a:pt x="6909" y="841"/>
                    <a:pt x="837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1" name="Google Shape;2064;p36"/>
            <p:cNvSpPr/>
            <p:nvPr/>
          </p:nvSpPr>
          <p:spPr>
            <a:xfrm>
              <a:off x="1491554" y="2957747"/>
              <a:ext cx="932072" cy="614221"/>
            </a:xfrm>
            <a:custGeom>
              <a:avLst/>
              <a:gdLst/>
              <a:ahLst/>
              <a:cxnLst/>
              <a:rect l="l" t="t" r="r" b="b"/>
              <a:pathLst>
                <a:path w="33324" h="21960" extrusionOk="0">
                  <a:moveTo>
                    <a:pt x="18688" y="1"/>
                  </a:moveTo>
                  <a:cubicBezTo>
                    <a:pt x="17979" y="1"/>
                    <a:pt x="17270" y="43"/>
                    <a:pt x="16565" y="127"/>
                  </a:cubicBezTo>
                  <a:cubicBezTo>
                    <a:pt x="9337" y="968"/>
                    <a:pt x="9483" y="2568"/>
                    <a:pt x="9483" y="2568"/>
                  </a:cubicBezTo>
                  <a:cubicBezTo>
                    <a:pt x="4615" y="3235"/>
                    <a:pt x="3975" y="7656"/>
                    <a:pt x="3975" y="7656"/>
                  </a:cubicBezTo>
                  <a:cubicBezTo>
                    <a:pt x="1475" y="8436"/>
                    <a:pt x="1" y="11577"/>
                    <a:pt x="1375" y="14631"/>
                  </a:cubicBezTo>
                  <a:cubicBezTo>
                    <a:pt x="2748" y="17679"/>
                    <a:pt x="9383" y="17825"/>
                    <a:pt x="14985" y="18125"/>
                  </a:cubicBezTo>
                  <a:cubicBezTo>
                    <a:pt x="18186" y="18292"/>
                    <a:pt x="20853" y="19506"/>
                    <a:pt x="22554" y="20533"/>
                  </a:cubicBezTo>
                  <a:cubicBezTo>
                    <a:pt x="23841" y="21300"/>
                    <a:pt x="24574" y="21960"/>
                    <a:pt x="24574" y="21960"/>
                  </a:cubicBezTo>
                  <a:cubicBezTo>
                    <a:pt x="26441" y="17379"/>
                    <a:pt x="32443" y="13898"/>
                    <a:pt x="32883" y="11337"/>
                  </a:cubicBezTo>
                  <a:cubicBezTo>
                    <a:pt x="33323" y="8776"/>
                    <a:pt x="31849" y="8330"/>
                    <a:pt x="31849" y="8330"/>
                  </a:cubicBezTo>
                  <a:cubicBezTo>
                    <a:pt x="31849" y="8330"/>
                    <a:pt x="31649" y="6722"/>
                    <a:pt x="30376" y="4802"/>
                  </a:cubicBezTo>
                  <a:cubicBezTo>
                    <a:pt x="29435" y="3388"/>
                    <a:pt x="26275" y="1041"/>
                    <a:pt x="21767" y="267"/>
                  </a:cubicBezTo>
                  <a:cubicBezTo>
                    <a:pt x="20748" y="90"/>
                    <a:pt x="19718" y="1"/>
                    <a:pt x="18688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2" name="Google Shape;2065;p36"/>
            <p:cNvSpPr/>
            <p:nvPr/>
          </p:nvSpPr>
          <p:spPr>
            <a:xfrm>
              <a:off x="1502014" y="2949720"/>
              <a:ext cx="928129" cy="630080"/>
            </a:xfrm>
            <a:custGeom>
              <a:avLst/>
              <a:gdLst/>
              <a:ahLst/>
              <a:cxnLst/>
              <a:rect l="l" t="t" r="r" b="b"/>
              <a:pathLst>
                <a:path w="33183" h="22527" extrusionOk="0">
                  <a:moveTo>
                    <a:pt x="18312" y="581"/>
                  </a:moveTo>
                  <a:cubicBezTo>
                    <a:pt x="19325" y="581"/>
                    <a:pt x="20339" y="668"/>
                    <a:pt x="21339" y="841"/>
                  </a:cubicBezTo>
                  <a:cubicBezTo>
                    <a:pt x="25861" y="1621"/>
                    <a:pt x="28901" y="3955"/>
                    <a:pt x="29762" y="5249"/>
                  </a:cubicBezTo>
                  <a:cubicBezTo>
                    <a:pt x="30975" y="7083"/>
                    <a:pt x="31182" y="8643"/>
                    <a:pt x="31182" y="8650"/>
                  </a:cubicBezTo>
                  <a:cubicBezTo>
                    <a:pt x="31202" y="8763"/>
                    <a:pt x="31275" y="8857"/>
                    <a:pt x="31382" y="8890"/>
                  </a:cubicBezTo>
                  <a:cubicBezTo>
                    <a:pt x="31435" y="8910"/>
                    <a:pt x="32609" y="9323"/>
                    <a:pt x="32216" y="11577"/>
                  </a:cubicBezTo>
                  <a:cubicBezTo>
                    <a:pt x="32029" y="12684"/>
                    <a:pt x="30635" y="14051"/>
                    <a:pt x="29028" y="15645"/>
                  </a:cubicBezTo>
                  <a:cubicBezTo>
                    <a:pt x="27208" y="17426"/>
                    <a:pt x="25160" y="19433"/>
                    <a:pt x="24093" y="21767"/>
                  </a:cubicBezTo>
                  <a:cubicBezTo>
                    <a:pt x="23533" y="21327"/>
                    <a:pt x="22946" y="20926"/>
                    <a:pt x="22333" y="20566"/>
                  </a:cubicBezTo>
                  <a:cubicBezTo>
                    <a:pt x="20626" y="19546"/>
                    <a:pt x="17905" y="18292"/>
                    <a:pt x="14631" y="18119"/>
                  </a:cubicBezTo>
                  <a:lnTo>
                    <a:pt x="13637" y="18066"/>
                  </a:lnTo>
                  <a:cubicBezTo>
                    <a:pt x="8409" y="17799"/>
                    <a:pt x="2488" y="17499"/>
                    <a:pt x="1267" y="14798"/>
                  </a:cubicBezTo>
                  <a:cubicBezTo>
                    <a:pt x="634" y="13391"/>
                    <a:pt x="600" y="11831"/>
                    <a:pt x="1194" y="10524"/>
                  </a:cubicBezTo>
                  <a:cubicBezTo>
                    <a:pt x="1694" y="9397"/>
                    <a:pt x="2601" y="8556"/>
                    <a:pt x="3695" y="8216"/>
                  </a:cubicBezTo>
                  <a:cubicBezTo>
                    <a:pt x="3801" y="8183"/>
                    <a:pt x="3875" y="8090"/>
                    <a:pt x="3895" y="7983"/>
                  </a:cubicBezTo>
                  <a:cubicBezTo>
                    <a:pt x="3901" y="7943"/>
                    <a:pt x="4555" y="3775"/>
                    <a:pt x="9156" y="3142"/>
                  </a:cubicBezTo>
                  <a:cubicBezTo>
                    <a:pt x="9303" y="3115"/>
                    <a:pt x="9416" y="2982"/>
                    <a:pt x="9403" y="2828"/>
                  </a:cubicBezTo>
                  <a:cubicBezTo>
                    <a:pt x="9403" y="2815"/>
                    <a:pt x="9796" y="1448"/>
                    <a:pt x="16225" y="708"/>
                  </a:cubicBezTo>
                  <a:cubicBezTo>
                    <a:pt x="16918" y="621"/>
                    <a:pt x="17612" y="581"/>
                    <a:pt x="18312" y="581"/>
                  </a:cubicBezTo>
                  <a:close/>
                  <a:moveTo>
                    <a:pt x="18325" y="1"/>
                  </a:moveTo>
                  <a:cubicBezTo>
                    <a:pt x="17601" y="1"/>
                    <a:pt x="16877" y="43"/>
                    <a:pt x="16158" y="128"/>
                  </a:cubicBezTo>
                  <a:cubicBezTo>
                    <a:pt x="10296" y="808"/>
                    <a:pt x="9096" y="2015"/>
                    <a:pt x="8869" y="2595"/>
                  </a:cubicBezTo>
                  <a:cubicBezTo>
                    <a:pt x="4588" y="3288"/>
                    <a:pt x="3541" y="6863"/>
                    <a:pt x="3354" y="7716"/>
                  </a:cubicBezTo>
                  <a:cubicBezTo>
                    <a:pt x="2174" y="8143"/>
                    <a:pt x="1201" y="9063"/>
                    <a:pt x="660" y="10284"/>
                  </a:cubicBezTo>
                  <a:cubicBezTo>
                    <a:pt x="0" y="11744"/>
                    <a:pt x="34" y="13478"/>
                    <a:pt x="734" y="15032"/>
                  </a:cubicBezTo>
                  <a:cubicBezTo>
                    <a:pt x="2101" y="18066"/>
                    <a:pt x="8222" y="18372"/>
                    <a:pt x="13604" y="18646"/>
                  </a:cubicBezTo>
                  <a:lnTo>
                    <a:pt x="14604" y="18693"/>
                  </a:lnTo>
                  <a:cubicBezTo>
                    <a:pt x="17758" y="18859"/>
                    <a:pt x="20379" y="20080"/>
                    <a:pt x="22033" y="21066"/>
                  </a:cubicBezTo>
                  <a:cubicBezTo>
                    <a:pt x="22726" y="21473"/>
                    <a:pt x="23387" y="21940"/>
                    <a:pt x="24007" y="22460"/>
                  </a:cubicBezTo>
                  <a:cubicBezTo>
                    <a:pt x="24060" y="22500"/>
                    <a:pt x="24127" y="22527"/>
                    <a:pt x="24200" y="22527"/>
                  </a:cubicBezTo>
                  <a:lnTo>
                    <a:pt x="24267" y="22520"/>
                  </a:lnTo>
                  <a:cubicBezTo>
                    <a:pt x="24360" y="22500"/>
                    <a:pt x="24433" y="22440"/>
                    <a:pt x="24473" y="22353"/>
                  </a:cubicBezTo>
                  <a:cubicBezTo>
                    <a:pt x="25440" y="19980"/>
                    <a:pt x="27561" y="17892"/>
                    <a:pt x="29428" y="16052"/>
                  </a:cubicBezTo>
                  <a:cubicBezTo>
                    <a:pt x="31115" y="14391"/>
                    <a:pt x="32569" y="12964"/>
                    <a:pt x="32796" y="11677"/>
                  </a:cubicBezTo>
                  <a:cubicBezTo>
                    <a:pt x="33183" y="9410"/>
                    <a:pt x="32169" y="8630"/>
                    <a:pt x="31735" y="8416"/>
                  </a:cubicBezTo>
                  <a:cubicBezTo>
                    <a:pt x="31649" y="7943"/>
                    <a:pt x="31315" y="6543"/>
                    <a:pt x="30242" y="4922"/>
                  </a:cubicBezTo>
                  <a:cubicBezTo>
                    <a:pt x="29695" y="4095"/>
                    <a:pt x="28541" y="3128"/>
                    <a:pt x="27174" y="2328"/>
                  </a:cubicBezTo>
                  <a:cubicBezTo>
                    <a:pt x="25400" y="1308"/>
                    <a:pt x="23460" y="608"/>
                    <a:pt x="21439" y="261"/>
                  </a:cubicBezTo>
                  <a:cubicBezTo>
                    <a:pt x="20409" y="88"/>
                    <a:pt x="19367" y="1"/>
                    <a:pt x="1832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3" name="Google Shape;2066;p36"/>
            <p:cNvSpPr/>
            <p:nvPr/>
          </p:nvSpPr>
          <p:spPr>
            <a:xfrm>
              <a:off x="1491554" y="2957747"/>
              <a:ext cx="630835" cy="574308"/>
            </a:xfrm>
            <a:custGeom>
              <a:avLst/>
              <a:gdLst/>
              <a:ahLst/>
              <a:cxnLst/>
              <a:rect l="l" t="t" r="r" b="b"/>
              <a:pathLst>
                <a:path w="22554" h="20533" extrusionOk="0">
                  <a:moveTo>
                    <a:pt x="18686" y="1"/>
                  </a:moveTo>
                  <a:cubicBezTo>
                    <a:pt x="17976" y="1"/>
                    <a:pt x="17266" y="43"/>
                    <a:pt x="16559" y="127"/>
                  </a:cubicBezTo>
                  <a:cubicBezTo>
                    <a:pt x="9337" y="968"/>
                    <a:pt x="9483" y="2568"/>
                    <a:pt x="9483" y="2568"/>
                  </a:cubicBezTo>
                  <a:cubicBezTo>
                    <a:pt x="4615" y="3235"/>
                    <a:pt x="3975" y="7656"/>
                    <a:pt x="3975" y="7656"/>
                  </a:cubicBezTo>
                  <a:cubicBezTo>
                    <a:pt x="1475" y="8436"/>
                    <a:pt x="1" y="11577"/>
                    <a:pt x="1375" y="14631"/>
                  </a:cubicBezTo>
                  <a:cubicBezTo>
                    <a:pt x="2748" y="17679"/>
                    <a:pt x="9383" y="17825"/>
                    <a:pt x="14985" y="18125"/>
                  </a:cubicBezTo>
                  <a:cubicBezTo>
                    <a:pt x="18186" y="18292"/>
                    <a:pt x="20853" y="19506"/>
                    <a:pt x="22554" y="20533"/>
                  </a:cubicBezTo>
                  <a:cubicBezTo>
                    <a:pt x="22107" y="20186"/>
                    <a:pt x="21633" y="19879"/>
                    <a:pt x="21140" y="19606"/>
                  </a:cubicBezTo>
                  <a:cubicBezTo>
                    <a:pt x="17659" y="17625"/>
                    <a:pt x="13931" y="16138"/>
                    <a:pt x="10044" y="15191"/>
                  </a:cubicBezTo>
                  <a:cubicBezTo>
                    <a:pt x="8543" y="14825"/>
                    <a:pt x="6936" y="14491"/>
                    <a:pt x="5816" y="13431"/>
                  </a:cubicBezTo>
                  <a:cubicBezTo>
                    <a:pt x="4702" y="12371"/>
                    <a:pt x="4389" y="10277"/>
                    <a:pt x="5649" y="9376"/>
                  </a:cubicBezTo>
                  <a:cubicBezTo>
                    <a:pt x="6176" y="6142"/>
                    <a:pt x="8483" y="2895"/>
                    <a:pt x="11484" y="1488"/>
                  </a:cubicBezTo>
                  <a:cubicBezTo>
                    <a:pt x="12245" y="1131"/>
                    <a:pt x="12925" y="1003"/>
                    <a:pt x="13570" y="1003"/>
                  </a:cubicBezTo>
                  <a:cubicBezTo>
                    <a:pt x="15096" y="1003"/>
                    <a:pt x="16428" y="1720"/>
                    <a:pt x="18186" y="1828"/>
                  </a:cubicBezTo>
                  <a:cubicBezTo>
                    <a:pt x="18266" y="1832"/>
                    <a:pt x="18347" y="1835"/>
                    <a:pt x="18426" y="1835"/>
                  </a:cubicBezTo>
                  <a:cubicBezTo>
                    <a:pt x="19758" y="1835"/>
                    <a:pt x="20910" y="1211"/>
                    <a:pt x="21760" y="267"/>
                  </a:cubicBezTo>
                  <a:cubicBezTo>
                    <a:pt x="20745" y="90"/>
                    <a:pt x="19716" y="1"/>
                    <a:pt x="18686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4" name="Google Shape;2067;p36"/>
            <p:cNvSpPr/>
            <p:nvPr/>
          </p:nvSpPr>
          <p:spPr>
            <a:xfrm>
              <a:off x="1639851" y="3078605"/>
              <a:ext cx="53926" cy="114369"/>
            </a:xfrm>
            <a:custGeom>
              <a:avLst/>
              <a:gdLst/>
              <a:ahLst/>
              <a:cxnLst/>
              <a:rect l="l" t="t" r="r" b="b"/>
              <a:pathLst>
                <a:path w="1928" h="4089" extrusionOk="0">
                  <a:moveTo>
                    <a:pt x="1927" y="1"/>
                  </a:moveTo>
                  <a:lnTo>
                    <a:pt x="1927" y="1"/>
                  </a:lnTo>
                  <a:cubicBezTo>
                    <a:pt x="1201" y="334"/>
                    <a:pt x="634" y="988"/>
                    <a:pt x="340" y="1741"/>
                  </a:cubicBezTo>
                  <a:cubicBezTo>
                    <a:pt x="47" y="2488"/>
                    <a:pt x="0" y="3355"/>
                    <a:pt x="307" y="4089"/>
                  </a:cubicBezTo>
                  <a:cubicBezTo>
                    <a:pt x="227" y="3328"/>
                    <a:pt x="334" y="2561"/>
                    <a:pt x="614" y="1848"/>
                  </a:cubicBezTo>
                  <a:cubicBezTo>
                    <a:pt x="900" y="1134"/>
                    <a:pt x="1347" y="501"/>
                    <a:pt x="192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5" name="Google Shape;2068;p36"/>
            <p:cNvSpPr/>
            <p:nvPr/>
          </p:nvSpPr>
          <p:spPr>
            <a:xfrm>
              <a:off x="1546039" y="3223154"/>
              <a:ext cx="97755" cy="174980"/>
            </a:xfrm>
            <a:custGeom>
              <a:avLst/>
              <a:gdLst/>
              <a:ahLst/>
              <a:cxnLst/>
              <a:rect l="l" t="t" r="r" b="b"/>
              <a:pathLst>
                <a:path w="3495" h="6256" extrusionOk="0">
                  <a:moveTo>
                    <a:pt x="1614" y="1"/>
                  </a:moveTo>
                  <a:lnTo>
                    <a:pt x="1614" y="1"/>
                  </a:lnTo>
                  <a:cubicBezTo>
                    <a:pt x="1434" y="34"/>
                    <a:pt x="1274" y="114"/>
                    <a:pt x="1147" y="234"/>
                  </a:cubicBezTo>
                  <a:lnTo>
                    <a:pt x="940" y="408"/>
                  </a:lnTo>
                  <a:lnTo>
                    <a:pt x="760" y="601"/>
                  </a:lnTo>
                  <a:cubicBezTo>
                    <a:pt x="527" y="874"/>
                    <a:pt x="347" y="1188"/>
                    <a:pt x="233" y="1528"/>
                  </a:cubicBezTo>
                  <a:cubicBezTo>
                    <a:pt x="0" y="2228"/>
                    <a:pt x="20" y="2982"/>
                    <a:pt x="287" y="3662"/>
                  </a:cubicBezTo>
                  <a:cubicBezTo>
                    <a:pt x="420" y="4002"/>
                    <a:pt x="620" y="4309"/>
                    <a:pt x="867" y="4575"/>
                  </a:cubicBezTo>
                  <a:cubicBezTo>
                    <a:pt x="1114" y="4829"/>
                    <a:pt x="1374" y="5069"/>
                    <a:pt x="1654" y="5282"/>
                  </a:cubicBezTo>
                  <a:cubicBezTo>
                    <a:pt x="2187" y="5709"/>
                    <a:pt x="2787" y="6176"/>
                    <a:pt x="3494" y="6256"/>
                  </a:cubicBezTo>
                  <a:cubicBezTo>
                    <a:pt x="2821" y="6056"/>
                    <a:pt x="2307" y="5562"/>
                    <a:pt x="1801" y="5109"/>
                  </a:cubicBezTo>
                  <a:cubicBezTo>
                    <a:pt x="1294" y="4649"/>
                    <a:pt x="787" y="4175"/>
                    <a:pt x="554" y="3555"/>
                  </a:cubicBezTo>
                  <a:cubicBezTo>
                    <a:pt x="307" y="2935"/>
                    <a:pt x="273" y="2241"/>
                    <a:pt x="453" y="1595"/>
                  </a:cubicBezTo>
                  <a:cubicBezTo>
                    <a:pt x="540" y="1274"/>
                    <a:pt x="680" y="961"/>
                    <a:pt x="867" y="681"/>
                  </a:cubicBezTo>
                  <a:lnTo>
                    <a:pt x="1020" y="481"/>
                  </a:lnTo>
                  <a:lnTo>
                    <a:pt x="1194" y="288"/>
                  </a:lnTo>
                  <a:cubicBezTo>
                    <a:pt x="1307" y="154"/>
                    <a:pt x="1447" y="54"/>
                    <a:pt x="161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6" name="Google Shape;2069;p36"/>
            <p:cNvSpPr/>
            <p:nvPr/>
          </p:nvSpPr>
          <p:spPr>
            <a:xfrm>
              <a:off x="1699902" y="3400736"/>
              <a:ext cx="183371" cy="19775"/>
            </a:xfrm>
            <a:custGeom>
              <a:avLst/>
              <a:gdLst/>
              <a:ahLst/>
              <a:cxnLst/>
              <a:rect l="l" t="t" r="r" b="b"/>
              <a:pathLst>
                <a:path w="6556" h="707" extrusionOk="0">
                  <a:moveTo>
                    <a:pt x="0" y="0"/>
                  </a:moveTo>
                  <a:cubicBezTo>
                    <a:pt x="454" y="347"/>
                    <a:pt x="994" y="567"/>
                    <a:pt x="1561" y="640"/>
                  </a:cubicBezTo>
                  <a:cubicBezTo>
                    <a:pt x="1874" y="685"/>
                    <a:pt x="2190" y="707"/>
                    <a:pt x="2507" y="707"/>
                  </a:cubicBezTo>
                  <a:cubicBezTo>
                    <a:pt x="2756" y="707"/>
                    <a:pt x="3005" y="693"/>
                    <a:pt x="3255" y="667"/>
                  </a:cubicBezTo>
                  <a:cubicBezTo>
                    <a:pt x="4093" y="591"/>
                    <a:pt x="4921" y="450"/>
                    <a:pt x="5754" y="450"/>
                  </a:cubicBezTo>
                  <a:cubicBezTo>
                    <a:pt x="6020" y="450"/>
                    <a:pt x="6287" y="465"/>
                    <a:pt x="6556" y="500"/>
                  </a:cubicBezTo>
                  <a:cubicBezTo>
                    <a:pt x="6070" y="344"/>
                    <a:pt x="5567" y="264"/>
                    <a:pt x="5064" y="264"/>
                  </a:cubicBezTo>
                  <a:cubicBezTo>
                    <a:pt x="5008" y="264"/>
                    <a:pt x="4951" y="265"/>
                    <a:pt x="4895" y="267"/>
                  </a:cubicBezTo>
                  <a:cubicBezTo>
                    <a:pt x="4328" y="274"/>
                    <a:pt x="3768" y="334"/>
                    <a:pt x="3221" y="387"/>
                  </a:cubicBezTo>
                  <a:cubicBezTo>
                    <a:pt x="2867" y="415"/>
                    <a:pt x="2508" y="438"/>
                    <a:pt x="2151" y="438"/>
                  </a:cubicBezTo>
                  <a:cubicBezTo>
                    <a:pt x="1414" y="438"/>
                    <a:pt x="683" y="342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7" name="Google Shape;2070;p36"/>
            <p:cNvSpPr/>
            <p:nvPr/>
          </p:nvSpPr>
          <p:spPr>
            <a:xfrm>
              <a:off x="1589113" y="3264186"/>
              <a:ext cx="37899" cy="100384"/>
            </a:xfrm>
            <a:custGeom>
              <a:avLst/>
              <a:gdLst/>
              <a:ahLst/>
              <a:cxnLst/>
              <a:rect l="l" t="t" r="r" b="b"/>
              <a:pathLst>
                <a:path w="1355" h="3589" extrusionOk="0">
                  <a:moveTo>
                    <a:pt x="454" y="1"/>
                  </a:moveTo>
                  <a:cubicBezTo>
                    <a:pt x="301" y="81"/>
                    <a:pt x="174" y="214"/>
                    <a:pt x="107" y="381"/>
                  </a:cubicBezTo>
                  <a:cubicBezTo>
                    <a:pt x="34" y="541"/>
                    <a:pt x="0" y="721"/>
                    <a:pt x="7" y="901"/>
                  </a:cubicBezTo>
                  <a:cubicBezTo>
                    <a:pt x="7" y="1248"/>
                    <a:pt x="87" y="1595"/>
                    <a:pt x="227" y="1915"/>
                  </a:cubicBezTo>
                  <a:cubicBezTo>
                    <a:pt x="481" y="2548"/>
                    <a:pt x="861" y="3122"/>
                    <a:pt x="1354" y="3588"/>
                  </a:cubicBezTo>
                  <a:cubicBezTo>
                    <a:pt x="1034" y="3015"/>
                    <a:pt x="747" y="2415"/>
                    <a:pt x="494" y="1808"/>
                  </a:cubicBezTo>
                  <a:cubicBezTo>
                    <a:pt x="367" y="1515"/>
                    <a:pt x="281" y="1208"/>
                    <a:pt x="227" y="888"/>
                  </a:cubicBezTo>
                  <a:cubicBezTo>
                    <a:pt x="194" y="581"/>
                    <a:pt x="220" y="248"/>
                    <a:pt x="45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8" name="Google Shape;2071;p36"/>
            <p:cNvSpPr/>
            <p:nvPr/>
          </p:nvSpPr>
          <p:spPr>
            <a:xfrm>
              <a:off x="1626789" y="3269976"/>
              <a:ext cx="39578" cy="70345"/>
            </a:xfrm>
            <a:custGeom>
              <a:avLst/>
              <a:gdLst/>
              <a:ahLst/>
              <a:cxnLst/>
              <a:rect l="l" t="t" r="r" b="b"/>
              <a:pathLst>
                <a:path w="1415" h="2515" extrusionOk="0">
                  <a:moveTo>
                    <a:pt x="267" y="1"/>
                  </a:moveTo>
                  <a:lnTo>
                    <a:pt x="267" y="1"/>
                  </a:lnTo>
                  <a:cubicBezTo>
                    <a:pt x="0" y="447"/>
                    <a:pt x="14" y="1048"/>
                    <a:pt x="241" y="1534"/>
                  </a:cubicBezTo>
                  <a:cubicBezTo>
                    <a:pt x="467" y="2014"/>
                    <a:pt x="901" y="2428"/>
                    <a:pt x="1414" y="2515"/>
                  </a:cubicBezTo>
                  <a:cubicBezTo>
                    <a:pt x="614" y="1941"/>
                    <a:pt x="181" y="981"/>
                    <a:pt x="26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9" name="Google Shape;2072;p36"/>
            <p:cNvSpPr/>
            <p:nvPr/>
          </p:nvSpPr>
          <p:spPr>
            <a:xfrm>
              <a:off x="1939577" y="3430384"/>
              <a:ext cx="213411" cy="96077"/>
            </a:xfrm>
            <a:custGeom>
              <a:avLst/>
              <a:gdLst/>
              <a:ahLst/>
              <a:cxnLst/>
              <a:rect l="l" t="t" r="r" b="b"/>
              <a:pathLst>
                <a:path w="7630" h="3435" extrusionOk="0">
                  <a:moveTo>
                    <a:pt x="573" y="1"/>
                  </a:moveTo>
                  <a:cubicBezTo>
                    <a:pt x="380" y="1"/>
                    <a:pt x="188" y="19"/>
                    <a:pt x="0" y="60"/>
                  </a:cubicBezTo>
                  <a:cubicBezTo>
                    <a:pt x="50" y="58"/>
                    <a:pt x="100" y="57"/>
                    <a:pt x="149" y="57"/>
                  </a:cubicBezTo>
                  <a:cubicBezTo>
                    <a:pt x="814" y="57"/>
                    <a:pt x="1438" y="261"/>
                    <a:pt x="2028" y="541"/>
                  </a:cubicBezTo>
                  <a:cubicBezTo>
                    <a:pt x="2661" y="841"/>
                    <a:pt x="3268" y="1207"/>
                    <a:pt x="3908" y="1534"/>
                  </a:cubicBezTo>
                  <a:cubicBezTo>
                    <a:pt x="4555" y="1854"/>
                    <a:pt x="5222" y="2121"/>
                    <a:pt x="5902" y="2341"/>
                  </a:cubicBezTo>
                  <a:cubicBezTo>
                    <a:pt x="6235" y="2448"/>
                    <a:pt x="6562" y="2574"/>
                    <a:pt x="6876" y="2734"/>
                  </a:cubicBezTo>
                  <a:cubicBezTo>
                    <a:pt x="7196" y="2888"/>
                    <a:pt x="7456" y="3128"/>
                    <a:pt x="7629" y="3435"/>
                  </a:cubicBezTo>
                  <a:cubicBezTo>
                    <a:pt x="7522" y="3095"/>
                    <a:pt x="7256" y="2808"/>
                    <a:pt x="6956" y="2608"/>
                  </a:cubicBezTo>
                  <a:cubicBezTo>
                    <a:pt x="6642" y="2421"/>
                    <a:pt x="6315" y="2261"/>
                    <a:pt x="5975" y="2134"/>
                  </a:cubicBezTo>
                  <a:cubicBezTo>
                    <a:pt x="5322" y="1868"/>
                    <a:pt x="4682" y="1574"/>
                    <a:pt x="4048" y="1267"/>
                  </a:cubicBezTo>
                  <a:cubicBezTo>
                    <a:pt x="3415" y="961"/>
                    <a:pt x="2788" y="601"/>
                    <a:pt x="2121" y="334"/>
                  </a:cubicBezTo>
                  <a:cubicBezTo>
                    <a:pt x="1633" y="139"/>
                    <a:pt x="1099" y="1"/>
                    <a:pt x="57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0" name="Google Shape;2073;p36"/>
            <p:cNvSpPr/>
            <p:nvPr/>
          </p:nvSpPr>
          <p:spPr>
            <a:xfrm>
              <a:off x="2195111" y="3368095"/>
              <a:ext cx="123683" cy="126676"/>
            </a:xfrm>
            <a:custGeom>
              <a:avLst/>
              <a:gdLst/>
              <a:ahLst/>
              <a:cxnLst/>
              <a:rect l="l" t="t" r="r" b="b"/>
              <a:pathLst>
                <a:path w="4422" h="4529" extrusionOk="0">
                  <a:moveTo>
                    <a:pt x="4421" y="0"/>
                  </a:moveTo>
                  <a:lnTo>
                    <a:pt x="4421" y="0"/>
                  </a:lnTo>
                  <a:cubicBezTo>
                    <a:pt x="3495" y="540"/>
                    <a:pt x="2661" y="1227"/>
                    <a:pt x="1887" y="1961"/>
                  </a:cubicBezTo>
                  <a:cubicBezTo>
                    <a:pt x="1501" y="2334"/>
                    <a:pt x="1134" y="2734"/>
                    <a:pt x="794" y="3134"/>
                  </a:cubicBezTo>
                  <a:cubicBezTo>
                    <a:pt x="454" y="3534"/>
                    <a:pt x="94" y="3988"/>
                    <a:pt x="0" y="4528"/>
                  </a:cubicBezTo>
                  <a:cubicBezTo>
                    <a:pt x="214" y="4028"/>
                    <a:pt x="587" y="3661"/>
                    <a:pt x="961" y="3281"/>
                  </a:cubicBezTo>
                  <a:cubicBezTo>
                    <a:pt x="1334" y="2908"/>
                    <a:pt x="1714" y="2534"/>
                    <a:pt x="2094" y="2167"/>
                  </a:cubicBezTo>
                  <a:cubicBezTo>
                    <a:pt x="2854" y="1434"/>
                    <a:pt x="3635" y="734"/>
                    <a:pt x="442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1" name="Google Shape;2074;p36"/>
            <p:cNvSpPr/>
            <p:nvPr/>
          </p:nvSpPr>
          <p:spPr>
            <a:xfrm>
              <a:off x="2328276" y="3253390"/>
              <a:ext cx="42738" cy="81141"/>
            </a:xfrm>
            <a:custGeom>
              <a:avLst/>
              <a:gdLst/>
              <a:ahLst/>
              <a:cxnLst/>
              <a:rect l="l" t="t" r="r" b="b"/>
              <a:pathLst>
                <a:path w="1528" h="2901" extrusionOk="0">
                  <a:moveTo>
                    <a:pt x="1301" y="0"/>
                  </a:moveTo>
                  <a:lnTo>
                    <a:pt x="1301" y="0"/>
                  </a:lnTo>
                  <a:cubicBezTo>
                    <a:pt x="1288" y="534"/>
                    <a:pt x="1147" y="1060"/>
                    <a:pt x="894" y="1534"/>
                  </a:cubicBezTo>
                  <a:cubicBezTo>
                    <a:pt x="654" y="2007"/>
                    <a:pt x="307" y="2427"/>
                    <a:pt x="1" y="2901"/>
                  </a:cubicBezTo>
                  <a:cubicBezTo>
                    <a:pt x="481" y="2587"/>
                    <a:pt x="874" y="2167"/>
                    <a:pt x="1154" y="1667"/>
                  </a:cubicBezTo>
                  <a:cubicBezTo>
                    <a:pt x="1408" y="1167"/>
                    <a:pt x="1528" y="534"/>
                    <a:pt x="13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2" name="Google Shape;2075;p36"/>
            <p:cNvSpPr/>
            <p:nvPr/>
          </p:nvSpPr>
          <p:spPr>
            <a:xfrm>
              <a:off x="1970736" y="3462829"/>
              <a:ext cx="136745" cy="595202"/>
            </a:xfrm>
            <a:custGeom>
              <a:avLst/>
              <a:gdLst/>
              <a:ahLst/>
              <a:cxnLst/>
              <a:rect l="l" t="t" r="r" b="b"/>
              <a:pathLst>
                <a:path w="4889" h="21280" extrusionOk="0">
                  <a:moveTo>
                    <a:pt x="3743" y="1"/>
                  </a:moveTo>
                  <a:cubicBezTo>
                    <a:pt x="3672" y="1"/>
                    <a:pt x="3600" y="18"/>
                    <a:pt x="3534" y="54"/>
                  </a:cubicBezTo>
                  <a:cubicBezTo>
                    <a:pt x="3328" y="174"/>
                    <a:pt x="3254" y="441"/>
                    <a:pt x="3368" y="648"/>
                  </a:cubicBezTo>
                  <a:cubicBezTo>
                    <a:pt x="3374" y="654"/>
                    <a:pt x="3808" y="1621"/>
                    <a:pt x="2087" y="3608"/>
                  </a:cubicBezTo>
                  <a:cubicBezTo>
                    <a:pt x="240" y="5742"/>
                    <a:pt x="0" y="8976"/>
                    <a:pt x="1334" y="13498"/>
                  </a:cubicBezTo>
                  <a:cubicBezTo>
                    <a:pt x="2374" y="17025"/>
                    <a:pt x="1400" y="20693"/>
                    <a:pt x="1387" y="20726"/>
                  </a:cubicBezTo>
                  <a:cubicBezTo>
                    <a:pt x="1327" y="20960"/>
                    <a:pt x="1467" y="21200"/>
                    <a:pt x="1701" y="21260"/>
                  </a:cubicBezTo>
                  <a:cubicBezTo>
                    <a:pt x="1734" y="21273"/>
                    <a:pt x="1774" y="21280"/>
                    <a:pt x="1814" y="21280"/>
                  </a:cubicBezTo>
                  <a:cubicBezTo>
                    <a:pt x="2007" y="21280"/>
                    <a:pt x="2181" y="21153"/>
                    <a:pt x="2234" y="20960"/>
                  </a:cubicBezTo>
                  <a:cubicBezTo>
                    <a:pt x="2274" y="20800"/>
                    <a:pt x="3281" y="17019"/>
                    <a:pt x="2167" y="13251"/>
                  </a:cubicBezTo>
                  <a:cubicBezTo>
                    <a:pt x="920" y="9030"/>
                    <a:pt x="1114" y="6062"/>
                    <a:pt x="2747" y="4182"/>
                  </a:cubicBezTo>
                  <a:cubicBezTo>
                    <a:pt x="4888" y="1695"/>
                    <a:pt x="4215" y="361"/>
                    <a:pt x="4135" y="221"/>
                  </a:cubicBezTo>
                  <a:cubicBezTo>
                    <a:pt x="4048" y="80"/>
                    <a:pt x="3897" y="1"/>
                    <a:pt x="374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3" name="Google Shape;2076;p36"/>
            <p:cNvSpPr/>
            <p:nvPr/>
          </p:nvSpPr>
          <p:spPr>
            <a:xfrm>
              <a:off x="2199810" y="3449236"/>
              <a:ext cx="227536" cy="542590"/>
            </a:xfrm>
            <a:custGeom>
              <a:avLst/>
              <a:gdLst/>
              <a:ahLst/>
              <a:cxnLst/>
              <a:rect l="l" t="t" r="r" b="b"/>
              <a:pathLst>
                <a:path w="8135" h="19399" extrusionOk="0">
                  <a:moveTo>
                    <a:pt x="612" y="1"/>
                  </a:moveTo>
                  <a:cubicBezTo>
                    <a:pt x="295" y="1"/>
                    <a:pt x="1" y="375"/>
                    <a:pt x="259" y="707"/>
                  </a:cubicBezTo>
                  <a:cubicBezTo>
                    <a:pt x="286" y="740"/>
                    <a:pt x="919" y="1574"/>
                    <a:pt x="3420" y="5828"/>
                  </a:cubicBezTo>
                  <a:cubicBezTo>
                    <a:pt x="4780" y="8115"/>
                    <a:pt x="5220" y="10763"/>
                    <a:pt x="5647" y="13303"/>
                  </a:cubicBezTo>
                  <a:cubicBezTo>
                    <a:pt x="6014" y="15484"/>
                    <a:pt x="6361" y="17545"/>
                    <a:pt x="7261" y="19172"/>
                  </a:cubicBezTo>
                  <a:cubicBezTo>
                    <a:pt x="7334" y="19312"/>
                    <a:pt x="7488" y="19398"/>
                    <a:pt x="7648" y="19398"/>
                  </a:cubicBezTo>
                  <a:cubicBezTo>
                    <a:pt x="7714" y="19398"/>
                    <a:pt x="7788" y="19378"/>
                    <a:pt x="7854" y="19345"/>
                  </a:cubicBezTo>
                  <a:cubicBezTo>
                    <a:pt x="8061" y="19225"/>
                    <a:pt x="8134" y="18958"/>
                    <a:pt x="8021" y="18745"/>
                  </a:cubicBezTo>
                  <a:cubicBezTo>
                    <a:pt x="7194" y="17251"/>
                    <a:pt x="6861" y="15271"/>
                    <a:pt x="6501" y="13163"/>
                  </a:cubicBezTo>
                  <a:cubicBezTo>
                    <a:pt x="6087" y="10663"/>
                    <a:pt x="5614" y="7815"/>
                    <a:pt x="4180" y="5381"/>
                  </a:cubicBezTo>
                  <a:cubicBezTo>
                    <a:pt x="1619" y="1034"/>
                    <a:pt x="966" y="200"/>
                    <a:pt x="946" y="173"/>
                  </a:cubicBezTo>
                  <a:cubicBezTo>
                    <a:pt x="849" y="51"/>
                    <a:pt x="729" y="1"/>
                    <a:pt x="61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4" name="Google Shape;2077;p36"/>
            <p:cNvSpPr/>
            <p:nvPr/>
          </p:nvSpPr>
          <p:spPr>
            <a:xfrm>
              <a:off x="1703454" y="3029658"/>
              <a:ext cx="610865" cy="465281"/>
            </a:xfrm>
            <a:custGeom>
              <a:avLst/>
              <a:gdLst/>
              <a:ahLst/>
              <a:cxnLst/>
              <a:rect l="l" t="t" r="r" b="b"/>
              <a:pathLst>
                <a:path w="21840" h="16635" extrusionOk="0">
                  <a:moveTo>
                    <a:pt x="11930" y="1"/>
                  </a:moveTo>
                  <a:cubicBezTo>
                    <a:pt x="11615" y="1"/>
                    <a:pt x="11294" y="8"/>
                    <a:pt x="10970" y="24"/>
                  </a:cubicBezTo>
                  <a:cubicBezTo>
                    <a:pt x="9563" y="90"/>
                    <a:pt x="8396" y="197"/>
                    <a:pt x="7402" y="330"/>
                  </a:cubicBezTo>
                  <a:cubicBezTo>
                    <a:pt x="5408" y="604"/>
                    <a:pt x="4168" y="1024"/>
                    <a:pt x="3294" y="1571"/>
                  </a:cubicBezTo>
                  <a:cubicBezTo>
                    <a:pt x="1994" y="2398"/>
                    <a:pt x="2221" y="3698"/>
                    <a:pt x="2221" y="3698"/>
                  </a:cubicBezTo>
                  <a:cubicBezTo>
                    <a:pt x="660" y="3971"/>
                    <a:pt x="0" y="5658"/>
                    <a:pt x="800" y="6799"/>
                  </a:cubicBezTo>
                  <a:cubicBezTo>
                    <a:pt x="1601" y="7939"/>
                    <a:pt x="5842" y="8919"/>
                    <a:pt x="9309" y="10940"/>
                  </a:cubicBezTo>
                  <a:cubicBezTo>
                    <a:pt x="12777" y="12967"/>
                    <a:pt x="16198" y="16635"/>
                    <a:pt x="16198" y="16635"/>
                  </a:cubicBezTo>
                  <a:cubicBezTo>
                    <a:pt x="17392" y="13227"/>
                    <a:pt x="21839" y="8459"/>
                    <a:pt x="21533" y="5759"/>
                  </a:cubicBezTo>
                  <a:cubicBezTo>
                    <a:pt x="21493" y="5398"/>
                    <a:pt x="21419" y="5045"/>
                    <a:pt x="21306" y="4705"/>
                  </a:cubicBezTo>
                  <a:cubicBezTo>
                    <a:pt x="20811" y="3171"/>
                    <a:pt x="19800" y="3124"/>
                    <a:pt x="19678" y="3124"/>
                  </a:cubicBezTo>
                  <a:cubicBezTo>
                    <a:pt x="19670" y="3124"/>
                    <a:pt x="19665" y="3124"/>
                    <a:pt x="19665" y="3124"/>
                  </a:cubicBezTo>
                  <a:cubicBezTo>
                    <a:pt x="19952" y="1565"/>
                    <a:pt x="16478" y="1"/>
                    <a:pt x="11930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" name="Google Shape;2078;p36"/>
            <p:cNvSpPr/>
            <p:nvPr/>
          </p:nvSpPr>
          <p:spPr>
            <a:xfrm>
              <a:off x="1704573" y="3021435"/>
              <a:ext cx="614585" cy="481727"/>
            </a:xfrm>
            <a:custGeom>
              <a:avLst/>
              <a:gdLst/>
              <a:ahLst/>
              <a:cxnLst/>
              <a:rect l="l" t="t" r="r" b="b"/>
              <a:pathLst>
                <a:path w="21973" h="17223" extrusionOk="0">
                  <a:moveTo>
                    <a:pt x="11897" y="584"/>
                  </a:moveTo>
                  <a:cubicBezTo>
                    <a:pt x="15431" y="584"/>
                    <a:pt x="18172" y="1551"/>
                    <a:pt x="19045" y="2552"/>
                  </a:cubicBezTo>
                  <a:cubicBezTo>
                    <a:pt x="19292" y="2832"/>
                    <a:pt x="19392" y="3098"/>
                    <a:pt x="19339" y="3358"/>
                  </a:cubicBezTo>
                  <a:cubicBezTo>
                    <a:pt x="19325" y="3445"/>
                    <a:pt x="19345" y="3532"/>
                    <a:pt x="19405" y="3599"/>
                  </a:cubicBezTo>
                  <a:cubicBezTo>
                    <a:pt x="19461" y="3660"/>
                    <a:pt x="19534" y="3699"/>
                    <a:pt x="19613" y="3699"/>
                  </a:cubicBezTo>
                  <a:cubicBezTo>
                    <a:pt x="19620" y="3699"/>
                    <a:pt x="19626" y="3699"/>
                    <a:pt x="19632" y="3699"/>
                  </a:cubicBezTo>
                  <a:cubicBezTo>
                    <a:pt x="19672" y="3699"/>
                    <a:pt x="20546" y="3712"/>
                    <a:pt x="20993" y="5092"/>
                  </a:cubicBezTo>
                  <a:cubicBezTo>
                    <a:pt x="21093" y="5412"/>
                    <a:pt x="21166" y="5746"/>
                    <a:pt x="21199" y="6086"/>
                  </a:cubicBezTo>
                  <a:cubicBezTo>
                    <a:pt x="21366" y="7580"/>
                    <a:pt x="19899" y="9887"/>
                    <a:pt x="18472" y="12127"/>
                  </a:cubicBezTo>
                  <a:cubicBezTo>
                    <a:pt x="17552" y="13581"/>
                    <a:pt x="16591" y="15068"/>
                    <a:pt x="16051" y="16402"/>
                  </a:cubicBezTo>
                  <a:cubicBezTo>
                    <a:pt x="15104" y="15448"/>
                    <a:pt x="12263" y="12648"/>
                    <a:pt x="9423" y="10987"/>
                  </a:cubicBezTo>
                  <a:cubicBezTo>
                    <a:pt x="7782" y="10034"/>
                    <a:pt x="6082" y="9353"/>
                    <a:pt x="4435" y="8693"/>
                  </a:cubicBezTo>
                  <a:cubicBezTo>
                    <a:pt x="2794" y="8033"/>
                    <a:pt x="1374" y="7460"/>
                    <a:pt x="994" y="6926"/>
                  </a:cubicBezTo>
                  <a:cubicBezTo>
                    <a:pt x="674" y="6473"/>
                    <a:pt x="614" y="5886"/>
                    <a:pt x="834" y="5379"/>
                  </a:cubicBezTo>
                  <a:cubicBezTo>
                    <a:pt x="1074" y="4792"/>
                    <a:pt x="1601" y="4372"/>
                    <a:pt x="2227" y="4272"/>
                  </a:cubicBezTo>
                  <a:cubicBezTo>
                    <a:pt x="2388" y="4252"/>
                    <a:pt x="2494" y="4099"/>
                    <a:pt x="2461" y="3939"/>
                  </a:cubicBezTo>
                  <a:cubicBezTo>
                    <a:pt x="2461" y="3925"/>
                    <a:pt x="2287" y="2825"/>
                    <a:pt x="3414" y="2118"/>
                  </a:cubicBezTo>
                  <a:cubicBezTo>
                    <a:pt x="4301" y="1545"/>
                    <a:pt x="5582" y="1165"/>
                    <a:pt x="7402" y="918"/>
                  </a:cubicBezTo>
                  <a:cubicBezTo>
                    <a:pt x="8402" y="771"/>
                    <a:pt x="9596" y="671"/>
                    <a:pt x="10936" y="604"/>
                  </a:cubicBezTo>
                  <a:lnTo>
                    <a:pt x="11897" y="584"/>
                  </a:lnTo>
                  <a:close/>
                  <a:moveTo>
                    <a:pt x="11881" y="0"/>
                  </a:moveTo>
                  <a:cubicBezTo>
                    <a:pt x="11561" y="0"/>
                    <a:pt x="11239" y="8"/>
                    <a:pt x="10916" y="24"/>
                  </a:cubicBezTo>
                  <a:cubicBezTo>
                    <a:pt x="9556" y="91"/>
                    <a:pt x="8342" y="191"/>
                    <a:pt x="7329" y="331"/>
                  </a:cubicBezTo>
                  <a:cubicBezTo>
                    <a:pt x="5415" y="598"/>
                    <a:pt x="4175" y="938"/>
                    <a:pt x="3094" y="1625"/>
                  </a:cubicBezTo>
                  <a:cubicBezTo>
                    <a:pt x="2007" y="2305"/>
                    <a:pt x="1867" y="3292"/>
                    <a:pt x="1867" y="3759"/>
                  </a:cubicBezTo>
                  <a:cubicBezTo>
                    <a:pt x="1161" y="3959"/>
                    <a:pt x="580" y="4472"/>
                    <a:pt x="294" y="5152"/>
                  </a:cubicBezTo>
                  <a:cubicBezTo>
                    <a:pt x="0" y="5846"/>
                    <a:pt x="87" y="6646"/>
                    <a:pt x="520" y="7266"/>
                  </a:cubicBezTo>
                  <a:cubicBezTo>
                    <a:pt x="1000" y="7940"/>
                    <a:pt x="2421" y="8506"/>
                    <a:pt x="4221" y="9233"/>
                  </a:cubicBezTo>
                  <a:cubicBezTo>
                    <a:pt x="5768" y="9854"/>
                    <a:pt x="7522" y="10554"/>
                    <a:pt x="9123" y="11487"/>
                  </a:cubicBezTo>
                  <a:cubicBezTo>
                    <a:pt x="12517" y="13461"/>
                    <a:pt x="15904" y="17095"/>
                    <a:pt x="15938" y="17129"/>
                  </a:cubicBezTo>
                  <a:cubicBezTo>
                    <a:pt x="15998" y="17189"/>
                    <a:pt x="16071" y="17222"/>
                    <a:pt x="16158" y="17222"/>
                  </a:cubicBezTo>
                  <a:lnTo>
                    <a:pt x="16211" y="17222"/>
                  </a:lnTo>
                  <a:cubicBezTo>
                    <a:pt x="16318" y="17195"/>
                    <a:pt x="16398" y="17129"/>
                    <a:pt x="16431" y="17029"/>
                  </a:cubicBezTo>
                  <a:cubicBezTo>
                    <a:pt x="16905" y="15662"/>
                    <a:pt x="17952" y="14021"/>
                    <a:pt x="18959" y="12434"/>
                  </a:cubicBezTo>
                  <a:cubicBezTo>
                    <a:pt x="20506" y="10007"/>
                    <a:pt x="21973" y="7706"/>
                    <a:pt x="21773" y="6019"/>
                  </a:cubicBezTo>
                  <a:cubicBezTo>
                    <a:pt x="21733" y="5639"/>
                    <a:pt x="21659" y="5272"/>
                    <a:pt x="21553" y="4906"/>
                  </a:cubicBezTo>
                  <a:cubicBezTo>
                    <a:pt x="21133" y="3619"/>
                    <a:pt x="20366" y="3258"/>
                    <a:pt x="19932" y="3158"/>
                  </a:cubicBezTo>
                  <a:cubicBezTo>
                    <a:pt x="19892" y="2792"/>
                    <a:pt x="19739" y="2445"/>
                    <a:pt x="19485" y="2171"/>
                  </a:cubicBezTo>
                  <a:cubicBezTo>
                    <a:pt x="18347" y="875"/>
                    <a:pt x="15240" y="0"/>
                    <a:pt x="1188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6" name="Google Shape;2079;p36"/>
            <p:cNvSpPr/>
            <p:nvPr/>
          </p:nvSpPr>
          <p:spPr>
            <a:xfrm>
              <a:off x="1703454" y="3038888"/>
              <a:ext cx="610865" cy="456051"/>
            </a:xfrm>
            <a:custGeom>
              <a:avLst/>
              <a:gdLst/>
              <a:ahLst/>
              <a:cxnLst/>
              <a:rect l="l" t="t" r="r" b="b"/>
              <a:pathLst>
                <a:path w="21840" h="16305" extrusionOk="0">
                  <a:moveTo>
                    <a:pt x="7402" y="0"/>
                  </a:moveTo>
                  <a:lnTo>
                    <a:pt x="7402" y="0"/>
                  </a:lnTo>
                  <a:cubicBezTo>
                    <a:pt x="5408" y="274"/>
                    <a:pt x="4168" y="694"/>
                    <a:pt x="3294" y="1241"/>
                  </a:cubicBezTo>
                  <a:cubicBezTo>
                    <a:pt x="1994" y="2068"/>
                    <a:pt x="2221" y="3368"/>
                    <a:pt x="2221" y="3368"/>
                  </a:cubicBezTo>
                  <a:cubicBezTo>
                    <a:pt x="660" y="3641"/>
                    <a:pt x="0" y="5328"/>
                    <a:pt x="800" y="6469"/>
                  </a:cubicBezTo>
                  <a:cubicBezTo>
                    <a:pt x="1601" y="7609"/>
                    <a:pt x="5842" y="8589"/>
                    <a:pt x="9309" y="10610"/>
                  </a:cubicBezTo>
                  <a:cubicBezTo>
                    <a:pt x="12777" y="12637"/>
                    <a:pt x="16198" y="16305"/>
                    <a:pt x="16198" y="16305"/>
                  </a:cubicBezTo>
                  <a:cubicBezTo>
                    <a:pt x="17392" y="12897"/>
                    <a:pt x="21839" y="8129"/>
                    <a:pt x="21533" y="5429"/>
                  </a:cubicBezTo>
                  <a:cubicBezTo>
                    <a:pt x="21493" y="5068"/>
                    <a:pt x="21419" y="4715"/>
                    <a:pt x="21306" y="4375"/>
                  </a:cubicBezTo>
                  <a:cubicBezTo>
                    <a:pt x="21139" y="4755"/>
                    <a:pt x="21013" y="5162"/>
                    <a:pt x="20879" y="5535"/>
                  </a:cubicBezTo>
                  <a:cubicBezTo>
                    <a:pt x="19932" y="8243"/>
                    <a:pt x="18265" y="10630"/>
                    <a:pt x="16611" y="12977"/>
                  </a:cubicBezTo>
                  <a:cubicBezTo>
                    <a:pt x="16338" y="13371"/>
                    <a:pt x="16071" y="13804"/>
                    <a:pt x="15491" y="13824"/>
                  </a:cubicBezTo>
                  <a:cubicBezTo>
                    <a:pt x="15485" y="13824"/>
                    <a:pt x="15478" y="13824"/>
                    <a:pt x="15472" y="13824"/>
                  </a:cubicBezTo>
                  <a:cubicBezTo>
                    <a:pt x="14896" y="13824"/>
                    <a:pt x="14527" y="13232"/>
                    <a:pt x="14231" y="12730"/>
                  </a:cubicBezTo>
                  <a:cubicBezTo>
                    <a:pt x="12297" y="9456"/>
                    <a:pt x="8743" y="7189"/>
                    <a:pt x="4955" y="6802"/>
                  </a:cubicBezTo>
                  <a:cubicBezTo>
                    <a:pt x="4228" y="6729"/>
                    <a:pt x="3408" y="6696"/>
                    <a:pt x="2874" y="6202"/>
                  </a:cubicBezTo>
                  <a:cubicBezTo>
                    <a:pt x="2341" y="5709"/>
                    <a:pt x="2428" y="4568"/>
                    <a:pt x="3154" y="4475"/>
                  </a:cubicBezTo>
                  <a:cubicBezTo>
                    <a:pt x="2874" y="3595"/>
                    <a:pt x="3234" y="2428"/>
                    <a:pt x="4001" y="1888"/>
                  </a:cubicBezTo>
                  <a:cubicBezTo>
                    <a:pt x="4621" y="1434"/>
                    <a:pt x="5368" y="1627"/>
                    <a:pt x="6002" y="1387"/>
                  </a:cubicBezTo>
                  <a:cubicBezTo>
                    <a:pt x="6635" y="1141"/>
                    <a:pt x="7095" y="634"/>
                    <a:pt x="7402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7" name="Google Shape;2080;p36"/>
            <p:cNvSpPr/>
            <p:nvPr/>
          </p:nvSpPr>
          <p:spPr>
            <a:xfrm>
              <a:off x="1740738" y="3163662"/>
              <a:ext cx="52276" cy="52723"/>
            </a:xfrm>
            <a:custGeom>
              <a:avLst/>
              <a:gdLst/>
              <a:ahLst/>
              <a:cxnLst/>
              <a:rect l="l" t="t" r="r" b="b"/>
              <a:pathLst>
                <a:path w="1869" h="1885" extrusionOk="0">
                  <a:moveTo>
                    <a:pt x="661" y="1"/>
                  </a:moveTo>
                  <a:lnTo>
                    <a:pt x="661" y="1"/>
                  </a:lnTo>
                  <a:cubicBezTo>
                    <a:pt x="388" y="14"/>
                    <a:pt x="154" y="267"/>
                    <a:pt x="74" y="567"/>
                  </a:cubicBezTo>
                  <a:cubicBezTo>
                    <a:pt x="1" y="867"/>
                    <a:pt x="128" y="1194"/>
                    <a:pt x="321" y="1408"/>
                  </a:cubicBezTo>
                  <a:cubicBezTo>
                    <a:pt x="508" y="1628"/>
                    <a:pt x="768" y="1774"/>
                    <a:pt x="1055" y="1834"/>
                  </a:cubicBezTo>
                  <a:cubicBezTo>
                    <a:pt x="1216" y="1867"/>
                    <a:pt x="1380" y="1884"/>
                    <a:pt x="1545" y="1884"/>
                  </a:cubicBezTo>
                  <a:cubicBezTo>
                    <a:pt x="1652" y="1884"/>
                    <a:pt x="1760" y="1877"/>
                    <a:pt x="1868" y="1861"/>
                  </a:cubicBezTo>
                  <a:cubicBezTo>
                    <a:pt x="1355" y="1708"/>
                    <a:pt x="841" y="1574"/>
                    <a:pt x="534" y="1214"/>
                  </a:cubicBezTo>
                  <a:cubicBezTo>
                    <a:pt x="381" y="1048"/>
                    <a:pt x="294" y="827"/>
                    <a:pt x="301" y="601"/>
                  </a:cubicBezTo>
                  <a:cubicBezTo>
                    <a:pt x="314" y="354"/>
                    <a:pt x="448" y="127"/>
                    <a:pt x="6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8" name="Google Shape;2081;p36"/>
            <p:cNvSpPr/>
            <p:nvPr/>
          </p:nvSpPr>
          <p:spPr>
            <a:xfrm>
              <a:off x="1830830" y="3248719"/>
              <a:ext cx="85840" cy="31550"/>
            </a:xfrm>
            <a:custGeom>
              <a:avLst/>
              <a:gdLst/>
              <a:ahLst/>
              <a:cxnLst/>
              <a:rect l="l" t="t" r="r" b="b"/>
              <a:pathLst>
                <a:path w="3069" h="1128" extrusionOk="0">
                  <a:moveTo>
                    <a:pt x="1" y="0"/>
                  </a:moveTo>
                  <a:cubicBezTo>
                    <a:pt x="888" y="674"/>
                    <a:pt x="1955" y="1067"/>
                    <a:pt x="3068" y="1127"/>
                  </a:cubicBezTo>
                  <a:cubicBezTo>
                    <a:pt x="2568" y="894"/>
                    <a:pt x="2055" y="701"/>
                    <a:pt x="1548" y="521"/>
                  </a:cubicBezTo>
                  <a:cubicBezTo>
                    <a:pt x="1041" y="334"/>
                    <a:pt x="541" y="140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9" name="Google Shape;2082;p36"/>
            <p:cNvSpPr/>
            <p:nvPr/>
          </p:nvSpPr>
          <p:spPr>
            <a:xfrm>
              <a:off x="1952247" y="3290870"/>
              <a:ext cx="190280" cy="131151"/>
            </a:xfrm>
            <a:custGeom>
              <a:avLst/>
              <a:gdLst/>
              <a:ahLst/>
              <a:cxnLst/>
              <a:rect l="l" t="t" r="r" b="b"/>
              <a:pathLst>
                <a:path w="6803" h="4689" extrusionOk="0">
                  <a:moveTo>
                    <a:pt x="1" y="0"/>
                  </a:moveTo>
                  <a:lnTo>
                    <a:pt x="1" y="0"/>
                  </a:lnTo>
                  <a:cubicBezTo>
                    <a:pt x="1221" y="647"/>
                    <a:pt x="2408" y="1361"/>
                    <a:pt x="3549" y="2134"/>
                  </a:cubicBezTo>
                  <a:cubicBezTo>
                    <a:pt x="4682" y="2921"/>
                    <a:pt x="5769" y="3775"/>
                    <a:pt x="6803" y="4688"/>
                  </a:cubicBezTo>
                  <a:cubicBezTo>
                    <a:pt x="5903" y="3615"/>
                    <a:pt x="4862" y="2674"/>
                    <a:pt x="3709" y="1894"/>
                  </a:cubicBezTo>
                  <a:cubicBezTo>
                    <a:pt x="2562" y="1101"/>
                    <a:pt x="1315" y="467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0" name="Google Shape;2083;p36"/>
            <p:cNvSpPr/>
            <p:nvPr/>
          </p:nvSpPr>
          <p:spPr>
            <a:xfrm>
              <a:off x="2161351" y="3355033"/>
              <a:ext cx="41060" cy="66233"/>
            </a:xfrm>
            <a:custGeom>
              <a:avLst/>
              <a:gdLst/>
              <a:ahLst/>
              <a:cxnLst/>
              <a:rect l="l" t="t" r="r" b="b"/>
              <a:pathLst>
                <a:path w="1468" h="2368" extrusionOk="0">
                  <a:moveTo>
                    <a:pt x="1467" y="0"/>
                  </a:moveTo>
                  <a:lnTo>
                    <a:pt x="1467" y="0"/>
                  </a:lnTo>
                  <a:cubicBezTo>
                    <a:pt x="1021" y="200"/>
                    <a:pt x="640" y="534"/>
                    <a:pt x="394" y="961"/>
                  </a:cubicBezTo>
                  <a:cubicBezTo>
                    <a:pt x="154" y="1387"/>
                    <a:pt x="0" y="1874"/>
                    <a:pt x="54" y="2368"/>
                  </a:cubicBezTo>
                  <a:cubicBezTo>
                    <a:pt x="214" y="1934"/>
                    <a:pt x="414" y="1514"/>
                    <a:pt x="640" y="1107"/>
                  </a:cubicBezTo>
                  <a:cubicBezTo>
                    <a:pt x="880" y="714"/>
                    <a:pt x="1161" y="347"/>
                    <a:pt x="14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1" name="Google Shape;2084;p36"/>
            <p:cNvSpPr/>
            <p:nvPr/>
          </p:nvSpPr>
          <p:spPr>
            <a:xfrm>
              <a:off x="1779169" y="2975060"/>
              <a:ext cx="485335" cy="283756"/>
            </a:xfrm>
            <a:custGeom>
              <a:avLst/>
              <a:gdLst/>
              <a:ahLst/>
              <a:cxnLst/>
              <a:rect l="l" t="t" r="r" b="b"/>
              <a:pathLst>
                <a:path w="17352" h="10145" extrusionOk="0">
                  <a:moveTo>
                    <a:pt x="7228" y="0"/>
                  </a:moveTo>
                  <a:cubicBezTo>
                    <a:pt x="6864" y="0"/>
                    <a:pt x="6496" y="5"/>
                    <a:pt x="6129" y="22"/>
                  </a:cubicBezTo>
                  <a:cubicBezTo>
                    <a:pt x="4955" y="75"/>
                    <a:pt x="3768" y="215"/>
                    <a:pt x="2708" y="589"/>
                  </a:cubicBezTo>
                  <a:cubicBezTo>
                    <a:pt x="981" y="1215"/>
                    <a:pt x="1688" y="2983"/>
                    <a:pt x="1861" y="3776"/>
                  </a:cubicBezTo>
                  <a:cubicBezTo>
                    <a:pt x="2034" y="4570"/>
                    <a:pt x="1" y="5817"/>
                    <a:pt x="754" y="7711"/>
                  </a:cubicBezTo>
                  <a:cubicBezTo>
                    <a:pt x="1399" y="9345"/>
                    <a:pt x="5241" y="10145"/>
                    <a:pt x="9115" y="10145"/>
                  </a:cubicBezTo>
                  <a:cubicBezTo>
                    <a:pt x="9730" y="10145"/>
                    <a:pt x="10346" y="10125"/>
                    <a:pt x="10950" y="10084"/>
                  </a:cubicBezTo>
                  <a:cubicBezTo>
                    <a:pt x="14564" y="9844"/>
                    <a:pt x="16572" y="8457"/>
                    <a:pt x="17139" y="7257"/>
                  </a:cubicBezTo>
                  <a:cubicBezTo>
                    <a:pt x="17299" y="6904"/>
                    <a:pt x="17352" y="6557"/>
                    <a:pt x="17265" y="6263"/>
                  </a:cubicBezTo>
                  <a:cubicBezTo>
                    <a:pt x="16905" y="4983"/>
                    <a:pt x="15858" y="4616"/>
                    <a:pt x="16072" y="3329"/>
                  </a:cubicBezTo>
                  <a:cubicBezTo>
                    <a:pt x="16292" y="2049"/>
                    <a:pt x="14438" y="95"/>
                    <a:pt x="8303" y="8"/>
                  </a:cubicBezTo>
                  <a:cubicBezTo>
                    <a:pt x="7953" y="5"/>
                    <a:pt x="7593" y="0"/>
                    <a:pt x="7228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2" name="Google Shape;2085;p36"/>
            <p:cNvSpPr/>
            <p:nvPr/>
          </p:nvSpPr>
          <p:spPr>
            <a:xfrm>
              <a:off x="1778050" y="2967033"/>
              <a:ext cx="494482" cy="299978"/>
            </a:xfrm>
            <a:custGeom>
              <a:avLst/>
              <a:gdLst/>
              <a:ahLst/>
              <a:cxnLst/>
              <a:rect l="l" t="t" r="r" b="b"/>
              <a:pathLst>
                <a:path w="17679" h="10725" extrusionOk="0">
                  <a:moveTo>
                    <a:pt x="7323" y="576"/>
                  </a:moveTo>
                  <a:lnTo>
                    <a:pt x="8336" y="582"/>
                  </a:lnTo>
                  <a:cubicBezTo>
                    <a:pt x="13371" y="662"/>
                    <a:pt x="15005" y="1989"/>
                    <a:pt x="15478" y="2549"/>
                  </a:cubicBezTo>
                  <a:cubicBezTo>
                    <a:pt x="15765" y="2896"/>
                    <a:pt x="15878" y="3243"/>
                    <a:pt x="15825" y="3570"/>
                  </a:cubicBezTo>
                  <a:cubicBezTo>
                    <a:pt x="15671" y="4437"/>
                    <a:pt x="16045" y="4963"/>
                    <a:pt x="16405" y="5470"/>
                  </a:cubicBezTo>
                  <a:cubicBezTo>
                    <a:pt x="16645" y="5810"/>
                    <a:pt x="16892" y="6157"/>
                    <a:pt x="17025" y="6637"/>
                  </a:cubicBezTo>
                  <a:cubicBezTo>
                    <a:pt x="17092" y="6857"/>
                    <a:pt x="17045" y="7131"/>
                    <a:pt x="16912" y="7417"/>
                  </a:cubicBezTo>
                  <a:cubicBezTo>
                    <a:pt x="16412" y="8498"/>
                    <a:pt x="14544" y="9845"/>
                    <a:pt x="10970" y="10078"/>
                  </a:cubicBezTo>
                  <a:cubicBezTo>
                    <a:pt x="10387" y="10118"/>
                    <a:pt x="9789" y="10137"/>
                    <a:pt x="9191" y="10137"/>
                  </a:cubicBezTo>
                  <a:cubicBezTo>
                    <a:pt x="5442" y="10137"/>
                    <a:pt x="1648" y="9368"/>
                    <a:pt x="1068" y="7884"/>
                  </a:cubicBezTo>
                  <a:cubicBezTo>
                    <a:pt x="654" y="6844"/>
                    <a:pt x="1194" y="6030"/>
                    <a:pt x="1674" y="5303"/>
                  </a:cubicBezTo>
                  <a:cubicBezTo>
                    <a:pt x="2001" y="4830"/>
                    <a:pt x="2275" y="4410"/>
                    <a:pt x="2188" y="3996"/>
                  </a:cubicBezTo>
                  <a:cubicBezTo>
                    <a:pt x="2161" y="3903"/>
                    <a:pt x="2134" y="3796"/>
                    <a:pt x="2101" y="3676"/>
                  </a:cubicBezTo>
                  <a:cubicBezTo>
                    <a:pt x="1821" y="2596"/>
                    <a:pt x="1661" y="1576"/>
                    <a:pt x="2841" y="1156"/>
                  </a:cubicBezTo>
                  <a:cubicBezTo>
                    <a:pt x="3742" y="836"/>
                    <a:pt x="4802" y="662"/>
                    <a:pt x="6176" y="602"/>
                  </a:cubicBezTo>
                  <a:lnTo>
                    <a:pt x="7323" y="576"/>
                  </a:lnTo>
                  <a:close/>
                  <a:moveTo>
                    <a:pt x="7282" y="0"/>
                  </a:moveTo>
                  <a:cubicBezTo>
                    <a:pt x="6912" y="0"/>
                    <a:pt x="6532" y="5"/>
                    <a:pt x="6156" y="22"/>
                  </a:cubicBezTo>
                  <a:cubicBezTo>
                    <a:pt x="4722" y="75"/>
                    <a:pt x="3608" y="269"/>
                    <a:pt x="2655" y="602"/>
                  </a:cubicBezTo>
                  <a:cubicBezTo>
                    <a:pt x="861" y="1242"/>
                    <a:pt x="1321" y="2990"/>
                    <a:pt x="1541" y="3830"/>
                  </a:cubicBezTo>
                  <a:cubicBezTo>
                    <a:pt x="1568" y="3936"/>
                    <a:pt x="1568" y="3943"/>
                    <a:pt x="1608" y="4123"/>
                  </a:cubicBezTo>
                  <a:cubicBezTo>
                    <a:pt x="1654" y="4297"/>
                    <a:pt x="1414" y="4643"/>
                    <a:pt x="1194" y="4990"/>
                  </a:cubicBezTo>
                  <a:cubicBezTo>
                    <a:pt x="687" y="5737"/>
                    <a:pt x="1" y="6777"/>
                    <a:pt x="527" y="8104"/>
                  </a:cubicBezTo>
                  <a:cubicBezTo>
                    <a:pt x="1234" y="9891"/>
                    <a:pt x="5222" y="10725"/>
                    <a:pt x="9190" y="10725"/>
                  </a:cubicBezTo>
                  <a:cubicBezTo>
                    <a:pt x="9797" y="10725"/>
                    <a:pt x="10410" y="10698"/>
                    <a:pt x="11010" y="10665"/>
                  </a:cubicBezTo>
                  <a:cubicBezTo>
                    <a:pt x="14845" y="10405"/>
                    <a:pt x="16872" y="8891"/>
                    <a:pt x="17439" y="7664"/>
                  </a:cubicBezTo>
                  <a:lnTo>
                    <a:pt x="17445" y="7664"/>
                  </a:lnTo>
                  <a:cubicBezTo>
                    <a:pt x="17639" y="7244"/>
                    <a:pt x="17679" y="6837"/>
                    <a:pt x="17579" y="6477"/>
                  </a:cubicBezTo>
                  <a:cubicBezTo>
                    <a:pt x="17425" y="5904"/>
                    <a:pt x="17139" y="5497"/>
                    <a:pt x="16878" y="5137"/>
                  </a:cubicBezTo>
                  <a:cubicBezTo>
                    <a:pt x="16538" y="4657"/>
                    <a:pt x="16292" y="4297"/>
                    <a:pt x="16398" y="3670"/>
                  </a:cubicBezTo>
                  <a:cubicBezTo>
                    <a:pt x="16478" y="3176"/>
                    <a:pt x="16312" y="2643"/>
                    <a:pt x="15925" y="2176"/>
                  </a:cubicBezTo>
                  <a:cubicBezTo>
                    <a:pt x="15278" y="1396"/>
                    <a:pt x="13431" y="75"/>
                    <a:pt x="8343" y="9"/>
                  </a:cubicBezTo>
                  <a:cubicBezTo>
                    <a:pt x="8009" y="5"/>
                    <a:pt x="7651" y="0"/>
                    <a:pt x="728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3" name="Google Shape;2086;p36"/>
            <p:cNvSpPr/>
            <p:nvPr/>
          </p:nvSpPr>
          <p:spPr>
            <a:xfrm>
              <a:off x="1779169" y="2975648"/>
              <a:ext cx="479378" cy="283168"/>
            </a:xfrm>
            <a:custGeom>
              <a:avLst/>
              <a:gdLst/>
              <a:ahLst/>
              <a:cxnLst/>
              <a:rect l="l" t="t" r="r" b="b"/>
              <a:pathLst>
                <a:path w="17139" h="10124" extrusionOk="0">
                  <a:moveTo>
                    <a:pt x="6129" y="1"/>
                  </a:moveTo>
                  <a:cubicBezTo>
                    <a:pt x="4955" y="54"/>
                    <a:pt x="3768" y="194"/>
                    <a:pt x="2708" y="568"/>
                  </a:cubicBezTo>
                  <a:cubicBezTo>
                    <a:pt x="981" y="1194"/>
                    <a:pt x="1688" y="2962"/>
                    <a:pt x="1861" y="3755"/>
                  </a:cubicBezTo>
                  <a:cubicBezTo>
                    <a:pt x="2034" y="4549"/>
                    <a:pt x="1" y="5796"/>
                    <a:pt x="754" y="7690"/>
                  </a:cubicBezTo>
                  <a:cubicBezTo>
                    <a:pt x="1399" y="9324"/>
                    <a:pt x="5241" y="10124"/>
                    <a:pt x="9115" y="10124"/>
                  </a:cubicBezTo>
                  <a:cubicBezTo>
                    <a:pt x="9730" y="10124"/>
                    <a:pt x="10346" y="10104"/>
                    <a:pt x="10950" y="10063"/>
                  </a:cubicBezTo>
                  <a:cubicBezTo>
                    <a:pt x="14564" y="9823"/>
                    <a:pt x="16572" y="8436"/>
                    <a:pt x="17139" y="7236"/>
                  </a:cubicBezTo>
                  <a:lnTo>
                    <a:pt x="17139" y="7236"/>
                  </a:lnTo>
                  <a:lnTo>
                    <a:pt x="16598" y="7523"/>
                  </a:lnTo>
                  <a:cubicBezTo>
                    <a:pt x="14443" y="8642"/>
                    <a:pt x="12007" y="9212"/>
                    <a:pt x="9572" y="9212"/>
                  </a:cubicBezTo>
                  <a:cubicBezTo>
                    <a:pt x="7930" y="9212"/>
                    <a:pt x="6290" y="8953"/>
                    <a:pt x="4735" y="8430"/>
                  </a:cubicBezTo>
                  <a:cubicBezTo>
                    <a:pt x="427" y="6969"/>
                    <a:pt x="4568" y="2428"/>
                    <a:pt x="6029" y="161"/>
                  </a:cubicBezTo>
                  <a:lnTo>
                    <a:pt x="6129" y="1"/>
                  </a:ln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4" name="Google Shape;2087;p36"/>
            <p:cNvSpPr/>
            <p:nvPr/>
          </p:nvSpPr>
          <p:spPr>
            <a:xfrm>
              <a:off x="1836619" y="3033098"/>
              <a:ext cx="24642" cy="53367"/>
            </a:xfrm>
            <a:custGeom>
              <a:avLst/>
              <a:gdLst/>
              <a:ahLst/>
              <a:cxnLst/>
              <a:rect l="l" t="t" r="r" b="b"/>
              <a:pathLst>
                <a:path w="881" h="1908" extrusionOk="0">
                  <a:moveTo>
                    <a:pt x="294" y="1"/>
                  </a:moveTo>
                  <a:cubicBezTo>
                    <a:pt x="40" y="294"/>
                    <a:pt x="0" y="728"/>
                    <a:pt x="114" y="1101"/>
                  </a:cubicBezTo>
                  <a:cubicBezTo>
                    <a:pt x="234" y="1474"/>
                    <a:pt x="507" y="1808"/>
                    <a:pt x="881" y="1908"/>
                  </a:cubicBezTo>
                  <a:cubicBezTo>
                    <a:pt x="661" y="1641"/>
                    <a:pt x="494" y="1341"/>
                    <a:pt x="394" y="1014"/>
                  </a:cubicBezTo>
                  <a:cubicBezTo>
                    <a:pt x="287" y="688"/>
                    <a:pt x="254" y="341"/>
                    <a:pt x="29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5" name="Google Shape;2088;p36"/>
            <p:cNvSpPr/>
            <p:nvPr/>
          </p:nvSpPr>
          <p:spPr>
            <a:xfrm>
              <a:off x="1814411" y="3123945"/>
              <a:ext cx="51884" cy="89280"/>
            </a:xfrm>
            <a:custGeom>
              <a:avLst/>
              <a:gdLst/>
              <a:ahLst/>
              <a:cxnLst/>
              <a:rect l="l" t="t" r="r" b="b"/>
              <a:pathLst>
                <a:path w="1855" h="3192" extrusionOk="0">
                  <a:moveTo>
                    <a:pt x="1141" y="0"/>
                  </a:moveTo>
                  <a:cubicBezTo>
                    <a:pt x="441" y="260"/>
                    <a:pt x="1" y="1107"/>
                    <a:pt x="174" y="1887"/>
                  </a:cubicBezTo>
                  <a:cubicBezTo>
                    <a:pt x="346" y="2624"/>
                    <a:pt x="1038" y="3192"/>
                    <a:pt x="1749" y="3192"/>
                  </a:cubicBezTo>
                  <a:cubicBezTo>
                    <a:pt x="1784" y="3192"/>
                    <a:pt x="1820" y="3191"/>
                    <a:pt x="1855" y="3188"/>
                  </a:cubicBezTo>
                  <a:cubicBezTo>
                    <a:pt x="1155" y="3008"/>
                    <a:pt x="601" y="2461"/>
                    <a:pt x="461" y="1821"/>
                  </a:cubicBezTo>
                  <a:cubicBezTo>
                    <a:pt x="321" y="1181"/>
                    <a:pt x="574" y="460"/>
                    <a:pt x="114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6" name="Google Shape;2089;p36"/>
            <p:cNvSpPr/>
            <p:nvPr/>
          </p:nvSpPr>
          <p:spPr>
            <a:xfrm>
              <a:off x="1914404" y="3211603"/>
              <a:ext cx="220488" cy="18404"/>
            </a:xfrm>
            <a:custGeom>
              <a:avLst/>
              <a:gdLst/>
              <a:ahLst/>
              <a:cxnLst/>
              <a:rect l="l" t="t" r="r" b="b"/>
              <a:pathLst>
                <a:path w="7883" h="658" extrusionOk="0">
                  <a:moveTo>
                    <a:pt x="7882" y="0"/>
                  </a:moveTo>
                  <a:lnTo>
                    <a:pt x="7882" y="0"/>
                  </a:lnTo>
                  <a:cubicBezTo>
                    <a:pt x="6433" y="249"/>
                    <a:pt x="4970" y="373"/>
                    <a:pt x="3506" y="373"/>
                  </a:cubicBezTo>
                  <a:cubicBezTo>
                    <a:pt x="2335" y="373"/>
                    <a:pt x="1164" y="294"/>
                    <a:pt x="0" y="134"/>
                  </a:cubicBezTo>
                  <a:lnTo>
                    <a:pt x="0" y="134"/>
                  </a:lnTo>
                  <a:cubicBezTo>
                    <a:pt x="1177" y="483"/>
                    <a:pt x="2399" y="658"/>
                    <a:pt x="3625" y="658"/>
                  </a:cubicBezTo>
                  <a:cubicBezTo>
                    <a:pt x="3733" y="658"/>
                    <a:pt x="3840" y="657"/>
                    <a:pt x="3948" y="654"/>
                  </a:cubicBezTo>
                  <a:cubicBezTo>
                    <a:pt x="5282" y="627"/>
                    <a:pt x="6622" y="434"/>
                    <a:pt x="788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7" name="Google Shape;2090;p36"/>
            <p:cNvSpPr/>
            <p:nvPr/>
          </p:nvSpPr>
          <p:spPr>
            <a:xfrm>
              <a:off x="2160037" y="3173731"/>
              <a:ext cx="50010" cy="33788"/>
            </a:xfrm>
            <a:custGeom>
              <a:avLst/>
              <a:gdLst/>
              <a:ahLst/>
              <a:cxnLst/>
              <a:rect l="l" t="t" r="r" b="b"/>
              <a:pathLst>
                <a:path w="1788" h="1208" extrusionOk="0">
                  <a:moveTo>
                    <a:pt x="1788" y="1"/>
                  </a:moveTo>
                  <a:lnTo>
                    <a:pt x="1788" y="1"/>
                  </a:lnTo>
                  <a:cubicBezTo>
                    <a:pt x="1468" y="207"/>
                    <a:pt x="1188" y="407"/>
                    <a:pt x="901" y="608"/>
                  </a:cubicBezTo>
                  <a:cubicBezTo>
                    <a:pt x="607" y="808"/>
                    <a:pt x="307" y="988"/>
                    <a:pt x="1" y="1208"/>
                  </a:cubicBezTo>
                  <a:cubicBezTo>
                    <a:pt x="767" y="1161"/>
                    <a:pt x="1454" y="694"/>
                    <a:pt x="178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8" name="Google Shape;2091;p36"/>
            <p:cNvSpPr/>
            <p:nvPr/>
          </p:nvSpPr>
          <p:spPr>
            <a:xfrm>
              <a:off x="2656364" y="2141163"/>
              <a:ext cx="243619" cy="376448"/>
            </a:xfrm>
            <a:custGeom>
              <a:avLst/>
              <a:gdLst/>
              <a:ahLst/>
              <a:cxnLst/>
              <a:rect l="l" t="t" r="r" b="b"/>
              <a:pathLst>
                <a:path w="8710" h="13459" extrusionOk="0">
                  <a:moveTo>
                    <a:pt x="5053" y="0"/>
                  </a:moveTo>
                  <a:cubicBezTo>
                    <a:pt x="4802" y="0"/>
                    <a:pt x="4551" y="21"/>
                    <a:pt x="4301" y="61"/>
                  </a:cubicBezTo>
                  <a:cubicBezTo>
                    <a:pt x="1934" y="475"/>
                    <a:pt x="661" y="2715"/>
                    <a:pt x="661" y="2715"/>
                  </a:cubicBezTo>
                  <a:cubicBezTo>
                    <a:pt x="894" y="8270"/>
                    <a:pt x="0" y="13458"/>
                    <a:pt x="0" y="13458"/>
                  </a:cubicBezTo>
                  <a:cubicBezTo>
                    <a:pt x="0" y="13458"/>
                    <a:pt x="3061" y="12151"/>
                    <a:pt x="5262" y="9977"/>
                  </a:cubicBezTo>
                  <a:cubicBezTo>
                    <a:pt x="5809" y="9444"/>
                    <a:pt x="6289" y="8844"/>
                    <a:pt x="6682" y="8190"/>
                  </a:cubicBezTo>
                  <a:cubicBezTo>
                    <a:pt x="8596" y="4963"/>
                    <a:pt x="8709" y="381"/>
                    <a:pt x="5549" y="28"/>
                  </a:cubicBezTo>
                  <a:cubicBezTo>
                    <a:pt x="5384" y="9"/>
                    <a:pt x="5219" y="0"/>
                    <a:pt x="5053" y="0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9" name="Google Shape;2092;p36"/>
            <p:cNvSpPr/>
            <p:nvPr/>
          </p:nvSpPr>
          <p:spPr>
            <a:xfrm>
              <a:off x="2645903" y="2132940"/>
              <a:ext cx="255002" cy="397901"/>
            </a:xfrm>
            <a:custGeom>
              <a:avLst/>
              <a:gdLst/>
              <a:ahLst/>
              <a:cxnLst/>
              <a:rect l="l" t="t" r="r" b="b"/>
              <a:pathLst>
                <a:path w="9117" h="14226" extrusionOk="0">
                  <a:moveTo>
                    <a:pt x="5425" y="581"/>
                  </a:moveTo>
                  <a:cubicBezTo>
                    <a:pt x="5580" y="581"/>
                    <a:pt x="5735" y="590"/>
                    <a:pt x="5889" y="609"/>
                  </a:cubicBezTo>
                  <a:cubicBezTo>
                    <a:pt x="6736" y="709"/>
                    <a:pt x="7356" y="1135"/>
                    <a:pt x="7723" y="1882"/>
                  </a:cubicBezTo>
                  <a:cubicBezTo>
                    <a:pt x="8490" y="3423"/>
                    <a:pt x="8110" y="6137"/>
                    <a:pt x="6809" y="8344"/>
                  </a:cubicBezTo>
                  <a:cubicBezTo>
                    <a:pt x="6423" y="8971"/>
                    <a:pt x="5963" y="9544"/>
                    <a:pt x="5436" y="10058"/>
                  </a:cubicBezTo>
                  <a:cubicBezTo>
                    <a:pt x="3809" y="11672"/>
                    <a:pt x="1681" y="12805"/>
                    <a:pt x="741" y="13252"/>
                  </a:cubicBezTo>
                  <a:cubicBezTo>
                    <a:pt x="955" y="11785"/>
                    <a:pt x="1501" y="7544"/>
                    <a:pt x="1321" y="3083"/>
                  </a:cubicBezTo>
                  <a:cubicBezTo>
                    <a:pt x="1555" y="2716"/>
                    <a:pt x="2742" y="982"/>
                    <a:pt x="4722" y="642"/>
                  </a:cubicBezTo>
                  <a:cubicBezTo>
                    <a:pt x="4955" y="602"/>
                    <a:pt x="5191" y="581"/>
                    <a:pt x="5425" y="581"/>
                  </a:cubicBezTo>
                  <a:close/>
                  <a:moveTo>
                    <a:pt x="5401" y="1"/>
                  </a:moveTo>
                  <a:cubicBezTo>
                    <a:pt x="5144" y="1"/>
                    <a:pt x="4889" y="22"/>
                    <a:pt x="4635" y="68"/>
                  </a:cubicBezTo>
                  <a:cubicBezTo>
                    <a:pt x="2155" y="489"/>
                    <a:pt x="841" y="2769"/>
                    <a:pt x="781" y="2869"/>
                  </a:cubicBezTo>
                  <a:lnTo>
                    <a:pt x="741" y="2943"/>
                  </a:lnTo>
                  <a:lnTo>
                    <a:pt x="741" y="3023"/>
                  </a:lnTo>
                  <a:cubicBezTo>
                    <a:pt x="975" y="8484"/>
                    <a:pt x="88" y="13645"/>
                    <a:pt x="81" y="13705"/>
                  </a:cubicBezTo>
                  <a:lnTo>
                    <a:pt x="1" y="14226"/>
                  </a:lnTo>
                  <a:lnTo>
                    <a:pt x="488" y="14019"/>
                  </a:lnTo>
                  <a:cubicBezTo>
                    <a:pt x="621" y="13959"/>
                    <a:pt x="3635" y="12672"/>
                    <a:pt x="5849" y="10478"/>
                  </a:cubicBezTo>
                  <a:cubicBezTo>
                    <a:pt x="6416" y="9924"/>
                    <a:pt x="6909" y="9311"/>
                    <a:pt x="7316" y="8637"/>
                  </a:cubicBezTo>
                  <a:cubicBezTo>
                    <a:pt x="8730" y="6237"/>
                    <a:pt x="9117" y="3356"/>
                    <a:pt x="8256" y="1622"/>
                  </a:cubicBezTo>
                  <a:cubicBezTo>
                    <a:pt x="7803" y="702"/>
                    <a:pt x="7003" y="149"/>
                    <a:pt x="5969" y="35"/>
                  </a:cubicBezTo>
                  <a:cubicBezTo>
                    <a:pt x="5780" y="13"/>
                    <a:pt x="5590" y="1"/>
                    <a:pt x="540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0" name="Google Shape;2093;p36"/>
            <p:cNvSpPr/>
            <p:nvPr/>
          </p:nvSpPr>
          <p:spPr>
            <a:xfrm>
              <a:off x="2656364" y="2142869"/>
              <a:ext cx="147178" cy="374742"/>
            </a:xfrm>
            <a:custGeom>
              <a:avLst/>
              <a:gdLst/>
              <a:ahLst/>
              <a:cxnLst/>
              <a:rect l="l" t="t" r="r" b="b"/>
              <a:pathLst>
                <a:path w="5262" h="13398" extrusionOk="0">
                  <a:moveTo>
                    <a:pt x="4301" y="0"/>
                  </a:moveTo>
                  <a:cubicBezTo>
                    <a:pt x="1934" y="414"/>
                    <a:pt x="661" y="2654"/>
                    <a:pt x="661" y="2654"/>
                  </a:cubicBezTo>
                  <a:cubicBezTo>
                    <a:pt x="894" y="8216"/>
                    <a:pt x="0" y="13397"/>
                    <a:pt x="0" y="13397"/>
                  </a:cubicBezTo>
                  <a:cubicBezTo>
                    <a:pt x="0" y="13397"/>
                    <a:pt x="3061" y="12090"/>
                    <a:pt x="5262" y="9916"/>
                  </a:cubicBezTo>
                  <a:cubicBezTo>
                    <a:pt x="5068" y="9736"/>
                    <a:pt x="4848" y="9589"/>
                    <a:pt x="4702" y="9383"/>
                  </a:cubicBezTo>
                  <a:cubicBezTo>
                    <a:pt x="4428" y="9003"/>
                    <a:pt x="4402" y="8516"/>
                    <a:pt x="4395" y="8049"/>
                  </a:cubicBezTo>
                  <a:cubicBezTo>
                    <a:pt x="4328" y="5882"/>
                    <a:pt x="4268" y="3701"/>
                    <a:pt x="4201" y="1534"/>
                  </a:cubicBezTo>
                  <a:cubicBezTo>
                    <a:pt x="4188" y="1034"/>
                    <a:pt x="4188" y="494"/>
                    <a:pt x="4301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1" name="Google Shape;2094;p36"/>
            <p:cNvSpPr/>
            <p:nvPr/>
          </p:nvSpPr>
          <p:spPr>
            <a:xfrm>
              <a:off x="2678740" y="2191341"/>
              <a:ext cx="184294" cy="110649"/>
            </a:xfrm>
            <a:custGeom>
              <a:avLst/>
              <a:gdLst/>
              <a:ahLst/>
              <a:cxnLst/>
              <a:rect l="l" t="t" r="r" b="b"/>
              <a:pathLst>
                <a:path w="6589" h="3956" extrusionOk="0">
                  <a:moveTo>
                    <a:pt x="4069" y="1"/>
                  </a:moveTo>
                  <a:cubicBezTo>
                    <a:pt x="4058" y="1"/>
                    <a:pt x="4046" y="1"/>
                    <a:pt x="4035" y="1"/>
                  </a:cubicBezTo>
                  <a:cubicBezTo>
                    <a:pt x="1601" y="34"/>
                    <a:pt x="121" y="3402"/>
                    <a:pt x="67" y="3542"/>
                  </a:cubicBezTo>
                  <a:cubicBezTo>
                    <a:pt x="1" y="3695"/>
                    <a:pt x="67" y="3862"/>
                    <a:pt x="214" y="3929"/>
                  </a:cubicBezTo>
                  <a:lnTo>
                    <a:pt x="334" y="3955"/>
                  </a:lnTo>
                  <a:cubicBezTo>
                    <a:pt x="447" y="3955"/>
                    <a:pt x="554" y="3889"/>
                    <a:pt x="601" y="3782"/>
                  </a:cubicBezTo>
                  <a:cubicBezTo>
                    <a:pt x="614" y="3749"/>
                    <a:pt x="1981" y="615"/>
                    <a:pt x="4035" y="581"/>
                  </a:cubicBezTo>
                  <a:cubicBezTo>
                    <a:pt x="4622" y="581"/>
                    <a:pt x="5089" y="735"/>
                    <a:pt x="5422" y="1061"/>
                  </a:cubicBezTo>
                  <a:cubicBezTo>
                    <a:pt x="6002" y="1621"/>
                    <a:pt x="6009" y="2502"/>
                    <a:pt x="6009" y="2515"/>
                  </a:cubicBezTo>
                  <a:cubicBezTo>
                    <a:pt x="6009" y="2708"/>
                    <a:pt x="6154" y="2805"/>
                    <a:pt x="6299" y="2805"/>
                  </a:cubicBezTo>
                  <a:cubicBezTo>
                    <a:pt x="6444" y="2805"/>
                    <a:pt x="6589" y="2708"/>
                    <a:pt x="6589" y="2515"/>
                  </a:cubicBezTo>
                  <a:cubicBezTo>
                    <a:pt x="6589" y="2468"/>
                    <a:pt x="6582" y="1388"/>
                    <a:pt x="5842" y="655"/>
                  </a:cubicBezTo>
                  <a:cubicBezTo>
                    <a:pt x="5396" y="215"/>
                    <a:pt x="4800" y="1"/>
                    <a:pt x="406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2" name="Google Shape;2095;p36"/>
            <p:cNvSpPr/>
            <p:nvPr/>
          </p:nvSpPr>
          <p:spPr>
            <a:xfrm>
              <a:off x="2724052" y="2200683"/>
              <a:ext cx="69617" cy="172939"/>
            </a:xfrm>
            <a:custGeom>
              <a:avLst/>
              <a:gdLst/>
              <a:ahLst/>
              <a:cxnLst/>
              <a:rect l="l" t="t" r="r" b="b"/>
              <a:pathLst>
                <a:path w="2489" h="6183" extrusionOk="0">
                  <a:moveTo>
                    <a:pt x="1189" y="1"/>
                  </a:moveTo>
                  <a:cubicBezTo>
                    <a:pt x="944" y="1"/>
                    <a:pt x="766" y="349"/>
                    <a:pt x="1021" y="534"/>
                  </a:cubicBezTo>
                  <a:cubicBezTo>
                    <a:pt x="1048" y="554"/>
                    <a:pt x="1655" y="914"/>
                    <a:pt x="1775" y="1968"/>
                  </a:cubicBezTo>
                  <a:cubicBezTo>
                    <a:pt x="1888" y="3028"/>
                    <a:pt x="1315" y="4322"/>
                    <a:pt x="108" y="5695"/>
                  </a:cubicBezTo>
                  <a:cubicBezTo>
                    <a:pt x="1" y="5822"/>
                    <a:pt x="14" y="6002"/>
                    <a:pt x="141" y="6115"/>
                  </a:cubicBezTo>
                  <a:cubicBezTo>
                    <a:pt x="188" y="6155"/>
                    <a:pt x="254" y="6175"/>
                    <a:pt x="321" y="6182"/>
                  </a:cubicBezTo>
                  <a:cubicBezTo>
                    <a:pt x="408" y="6182"/>
                    <a:pt x="488" y="6142"/>
                    <a:pt x="548" y="6082"/>
                  </a:cubicBezTo>
                  <a:cubicBezTo>
                    <a:pt x="1888" y="4542"/>
                    <a:pt x="2488" y="3135"/>
                    <a:pt x="2348" y="1888"/>
                  </a:cubicBezTo>
                  <a:cubicBezTo>
                    <a:pt x="2275" y="1174"/>
                    <a:pt x="1922" y="514"/>
                    <a:pt x="1361" y="60"/>
                  </a:cubicBezTo>
                  <a:cubicBezTo>
                    <a:pt x="1303" y="19"/>
                    <a:pt x="1244" y="1"/>
                    <a:pt x="11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3" name="Google Shape;2096;p36"/>
            <p:cNvSpPr/>
            <p:nvPr/>
          </p:nvSpPr>
          <p:spPr>
            <a:xfrm>
              <a:off x="2675943" y="2461419"/>
              <a:ext cx="92721" cy="79351"/>
            </a:xfrm>
            <a:custGeom>
              <a:avLst/>
              <a:gdLst/>
              <a:ahLst/>
              <a:cxnLst/>
              <a:rect l="l" t="t" r="r" b="b"/>
              <a:pathLst>
                <a:path w="3315" h="2837" extrusionOk="0">
                  <a:moveTo>
                    <a:pt x="1894" y="1"/>
                  </a:moveTo>
                  <a:cubicBezTo>
                    <a:pt x="627" y="1"/>
                    <a:pt x="1" y="1521"/>
                    <a:pt x="887" y="2415"/>
                  </a:cubicBezTo>
                  <a:cubicBezTo>
                    <a:pt x="1176" y="2706"/>
                    <a:pt x="1533" y="2836"/>
                    <a:pt x="1883" y="2836"/>
                  </a:cubicBezTo>
                  <a:cubicBezTo>
                    <a:pt x="2608" y="2836"/>
                    <a:pt x="3304" y="2278"/>
                    <a:pt x="3308" y="1428"/>
                  </a:cubicBezTo>
                  <a:cubicBezTo>
                    <a:pt x="3315" y="641"/>
                    <a:pt x="2675" y="1"/>
                    <a:pt x="1894" y="1"/>
                  </a:cubicBezTo>
                  <a:close/>
                </a:path>
              </a:pathLst>
            </a:custGeom>
            <a:solidFill>
              <a:srgbClr val="B39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4" name="Google Shape;2097;p36"/>
            <p:cNvSpPr/>
            <p:nvPr/>
          </p:nvSpPr>
          <p:spPr>
            <a:xfrm>
              <a:off x="2670153" y="2457280"/>
              <a:ext cx="102622" cy="87938"/>
            </a:xfrm>
            <a:custGeom>
              <a:avLst/>
              <a:gdLst/>
              <a:ahLst/>
              <a:cxnLst/>
              <a:rect l="l" t="t" r="r" b="b"/>
              <a:pathLst>
                <a:path w="3669" h="3144" extrusionOk="0">
                  <a:moveTo>
                    <a:pt x="2101" y="296"/>
                  </a:moveTo>
                  <a:cubicBezTo>
                    <a:pt x="2802" y="302"/>
                    <a:pt x="3368" y="869"/>
                    <a:pt x="3375" y="1569"/>
                  </a:cubicBezTo>
                  <a:cubicBezTo>
                    <a:pt x="3375" y="2341"/>
                    <a:pt x="2745" y="2850"/>
                    <a:pt x="2088" y="2850"/>
                  </a:cubicBezTo>
                  <a:cubicBezTo>
                    <a:pt x="1775" y="2850"/>
                    <a:pt x="1455" y="2735"/>
                    <a:pt x="1194" y="2476"/>
                  </a:cubicBezTo>
                  <a:cubicBezTo>
                    <a:pt x="394" y="1669"/>
                    <a:pt x="961" y="296"/>
                    <a:pt x="2101" y="296"/>
                  </a:cubicBezTo>
                  <a:close/>
                  <a:moveTo>
                    <a:pt x="2084" y="1"/>
                  </a:moveTo>
                  <a:cubicBezTo>
                    <a:pt x="1699" y="1"/>
                    <a:pt x="1307" y="144"/>
                    <a:pt x="988" y="462"/>
                  </a:cubicBezTo>
                  <a:cubicBezTo>
                    <a:pt x="1" y="1449"/>
                    <a:pt x="701" y="3143"/>
                    <a:pt x="2101" y="3143"/>
                  </a:cubicBezTo>
                  <a:cubicBezTo>
                    <a:pt x="2962" y="3143"/>
                    <a:pt x="3668" y="2436"/>
                    <a:pt x="3668" y="1576"/>
                  </a:cubicBezTo>
                  <a:cubicBezTo>
                    <a:pt x="3668" y="628"/>
                    <a:pt x="2892" y="1"/>
                    <a:pt x="208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5" name="Google Shape;2098;p36"/>
            <p:cNvSpPr/>
            <p:nvPr/>
          </p:nvSpPr>
          <p:spPr>
            <a:xfrm>
              <a:off x="1227824" y="1627885"/>
              <a:ext cx="1493654" cy="1475138"/>
            </a:xfrm>
            <a:custGeom>
              <a:avLst/>
              <a:gdLst/>
              <a:ahLst/>
              <a:cxnLst/>
              <a:rect l="l" t="t" r="r" b="b"/>
              <a:pathLst>
                <a:path w="53402" h="52740" extrusionOk="0">
                  <a:moveTo>
                    <a:pt x="34783" y="1"/>
                  </a:moveTo>
                  <a:cubicBezTo>
                    <a:pt x="34783" y="1"/>
                    <a:pt x="36070" y="3102"/>
                    <a:pt x="36317" y="6622"/>
                  </a:cubicBezTo>
                  <a:cubicBezTo>
                    <a:pt x="36317" y="6622"/>
                    <a:pt x="34406" y="6318"/>
                    <a:pt x="31392" y="6318"/>
                  </a:cubicBezTo>
                  <a:cubicBezTo>
                    <a:pt x="29774" y="6318"/>
                    <a:pt x="27837" y="6406"/>
                    <a:pt x="25708" y="6676"/>
                  </a:cubicBezTo>
                  <a:cubicBezTo>
                    <a:pt x="25708" y="6676"/>
                    <a:pt x="25134" y="3162"/>
                    <a:pt x="27141" y="1"/>
                  </a:cubicBezTo>
                  <a:lnTo>
                    <a:pt x="27141" y="1"/>
                  </a:lnTo>
                  <a:cubicBezTo>
                    <a:pt x="27015" y="141"/>
                    <a:pt x="24921" y="2495"/>
                    <a:pt x="24454" y="6502"/>
                  </a:cubicBezTo>
                  <a:cubicBezTo>
                    <a:pt x="24454" y="6502"/>
                    <a:pt x="20399" y="6889"/>
                    <a:pt x="17539" y="8430"/>
                  </a:cubicBezTo>
                  <a:cubicBezTo>
                    <a:pt x="17539" y="8430"/>
                    <a:pt x="17879" y="4295"/>
                    <a:pt x="22413" y="954"/>
                  </a:cubicBezTo>
                  <a:lnTo>
                    <a:pt x="22413" y="954"/>
                  </a:lnTo>
                  <a:cubicBezTo>
                    <a:pt x="22267" y="1021"/>
                    <a:pt x="17452" y="3068"/>
                    <a:pt x="15985" y="8830"/>
                  </a:cubicBezTo>
                  <a:cubicBezTo>
                    <a:pt x="15985" y="8830"/>
                    <a:pt x="13117" y="9103"/>
                    <a:pt x="11210" y="10810"/>
                  </a:cubicBezTo>
                  <a:cubicBezTo>
                    <a:pt x="11210" y="10810"/>
                    <a:pt x="9477" y="13938"/>
                    <a:pt x="9837" y="21826"/>
                  </a:cubicBezTo>
                  <a:cubicBezTo>
                    <a:pt x="9837" y="21826"/>
                    <a:pt x="7995" y="19480"/>
                    <a:pt x="5456" y="19480"/>
                  </a:cubicBezTo>
                  <a:cubicBezTo>
                    <a:pt x="5287" y="19480"/>
                    <a:pt x="5116" y="19491"/>
                    <a:pt x="4942" y="19513"/>
                  </a:cubicBezTo>
                  <a:cubicBezTo>
                    <a:pt x="2141" y="19873"/>
                    <a:pt x="1" y="22793"/>
                    <a:pt x="1428" y="27001"/>
                  </a:cubicBezTo>
                  <a:cubicBezTo>
                    <a:pt x="2716" y="30817"/>
                    <a:pt x="7212" y="32702"/>
                    <a:pt x="10306" y="32702"/>
                  </a:cubicBezTo>
                  <a:cubicBezTo>
                    <a:pt x="10624" y="32702"/>
                    <a:pt x="10927" y="32682"/>
                    <a:pt x="11210" y="32643"/>
                  </a:cubicBezTo>
                  <a:cubicBezTo>
                    <a:pt x="11210" y="32643"/>
                    <a:pt x="12771" y="36104"/>
                    <a:pt x="15985" y="38311"/>
                  </a:cubicBezTo>
                  <a:cubicBezTo>
                    <a:pt x="19206" y="40518"/>
                    <a:pt x="22347" y="41832"/>
                    <a:pt x="22807" y="42545"/>
                  </a:cubicBezTo>
                  <a:cubicBezTo>
                    <a:pt x="23267" y="43265"/>
                    <a:pt x="23474" y="44633"/>
                    <a:pt x="23134" y="47080"/>
                  </a:cubicBezTo>
                  <a:cubicBezTo>
                    <a:pt x="22793" y="49534"/>
                    <a:pt x="22773" y="50427"/>
                    <a:pt x="24781" y="51441"/>
                  </a:cubicBezTo>
                  <a:cubicBezTo>
                    <a:pt x="26315" y="52208"/>
                    <a:pt x="28016" y="52739"/>
                    <a:pt x="30036" y="52739"/>
                  </a:cubicBezTo>
                  <a:cubicBezTo>
                    <a:pt x="30668" y="52739"/>
                    <a:pt x="31331" y="52687"/>
                    <a:pt x="32029" y="52575"/>
                  </a:cubicBezTo>
                  <a:cubicBezTo>
                    <a:pt x="32816" y="52441"/>
                    <a:pt x="33370" y="52281"/>
                    <a:pt x="33750" y="52081"/>
                  </a:cubicBezTo>
                  <a:cubicBezTo>
                    <a:pt x="34803" y="51554"/>
                    <a:pt x="34583" y="50774"/>
                    <a:pt x="34363" y="49767"/>
                  </a:cubicBezTo>
                  <a:cubicBezTo>
                    <a:pt x="34070" y="48400"/>
                    <a:pt x="33823" y="44639"/>
                    <a:pt x="34543" y="44039"/>
                  </a:cubicBezTo>
                  <a:cubicBezTo>
                    <a:pt x="35263" y="43439"/>
                    <a:pt x="41172" y="43979"/>
                    <a:pt x="47280" y="39444"/>
                  </a:cubicBezTo>
                  <a:cubicBezTo>
                    <a:pt x="53402" y="34910"/>
                    <a:pt x="53168" y="23207"/>
                    <a:pt x="52148" y="17065"/>
                  </a:cubicBezTo>
                  <a:cubicBezTo>
                    <a:pt x="51795" y="14945"/>
                    <a:pt x="51041" y="12844"/>
                    <a:pt x="50127" y="10930"/>
                  </a:cubicBezTo>
                  <a:cubicBezTo>
                    <a:pt x="48394" y="7276"/>
                    <a:pt x="46106" y="4268"/>
                    <a:pt x="44953" y="2988"/>
                  </a:cubicBezTo>
                  <a:lnTo>
                    <a:pt x="44953" y="2988"/>
                  </a:lnTo>
                  <a:cubicBezTo>
                    <a:pt x="44953" y="2989"/>
                    <a:pt x="47373" y="6863"/>
                    <a:pt x="47280" y="7576"/>
                  </a:cubicBezTo>
                  <a:cubicBezTo>
                    <a:pt x="47280" y="7576"/>
                    <a:pt x="43668" y="6687"/>
                    <a:pt x="39646" y="6687"/>
                  </a:cubicBezTo>
                  <a:cubicBezTo>
                    <a:pt x="39125" y="6687"/>
                    <a:pt x="38598" y="6702"/>
                    <a:pt x="38071" y="6736"/>
                  </a:cubicBezTo>
                  <a:cubicBezTo>
                    <a:pt x="38071" y="6736"/>
                    <a:pt x="36924" y="2441"/>
                    <a:pt x="34783" y="1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6" name="Google Shape;2099;p36"/>
            <p:cNvSpPr/>
            <p:nvPr/>
          </p:nvSpPr>
          <p:spPr>
            <a:xfrm>
              <a:off x="1239572" y="1585175"/>
              <a:ext cx="1481347" cy="1526099"/>
            </a:xfrm>
            <a:custGeom>
              <a:avLst/>
              <a:gdLst/>
              <a:ahLst/>
              <a:cxnLst/>
              <a:rect l="l" t="t" r="r" b="b"/>
              <a:pathLst>
                <a:path w="52962" h="54562" extrusionOk="0">
                  <a:moveTo>
                    <a:pt x="35290" y="3335"/>
                  </a:moveTo>
                  <a:cubicBezTo>
                    <a:pt x="36631" y="5622"/>
                    <a:pt x="37357" y="8303"/>
                    <a:pt x="37364" y="8336"/>
                  </a:cubicBezTo>
                  <a:lnTo>
                    <a:pt x="37431" y="8570"/>
                  </a:lnTo>
                  <a:lnTo>
                    <a:pt x="37664" y="8556"/>
                  </a:lnTo>
                  <a:cubicBezTo>
                    <a:pt x="38190" y="8522"/>
                    <a:pt x="38718" y="8507"/>
                    <a:pt x="39239" y="8507"/>
                  </a:cubicBezTo>
                  <a:cubicBezTo>
                    <a:pt x="43176" y="8507"/>
                    <a:pt x="46758" y="9372"/>
                    <a:pt x="46793" y="9390"/>
                  </a:cubicBezTo>
                  <a:lnTo>
                    <a:pt x="47113" y="9463"/>
                  </a:lnTo>
                  <a:lnTo>
                    <a:pt x="47153" y="9136"/>
                  </a:lnTo>
                  <a:cubicBezTo>
                    <a:pt x="47187" y="8916"/>
                    <a:pt x="47027" y="8470"/>
                    <a:pt x="46793" y="7936"/>
                  </a:cubicBezTo>
                  <a:lnTo>
                    <a:pt x="46793" y="7936"/>
                  </a:lnTo>
                  <a:cubicBezTo>
                    <a:pt x="47787" y="9423"/>
                    <a:pt x="48680" y="10970"/>
                    <a:pt x="49454" y="12584"/>
                  </a:cubicBezTo>
                  <a:cubicBezTo>
                    <a:pt x="50454" y="14698"/>
                    <a:pt x="51128" y="16738"/>
                    <a:pt x="51435" y="18639"/>
                  </a:cubicBezTo>
                  <a:cubicBezTo>
                    <a:pt x="52455" y="24787"/>
                    <a:pt x="52595" y="36357"/>
                    <a:pt x="46693" y="40738"/>
                  </a:cubicBezTo>
                  <a:cubicBezTo>
                    <a:pt x="42285" y="44006"/>
                    <a:pt x="37998" y="44599"/>
                    <a:pt x="35697" y="44926"/>
                  </a:cubicBezTo>
                  <a:cubicBezTo>
                    <a:pt x="34730" y="45059"/>
                    <a:pt x="34197" y="45133"/>
                    <a:pt x="33943" y="45339"/>
                  </a:cubicBezTo>
                  <a:cubicBezTo>
                    <a:pt x="33023" y="46113"/>
                    <a:pt x="33416" y="50214"/>
                    <a:pt x="33656" y="51361"/>
                  </a:cubicBezTo>
                  <a:lnTo>
                    <a:pt x="33683" y="51474"/>
                  </a:lnTo>
                  <a:cubicBezTo>
                    <a:pt x="33910" y="52495"/>
                    <a:pt x="33977" y="52961"/>
                    <a:pt x="33196" y="53348"/>
                  </a:cubicBezTo>
                  <a:cubicBezTo>
                    <a:pt x="32830" y="53541"/>
                    <a:pt x="32289" y="53695"/>
                    <a:pt x="31563" y="53808"/>
                  </a:cubicBezTo>
                  <a:cubicBezTo>
                    <a:pt x="30885" y="53922"/>
                    <a:pt x="30226" y="53979"/>
                    <a:pt x="29579" y="53979"/>
                  </a:cubicBezTo>
                  <a:cubicBezTo>
                    <a:pt x="27830" y="53979"/>
                    <a:pt x="26174" y="53560"/>
                    <a:pt x="24494" y="52708"/>
                  </a:cubicBezTo>
                  <a:cubicBezTo>
                    <a:pt x="22647" y="51768"/>
                    <a:pt x="22660" y="51041"/>
                    <a:pt x="23007" y="48647"/>
                  </a:cubicBezTo>
                  <a:cubicBezTo>
                    <a:pt x="23320" y="46400"/>
                    <a:pt x="23194" y="44806"/>
                    <a:pt x="22627" y="43926"/>
                  </a:cubicBezTo>
                  <a:cubicBezTo>
                    <a:pt x="22353" y="43492"/>
                    <a:pt x="21440" y="42972"/>
                    <a:pt x="20046" y="42198"/>
                  </a:cubicBezTo>
                  <a:cubicBezTo>
                    <a:pt x="18812" y="41512"/>
                    <a:pt x="17285" y="40665"/>
                    <a:pt x="15725" y="39598"/>
                  </a:cubicBezTo>
                  <a:cubicBezTo>
                    <a:pt x="12617" y="37464"/>
                    <a:pt x="11077" y="34083"/>
                    <a:pt x="11057" y="34050"/>
                  </a:cubicBezTo>
                  <a:lnTo>
                    <a:pt x="10970" y="33856"/>
                  </a:lnTo>
                  <a:lnTo>
                    <a:pt x="10750" y="33890"/>
                  </a:lnTo>
                  <a:cubicBezTo>
                    <a:pt x="10384" y="33940"/>
                    <a:pt x="10021" y="33964"/>
                    <a:pt x="9662" y="33964"/>
                  </a:cubicBezTo>
                  <a:cubicBezTo>
                    <a:pt x="5610" y="33964"/>
                    <a:pt x="2120" y="30910"/>
                    <a:pt x="1281" y="28435"/>
                  </a:cubicBezTo>
                  <a:cubicBezTo>
                    <a:pt x="608" y="26461"/>
                    <a:pt x="708" y="24620"/>
                    <a:pt x="1554" y="23253"/>
                  </a:cubicBezTo>
                  <a:cubicBezTo>
                    <a:pt x="2215" y="22186"/>
                    <a:pt x="3315" y="21480"/>
                    <a:pt x="4555" y="21326"/>
                  </a:cubicBezTo>
                  <a:cubicBezTo>
                    <a:pt x="4715" y="21306"/>
                    <a:pt x="4872" y="21297"/>
                    <a:pt x="5027" y="21297"/>
                  </a:cubicBezTo>
                  <a:cubicBezTo>
                    <a:pt x="7400" y="21297"/>
                    <a:pt x="9165" y="23508"/>
                    <a:pt x="9190" y="23534"/>
                  </a:cubicBezTo>
                  <a:lnTo>
                    <a:pt x="9750" y="24254"/>
                  </a:lnTo>
                  <a:lnTo>
                    <a:pt x="9710" y="23340"/>
                  </a:lnTo>
                  <a:cubicBezTo>
                    <a:pt x="9383" y="16125"/>
                    <a:pt x="10830" y="12917"/>
                    <a:pt x="11024" y="12524"/>
                  </a:cubicBezTo>
                  <a:cubicBezTo>
                    <a:pt x="12831" y="10930"/>
                    <a:pt x="15565" y="10650"/>
                    <a:pt x="15592" y="10650"/>
                  </a:cubicBezTo>
                  <a:lnTo>
                    <a:pt x="15792" y="10623"/>
                  </a:lnTo>
                  <a:lnTo>
                    <a:pt x="15845" y="10430"/>
                  </a:lnTo>
                  <a:cubicBezTo>
                    <a:pt x="16385" y="8263"/>
                    <a:pt x="17545" y="6296"/>
                    <a:pt x="19179" y="4769"/>
                  </a:cubicBezTo>
                  <a:lnTo>
                    <a:pt x="19179" y="4769"/>
                  </a:lnTo>
                  <a:cubicBezTo>
                    <a:pt x="17059" y="7396"/>
                    <a:pt x="16832" y="9797"/>
                    <a:pt x="16825" y="9930"/>
                  </a:cubicBezTo>
                  <a:lnTo>
                    <a:pt x="16779" y="10463"/>
                  </a:lnTo>
                  <a:lnTo>
                    <a:pt x="17252" y="10217"/>
                  </a:lnTo>
                  <a:cubicBezTo>
                    <a:pt x="20026" y="8723"/>
                    <a:pt x="24027" y="8323"/>
                    <a:pt x="24061" y="8323"/>
                  </a:cubicBezTo>
                  <a:lnTo>
                    <a:pt x="24294" y="8296"/>
                  </a:lnTo>
                  <a:lnTo>
                    <a:pt x="24327" y="8063"/>
                  </a:lnTo>
                  <a:cubicBezTo>
                    <a:pt x="24454" y="6969"/>
                    <a:pt x="24721" y="5896"/>
                    <a:pt x="25114" y="4869"/>
                  </a:cubicBezTo>
                  <a:lnTo>
                    <a:pt x="25114" y="4869"/>
                  </a:lnTo>
                  <a:cubicBezTo>
                    <a:pt x="24761" y="6722"/>
                    <a:pt x="24987" y="8163"/>
                    <a:pt x="25001" y="8256"/>
                  </a:cubicBezTo>
                  <a:lnTo>
                    <a:pt x="25047" y="8530"/>
                  </a:lnTo>
                  <a:lnTo>
                    <a:pt x="25328" y="8496"/>
                  </a:lnTo>
                  <a:cubicBezTo>
                    <a:pt x="27437" y="8228"/>
                    <a:pt x="29365" y="8140"/>
                    <a:pt x="30978" y="8140"/>
                  </a:cubicBezTo>
                  <a:cubicBezTo>
                    <a:pt x="33929" y="8140"/>
                    <a:pt x="35827" y="8432"/>
                    <a:pt x="35857" y="8436"/>
                  </a:cubicBezTo>
                  <a:lnTo>
                    <a:pt x="36217" y="8490"/>
                  </a:lnTo>
                  <a:lnTo>
                    <a:pt x="36190" y="8129"/>
                  </a:lnTo>
                  <a:cubicBezTo>
                    <a:pt x="36057" y="6502"/>
                    <a:pt x="35757" y="4895"/>
                    <a:pt x="35290" y="3335"/>
                  </a:cubicBezTo>
                  <a:close/>
                  <a:moveTo>
                    <a:pt x="33416" y="1"/>
                  </a:moveTo>
                  <a:lnTo>
                    <a:pt x="34097" y="1634"/>
                  </a:lnTo>
                  <a:cubicBezTo>
                    <a:pt x="34110" y="1668"/>
                    <a:pt x="35284" y="4528"/>
                    <a:pt x="35584" y="7816"/>
                  </a:cubicBezTo>
                  <a:cubicBezTo>
                    <a:pt x="34894" y="7726"/>
                    <a:pt x="33257" y="7560"/>
                    <a:pt x="31021" y="7560"/>
                  </a:cubicBezTo>
                  <a:cubicBezTo>
                    <a:pt x="29451" y="7560"/>
                    <a:pt x="27586" y="7642"/>
                    <a:pt x="25548" y="7889"/>
                  </a:cubicBezTo>
                  <a:cubicBezTo>
                    <a:pt x="25461" y="7016"/>
                    <a:pt x="25354" y="4215"/>
                    <a:pt x="26975" y="1688"/>
                  </a:cubicBezTo>
                  <a:lnTo>
                    <a:pt x="26515" y="1334"/>
                  </a:lnTo>
                  <a:cubicBezTo>
                    <a:pt x="26421" y="1434"/>
                    <a:pt x="24314" y="3768"/>
                    <a:pt x="23780" y="7763"/>
                  </a:cubicBezTo>
                  <a:cubicBezTo>
                    <a:pt x="22920" y="7863"/>
                    <a:pt x="19946" y="8283"/>
                    <a:pt x="17505" y="9436"/>
                  </a:cubicBezTo>
                  <a:cubicBezTo>
                    <a:pt x="17759" y="8229"/>
                    <a:pt x="18746" y="5235"/>
                    <a:pt x="22173" y="2715"/>
                  </a:cubicBezTo>
                  <a:lnTo>
                    <a:pt x="24027" y="1341"/>
                  </a:lnTo>
                  <a:lnTo>
                    <a:pt x="21887" y="2208"/>
                  </a:lnTo>
                  <a:cubicBezTo>
                    <a:pt x="21840" y="2228"/>
                    <a:pt x="16912" y="4288"/>
                    <a:pt x="15338" y="10090"/>
                  </a:cubicBezTo>
                  <a:cubicBezTo>
                    <a:pt x="14625" y="10190"/>
                    <a:pt x="12277" y="10610"/>
                    <a:pt x="10604" y="12124"/>
                  </a:cubicBezTo>
                  <a:lnTo>
                    <a:pt x="10557" y="12157"/>
                  </a:lnTo>
                  <a:lnTo>
                    <a:pt x="10537" y="12197"/>
                  </a:lnTo>
                  <a:cubicBezTo>
                    <a:pt x="10470" y="12331"/>
                    <a:pt x="8883" y="15271"/>
                    <a:pt x="9103" y="22573"/>
                  </a:cubicBezTo>
                  <a:cubicBezTo>
                    <a:pt x="8352" y="21846"/>
                    <a:pt x="6885" y="20717"/>
                    <a:pt x="5052" y="20717"/>
                  </a:cubicBezTo>
                  <a:cubicBezTo>
                    <a:pt x="4868" y="20717"/>
                    <a:pt x="4680" y="20728"/>
                    <a:pt x="4489" y="20753"/>
                  </a:cubicBezTo>
                  <a:cubicBezTo>
                    <a:pt x="3075" y="20933"/>
                    <a:pt x="1821" y="21733"/>
                    <a:pt x="1068" y="22940"/>
                  </a:cubicBezTo>
                  <a:cubicBezTo>
                    <a:pt x="121" y="24460"/>
                    <a:pt x="1" y="26474"/>
                    <a:pt x="734" y="28622"/>
                  </a:cubicBezTo>
                  <a:cubicBezTo>
                    <a:pt x="2054" y="32511"/>
                    <a:pt x="6646" y="34525"/>
                    <a:pt x="9895" y="34525"/>
                  </a:cubicBezTo>
                  <a:cubicBezTo>
                    <a:pt x="10144" y="34525"/>
                    <a:pt x="10386" y="34514"/>
                    <a:pt x="10617" y="34490"/>
                  </a:cubicBezTo>
                  <a:cubicBezTo>
                    <a:pt x="11004" y="35263"/>
                    <a:pt x="12551" y="38124"/>
                    <a:pt x="15405" y="40078"/>
                  </a:cubicBezTo>
                  <a:cubicBezTo>
                    <a:pt x="16979" y="41158"/>
                    <a:pt x="18592" y="42058"/>
                    <a:pt x="19759" y="42705"/>
                  </a:cubicBezTo>
                  <a:cubicBezTo>
                    <a:pt x="20926" y="43359"/>
                    <a:pt x="21947" y="43926"/>
                    <a:pt x="22140" y="44232"/>
                  </a:cubicBezTo>
                  <a:cubicBezTo>
                    <a:pt x="22480" y="44759"/>
                    <a:pt x="22807" y="45939"/>
                    <a:pt x="22427" y="48567"/>
                  </a:cubicBezTo>
                  <a:cubicBezTo>
                    <a:pt x="22087" y="50994"/>
                    <a:pt x="22027" y="52101"/>
                    <a:pt x="24241" y="53228"/>
                  </a:cubicBezTo>
                  <a:cubicBezTo>
                    <a:pt x="26008" y="54122"/>
                    <a:pt x="27748" y="54562"/>
                    <a:pt x="29589" y="54562"/>
                  </a:cubicBezTo>
                  <a:cubicBezTo>
                    <a:pt x="30282" y="54555"/>
                    <a:pt x="30976" y="54495"/>
                    <a:pt x="31656" y="54382"/>
                  </a:cubicBezTo>
                  <a:cubicBezTo>
                    <a:pt x="32449" y="54255"/>
                    <a:pt x="33043" y="54088"/>
                    <a:pt x="33463" y="53875"/>
                  </a:cubicBezTo>
                  <a:cubicBezTo>
                    <a:pt x="34677" y="53255"/>
                    <a:pt x="34457" y="52281"/>
                    <a:pt x="34257" y="51348"/>
                  </a:cubicBezTo>
                  <a:lnTo>
                    <a:pt x="34230" y="51234"/>
                  </a:lnTo>
                  <a:cubicBezTo>
                    <a:pt x="33883" y="49640"/>
                    <a:pt x="33796" y="46226"/>
                    <a:pt x="34317" y="45786"/>
                  </a:cubicBezTo>
                  <a:cubicBezTo>
                    <a:pt x="34443" y="45679"/>
                    <a:pt x="35124" y="45593"/>
                    <a:pt x="35777" y="45499"/>
                  </a:cubicBezTo>
                  <a:cubicBezTo>
                    <a:pt x="38124" y="45173"/>
                    <a:pt x="42512" y="44566"/>
                    <a:pt x="47033" y="41205"/>
                  </a:cubicBezTo>
                  <a:cubicBezTo>
                    <a:pt x="49814" y="39144"/>
                    <a:pt x="51561" y="35583"/>
                    <a:pt x="52261" y="30429"/>
                  </a:cubicBezTo>
                  <a:cubicBezTo>
                    <a:pt x="52962" y="25267"/>
                    <a:pt x="52335" y="20493"/>
                    <a:pt x="52015" y="18539"/>
                  </a:cubicBezTo>
                  <a:cubicBezTo>
                    <a:pt x="51688" y="16592"/>
                    <a:pt x="51001" y="14498"/>
                    <a:pt x="49981" y="12331"/>
                  </a:cubicBezTo>
                  <a:cubicBezTo>
                    <a:pt x="48354" y="8916"/>
                    <a:pt x="46153" y="5882"/>
                    <a:pt x="44753" y="4315"/>
                  </a:cubicBezTo>
                  <a:lnTo>
                    <a:pt x="44286" y="4662"/>
                  </a:lnTo>
                  <a:cubicBezTo>
                    <a:pt x="45226" y="6169"/>
                    <a:pt x="46213" y="7936"/>
                    <a:pt x="46493" y="8723"/>
                  </a:cubicBezTo>
                  <a:cubicBezTo>
                    <a:pt x="45404" y="8495"/>
                    <a:pt x="42425" y="7927"/>
                    <a:pt x="39214" y="7927"/>
                  </a:cubicBezTo>
                  <a:cubicBezTo>
                    <a:pt x="38767" y="7927"/>
                    <a:pt x="38316" y="7938"/>
                    <a:pt x="37864" y="7963"/>
                  </a:cubicBezTo>
                  <a:cubicBezTo>
                    <a:pt x="37598" y="7022"/>
                    <a:pt x="36491" y="3502"/>
                    <a:pt x="34583" y="1334"/>
                  </a:cubicBezTo>
                  <a:lnTo>
                    <a:pt x="33416" y="1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7" name="Google Shape;2100;p36"/>
            <p:cNvSpPr/>
            <p:nvPr/>
          </p:nvSpPr>
          <p:spPr>
            <a:xfrm>
              <a:off x="1227629" y="1627885"/>
              <a:ext cx="1402472" cy="1475166"/>
            </a:xfrm>
            <a:custGeom>
              <a:avLst/>
              <a:gdLst/>
              <a:ahLst/>
              <a:cxnLst/>
              <a:rect l="l" t="t" r="r" b="b"/>
              <a:pathLst>
                <a:path w="50142" h="52741" extrusionOk="0">
                  <a:moveTo>
                    <a:pt x="7710" y="21242"/>
                  </a:moveTo>
                  <a:cubicBezTo>
                    <a:pt x="8305" y="21242"/>
                    <a:pt x="8909" y="21394"/>
                    <a:pt x="9470" y="21733"/>
                  </a:cubicBezTo>
                  <a:cubicBezTo>
                    <a:pt x="11651" y="23060"/>
                    <a:pt x="11824" y="26781"/>
                    <a:pt x="10617" y="28762"/>
                  </a:cubicBezTo>
                  <a:cubicBezTo>
                    <a:pt x="10021" y="29727"/>
                    <a:pt x="8988" y="30533"/>
                    <a:pt x="7869" y="30533"/>
                  </a:cubicBezTo>
                  <a:cubicBezTo>
                    <a:pt x="7774" y="30533"/>
                    <a:pt x="7679" y="30527"/>
                    <a:pt x="7583" y="30515"/>
                  </a:cubicBezTo>
                  <a:cubicBezTo>
                    <a:pt x="6356" y="30369"/>
                    <a:pt x="5449" y="29248"/>
                    <a:pt x="4869" y="28148"/>
                  </a:cubicBezTo>
                  <a:cubicBezTo>
                    <a:pt x="4282" y="27048"/>
                    <a:pt x="3895" y="25914"/>
                    <a:pt x="3955" y="24714"/>
                  </a:cubicBezTo>
                  <a:cubicBezTo>
                    <a:pt x="4067" y="22742"/>
                    <a:pt x="5845" y="21242"/>
                    <a:pt x="7710" y="21242"/>
                  </a:cubicBezTo>
                  <a:close/>
                  <a:moveTo>
                    <a:pt x="34790" y="1"/>
                  </a:moveTo>
                  <a:cubicBezTo>
                    <a:pt x="34790" y="1"/>
                    <a:pt x="36077" y="3102"/>
                    <a:pt x="36324" y="6616"/>
                  </a:cubicBezTo>
                  <a:cubicBezTo>
                    <a:pt x="36324" y="6616"/>
                    <a:pt x="34426" y="6316"/>
                    <a:pt x="31429" y="6316"/>
                  </a:cubicBezTo>
                  <a:cubicBezTo>
                    <a:pt x="29804" y="6316"/>
                    <a:pt x="27857" y="6404"/>
                    <a:pt x="25715" y="6676"/>
                  </a:cubicBezTo>
                  <a:cubicBezTo>
                    <a:pt x="25715" y="6676"/>
                    <a:pt x="25141" y="3162"/>
                    <a:pt x="27148" y="1"/>
                  </a:cubicBezTo>
                  <a:lnTo>
                    <a:pt x="27148" y="1"/>
                  </a:lnTo>
                  <a:cubicBezTo>
                    <a:pt x="27022" y="141"/>
                    <a:pt x="24934" y="2495"/>
                    <a:pt x="24468" y="6502"/>
                  </a:cubicBezTo>
                  <a:cubicBezTo>
                    <a:pt x="24468" y="6502"/>
                    <a:pt x="20406" y="6883"/>
                    <a:pt x="17546" y="8430"/>
                  </a:cubicBezTo>
                  <a:cubicBezTo>
                    <a:pt x="17546" y="8430"/>
                    <a:pt x="17886" y="4295"/>
                    <a:pt x="22420" y="948"/>
                  </a:cubicBezTo>
                  <a:lnTo>
                    <a:pt x="22420" y="948"/>
                  </a:lnTo>
                  <a:cubicBezTo>
                    <a:pt x="22274" y="1014"/>
                    <a:pt x="17466" y="3068"/>
                    <a:pt x="15999" y="8830"/>
                  </a:cubicBezTo>
                  <a:cubicBezTo>
                    <a:pt x="15999" y="8830"/>
                    <a:pt x="13131" y="9103"/>
                    <a:pt x="11217" y="10810"/>
                  </a:cubicBezTo>
                  <a:cubicBezTo>
                    <a:pt x="11217" y="10810"/>
                    <a:pt x="9484" y="13938"/>
                    <a:pt x="9844" y="21826"/>
                  </a:cubicBezTo>
                  <a:cubicBezTo>
                    <a:pt x="9844" y="21826"/>
                    <a:pt x="8014" y="19480"/>
                    <a:pt x="5465" y="19480"/>
                  </a:cubicBezTo>
                  <a:cubicBezTo>
                    <a:pt x="5296" y="19480"/>
                    <a:pt x="5124" y="19491"/>
                    <a:pt x="4949" y="19513"/>
                  </a:cubicBezTo>
                  <a:cubicBezTo>
                    <a:pt x="2142" y="19873"/>
                    <a:pt x="1" y="22793"/>
                    <a:pt x="1435" y="27001"/>
                  </a:cubicBezTo>
                  <a:cubicBezTo>
                    <a:pt x="2735" y="30817"/>
                    <a:pt x="7221" y="32702"/>
                    <a:pt x="10313" y="32702"/>
                  </a:cubicBezTo>
                  <a:cubicBezTo>
                    <a:pt x="10631" y="32702"/>
                    <a:pt x="10934" y="32682"/>
                    <a:pt x="11217" y="32643"/>
                  </a:cubicBezTo>
                  <a:cubicBezTo>
                    <a:pt x="11217" y="32643"/>
                    <a:pt x="12771" y="36104"/>
                    <a:pt x="15999" y="38311"/>
                  </a:cubicBezTo>
                  <a:cubicBezTo>
                    <a:pt x="19219" y="40518"/>
                    <a:pt x="22354" y="41832"/>
                    <a:pt x="22814" y="42545"/>
                  </a:cubicBezTo>
                  <a:cubicBezTo>
                    <a:pt x="23274" y="43259"/>
                    <a:pt x="23487" y="44639"/>
                    <a:pt x="23141" y="47080"/>
                  </a:cubicBezTo>
                  <a:cubicBezTo>
                    <a:pt x="22787" y="49520"/>
                    <a:pt x="22800" y="50421"/>
                    <a:pt x="24788" y="51441"/>
                  </a:cubicBezTo>
                  <a:cubicBezTo>
                    <a:pt x="26305" y="52212"/>
                    <a:pt x="28011" y="52740"/>
                    <a:pt x="30032" y="52740"/>
                  </a:cubicBezTo>
                  <a:cubicBezTo>
                    <a:pt x="30668" y="52740"/>
                    <a:pt x="31334" y="52688"/>
                    <a:pt x="32036" y="52575"/>
                  </a:cubicBezTo>
                  <a:cubicBezTo>
                    <a:pt x="32823" y="52441"/>
                    <a:pt x="33377" y="52281"/>
                    <a:pt x="33757" y="52081"/>
                  </a:cubicBezTo>
                  <a:cubicBezTo>
                    <a:pt x="32910" y="51841"/>
                    <a:pt x="31970" y="51754"/>
                    <a:pt x="31089" y="51741"/>
                  </a:cubicBezTo>
                  <a:cubicBezTo>
                    <a:pt x="29182" y="51688"/>
                    <a:pt x="27022" y="51641"/>
                    <a:pt x="25755" y="50214"/>
                  </a:cubicBezTo>
                  <a:cubicBezTo>
                    <a:pt x="24107" y="48347"/>
                    <a:pt x="25034" y="45413"/>
                    <a:pt x="24368" y="43012"/>
                  </a:cubicBezTo>
                  <a:cubicBezTo>
                    <a:pt x="23814" y="40998"/>
                    <a:pt x="22174" y="39498"/>
                    <a:pt x="20953" y="37784"/>
                  </a:cubicBezTo>
                  <a:cubicBezTo>
                    <a:pt x="17332" y="32669"/>
                    <a:pt x="17646" y="25834"/>
                    <a:pt x="18119" y="19573"/>
                  </a:cubicBezTo>
                  <a:cubicBezTo>
                    <a:pt x="18399" y="15932"/>
                    <a:pt x="18873" y="11877"/>
                    <a:pt x="21673" y="9537"/>
                  </a:cubicBezTo>
                  <a:cubicBezTo>
                    <a:pt x="23941" y="7643"/>
                    <a:pt x="27135" y="7409"/>
                    <a:pt x="30089" y="7409"/>
                  </a:cubicBezTo>
                  <a:cubicBezTo>
                    <a:pt x="30186" y="7409"/>
                    <a:pt x="30283" y="7409"/>
                    <a:pt x="30380" y="7409"/>
                  </a:cubicBezTo>
                  <a:cubicBezTo>
                    <a:pt x="35141" y="7409"/>
                    <a:pt x="40146" y="7576"/>
                    <a:pt x="44793" y="8570"/>
                  </a:cubicBezTo>
                  <a:cubicBezTo>
                    <a:pt x="46327" y="8896"/>
                    <a:pt x="48214" y="9997"/>
                    <a:pt x="50141" y="10930"/>
                  </a:cubicBezTo>
                  <a:cubicBezTo>
                    <a:pt x="48407" y="7276"/>
                    <a:pt x="46113" y="4268"/>
                    <a:pt x="44960" y="2981"/>
                  </a:cubicBezTo>
                  <a:lnTo>
                    <a:pt x="44960" y="2981"/>
                  </a:lnTo>
                  <a:cubicBezTo>
                    <a:pt x="44960" y="2982"/>
                    <a:pt x="47380" y="6863"/>
                    <a:pt x="47287" y="7576"/>
                  </a:cubicBezTo>
                  <a:cubicBezTo>
                    <a:pt x="47287" y="7576"/>
                    <a:pt x="43675" y="6687"/>
                    <a:pt x="39653" y="6687"/>
                  </a:cubicBezTo>
                  <a:cubicBezTo>
                    <a:pt x="39132" y="6687"/>
                    <a:pt x="38605" y="6702"/>
                    <a:pt x="38078" y="6736"/>
                  </a:cubicBezTo>
                  <a:cubicBezTo>
                    <a:pt x="38078" y="6736"/>
                    <a:pt x="36938" y="2441"/>
                    <a:pt x="34790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8" name="Google Shape;2101;p36"/>
            <p:cNvSpPr/>
            <p:nvPr/>
          </p:nvSpPr>
          <p:spPr>
            <a:xfrm>
              <a:off x="1655514" y="2022374"/>
              <a:ext cx="23886" cy="198671"/>
            </a:xfrm>
            <a:custGeom>
              <a:avLst/>
              <a:gdLst/>
              <a:ahLst/>
              <a:cxnLst/>
              <a:rect l="l" t="t" r="r" b="b"/>
              <a:pathLst>
                <a:path w="854" h="7103" extrusionOk="0">
                  <a:moveTo>
                    <a:pt x="854" y="0"/>
                  </a:moveTo>
                  <a:lnTo>
                    <a:pt x="854" y="0"/>
                  </a:lnTo>
                  <a:cubicBezTo>
                    <a:pt x="314" y="1094"/>
                    <a:pt x="54" y="2321"/>
                    <a:pt x="34" y="3541"/>
                  </a:cubicBezTo>
                  <a:cubicBezTo>
                    <a:pt x="0" y="4768"/>
                    <a:pt x="247" y="5982"/>
                    <a:pt x="747" y="7102"/>
                  </a:cubicBezTo>
                  <a:cubicBezTo>
                    <a:pt x="447" y="5942"/>
                    <a:pt x="307" y="4742"/>
                    <a:pt x="320" y="3541"/>
                  </a:cubicBezTo>
                  <a:cubicBezTo>
                    <a:pt x="347" y="2341"/>
                    <a:pt x="527" y="1154"/>
                    <a:pt x="85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9" name="Google Shape;2102;p36"/>
            <p:cNvSpPr/>
            <p:nvPr/>
          </p:nvSpPr>
          <p:spPr>
            <a:xfrm>
              <a:off x="1661108" y="2282188"/>
              <a:ext cx="59352" cy="397873"/>
            </a:xfrm>
            <a:custGeom>
              <a:avLst/>
              <a:gdLst/>
              <a:ahLst/>
              <a:cxnLst/>
              <a:rect l="l" t="t" r="r" b="b"/>
              <a:pathLst>
                <a:path w="2122" h="14225" extrusionOk="0">
                  <a:moveTo>
                    <a:pt x="341" y="1"/>
                  </a:moveTo>
                  <a:cubicBezTo>
                    <a:pt x="0" y="2381"/>
                    <a:pt x="154" y="4822"/>
                    <a:pt x="534" y="7189"/>
                  </a:cubicBezTo>
                  <a:cubicBezTo>
                    <a:pt x="721" y="8383"/>
                    <a:pt x="954" y="9556"/>
                    <a:pt x="1214" y="10737"/>
                  </a:cubicBezTo>
                  <a:cubicBezTo>
                    <a:pt x="1354" y="11317"/>
                    <a:pt x="1481" y="11904"/>
                    <a:pt x="1641" y="12484"/>
                  </a:cubicBezTo>
                  <a:cubicBezTo>
                    <a:pt x="1801" y="13071"/>
                    <a:pt x="1954" y="13651"/>
                    <a:pt x="2121" y="14224"/>
                  </a:cubicBezTo>
                  <a:cubicBezTo>
                    <a:pt x="1901" y="13044"/>
                    <a:pt x="1654" y="11877"/>
                    <a:pt x="1441" y="10690"/>
                  </a:cubicBezTo>
                  <a:cubicBezTo>
                    <a:pt x="1221" y="9510"/>
                    <a:pt x="1001" y="8336"/>
                    <a:pt x="814" y="7149"/>
                  </a:cubicBezTo>
                  <a:cubicBezTo>
                    <a:pt x="441" y="4782"/>
                    <a:pt x="221" y="2401"/>
                    <a:pt x="34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0" name="Google Shape;2103;p36"/>
            <p:cNvSpPr/>
            <p:nvPr/>
          </p:nvSpPr>
          <p:spPr>
            <a:xfrm>
              <a:off x="1281163" y="2198837"/>
              <a:ext cx="76498" cy="115097"/>
            </a:xfrm>
            <a:custGeom>
              <a:avLst/>
              <a:gdLst/>
              <a:ahLst/>
              <a:cxnLst/>
              <a:rect l="l" t="t" r="r" b="b"/>
              <a:pathLst>
                <a:path w="2735" h="4115" extrusionOk="0">
                  <a:moveTo>
                    <a:pt x="2498" y="0"/>
                  </a:moveTo>
                  <a:cubicBezTo>
                    <a:pt x="2128" y="0"/>
                    <a:pt x="1752" y="179"/>
                    <a:pt x="1461" y="420"/>
                  </a:cubicBezTo>
                  <a:cubicBezTo>
                    <a:pt x="1121" y="720"/>
                    <a:pt x="834" y="1087"/>
                    <a:pt x="628" y="1493"/>
                  </a:cubicBezTo>
                  <a:cubicBezTo>
                    <a:pt x="208" y="2294"/>
                    <a:pt x="1" y="3221"/>
                    <a:pt x="121" y="4114"/>
                  </a:cubicBezTo>
                  <a:cubicBezTo>
                    <a:pt x="221" y="3247"/>
                    <a:pt x="481" y="2407"/>
                    <a:pt x="888" y="1634"/>
                  </a:cubicBezTo>
                  <a:cubicBezTo>
                    <a:pt x="1074" y="1247"/>
                    <a:pt x="1321" y="893"/>
                    <a:pt x="1621" y="587"/>
                  </a:cubicBezTo>
                  <a:cubicBezTo>
                    <a:pt x="1908" y="287"/>
                    <a:pt x="2288" y="46"/>
                    <a:pt x="2735" y="26"/>
                  </a:cubicBezTo>
                  <a:cubicBezTo>
                    <a:pt x="2657" y="9"/>
                    <a:pt x="2577" y="0"/>
                    <a:pt x="249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1" name="Google Shape;2104;p36"/>
            <p:cNvSpPr/>
            <p:nvPr/>
          </p:nvSpPr>
          <p:spPr>
            <a:xfrm>
              <a:off x="1305245" y="2405479"/>
              <a:ext cx="104664" cy="86008"/>
            </a:xfrm>
            <a:custGeom>
              <a:avLst/>
              <a:gdLst/>
              <a:ahLst/>
              <a:cxnLst/>
              <a:rect l="l" t="t" r="r" b="b"/>
              <a:pathLst>
                <a:path w="3742" h="3075" extrusionOk="0">
                  <a:moveTo>
                    <a:pt x="0" y="0"/>
                  </a:moveTo>
                  <a:cubicBezTo>
                    <a:pt x="400" y="734"/>
                    <a:pt x="907" y="1401"/>
                    <a:pt x="1507" y="1981"/>
                  </a:cubicBezTo>
                  <a:cubicBezTo>
                    <a:pt x="2121" y="2548"/>
                    <a:pt x="2894" y="3015"/>
                    <a:pt x="3741" y="3075"/>
                  </a:cubicBezTo>
                  <a:cubicBezTo>
                    <a:pt x="2961" y="2794"/>
                    <a:pt x="2307" y="2308"/>
                    <a:pt x="1707" y="1768"/>
                  </a:cubicBezTo>
                  <a:cubicBezTo>
                    <a:pt x="1107" y="1227"/>
                    <a:pt x="587" y="594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2" name="Google Shape;2105;p36"/>
            <p:cNvSpPr/>
            <p:nvPr/>
          </p:nvSpPr>
          <p:spPr>
            <a:xfrm>
              <a:off x="2755965" y="2157525"/>
              <a:ext cx="81337" cy="27886"/>
            </a:xfrm>
            <a:custGeom>
              <a:avLst/>
              <a:gdLst/>
              <a:ahLst/>
              <a:cxnLst/>
              <a:rect l="l" t="t" r="r" b="b"/>
              <a:pathLst>
                <a:path w="2908" h="997" extrusionOk="0">
                  <a:moveTo>
                    <a:pt x="1647" y="1"/>
                  </a:moveTo>
                  <a:cubicBezTo>
                    <a:pt x="1611" y="1"/>
                    <a:pt x="1576" y="2"/>
                    <a:pt x="1541" y="3"/>
                  </a:cubicBezTo>
                  <a:cubicBezTo>
                    <a:pt x="1241" y="30"/>
                    <a:pt x="941" y="103"/>
                    <a:pt x="667" y="223"/>
                  </a:cubicBezTo>
                  <a:cubicBezTo>
                    <a:pt x="380" y="336"/>
                    <a:pt x="147" y="550"/>
                    <a:pt x="0" y="823"/>
                  </a:cubicBezTo>
                  <a:cubicBezTo>
                    <a:pt x="214" y="637"/>
                    <a:pt x="474" y="503"/>
                    <a:pt x="747" y="436"/>
                  </a:cubicBezTo>
                  <a:cubicBezTo>
                    <a:pt x="1014" y="363"/>
                    <a:pt x="1281" y="316"/>
                    <a:pt x="1554" y="296"/>
                  </a:cubicBezTo>
                  <a:cubicBezTo>
                    <a:pt x="1615" y="289"/>
                    <a:pt x="1677" y="285"/>
                    <a:pt x="1738" y="285"/>
                  </a:cubicBezTo>
                  <a:cubicBezTo>
                    <a:pt x="1942" y="285"/>
                    <a:pt x="2144" y="328"/>
                    <a:pt x="2334" y="410"/>
                  </a:cubicBezTo>
                  <a:cubicBezTo>
                    <a:pt x="2581" y="523"/>
                    <a:pt x="2781" y="737"/>
                    <a:pt x="2881" y="997"/>
                  </a:cubicBezTo>
                  <a:cubicBezTo>
                    <a:pt x="2908" y="690"/>
                    <a:pt x="2714" y="396"/>
                    <a:pt x="2448" y="210"/>
                  </a:cubicBezTo>
                  <a:cubicBezTo>
                    <a:pt x="2211" y="50"/>
                    <a:pt x="1923" y="1"/>
                    <a:pt x="164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3" name="Google Shape;2106;p36"/>
            <p:cNvSpPr/>
            <p:nvPr/>
          </p:nvSpPr>
          <p:spPr>
            <a:xfrm>
              <a:off x="2756525" y="2309598"/>
              <a:ext cx="90847" cy="117166"/>
            </a:xfrm>
            <a:custGeom>
              <a:avLst/>
              <a:gdLst/>
              <a:ahLst/>
              <a:cxnLst/>
              <a:rect l="l" t="t" r="r" b="b"/>
              <a:pathLst>
                <a:path w="3248" h="4189" extrusionOk="0">
                  <a:moveTo>
                    <a:pt x="3248" y="1"/>
                  </a:moveTo>
                  <a:lnTo>
                    <a:pt x="3248" y="1"/>
                  </a:lnTo>
                  <a:cubicBezTo>
                    <a:pt x="2688" y="701"/>
                    <a:pt x="2161" y="1401"/>
                    <a:pt x="1627" y="2101"/>
                  </a:cubicBezTo>
                  <a:cubicBezTo>
                    <a:pt x="1094" y="2802"/>
                    <a:pt x="547" y="3475"/>
                    <a:pt x="0" y="4189"/>
                  </a:cubicBezTo>
                  <a:cubicBezTo>
                    <a:pt x="694" y="3628"/>
                    <a:pt x="1321" y="2982"/>
                    <a:pt x="1861" y="2275"/>
                  </a:cubicBezTo>
                  <a:cubicBezTo>
                    <a:pt x="2414" y="1575"/>
                    <a:pt x="2881" y="814"/>
                    <a:pt x="324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4" name="Google Shape;2107;p36"/>
            <p:cNvSpPr/>
            <p:nvPr/>
          </p:nvSpPr>
          <p:spPr>
            <a:xfrm>
              <a:off x="1769463" y="2696619"/>
              <a:ext cx="111377" cy="73897"/>
            </a:xfrm>
            <a:custGeom>
              <a:avLst/>
              <a:gdLst/>
              <a:ahLst/>
              <a:cxnLst/>
              <a:rect l="l" t="t" r="r" b="b"/>
              <a:pathLst>
                <a:path w="3982" h="2642" extrusionOk="0">
                  <a:moveTo>
                    <a:pt x="1" y="1"/>
                  </a:moveTo>
                  <a:lnTo>
                    <a:pt x="1" y="1"/>
                  </a:lnTo>
                  <a:cubicBezTo>
                    <a:pt x="328" y="768"/>
                    <a:pt x="914" y="1428"/>
                    <a:pt x="1615" y="1888"/>
                  </a:cubicBezTo>
                  <a:cubicBezTo>
                    <a:pt x="2315" y="2341"/>
                    <a:pt x="3148" y="2635"/>
                    <a:pt x="3982" y="2642"/>
                  </a:cubicBezTo>
                  <a:cubicBezTo>
                    <a:pt x="3202" y="2421"/>
                    <a:pt x="2455" y="2088"/>
                    <a:pt x="1775" y="1641"/>
                  </a:cubicBezTo>
                  <a:cubicBezTo>
                    <a:pt x="1101" y="1188"/>
                    <a:pt x="501" y="634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5" name="Google Shape;2108;p36"/>
            <p:cNvSpPr/>
            <p:nvPr/>
          </p:nvSpPr>
          <p:spPr>
            <a:xfrm>
              <a:off x="1906740" y="2807240"/>
              <a:ext cx="12894" cy="156688"/>
            </a:xfrm>
            <a:custGeom>
              <a:avLst/>
              <a:gdLst/>
              <a:ahLst/>
              <a:cxnLst/>
              <a:rect l="l" t="t" r="r" b="b"/>
              <a:pathLst>
                <a:path w="461" h="5602" extrusionOk="0">
                  <a:moveTo>
                    <a:pt x="1" y="0"/>
                  </a:moveTo>
                  <a:lnTo>
                    <a:pt x="1" y="0"/>
                  </a:lnTo>
                  <a:cubicBezTo>
                    <a:pt x="128" y="920"/>
                    <a:pt x="181" y="1854"/>
                    <a:pt x="148" y="2788"/>
                  </a:cubicBezTo>
                  <a:cubicBezTo>
                    <a:pt x="134" y="3721"/>
                    <a:pt x="54" y="4655"/>
                    <a:pt x="54" y="5602"/>
                  </a:cubicBezTo>
                  <a:cubicBezTo>
                    <a:pt x="288" y="4681"/>
                    <a:pt x="414" y="3741"/>
                    <a:pt x="441" y="2801"/>
                  </a:cubicBezTo>
                  <a:cubicBezTo>
                    <a:pt x="461" y="1854"/>
                    <a:pt x="361" y="880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6" name="Google Shape;2109;p36"/>
            <p:cNvSpPr/>
            <p:nvPr/>
          </p:nvSpPr>
          <p:spPr>
            <a:xfrm>
              <a:off x="2160400" y="2550951"/>
              <a:ext cx="50206" cy="22264"/>
            </a:xfrm>
            <a:custGeom>
              <a:avLst/>
              <a:gdLst/>
              <a:ahLst/>
              <a:cxnLst/>
              <a:rect l="l" t="t" r="r" b="b"/>
              <a:pathLst>
                <a:path w="1795" h="796" extrusionOk="0">
                  <a:moveTo>
                    <a:pt x="1" y="1"/>
                  </a:moveTo>
                  <a:lnTo>
                    <a:pt x="1" y="1"/>
                  </a:lnTo>
                  <a:cubicBezTo>
                    <a:pt x="348" y="498"/>
                    <a:pt x="916" y="795"/>
                    <a:pt x="1518" y="795"/>
                  </a:cubicBezTo>
                  <a:cubicBezTo>
                    <a:pt x="1610" y="795"/>
                    <a:pt x="1702" y="788"/>
                    <a:pt x="1795" y="774"/>
                  </a:cubicBezTo>
                  <a:cubicBezTo>
                    <a:pt x="1475" y="614"/>
                    <a:pt x="1195" y="494"/>
                    <a:pt x="901" y="374"/>
                  </a:cubicBezTo>
                  <a:cubicBezTo>
                    <a:pt x="608" y="261"/>
                    <a:pt x="328" y="114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7" name="Google Shape;2110;p36"/>
            <p:cNvSpPr/>
            <p:nvPr/>
          </p:nvSpPr>
          <p:spPr>
            <a:xfrm>
              <a:off x="2097552" y="1826752"/>
              <a:ext cx="130788" cy="20334"/>
            </a:xfrm>
            <a:custGeom>
              <a:avLst/>
              <a:gdLst/>
              <a:ahLst/>
              <a:cxnLst/>
              <a:rect l="l" t="t" r="r" b="b"/>
              <a:pathLst>
                <a:path w="4676" h="727" extrusionOk="0">
                  <a:moveTo>
                    <a:pt x="1790" y="1"/>
                  </a:moveTo>
                  <a:cubicBezTo>
                    <a:pt x="1180" y="1"/>
                    <a:pt x="575" y="101"/>
                    <a:pt x="1" y="293"/>
                  </a:cubicBezTo>
                  <a:cubicBezTo>
                    <a:pt x="326" y="270"/>
                    <a:pt x="654" y="260"/>
                    <a:pt x="983" y="260"/>
                  </a:cubicBezTo>
                  <a:cubicBezTo>
                    <a:pt x="1441" y="260"/>
                    <a:pt x="1900" y="280"/>
                    <a:pt x="2355" y="319"/>
                  </a:cubicBezTo>
                  <a:cubicBezTo>
                    <a:pt x="3135" y="399"/>
                    <a:pt x="3908" y="539"/>
                    <a:pt x="4675" y="726"/>
                  </a:cubicBezTo>
                  <a:cubicBezTo>
                    <a:pt x="3968" y="333"/>
                    <a:pt x="3188" y="99"/>
                    <a:pt x="2381" y="33"/>
                  </a:cubicBezTo>
                  <a:cubicBezTo>
                    <a:pt x="2184" y="11"/>
                    <a:pt x="1987" y="1"/>
                    <a:pt x="179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8" name="Google Shape;2111;p36"/>
            <p:cNvSpPr/>
            <p:nvPr/>
          </p:nvSpPr>
          <p:spPr>
            <a:xfrm>
              <a:off x="1903580" y="2990192"/>
              <a:ext cx="65506" cy="52136"/>
            </a:xfrm>
            <a:custGeom>
              <a:avLst/>
              <a:gdLst/>
              <a:ahLst/>
              <a:cxnLst/>
              <a:rect l="l" t="t" r="r" b="b"/>
              <a:pathLst>
                <a:path w="2342" h="1864" extrusionOk="0">
                  <a:moveTo>
                    <a:pt x="247" y="1"/>
                  </a:moveTo>
                  <a:lnTo>
                    <a:pt x="247" y="1"/>
                  </a:lnTo>
                  <a:cubicBezTo>
                    <a:pt x="40" y="208"/>
                    <a:pt x="0" y="561"/>
                    <a:pt x="80" y="848"/>
                  </a:cubicBezTo>
                  <a:cubicBezTo>
                    <a:pt x="174" y="1148"/>
                    <a:pt x="367" y="1401"/>
                    <a:pt x="634" y="1575"/>
                  </a:cubicBezTo>
                  <a:cubicBezTo>
                    <a:pt x="983" y="1790"/>
                    <a:pt x="1362" y="1863"/>
                    <a:pt x="1736" y="1863"/>
                  </a:cubicBezTo>
                  <a:cubicBezTo>
                    <a:pt x="1941" y="1863"/>
                    <a:pt x="2145" y="1841"/>
                    <a:pt x="2341" y="1808"/>
                  </a:cubicBezTo>
                  <a:cubicBezTo>
                    <a:pt x="1788" y="1675"/>
                    <a:pt x="1221" y="1615"/>
                    <a:pt x="787" y="1335"/>
                  </a:cubicBezTo>
                  <a:cubicBezTo>
                    <a:pt x="574" y="1195"/>
                    <a:pt x="407" y="995"/>
                    <a:pt x="301" y="768"/>
                  </a:cubicBezTo>
                  <a:cubicBezTo>
                    <a:pt x="174" y="528"/>
                    <a:pt x="154" y="248"/>
                    <a:pt x="24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9" name="Google Shape;2112;p36"/>
            <p:cNvSpPr/>
            <p:nvPr/>
          </p:nvSpPr>
          <p:spPr>
            <a:xfrm>
              <a:off x="1995909" y="3054355"/>
              <a:ext cx="70149" cy="10657"/>
            </a:xfrm>
            <a:custGeom>
              <a:avLst/>
              <a:gdLst/>
              <a:ahLst/>
              <a:cxnLst/>
              <a:rect l="l" t="t" r="r" b="b"/>
              <a:pathLst>
                <a:path w="2508" h="381" extrusionOk="0">
                  <a:moveTo>
                    <a:pt x="0" y="1"/>
                  </a:moveTo>
                  <a:cubicBezTo>
                    <a:pt x="374" y="208"/>
                    <a:pt x="801" y="334"/>
                    <a:pt x="1234" y="368"/>
                  </a:cubicBezTo>
                  <a:cubicBezTo>
                    <a:pt x="1326" y="376"/>
                    <a:pt x="1419" y="381"/>
                    <a:pt x="1511" y="381"/>
                  </a:cubicBezTo>
                  <a:cubicBezTo>
                    <a:pt x="1847" y="381"/>
                    <a:pt x="2184" y="324"/>
                    <a:pt x="2508" y="214"/>
                  </a:cubicBezTo>
                  <a:cubicBezTo>
                    <a:pt x="2074" y="141"/>
                    <a:pt x="1674" y="108"/>
                    <a:pt x="1254" y="74"/>
                  </a:cubicBezTo>
                  <a:cubicBezTo>
                    <a:pt x="841" y="41"/>
                    <a:pt x="440" y="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0" name="Google Shape;2113;p36"/>
            <p:cNvSpPr/>
            <p:nvPr/>
          </p:nvSpPr>
          <p:spPr>
            <a:xfrm>
              <a:off x="1304490" y="2253490"/>
              <a:ext cx="170114" cy="128522"/>
            </a:xfrm>
            <a:custGeom>
              <a:avLst/>
              <a:gdLst/>
              <a:ahLst/>
              <a:cxnLst/>
              <a:rect l="l" t="t" r="r" b="b"/>
              <a:pathLst>
                <a:path w="6082" h="4595" extrusionOk="0">
                  <a:moveTo>
                    <a:pt x="3718" y="1"/>
                  </a:moveTo>
                  <a:cubicBezTo>
                    <a:pt x="3306" y="1"/>
                    <a:pt x="2844" y="76"/>
                    <a:pt x="2334" y="273"/>
                  </a:cubicBezTo>
                  <a:cubicBezTo>
                    <a:pt x="27" y="1173"/>
                    <a:pt x="0" y="4174"/>
                    <a:pt x="0" y="4301"/>
                  </a:cubicBezTo>
                  <a:cubicBezTo>
                    <a:pt x="0" y="4461"/>
                    <a:pt x="134" y="4594"/>
                    <a:pt x="294" y="4594"/>
                  </a:cubicBezTo>
                  <a:cubicBezTo>
                    <a:pt x="454" y="4594"/>
                    <a:pt x="587" y="4461"/>
                    <a:pt x="587" y="4301"/>
                  </a:cubicBezTo>
                  <a:cubicBezTo>
                    <a:pt x="587" y="4274"/>
                    <a:pt x="614" y="1573"/>
                    <a:pt x="2548" y="813"/>
                  </a:cubicBezTo>
                  <a:cubicBezTo>
                    <a:pt x="2982" y="644"/>
                    <a:pt x="3374" y="579"/>
                    <a:pt x="3719" y="579"/>
                  </a:cubicBezTo>
                  <a:cubicBezTo>
                    <a:pt x="4600" y="579"/>
                    <a:pt x="5187" y="998"/>
                    <a:pt x="5455" y="1180"/>
                  </a:cubicBezTo>
                  <a:cubicBezTo>
                    <a:pt x="5557" y="1263"/>
                    <a:pt x="5659" y="1331"/>
                    <a:pt x="5777" y="1331"/>
                  </a:cubicBezTo>
                  <a:cubicBezTo>
                    <a:pt x="5821" y="1331"/>
                    <a:pt x="5867" y="1322"/>
                    <a:pt x="5915" y="1300"/>
                  </a:cubicBezTo>
                  <a:cubicBezTo>
                    <a:pt x="6015" y="1247"/>
                    <a:pt x="6075" y="1140"/>
                    <a:pt x="6082" y="1027"/>
                  </a:cubicBezTo>
                  <a:cubicBezTo>
                    <a:pt x="6082" y="880"/>
                    <a:pt x="5975" y="753"/>
                    <a:pt x="5829" y="733"/>
                  </a:cubicBezTo>
                  <a:lnTo>
                    <a:pt x="5789" y="706"/>
                  </a:lnTo>
                  <a:cubicBezTo>
                    <a:pt x="5500" y="504"/>
                    <a:pt x="4781" y="1"/>
                    <a:pt x="371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1" name="Google Shape;2114;p36"/>
            <p:cNvSpPr/>
            <p:nvPr/>
          </p:nvSpPr>
          <p:spPr>
            <a:xfrm>
              <a:off x="1330978" y="2252567"/>
              <a:ext cx="110817" cy="179987"/>
            </a:xfrm>
            <a:custGeom>
              <a:avLst/>
              <a:gdLst/>
              <a:ahLst/>
              <a:cxnLst/>
              <a:rect l="l" t="t" r="r" b="b"/>
              <a:pathLst>
                <a:path w="3962" h="6435" extrusionOk="0">
                  <a:moveTo>
                    <a:pt x="2757" y="1"/>
                  </a:moveTo>
                  <a:cubicBezTo>
                    <a:pt x="2673" y="1"/>
                    <a:pt x="2587" y="41"/>
                    <a:pt x="2521" y="139"/>
                  </a:cubicBezTo>
                  <a:cubicBezTo>
                    <a:pt x="2501" y="166"/>
                    <a:pt x="0" y="3240"/>
                    <a:pt x="3448" y="6361"/>
                  </a:cubicBezTo>
                  <a:cubicBezTo>
                    <a:pt x="3501" y="6408"/>
                    <a:pt x="3568" y="6434"/>
                    <a:pt x="3641" y="6434"/>
                  </a:cubicBezTo>
                  <a:cubicBezTo>
                    <a:pt x="3721" y="6434"/>
                    <a:pt x="3801" y="6401"/>
                    <a:pt x="3855" y="6341"/>
                  </a:cubicBezTo>
                  <a:cubicBezTo>
                    <a:pt x="3961" y="6221"/>
                    <a:pt x="3955" y="6034"/>
                    <a:pt x="3841" y="5928"/>
                  </a:cubicBezTo>
                  <a:cubicBezTo>
                    <a:pt x="814" y="3193"/>
                    <a:pt x="2881" y="613"/>
                    <a:pt x="2974" y="506"/>
                  </a:cubicBezTo>
                  <a:cubicBezTo>
                    <a:pt x="3192" y="283"/>
                    <a:pt x="2981" y="1"/>
                    <a:pt x="275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" name="Google Shape;2115;p36"/>
            <p:cNvSpPr/>
            <p:nvPr/>
          </p:nvSpPr>
          <p:spPr>
            <a:xfrm>
              <a:off x="1391449" y="2500773"/>
              <a:ext cx="116299" cy="99517"/>
            </a:xfrm>
            <a:custGeom>
              <a:avLst/>
              <a:gdLst/>
              <a:ahLst/>
              <a:cxnLst/>
              <a:rect l="l" t="t" r="r" b="b"/>
              <a:pathLst>
                <a:path w="4158" h="3558" extrusionOk="0">
                  <a:moveTo>
                    <a:pt x="2378" y="1"/>
                  </a:moveTo>
                  <a:cubicBezTo>
                    <a:pt x="796" y="1"/>
                    <a:pt x="1" y="1910"/>
                    <a:pt x="1119" y="3035"/>
                  </a:cubicBezTo>
                  <a:cubicBezTo>
                    <a:pt x="1482" y="3396"/>
                    <a:pt x="1927" y="3558"/>
                    <a:pt x="2364" y="3558"/>
                  </a:cubicBezTo>
                  <a:cubicBezTo>
                    <a:pt x="3280" y="3558"/>
                    <a:pt x="4158" y="2844"/>
                    <a:pt x="4153" y="1768"/>
                  </a:cubicBezTo>
                  <a:cubicBezTo>
                    <a:pt x="4153" y="795"/>
                    <a:pt x="3360" y="1"/>
                    <a:pt x="2386" y="1"/>
                  </a:cubicBezTo>
                  <a:cubicBezTo>
                    <a:pt x="2383" y="1"/>
                    <a:pt x="2381" y="1"/>
                    <a:pt x="2378" y="1"/>
                  </a:cubicBezTo>
                  <a:close/>
                </a:path>
              </a:pathLst>
            </a:custGeom>
            <a:solidFill>
              <a:srgbClr val="B39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" name="Google Shape;2116;p36"/>
            <p:cNvSpPr/>
            <p:nvPr/>
          </p:nvSpPr>
          <p:spPr>
            <a:xfrm>
              <a:off x="1386247" y="2496466"/>
              <a:ext cx="125306" cy="107489"/>
            </a:xfrm>
            <a:custGeom>
              <a:avLst/>
              <a:gdLst/>
              <a:ahLst/>
              <a:cxnLst/>
              <a:rect l="l" t="t" r="r" b="b"/>
              <a:pathLst>
                <a:path w="4480" h="3843" extrusionOk="0">
                  <a:moveTo>
                    <a:pt x="2564" y="295"/>
                  </a:moveTo>
                  <a:cubicBezTo>
                    <a:pt x="2567" y="295"/>
                    <a:pt x="2569" y="295"/>
                    <a:pt x="2572" y="295"/>
                  </a:cubicBezTo>
                  <a:cubicBezTo>
                    <a:pt x="3466" y="302"/>
                    <a:pt x="4193" y="1029"/>
                    <a:pt x="4193" y="1922"/>
                  </a:cubicBezTo>
                  <a:cubicBezTo>
                    <a:pt x="4188" y="2901"/>
                    <a:pt x="3384" y="3550"/>
                    <a:pt x="2549" y="3550"/>
                  </a:cubicBezTo>
                  <a:cubicBezTo>
                    <a:pt x="2149" y="3550"/>
                    <a:pt x="1742" y="3401"/>
                    <a:pt x="1412" y="3069"/>
                  </a:cubicBezTo>
                  <a:cubicBezTo>
                    <a:pt x="394" y="2044"/>
                    <a:pt x="1122" y="295"/>
                    <a:pt x="2564" y="295"/>
                  </a:cubicBezTo>
                  <a:close/>
                  <a:moveTo>
                    <a:pt x="2548" y="0"/>
                  </a:moveTo>
                  <a:cubicBezTo>
                    <a:pt x="2076" y="0"/>
                    <a:pt x="1596" y="176"/>
                    <a:pt x="1205" y="568"/>
                  </a:cubicBezTo>
                  <a:cubicBezTo>
                    <a:pt x="0" y="1780"/>
                    <a:pt x="862" y="3843"/>
                    <a:pt x="2564" y="3843"/>
                  </a:cubicBezTo>
                  <a:cubicBezTo>
                    <a:pt x="2567" y="3843"/>
                    <a:pt x="2569" y="3843"/>
                    <a:pt x="2572" y="3843"/>
                  </a:cubicBezTo>
                  <a:cubicBezTo>
                    <a:pt x="3626" y="3836"/>
                    <a:pt x="4479" y="2976"/>
                    <a:pt x="4479" y="1922"/>
                  </a:cubicBezTo>
                  <a:cubicBezTo>
                    <a:pt x="4479" y="767"/>
                    <a:pt x="3534" y="0"/>
                    <a:pt x="254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" name="Google Shape;2117;p36"/>
            <p:cNvSpPr/>
            <p:nvPr/>
          </p:nvSpPr>
          <p:spPr>
            <a:xfrm>
              <a:off x="1424426" y="2532127"/>
              <a:ext cx="54290" cy="50122"/>
            </a:xfrm>
            <a:custGeom>
              <a:avLst/>
              <a:gdLst/>
              <a:ahLst/>
              <a:cxnLst/>
              <a:rect l="l" t="t" r="r" b="b"/>
              <a:pathLst>
                <a:path w="1941" h="1792" extrusionOk="0">
                  <a:moveTo>
                    <a:pt x="300" y="0"/>
                  </a:moveTo>
                  <a:lnTo>
                    <a:pt x="300" y="0"/>
                  </a:lnTo>
                  <a:cubicBezTo>
                    <a:pt x="0" y="414"/>
                    <a:pt x="74" y="1061"/>
                    <a:pt x="474" y="1454"/>
                  </a:cubicBezTo>
                  <a:cubicBezTo>
                    <a:pt x="700" y="1676"/>
                    <a:pt x="1008" y="1792"/>
                    <a:pt x="1307" y="1792"/>
                  </a:cubicBezTo>
                  <a:cubicBezTo>
                    <a:pt x="1538" y="1792"/>
                    <a:pt x="1764" y="1723"/>
                    <a:pt x="1941" y="1581"/>
                  </a:cubicBezTo>
                  <a:lnTo>
                    <a:pt x="1941" y="1581"/>
                  </a:lnTo>
                  <a:cubicBezTo>
                    <a:pt x="1824" y="1611"/>
                    <a:pt x="1709" y="1626"/>
                    <a:pt x="1597" y="1626"/>
                  </a:cubicBezTo>
                  <a:cubicBezTo>
                    <a:pt x="775" y="1626"/>
                    <a:pt x="107" y="857"/>
                    <a:pt x="3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" name="Google Shape;2118;p36"/>
            <p:cNvSpPr/>
            <p:nvPr/>
          </p:nvSpPr>
          <p:spPr>
            <a:xfrm>
              <a:off x="2737505" y="2471684"/>
              <a:ext cx="18097" cy="53563"/>
            </a:xfrm>
            <a:custGeom>
              <a:avLst/>
              <a:gdLst/>
              <a:ahLst/>
              <a:cxnLst/>
              <a:rect l="l" t="t" r="r" b="b"/>
              <a:pathLst>
                <a:path w="647" h="1915" extrusionOk="0">
                  <a:moveTo>
                    <a:pt x="274" y="1"/>
                  </a:moveTo>
                  <a:lnTo>
                    <a:pt x="274" y="1"/>
                  </a:lnTo>
                  <a:cubicBezTo>
                    <a:pt x="247" y="347"/>
                    <a:pt x="234" y="648"/>
                    <a:pt x="194" y="968"/>
                  </a:cubicBezTo>
                  <a:cubicBezTo>
                    <a:pt x="147" y="1281"/>
                    <a:pt x="73" y="1574"/>
                    <a:pt x="0" y="1915"/>
                  </a:cubicBezTo>
                  <a:cubicBezTo>
                    <a:pt x="527" y="1421"/>
                    <a:pt x="647" y="621"/>
                    <a:pt x="27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" name="Google Shape;2119;p36"/>
            <p:cNvSpPr/>
            <p:nvPr/>
          </p:nvSpPr>
          <p:spPr>
            <a:xfrm>
              <a:off x="1680015" y="2029143"/>
              <a:ext cx="502061" cy="353932"/>
            </a:xfrm>
            <a:custGeom>
              <a:avLst/>
              <a:gdLst/>
              <a:ahLst/>
              <a:cxnLst/>
              <a:rect l="l" t="t" r="r" b="b"/>
              <a:pathLst>
                <a:path w="17950" h="12654" extrusionOk="0">
                  <a:moveTo>
                    <a:pt x="8729" y="0"/>
                  </a:moveTo>
                  <a:cubicBezTo>
                    <a:pt x="903" y="0"/>
                    <a:pt x="1" y="12654"/>
                    <a:pt x="8717" y="12654"/>
                  </a:cubicBezTo>
                  <a:cubicBezTo>
                    <a:pt x="8819" y="12654"/>
                    <a:pt x="8922" y="12652"/>
                    <a:pt x="9027" y="12649"/>
                  </a:cubicBezTo>
                  <a:cubicBezTo>
                    <a:pt x="17949" y="12342"/>
                    <a:pt x="17169" y="305"/>
                    <a:pt x="9000" y="5"/>
                  </a:cubicBezTo>
                  <a:cubicBezTo>
                    <a:pt x="8909" y="2"/>
                    <a:pt x="8818" y="0"/>
                    <a:pt x="8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" name="Google Shape;2120;p36"/>
            <p:cNvSpPr/>
            <p:nvPr/>
          </p:nvSpPr>
          <p:spPr>
            <a:xfrm>
              <a:off x="1634424" y="2014235"/>
              <a:ext cx="440975" cy="203006"/>
            </a:xfrm>
            <a:custGeom>
              <a:avLst/>
              <a:gdLst/>
              <a:ahLst/>
              <a:cxnLst/>
              <a:rect l="l" t="t" r="r" b="b"/>
              <a:pathLst>
                <a:path w="15766" h="7258" extrusionOk="0">
                  <a:moveTo>
                    <a:pt x="10214" y="0"/>
                  </a:moveTo>
                  <a:cubicBezTo>
                    <a:pt x="9781" y="0"/>
                    <a:pt x="9328" y="39"/>
                    <a:pt x="8857" y="125"/>
                  </a:cubicBezTo>
                  <a:cubicBezTo>
                    <a:pt x="4922" y="845"/>
                    <a:pt x="3568" y="3686"/>
                    <a:pt x="2742" y="5453"/>
                  </a:cubicBezTo>
                  <a:cubicBezTo>
                    <a:pt x="2159" y="6708"/>
                    <a:pt x="1021" y="6890"/>
                    <a:pt x="411" y="6890"/>
                  </a:cubicBezTo>
                  <a:cubicBezTo>
                    <a:pt x="162" y="6890"/>
                    <a:pt x="1" y="6860"/>
                    <a:pt x="1" y="6860"/>
                  </a:cubicBezTo>
                  <a:lnTo>
                    <a:pt x="1" y="6860"/>
                  </a:lnTo>
                  <a:cubicBezTo>
                    <a:pt x="999" y="7135"/>
                    <a:pt x="1785" y="7257"/>
                    <a:pt x="2404" y="7257"/>
                  </a:cubicBezTo>
                  <a:cubicBezTo>
                    <a:pt x="4020" y="7257"/>
                    <a:pt x="4512" y="6430"/>
                    <a:pt x="4729" y="5346"/>
                  </a:cubicBezTo>
                  <a:cubicBezTo>
                    <a:pt x="5029" y="3846"/>
                    <a:pt x="6603" y="1358"/>
                    <a:pt x="10277" y="1025"/>
                  </a:cubicBezTo>
                  <a:cubicBezTo>
                    <a:pt x="10513" y="1004"/>
                    <a:pt x="10741" y="994"/>
                    <a:pt x="10962" y="994"/>
                  </a:cubicBezTo>
                  <a:cubicBezTo>
                    <a:pt x="14182" y="994"/>
                    <a:pt x="15765" y="3126"/>
                    <a:pt x="15765" y="3126"/>
                  </a:cubicBezTo>
                  <a:cubicBezTo>
                    <a:pt x="15477" y="2092"/>
                    <a:pt x="13392" y="0"/>
                    <a:pt x="102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" name="Google Shape;2121;p36"/>
            <p:cNvSpPr/>
            <p:nvPr/>
          </p:nvSpPr>
          <p:spPr>
            <a:xfrm>
              <a:off x="2308697" y="2061504"/>
              <a:ext cx="359722" cy="279504"/>
            </a:xfrm>
            <a:custGeom>
              <a:avLst/>
              <a:gdLst/>
              <a:ahLst/>
              <a:cxnLst/>
              <a:rect l="l" t="t" r="r" b="b"/>
              <a:pathLst>
                <a:path w="12861" h="9993" extrusionOk="0">
                  <a:moveTo>
                    <a:pt x="5942" y="1"/>
                  </a:moveTo>
                  <a:cubicBezTo>
                    <a:pt x="5762" y="1"/>
                    <a:pt x="5578" y="10"/>
                    <a:pt x="5388" y="28"/>
                  </a:cubicBezTo>
                  <a:cubicBezTo>
                    <a:pt x="1507" y="409"/>
                    <a:pt x="0" y="4156"/>
                    <a:pt x="1027" y="6937"/>
                  </a:cubicBezTo>
                  <a:cubicBezTo>
                    <a:pt x="1567" y="8404"/>
                    <a:pt x="2794" y="9598"/>
                    <a:pt x="4742" y="9904"/>
                  </a:cubicBezTo>
                  <a:cubicBezTo>
                    <a:pt x="5108" y="9965"/>
                    <a:pt x="5480" y="9992"/>
                    <a:pt x="5852" y="9992"/>
                  </a:cubicBezTo>
                  <a:cubicBezTo>
                    <a:pt x="5893" y="9992"/>
                    <a:pt x="5934" y="9992"/>
                    <a:pt x="5975" y="9991"/>
                  </a:cubicBezTo>
                  <a:cubicBezTo>
                    <a:pt x="12861" y="9803"/>
                    <a:pt x="11859" y="1"/>
                    <a:pt x="59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" name="Google Shape;2122;p36"/>
            <p:cNvSpPr/>
            <p:nvPr/>
          </p:nvSpPr>
          <p:spPr>
            <a:xfrm>
              <a:off x="2351603" y="2049645"/>
              <a:ext cx="346185" cy="149891"/>
            </a:xfrm>
            <a:custGeom>
              <a:avLst/>
              <a:gdLst/>
              <a:ahLst/>
              <a:cxnLst/>
              <a:rect l="l" t="t" r="r" b="b"/>
              <a:pathLst>
                <a:path w="12377" h="5359" extrusionOk="0">
                  <a:moveTo>
                    <a:pt x="4480" y="1"/>
                  </a:moveTo>
                  <a:cubicBezTo>
                    <a:pt x="1822" y="1"/>
                    <a:pt x="184" y="1868"/>
                    <a:pt x="0" y="2726"/>
                  </a:cubicBezTo>
                  <a:cubicBezTo>
                    <a:pt x="0" y="2726"/>
                    <a:pt x="1229" y="816"/>
                    <a:pt x="3948" y="816"/>
                  </a:cubicBezTo>
                  <a:cubicBezTo>
                    <a:pt x="4012" y="816"/>
                    <a:pt x="4076" y="817"/>
                    <a:pt x="4141" y="819"/>
                  </a:cubicBezTo>
                  <a:cubicBezTo>
                    <a:pt x="7002" y="913"/>
                    <a:pt x="8342" y="2786"/>
                    <a:pt x="8642" y="3953"/>
                  </a:cubicBezTo>
                  <a:cubicBezTo>
                    <a:pt x="8848" y="4751"/>
                    <a:pt x="9237" y="5359"/>
                    <a:pt x="10338" y="5359"/>
                  </a:cubicBezTo>
                  <a:cubicBezTo>
                    <a:pt x="10847" y="5359"/>
                    <a:pt x="11510" y="5229"/>
                    <a:pt x="12377" y="4927"/>
                  </a:cubicBezTo>
                  <a:lnTo>
                    <a:pt x="12377" y="4927"/>
                  </a:lnTo>
                  <a:cubicBezTo>
                    <a:pt x="12377" y="4927"/>
                    <a:pt x="12194" y="4973"/>
                    <a:pt x="11927" y="4973"/>
                  </a:cubicBezTo>
                  <a:cubicBezTo>
                    <a:pt x="11436" y="4973"/>
                    <a:pt x="10658" y="4819"/>
                    <a:pt x="10196" y="3947"/>
                  </a:cubicBezTo>
                  <a:cubicBezTo>
                    <a:pt x="9476" y="2593"/>
                    <a:pt x="8289" y="419"/>
                    <a:pt x="5201" y="46"/>
                  </a:cubicBezTo>
                  <a:cubicBezTo>
                    <a:pt x="4953" y="15"/>
                    <a:pt x="4712" y="1"/>
                    <a:pt x="44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" name="Google Shape;2123;p36"/>
            <p:cNvSpPr/>
            <p:nvPr/>
          </p:nvSpPr>
          <p:spPr>
            <a:xfrm>
              <a:off x="1799699" y="2148799"/>
              <a:ext cx="261743" cy="225438"/>
            </a:xfrm>
            <a:custGeom>
              <a:avLst/>
              <a:gdLst/>
              <a:ahLst/>
              <a:cxnLst/>
              <a:rect l="l" t="t" r="r" b="b"/>
              <a:pathLst>
                <a:path w="9358" h="8060" extrusionOk="0">
                  <a:moveTo>
                    <a:pt x="4741" y="1"/>
                  </a:moveTo>
                  <a:cubicBezTo>
                    <a:pt x="4717" y="1"/>
                    <a:pt x="4693" y="1"/>
                    <a:pt x="4668" y="2"/>
                  </a:cubicBezTo>
                  <a:cubicBezTo>
                    <a:pt x="133" y="82"/>
                    <a:pt x="0" y="7897"/>
                    <a:pt x="4668" y="8057"/>
                  </a:cubicBezTo>
                  <a:cubicBezTo>
                    <a:pt x="4713" y="8059"/>
                    <a:pt x="4757" y="8059"/>
                    <a:pt x="4800" y="8059"/>
                  </a:cubicBezTo>
                  <a:cubicBezTo>
                    <a:pt x="9313" y="8059"/>
                    <a:pt x="9357" y="1"/>
                    <a:pt x="474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1" name="Google Shape;2124;p36"/>
            <p:cNvSpPr/>
            <p:nvPr/>
          </p:nvSpPr>
          <p:spPr>
            <a:xfrm>
              <a:off x="2332947" y="2148631"/>
              <a:ext cx="196909" cy="189916"/>
            </a:xfrm>
            <a:custGeom>
              <a:avLst/>
              <a:gdLst/>
              <a:ahLst/>
              <a:cxnLst/>
              <a:rect l="l" t="t" r="r" b="b"/>
              <a:pathLst>
                <a:path w="7040" h="6790" extrusionOk="0">
                  <a:moveTo>
                    <a:pt x="3143" y="1"/>
                  </a:moveTo>
                  <a:cubicBezTo>
                    <a:pt x="3124" y="1"/>
                    <a:pt x="3106" y="1"/>
                    <a:pt x="3088" y="1"/>
                  </a:cubicBezTo>
                  <a:cubicBezTo>
                    <a:pt x="994" y="41"/>
                    <a:pt x="0" y="2001"/>
                    <a:pt x="160" y="3822"/>
                  </a:cubicBezTo>
                  <a:cubicBezTo>
                    <a:pt x="700" y="5289"/>
                    <a:pt x="1927" y="6483"/>
                    <a:pt x="3875" y="6789"/>
                  </a:cubicBezTo>
                  <a:cubicBezTo>
                    <a:pt x="7040" y="6033"/>
                    <a:pt x="6831" y="1"/>
                    <a:pt x="314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2" name="Google Shape;2125;p36"/>
            <p:cNvSpPr/>
            <p:nvPr/>
          </p:nvSpPr>
          <p:spPr>
            <a:xfrm>
              <a:off x="2245849" y="2049421"/>
              <a:ext cx="165443" cy="378210"/>
            </a:xfrm>
            <a:custGeom>
              <a:avLst/>
              <a:gdLst/>
              <a:ahLst/>
              <a:cxnLst/>
              <a:rect l="l" t="t" r="r" b="b"/>
              <a:pathLst>
                <a:path w="5915" h="13522" extrusionOk="0">
                  <a:moveTo>
                    <a:pt x="1080" y="0"/>
                  </a:moveTo>
                  <a:lnTo>
                    <a:pt x="1080" y="0"/>
                  </a:lnTo>
                  <a:cubicBezTo>
                    <a:pt x="747" y="714"/>
                    <a:pt x="494" y="1467"/>
                    <a:pt x="320" y="2234"/>
                  </a:cubicBezTo>
                  <a:cubicBezTo>
                    <a:pt x="147" y="3008"/>
                    <a:pt x="47" y="3801"/>
                    <a:pt x="33" y="4595"/>
                  </a:cubicBezTo>
                  <a:cubicBezTo>
                    <a:pt x="0" y="6175"/>
                    <a:pt x="280" y="7822"/>
                    <a:pt x="1154" y="9223"/>
                  </a:cubicBezTo>
                  <a:cubicBezTo>
                    <a:pt x="1380" y="9576"/>
                    <a:pt x="1647" y="9896"/>
                    <a:pt x="1967" y="10176"/>
                  </a:cubicBezTo>
                  <a:cubicBezTo>
                    <a:pt x="2127" y="10316"/>
                    <a:pt x="2314" y="10436"/>
                    <a:pt x="2507" y="10536"/>
                  </a:cubicBezTo>
                  <a:cubicBezTo>
                    <a:pt x="2607" y="10590"/>
                    <a:pt x="2714" y="10637"/>
                    <a:pt x="2821" y="10670"/>
                  </a:cubicBezTo>
                  <a:lnTo>
                    <a:pt x="3134" y="10743"/>
                  </a:lnTo>
                  <a:cubicBezTo>
                    <a:pt x="3541" y="10810"/>
                    <a:pt x="3934" y="10843"/>
                    <a:pt x="4308" y="10897"/>
                  </a:cubicBezTo>
                  <a:cubicBezTo>
                    <a:pt x="4681" y="10943"/>
                    <a:pt x="5075" y="11010"/>
                    <a:pt x="5308" y="11163"/>
                  </a:cubicBezTo>
                  <a:cubicBezTo>
                    <a:pt x="5542" y="11310"/>
                    <a:pt x="5542" y="11630"/>
                    <a:pt x="5382" y="11944"/>
                  </a:cubicBezTo>
                  <a:cubicBezTo>
                    <a:pt x="5221" y="12264"/>
                    <a:pt x="4941" y="12524"/>
                    <a:pt x="4641" y="12737"/>
                  </a:cubicBezTo>
                  <a:cubicBezTo>
                    <a:pt x="4008" y="13177"/>
                    <a:pt x="3274" y="13451"/>
                    <a:pt x="2507" y="13511"/>
                  </a:cubicBezTo>
                  <a:cubicBezTo>
                    <a:pt x="2605" y="13518"/>
                    <a:pt x="2703" y="13522"/>
                    <a:pt x="2801" y="13522"/>
                  </a:cubicBezTo>
                  <a:cubicBezTo>
                    <a:pt x="3502" y="13522"/>
                    <a:pt x="4193" y="13334"/>
                    <a:pt x="4801" y="12977"/>
                  </a:cubicBezTo>
                  <a:cubicBezTo>
                    <a:pt x="5141" y="12770"/>
                    <a:pt x="5475" y="12510"/>
                    <a:pt x="5708" y="12137"/>
                  </a:cubicBezTo>
                  <a:cubicBezTo>
                    <a:pt x="5842" y="11950"/>
                    <a:pt x="5915" y="11717"/>
                    <a:pt x="5915" y="11490"/>
                  </a:cubicBezTo>
                  <a:cubicBezTo>
                    <a:pt x="5915" y="11223"/>
                    <a:pt x="5795" y="10977"/>
                    <a:pt x="5588" y="10810"/>
                  </a:cubicBezTo>
                  <a:cubicBezTo>
                    <a:pt x="5188" y="10503"/>
                    <a:pt x="4775" y="10443"/>
                    <a:pt x="4381" y="10383"/>
                  </a:cubicBezTo>
                  <a:cubicBezTo>
                    <a:pt x="3988" y="10330"/>
                    <a:pt x="3608" y="10276"/>
                    <a:pt x="3241" y="10203"/>
                  </a:cubicBezTo>
                  <a:cubicBezTo>
                    <a:pt x="2567" y="10090"/>
                    <a:pt x="2041" y="9530"/>
                    <a:pt x="1647" y="8909"/>
                  </a:cubicBezTo>
                  <a:cubicBezTo>
                    <a:pt x="847" y="7656"/>
                    <a:pt x="540" y="6102"/>
                    <a:pt x="480" y="4588"/>
                  </a:cubicBezTo>
                  <a:cubicBezTo>
                    <a:pt x="447" y="3034"/>
                    <a:pt x="647" y="1487"/>
                    <a:pt x="108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3" name="Google Shape;2126;p36"/>
            <p:cNvSpPr/>
            <p:nvPr/>
          </p:nvSpPr>
          <p:spPr>
            <a:xfrm>
              <a:off x="2256058" y="2399606"/>
              <a:ext cx="36613" cy="15635"/>
            </a:xfrm>
            <a:custGeom>
              <a:avLst/>
              <a:gdLst/>
              <a:ahLst/>
              <a:cxnLst/>
              <a:rect l="l" t="t" r="r" b="b"/>
              <a:pathLst>
                <a:path w="1309" h="559" extrusionOk="0">
                  <a:moveTo>
                    <a:pt x="615" y="0"/>
                  </a:moveTo>
                  <a:cubicBezTo>
                    <a:pt x="400" y="0"/>
                    <a:pt x="198" y="61"/>
                    <a:pt x="122" y="204"/>
                  </a:cubicBezTo>
                  <a:cubicBezTo>
                    <a:pt x="0" y="414"/>
                    <a:pt x="465" y="559"/>
                    <a:pt x="848" y="559"/>
                  </a:cubicBezTo>
                  <a:cubicBezTo>
                    <a:pt x="1095" y="559"/>
                    <a:pt x="1309" y="498"/>
                    <a:pt x="1309" y="357"/>
                  </a:cubicBezTo>
                  <a:cubicBezTo>
                    <a:pt x="1309" y="143"/>
                    <a:pt x="945" y="0"/>
                    <a:pt x="61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4" name="Google Shape;2127;p36"/>
            <p:cNvSpPr/>
            <p:nvPr/>
          </p:nvSpPr>
          <p:spPr>
            <a:xfrm>
              <a:off x="2230549" y="2383103"/>
              <a:ext cx="12531" cy="32110"/>
            </a:xfrm>
            <a:custGeom>
              <a:avLst/>
              <a:gdLst/>
              <a:ahLst/>
              <a:cxnLst/>
              <a:rect l="l" t="t" r="r" b="b"/>
              <a:pathLst>
                <a:path w="448" h="1148" extrusionOk="0">
                  <a:moveTo>
                    <a:pt x="447" y="0"/>
                  </a:moveTo>
                  <a:lnTo>
                    <a:pt x="447" y="0"/>
                  </a:lnTo>
                  <a:cubicBezTo>
                    <a:pt x="320" y="27"/>
                    <a:pt x="214" y="100"/>
                    <a:pt x="134" y="200"/>
                  </a:cubicBezTo>
                  <a:cubicBezTo>
                    <a:pt x="47" y="307"/>
                    <a:pt x="0" y="440"/>
                    <a:pt x="0" y="574"/>
                  </a:cubicBezTo>
                  <a:cubicBezTo>
                    <a:pt x="0" y="707"/>
                    <a:pt x="47" y="840"/>
                    <a:pt x="127" y="947"/>
                  </a:cubicBezTo>
                  <a:cubicBezTo>
                    <a:pt x="207" y="1047"/>
                    <a:pt x="320" y="1120"/>
                    <a:pt x="447" y="1147"/>
                  </a:cubicBezTo>
                  <a:cubicBezTo>
                    <a:pt x="354" y="914"/>
                    <a:pt x="287" y="740"/>
                    <a:pt x="287" y="574"/>
                  </a:cubicBezTo>
                  <a:cubicBezTo>
                    <a:pt x="294" y="487"/>
                    <a:pt x="307" y="400"/>
                    <a:pt x="334" y="314"/>
                  </a:cubicBezTo>
                  <a:cubicBezTo>
                    <a:pt x="360" y="214"/>
                    <a:pt x="400" y="114"/>
                    <a:pt x="44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5" name="Google Shape;2128;p36"/>
            <p:cNvSpPr/>
            <p:nvPr/>
          </p:nvSpPr>
          <p:spPr>
            <a:xfrm>
              <a:off x="2111537" y="2461419"/>
              <a:ext cx="208572" cy="100804"/>
            </a:xfrm>
            <a:custGeom>
              <a:avLst/>
              <a:gdLst/>
              <a:ahLst/>
              <a:cxnLst/>
              <a:rect l="l" t="t" r="r" b="b"/>
              <a:pathLst>
                <a:path w="7457" h="3604" extrusionOk="0">
                  <a:moveTo>
                    <a:pt x="1" y="1"/>
                  </a:moveTo>
                  <a:lnTo>
                    <a:pt x="1" y="1"/>
                  </a:lnTo>
                  <a:cubicBezTo>
                    <a:pt x="314" y="661"/>
                    <a:pt x="788" y="1235"/>
                    <a:pt x="1321" y="1735"/>
                  </a:cubicBezTo>
                  <a:cubicBezTo>
                    <a:pt x="1861" y="2242"/>
                    <a:pt x="2481" y="2655"/>
                    <a:pt x="3155" y="2968"/>
                  </a:cubicBezTo>
                  <a:cubicBezTo>
                    <a:pt x="3322" y="3048"/>
                    <a:pt x="3488" y="3122"/>
                    <a:pt x="3668" y="3182"/>
                  </a:cubicBezTo>
                  <a:cubicBezTo>
                    <a:pt x="3842" y="3242"/>
                    <a:pt x="4015" y="3315"/>
                    <a:pt x="4189" y="3362"/>
                  </a:cubicBezTo>
                  <a:cubicBezTo>
                    <a:pt x="4555" y="3442"/>
                    <a:pt x="4915" y="3542"/>
                    <a:pt x="5282" y="3562"/>
                  </a:cubicBezTo>
                  <a:cubicBezTo>
                    <a:pt x="5490" y="3590"/>
                    <a:pt x="5699" y="3603"/>
                    <a:pt x="5907" y="3603"/>
                  </a:cubicBezTo>
                  <a:cubicBezTo>
                    <a:pt x="6432" y="3603"/>
                    <a:pt x="6954" y="3521"/>
                    <a:pt x="7456" y="3402"/>
                  </a:cubicBezTo>
                  <a:cubicBezTo>
                    <a:pt x="6736" y="3328"/>
                    <a:pt x="6036" y="3282"/>
                    <a:pt x="5356" y="3115"/>
                  </a:cubicBezTo>
                  <a:cubicBezTo>
                    <a:pt x="4682" y="2968"/>
                    <a:pt x="4022" y="2742"/>
                    <a:pt x="3402" y="2442"/>
                  </a:cubicBezTo>
                  <a:cubicBezTo>
                    <a:pt x="2768" y="2155"/>
                    <a:pt x="2175" y="1801"/>
                    <a:pt x="1615" y="1395"/>
                  </a:cubicBezTo>
                  <a:cubicBezTo>
                    <a:pt x="1041" y="968"/>
                    <a:pt x="501" y="501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6" name="Google Shape;2129;p36"/>
            <p:cNvSpPr/>
            <p:nvPr/>
          </p:nvSpPr>
          <p:spPr>
            <a:xfrm>
              <a:off x="1627712" y="2374153"/>
              <a:ext cx="247171" cy="219173"/>
            </a:xfrm>
            <a:custGeom>
              <a:avLst/>
              <a:gdLst/>
              <a:ahLst/>
              <a:cxnLst/>
              <a:rect l="l" t="t" r="r" b="b"/>
              <a:pathLst>
                <a:path w="8837" h="7836" extrusionOk="0">
                  <a:moveTo>
                    <a:pt x="4415" y="0"/>
                  </a:moveTo>
                  <a:cubicBezTo>
                    <a:pt x="1975" y="0"/>
                    <a:pt x="1" y="1754"/>
                    <a:pt x="1" y="3921"/>
                  </a:cubicBezTo>
                  <a:cubicBezTo>
                    <a:pt x="1" y="6082"/>
                    <a:pt x="1975" y="7836"/>
                    <a:pt x="4415" y="7836"/>
                  </a:cubicBezTo>
                  <a:cubicBezTo>
                    <a:pt x="6856" y="7836"/>
                    <a:pt x="8837" y="6082"/>
                    <a:pt x="8837" y="3921"/>
                  </a:cubicBezTo>
                  <a:cubicBezTo>
                    <a:pt x="8837" y="1754"/>
                    <a:pt x="6856" y="0"/>
                    <a:pt x="4415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7" name="Google Shape;2130;p36"/>
            <p:cNvSpPr/>
            <p:nvPr/>
          </p:nvSpPr>
          <p:spPr>
            <a:xfrm>
              <a:off x="2503424" y="2352141"/>
              <a:ext cx="213020" cy="188770"/>
            </a:xfrm>
            <a:custGeom>
              <a:avLst/>
              <a:gdLst/>
              <a:ahLst/>
              <a:cxnLst/>
              <a:rect l="l" t="t" r="r" b="b"/>
              <a:pathLst>
                <a:path w="7616" h="6749" extrusionOk="0">
                  <a:moveTo>
                    <a:pt x="3808" y="0"/>
                  </a:moveTo>
                  <a:cubicBezTo>
                    <a:pt x="1707" y="0"/>
                    <a:pt x="0" y="1507"/>
                    <a:pt x="0" y="3374"/>
                  </a:cubicBezTo>
                  <a:cubicBezTo>
                    <a:pt x="0" y="5235"/>
                    <a:pt x="1707" y="6749"/>
                    <a:pt x="3808" y="6749"/>
                  </a:cubicBezTo>
                  <a:cubicBezTo>
                    <a:pt x="5908" y="6749"/>
                    <a:pt x="7616" y="5235"/>
                    <a:pt x="7616" y="3374"/>
                  </a:cubicBezTo>
                  <a:cubicBezTo>
                    <a:pt x="7616" y="1507"/>
                    <a:pt x="5908" y="0"/>
                    <a:pt x="3808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8" name="Google Shape;2131;p36"/>
            <p:cNvSpPr/>
            <p:nvPr/>
          </p:nvSpPr>
          <p:spPr>
            <a:xfrm>
              <a:off x="1688211" y="1847310"/>
              <a:ext cx="393706" cy="150003"/>
            </a:xfrm>
            <a:custGeom>
              <a:avLst/>
              <a:gdLst/>
              <a:ahLst/>
              <a:cxnLst/>
              <a:rect l="l" t="t" r="r" b="b"/>
              <a:pathLst>
                <a:path w="14076" h="5363" extrusionOk="0">
                  <a:moveTo>
                    <a:pt x="10533" y="1"/>
                  </a:moveTo>
                  <a:cubicBezTo>
                    <a:pt x="9142" y="1"/>
                    <a:pt x="7631" y="165"/>
                    <a:pt x="6674" y="365"/>
                  </a:cubicBezTo>
                  <a:cubicBezTo>
                    <a:pt x="4586" y="798"/>
                    <a:pt x="2579" y="2145"/>
                    <a:pt x="1232" y="3452"/>
                  </a:cubicBezTo>
                  <a:cubicBezTo>
                    <a:pt x="80" y="4564"/>
                    <a:pt x="0" y="5362"/>
                    <a:pt x="564" y="5362"/>
                  </a:cubicBezTo>
                  <a:cubicBezTo>
                    <a:pt x="663" y="5362"/>
                    <a:pt x="782" y="5338"/>
                    <a:pt x="919" y="5286"/>
                  </a:cubicBezTo>
                  <a:cubicBezTo>
                    <a:pt x="1839" y="4932"/>
                    <a:pt x="4053" y="3225"/>
                    <a:pt x="6674" y="2885"/>
                  </a:cubicBezTo>
                  <a:cubicBezTo>
                    <a:pt x="9288" y="2545"/>
                    <a:pt x="13022" y="2672"/>
                    <a:pt x="13549" y="2545"/>
                  </a:cubicBezTo>
                  <a:cubicBezTo>
                    <a:pt x="14075" y="2412"/>
                    <a:pt x="14015" y="1411"/>
                    <a:pt x="13842" y="885"/>
                  </a:cubicBezTo>
                  <a:cubicBezTo>
                    <a:pt x="13626" y="226"/>
                    <a:pt x="12162" y="1"/>
                    <a:pt x="10533" y="1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9" name="Google Shape;2132;p36"/>
            <p:cNvSpPr/>
            <p:nvPr/>
          </p:nvSpPr>
          <p:spPr>
            <a:xfrm>
              <a:off x="1681050" y="1839227"/>
              <a:ext cx="408698" cy="166198"/>
            </a:xfrm>
            <a:custGeom>
              <a:avLst/>
              <a:gdLst/>
              <a:ahLst/>
              <a:cxnLst/>
              <a:rect l="l" t="t" r="r" b="b"/>
              <a:pathLst>
                <a:path w="14612" h="5942" extrusionOk="0">
                  <a:moveTo>
                    <a:pt x="10537" y="574"/>
                  </a:moveTo>
                  <a:cubicBezTo>
                    <a:pt x="12344" y="574"/>
                    <a:pt x="13698" y="880"/>
                    <a:pt x="13818" y="1260"/>
                  </a:cubicBezTo>
                  <a:cubicBezTo>
                    <a:pt x="13945" y="1627"/>
                    <a:pt x="13978" y="2194"/>
                    <a:pt x="13838" y="2447"/>
                  </a:cubicBezTo>
                  <a:cubicBezTo>
                    <a:pt x="13818" y="2494"/>
                    <a:pt x="13785" y="2527"/>
                    <a:pt x="13738" y="2547"/>
                  </a:cubicBezTo>
                  <a:cubicBezTo>
                    <a:pt x="13565" y="2587"/>
                    <a:pt x="12804" y="2594"/>
                    <a:pt x="11998" y="2614"/>
                  </a:cubicBezTo>
                  <a:cubicBezTo>
                    <a:pt x="10530" y="2641"/>
                    <a:pt x="8510" y="2674"/>
                    <a:pt x="6896" y="2887"/>
                  </a:cubicBezTo>
                  <a:cubicBezTo>
                    <a:pt x="4956" y="3148"/>
                    <a:pt x="3229" y="4121"/>
                    <a:pt x="2088" y="4775"/>
                  </a:cubicBezTo>
                  <a:cubicBezTo>
                    <a:pt x="1761" y="4968"/>
                    <a:pt x="1421" y="5141"/>
                    <a:pt x="1075" y="5301"/>
                  </a:cubicBezTo>
                  <a:cubicBezTo>
                    <a:pt x="993" y="5336"/>
                    <a:pt x="907" y="5356"/>
                    <a:pt x="815" y="5356"/>
                  </a:cubicBezTo>
                  <a:cubicBezTo>
                    <a:pt x="802" y="5356"/>
                    <a:pt x="788" y="5356"/>
                    <a:pt x="775" y="5355"/>
                  </a:cubicBezTo>
                  <a:cubicBezTo>
                    <a:pt x="735" y="5268"/>
                    <a:pt x="861" y="4755"/>
                    <a:pt x="1688" y="3948"/>
                  </a:cubicBezTo>
                  <a:cubicBezTo>
                    <a:pt x="3262" y="2427"/>
                    <a:pt x="5242" y="1300"/>
                    <a:pt x="6996" y="940"/>
                  </a:cubicBezTo>
                  <a:cubicBezTo>
                    <a:pt x="8163" y="700"/>
                    <a:pt x="9350" y="574"/>
                    <a:pt x="10537" y="574"/>
                  </a:cubicBezTo>
                  <a:close/>
                  <a:moveTo>
                    <a:pt x="10819" y="0"/>
                  </a:moveTo>
                  <a:cubicBezTo>
                    <a:pt x="9246" y="0"/>
                    <a:pt x="7594" y="215"/>
                    <a:pt x="6869" y="367"/>
                  </a:cubicBezTo>
                  <a:cubicBezTo>
                    <a:pt x="5022" y="754"/>
                    <a:pt x="2935" y="1941"/>
                    <a:pt x="1288" y="3534"/>
                  </a:cubicBezTo>
                  <a:cubicBezTo>
                    <a:pt x="368" y="4415"/>
                    <a:pt x="1" y="5215"/>
                    <a:pt x="288" y="5675"/>
                  </a:cubicBezTo>
                  <a:cubicBezTo>
                    <a:pt x="404" y="5843"/>
                    <a:pt x="595" y="5942"/>
                    <a:pt x="801" y="5942"/>
                  </a:cubicBezTo>
                  <a:cubicBezTo>
                    <a:pt x="808" y="5942"/>
                    <a:pt x="815" y="5942"/>
                    <a:pt x="821" y="5942"/>
                  </a:cubicBezTo>
                  <a:cubicBezTo>
                    <a:pt x="981" y="5935"/>
                    <a:pt x="1135" y="5902"/>
                    <a:pt x="1288" y="5842"/>
                  </a:cubicBezTo>
                  <a:cubicBezTo>
                    <a:pt x="1561" y="5742"/>
                    <a:pt x="1921" y="5535"/>
                    <a:pt x="2375" y="5275"/>
                  </a:cubicBezTo>
                  <a:cubicBezTo>
                    <a:pt x="3475" y="4648"/>
                    <a:pt x="5136" y="3708"/>
                    <a:pt x="6970" y="3468"/>
                  </a:cubicBezTo>
                  <a:cubicBezTo>
                    <a:pt x="8550" y="3254"/>
                    <a:pt x="10550" y="3221"/>
                    <a:pt x="12004" y="3201"/>
                  </a:cubicBezTo>
                  <a:cubicBezTo>
                    <a:pt x="13078" y="3181"/>
                    <a:pt x="13658" y="3168"/>
                    <a:pt x="13871" y="3114"/>
                  </a:cubicBezTo>
                  <a:cubicBezTo>
                    <a:pt x="14078" y="3061"/>
                    <a:pt x="14251" y="2921"/>
                    <a:pt x="14345" y="2734"/>
                  </a:cubicBezTo>
                  <a:cubicBezTo>
                    <a:pt x="14612" y="2254"/>
                    <a:pt x="14505" y="1487"/>
                    <a:pt x="14372" y="1080"/>
                  </a:cubicBezTo>
                  <a:cubicBezTo>
                    <a:pt x="14096" y="246"/>
                    <a:pt x="12502" y="0"/>
                    <a:pt x="1081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0" name="Google Shape;2133;p36"/>
            <p:cNvSpPr/>
            <p:nvPr/>
          </p:nvSpPr>
          <p:spPr>
            <a:xfrm>
              <a:off x="2320640" y="1863449"/>
              <a:ext cx="350632" cy="133864"/>
            </a:xfrm>
            <a:custGeom>
              <a:avLst/>
              <a:gdLst/>
              <a:ahLst/>
              <a:cxnLst/>
              <a:rect l="l" t="t" r="r" b="b"/>
              <a:pathLst>
                <a:path w="12536" h="4786" extrusionOk="0">
                  <a:moveTo>
                    <a:pt x="3320" y="1"/>
                  </a:moveTo>
                  <a:cubicBezTo>
                    <a:pt x="1794" y="1"/>
                    <a:pt x="420" y="229"/>
                    <a:pt x="214" y="888"/>
                  </a:cubicBezTo>
                  <a:cubicBezTo>
                    <a:pt x="47" y="1415"/>
                    <a:pt x="0" y="2415"/>
                    <a:pt x="494" y="2542"/>
                  </a:cubicBezTo>
                  <a:cubicBezTo>
                    <a:pt x="980" y="2668"/>
                    <a:pt x="4461" y="2542"/>
                    <a:pt x="6895" y="2888"/>
                  </a:cubicBezTo>
                  <a:cubicBezTo>
                    <a:pt x="9329" y="3242"/>
                    <a:pt x="10830" y="4355"/>
                    <a:pt x="11677" y="4709"/>
                  </a:cubicBezTo>
                  <a:cubicBezTo>
                    <a:pt x="11804" y="4761"/>
                    <a:pt x="11915" y="4785"/>
                    <a:pt x="12008" y="4785"/>
                  </a:cubicBezTo>
                  <a:cubicBezTo>
                    <a:pt x="12535" y="4785"/>
                    <a:pt x="12463" y="3987"/>
                    <a:pt x="11397" y="2875"/>
                  </a:cubicBezTo>
                  <a:cubicBezTo>
                    <a:pt x="10136" y="1568"/>
                    <a:pt x="8842" y="808"/>
                    <a:pt x="6895" y="368"/>
                  </a:cubicBezTo>
                  <a:cubicBezTo>
                    <a:pt x="6001" y="163"/>
                    <a:pt x="4607" y="1"/>
                    <a:pt x="3320" y="1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1" name="Google Shape;2134;p36"/>
            <p:cNvSpPr/>
            <p:nvPr/>
          </p:nvSpPr>
          <p:spPr>
            <a:xfrm>
              <a:off x="2312613" y="1855477"/>
              <a:ext cx="366351" cy="149947"/>
            </a:xfrm>
            <a:custGeom>
              <a:avLst/>
              <a:gdLst/>
              <a:ahLst/>
              <a:cxnLst/>
              <a:rect l="l" t="t" r="r" b="b"/>
              <a:pathLst>
                <a:path w="13098" h="5361" extrusionOk="0">
                  <a:moveTo>
                    <a:pt x="3635" y="581"/>
                  </a:moveTo>
                  <a:cubicBezTo>
                    <a:pt x="4817" y="581"/>
                    <a:pt x="6137" y="712"/>
                    <a:pt x="7122" y="933"/>
                  </a:cubicBezTo>
                  <a:cubicBezTo>
                    <a:pt x="8949" y="1340"/>
                    <a:pt x="10203" y="2053"/>
                    <a:pt x="11470" y="3367"/>
                  </a:cubicBezTo>
                  <a:cubicBezTo>
                    <a:pt x="12257" y="4174"/>
                    <a:pt x="12364" y="4694"/>
                    <a:pt x="12330" y="4774"/>
                  </a:cubicBezTo>
                  <a:cubicBezTo>
                    <a:pt x="12244" y="4774"/>
                    <a:pt x="12150" y="4754"/>
                    <a:pt x="12070" y="4720"/>
                  </a:cubicBezTo>
                  <a:cubicBezTo>
                    <a:pt x="11817" y="4614"/>
                    <a:pt x="11570" y="4487"/>
                    <a:pt x="11330" y="4354"/>
                  </a:cubicBezTo>
                  <a:cubicBezTo>
                    <a:pt x="10450" y="3874"/>
                    <a:pt x="9103" y="3160"/>
                    <a:pt x="7222" y="2893"/>
                  </a:cubicBezTo>
                  <a:cubicBezTo>
                    <a:pt x="5715" y="2673"/>
                    <a:pt x="3828" y="2640"/>
                    <a:pt x="2461" y="2620"/>
                  </a:cubicBezTo>
                  <a:cubicBezTo>
                    <a:pt x="1714" y="2600"/>
                    <a:pt x="1001" y="2593"/>
                    <a:pt x="854" y="2553"/>
                  </a:cubicBezTo>
                  <a:cubicBezTo>
                    <a:pt x="814" y="2533"/>
                    <a:pt x="787" y="2507"/>
                    <a:pt x="767" y="2466"/>
                  </a:cubicBezTo>
                  <a:cubicBezTo>
                    <a:pt x="627" y="2226"/>
                    <a:pt x="661" y="1633"/>
                    <a:pt x="781" y="1260"/>
                  </a:cubicBezTo>
                  <a:cubicBezTo>
                    <a:pt x="928" y="781"/>
                    <a:pt x="2176" y="581"/>
                    <a:pt x="3635" y="581"/>
                  </a:cubicBezTo>
                  <a:close/>
                  <a:moveTo>
                    <a:pt x="3552" y="1"/>
                  </a:moveTo>
                  <a:cubicBezTo>
                    <a:pt x="1976" y="1"/>
                    <a:pt x="482" y="249"/>
                    <a:pt x="220" y="1093"/>
                  </a:cubicBezTo>
                  <a:cubicBezTo>
                    <a:pt x="94" y="1500"/>
                    <a:pt x="0" y="2280"/>
                    <a:pt x="260" y="2753"/>
                  </a:cubicBezTo>
                  <a:cubicBezTo>
                    <a:pt x="347" y="2927"/>
                    <a:pt x="507" y="3053"/>
                    <a:pt x="694" y="3107"/>
                  </a:cubicBezTo>
                  <a:cubicBezTo>
                    <a:pt x="907" y="3167"/>
                    <a:pt x="1421" y="3173"/>
                    <a:pt x="2454" y="3200"/>
                  </a:cubicBezTo>
                  <a:cubicBezTo>
                    <a:pt x="3801" y="3227"/>
                    <a:pt x="5662" y="3260"/>
                    <a:pt x="7142" y="3467"/>
                  </a:cubicBezTo>
                  <a:cubicBezTo>
                    <a:pt x="8923" y="3720"/>
                    <a:pt x="10156" y="4387"/>
                    <a:pt x="11063" y="4867"/>
                  </a:cubicBezTo>
                  <a:cubicBezTo>
                    <a:pt x="11363" y="5027"/>
                    <a:pt x="11630" y="5167"/>
                    <a:pt x="11857" y="5261"/>
                  </a:cubicBezTo>
                  <a:cubicBezTo>
                    <a:pt x="11997" y="5321"/>
                    <a:pt x="12144" y="5354"/>
                    <a:pt x="12297" y="5361"/>
                  </a:cubicBezTo>
                  <a:cubicBezTo>
                    <a:pt x="12304" y="5361"/>
                    <a:pt x="12310" y="5361"/>
                    <a:pt x="12317" y="5361"/>
                  </a:cubicBezTo>
                  <a:cubicBezTo>
                    <a:pt x="12509" y="5361"/>
                    <a:pt x="12688" y="5268"/>
                    <a:pt x="12797" y="5107"/>
                  </a:cubicBezTo>
                  <a:cubicBezTo>
                    <a:pt x="13097" y="4667"/>
                    <a:pt x="12764" y="3867"/>
                    <a:pt x="11890" y="2960"/>
                  </a:cubicBezTo>
                  <a:cubicBezTo>
                    <a:pt x="10537" y="1560"/>
                    <a:pt x="9190" y="806"/>
                    <a:pt x="7249" y="366"/>
                  </a:cubicBezTo>
                  <a:cubicBezTo>
                    <a:pt x="6572" y="218"/>
                    <a:pt x="5026" y="1"/>
                    <a:pt x="355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2" name="Google Shape;2135;p36"/>
            <p:cNvSpPr/>
            <p:nvPr/>
          </p:nvSpPr>
          <p:spPr>
            <a:xfrm>
              <a:off x="1726026" y="2351749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4" y="1"/>
                  </a:moveTo>
                  <a:cubicBezTo>
                    <a:pt x="153" y="1"/>
                    <a:pt x="0" y="154"/>
                    <a:pt x="0" y="334"/>
                  </a:cubicBezTo>
                  <a:cubicBezTo>
                    <a:pt x="0" y="521"/>
                    <a:pt x="153" y="668"/>
                    <a:pt x="334" y="668"/>
                  </a:cubicBezTo>
                  <a:cubicBezTo>
                    <a:pt x="520" y="668"/>
                    <a:pt x="667" y="521"/>
                    <a:pt x="667" y="334"/>
                  </a:cubicBezTo>
                  <a:cubicBezTo>
                    <a:pt x="667" y="154"/>
                    <a:pt x="520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3" name="Google Shape;2136;p36"/>
            <p:cNvSpPr/>
            <p:nvPr/>
          </p:nvSpPr>
          <p:spPr>
            <a:xfrm>
              <a:off x="2044576" y="2387383"/>
              <a:ext cx="20166" cy="18684"/>
            </a:xfrm>
            <a:custGeom>
              <a:avLst/>
              <a:gdLst/>
              <a:ahLst/>
              <a:cxnLst/>
              <a:rect l="l" t="t" r="r" b="b"/>
              <a:pathLst>
                <a:path w="721" h="668" extrusionOk="0">
                  <a:moveTo>
                    <a:pt x="361" y="1"/>
                  </a:moveTo>
                  <a:cubicBezTo>
                    <a:pt x="154" y="1"/>
                    <a:pt x="1" y="187"/>
                    <a:pt x="34" y="387"/>
                  </a:cubicBezTo>
                  <a:cubicBezTo>
                    <a:pt x="64" y="574"/>
                    <a:pt x="214" y="667"/>
                    <a:pt x="364" y="667"/>
                  </a:cubicBezTo>
                  <a:cubicBezTo>
                    <a:pt x="514" y="667"/>
                    <a:pt x="664" y="574"/>
                    <a:pt x="694" y="387"/>
                  </a:cubicBezTo>
                  <a:cubicBezTo>
                    <a:pt x="721" y="187"/>
                    <a:pt x="568" y="1"/>
                    <a:pt x="3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4" name="Google Shape;2137;p36"/>
            <p:cNvSpPr/>
            <p:nvPr/>
          </p:nvSpPr>
          <p:spPr>
            <a:xfrm>
              <a:off x="2123676" y="2320059"/>
              <a:ext cx="18684" cy="18684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334" y="0"/>
                  </a:moveTo>
                  <a:cubicBezTo>
                    <a:pt x="147" y="0"/>
                    <a:pt x="0" y="154"/>
                    <a:pt x="0" y="334"/>
                  </a:cubicBezTo>
                  <a:cubicBezTo>
                    <a:pt x="0" y="520"/>
                    <a:pt x="147" y="667"/>
                    <a:pt x="334" y="667"/>
                  </a:cubicBezTo>
                  <a:cubicBezTo>
                    <a:pt x="514" y="667"/>
                    <a:pt x="667" y="520"/>
                    <a:pt x="667" y="334"/>
                  </a:cubicBezTo>
                  <a:cubicBezTo>
                    <a:pt x="667" y="154"/>
                    <a:pt x="514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5" name="Google Shape;2138;p36"/>
            <p:cNvSpPr/>
            <p:nvPr/>
          </p:nvSpPr>
          <p:spPr>
            <a:xfrm>
              <a:off x="1795951" y="2398207"/>
              <a:ext cx="18488" cy="18488"/>
            </a:xfrm>
            <a:custGeom>
              <a:avLst/>
              <a:gdLst/>
              <a:ahLst/>
              <a:cxnLst/>
              <a:rect l="l" t="t" r="r" b="b"/>
              <a:pathLst>
                <a:path w="661" h="661" extrusionOk="0">
                  <a:moveTo>
                    <a:pt x="339" y="0"/>
                  </a:moveTo>
                  <a:cubicBezTo>
                    <a:pt x="335" y="0"/>
                    <a:pt x="331" y="0"/>
                    <a:pt x="328" y="0"/>
                  </a:cubicBezTo>
                  <a:cubicBezTo>
                    <a:pt x="324" y="0"/>
                    <a:pt x="320" y="0"/>
                    <a:pt x="316" y="0"/>
                  </a:cubicBezTo>
                  <a:cubicBezTo>
                    <a:pt x="141" y="0"/>
                    <a:pt x="1" y="151"/>
                    <a:pt x="1" y="327"/>
                  </a:cubicBezTo>
                  <a:cubicBezTo>
                    <a:pt x="1" y="507"/>
                    <a:pt x="147" y="660"/>
                    <a:pt x="328" y="660"/>
                  </a:cubicBezTo>
                  <a:cubicBezTo>
                    <a:pt x="514" y="660"/>
                    <a:pt x="661" y="507"/>
                    <a:pt x="661" y="327"/>
                  </a:cubicBezTo>
                  <a:cubicBezTo>
                    <a:pt x="661" y="144"/>
                    <a:pt x="514" y="0"/>
                    <a:pt x="33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6" name="Google Shape;2139;p36"/>
            <p:cNvSpPr/>
            <p:nvPr/>
          </p:nvSpPr>
          <p:spPr>
            <a:xfrm>
              <a:off x="1987126" y="2442959"/>
              <a:ext cx="18684" cy="18488"/>
            </a:xfrm>
            <a:custGeom>
              <a:avLst/>
              <a:gdLst/>
              <a:ahLst/>
              <a:cxnLst/>
              <a:rect l="l" t="t" r="r" b="b"/>
              <a:pathLst>
                <a:path w="668" h="661" extrusionOk="0">
                  <a:moveTo>
                    <a:pt x="334" y="1"/>
                  </a:moveTo>
                  <a:cubicBezTo>
                    <a:pt x="154" y="1"/>
                    <a:pt x="1" y="147"/>
                    <a:pt x="1" y="334"/>
                  </a:cubicBezTo>
                  <a:cubicBezTo>
                    <a:pt x="1" y="514"/>
                    <a:pt x="154" y="661"/>
                    <a:pt x="334" y="661"/>
                  </a:cubicBezTo>
                  <a:cubicBezTo>
                    <a:pt x="514" y="661"/>
                    <a:pt x="668" y="514"/>
                    <a:pt x="661" y="334"/>
                  </a:cubicBezTo>
                  <a:cubicBezTo>
                    <a:pt x="668" y="154"/>
                    <a:pt x="521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7" name="Google Shape;2140;p36"/>
            <p:cNvSpPr/>
            <p:nvPr/>
          </p:nvSpPr>
          <p:spPr>
            <a:xfrm>
              <a:off x="2149604" y="2415185"/>
              <a:ext cx="18488" cy="18488"/>
            </a:xfrm>
            <a:custGeom>
              <a:avLst/>
              <a:gdLst/>
              <a:ahLst/>
              <a:cxnLst/>
              <a:rect l="l" t="t" r="r" b="b"/>
              <a:pathLst>
                <a:path w="661" h="661" extrusionOk="0">
                  <a:moveTo>
                    <a:pt x="327" y="0"/>
                  </a:moveTo>
                  <a:cubicBezTo>
                    <a:pt x="147" y="0"/>
                    <a:pt x="0" y="147"/>
                    <a:pt x="7" y="327"/>
                  </a:cubicBezTo>
                  <a:cubicBezTo>
                    <a:pt x="0" y="507"/>
                    <a:pt x="147" y="660"/>
                    <a:pt x="327" y="660"/>
                  </a:cubicBezTo>
                  <a:cubicBezTo>
                    <a:pt x="514" y="660"/>
                    <a:pt x="660" y="514"/>
                    <a:pt x="660" y="327"/>
                  </a:cubicBezTo>
                  <a:cubicBezTo>
                    <a:pt x="660" y="147"/>
                    <a:pt x="514" y="0"/>
                    <a:pt x="32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8" name="Google Shape;2141;p36"/>
            <p:cNvSpPr/>
            <p:nvPr/>
          </p:nvSpPr>
          <p:spPr>
            <a:xfrm>
              <a:off x="2387041" y="2461419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4" y="1"/>
                  </a:moveTo>
                  <a:cubicBezTo>
                    <a:pt x="147" y="1"/>
                    <a:pt x="0" y="148"/>
                    <a:pt x="0" y="334"/>
                  </a:cubicBezTo>
                  <a:cubicBezTo>
                    <a:pt x="0" y="514"/>
                    <a:pt x="147" y="668"/>
                    <a:pt x="334" y="668"/>
                  </a:cubicBezTo>
                  <a:cubicBezTo>
                    <a:pt x="520" y="668"/>
                    <a:pt x="667" y="514"/>
                    <a:pt x="667" y="334"/>
                  </a:cubicBezTo>
                  <a:cubicBezTo>
                    <a:pt x="667" y="148"/>
                    <a:pt x="520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9" name="Google Shape;2142;p36"/>
            <p:cNvSpPr/>
            <p:nvPr/>
          </p:nvSpPr>
          <p:spPr>
            <a:xfrm>
              <a:off x="2225151" y="2301767"/>
              <a:ext cx="18656" cy="18320"/>
            </a:xfrm>
            <a:custGeom>
              <a:avLst/>
              <a:gdLst/>
              <a:ahLst/>
              <a:cxnLst/>
              <a:rect l="l" t="t" r="r" b="b"/>
              <a:pathLst>
                <a:path w="667" h="655" extrusionOk="0">
                  <a:moveTo>
                    <a:pt x="351" y="1"/>
                  </a:moveTo>
                  <a:cubicBezTo>
                    <a:pt x="348" y="1"/>
                    <a:pt x="344" y="1"/>
                    <a:pt x="340" y="1"/>
                  </a:cubicBezTo>
                  <a:cubicBezTo>
                    <a:pt x="153" y="1"/>
                    <a:pt x="7" y="147"/>
                    <a:pt x="7" y="334"/>
                  </a:cubicBezTo>
                  <a:cubicBezTo>
                    <a:pt x="0" y="510"/>
                    <a:pt x="147" y="654"/>
                    <a:pt x="328" y="654"/>
                  </a:cubicBezTo>
                  <a:cubicBezTo>
                    <a:pt x="332" y="654"/>
                    <a:pt x="336" y="654"/>
                    <a:pt x="340" y="654"/>
                  </a:cubicBezTo>
                  <a:cubicBezTo>
                    <a:pt x="344" y="654"/>
                    <a:pt x="348" y="654"/>
                    <a:pt x="352" y="654"/>
                  </a:cubicBezTo>
                  <a:cubicBezTo>
                    <a:pt x="526" y="654"/>
                    <a:pt x="667" y="510"/>
                    <a:pt x="660" y="334"/>
                  </a:cubicBezTo>
                  <a:cubicBezTo>
                    <a:pt x="667" y="151"/>
                    <a:pt x="526" y="1"/>
                    <a:pt x="35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0" name="Google Shape;2143;p36"/>
            <p:cNvSpPr/>
            <p:nvPr/>
          </p:nvSpPr>
          <p:spPr>
            <a:xfrm>
              <a:off x="2609738" y="2301767"/>
              <a:ext cx="18684" cy="18320"/>
            </a:xfrm>
            <a:custGeom>
              <a:avLst/>
              <a:gdLst/>
              <a:ahLst/>
              <a:cxnLst/>
              <a:rect l="l" t="t" r="r" b="b"/>
              <a:pathLst>
                <a:path w="668" h="655" extrusionOk="0">
                  <a:moveTo>
                    <a:pt x="322" y="1"/>
                  </a:moveTo>
                  <a:cubicBezTo>
                    <a:pt x="141" y="1"/>
                    <a:pt x="0" y="151"/>
                    <a:pt x="7" y="334"/>
                  </a:cubicBezTo>
                  <a:cubicBezTo>
                    <a:pt x="0" y="510"/>
                    <a:pt x="147" y="654"/>
                    <a:pt x="322" y="654"/>
                  </a:cubicBezTo>
                  <a:cubicBezTo>
                    <a:pt x="326" y="654"/>
                    <a:pt x="330" y="654"/>
                    <a:pt x="334" y="654"/>
                  </a:cubicBezTo>
                  <a:cubicBezTo>
                    <a:pt x="338" y="654"/>
                    <a:pt x="342" y="654"/>
                    <a:pt x="345" y="654"/>
                  </a:cubicBezTo>
                  <a:cubicBezTo>
                    <a:pt x="520" y="654"/>
                    <a:pt x="667" y="510"/>
                    <a:pt x="667" y="334"/>
                  </a:cubicBezTo>
                  <a:cubicBezTo>
                    <a:pt x="667" y="147"/>
                    <a:pt x="514" y="1"/>
                    <a:pt x="334" y="1"/>
                  </a:cubicBezTo>
                  <a:cubicBezTo>
                    <a:pt x="330" y="1"/>
                    <a:pt x="326" y="1"/>
                    <a:pt x="32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1" name="Google Shape;2144;p36"/>
            <p:cNvSpPr/>
            <p:nvPr/>
          </p:nvSpPr>
          <p:spPr>
            <a:xfrm>
              <a:off x="2459763" y="2373761"/>
              <a:ext cx="18684" cy="18684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334" y="1"/>
                  </a:moveTo>
                  <a:cubicBezTo>
                    <a:pt x="147" y="1"/>
                    <a:pt x="1" y="147"/>
                    <a:pt x="1" y="334"/>
                  </a:cubicBezTo>
                  <a:cubicBezTo>
                    <a:pt x="1" y="514"/>
                    <a:pt x="147" y="668"/>
                    <a:pt x="334" y="668"/>
                  </a:cubicBezTo>
                  <a:cubicBezTo>
                    <a:pt x="521" y="668"/>
                    <a:pt x="668" y="514"/>
                    <a:pt x="668" y="334"/>
                  </a:cubicBezTo>
                  <a:cubicBezTo>
                    <a:pt x="668" y="147"/>
                    <a:pt x="521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2" name="Google Shape;2145;p36"/>
            <p:cNvSpPr/>
            <p:nvPr/>
          </p:nvSpPr>
          <p:spPr>
            <a:xfrm>
              <a:off x="2485132" y="2452105"/>
              <a:ext cx="18684" cy="18684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334" y="0"/>
                  </a:moveTo>
                  <a:cubicBezTo>
                    <a:pt x="154" y="0"/>
                    <a:pt x="1" y="147"/>
                    <a:pt x="1" y="334"/>
                  </a:cubicBezTo>
                  <a:cubicBezTo>
                    <a:pt x="1" y="514"/>
                    <a:pt x="154" y="667"/>
                    <a:pt x="334" y="667"/>
                  </a:cubicBezTo>
                  <a:cubicBezTo>
                    <a:pt x="521" y="667"/>
                    <a:pt x="668" y="514"/>
                    <a:pt x="668" y="334"/>
                  </a:cubicBezTo>
                  <a:cubicBezTo>
                    <a:pt x="668" y="147"/>
                    <a:pt x="521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3" name="Google Shape;2146;p36"/>
            <p:cNvSpPr/>
            <p:nvPr/>
          </p:nvSpPr>
          <p:spPr>
            <a:xfrm>
              <a:off x="2656168" y="2331443"/>
              <a:ext cx="18684" cy="18656"/>
            </a:xfrm>
            <a:custGeom>
              <a:avLst/>
              <a:gdLst/>
              <a:ahLst/>
              <a:cxnLst/>
              <a:rect l="l" t="t" r="r" b="b"/>
              <a:pathLst>
                <a:path w="668" h="667" extrusionOk="0">
                  <a:moveTo>
                    <a:pt x="334" y="0"/>
                  </a:moveTo>
                  <a:cubicBezTo>
                    <a:pt x="147" y="0"/>
                    <a:pt x="1" y="153"/>
                    <a:pt x="1" y="333"/>
                  </a:cubicBezTo>
                  <a:cubicBezTo>
                    <a:pt x="1" y="520"/>
                    <a:pt x="147" y="667"/>
                    <a:pt x="334" y="667"/>
                  </a:cubicBezTo>
                  <a:cubicBezTo>
                    <a:pt x="514" y="667"/>
                    <a:pt x="668" y="520"/>
                    <a:pt x="668" y="333"/>
                  </a:cubicBezTo>
                  <a:cubicBezTo>
                    <a:pt x="668" y="153"/>
                    <a:pt x="514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4" name="Google Shape;2147;p36"/>
            <p:cNvSpPr/>
            <p:nvPr/>
          </p:nvSpPr>
          <p:spPr>
            <a:xfrm>
              <a:off x="2591278" y="2424303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3" y="1"/>
                  </a:moveTo>
                  <a:cubicBezTo>
                    <a:pt x="147" y="1"/>
                    <a:pt x="0" y="148"/>
                    <a:pt x="0" y="334"/>
                  </a:cubicBezTo>
                  <a:cubicBezTo>
                    <a:pt x="0" y="521"/>
                    <a:pt x="147" y="668"/>
                    <a:pt x="333" y="668"/>
                  </a:cubicBezTo>
                  <a:cubicBezTo>
                    <a:pt x="520" y="668"/>
                    <a:pt x="667" y="521"/>
                    <a:pt x="667" y="334"/>
                  </a:cubicBezTo>
                  <a:cubicBezTo>
                    <a:pt x="667" y="148"/>
                    <a:pt x="520" y="1"/>
                    <a:pt x="33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5" name="Google Shape;2148;p36"/>
            <p:cNvSpPr/>
            <p:nvPr/>
          </p:nvSpPr>
          <p:spPr>
            <a:xfrm>
              <a:off x="2550218" y="2351749"/>
              <a:ext cx="18684" cy="18684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334" y="1"/>
                  </a:moveTo>
                  <a:cubicBezTo>
                    <a:pt x="148" y="1"/>
                    <a:pt x="1" y="154"/>
                    <a:pt x="1" y="334"/>
                  </a:cubicBezTo>
                  <a:cubicBezTo>
                    <a:pt x="1" y="521"/>
                    <a:pt x="148" y="668"/>
                    <a:pt x="334" y="668"/>
                  </a:cubicBezTo>
                  <a:cubicBezTo>
                    <a:pt x="521" y="668"/>
                    <a:pt x="668" y="521"/>
                    <a:pt x="668" y="334"/>
                  </a:cubicBezTo>
                  <a:cubicBezTo>
                    <a:pt x="668" y="154"/>
                    <a:pt x="521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6" name="Google Shape;2149;p36"/>
            <p:cNvSpPr/>
            <p:nvPr/>
          </p:nvSpPr>
          <p:spPr>
            <a:xfrm>
              <a:off x="1865540" y="2452105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4" y="0"/>
                  </a:moveTo>
                  <a:cubicBezTo>
                    <a:pt x="147" y="0"/>
                    <a:pt x="0" y="147"/>
                    <a:pt x="0" y="334"/>
                  </a:cubicBezTo>
                  <a:cubicBezTo>
                    <a:pt x="0" y="514"/>
                    <a:pt x="147" y="667"/>
                    <a:pt x="334" y="667"/>
                  </a:cubicBezTo>
                  <a:cubicBezTo>
                    <a:pt x="514" y="667"/>
                    <a:pt x="667" y="514"/>
                    <a:pt x="667" y="334"/>
                  </a:cubicBezTo>
                  <a:cubicBezTo>
                    <a:pt x="667" y="147"/>
                    <a:pt x="514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7" name="Google Shape;2150;p36"/>
            <p:cNvSpPr/>
            <p:nvPr/>
          </p:nvSpPr>
          <p:spPr>
            <a:xfrm>
              <a:off x="1726026" y="2414989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4" y="0"/>
                  </a:moveTo>
                  <a:cubicBezTo>
                    <a:pt x="153" y="0"/>
                    <a:pt x="0" y="147"/>
                    <a:pt x="0" y="334"/>
                  </a:cubicBezTo>
                  <a:cubicBezTo>
                    <a:pt x="0" y="521"/>
                    <a:pt x="153" y="667"/>
                    <a:pt x="334" y="667"/>
                  </a:cubicBezTo>
                  <a:cubicBezTo>
                    <a:pt x="520" y="667"/>
                    <a:pt x="667" y="521"/>
                    <a:pt x="667" y="334"/>
                  </a:cubicBezTo>
                  <a:cubicBezTo>
                    <a:pt x="667" y="147"/>
                    <a:pt x="520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8" name="Google Shape;2151;p36"/>
            <p:cNvSpPr/>
            <p:nvPr/>
          </p:nvSpPr>
          <p:spPr>
            <a:xfrm>
              <a:off x="1911048" y="2399522"/>
              <a:ext cx="20166" cy="18656"/>
            </a:xfrm>
            <a:custGeom>
              <a:avLst/>
              <a:gdLst/>
              <a:ahLst/>
              <a:cxnLst/>
              <a:rect l="l" t="t" r="r" b="b"/>
              <a:pathLst>
                <a:path w="721" h="667" extrusionOk="0">
                  <a:moveTo>
                    <a:pt x="358" y="0"/>
                  </a:moveTo>
                  <a:cubicBezTo>
                    <a:pt x="209" y="0"/>
                    <a:pt x="60" y="93"/>
                    <a:pt x="34" y="280"/>
                  </a:cubicBezTo>
                  <a:cubicBezTo>
                    <a:pt x="0" y="480"/>
                    <a:pt x="154" y="667"/>
                    <a:pt x="360" y="667"/>
                  </a:cubicBezTo>
                  <a:cubicBezTo>
                    <a:pt x="567" y="667"/>
                    <a:pt x="720" y="480"/>
                    <a:pt x="687" y="280"/>
                  </a:cubicBezTo>
                  <a:cubicBezTo>
                    <a:pt x="657" y="93"/>
                    <a:pt x="507" y="0"/>
                    <a:pt x="35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9" name="Google Shape;2152;p36"/>
            <p:cNvSpPr/>
            <p:nvPr/>
          </p:nvSpPr>
          <p:spPr>
            <a:xfrm>
              <a:off x="1441012" y="1620305"/>
              <a:ext cx="459239" cy="1706030"/>
            </a:xfrm>
            <a:custGeom>
              <a:avLst/>
              <a:gdLst/>
              <a:ahLst/>
              <a:cxnLst/>
              <a:rect l="l" t="t" r="r" b="b"/>
              <a:pathLst>
                <a:path w="16419" h="60995" extrusionOk="0">
                  <a:moveTo>
                    <a:pt x="15398" y="0"/>
                  </a:moveTo>
                  <a:cubicBezTo>
                    <a:pt x="15336" y="0"/>
                    <a:pt x="15271" y="2"/>
                    <a:pt x="15205" y="5"/>
                  </a:cubicBezTo>
                  <a:cubicBezTo>
                    <a:pt x="12384" y="158"/>
                    <a:pt x="6082" y="3259"/>
                    <a:pt x="3335" y="10374"/>
                  </a:cubicBezTo>
                  <a:cubicBezTo>
                    <a:pt x="1" y="19003"/>
                    <a:pt x="1708" y="31867"/>
                    <a:pt x="5989" y="43116"/>
                  </a:cubicBezTo>
                  <a:cubicBezTo>
                    <a:pt x="10277" y="54373"/>
                    <a:pt x="8570" y="60994"/>
                    <a:pt x="8570" y="60994"/>
                  </a:cubicBezTo>
                  <a:cubicBezTo>
                    <a:pt x="10157" y="58120"/>
                    <a:pt x="10857" y="55240"/>
                    <a:pt x="11004" y="52292"/>
                  </a:cubicBezTo>
                  <a:cubicBezTo>
                    <a:pt x="11477" y="42403"/>
                    <a:pt x="5669" y="31873"/>
                    <a:pt x="6669" y="18897"/>
                  </a:cubicBezTo>
                  <a:cubicBezTo>
                    <a:pt x="7976" y="2059"/>
                    <a:pt x="16418" y="272"/>
                    <a:pt x="16418" y="265"/>
                  </a:cubicBezTo>
                  <a:cubicBezTo>
                    <a:pt x="16212" y="88"/>
                    <a:pt x="15866" y="0"/>
                    <a:pt x="15398" y="0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" name="Google Shape;2153;p36"/>
            <p:cNvSpPr/>
            <p:nvPr/>
          </p:nvSpPr>
          <p:spPr>
            <a:xfrm>
              <a:off x="1441012" y="1612250"/>
              <a:ext cx="467826" cy="1722477"/>
            </a:xfrm>
            <a:custGeom>
              <a:avLst/>
              <a:gdLst/>
              <a:ahLst/>
              <a:cxnLst/>
              <a:rect l="l" t="t" r="r" b="b"/>
              <a:pathLst>
                <a:path w="16726" h="61583" extrusionOk="0">
                  <a:moveTo>
                    <a:pt x="15438" y="580"/>
                  </a:moveTo>
                  <a:lnTo>
                    <a:pt x="15438" y="580"/>
                  </a:lnTo>
                  <a:cubicBezTo>
                    <a:pt x="13158" y="1567"/>
                    <a:pt x="7443" y="5414"/>
                    <a:pt x="6382" y="19151"/>
                  </a:cubicBezTo>
                  <a:cubicBezTo>
                    <a:pt x="5836" y="26287"/>
                    <a:pt x="7289" y="32541"/>
                    <a:pt x="8703" y="38603"/>
                  </a:cubicBezTo>
                  <a:cubicBezTo>
                    <a:pt x="9843" y="43491"/>
                    <a:pt x="10924" y="48106"/>
                    <a:pt x="10710" y="52567"/>
                  </a:cubicBezTo>
                  <a:cubicBezTo>
                    <a:pt x="10584" y="55061"/>
                    <a:pt x="10070" y="57348"/>
                    <a:pt x="9123" y="59502"/>
                  </a:cubicBezTo>
                  <a:cubicBezTo>
                    <a:pt x="9357" y="56795"/>
                    <a:pt x="9270" y="51193"/>
                    <a:pt x="6269" y="43298"/>
                  </a:cubicBezTo>
                  <a:cubicBezTo>
                    <a:pt x="1608" y="31041"/>
                    <a:pt x="588" y="18584"/>
                    <a:pt x="3608" y="10762"/>
                  </a:cubicBezTo>
                  <a:cubicBezTo>
                    <a:pt x="6422" y="3460"/>
                    <a:pt x="12757" y="720"/>
                    <a:pt x="15218" y="586"/>
                  </a:cubicBezTo>
                  <a:lnTo>
                    <a:pt x="15405" y="586"/>
                  </a:lnTo>
                  <a:lnTo>
                    <a:pt x="15438" y="580"/>
                  </a:lnTo>
                  <a:close/>
                  <a:moveTo>
                    <a:pt x="15402" y="1"/>
                  </a:moveTo>
                  <a:cubicBezTo>
                    <a:pt x="15332" y="1"/>
                    <a:pt x="15259" y="2"/>
                    <a:pt x="15185" y="6"/>
                  </a:cubicBezTo>
                  <a:cubicBezTo>
                    <a:pt x="12611" y="153"/>
                    <a:pt x="5982" y="3000"/>
                    <a:pt x="3068" y="10562"/>
                  </a:cubicBezTo>
                  <a:cubicBezTo>
                    <a:pt x="1" y="18504"/>
                    <a:pt x="1014" y="31134"/>
                    <a:pt x="5722" y="43511"/>
                  </a:cubicBezTo>
                  <a:cubicBezTo>
                    <a:pt x="9917" y="54534"/>
                    <a:pt x="8296" y="61156"/>
                    <a:pt x="8283" y="61216"/>
                  </a:cubicBezTo>
                  <a:cubicBezTo>
                    <a:pt x="8243" y="61362"/>
                    <a:pt x="8316" y="61516"/>
                    <a:pt x="8456" y="61569"/>
                  </a:cubicBezTo>
                  <a:lnTo>
                    <a:pt x="8570" y="61583"/>
                  </a:lnTo>
                  <a:cubicBezTo>
                    <a:pt x="8670" y="61583"/>
                    <a:pt x="8763" y="61523"/>
                    <a:pt x="8816" y="61436"/>
                  </a:cubicBezTo>
                  <a:cubicBezTo>
                    <a:pt x="10323" y="58715"/>
                    <a:pt x="11137" y="55834"/>
                    <a:pt x="11290" y="52600"/>
                  </a:cubicBezTo>
                  <a:cubicBezTo>
                    <a:pt x="11510" y="48066"/>
                    <a:pt x="10423" y="43404"/>
                    <a:pt x="9270" y="38476"/>
                  </a:cubicBezTo>
                  <a:cubicBezTo>
                    <a:pt x="7869" y="32461"/>
                    <a:pt x="6416" y="26240"/>
                    <a:pt x="6956" y="19205"/>
                  </a:cubicBezTo>
                  <a:cubicBezTo>
                    <a:pt x="8223" y="2820"/>
                    <a:pt x="16392" y="860"/>
                    <a:pt x="16478" y="840"/>
                  </a:cubicBezTo>
                  <a:cubicBezTo>
                    <a:pt x="16585" y="820"/>
                    <a:pt x="16672" y="733"/>
                    <a:pt x="16705" y="626"/>
                  </a:cubicBezTo>
                  <a:cubicBezTo>
                    <a:pt x="16725" y="520"/>
                    <a:pt x="16685" y="406"/>
                    <a:pt x="16605" y="333"/>
                  </a:cubicBezTo>
                  <a:cubicBezTo>
                    <a:pt x="16345" y="114"/>
                    <a:pt x="15944" y="1"/>
                    <a:pt x="1540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1" name="Google Shape;2154;p36"/>
            <p:cNvSpPr/>
            <p:nvPr/>
          </p:nvSpPr>
          <p:spPr>
            <a:xfrm>
              <a:off x="1441012" y="1620613"/>
              <a:ext cx="425284" cy="1706086"/>
            </a:xfrm>
            <a:custGeom>
              <a:avLst/>
              <a:gdLst/>
              <a:ahLst/>
              <a:cxnLst/>
              <a:rect l="l" t="t" r="r" b="b"/>
              <a:pathLst>
                <a:path w="15205" h="60997" extrusionOk="0">
                  <a:moveTo>
                    <a:pt x="15205" y="1"/>
                  </a:moveTo>
                  <a:lnTo>
                    <a:pt x="15205" y="1"/>
                  </a:lnTo>
                  <a:cubicBezTo>
                    <a:pt x="12384" y="154"/>
                    <a:pt x="6082" y="3255"/>
                    <a:pt x="3335" y="10370"/>
                  </a:cubicBezTo>
                  <a:cubicBezTo>
                    <a:pt x="1" y="18999"/>
                    <a:pt x="1708" y="31862"/>
                    <a:pt x="5989" y="43112"/>
                  </a:cubicBezTo>
                  <a:cubicBezTo>
                    <a:pt x="10277" y="54368"/>
                    <a:pt x="8570" y="60997"/>
                    <a:pt x="8570" y="60997"/>
                  </a:cubicBezTo>
                  <a:cubicBezTo>
                    <a:pt x="10157" y="58116"/>
                    <a:pt x="10857" y="55235"/>
                    <a:pt x="11004" y="52294"/>
                  </a:cubicBezTo>
                  <a:lnTo>
                    <a:pt x="11004" y="52294"/>
                  </a:lnTo>
                  <a:cubicBezTo>
                    <a:pt x="10572" y="53778"/>
                    <a:pt x="10283" y="54382"/>
                    <a:pt x="10075" y="54382"/>
                  </a:cubicBezTo>
                  <a:cubicBezTo>
                    <a:pt x="9430" y="54382"/>
                    <a:pt x="9546" y="48616"/>
                    <a:pt x="8523" y="45226"/>
                  </a:cubicBezTo>
                  <a:cubicBezTo>
                    <a:pt x="7176" y="40731"/>
                    <a:pt x="2381" y="33243"/>
                    <a:pt x="2655" y="20193"/>
                  </a:cubicBezTo>
                  <a:cubicBezTo>
                    <a:pt x="2935" y="7136"/>
                    <a:pt x="15205" y="1"/>
                    <a:pt x="15205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2" name="Google Shape;2155;p36"/>
            <p:cNvSpPr/>
            <p:nvPr/>
          </p:nvSpPr>
          <p:spPr>
            <a:xfrm>
              <a:off x="2485132" y="1711460"/>
              <a:ext cx="358519" cy="1479277"/>
            </a:xfrm>
            <a:custGeom>
              <a:avLst/>
              <a:gdLst/>
              <a:ahLst/>
              <a:cxnLst/>
              <a:rect l="l" t="t" r="r" b="b"/>
              <a:pathLst>
                <a:path w="12818" h="52888" extrusionOk="0">
                  <a:moveTo>
                    <a:pt x="1" y="0"/>
                  </a:moveTo>
                  <a:cubicBezTo>
                    <a:pt x="2" y="1"/>
                    <a:pt x="6322" y="5876"/>
                    <a:pt x="7196" y="14077"/>
                  </a:cubicBezTo>
                  <a:cubicBezTo>
                    <a:pt x="8716" y="28241"/>
                    <a:pt x="1414" y="44359"/>
                    <a:pt x="9737" y="52888"/>
                  </a:cubicBezTo>
                  <a:lnTo>
                    <a:pt x="9737" y="52888"/>
                  </a:lnTo>
                  <a:cubicBezTo>
                    <a:pt x="9737" y="52887"/>
                    <a:pt x="6329" y="45432"/>
                    <a:pt x="7296" y="37117"/>
                  </a:cubicBezTo>
                  <a:cubicBezTo>
                    <a:pt x="8263" y="28794"/>
                    <a:pt x="12817" y="9829"/>
                    <a:pt x="1" y="0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3" name="Google Shape;2156;p36"/>
            <p:cNvSpPr/>
            <p:nvPr/>
          </p:nvSpPr>
          <p:spPr>
            <a:xfrm>
              <a:off x="2474224" y="1703348"/>
              <a:ext cx="337346" cy="1495584"/>
            </a:xfrm>
            <a:custGeom>
              <a:avLst/>
              <a:gdLst/>
              <a:ahLst/>
              <a:cxnLst/>
              <a:rect l="l" t="t" r="r" b="b"/>
              <a:pathLst>
                <a:path w="12061" h="53471" extrusionOk="0">
                  <a:moveTo>
                    <a:pt x="4125" y="4445"/>
                  </a:moveTo>
                  <a:cubicBezTo>
                    <a:pt x="10827" y="13327"/>
                    <a:pt x="8993" y="26070"/>
                    <a:pt x="7839" y="34132"/>
                  </a:cubicBezTo>
                  <a:cubicBezTo>
                    <a:pt x="7659" y="35306"/>
                    <a:pt x="7506" y="36413"/>
                    <a:pt x="7393" y="37373"/>
                  </a:cubicBezTo>
                  <a:cubicBezTo>
                    <a:pt x="6692" y="43382"/>
                    <a:pt x="8286" y="48990"/>
                    <a:pt x="9226" y="51670"/>
                  </a:cubicBezTo>
                  <a:cubicBezTo>
                    <a:pt x="5325" y="46356"/>
                    <a:pt x="6239" y="38560"/>
                    <a:pt x="7186" y="30351"/>
                  </a:cubicBezTo>
                  <a:cubicBezTo>
                    <a:pt x="7806" y="25063"/>
                    <a:pt x="8440" y="19582"/>
                    <a:pt x="7879" y="14334"/>
                  </a:cubicBezTo>
                  <a:cubicBezTo>
                    <a:pt x="7453" y="10386"/>
                    <a:pt x="5772" y="6952"/>
                    <a:pt x="4125" y="4445"/>
                  </a:cubicBezTo>
                  <a:close/>
                  <a:moveTo>
                    <a:pt x="408" y="0"/>
                  </a:moveTo>
                  <a:cubicBezTo>
                    <a:pt x="177" y="0"/>
                    <a:pt x="1" y="291"/>
                    <a:pt x="191" y="497"/>
                  </a:cubicBezTo>
                  <a:cubicBezTo>
                    <a:pt x="257" y="550"/>
                    <a:pt x="6446" y="6405"/>
                    <a:pt x="7293" y="14401"/>
                  </a:cubicBezTo>
                  <a:cubicBezTo>
                    <a:pt x="7853" y="19575"/>
                    <a:pt x="7219" y="25023"/>
                    <a:pt x="6612" y="30285"/>
                  </a:cubicBezTo>
                  <a:cubicBezTo>
                    <a:pt x="5559" y="39340"/>
                    <a:pt x="4572" y="47889"/>
                    <a:pt x="9920" y="53378"/>
                  </a:cubicBezTo>
                  <a:cubicBezTo>
                    <a:pt x="9973" y="53431"/>
                    <a:pt x="10047" y="53464"/>
                    <a:pt x="10127" y="53471"/>
                  </a:cubicBezTo>
                  <a:cubicBezTo>
                    <a:pt x="10347" y="53471"/>
                    <a:pt x="10487" y="53244"/>
                    <a:pt x="10393" y="53051"/>
                  </a:cubicBezTo>
                  <a:cubicBezTo>
                    <a:pt x="10360" y="52984"/>
                    <a:pt x="7026" y="45582"/>
                    <a:pt x="7973" y="37440"/>
                  </a:cubicBezTo>
                  <a:cubicBezTo>
                    <a:pt x="8079" y="36486"/>
                    <a:pt x="8246" y="35386"/>
                    <a:pt x="8413" y="34212"/>
                  </a:cubicBezTo>
                  <a:cubicBezTo>
                    <a:pt x="9773" y="24737"/>
                    <a:pt x="12061" y="8872"/>
                    <a:pt x="571" y="50"/>
                  </a:cubicBezTo>
                  <a:cubicBezTo>
                    <a:pt x="516" y="15"/>
                    <a:pt x="461" y="0"/>
                    <a:pt x="40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" name="Google Shape;2157;p36"/>
            <p:cNvSpPr/>
            <p:nvPr/>
          </p:nvSpPr>
          <p:spPr>
            <a:xfrm>
              <a:off x="1536893" y="1783622"/>
              <a:ext cx="114929" cy="404027"/>
            </a:xfrm>
            <a:custGeom>
              <a:avLst/>
              <a:gdLst/>
              <a:ahLst/>
              <a:cxnLst/>
              <a:rect l="l" t="t" r="r" b="b"/>
              <a:pathLst>
                <a:path w="4109" h="14445" extrusionOk="0">
                  <a:moveTo>
                    <a:pt x="4108" y="1"/>
                  </a:moveTo>
                  <a:lnTo>
                    <a:pt x="4108" y="1"/>
                  </a:lnTo>
                  <a:cubicBezTo>
                    <a:pt x="3108" y="808"/>
                    <a:pt x="2394" y="1928"/>
                    <a:pt x="1887" y="3122"/>
                  </a:cubicBezTo>
                  <a:cubicBezTo>
                    <a:pt x="1381" y="4309"/>
                    <a:pt x="1047" y="5556"/>
                    <a:pt x="767" y="6803"/>
                  </a:cubicBezTo>
                  <a:cubicBezTo>
                    <a:pt x="207" y="9310"/>
                    <a:pt x="0" y="11884"/>
                    <a:pt x="147" y="14445"/>
                  </a:cubicBezTo>
                  <a:cubicBezTo>
                    <a:pt x="220" y="11891"/>
                    <a:pt x="494" y="9357"/>
                    <a:pt x="1054" y="6869"/>
                  </a:cubicBezTo>
                  <a:cubicBezTo>
                    <a:pt x="1327" y="5629"/>
                    <a:pt x="1641" y="4375"/>
                    <a:pt x="2094" y="3202"/>
                  </a:cubicBezTo>
                  <a:cubicBezTo>
                    <a:pt x="2554" y="2028"/>
                    <a:pt x="3181" y="901"/>
                    <a:pt x="410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5" name="Google Shape;2158;p36"/>
            <p:cNvSpPr/>
            <p:nvPr/>
          </p:nvSpPr>
          <p:spPr>
            <a:xfrm>
              <a:off x="1518796" y="2240596"/>
              <a:ext cx="18488" cy="134144"/>
            </a:xfrm>
            <a:custGeom>
              <a:avLst/>
              <a:gdLst/>
              <a:ahLst/>
              <a:cxnLst/>
              <a:rect l="l" t="t" r="r" b="b"/>
              <a:pathLst>
                <a:path w="661" h="4796" extrusionOk="0">
                  <a:moveTo>
                    <a:pt x="267" y="0"/>
                  </a:moveTo>
                  <a:cubicBezTo>
                    <a:pt x="67" y="794"/>
                    <a:pt x="0" y="1621"/>
                    <a:pt x="74" y="2434"/>
                  </a:cubicBezTo>
                  <a:cubicBezTo>
                    <a:pt x="134" y="3248"/>
                    <a:pt x="327" y="4048"/>
                    <a:pt x="661" y="4795"/>
                  </a:cubicBezTo>
                  <a:cubicBezTo>
                    <a:pt x="541" y="3995"/>
                    <a:pt x="427" y="3208"/>
                    <a:pt x="361" y="2408"/>
                  </a:cubicBezTo>
                  <a:cubicBezTo>
                    <a:pt x="294" y="1608"/>
                    <a:pt x="287" y="821"/>
                    <a:pt x="2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6" name="Google Shape;2159;p36"/>
            <p:cNvSpPr/>
            <p:nvPr/>
          </p:nvSpPr>
          <p:spPr>
            <a:xfrm>
              <a:off x="1539131" y="2432890"/>
              <a:ext cx="22600" cy="103909"/>
            </a:xfrm>
            <a:custGeom>
              <a:avLst/>
              <a:gdLst/>
              <a:ahLst/>
              <a:cxnLst/>
              <a:rect l="l" t="t" r="r" b="b"/>
              <a:pathLst>
                <a:path w="808" h="3715" extrusionOk="0">
                  <a:moveTo>
                    <a:pt x="80" y="1"/>
                  </a:moveTo>
                  <a:lnTo>
                    <a:pt x="80" y="1"/>
                  </a:lnTo>
                  <a:cubicBezTo>
                    <a:pt x="0" y="1281"/>
                    <a:pt x="254" y="2561"/>
                    <a:pt x="807" y="3715"/>
                  </a:cubicBezTo>
                  <a:cubicBezTo>
                    <a:pt x="740" y="3081"/>
                    <a:pt x="614" y="2468"/>
                    <a:pt x="494" y="1854"/>
                  </a:cubicBezTo>
                  <a:cubicBezTo>
                    <a:pt x="367" y="1234"/>
                    <a:pt x="260" y="621"/>
                    <a:pt x="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7" name="Google Shape;2160;p36"/>
            <p:cNvSpPr/>
            <p:nvPr/>
          </p:nvSpPr>
          <p:spPr>
            <a:xfrm>
              <a:off x="1566541" y="2574838"/>
              <a:ext cx="87686" cy="281099"/>
            </a:xfrm>
            <a:custGeom>
              <a:avLst/>
              <a:gdLst/>
              <a:ahLst/>
              <a:cxnLst/>
              <a:rect l="l" t="t" r="r" b="b"/>
              <a:pathLst>
                <a:path w="3135" h="10050" extrusionOk="0">
                  <a:moveTo>
                    <a:pt x="1" y="0"/>
                  </a:moveTo>
                  <a:lnTo>
                    <a:pt x="1" y="0"/>
                  </a:lnTo>
                  <a:cubicBezTo>
                    <a:pt x="354" y="1721"/>
                    <a:pt x="801" y="3421"/>
                    <a:pt x="1334" y="5095"/>
                  </a:cubicBezTo>
                  <a:cubicBezTo>
                    <a:pt x="1868" y="6775"/>
                    <a:pt x="2441" y="8429"/>
                    <a:pt x="3135" y="10050"/>
                  </a:cubicBezTo>
                  <a:cubicBezTo>
                    <a:pt x="2661" y="8356"/>
                    <a:pt x="2148" y="6689"/>
                    <a:pt x="1621" y="5015"/>
                  </a:cubicBezTo>
                  <a:cubicBezTo>
                    <a:pt x="1094" y="3335"/>
                    <a:pt x="567" y="1661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8" name="Google Shape;2161;p36"/>
            <p:cNvSpPr/>
            <p:nvPr/>
          </p:nvSpPr>
          <p:spPr>
            <a:xfrm>
              <a:off x="1667821" y="2913918"/>
              <a:ext cx="30236" cy="202223"/>
            </a:xfrm>
            <a:custGeom>
              <a:avLst/>
              <a:gdLst/>
              <a:ahLst/>
              <a:cxnLst/>
              <a:rect l="l" t="t" r="r" b="b"/>
              <a:pathLst>
                <a:path w="1081" h="7230" extrusionOk="0">
                  <a:moveTo>
                    <a:pt x="1" y="1"/>
                  </a:moveTo>
                  <a:lnTo>
                    <a:pt x="1" y="1"/>
                  </a:lnTo>
                  <a:cubicBezTo>
                    <a:pt x="207" y="1201"/>
                    <a:pt x="414" y="2401"/>
                    <a:pt x="581" y="3601"/>
                  </a:cubicBezTo>
                  <a:cubicBezTo>
                    <a:pt x="747" y="4802"/>
                    <a:pt x="867" y="6009"/>
                    <a:pt x="994" y="7229"/>
                  </a:cubicBezTo>
                  <a:cubicBezTo>
                    <a:pt x="1081" y="6002"/>
                    <a:pt x="1041" y="4775"/>
                    <a:pt x="867" y="3561"/>
                  </a:cubicBezTo>
                  <a:cubicBezTo>
                    <a:pt x="707" y="2348"/>
                    <a:pt x="421" y="1154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39" name="文本框 538"/>
          <p:cNvSpPr txBox="1"/>
          <p:nvPr/>
        </p:nvSpPr>
        <p:spPr>
          <a:xfrm>
            <a:off x="4734560" y="4994275"/>
            <a:ext cx="2722880" cy="5219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2025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11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月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16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日</a:t>
            </a:r>
            <a:endParaRPr lang="zh-CN" altLang="en-US" sz="2800" b="1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pSp>
        <p:nvGrpSpPr>
          <p:cNvPr id="543" name="组合 542"/>
          <p:cNvGrpSpPr/>
          <p:nvPr/>
        </p:nvGrpSpPr>
        <p:grpSpPr>
          <a:xfrm>
            <a:off x="-481330" y="-236220"/>
            <a:ext cx="3208020" cy="1842135"/>
            <a:chOff x="-804" y="-372"/>
            <a:chExt cx="5052" cy="2901"/>
          </a:xfrm>
        </p:grpSpPr>
        <p:pic>
          <p:nvPicPr>
            <p:cNvPr id="541" name="图片 540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804" y="-372"/>
              <a:ext cx="4099" cy="2901"/>
            </a:xfrm>
            <a:prstGeom prst="rect">
              <a:avLst/>
            </a:prstGeom>
          </p:spPr>
        </p:pic>
        <p:pic>
          <p:nvPicPr>
            <p:cNvPr id="542" name="图片 541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grpSp>
        <p:nvGrpSpPr>
          <p:cNvPr id="4521" name="Google Shape;4521;p69"/>
          <p:cNvGrpSpPr/>
          <p:nvPr/>
        </p:nvGrpSpPr>
        <p:grpSpPr>
          <a:xfrm flipH="1">
            <a:off x="7386096" y="-70"/>
            <a:ext cx="1091382" cy="1155725"/>
            <a:chOff x="2958275" y="539500"/>
            <a:chExt cx="1091382" cy="1155725"/>
          </a:xfrm>
        </p:grpSpPr>
        <p:grpSp>
          <p:nvGrpSpPr>
            <p:cNvPr id="4522" name="Google Shape;4522;p69"/>
            <p:cNvGrpSpPr/>
            <p:nvPr/>
          </p:nvGrpSpPr>
          <p:grpSpPr>
            <a:xfrm>
              <a:off x="3170379" y="1212137"/>
              <a:ext cx="879278" cy="483088"/>
              <a:chOff x="2296950" y="3661600"/>
              <a:chExt cx="616475" cy="338700"/>
            </a:xfrm>
          </p:grpSpPr>
          <p:sp>
            <p:nvSpPr>
              <p:cNvPr id="4523" name="Google Shape;4523;p69"/>
              <p:cNvSpPr/>
              <p:nvPr/>
            </p:nvSpPr>
            <p:spPr>
              <a:xfrm>
                <a:off x="2510075" y="3661600"/>
                <a:ext cx="402675" cy="97750"/>
              </a:xfrm>
              <a:custGeom>
                <a:avLst/>
                <a:gdLst/>
                <a:ahLst/>
                <a:cxnLst/>
                <a:rect l="l" t="t" r="r" b="b"/>
                <a:pathLst>
                  <a:path w="16107" h="3910" extrusionOk="0">
                    <a:moveTo>
                      <a:pt x="4306" y="700"/>
                    </a:moveTo>
                    <a:lnTo>
                      <a:pt x="13180" y="2635"/>
                    </a:lnTo>
                    <a:lnTo>
                      <a:pt x="1346" y="3189"/>
                    </a:lnTo>
                    <a:lnTo>
                      <a:pt x="4306" y="700"/>
                    </a:lnTo>
                    <a:close/>
                    <a:moveTo>
                      <a:pt x="4216" y="0"/>
                    </a:moveTo>
                    <a:cubicBezTo>
                      <a:pt x="4136" y="0"/>
                      <a:pt x="4058" y="29"/>
                      <a:pt x="3998" y="83"/>
                    </a:cubicBezTo>
                    <a:lnTo>
                      <a:pt x="152" y="3314"/>
                    </a:lnTo>
                    <a:cubicBezTo>
                      <a:pt x="42" y="3405"/>
                      <a:pt x="0" y="3560"/>
                      <a:pt x="56" y="3696"/>
                    </a:cubicBezTo>
                    <a:cubicBezTo>
                      <a:pt x="103" y="3823"/>
                      <a:pt x="227" y="3909"/>
                      <a:pt x="368" y="3909"/>
                    </a:cubicBezTo>
                    <a:lnTo>
                      <a:pt x="385" y="3909"/>
                    </a:lnTo>
                    <a:lnTo>
                      <a:pt x="15768" y="3189"/>
                    </a:lnTo>
                    <a:cubicBezTo>
                      <a:pt x="15937" y="3184"/>
                      <a:pt x="16078" y="3051"/>
                      <a:pt x="16092" y="2882"/>
                    </a:cubicBezTo>
                    <a:cubicBezTo>
                      <a:pt x="16106" y="2713"/>
                      <a:pt x="15990" y="2558"/>
                      <a:pt x="15824" y="2525"/>
                    </a:cubicBezTo>
                    <a:lnTo>
                      <a:pt x="4286" y="8"/>
                    </a:lnTo>
                    <a:cubicBezTo>
                      <a:pt x="4263" y="3"/>
                      <a:pt x="4240" y="0"/>
                      <a:pt x="42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69"/>
              <p:cNvSpPr/>
              <p:nvPr/>
            </p:nvSpPr>
            <p:spPr>
              <a:xfrm>
                <a:off x="2296950" y="3724500"/>
                <a:ext cx="616275" cy="210650"/>
              </a:xfrm>
              <a:custGeom>
                <a:avLst/>
                <a:gdLst/>
                <a:ahLst/>
                <a:cxnLst/>
                <a:rect l="l" t="t" r="r" b="b"/>
                <a:pathLst>
                  <a:path w="24651" h="8426" extrusionOk="0">
                    <a:moveTo>
                      <a:pt x="20027" y="1363"/>
                    </a:moveTo>
                    <a:lnTo>
                      <a:pt x="2334" y="7100"/>
                    </a:lnTo>
                    <a:lnTo>
                      <a:pt x="7528" y="3373"/>
                    </a:lnTo>
                    <a:lnTo>
                      <a:pt x="20027" y="1363"/>
                    </a:lnTo>
                    <a:close/>
                    <a:moveTo>
                      <a:pt x="24283" y="1"/>
                    </a:moveTo>
                    <a:cubicBezTo>
                      <a:pt x="24264" y="1"/>
                      <a:pt x="24244" y="3"/>
                      <a:pt x="24224" y="6"/>
                    </a:cubicBezTo>
                    <a:lnTo>
                      <a:pt x="7346" y="2722"/>
                    </a:lnTo>
                    <a:cubicBezTo>
                      <a:pt x="7293" y="2730"/>
                      <a:pt x="7243" y="2750"/>
                      <a:pt x="7204" y="2780"/>
                    </a:cubicBezTo>
                    <a:lnTo>
                      <a:pt x="180" y="7817"/>
                    </a:lnTo>
                    <a:cubicBezTo>
                      <a:pt x="44" y="7914"/>
                      <a:pt x="0" y="8094"/>
                      <a:pt x="78" y="8243"/>
                    </a:cubicBezTo>
                    <a:cubicBezTo>
                      <a:pt x="136" y="8354"/>
                      <a:pt x="252" y="8426"/>
                      <a:pt x="379" y="8426"/>
                    </a:cubicBezTo>
                    <a:cubicBezTo>
                      <a:pt x="413" y="8426"/>
                      <a:pt x="449" y="8420"/>
                      <a:pt x="482" y="8409"/>
                    </a:cubicBezTo>
                    <a:lnTo>
                      <a:pt x="24385" y="657"/>
                    </a:lnTo>
                    <a:cubicBezTo>
                      <a:pt x="24551" y="601"/>
                      <a:pt x="24651" y="427"/>
                      <a:pt x="24606" y="255"/>
                    </a:cubicBezTo>
                    <a:cubicBezTo>
                      <a:pt x="24569" y="103"/>
                      <a:pt x="24435" y="1"/>
                      <a:pt x="242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69"/>
              <p:cNvSpPr/>
              <p:nvPr/>
            </p:nvSpPr>
            <p:spPr>
              <a:xfrm>
                <a:off x="2510825" y="3724575"/>
                <a:ext cx="401925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16077" h="3146" extrusionOk="0">
                    <a:moveTo>
                      <a:pt x="9783" y="950"/>
                    </a:moveTo>
                    <a:lnTo>
                      <a:pt x="676" y="2415"/>
                    </a:lnTo>
                    <a:lnTo>
                      <a:pt x="676" y="1376"/>
                    </a:lnTo>
                    <a:lnTo>
                      <a:pt x="9783" y="950"/>
                    </a:lnTo>
                    <a:close/>
                    <a:moveTo>
                      <a:pt x="15719" y="0"/>
                    </a:moveTo>
                    <a:cubicBezTo>
                      <a:pt x="15715" y="0"/>
                      <a:pt x="15712" y="0"/>
                      <a:pt x="15708" y="0"/>
                    </a:cubicBezTo>
                    <a:lnTo>
                      <a:pt x="325" y="720"/>
                    </a:lnTo>
                    <a:cubicBezTo>
                      <a:pt x="142" y="726"/>
                      <a:pt x="1" y="875"/>
                      <a:pt x="1" y="1055"/>
                    </a:cubicBezTo>
                    <a:lnTo>
                      <a:pt x="1" y="2811"/>
                    </a:lnTo>
                    <a:cubicBezTo>
                      <a:pt x="1" y="2907"/>
                      <a:pt x="42" y="3002"/>
                      <a:pt x="120" y="3065"/>
                    </a:cubicBezTo>
                    <a:cubicBezTo>
                      <a:pt x="181" y="3118"/>
                      <a:pt x="258" y="3146"/>
                      <a:pt x="338" y="3146"/>
                    </a:cubicBezTo>
                    <a:lnTo>
                      <a:pt x="394" y="3143"/>
                    </a:lnTo>
                    <a:lnTo>
                      <a:pt x="15777" y="667"/>
                    </a:lnTo>
                    <a:cubicBezTo>
                      <a:pt x="15954" y="640"/>
                      <a:pt x="16076" y="476"/>
                      <a:pt x="16057" y="299"/>
                    </a:cubicBezTo>
                    <a:cubicBezTo>
                      <a:pt x="16035" y="128"/>
                      <a:pt x="15891" y="0"/>
                      <a:pt x="157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69"/>
              <p:cNvSpPr/>
              <p:nvPr/>
            </p:nvSpPr>
            <p:spPr>
              <a:xfrm>
                <a:off x="2482025" y="3724450"/>
                <a:ext cx="431400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11034" extrusionOk="0">
                    <a:moveTo>
                      <a:pt x="14387" y="1500"/>
                    </a:moveTo>
                    <a:lnTo>
                      <a:pt x="676" y="10089"/>
                    </a:lnTo>
                    <a:lnTo>
                      <a:pt x="676" y="5947"/>
                    </a:lnTo>
                    <a:lnTo>
                      <a:pt x="14387" y="1500"/>
                    </a:lnTo>
                    <a:close/>
                    <a:moveTo>
                      <a:pt x="16882" y="1"/>
                    </a:moveTo>
                    <a:cubicBezTo>
                      <a:pt x="16846" y="1"/>
                      <a:pt x="16810" y="7"/>
                      <a:pt x="16774" y="19"/>
                    </a:cubicBezTo>
                    <a:lnTo>
                      <a:pt x="236" y="5382"/>
                    </a:lnTo>
                    <a:cubicBezTo>
                      <a:pt x="98" y="5426"/>
                      <a:pt x="4" y="5554"/>
                      <a:pt x="1" y="5701"/>
                    </a:cubicBezTo>
                    <a:lnTo>
                      <a:pt x="1" y="10695"/>
                    </a:lnTo>
                    <a:cubicBezTo>
                      <a:pt x="1" y="10817"/>
                      <a:pt x="70" y="10931"/>
                      <a:pt x="178" y="10989"/>
                    </a:cubicBezTo>
                    <a:cubicBezTo>
                      <a:pt x="222" y="11017"/>
                      <a:pt x="275" y="11034"/>
                      <a:pt x="329" y="11034"/>
                    </a:cubicBezTo>
                    <a:cubicBezTo>
                      <a:pt x="333" y="11034"/>
                      <a:pt x="337" y="11033"/>
                      <a:pt x="341" y="11033"/>
                    </a:cubicBezTo>
                    <a:cubicBezTo>
                      <a:pt x="402" y="11033"/>
                      <a:pt x="463" y="11017"/>
                      <a:pt x="516" y="10983"/>
                    </a:cubicBezTo>
                    <a:lnTo>
                      <a:pt x="17054" y="623"/>
                    </a:lnTo>
                    <a:cubicBezTo>
                      <a:pt x="17200" y="534"/>
                      <a:pt x="17256" y="351"/>
                      <a:pt x="17184" y="196"/>
                    </a:cubicBezTo>
                    <a:cubicBezTo>
                      <a:pt x="17128" y="73"/>
                      <a:pt x="17008" y="1"/>
                      <a:pt x="16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27" name="Google Shape;4527;p69"/>
            <p:cNvSpPr/>
            <p:nvPr/>
          </p:nvSpPr>
          <p:spPr>
            <a:xfrm>
              <a:off x="2958275" y="539500"/>
              <a:ext cx="562425" cy="897575"/>
            </a:xfrm>
            <a:custGeom>
              <a:avLst/>
              <a:gdLst/>
              <a:ahLst/>
              <a:cxnLst/>
              <a:rect l="l" t="t" r="r" b="b"/>
              <a:pathLst>
                <a:path w="22497" h="35903" extrusionOk="0">
                  <a:moveTo>
                    <a:pt x="20015" y="1"/>
                  </a:moveTo>
                  <a:cubicBezTo>
                    <a:pt x="19867" y="1"/>
                    <a:pt x="19729" y="176"/>
                    <a:pt x="19849" y="335"/>
                  </a:cubicBezTo>
                  <a:cubicBezTo>
                    <a:pt x="20176" y="761"/>
                    <a:pt x="20470" y="1210"/>
                    <a:pt x="20733" y="1680"/>
                  </a:cubicBezTo>
                  <a:cubicBezTo>
                    <a:pt x="20766" y="1747"/>
                    <a:pt x="20832" y="1788"/>
                    <a:pt x="20907" y="1788"/>
                  </a:cubicBezTo>
                  <a:cubicBezTo>
                    <a:pt x="20943" y="1788"/>
                    <a:pt x="20976" y="1777"/>
                    <a:pt x="21010" y="1761"/>
                  </a:cubicBezTo>
                  <a:cubicBezTo>
                    <a:pt x="21109" y="1705"/>
                    <a:pt x="21145" y="1581"/>
                    <a:pt x="21087" y="1484"/>
                  </a:cubicBezTo>
                  <a:cubicBezTo>
                    <a:pt x="20818" y="994"/>
                    <a:pt x="20514" y="526"/>
                    <a:pt x="20173" y="86"/>
                  </a:cubicBezTo>
                  <a:cubicBezTo>
                    <a:pt x="20128" y="26"/>
                    <a:pt x="20071" y="1"/>
                    <a:pt x="20015" y="1"/>
                  </a:cubicBezTo>
                  <a:close/>
                  <a:moveTo>
                    <a:pt x="22064" y="4439"/>
                  </a:moveTo>
                  <a:cubicBezTo>
                    <a:pt x="22050" y="4439"/>
                    <a:pt x="22035" y="4440"/>
                    <a:pt x="22020" y="4444"/>
                  </a:cubicBezTo>
                  <a:cubicBezTo>
                    <a:pt x="21909" y="4469"/>
                    <a:pt x="21837" y="4577"/>
                    <a:pt x="21860" y="4687"/>
                  </a:cubicBezTo>
                  <a:cubicBezTo>
                    <a:pt x="21973" y="5213"/>
                    <a:pt x="22048" y="5745"/>
                    <a:pt x="22081" y="6279"/>
                  </a:cubicBezTo>
                  <a:cubicBezTo>
                    <a:pt x="22087" y="6390"/>
                    <a:pt x="22175" y="6473"/>
                    <a:pt x="22286" y="6473"/>
                  </a:cubicBezTo>
                  <a:lnTo>
                    <a:pt x="22300" y="6473"/>
                  </a:lnTo>
                  <a:cubicBezTo>
                    <a:pt x="22413" y="6468"/>
                    <a:pt x="22496" y="6368"/>
                    <a:pt x="22491" y="6257"/>
                  </a:cubicBezTo>
                  <a:cubicBezTo>
                    <a:pt x="22455" y="5701"/>
                    <a:pt x="22380" y="5147"/>
                    <a:pt x="22261" y="4601"/>
                  </a:cubicBezTo>
                  <a:cubicBezTo>
                    <a:pt x="22242" y="4506"/>
                    <a:pt x="22158" y="4439"/>
                    <a:pt x="22064" y="4439"/>
                  </a:cubicBezTo>
                  <a:close/>
                  <a:moveTo>
                    <a:pt x="21969" y="9334"/>
                  </a:moveTo>
                  <a:cubicBezTo>
                    <a:pt x="21889" y="9334"/>
                    <a:pt x="21810" y="9377"/>
                    <a:pt x="21776" y="9475"/>
                  </a:cubicBezTo>
                  <a:cubicBezTo>
                    <a:pt x="21646" y="9998"/>
                    <a:pt x="21477" y="10507"/>
                    <a:pt x="21273" y="11006"/>
                  </a:cubicBezTo>
                  <a:cubicBezTo>
                    <a:pt x="21228" y="11108"/>
                    <a:pt x="21278" y="11227"/>
                    <a:pt x="21383" y="11271"/>
                  </a:cubicBezTo>
                  <a:cubicBezTo>
                    <a:pt x="21408" y="11283"/>
                    <a:pt x="21433" y="11288"/>
                    <a:pt x="21461" y="11288"/>
                  </a:cubicBezTo>
                  <a:cubicBezTo>
                    <a:pt x="21544" y="11285"/>
                    <a:pt x="21619" y="11235"/>
                    <a:pt x="21652" y="11161"/>
                  </a:cubicBezTo>
                  <a:cubicBezTo>
                    <a:pt x="21862" y="10643"/>
                    <a:pt x="22039" y="10114"/>
                    <a:pt x="22178" y="9574"/>
                  </a:cubicBezTo>
                  <a:cubicBezTo>
                    <a:pt x="22203" y="9426"/>
                    <a:pt x="22086" y="9334"/>
                    <a:pt x="21969" y="9334"/>
                  </a:cubicBezTo>
                  <a:close/>
                  <a:moveTo>
                    <a:pt x="19769" y="13698"/>
                  </a:moveTo>
                  <a:cubicBezTo>
                    <a:pt x="19720" y="13698"/>
                    <a:pt x="19669" y="13717"/>
                    <a:pt x="19625" y="13761"/>
                  </a:cubicBezTo>
                  <a:cubicBezTo>
                    <a:pt x="19285" y="14176"/>
                    <a:pt x="18914" y="14564"/>
                    <a:pt x="18512" y="14921"/>
                  </a:cubicBezTo>
                  <a:cubicBezTo>
                    <a:pt x="18376" y="15051"/>
                    <a:pt x="18465" y="15281"/>
                    <a:pt x="18651" y="15283"/>
                  </a:cubicBezTo>
                  <a:cubicBezTo>
                    <a:pt x="18700" y="15283"/>
                    <a:pt x="18750" y="15264"/>
                    <a:pt x="18786" y="15231"/>
                  </a:cubicBezTo>
                  <a:cubicBezTo>
                    <a:pt x="19201" y="14857"/>
                    <a:pt x="19589" y="14453"/>
                    <a:pt x="19944" y="14021"/>
                  </a:cubicBezTo>
                  <a:cubicBezTo>
                    <a:pt x="20045" y="13865"/>
                    <a:pt x="19915" y="13698"/>
                    <a:pt x="19769" y="13698"/>
                  </a:cubicBezTo>
                  <a:close/>
                  <a:moveTo>
                    <a:pt x="15938" y="16706"/>
                  </a:moveTo>
                  <a:cubicBezTo>
                    <a:pt x="15907" y="16706"/>
                    <a:pt x="15875" y="16713"/>
                    <a:pt x="15846" y="16729"/>
                  </a:cubicBezTo>
                  <a:cubicBezTo>
                    <a:pt x="15389" y="16967"/>
                    <a:pt x="14907" y="17194"/>
                    <a:pt x="14370" y="17418"/>
                  </a:cubicBezTo>
                  <a:cubicBezTo>
                    <a:pt x="14265" y="17460"/>
                    <a:pt x="14215" y="17579"/>
                    <a:pt x="14259" y="17684"/>
                  </a:cubicBezTo>
                  <a:cubicBezTo>
                    <a:pt x="14292" y="17761"/>
                    <a:pt x="14367" y="17811"/>
                    <a:pt x="14450" y="17811"/>
                  </a:cubicBezTo>
                  <a:cubicBezTo>
                    <a:pt x="14478" y="17811"/>
                    <a:pt x="14503" y="17806"/>
                    <a:pt x="14531" y="17795"/>
                  </a:cubicBezTo>
                  <a:cubicBezTo>
                    <a:pt x="15076" y="17568"/>
                    <a:pt x="15569" y="17338"/>
                    <a:pt x="16031" y="17097"/>
                  </a:cubicBezTo>
                  <a:cubicBezTo>
                    <a:pt x="16134" y="17044"/>
                    <a:pt x="16172" y="16920"/>
                    <a:pt x="16120" y="16820"/>
                  </a:cubicBezTo>
                  <a:cubicBezTo>
                    <a:pt x="16085" y="16748"/>
                    <a:pt x="16012" y="16706"/>
                    <a:pt x="15938" y="16706"/>
                  </a:cubicBezTo>
                  <a:close/>
                  <a:moveTo>
                    <a:pt x="11369" y="18532"/>
                  </a:moveTo>
                  <a:cubicBezTo>
                    <a:pt x="11348" y="18532"/>
                    <a:pt x="11326" y="18535"/>
                    <a:pt x="11305" y="18542"/>
                  </a:cubicBezTo>
                  <a:lnTo>
                    <a:pt x="10782" y="18714"/>
                  </a:lnTo>
                  <a:lnTo>
                    <a:pt x="9743" y="19060"/>
                  </a:lnTo>
                  <a:cubicBezTo>
                    <a:pt x="9533" y="19143"/>
                    <a:pt x="9583" y="19453"/>
                    <a:pt x="9807" y="19462"/>
                  </a:cubicBezTo>
                  <a:cubicBezTo>
                    <a:pt x="9832" y="19462"/>
                    <a:pt x="9854" y="19459"/>
                    <a:pt x="9879" y="19453"/>
                  </a:cubicBezTo>
                  <a:lnTo>
                    <a:pt x="10912" y="19102"/>
                  </a:lnTo>
                  <a:lnTo>
                    <a:pt x="11432" y="18930"/>
                  </a:lnTo>
                  <a:cubicBezTo>
                    <a:pt x="11538" y="18894"/>
                    <a:pt x="11598" y="18778"/>
                    <a:pt x="11562" y="18670"/>
                  </a:cubicBezTo>
                  <a:cubicBezTo>
                    <a:pt x="11534" y="18586"/>
                    <a:pt x="11454" y="18532"/>
                    <a:pt x="11369" y="18532"/>
                  </a:cubicBezTo>
                  <a:close/>
                  <a:moveTo>
                    <a:pt x="6751" y="20236"/>
                  </a:moveTo>
                  <a:cubicBezTo>
                    <a:pt x="6722" y="20236"/>
                    <a:pt x="6691" y="20242"/>
                    <a:pt x="6662" y="20256"/>
                  </a:cubicBezTo>
                  <a:cubicBezTo>
                    <a:pt x="6141" y="20494"/>
                    <a:pt x="5646" y="20752"/>
                    <a:pt x="5186" y="21009"/>
                  </a:cubicBezTo>
                  <a:cubicBezTo>
                    <a:pt x="5086" y="21067"/>
                    <a:pt x="5053" y="21192"/>
                    <a:pt x="5108" y="21289"/>
                  </a:cubicBezTo>
                  <a:cubicBezTo>
                    <a:pt x="5143" y="21353"/>
                    <a:pt x="5209" y="21394"/>
                    <a:pt x="5281" y="21394"/>
                  </a:cubicBezTo>
                  <a:cubicBezTo>
                    <a:pt x="5284" y="21394"/>
                    <a:pt x="5286" y="21394"/>
                    <a:pt x="5288" y="21394"/>
                  </a:cubicBezTo>
                  <a:cubicBezTo>
                    <a:pt x="5324" y="21394"/>
                    <a:pt x="5358" y="21386"/>
                    <a:pt x="5388" y="21369"/>
                  </a:cubicBezTo>
                  <a:cubicBezTo>
                    <a:pt x="5837" y="21114"/>
                    <a:pt x="6324" y="20865"/>
                    <a:pt x="6836" y="20630"/>
                  </a:cubicBezTo>
                  <a:cubicBezTo>
                    <a:pt x="6936" y="20580"/>
                    <a:pt x="6980" y="20458"/>
                    <a:pt x="6936" y="20356"/>
                  </a:cubicBezTo>
                  <a:cubicBezTo>
                    <a:pt x="6902" y="20280"/>
                    <a:pt x="6829" y="20236"/>
                    <a:pt x="6751" y="20236"/>
                  </a:cubicBezTo>
                  <a:close/>
                  <a:moveTo>
                    <a:pt x="2649" y="22927"/>
                  </a:moveTo>
                  <a:cubicBezTo>
                    <a:pt x="2598" y="22927"/>
                    <a:pt x="2547" y="22945"/>
                    <a:pt x="2506" y="22983"/>
                  </a:cubicBezTo>
                  <a:cubicBezTo>
                    <a:pt x="2104" y="23374"/>
                    <a:pt x="1736" y="23797"/>
                    <a:pt x="1409" y="24254"/>
                  </a:cubicBezTo>
                  <a:cubicBezTo>
                    <a:pt x="1343" y="24346"/>
                    <a:pt x="1365" y="24470"/>
                    <a:pt x="1456" y="24537"/>
                  </a:cubicBezTo>
                  <a:cubicBezTo>
                    <a:pt x="1492" y="24562"/>
                    <a:pt x="1534" y="24575"/>
                    <a:pt x="1578" y="24575"/>
                  </a:cubicBezTo>
                  <a:cubicBezTo>
                    <a:pt x="1645" y="24575"/>
                    <a:pt x="1706" y="24545"/>
                    <a:pt x="1744" y="24492"/>
                  </a:cubicBezTo>
                  <a:cubicBezTo>
                    <a:pt x="2057" y="24058"/>
                    <a:pt x="2406" y="23651"/>
                    <a:pt x="2788" y="23277"/>
                  </a:cubicBezTo>
                  <a:cubicBezTo>
                    <a:pt x="2871" y="23199"/>
                    <a:pt x="2874" y="23069"/>
                    <a:pt x="2796" y="22986"/>
                  </a:cubicBezTo>
                  <a:cubicBezTo>
                    <a:pt x="2756" y="22947"/>
                    <a:pt x="2703" y="22927"/>
                    <a:pt x="2649" y="22927"/>
                  </a:cubicBezTo>
                  <a:close/>
                  <a:moveTo>
                    <a:pt x="304" y="27162"/>
                  </a:moveTo>
                  <a:cubicBezTo>
                    <a:pt x="205" y="27162"/>
                    <a:pt x="117" y="27233"/>
                    <a:pt x="100" y="27333"/>
                  </a:cubicBezTo>
                  <a:cubicBezTo>
                    <a:pt x="33" y="27735"/>
                    <a:pt x="0" y="28139"/>
                    <a:pt x="0" y="28546"/>
                  </a:cubicBezTo>
                  <a:cubicBezTo>
                    <a:pt x="0" y="28701"/>
                    <a:pt x="3" y="28859"/>
                    <a:pt x="14" y="29017"/>
                  </a:cubicBezTo>
                  <a:cubicBezTo>
                    <a:pt x="22" y="29122"/>
                    <a:pt x="111" y="29208"/>
                    <a:pt x="219" y="29210"/>
                  </a:cubicBezTo>
                  <a:lnTo>
                    <a:pt x="233" y="29205"/>
                  </a:lnTo>
                  <a:cubicBezTo>
                    <a:pt x="346" y="29199"/>
                    <a:pt x="432" y="29105"/>
                    <a:pt x="426" y="28992"/>
                  </a:cubicBezTo>
                  <a:cubicBezTo>
                    <a:pt x="415" y="28842"/>
                    <a:pt x="410" y="28693"/>
                    <a:pt x="413" y="28546"/>
                  </a:cubicBezTo>
                  <a:cubicBezTo>
                    <a:pt x="413" y="28161"/>
                    <a:pt x="443" y="27779"/>
                    <a:pt x="507" y="27400"/>
                  </a:cubicBezTo>
                  <a:cubicBezTo>
                    <a:pt x="526" y="27286"/>
                    <a:pt x="449" y="27178"/>
                    <a:pt x="335" y="27164"/>
                  </a:cubicBezTo>
                  <a:cubicBezTo>
                    <a:pt x="325" y="27163"/>
                    <a:pt x="314" y="27162"/>
                    <a:pt x="304" y="27162"/>
                  </a:cubicBezTo>
                  <a:close/>
                  <a:moveTo>
                    <a:pt x="1122" y="31929"/>
                  </a:moveTo>
                  <a:cubicBezTo>
                    <a:pt x="1089" y="31929"/>
                    <a:pt x="1055" y="31937"/>
                    <a:pt x="1024" y="31954"/>
                  </a:cubicBezTo>
                  <a:cubicBezTo>
                    <a:pt x="925" y="32007"/>
                    <a:pt x="889" y="32131"/>
                    <a:pt x="941" y="32231"/>
                  </a:cubicBezTo>
                  <a:cubicBezTo>
                    <a:pt x="1210" y="32727"/>
                    <a:pt x="1537" y="33189"/>
                    <a:pt x="1910" y="33613"/>
                  </a:cubicBezTo>
                  <a:cubicBezTo>
                    <a:pt x="1949" y="33654"/>
                    <a:pt x="2005" y="33679"/>
                    <a:pt x="2063" y="33682"/>
                  </a:cubicBezTo>
                  <a:cubicBezTo>
                    <a:pt x="2113" y="33682"/>
                    <a:pt x="2162" y="33660"/>
                    <a:pt x="2198" y="33627"/>
                  </a:cubicBezTo>
                  <a:cubicBezTo>
                    <a:pt x="2284" y="33552"/>
                    <a:pt x="2290" y="33422"/>
                    <a:pt x="2215" y="33339"/>
                  </a:cubicBezTo>
                  <a:cubicBezTo>
                    <a:pt x="1861" y="32940"/>
                    <a:pt x="1556" y="32505"/>
                    <a:pt x="1301" y="32037"/>
                  </a:cubicBezTo>
                  <a:cubicBezTo>
                    <a:pt x="1265" y="31969"/>
                    <a:pt x="1195" y="31929"/>
                    <a:pt x="1122" y="31929"/>
                  </a:cubicBezTo>
                  <a:close/>
                  <a:moveTo>
                    <a:pt x="11080" y="34552"/>
                  </a:moveTo>
                  <a:cubicBezTo>
                    <a:pt x="11045" y="34552"/>
                    <a:pt x="11009" y="34562"/>
                    <a:pt x="10975" y="34582"/>
                  </a:cubicBezTo>
                  <a:cubicBezTo>
                    <a:pt x="10521" y="34856"/>
                    <a:pt x="10034" y="35077"/>
                    <a:pt x="9527" y="35238"/>
                  </a:cubicBezTo>
                  <a:cubicBezTo>
                    <a:pt x="9419" y="35269"/>
                    <a:pt x="9358" y="35385"/>
                    <a:pt x="9392" y="35496"/>
                  </a:cubicBezTo>
                  <a:cubicBezTo>
                    <a:pt x="9419" y="35579"/>
                    <a:pt x="9500" y="35637"/>
                    <a:pt x="9588" y="35637"/>
                  </a:cubicBezTo>
                  <a:cubicBezTo>
                    <a:pt x="9608" y="35637"/>
                    <a:pt x="9630" y="35634"/>
                    <a:pt x="9649" y="35628"/>
                  </a:cubicBezTo>
                  <a:cubicBezTo>
                    <a:pt x="10189" y="35460"/>
                    <a:pt x="10704" y="35224"/>
                    <a:pt x="11186" y="34931"/>
                  </a:cubicBezTo>
                  <a:cubicBezTo>
                    <a:pt x="11280" y="34870"/>
                    <a:pt x="11310" y="34748"/>
                    <a:pt x="11252" y="34651"/>
                  </a:cubicBezTo>
                  <a:cubicBezTo>
                    <a:pt x="11214" y="34587"/>
                    <a:pt x="11148" y="34552"/>
                    <a:pt x="11080" y="34552"/>
                  </a:cubicBezTo>
                  <a:close/>
                  <a:moveTo>
                    <a:pt x="4752" y="35094"/>
                  </a:moveTo>
                  <a:cubicBezTo>
                    <a:pt x="4669" y="35094"/>
                    <a:pt x="4593" y="35146"/>
                    <a:pt x="4563" y="35227"/>
                  </a:cubicBezTo>
                  <a:cubicBezTo>
                    <a:pt x="4521" y="35335"/>
                    <a:pt x="4577" y="35451"/>
                    <a:pt x="4682" y="35490"/>
                  </a:cubicBezTo>
                  <a:cubicBezTo>
                    <a:pt x="5211" y="35687"/>
                    <a:pt x="5756" y="35825"/>
                    <a:pt x="6313" y="35903"/>
                  </a:cubicBezTo>
                  <a:lnTo>
                    <a:pt x="6343" y="35903"/>
                  </a:lnTo>
                  <a:cubicBezTo>
                    <a:pt x="6446" y="35903"/>
                    <a:pt x="6532" y="35828"/>
                    <a:pt x="6545" y="35725"/>
                  </a:cubicBezTo>
                  <a:cubicBezTo>
                    <a:pt x="6562" y="35615"/>
                    <a:pt x="6484" y="35509"/>
                    <a:pt x="6371" y="35496"/>
                  </a:cubicBezTo>
                  <a:cubicBezTo>
                    <a:pt x="5842" y="35421"/>
                    <a:pt x="5324" y="35291"/>
                    <a:pt x="4826" y="35108"/>
                  </a:cubicBezTo>
                  <a:cubicBezTo>
                    <a:pt x="4802" y="35099"/>
                    <a:pt x="4777" y="35094"/>
                    <a:pt x="4752" y="350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57" name="Google Shape;4946;p72"/>
          <p:cNvGrpSpPr/>
          <p:nvPr/>
        </p:nvGrpSpPr>
        <p:grpSpPr>
          <a:xfrm>
            <a:off x="7693648" y="5053205"/>
            <a:ext cx="352550" cy="349600"/>
            <a:chOff x="7781913" y="3178050"/>
            <a:chExt cx="352550" cy="349600"/>
          </a:xfrm>
        </p:grpSpPr>
        <p:sp>
          <p:nvSpPr>
            <p:cNvPr id="558" name="Google Shape;4947;p72"/>
            <p:cNvSpPr/>
            <p:nvPr/>
          </p:nvSpPr>
          <p:spPr>
            <a:xfrm>
              <a:off x="7789813" y="3185300"/>
              <a:ext cx="97075" cy="334975"/>
            </a:xfrm>
            <a:custGeom>
              <a:avLst/>
              <a:gdLst/>
              <a:ahLst/>
              <a:cxnLst/>
              <a:rect l="l" t="t" r="r" b="b"/>
              <a:pathLst>
                <a:path w="3883" h="13399" extrusionOk="0">
                  <a:moveTo>
                    <a:pt x="3883" y="0"/>
                  </a:moveTo>
                  <a:lnTo>
                    <a:pt x="1" y="3868"/>
                  </a:lnTo>
                  <a:lnTo>
                    <a:pt x="1" y="13398"/>
                  </a:lnTo>
                  <a:lnTo>
                    <a:pt x="3883" y="9530"/>
                  </a:lnTo>
                  <a:lnTo>
                    <a:pt x="3883" y="0"/>
                  </a:ln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9" name="Google Shape;4948;p72"/>
            <p:cNvSpPr/>
            <p:nvPr/>
          </p:nvSpPr>
          <p:spPr>
            <a:xfrm>
              <a:off x="8029638" y="3185300"/>
              <a:ext cx="96900" cy="334975"/>
            </a:xfrm>
            <a:custGeom>
              <a:avLst/>
              <a:gdLst/>
              <a:ahLst/>
              <a:cxnLst/>
              <a:rect l="l" t="t" r="r" b="b"/>
              <a:pathLst>
                <a:path w="3876" h="13399" extrusionOk="0">
                  <a:moveTo>
                    <a:pt x="3876" y="0"/>
                  </a:moveTo>
                  <a:lnTo>
                    <a:pt x="1" y="3868"/>
                  </a:lnTo>
                  <a:lnTo>
                    <a:pt x="1" y="13398"/>
                  </a:lnTo>
                  <a:lnTo>
                    <a:pt x="3876" y="9530"/>
                  </a:lnTo>
                  <a:lnTo>
                    <a:pt x="3876" y="0"/>
                  </a:ln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" name="Google Shape;4949;p72"/>
            <p:cNvSpPr/>
            <p:nvPr/>
          </p:nvSpPr>
          <p:spPr>
            <a:xfrm>
              <a:off x="7791563" y="3282000"/>
              <a:ext cx="238100" cy="238100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" name="Google Shape;4950;p72"/>
            <p:cNvSpPr/>
            <p:nvPr/>
          </p:nvSpPr>
          <p:spPr>
            <a:xfrm>
              <a:off x="7886863" y="3185300"/>
              <a:ext cx="237925" cy="238075"/>
            </a:xfrm>
            <a:custGeom>
              <a:avLst/>
              <a:gdLst/>
              <a:ahLst/>
              <a:cxnLst/>
              <a:rect l="l" t="t" r="r" b="b"/>
              <a:pathLst>
                <a:path w="9517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16" y="9523"/>
                  </a:lnTo>
                  <a:lnTo>
                    <a:pt x="9516" y="0"/>
                  </a:ln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" name="Google Shape;4951;p72"/>
            <p:cNvSpPr/>
            <p:nvPr/>
          </p:nvSpPr>
          <p:spPr>
            <a:xfrm>
              <a:off x="7879488" y="3178050"/>
              <a:ext cx="14625" cy="37700"/>
            </a:xfrm>
            <a:custGeom>
              <a:avLst/>
              <a:gdLst/>
              <a:ahLst/>
              <a:cxnLst/>
              <a:rect l="l" t="t" r="r" b="b"/>
              <a:pathLst>
                <a:path w="585" h="1508" extrusionOk="0">
                  <a:moveTo>
                    <a:pt x="292" y="0"/>
                  </a:moveTo>
                  <a:cubicBezTo>
                    <a:pt x="146" y="0"/>
                    <a:pt x="0" y="97"/>
                    <a:pt x="0" y="290"/>
                  </a:cubicBezTo>
                  <a:lnTo>
                    <a:pt x="0" y="1219"/>
                  </a:lnTo>
                  <a:cubicBezTo>
                    <a:pt x="0" y="1373"/>
                    <a:pt x="134" y="1507"/>
                    <a:pt x="296" y="1507"/>
                  </a:cubicBezTo>
                  <a:cubicBezTo>
                    <a:pt x="451" y="1507"/>
                    <a:pt x="584" y="1373"/>
                    <a:pt x="584" y="1219"/>
                  </a:cubicBezTo>
                  <a:lnTo>
                    <a:pt x="584" y="290"/>
                  </a:lnTo>
                  <a:cubicBezTo>
                    <a:pt x="584" y="97"/>
                    <a:pt x="438" y="0"/>
                    <a:pt x="29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" name="Google Shape;4952;p72"/>
            <p:cNvSpPr/>
            <p:nvPr/>
          </p:nvSpPr>
          <p:spPr>
            <a:xfrm>
              <a:off x="7879488" y="3235900"/>
              <a:ext cx="14625" cy="137025"/>
            </a:xfrm>
            <a:custGeom>
              <a:avLst/>
              <a:gdLst/>
              <a:ahLst/>
              <a:cxnLst/>
              <a:rect l="l" t="t" r="r" b="b"/>
              <a:pathLst>
                <a:path w="585" h="5481" extrusionOk="0">
                  <a:moveTo>
                    <a:pt x="292" y="0"/>
                  </a:moveTo>
                  <a:cubicBezTo>
                    <a:pt x="146" y="0"/>
                    <a:pt x="0" y="97"/>
                    <a:pt x="0" y="290"/>
                  </a:cubicBezTo>
                  <a:lnTo>
                    <a:pt x="0" y="2041"/>
                  </a:lnTo>
                  <a:cubicBezTo>
                    <a:pt x="0" y="2203"/>
                    <a:pt x="134" y="2330"/>
                    <a:pt x="296" y="2330"/>
                  </a:cubicBezTo>
                  <a:cubicBezTo>
                    <a:pt x="451" y="2330"/>
                    <a:pt x="584" y="2203"/>
                    <a:pt x="584" y="2041"/>
                  </a:cubicBezTo>
                  <a:lnTo>
                    <a:pt x="584" y="290"/>
                  </a:lnTo>
                  <a:cubicBezTo>
                    <a:pt x="584" y="97"/>
                    <a:pt x="438" y="0"/>
                    <a:pt x="292" y="0"/>
                  </a:cubicBezTo>
                  <a:close/>
                  <a:moveTo>
                    <a:pt x="292" y="3137"/>
                  </a:moveTo>
                  <a:cubicBezTo>
                    <a:pt x="146" y="3137"/>
                    <a:pt x="0" y="3233"/>
                    <a:pt x="0" y="3427"/>
                  </a:cubicBezTo>
                  <a:lnTo>
                    <a:pt x="0" y="5185"/>
                  </a:lnTo>
                  <a:cubicBezTo>
                    <a:pt x="0" y="5347"/>
                    <a:pt x="134" y="5480"/>
                    <a:pt x="296" y="5480"/>
                  </a:cubicBezTo>
                  <a:cubicBezTo>
                    <a:pt x="451" y="5473"/>
                    <a:pt x="584" y="5347"/>
                    <a:pt x="584" y="5185"/>
                  </a:cubicBezTo>
                  <a:lnTo>
                    <a:pt x="584" y="3427"/>
                  </a:lnTo>
                  <a:cubicBezTo>
                    <a:pt x="584" y="3233"/>
                    <a:pt x="438" y="3137"/>
                    <a:pt x="292" y="3137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" name="Google Shape;4953;p72"/>
            <p:cNvSpPr/>
            <p:nvPr/>
          </p:nvSpPr>
          <p:spPr>
            <a:xfrm>
              <a:off x="7879488" y="3393075"/>
              <a:ext cx="40100" cy="37525"/>
            </a:xfrm>
            <a:custGeom>
              <a:avLst/>
              <a:gdLst/>
              <a:ahLst/>
              <a:cxnLst/>
              <a:rect l="l" t="t" r="r" b="b"/>
              <a:pathLst>
                <a:path w="1604" h="1501" extrusionOk="0">
                  <a:moveTo>
                    <a:pt x="292" y="0"/>
                  </a:moveTo>
                  <a:cubicBezTo>
                    <a:pt x="146" y="0"/>
                    <a:pt x="0" y="97"/>
                    <a:pt x="0" y="291"/>
                  </a:cubicBezTo>
                  <a:lnTo>
                    <a:pt x="0" y="1212"/>
                  </a:lnTo>
                  <a:cubicBezTo>
                    <a:pt x="0" y="1374"/>
                    <a:pt x="134" y="1500"/>
                    <a:pt x="296" y="1500"/>
                  </a:cubicBezTo>
                  <a:lnTo>
                    <a:pt x="1217" y="1500"/>
                  </a:lnTo>
                  <a:cubicBezTo>
                    <a:pt x="1604" y="1500"/>
                    <a:pt x="1604" y="924"/>
                    <a:pt x="1217" y="924"/>
                  </a:cubicBezTo>
                  <a:lnTo>
                    <a:pt x="584" y="924"/>
                  </a:lnTo>
                  <a:lnTo>
                    <a:pt x="584" y="291"/>
                  </a:lnTo>
                  <a:cubicBezTo>
                    <a:pt x="584" y="97"/>
                    <a:pt x="438" y="0"/>
                    <a:pt x="29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" name="Google Shape;4954;p72"/>
            <p:cNvSpPr/>
            <p:nvPr/>
          </p:nvSpPr>
          <p:spPr>
            <a:xfrm>
              <a:off x="7934863" y="3416150"/>
              <a:ext cx="141750" cy="14450"/>
            </a:xfrm>
            <a:custGeom>
              <a:avLst/>
              <a:gdLst/>
              <a:ahLst/>
              <a:cxnLst/>
              <a:rect l="l" t="t" r="r" b="b"/>
              <a:pathLst>
                <a:path w="5670" h="578" extrusionOk="0">
                  <a:moveTo>
                    <a:pt x="388" y="1"/>
                  </a:moveTo>
                  <a:cubicBezTo>
                    <a:pt x="1" y="1"/>
                    <a:pt x="1" y="577"/>
                    <a:pt x="388" y="577"/>
                  </a:cubicBezTo>
                  <a:lnTo>
                    <a:pt x="2146" y="577"/>
                  </a:lnTo>
                  <a:cubicBezTo>
                    <a:pt x="2533" y="577"/>
                    <a:pt x="2533" y="1"/>
                    <a:pt x="2146" y="1"/>
                  </a:cubicBezTo>
                  <a:close/>
                  <a:moveTo>
                    <a:pt x="3538" y="1"/>
                  </a:moveTo>
                  <a:cubicBezTo>
                    <a:pt x="3152" y="1"/>
                    <a:pt x="3152" y="577"/>
                    <a:pt x="3538" y="577"/>
                  </a:cubicBezTo>
                  <a:lnTo>
                    <a:pt x="5290" y="577"/>
                  </a:lnTo>
                  <a:cubicBezTo>
                    <a:pt x="5669" y="577"/>
                    <a:pt x="5669" y="1"/>
                    <a:pt x="529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" name="Google Shape;4955;p72"/>
            <p:cNvSpPr/>
            <p:nvPr/>
          </p:nvSpPr>
          <p:spPr>
            <a:xfrm>
              <a:off x="8092063" y="3416150"/>
              <a:ext cx="42400" cy="14450"/>
            </a:xfrm>
            <a:custGeom>
              <a:avLst/>
              <a:gdLst/>
              <a:ahLst/>
              <a:cxnLst/>
              <a:rect l="l" t="t" r="r" b="b"/>
              <a:pathLst>
                <a:path w="1696" h="578" extrusionOk="0">
                  <a:moveTo>
                    <a:pt x="387" y="1"/>
                  </a:moveTo>
                  <a:cubicBezTo>
                    <a:pt x="0" y="1"/>
                    <a:pt x="0" y="577"/>
                    <a:pt x="387" y="577"/>
                  </a:cubicBezTo>
                  <a:lnTo>
                    <a:pt x="1308" y="577"/>
                  </a:lnTo>
                  <a:cubicBezTo>
                    <a:pt x="1695" y="577"/>
                    <a:pt x="1695" y="1"/>
                    <a:pt x="130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" name="Google Shape;4956;p72"/>
            <p:cNvSpPr/>
            <p:nvPr/>
          </p:nvSpPr>
          <p:spPr>
            <a:xfrm>
              <a:off x="7781913" y="3496525"/>
              <a:ext cx="34800" cy="31125"/>
            </a:xfrm>
            <a:custGeom>
              <a:avLst/>
              <a:gdLst/>
              <a:ahLst/>
              <a:cxnLst/>
              <a:rect l="l" t="t" r="r" b="b"/>
              <a:pathLst>
                <a:path w="1392" h="1245" extrusionOk="0">
                  <a:moveTo>
                    <a:pt x="971" y="0"/>
                  </a:moveTo>
                  <a:cubicBezTo>
                    <a:pt x="902" y="0"/>
                    <a:pt x="831" y="27"/>
                    <a:pt x="767" y="91"/>
                  </a:cubicBezTo>
                  <a:lnTo>
                    <a:pt x="113" y="752"/>
                  </a:lnTo>
                  <a:cubicBezTo>
                    <a:pt x="0" y="858"/>
                    <a:pt x="0" y="1040"/>
                    <a:pt x="113" y="1153"/>
                  </a:cubicBezTo>
                  <a:cubicBezTo>
                    <a:pt x="169" y="1209"/>
                    <a:pt x="239" y="1244"/>
                    <a:pt x="317" y="1244"/>
                  </a:cubicBezTo>
                  <a:cubicBezTo>
                    <a:pt x="394" y="1244"/>
                    <a:pt x="471" y="1209"/>
                    <a:pt x="521" y="1153"/>
                  </a:cubicBezTo>
                  <a:lnTo>
                    <a:pt x="1182" y="506"/>
                  </a:lnTo>
                  <a:cubicBezTo>
                    <a:pt x="1392" y="290"/>
                    <a:pt x="1197" y="0"/>
                    <a:pt x="97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" name="Google Shape;4957;p72"/>
            <p:cNvSpPr/>
            <p:nvPr/>
          </p:nvSpPr>
          <p:spPr>
            <a:xfrm>
              <a:off x="7831313" y="3447500"/>
              <a:ext cx="34800" cy="30575"/>
            </a:xfrm>
            <a:custGeom>
              <a:avLst/>
              <a:gdLst/>
              <a:ahLst/>
              <a:cxnLst/>
              <a:rect l="l" t="t" r="r" b="b"/>
              <a:pathLst>
                <a:path w="1392" h="1223" extrusionOk="0">
                  <a:moveTo>
                    <a:pt x="921" y="1"/>
                  </a:moveTo>
                  <a:cubicBezTo>
                    <a:pt x="863" y="1"/>
                    <a:pt x="809" y="25"/>
                    <a:pt x="767" y="83"/>
                  </a:cubicBezTo>
                  <a:lnTo>
                    <a:pt x="113" y="730"/>
                  </a:lnTo>
                  <a:cubicBezTo>
                    <a:pt x="0" y="849"/>
                    <a:pt x="0" y="1025"/>
                    <a:pt x="113" y="1145"/>
                  </a:cubicBezTo>
                  <a:cubicBezTo>
                    <a:pt x="169" y="1194"/>
                    <a:pt x="239" y="1222"/>
                    <a:pt x="324" y="1222"/>
                  </a:cubicBezTo>
                  <a:cubicBezTo>
                    <a:pt x="394" y="1222"/>
                    <a:pt x="465" y="1194"/>
                    <a:pt x="521" y="1145"/>
                  </a:cubicBezTo>
                  <a:lnTo>
                    <a:pt x="1175" y="484"/>
                  </a:lnTo>
                  <a:cubicBezTo>
                    <a:pt x="1391" y="334"/>
                    <a:pt x="1135" y="1"/>
                    <a:pt x="92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" name="Google Shape;4958;p72"/>
            <p:cNvSpPr/>
            <p:nvPr/>
          </p:nvSpPr>
          <p:spPr>
            <a:xfrm>
              <a:off x="7782613" y="3178075"/>
              <a:ext cx="349550" cy="349400"/>
            </a:xfrm>
            <a:custGeom>
              <a:avLst/>
              <a:gdLst/>
              <a:ahLst/>
              <a:cxnLst/>
              <a:rect l="l" t="t" r="r" b="b"/>
              <a:pathLst>
                <a:path w="13982" h="13976" extrusionOk="0">
                  <a:moveTo>
                    <a:pt x="12997" y="585"/>
                  </a:moveTo>
                  <a:lnTo>
                    <a:pt x="9699" y="3876"/>
                  </a:lnTo>
                  <a:lnTo>
                    <a:pt x="985" y="3876"/>
                  </a:lnTo>
                  <a:lnTo>
                    <a:pt x="4290" y="585"/>
                  </a:lnTo>
                  <a:close/>
                  <a:moveTo>
                    <a:pt x="13398" y="986"/>
                  </a:moveTo>
                  <a:lnTo>
                    <a:pt x="13398" y="9692"/>
                  </a:lnTo>
                  <a:lnTo>
                    <a:pt x="10100" y="12998"/>
                  </a:lnTo>
                  <a:lnTo>
                    <a:pt x="10100" y="4284"/>
                  </a:lnTo>
                  <a:lnTo>
                    <a:pt x="13398" y="986"/>
                  </a:lnTo>
                  <a:close/>
                  <a:moveTo>
                    <a:pt x="9523" y="4460"/>
                  </a:moveTo>
                  <a:lnTo>
                    <a:pt x="9523" y="13399"/>
                  </a:lnTo>
                  <a:lnTo>
                    <a:pt x="584" y="13399"/>
                  </a:lnTo>
                  <a:lnTo>
                    <a:pt x="584" y="4460"/>
                  </a:lnTo>
                  <a:close/>
                  <a:moveTo>
                    <a:pt x="4171" y="1"/>
                  </a:moveTo>
                  <a:cubicBezTo>
                    <a:pt x="4093" y="1"/>
                    <a:pt x="4016" y="29"/>
                    <a:pt x="3967" y="78"/>
                  </a:cubicBezTo>
                  <a:lnTo>
                    <a:pt x="92" y="3968"/>
                  </a:lnTo>
                  <a:cubicBezTo>
                    <a:pt x="35" y="4017"/>
                    <a:pt x="0" y="4094"/>
                    <a:pt x="0" y="4172"/>
                  </a:cubicBezTo>
                  <a:lnTo>
                    <a:pt x="0" y="13687"/>
                  </a:lnTo>
                  <a:cubicBezTo>
                    <a:pt x="0" y="13849"/>
                    <a:pt x="127" y="13975"/>
                    <a:pt x="289" y="13975"/>
                  </a:cubicBezTo>
                  <a:lnTo>
                    <a:pt x="9811" y="13975"/>
                  </a:lnTo>
                  <a:cubicBezTo>
                    <a:pt x="9889" y="13975"/>
                    <a:pt x="9959" y="13947"/>
                    <a:pt x="10015" y="13891"/>
                  </a:cubicBezTo>
                  <a:lnTo>
                    <a:pt x="13890" y="10016"/>
                  </a:lnTo>
                  <a:cubicBezTo>
                    <a:pt x="13947" y="9967"/>
                    <a:pt x="13982" y="9889"/>
                    <a:pt x="13982" y="9812"/>
                  </a:cubicBezTo>
                  <a:lnTo>
                    <a:pt x="13982" y="289"/>
                  </a:lnTo>
                  <a:cubicBezTo>
                    <a:pt x="13982" y="128"/>
                    <a:pt x="13848" y="1"/>
                    <a:pt x="1368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70" name="Google Shape;4959;p72"/>
          <p:cNvGrpSpPr/>
          <p:nvPr/>
        </p:nvGrpSpPr>
        <p:grpSpPr>
          <a:xfrm>
            <a:off x="4211833" y="5038625"/>
            <a:ext cx="259875" cy="349575"/>
            <a:chOff x="7068063" y="3178075"/>
            <a:chExt cx="259875" cy="349575"/>
          </a:xfrm>
        </p:grpSpPr>
        <p:sp>
          <p:nvSpPr>
            <p:cNvPr id="571" name="Google Shape;4960;p72"/>
            <p:cNvSpPr/>
            <p:nvPr/>
          </p:nvSpPr>
          <p:spPr>
            <a:xfrm>
              <a:off x="7074213" y="3439700"/>
              <a:ext cx="247575" cy="81800"/>
            </a:xfrm>
            <a:custGeom>
              <a:avLst/>
              <a:gdLst/>
              <a:ahLst/>
              <a:cxnLst/>
              <a:rect l="l" t="t" r="r" b="b"/>
              <a:pathLst>
                <a:path w="9903" h="3272" extrusionOk="0">
                  <a:moveTo>
                    <a:pt x="4952" y="1"/>
                  </a:moveTo>
                  <a:cubicBezTo>
                    <a:pt x="2216" y="1"/>
                    <a:pt x="0" y="725"/>
                    <a:pt x="0" y="1633"/>
                  </a:cubicBezTo>
                  <a:cubicBezTo>
                    <a:pt x="0" y="2540"/>
                    <a:pt x="2216" y="3271"/>
                    <a:pt x="4952" y="3271"/>
                  </a:cubicBezTo>
                  <a:cubicBezTo>
                    <a:pt x="7687" y="3271"/>
                    <a:pt x="9903" y="2540"/>
                    <a:pt x="9903" y="1633"/>
                  </a:cubicBezTo>
                  <a:cubicBezTo>
                    <a:pt x="9903" y="725"/>
                    <a:pt x="7687" y="1"/>
                    <a:pt x="4952" y="1"/>
                  </a:cubicBezTo>
                  <a:close/>
                </a:path>
              </a:pathLst>
            </a:custGeom>
            <a:solidFill>
              <a:srgbClr val="B39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" name="Google Shape;4961;p72"/>
            <p:cNvSpPr/>
            <p:nvPr/>
          </p:nvSpPr>
          <p:spPr>
            <a:xfrm>
              <a:off x="7074213" y="3184250"/>
              <a:ext cx="247575" cy="81775"/>
            </a:xfrm>
            <a:custGeom>
              <a:avLst/>
              <a:gdLst/>
              <a:ahLst/>
              <a:cxnLst/>
              <a:rect l="l" t="t" r="r" b="b"/>
              <a:pathLst>
                <a:path w="9903" h="3271" extrusionOk="0">
                  <a:moveTo>
                    <a:pt x="4952" y="0"/>
                  </a:moveTo>
                  <a:cubicBezTo>
                    <a:pt x="2216" y="0"/>
                    <a:pt x="0" y="732"/>
                    <a:pt x="0" y="1639"/>
                  </a:cubicBezTo>
                  <a:cubicBezTo>
                    <a:pt x="0" y="2539"/>
                    <a:pt x="2216" y="3270"/>
                    <a:pt x="4952" y="3270"/>
                  </a:cubicBezTo>
                  <a:cubicBezTo>
                    <a:pt x="7687" y="3270"/>
                    <a:pt x="9903" y="2539"/>
                    <a:pt x="9903" y="1639"/>
                  </a:cubicBezTo>
                  <a:cubicBezTo>
                    <a:pt x="9903" y="732"/>
                    <a:pt x="7687" y="0"/>
                    <a:pt x="4952" y="0"/>
                  </a:cubicBezTo>
                  <a:close/>
                </a:path>
              </a:pathLst>
            </a:custGeom>
            <a:solidFill>
              <a:srgbClr val="B39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3" name="Google Shape;4962;p72"/>
            <p:cNvSpPr/>
            <p:nvPr/>
          </p:nvSpPr>
          <p:spPr>
            <a:xfrm>
              <a:off x="7074213" y="3225200"/>
              <a:ext cx="247575" cy="255325"/>
            </a:xfrm>
            <a:custGeom>
              <a:avLst/>
              <a:gdLst/>
              <a:ahLst/>
              <a:cxnLst/>
              <a:rect l="l" t="t" r="r" b="b"/>
              <a:pathLst>
                <a:path w="9903" h="10213" extrusionOk="0">
                  <a:moveTo>
                    <a:pt x="0" y="1"/>
                  </a:moveTo>
                  <a:lnTo>
                    <a:pt x="0" y="10213"/>
                  </a:lnTo>
                  <a:cubicBezTo>
                    <a:pt x="0" y="9305"/>
                    <a:pt x="2216" y="8581"/>
                    <a:pt x="4952" y="8581"/>
                  </a:cubicBezTo>
                  <a:cubicBezTo>
                    <a:pt x="7687" y="8581"/>
                    <a:pt x="9903" y="9305"/>
                    <a:pt x="9903" y="10213"/>
                  </a:cubicBezTo>
                  <a:lnTo>
                    <a:pt x="9903" y="1"/>
                  </a:lnTo>
                  <a:cubicBezTo>
                    <a:pt x="9903" y="901"/>
                    <a:pt x="7687" y="1632"/>
                    <a:pt x="4952" y="1632"/>
                  </a:cubicBezTo>
                  <a:cubicBezTo>
                    <a:pt x="2216" y="1632"/>
                    <a:pt x="0" y="901"/>
                    <a:pt x="0" y="1"/>
                  </a:cubicBezTo>
                  <a:close/>
                </a:path>
              </a:pathLst>
            </a:custGeom>
            <a:solidFill>
              <a:srgbClr val="B39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" name="Google Shape;4963;p72"/>
            <p:cNvSpPr/>
            <p:nvPr/>
          </p:nvSpPr>
          <p:spPr>
            <a:xfrm>
              <a:off x="7104463" y="3436650"/>
              <a:ext cx="50650" cy="20850"/>
            </a:xfrm>
            <a:custGeom>
              <a:avLst/>
              <a:gdLst/>
              <a:ahLst/>
              <a:cxnLst/>
              <a:rect l="l" t="t" r="r" b="b"/>
              <a:pathLst>
                <a:path w="2026" h="834" extrusionOk="0">
                  <a:moveTo>
                    <a:pt x="1766" y="1"/>
                  </a:moveTo>
                  <a:cubicBezTo>
                    <a:pt x="1754" y="1"/>
                    <a:pt x="1742" y="2"/>
                    <a:pt x="1730" y="3"/>
                  </a:cubicBezTo>
                  <a:cubicBezTo>
                    <a:pt x="1210" y="81"/>
                    <a:pt x="696" y="193"/>
                    <a:pt x="197" y="348"/>
                  </a:cubicBezTo>
                  <a:cubicBezTo>
                    <a:pt x="70" y="390"/>
                    <a:pt x="0" y="524"/>
                    <a:pt x="42" y="657"/>
                  </a:cubicBezTo>
                  <a:cubicBezTo>
                    <a:pt x="77" y="756"/>
                    <a:pt x="169" y="826"/>
                    <a:pt x="274" y="833"/>
                  </a:cubicBezTo>
                  <a:lnTo>
                    <a:pt x="352" y="812"/>
                  </a:lnTo>
                  <a:cubicBezTo>
                    <a:pt x="823" y="665"/>
                    <a:pt x="1308" y="559"/>
                    <a:pt x="1800" y="496"/>
                  </a:cubicBezTo>
                  <a:cubicBezTo>
                    <a:pt x="1934" y="475"/>
                    <a:pt x="2026" y="348"/>
                    <a:pt x="2011" y="214"/>
                  </a:cubicBezTo>
                  <a:cubicBezTo>
                    <a:pt x="1992" y="93"/>
                    <a:pt x="1886" y="1"/>
                    <a:pt x="176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" name="Google Shape;4964;p72"/>
            <p:cNvSpPr/>
            <p:nvPr/>
          </p:nvSpPr>
          <p:spPr>
            <a:xfrm>
              <a:off x="7170338" y="3433375"/>
              <a:ext cx="55225" cy="12875"/>
            </a:xfrm>
            <a:custGeom>
              <a:avLst/>
              <a:gdLst/>
              <a:ahLst/>
              <a:cxnLst/>
              <a:rect l="l" t="t" r="r" b="b"/>
              <a:pathLst>
                <a:path w="2209" h="515" extrusionOk="0">
                  <a:moveTo>
                    <a:pt x="1100" y="1"/>
                  </a:moveTo>
                  <a:cubicBezTo>
                    <a:pt x="841" y="1"/>
                    <a:pt x="583" y="8"/>
                    <a:pt x="326" y="22"/>
                  </a:cubicBezTo>
                  <a:cubicBezTo>
                    <a:pt x="0" y="36"/>
                    <a:pt x="23" y="515"/>
                    <a:pt x="340" y="515"/>
                  </a:cubicBezTo>
                  <a:cubicBezTo>
                    <a:pt x="345" y="515"/>
                    <a:pt x="349" y="514"/>
                    <a:pt x="354" y="514"/>
                  </a:cubicBezTo>
                  <a:cubicBezTo>
                    <a:pt x="604" y="500"/>
                    <a:pt x="853" y="493"/>
                    <a:pt x="1103" y="493"/>
                  </a:cubicBezTo>
                  <a:cubicBezTo>
                    <a:pt x="1353" y="493"/>
                    <a:pt x="1602" y="500"/>
                    <a:pt x="1852" y="514"/>
                  </a:cubicBezTo>
                  <a:lnTo>
                    <a:pt x="1873" y="514"/>
                  </a:lnTo>
                  <a:cubicBezTo>
                    <a:pt x="1875" y="514"/>
                    <a:pt x="1878" y="514"/>
                    <a:pt x="1880" y="514"/>
                  </a:cubicBezTo>
                  <a:cubicBezTo>
                    <a:pt x="2197" y="514"/>
                    <a:pt x="2208" y="29"/>
                    <a:pt x="1880" y="22"/>
                  </a:cubicBezTo>
                  <a:cubicBezTo>
                    <a:pt x="1620" y="8"/>
                    <a:pt x="1360" y="1"/>
                    <a:pt x="110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" name="Google Shape;4965;p72"/>
            <p:cNvSpPr/>
            <p:nvPr/>
          </p:nvSpPr>
          <p:spPr>
            <a:xfrm>
              <a:off x="7240713" y="3436700"/>
              <a:ext cx="50675" cy="20800"/>
            </a:xfrm>
            <a:custGeom>
              <a:avLst/>
              <a:gdLst/>
              <a:ahLst/>
              <a:cxnLst/>
              <a:rect l="l" t="t" r="r" b="b"/>
              <a:pathLst>
                <a:path w="2027" h="832" extrusionOk="0">
                  <a:moveTo>
                    <a:pt x="269" y="0"/>
                  </a:moveTo>
                  <a:cubicBezTo>
                    <a:pt x="146" y="0"/>
                    <a:pt x="34" y="88"/>
                    <a:pt x="15" y="212"/>
                  </a:cubicBezTo>
                  <a:cubicBezTo>
                    <a:pt x="1" y="346"/>
                    <a:pt x="92" y="473"/>
                    <a:pt x="226" y="494"/>
                  </a:cubicBezTo>
                  <a:cubicBezTo>
                    <a:pt x="718" y="557"/>
                    <a:pt x="1203" y="663"/>
                    <a:pt x="1674" y="810"/>
                  </a:cubicBezTo>
                  <a:lnTo>
                    <a:pt x="1759" y="831"/>
                  </a:lnTo>
                  <a:cubicBezTo>
                    <a:pt x="1857" y="824"/>
                    <a:pt x="1949" y="754"/>
                    <a:pt x="1984" y="655"/>
                  </a:cubicBezTo>
                  <a:cubicBezTo>
                    <a:pt x="2026" y="522"/>
                    <a:pt x="1956" y="388"/>
                    <a:pt x="1829" y="346"/>
                  </a:cubicBezTo>
                  <a:cubicBezTo>
                    <a:pt x="1323" y="191"/>
                    <a:pt x="816" y="79"/>
                    <a:pt x="296" y="1"/>
                  </a:cubicBezTo>
                  <a:cubicBezTo>
                    <a:pt x="287" y="0"/>
                    <a:pt x="278" y="0"/>
                    <a:pt x="26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" name="Google Shape;4966;p72"/>
            <p:cNvSpPr/>
            <p:nvPr/>
          </p:nvSpPr>
          <p:spPr>
            <a:xfrm>
              <a:off x="7068063" y="3178075"/>
              <a:ext cx="259875" cy="349575"/>
            </a:xfrm>
            <a:custGeom>
              <a:avLst/>
              <a:gdLst/>
              <a:ahLst/>
              <a:cxnLst/>
              <a:rect l="l" t="t" r="r" b="b"/>
              <a:pathLst>
                <a:path w="10395" h="13983" extrusionOk="0">
                  <a:moveTo>
                    <a:pt x="5198" y="493"/>
                  </a:moveTo>
                  <a:cubicBezTo>
                    <a:pt x="6499" y="493"/>
                    <a:pt x="7701" y="655"/>
                    <a:pt x="8616" y="957"/>
                  </a:cubicBezTo>
                  <a:cubicBezTo>
                    <a:pt x="9530" y="1267"/>
                    <a:pt x="9903" y="1576"/>
                    <a:pt x="9903" y="1886"/>
                  </a:cubicBezTo>
                  <a:cubicBezTo>
                    <a:pt x="9903" y="2188"/>
                    <a:pt x="9410" y="2540"/>
                    <a:pt x="8616" y="2807"/>
                  </a:cubicBezTo>
                  <a:cubicBezTo>
                    <a:pt x="7828" y="3067"/>
                    <a:pt x="6492" y="3271"/>
                    <a:pt x="5198" y="3271"/>
                  </a:cubicBezTo>
                  <a:cubicBezTo>
                    <a:pt x="3903" y="3271"/>
                    <a:pt x="2687" y="3102"/>
                    <a:pt x="1773" y="2807"/>
                  </a:cubicBezTo>
                  <a:cubicBezTo>
                    <a:pt x="858" y="2505"/>
                    <a:pt x="485" y="2188"/>
                    <a:pt x="485" y="1886"/>
                  </a:cubicBezTo>
                  <a:cubicBezTo>
                    <a:pt x="485" y="1576"/>
                    <a:pt x="978" y="1218"/>
                    <a:pt x="1773" y="957"/>
                  </a:cubicBezTo>
                  <a:cubicBezTo>
                    <a:pt x="2687" y="655"/>
                    <a:pt x="3896" y="493"/>
                    <a:pt x="5198" y="493"/>
                  </a:cubicBezTo>
                  <a:close/>
                  <a:moveTo>
                    <a:pt x="9903" y="2716"/>
                  </a:moveTo>
                  <a:lnTo>
                    <a:pt x="9903" y="11261"/>
                  </a:lnTo>
                  <a:cubicBezTo>
                    <a:pt x="9896" y="11261"/>
                    <a:pt x="9896" y="11261"/>
                    <a:pt x="9896" y="11254"/>
                  </a:cubicBezTo>
                  <a:cubicBezTo>
                    <a:pt x="9849" y="11218"/>
                    <a:pt x="9796" y="11202"/>
                    <a:pt x="9743" y="11202"/>
                  </a:cubicBezTo>
                  <a:cubicBezTo>
                    <a:pt x="9671" y="11202"/>
                    <a:pt x="9600" y="11234"/>
                    <a:pt x="9551" y="11296"/>
                  </a:cubicBezTo>
                  <a:cubicBezTo>
                    <a:pt x="9474" y="11408"/>
                    <a:pt x="9488" y="11563"/>
                    <a:pt x="9593" y="11648"/>
                  </a:cubicBezTo>
                  <a:cubicBezTo>
                    <a:pt x="9734" y="11753"/>
                    <a:pt x="9903" y="11915"/>
                    <a:pt x="9903" y="12098"/>
                  </a:cubicBezTo>
                  <a:cubicBezTo>
                    <a:pt x="9903" y="12280"/>
                    <a:pt x="9410" y="12759"/>
                    <a:pt x="8616" y="13019"/>
                  </a:cubicBezTo>
                  <a:cubicBezTo>
                    <a:pt x="7701" y="13321"/>
                    <a:pt x="6492" y="13490"/>
                    <a:pt x="5198" y="13490"/>
                  </a:cubicBezTo>
                  <a:cubicBezTo>
                    <a:pt x="3903" y="13490"/>
                    <a:pt x="2687" y="13321"/>
                    <a:pt x="1773" y="13019"/>
                  </a:cubicBezTo>
                  <a:cubicBezTo>
                    <a:pt x="858" y="12724"/>
                    <a:pt x="485" y="12407"/>
                    <a:pt x="485" y="12098"/>
                  </a:cubicBezTo>
                  <a:cubicBezTo>
                    <a:pt x="485" y="11788"/>
                    <a:pt x="654" y="11753"/>
                    <a:pt x="795" y="11648"/>
                  </a:cubicBezTo>
                  <a:cubicBezTo>
                    <a:pt x="893" y="11563"/>
                    <a:pt x="914" y="11408"/>
                    <a:pt x="837" y="11296"/>
                  </a:cubicBezTo>
                  <a:cubicBezTo>
                    <a:pt x="788" y="11234"/>
                    <a:pt x="715" y="11202"/>
                    <a:pt x="642" y="11202"/>
                  </a:cubicBezTo>
                  <a:cubicBezTo>
                    <a:pt x="589" y="11202"/>
                    <a:pt x="537" y="11218"/>
                    <a:pt x="492" y="11254"/>
                  </a:cubicBezTo>
                  <a:lnTo>
                    <a:pt x="492" y="2716"/>
                  </a:lnTo>
                  <a:cubicBezTo>
                    <a:pt x="1372" y="3405"/>
                    <a:pt x="3327" y="3764"/>
                    <a:pt x="5198" y="3764"/>
                  </a:cubicBezTo>
                  <a:cubicBezTo>
                    <a:pt x="7068" y="3764"/>
                    <a:pt x="9016" y="3405"/>
                    <a:pt x="9903" y="2716"/>
                  </a:cubicBezTo>
                  <a:close/>
                  <a:moveTo>
                    <a:pt x="5198" y="1"/>
                  </a:moveTo>
                  <a:cubicBezTo>
                    <a:pt x="2673" y="1"/>
                    <a:pt x="0" y="662"/>
                    <a:pt x="0" y="1886"/>
                  </a:cubicBezTo>
                  <a:lnTo>
                    <a:pt x="0" y="12098"/>
                  </a:lnTo>
                  <a:cubicBezTo>
                    <a:pt x="0" y="13321"/>
                    <a:pt x="2673" y="13982"/>
                    <a:pt x="5198" y="13982"/>
                  </a:cubicBezTo>
                  <a:cubicBezTo>
                    <a:pt x="7722" y="13982"/>
                    <a:pt x="10395" y="13321"/>
                    <a:pt x="10395" y="12098"/>
                  </a:cubicBezTo>
                  <a:lnTo>
                    <a:pt x="10395" y="1886"/>
                  </a:lnTo>
                  <a:cubicBezTo>
                    <a:pt x="10395" y="662"/>
                    <a:pt x="7715" y="1"/>
                    <a:pt x="519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79" name="组合 578"/>
          <p:cNvGrpSpPr/>
          <p:nvPr/>
        </p:nvGrpSpPr>
        <p:grpSpPr>
          <a:xfrm>
            <a:off x="8912225" y="1155700"/>
            <a:ext cx="3279140" cy="4554220"/>
            <a:chOff x="14035" y="1820"/>
            <a:chExt cx="5164" cy="7172"/>
          </a:xfrm>
        </p:grpSpPr>
        <p:grpSp>
          <p:nvGrpSpPr>
            <p:cNvPr id="2208" name="Google Shape;2208;p36"/>
            <p:cNvGrpSpPr/>
            <p:nvPr/>
          </p:nvGrpSpPr>
          <p:grpSpPr>
            <a:xfrm>
              <a:off x="15401" y="4153"/>
              <a:ext cx="1385" cy="1035"/>
              <a:chOff x="4030925" y="2186525"/>
              <a:chExt cx="944700" cy="706325"/>
            </a:xfrm>
          </p:grpSpPr>
          <p:sp>
            <p:nvSpPr>
              <p:cNvPr id="2209" name="Google Shape;2209;p36"/>
              <p:cNvSpPr/>
              <p:nvPr/>
            </p:nvSpPr>
            <p:spPr>
              <a:xfrm>
                <a:off x="4030925" y="2186525"/>
                <a:ext cx="944700" cy="281675"/>
              </a:xfrm>
              <a:custGeom>
                <a:avLst/>
                <a:gdLst/>
                <a:ahLst/>
                <a:cxnLst/>
                <a:rect l="l" t="t" r="r" b="b"/>
                <a:pathLst>
                  <a:path w="37788" h="11267" extrusionOk="0">
                    <a:moveTo>
                      <a:pt x="33327" y="1430"/>
                    </a:moveTo>
                    <a:lnTo>
                      <a:pt x="9699" y="10348"/>
                    </a:lnTo>
                    <a:lnTo>
                      <a:pt x="1770" y="6049"/>
                    </a:lnTo>
                    <a:lnTo>
                      <a:pt x="33327" y="1430"/>
                    </a:lnTo>
                    <a:close/>
                    <a:moveTo>
                      <a:pt x="37185" y="0"/>
                    </a:moveTo>
                    <a:cubicBezTo>
                      <a:pt x="37164" y="0"/>
                      <a:pt x="37142" y="1"/>
                      <a:pt x="37120" y="5"/>
                    </a:cubicBezTo>
                    <a:lnTo>
                      <a:pt x="391" y="5383"/>
                    </a:lnTo>
                    <a:cubicBezTo>
                      <a:pt x="207" y="5406"/>
                      <a:pt x="69" y="5544"/>
                      <a:pt x="23" y="5728"/>
                    </a:cubicBezTo>
                    <a:cubicBezTo>
                      <a:pt x="0" y="5912"/>
                      <a:pt x="92" y="6095"/>
                      <a:pt x="253" y="6187"/>
                    </a:cubicBezTo>
                    <a:lnTo>
                      <a:pt x="9447" y="11221"/>
                    </a:lnTo>
                    <a:lnTo>
                      <a:pt x="9653" y="11267"/>
                    </a:lnTo>
                    <a:lnTo>
                      <a:pt x="9814" y="11244"/>
                    </a:lnTo>
                    <a:lnTo>
                      <a:pt x="37327" y="855"/>
                    </a:lnTo>
                    <a:cubicBezTo>
                      <a:pt x="37788" y="679"/>
                      <a:pt x="37641" y="0"/>
                      <a:pt x="371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0" name="Google Shape;2210;p36"/>
              <p:cNvSpPr/>
              <p:nvPr/>
            </p:nvSpPr>
            <p:spPr>
              <a:xfrm>
                <a:off x="4423950" y="2187475"/>
                <a:ext cx="547625" cy="512875"/>
              </a:xfrm>
              <a:custGeom>
                <a:avLst/>
                <a:gdLst/>
                <a:ahLst/>
                <a:cxnLst/>
                <a:rect l="l" t="t" r="r" b="b"/>
                <a:pathLst>
                  <a:path w="21905" h="20515" extrusionOk="0">
                    <a:moveTo>
                      <a:pt x="19882" y="2104"/>
                    </a:moveTo>
                    <a:lnTo>
                      <a:pt x="8918" y="19572"/>
                    </a:lnTo>
                    <a:lnTo>
                      <a:pt x="1265" y="15918"/>
                    </a:lnTo>
                    <a:lnTo>
                      <a:pt x="19882" y="2104"/>
                    </a:lnTo>
                    <a:close/>
                    <a:moveTo>
                      <a:pt x="21443" y="0"/>
                    </a:moveTo>
                    <a:cubicBezTo>
                      <a:pt x="21354" y="0"/>
                      <a:pt x="21266" y="29"/>
                      <a:pt x="21192" y="81"/>
                    </a:cubicBezTo>
                    <a:lnTo>
                      <a:pt x="184" y="15688"/>
                    </a:lnTo>
                    <a:cubicBezTo>
                      <a:pt x="69" y="15780"/>
                      <a:pt x="0" y="15941"/>
                      <a:pt x="23" y="16102"/>
                    </a:cubicBezTo>
                    <a:cubicBezTo>
                      <a:pt x="23" y="16240"/>
                      <a:pt x="115" y="16378"/>
                      <a:pt x="253" y="16446"/>
                    </a:cubicBezTo>
                    <a:lnTo>
                      <a:pt x="8918" y="20515"/>
                    </a:lnTo>
                    <a:lnTo>
                      <a:pt x="9102" y="20515"/>
                    </a:lnTo>
                    <a:cubicBezTo>
                      <a:pt x="9240" y="20515"/>
                      <a:pt x="9378" y="20469"/>
                      <a:pt x="9470" y="20354"/>
                    </a:cubicBezTo>
                    <a:lnTo>
                      <a:pt x="21813" y="656"/>
                    </a:lnTo>
                    <a:cubicBezTo>
                      <a:pt x="21905" y="472"/>
                      <a:pt x="21882" y="265"/>
                      <a:pt x="21744" y="127"/>
                    </a:cubicBezTo>
                    <a:cubicBezTo>
                      <a:pt x="21656" y="40"/>
                      <a:pt x="21549" y="0"/>
                      <a:pt x="214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1" name="Google Shape;2211;p36"/>
              <p:cNvSpPr/>
              <p:nvPr/>
            </p:nvSpPr>
            <p:spPr>
              <a:xfrm>
                <a:off x="4261325" y="2186625"/>
                <a:ext cx="710825" cy="706225"/>
              </a:xfrm>
              <a:custGeom>
                <a:avLst/>
                <a:gdLst/>
                <a:ahLst/>
                <a:cxnLst/>
                <a:rect l="l" t="t" r="r" b="b"/>
                <a:pathLst>
                  <a:path w="28433" h="28249" extrusionOk="0">
                    <a:moveTo>
                      <a:pt x="25261" y="1908"/>
                    </a:moveTo>
                    <a:lnTo>
                      <a:pt x="6689" y="15699"/>
                    </a:lnTo>
                    <a:cubicBezTo>
                      <a:pt x="6620" y="15745"/>
                      <a:pt x="6551" y="15837"/>
                      <a:pt x="6528" y="15929"/>
                    </a:cubicBezTo>
                    <a:lnTo>
                      <a:pt x="3196" y="25973"/>
                    </a:lnTo>
                    <a:lnTo>
                      <a:pt x="920" y="11102"/>
                    </a:lnTo>
                    <a:lnTo>
                      <a:pt x="25261" y="1908"/>
                    </a:lnTo>
                    <a:close/>
                    <a:moveTo>
                      <a:pt x="27953" y="1"/>
                    </a:moveTo>
                    <a:cubicBezTo>
                      <a:pt x="27906" y="1"/>
                      <a:pt x="27859" y="8"/>
                      <a:pt x="27812" y="24"/>
                    </a:cubicBezTo>
                    <a:lnTo>
                      <a:pt x="300" y="10436"/>
                    </a:lnTo>
                    <a:cubicBezTo>
                      <a:pt x="116" y="10504"/>
                      <a:pt x="1" y="10711"/>
                      <a:pt x="24" y="10895"/>
                    </a:cubicBezTo>
                    <a:lnTo>
                      <a:pt x="2621" y="27881"/>
                    </a:lnTo>
                    <a:cubicBezTo>
                      <a:pt x="2644" y="28065"/>
                      <a:pt x="2805" y="28226"/>
                      <a:pt x="3012" y="28249"/>
                    </a:cubicBezTo>
                    <a:lnTo>
                      <a:pt x="3058" y="28249"/>
                    </a:lnTo>
                    <a:cubicBezTo>
                      <a:pt x="3242" y="28249"/>
                      <a:pt x="3402" y="28111"/>
                      <a:pt x="3448" y="27927"/>
                    </a:cubicBezTo>
                    <a:lnTo>
                      <a:pt x="7310" y="16297"/>
                    </a:lnTo>
                    <a:lnTo>
                      <a:pt x="28226" y="782"/>
                    </a:lnTo>
                    <a:cubicBezTo>
                      <a:pt x="28387" y="667"/>
                      <a:pt x="28433" y="414"/>
                      <a:pt x="28341" y="230"/>
                    </a:cubicBezTo>
                    <a:cubicBezTo>
                      <a:pt x="28269" y="88"/>
                      <a:pt x="28115" y="1"/>
                      <a:pt x="279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2" name="Google Shape;2212;p36"/>
              <p:cNvSpPr/>
              <p:nvPr/>
            </p:nvSpPr>
            <p:spPr>
              <a:xfrm>
                <a:off x="4325700" y="2577225"/>
                <a:ext cx="236750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9470" h="12625" extrusionOk="0">
                    <a:moveTo>
                      <a:pt x="4620" y="1017"/>
                    </a:moveTo>
                    <a:lnTo>
                      <a:pt x="8343" y="2764"/>
                    </a:lnTo>
                    <a:lnTo>
                      <a:pt x="1540" y="10395"/>
                    </a:lnTo>
                    <a:lnTo>
                      <a:pt x="4620" y="1017"/>
                    </a:lnTo>
                    <a:close/>
                    <a:moveTo>
                      <a:pt x="4379" y="0"/>
                    </a:moveTo>
                    <a:cubicBezTo>
                      <a:pt x="4321" y="0"/>
                      <a:pt x="4264" y="18"/>
                      <a:pt x="4206" y="52"/>
                    </a:cubicBezTo>
                    <a:cubicBezTo>
                      <a:pt x="4091" y="98"/>
                      <a:pt x="3999" y="190"/>
                      <a:pt x="3953" y="305"/>
                    </a:cubicBezTo>
                    <a:lnTo>
                      <a:pt x="69" y="12050"/>
                    </a:lnTo>
                    <a:cubicBezTo>
                      <a:pt x="0" y="12257"/>
                      <a:pt x="92" y="12464"/>
                      <a:pt x="276" y="12579"/>
                    </a:cubicBezTo>
                    <a:lnTo>
                      <a:pt x="483" y="12625"/>
                    </a:lnTo>
                    <a:cubicBezTo>
                      <a:pt x="598" y="12625"/>
                      <a:pt x="713" y="12579"/>
                      <a:pt x="781" y="12487"/>
                    </a:cubicBezTo>
                    <a:lnTo>
                      <a:pt x="9355" y="2925"/>
                    </a:lnTo>
                    <a:cubicBezTo>
                      <a:pt x="9424" y="2810"/>
                      <a:pt x="9470" y="2672"/>
                      <a:pt x="9470" y="2534"/>
                    </a:cubicBezTo>
                    <a:cubicBezTo>
                      <a:pt x="9447" y="2396"/>
                      <a:pt x="9332" y="2304"/>
                      <a:pt x="9217" y="2259"/>
                    </a:cubicBezTo>
                    <a:lnTo>
                      <a:pt x="4551" y="52"/>
                    </a:lnTo>
                    <a:cubicBezTo>
                      <a:pt x="4493" y="18"/>
                      <a:pt x="4436" y="0"/>
                      <a:pt x="4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61" name="Google Shape;4561;p69"/>
            <p:cNvSpPr/>
            <p:nvPr/>
          </p:nvSpPr>
          <p:spPr>
            <a:xfrm>
              <a:off x="14035" y="1820"/>
              <a:ext cx="5165" cy="7172"/>
            </a:xfrm>
            <a:custGeom>
              <a:avLst/>
              <a:gdLst/>
              <a:ahLst/>
              <a:cxnLst/>
              <a:rect l="l" t="t" r="r" b="b"/>
              <a:pathLst>
                <a:path w="92138" h="127940" extrusionOk="0">
                  <a:moveTo>
                    <a:pt x="85073" y="0"/>
                  </a:moveTo>
                  <a:cubicBezTo>
                    <a:pt x="85013" y="0"/>
                    <a:pt x="84958" y="40"/>
                    <a:pt x="84958" y="108"/>
                  </a:cubicBezTo>
                  <a:cubicBezTo>
                    <a:pt x="84899" y="167"/>
                    <a:pt x="84919" y="266"/>
                    <a:pt x="84998" y="326"/>
                  </a:cubicBezTo>
                  <a:cubicBezTo>
                    <a:pt x="85573" y="603"/>
                    <a:pt x="86128" y="940"/>
                    <a:pt x="86644" y="1337"/>
                  </a:cubicBezTo>
                  <a:lnTo>
                    <a:pt x="86743" y="1337"/>
                  </a:lnTo>
                  <a:cubicBezTo>
                    <a:pt x="86783" y="1337"/>
                    <a:pt x="86842" y="1317"/>
                    <a:pt x="86882" y="1297"/>
                  </a:cubicBezTo>
                  <a:cubicBezTo>
                    <a:pt x="86922" y="1218"/>
                    <a:pt x="86902" y="1119"/>
                    <a:pt x="86842" y="1059"/>
                  </a:cubicBezTo>
                  <a:cubicBezTo>
                    <a:pt x="86307" y="663"/>
                    <a:pt x="85732" y="326"/>
                    <a:pt x="85157" y="28"/>
                  </a:cubicBezTo>
                  <a:cubicBezTo>
                    <a:pt x="85131" y="9"/>
                    <a:pt x="85102" y="0"/>
                    <a:pt x="85073" y="0"/>
                  </a:cubicBezTo>
                  <a:close/>
                  <a:moveTo>
                    <a:pt x="88675" y="2762"/>
                  </a:moveTo>
                  <a:cubicBezTo>
                    <a:pt x="88636" y="2762"/>
                    <a:pt x="88595" y="2777"/>
                    <a:pt x="88568" y="2805"/>
                  </a:cubicBezTo>
                  <a:cubicBezTo>
                    <a:pt x="88488" y="2844"/>
                    <a:pt x="88488" y="2963"/>
                    <a:pt x="88548" y="3023"/>
                  </a:cubicBezTo>
                  <a:cubicBezTo>
                    <a:pt x="88984" y="3499"/>
                    <a:pt x="89381" y="4014"/>
                    <a:pt x="89738" y="4570"/>
                  </a:cubicBezTo>
                  <a:cubicBezTo>
                    <a:pt x="89777" y="4609"/>
                    <a:pt x="89817" y="4629"/>
                    <a:pt x="89877" y="4629"/>
                  </a:cubicBezTo>
                  <a:lnTo>
                    <a:pt x="89956" y="4609"/>
                  </a:lnTo>
                  <a:cubicBezTo>
                    <a:pt x="90035" y="4550"/>
                    <a:pt x="90055" y="4451"/>
                    <a:pt x="89996" y="4371"/>
                  </a:cubicBezTo>
                  <a:cubicBezTo>
                    <a:pt x="89658" y="3816"/>
                    <a:pt x="89242" y="3300"/>
                    <a:pt x="88786" y="2824"/>
                  </a:cubicBezTo>
                  <a:cubicBezTo>
                    <a:pt x="88765" y="2782"/>
                    <a:pt x="88721" y="2762"/>
                    <a:pt x="88675" y="2762"/>
                  </a:cubicBezTo>
                  <a:close/>
                  <a:moveTo>
                    <a:pt x="91110" y="6597"/>
                  </a:moveTo>
                  <a:cubicBezTo>
                    <a:pt x="91089" y="6597"/>
                    <a:pt x="91068" y="6602"/>
                    <a:pt x="91047" y="6612"/>
                  </a:cubicBezTo>
                  <a:cubicBezTo>
                    <a:pt x="90967" y="6632"/>
                    <a:pt x="90908" y="6731"/>
                    <a:pt x="90947" y="6810"/>
                  </a:cubicBezTo>
                  <a:cubicBezTo>
                    <a:pt x="91185" y="7425"/>
                    <a:pt x="91384" y="8040"/>
                    <a:pt x="91523" y="8675"/>
                  </a:cubicBezTo>
                  <a:cubicBezTo>
                    <a:pt x="91542" y="8754"/>
                    <a:pt x="91622" y="8794"/>
                    <a:pt x="91701" y="8794"/>
                  </a:cubicBezTo>
                  <a:lnTo>
                    <a:pt x="91721" y="8794"/>
                  </a:lnTo>
                  <a:cubicBezTo>
                    <a:pt x="91800" y="8774"/>
                    <a:pt x="91860" y="8694"/>
                    <a:pt x="91840" y="8595"/>
                  </a:cubicBezTo>
                  <a:cubicBezTo>
                    <a:pt x="91681" y="7941"/>
                    <a:pt x="91483" y="7306"/>
                    <a:pt x="91245" y="6692"/>
                  </a:cubicBezTo>
                  <a:cubicBezTo>
                    <a:pt x="91216" y="6633"/>
                    <a:pt x="91166" y="6597"/>
                    <a:pt x="91110" y="6597"/>
                  </a:cubicBezTo>
                  <a:close/>
                  <a:moveTo>
                    <a:pt x="91959" y="11054"/>
                  </a:moveTo>
                  <a:cubicBezTo>
                    <a:pt x="91879" y="11054"/>
                    <a:pt x="91800" y="11114"/>
                    <a:pt x="91780" y="11213"/>
                  </a:cubicBezTo>
                  <a:cubicBezTo>
                    <a:pt x="91800" y="11848"/>
                    <a:pt x="91741" y="12502"/>
                    <a:pt x="91622" y="13137"/>
                  </a:cubicBezTo>
                  <a:cubicBezTo>
                    <a:pt x="91622" y="13236"/>
                    <a:pt x="91681" y="13315"/>
                    <a:pt x="91760" y="13335"/>
                  </a:cubicBezTo>
                  <a:lnTo>
                    <a:pt x="91800" y="13335"/>
                  </a:lnTo>
                  <a:cubicBezTo>
                    <a:pt x="91879" y="13335"/>
                    <a:pt x="91939" y="13275"/>
                    <a:pt x="91939" y="13196"/>
                  </a:cubicBezTo>
                  <a:cubicBezTo>
                    <a:pt x="92058" y="12542"/>
                    <a:pt x="92117" y="11887"/>
                    <a:pt x="92137" y="11233"/>
                  </a:cubicBezTo>
                  <a:cubicBezTo>
                    <a:pt x="92137" y="11134"/>
                    <a:pt x="92058" y="11054"/>
                    <a:pt x="91959" y="11054"/>
                  </a:cubicBezTo>
                  <a:close/>
                  <a:moveTo>
                    <a:pt x="91092" y="15504"/>
                  </a:moveTo>
                  <a:cubicBezTo>
                    <a:pt x="91027" y="15504"/>
                    <a:pt x="90963" y="15554"/>
                    <a:pt x="90947" y="15616"/>
                  </a:cubicBezTo>
                  <a:cubicBezTo>
                    <a:pt x="90709" y="16211"/>
                    <a:pt x="90432" y="16786"/>
                    <a:pt x="90134" y="17381"/>
                  </a:cubicBezTo>
                  <a:cubicBezTo>
                    <a:pt x="90095" y="17460"/>
                    <a:pt x="90114" y="17539"/>
                    <a:pt x="90174" y="17599"/>
                  </a:cubicBezTo>
                  <a:lnTo>
                    <a:pt x="90253" y="17599"/>
                  </a:lnTo>
                  <a:cubicBezTo>
                    <a:pt x="90313" y="17599"/>
                    <a:pt x="90372" y="17579"/>
                    <a:pt x="90412" y="17519"/>
                  </a:cubicBezTo>
                  <a:cubicBezTo>
                    <a:pt x="90729" y="16944"/>
                    <a:pt x="91007" y="16349"/>
                    <a:pt x="91245" y="15735"/>
                  </a:cubicBezTo>
                  <a:cubicBezTo>
                    <a:pt x="91265" y="15635"/>
                    <a:pt x="91245" y="15536"/>
                    <a:pt x="91146" y="15516"/>
                  </a:cubicBezTo>
                  <a:cubicBezTo>
                    <a:pt x="91128" y="15508"/>
                    <a:pt x="91110" y="15504"/>
                    <a:pt x="91092" y="15504"/>
                  </a:cubicBezTo>
                  <a:close/>
                  <a:moveTo>
                    <a:pt x="88856" y="19462"/>
                  </a:moveTo>
                  <a:cubicBezTo>
                    <a:pt x="88802" y="19462"/>
                    <a:pt x="88752" y="19484"/>
                    <a:pt x="88726" y="19522"/>
                  </a:cubicBezTo>
                  <a:cubicBezTo>
                    <a:pt x="88330" y="20018"/>
                    <a:pt x="87893" y="20514"/>
                    <a:pt x="87457" y="20990"/>
                  </a:cubicBezTo>
                  <a:cubicBezTo>
                    <a:pt x="87378" y="21049"/>
                    <a:pt x="87378" y="21168"/>
                    <a:pt x="87457" y="21208"/>
                  </a:cubicBezTo>
                  <a:lnTo>
                    <a:pt x="87576" y="21267"/>
                  </a:lnTo>
                  <a:lnTo>
                    <a:pt x="87675" y="21208"/>
                  </a:lnTo>
                  <a:cubicBezTo>
                    <a:pt x="88131" y="20752"/>
                    <a:pt x="88568" y="20256"/>
                    <a:pt x="88964" y="19721"/>
                  </a:cubicBezTo>
                  <a:cubicBezTo>
                    <a:pt x="89024" y="19661"/>
                    <a:pt x="89004" y="19542"/>
                    <a:pt x="88944" y="19483"/>
                  </a:cubicBezTo>
                  <a:cubicBezTo>
                    <a:pt x="88916" y="19469"/>
                    <a:pt x="88886" y="19462"/>
                    <a:pt x="88856" y="19462"/>
                  </a:cubicBezTo>
                  <a:close/>
                  <a:moveTo>
                    <a:pt x="85625" y="22735"/>
                  </a:moveTo>
                  <a:cubicBezTo>
                    <a:pt x="85601" y="22735"/>
                    <a:pt x="85577" y="22741"/>
                    <a:pt x="85553" y="22755"/>
                  </a:cubicBezTo>
                  <a:cubicBezTo>
                    <a:pt x="85057" y="23151"/>
                    <a:pt x="84522" y="23548"/>
                    <a:pt x="83987" y="23925"/>
                  </a:cubicBezTo>
                  <a:cubicBezTo>
                    <a:pt x="83907" y="23965"/>
                    <a:pt x="83887" y="24084"/>
                    <a:pt x="83967" y="24143"/>
                  </a:cubicBezTo>
                  <a:cubicBezTo>
                    <a:pt x="83987" y="24183"/>
                    <a:pt x="84026" y="24222"/>
                    <a:pt x="84086" y="24222"/>
                  </a:cubicBezTo>
                  <a:lnTo>
                    <a:pt x="84185" y="24183"/>
                  </a:lnTo>
                  <a:cubicBezTo>
                    <a:pt x="84720" y="23826"/>
                    <a:pt x="85256" y="23429"/>
                    <a:pt x="85771" y="22993"/>
                  </a:cubicBezTo>
                  <a:cubicBezTo>
                    <a:pt x="85837" y="22878"/>
                    <a:pt x="85739" y="22735"/>
                    <a:pt x="85625" y="22735"/>
                  </a:cubicBezTo>
                  <a:close/>
                  <a:moveTo>
                    <a:pt x="81855" y="25254"/>
                  </a:moveTo>
                  <a:cubicBezTo>
                    <a:pt x="81829" y="25254"/>
                    <a:pt x="81805" y="25260"/>
                    <a:pt x="81785" y="25273"/>
                  </a:cubicBezTo>
                  <a:lnTo>
                    <a:pt x="81706" y="25273"/>
                  </a:lnTo>
                  <a:lnTo>
                    <a:pt x="80020" y="26106"/>
                  </a:lnTo>
                  <a:cubicBezTo>
                    <a:pt x="79834" y="26144"/>
                    <a:pt x="79893" y="26407"/>
                    <a:pt x="80064" y="26407"/>
                  </a:cubicBezTo>
                  <a:cubicBezTo>
                    <a:pt x="80075" y="26407"/>
                    <a:pt x="80087" y="26406"/>
                    <a:pt x="80100" y="26404"/>
                  </a:cubicBezTo>
                  <a:lnTo>
                    <a:pt x="80159" y="26424"/>
                  </a:lnTo>
                  <a:lnTo>
                    <a:pt x="81845" y="25611"/>
                  </a:lnTo>
                  <a:lnTo>
                    <a:pt x="81924" y="25551"/>
                  </a:lnTo>
                  <a:cubicBezTo>
                    <a:pt x="82023" y="25531"/>
                    <a:pt x="82043" y="25412"/>
                    <a:pt x="82003" y="25333"/>
                  </a:cubicBezTo>
                  <a:cubicBezTo>
                    <a:pt x="81964" y="25280"/>
                    <a:pt x="81907" y="25254"/>
                    <a:pt x="81855" y="25254"/>
                  </a:cubicBezTo>
                  <a:close/>
                  <a:moveTo>
                    <a:pt x="77650" y="27033"/>
                  </a:moveTo>
                  <a:cubicBezTo>
                    <a:pt x="77634" y="27033"/>
                    <a:pt x="77618" y="27035"/>
                    <a:pt x="77601" y="27038"/>
                  </a:cubicBezTo>
                  <a:cubicBezTo>
                    <a:pt x="77026" y="27257"/>
                    <a:pt x="76391" y="27455"/>
                    <a:pt x="75757" y="27653"/>
                  </a:cubicBezTo>
                  <a:cubicBezTo>
                    <a:pt x="75677" y="27693"/>
                    <a:pt x="75638" y="27772"/>
                    <a:pt x="75657" y="27851"/>
                  </a:cubicBezTo>
                  <a:cubicBezTo>
                    <a:pt x="75657" y="27931"/>
                    <a:pt x="75737" y="27990"/>
                    <a:pt x="75796" y="27990"/>
                  </a:cubicBezTo>
                  <a:lnTo>
                    <a:pt x="75856" y="27970"/>
                  </a:lnTo>
                  <a:lnTo>
                    <a:pt x="77720" y="27376"/>
                  </a:lnTo>
                  <a:cubicBezTo>
                    <a:pt x="77819" y="27316"/>
                    <a:pt x="77859" y="27237"/>
                    <a:pt x="77819" y="27138"/>
                  </a:cubicBezTo>
                  <a:cubicBezTo>
                    <a:pt x="77786" y="27072"/>
                    <a:pt x="77726" y="27033"/>
                    <a:pt x="77650" y="27033"/>
                  </a:cubicBezTo>
                  <a:close/>
                  <a:moveTo>
                    <a:pt x="73289" y="28343"/>
                  </a:moveTo>
                  <a:cubicBezTo>
                    <a:pt x="73279" y="28343"/>
                    <a:pt x="73268" y="28345"/>
                    <a:pt x="73258" y="28347"/>
                  </a:cubicBezTo>
                  <a:lnTo>
                    <a:pt x="71374" y="28823"/>
                  </a:lnTo>
                  <a:cubicBezTo>
                    <a:pt x="71275" y="28843"/>
                    <a:pt x="71215" y="28942"/>
                    <a:pt x="71235" y="29022"/>
                  </a:cubicBezTo>
                  <a:cubicBezTo>
                    <a:pt x="71252" y="29090"/>
                    <a:pt x="71299" y="29144"/>
                    <a:pt x="71363" y="29144"/>
                  </a:cubicBezTo>
                  <a:cubicBezTo>
                    <a:pt x="71373" y="29144"/>
                    <a:pt x="71383" y="29143"/>
                    <a:pt x="71394" y="29141"/>
                  </a:cubicBezTo>
                  <a:lnTo>
                    <a:pt x="71433" y="29141"/>
                  </a:lnTo>
                  <a:lnTo>
                    <a:pt x="73317" y="28684"/>
                  </a:lnTo>
                  <a:cubicBezTo>
                    <a:pt x="73416" y="28665"/>
                    <a:pt x="73456" y="28565"/>
                    <a:pt x="73456" y="28486"/>
                  </a:cubicBezTo>
                  <a:cubicBezTo>
                    <a:pt x="73439" y="28400"/>
                    <a:pt x="73361" y="28343"/>
                    <a:pt x="73289" y="28343"/>
                  </a:cubicBezTo>
                  <a:close/>
                  <a:moveTo>
                    <a:pt x="68816" y="29398"/>
                  </a:moveTo>
                  <a:lnTo>
                    <a:pt x="66912" y="29815"/>
                  </a:lnTo>
                  <a:cubicBezTo>
                    <a:pt x="66813" y="29835"/>
                    <a:pt x="66753" y="29934"/>
                    <a:pt x="66773" y="30013"/>
                  </a:cubicBezTo>
                  <a:cubicBezTo>
                    <a:pt x="66790" y="30082"/>
                    <a:pt x="66837" y="30136"/>
                    <a:pt x="66901" y="30136"/>
                  </a:cubicBezTo>
                  <a:cubicBezTo>
                    <a:pt x="66911" y="30136"/>
                    <a:pt x="66921" y="30135"/>
                    <a:pt x="66932" y="30132"/>
                  </a:cubicBezTo>
                  <a:lnTo>
                    <a:pt x="66971" y="30132"/>
                  </a:lnTo>
                  <a:lnTo>
                    <a:pt x="68895" y="29716"/>
                  </a:lnTo>
                  <a:cubicBezTo>
                    <a:pt x="68974" y="29716"/>
                    <a:pt x="69034" y="29616"/>
                    <a:pt x="69014" y="29517"/>
                  </a:cubicBezTo>
                  <a:cubicBezTo>
                    <a:pt x="68974" y="29438"/>
                    <a:pt x="68895" y="29398"/>
                    <a:pt x="68816" y="29398"/>
                  </a:cubicBezTo>
                  <a:close/>
                  <a:moveTo>
                    <a:pt x="64396" y="30405"/>
                  </a:moveTo>
                  <a:cubicBezTo>
                    <a:pt x="64381" y="30405"/>
                    <a:pt x="64367" y="30406"/>
                    <a:pt x="64354" y="30410"/>
                  </a:cubicBezTo>
                  <a:lnTo>
                    <a:pt x="64135" y="30469"/>
                  </a:lnTo>
                  <a:lnTo>
                    <a:pt x="62470" y="30886"/>
                  </a:lnTo>
                  <a:cubicBezTo>
                    <a:pt x="62370" y="30886"/>
                    <a:pt x="62311" y="30985"/>
                    <a:pt x="62351" y="31084"/>
                  </a:cubicBezTo>
                  <a:cubicBezTo>
                    <a:pt x="62351" y="31163"/>
                    <a:pt x="62410" y="31203"/>
                    <a:pt x="62489" y="31203"/>
                  </a:cubicBezTo>
                  <a:lnTo>
                    <a:pt x="62549" y="31183"/>
                  </a:lnTo>
                  <a:lnTo>
                    <a:pt x="64195" y="30787"/>
                  </a:lnTo>
                  <a:lnTo>
                    <a:pt x="64433" y="30707"/>
                  </a:lnTo>
                  <a:cubicBezTo>
                    <a:pt x="64512" y="30707"/>
                    <a:pt x="64572" y="30608"/>
                    <a:pt x="64552" y="30509"/>
                  </a:cubicBezTo>
                  <a:cubicBezTo>
                    <a:pt x="64535" y="30443"/>
                    <a:pt x="64465" y="30405"/>
                    <a:pt x="64396" y="30405"/>
                  </a:cubicBezTo>
                  <a:close/>
                  <a:moveTo>
                    <a:pt x="59994" y="31567"/>
                  </a:moveTo>
                  <a:cubicBezTo>
                    <a:pt x="59974" y="31567"/>
                    <a:pt x="59952" y="31571"/>
                    <a:pt x="59931" y="31580"/>
                  </a:cubicBezTo>
                  <a:lnTo>
                    <a:pt x="58087" y="32195"/>
                  </a:lnTo>
                  <a:cubicBezTo>
                    <a:pt x="57988" y="32234"/>
                    <a:pt x="57948" y="32333"/>
                    <a:pt x="57988" y="32413"/>
                  </a:cubicBezTo>
                  <a:cubicBezTo>
                    <a:pt x="57988" y="32478"/>
                    <a:pt x="58042" y="32517"/>
                    <a:pt x="58095" y="32517"/>
                  </a:cubicBezTo>
                  <a:cubicBezTo>
                    <a:pt x="58106" y="32517"/>
                    <a:pt x="58116" y="32515"/>
                    <a:pt x="58127" y="32512"/>
                  </a:cubicBezTo>
                  <a:lnTo>
                    <a:pt x="58186" y="32512"/>
                  </a:lnTo>
                  <a:lnTo>
                    <a:pt x="60030" y="31897"/>
                  </a:lnTo>
                  <a:cubicBezTo>
                    <a:pt x="60110" y="31877"/>
                    <a:pt x="60149" y="31778"/>
                    <a:pt x="60129" y="31699"/>
                  </a:cubicBezTo>
                  <a:cubicBezTo>
                    <a:pt x="60129" y="31621"/>
                    <a:pt x="60068" y="31567"/>
                    <a:pt x="59994" y="31567"/>
                  </a:cubicBezTo>
                  <a:close/>
                  <a:moveTo>
                    <a:pt x="55702" y="33154"/>
                  </a:moveTo>
                  <a:cubicBezTo>
                    <a:pt x="55683" y="33154"/>
                    <a:pt x="55665" y="33158"/>
                    <a:pt x="55648" y="33166"/>
                  </a:cubicBezTo>
                  <a:cubicBezTo>
                    <a:pt x="55033" y="33444"/>
                    <a:pt x="54438" y="33741"/>
                    <a:pt x="53863" y="34039"/>
                  </a:cubicBezTo>
                  <a:cubicBezTo>
                    <a:pt x="53783" y="34059"/>
                    <a:pt x="53744" y="34158"/>
                    <a:pt x="53783" y="34237"/>
                  </a:cubicBezTo>
                  <a:cubicBezTo>
                    <a:pt x="53803" y="34297"/>
                    <a:pt x="53863" y="34336"/>
                    <a:pt x="53942" y="34336"/>
                  </a:cubicBezTo>
                  <a:lnTo>
                    <a:pt x="54021" y="34316"/>
                  </a:lnTo>
                  <a:lnTo>
                    <a:pt x="55767" y="33464"/>
                  </a:lnTo>
                  <a:cubicBezTo>
                    <a:pt x="55846" y="33424"/>
                    <a:pt x="55886" y="33345"/>
                    <a:pt x="55846" y="33265"/>
                  </a:cubicBezTo>
                  <a:cubicBezTo>
                    <a:pt x="55830" y="33203"/>
                    <a:pt x="55767" y="33154"/>
                    <a:pt x="55702" y="33154"/>
                  </a:cubicBezTo>
                  <a:close/>
                  <a:moveTo>
                    <a:pt x="51683" y="35303"/>
                  </a:moveTo>
                  <a:cubicBezTo>
                    <a:pt x="51654" y="35303"/>
                    <a:pt x="51626" y="35316"/>
                    <a:pt x="51602" y="35348"/>
                  </a:cubicBezTo>
                  <a:cubicBezTo>
                    <a:pt x="51047" y="35705"/>
                    <a:pt x="50511" y="36081"/>
                    <a:pt x="49996" y="36518"/>
                  </a:cubicBezTo>
                  <a:cubicBezTo>
                    <a:pt x="49916" y="36557"/>
                    <a:pt x="49916" y="36676"/>
                    <a:pt x="49976" y="36736"/>
                  </a:cubicBezTo>
                  <a:lnTo>
                    <a:pt x="50095" y="36795"/>
                  </a:lnTo>
                  <a:lnTo>
                    <a:pt x="50194" y="36756"/>
                  </a:lnTo>
                  <a:cubicBezTo>
                    <a:pt x="50690" y="36359"/>
                    <a:pt x="51245" y="36002"/>
                    <a:pt x="51780" y="35625"/>
                  </a:cubicBezTo>
                  <a:cubicBezTo>
                    <a:pt x="51960" y="35593"/>
                    <a:pt x="51816" y="35303"/>
                    <a:pt x="51683" y="35303"/>
                  </a:cubicBezTo>
                  <a:close/>
                  <a:moveTo>
                    <a:pt x="48182" y="38228"/>
                  </a:moveTo>
                  <a:cubicBezTo>
                    <a:pt x="48145" y="38228"/>
                    <a:pt x="48106" y="38244"/>
                    <a:pt x="48072" y="38283"/>
                  </a:cubicBezTo>
                  <a:lnTo>
                    <a:pt x="47775" y="38580"/>
                  </a:lnTo>
                  <a:cubicBezTo>
                    <a:pt x="47418" y="38937"/>
                    <a:pt x="47100" y="39334"/>
                    <a:pt x="46783" y="39770"/>
                  </a:cubicBezTo>
                  <a:cubicBezTo>
                    <a:pt x="46704" y="39830"/>
                    <a:pt x="46723" y="39929"/>
                    <a:pt x="46803" y="39988"/>
                  </a:cubicBezTo>
                  <a:lnTo>
                    <a:pt x="46902" y="40028"/>
                  </a:lnTo>
                  <a:cubicBezTo>
                    <a:pt x="46942" y="40028"/>
                    <a:pt x="47001" y="40008"/>
                    <a:pt x="47021" y="39968"/>
                  </a:cubicBezTo>
                  <a:cubicBezTo>
                    <a:pt x="47338" y="39572"/>
                    <a:pt x="47675" y="39175"/>
                    <a:pt x="48013" y="38798"/>
                  </a:cubicBezTo>
                  <a:lnTo>
                    <a:pt x="48290" y="38501"/>
                  </a:lnTo>
                  <a:cubicBezTo>
                    <a:pt x="48395" y="38381"/>
                    <a:pt x="48296" y="38228"/>
                    <a:pt x="48182" y="38228"/>
                  </a:cubicBezTo>
                  <a:close/>
                  <a:moveTo>
                    <a:pt x="45430" y="41892"/>
                  </a:moveTo>
                  <a:cubicBezTo>
                    <a:pt x="45373" y="41892"/>
                    <a:pt x="45315" y="41918"/>
                    <a:pt x="45276" y="41971"/>
                  </a:cubicBezTo>
                  <a:cubicBezTo>
                    <a:pt x="44958" y="42546"/>
                    <a:pt x="44661" y="43122"/>
                    <a:pt x="44383" y="43716"/>
                  </a:cubicBezTo>
                  <a:cubicBezTo>
                    <a:pt x="44364" y="43796"/>
                    <a:pt x="44383" y="43895"/>
                    <a:pt x="44463" y="43935"/>
                  </a:cubicBezTo>
                  <a:lnTo>
                    <a:pt x="44542" y="43935"/>
                  </a:lnTo>
                  <a:cubicBezTo>
                    <a:pt x="44602" y="43935"/>
                    <a:pt x="44661" y="43895"/>
                    <a:pt x="44701" y="43855"/>
                  </a:cubicBezTo>
                  <a:cubicBezTo>
                    <a:pt x="44958" y="43260"/>
                    <a:pt x="45256" y="42685"/>
                    <a:pt x="45593" y="42150"/>
                  </a:cubicBezTo>
                  <a:cubicBezTo>
                    <a:pt x="45633" y="42051"/>
                    <a:pt x="45613" y="41952"/>
                    <a:pt x="45514" y="41912"/>
                  </a:cubicBezTo>
                  <a:cubicBezTo>
                    <a:pt x="45487" y="41899"/>
                    <a:pt x="45459" y="41892"/>
                    <a:pt x="45430" y="41892"/>
                  </a:cubicBezTo>
                  <a:close/>
                  <a:moveTo>
                    <a:pt x="43607" y="46032"/>
                  </a:moveTo>
                  <a:cubicBezTo>
                    <a:pt x="43538" y="46032"/>
                    <a:pt x="43464" y="46070"/>
                    <a:pt x="43431" y="46136"/>
                  </a:cubicBezTo>
                  <a:cubicBezTo>
                    <a:pt x="43233" y="46751"/>
                    <a:pt x="43055" y="47365"/>
                    <a:pt x="42876" y="48040"/>
                  </a:cubicBezTo>
                  <a:cubicBezTo>
                    <a:pt x="42876" y="48119"/>
                    <a:pt x="42936" y="48198"/>
                    <a:pt x="43015" y="48238"/>
                  </a:cubicBezTo>
                  <a:lnTo>
                    <a:pt x="43055" y="48238"/>
                  </a:lnTo>
                  <a:cubicBezTo>
                    <a:pt x="43134" y="48238"/>
                    <a:pt x="43194" y="48179"/>
                    <a:pt x="43213" y="48119"/>
                  </a:cubicBezTo>
                  <a:cubicBezTo>
                    <a:pt x="43372" y="47465"/>
                    <a:pt x="43550" y="46850"/>
                    <a:pt x="43749" y="46235"/>
                  </a:cubicBezTo>
                  <a:cubicBezTo>
                    <a:pt x="43769" y="46156"/>
                    <a:pt x="43729" y="46057"/>
                    <a:pt x="43650" y="46037"/>
                  </a:cubicBezTo>
                  <a:cubicBezTo>
                    <a:pt x="43636" y="46033"/>
                    <a:pt x="43622" y="46032"/>
                    <a:pt x="43607" y="46032"/>
                  </a:cubicBezTo>
                  <a:close/>
                  <a:moveTo>
                    <a:pt x="42528" y="50475"/>
                  </a:moveTo>
                  <a:cubicBezTo>
                    <a:pt x="42460" y="50475"/>
                    <a:pt x="42398" y="50529"/>
                    <a:pt x="42380" y="50598"/>
                  </a:cubicBezTo>
                  <a:cubicBezTo>
                    <a:pt x="42281" y="51233"/>
                    <a:pt x="42182" y="51887"/>
                    <a:pt x="42142" y="52561"/>
                  </a:cubicBezTo>
                  <a:cubicBezTo>
                    <a:pt x="42123" y="52641"/>
                    <a:pt x="42202" y="52720"/>
                    <a:pt x="42281" y="52720"/>
                  </a:cubicBezTo>
                  <a:cubicBezTo>
                    <a:pt x="42380" y="52720"/>
                    <a:pt x="42460" y="52680"/>
                    <a:pt x="42460" y="52581"/>
                  </a:cubicBezTo>
                  <a:cubicBezTo>
                    <a:pt x="42539" y="51927"/>
                    <a:pt x="42618" y="51292"/>
                    <a:pt x="42718" y="50638"/>
                  </a:cubicBezTo>
                  <a:cubicBezTo>
                    <a:pt x="42718" y="50558"/>
                    <a:pt x="42638" y="50479"/>
                    <a:pt x="42559" y="50479"/>
                  </a:cubicBezTo>
                  <a:cubicBezTo>
                    <a:pt x="42548" y="50476"/>
                    <a:pt x="42538" y="50475"/>
                    <a:pt x="42528" y="50475"/>
                  </a:cubicBezTo>
                  <a:close/>
                  <a:moveTo>
                    <a:pt x="42142" y="55000"/>
                  </a:moveTo>
                  <a:cubicBezTo>
                    <a:pt x="42063" y="55000"/>
                    <a:pt x="41964" y="55080"/>
                    <a:pt x="41964" y="55159"/>
                  </a:cubicBezTo>
                  <a:lnTo>
                    <a:pt x="41964" y="57142"/>
                  </a:lnTo>
                  <a:cubicBezTo>
                    <a:pt x="41964" y="57222"/>
                    <a:pt x="42023" y="57281"/>
                    <a:pt x="42123" y="57281"/>
                  </a:cubicBezTo>
                  <a:cubicBezTo>
                    <a:pt x="42202" y="57281"/>
                    <a:pt x="42281" y="57202"/>
                    <a:pt x="42281" y="57122"/>
                  </a:cubicBezTo>
                  <a:lnTo>
                    <a:pt x="42281" y="55179"/>
                  </a:lnTo>
                  <a:cubicBezTo>
                    <a:pt x="42301" y="55080"/>
                    <a:pt x="42222" y="55000"/>
                    <a:pt x="42142" y="55000"/>
                  </a:cubicBezTo>
                  <a:close/>
                  <a:moveTo>
                    <a:pt x="42221" y="59619"/>
                  </a:moveTo>
                  <a:cubicBezTo>
                    <a:pt x="42152" y="59619"/>
                    <a:pt x="42084" y="59658"/>
                    <a:pt x="42063" y="59740"/>
                  </a:cubicBezTo>
                  <a:cubicBezTo>
                    <a:pt x="42123" y="60395"/>
                    <a:pt x="42162" y="61029"/>
                    <a:pt x="42242" y="61703"/>
                  </a:cubicBezTo>
                  <a:cubicBezTo>
                    <a:pt x="42242" y="61783"/>
                    <a:pt x="42321" y="61842"/>
                    <a:pt x="42420" y="61842"/>
                  </a:cubicBezTo>
                  <a:cubicBezTo>
                    <a:pt x="42519" y="61822"/>
                    <a:pt x="42579" y="61743"/>
                    <a:pt x="42559" y="61684"/>
                  </a:cubicBezTo>
                  <a:cubicBezTo>
                    <a:pt x="42519" y="61009"/>
                    <a:pt x="42440" y="60355"/>
                    <a:pt x="42380" y="59720"/>
                  </a:cubicBezTo>
                  <a:cubicBezTo>
                    <a:pt x="42352" y="59653"/>
                    <a:pt x="42286" y="59619"/>
                    <a:pt x="42221" y="59619"/>
                  </a:cubicBezTo>
                  <a:close/>
                  <a:moveTo>
                    <a:pt x="42718" y="64103"/>
                  </a:moveTo>
                  <a:cubicBezTo>
                    <a:pt x="42618" y="64123"/>
                    <a:pt x="42559" y="64202"/>
                    <a:pt x="42559" y="64301"/>
                  </a:cubicBezTo>
                  <a:lnTo>
                    <a:pt x="42856" y="66245"/>
                  </a:lnTo>
                  <a:cubicBezTo>
                    <a:pt x="42876" y="66304"/>
                    <a:pt x="42956" y="66364"/>
                    <a:pt x="43035" y="66364"/>
                  </a:cubicBezTo>
                  <a:lnTo>
                    <a:pt x="43055" y="66364"/>
                  </a:lnTo>
                  <a:cubicBezTo>
                    <a:pt x="43134" y="66344"/>
                    <a:pt x="43194" y="66265"/>
                    <a:pt x="43174" y="66185"/>
                  </a:cubicBezTo>
                  <a:lnTo>
                    <a:pt x="42876" y="64262"/>
                  </a:lnTo>
                  <a:cubicBezTo>
                    <a:pt x="42876" y="64163"/>
                    <a:pt x="42797" y="64103"/>
                    <a:pt x="42718" y="64103"/>
                  </a:cubicBezTo>
                  <a:close/>
                  <a:moveTo>
                    <a:pt x="43471" y="68650"/>
                  </a:moveTo>
                  <a:cubicBezTo>
                    <a:pt x="43389" y="68650"/>
                    <a:pt x="43312" y="68709"/>
                    <a:pt x="43312" y="68803"/>
                  </a:cubicBezTo>
                  <a:lnTo>
                    <a:pt x="43610" y="70548"/>
                  </a:lnTo>
                  <a:lnTo>
                    <a:pt x="43650" y="70727"/>
                  </a:lnTo>
                  <a:cubicBezTo>
                    <a:pt x="43650" y="70806"/>
                    <a:pt x="43709" y="70866"/>
                    <a:pt x="43808" y="70866"/>
                  </a:cubicBezTo>
                  <a:lnTo>
                    <a:pt x="43828" y="70866"/>
                  </a:lnTo>
                  <a:cubicBezTo>
                    <a:pt x="43907" y="70846"/>
                    <a:pt x="43967" y="70766"/>
                    <a:pt x="43967" y="70667"/>
                  </a:cubicBezTo>
                  <a:lnTo>
                    <a:pt x="43927" y="70489"/>
                  </a:lnTo>
                  <a:lnTo>
                    <a:pt x="43630" y="68744"/>
                  </a:lnTo>
                  <a:cubicBezTo>
                    <a:pt x="43589" y="68679"/>
                    <a:pt x="43529" y="68650"/>
                    <a:pt x="43471" y="68650"/>
                  </a:cubicBezTo>
                  <a:close/>
                  <a:moveTo>
                    <a:pt x="44225" y="73106"/>
                  </a:moveTo>
                  <a:cubicBezTo>
                    <a:pt x="44126" y="73126"/>
                    <a:pt x="44086" y="73206"/>
                    <a:pt x="44106" y="73305"/>
                  </a:cubicBezTo>
                  <a:cubicBezTo>
                    <a:pt x="44205" y="73939"/>
                    <a:pt x="44324" y="74594"/>
                    <a:pt x="44423" y="75228"/>
                  </a:cubicBezTo>
                  <a:cubicBezTo>
                    <a:pt x="44423" y="75308"/>
                    <a:pt x="44502" y="75367"/>
                    <a:pt x="44562" y="75367"/>
                  </a:cubicBezTo>
                  <a:lnTo>
                    <a:pt x="44602" y="75367"/>
                  </a:lnTo>
                  <a:cubicBezTo>
                    <a:pt x="44681" y="75347"/>
                    <a:pt x="44740" y="75268"/>
                    <a:pt x="44740" y="75189"/>
                  </a:cubicBezTo>
                  <a:cubicBezTo>
                    <a:pt x="44641" y="74534"/>
                    <a:pt x="44522" y="73900"/>
                    <a:pt x="44423" y="73245"/>
                  </a:cubicBezTo>
                  <a:cubicBezTo>
                    <a:pt x="44403" y="73166"/>
                    <a:pt x="44304" y="73106"/>
                    <a:pt x="44225" y="73106"/>
                  </a:cubicBezTo>
                  <a:close/>
                  <a:moveTo>
                    <a:pt x="44939" y="77608"/>
                  </a:moveTo>
                  <a:cubicBezTo>
                    <a:pt x="44840" y="77628"/>
                    <a:pt x="44780" y="77727"/>
                    <a:pt x="44780" y="77806"/>
                  </a:cubicBezTo>
                  <a:cubicBezTo>
                    <a:pt x="44879" y="78481"/>
                    <a:pt x="44958" y="79135"/>
                    <a:pt x="45038" y="79750"/>
                  </a:cubicBezTo>
                  <a:cubicBezTo>
                    <a:pt x="45038" y="79829"/>
                    <a:pt x="45097" y="79889"/>
                    <a:pt x="45177" y="79889"/>
                  </a:cubicBezTo>
                  <a:lnTo>
                    <a:pt x="45216" y="79889"/>
                  </a:lnTo>
                  <a:cubicBezTo>
                    <a:pt x="45296" y="79869"/>
                    <a:pt x="45355" y="79790"/>
                    <a:pt x="45355" y="79690"/>
                  </a:cubicBezTo>
                  <a:cubicBezTo>
                    <a:pt x="45276" y="79076"/>
                    <a:pt x="45216" y="78421"/>
                    <a:pt x="45117" y="77767"/>
                  </a:cubicBezTo>
                  <a:cubicBezTo>
                    <a:pt x="45117" y="77668"/>
                    <a:pt x="45038" y="77608"/>
                    <a:pt x="44939" y="77608"/>
                  </a:cubicBezTo>
                  <a:close/>
                  <a:moveTo>
                    <a:pt x="45415" y="82150"/>
                  </a:moveTo>
                  <a:cubicBezTo>
                    <a:pt x="45335" y="82169"/>
                    <a:pt x="45276" y="82249"/>
                    <a:pt x="45256" y="82328"/>
                  </a:cubicBezTo>
                  <a:cubicBezTo>
                    <a:pt x="45315" y="83002"/>
                    <a:pt x="45335" y="83657"/>
                    <a:pt x="45355" y="84291"/>
                  </a:cubicBezTo>
                  <a:cubicBezTo>
                    <a:pt x="45355" y="84371"/>
                    <a:pt x="45434" y="84430"/>
                    <a:pt x="45514" y="84430"/>
                  </a:cubicBezTo>
                  <a:cubicBezTo>
                    <a:pt x="45593" y="84430"/>
                    <a:pt x="45672" y="84371"/>
                    <a:pt x="45672" y="84291"/>
                  </a:cubicBezTo>
                  <a:cubicBezTo>
                    <a:pt x="45653" y="83637"/>
                    <a:pt x="45633" y="82963"/>
                    <a:pt x="45573" y="82308"/>
                  </a:cubicBezTo>
                  <a:cubicBezTo>
                    <a:pt x="45573" y="82209"/>
                    <a:pt x="45494" y="82150"/>
                    <a:pt x="45415" y="82150"/>
                  </a:cubicBezTo>
                  <a:close/>
                  <a:moveTo>
                    <a:pt x="45514" y="86711"/>
                  </a:moveTo>
                  <a:cubicBezTo>
                    <a:pt x="45415" y="86711"/>
                    <a:pt x="45335" y="86790"/>
                    <a:pt x="45335" y="86889"/>
                  </a:cubicBezTo>
                  <a:cubicBezTo>
                    <a:pt x="45315" y="87524"/>
                    <a:pt x="45256" y="88198"/>
                    <a:pt x="45196" y="88813"/>
                  </a:cubicBezTo>
                  <a:cubicBezTo>
                    <a:pt x="45196" y="88912"/>
                    <a:pt x="45236" y="88991"/>
                    <a:pt x="45335" y="88991"/>
                  </a:cubicBezTo>
                  <a:lnTo>
                    <a:pt x="45355" y="88991"/>
                  </a:lnTo>
                  <a:cubicBezTo>
                    <a:pt x="45434" y="88991"/>
                    <a:pt x="45514" y="88932"/>
                    <a:pt x="45514" y="88852"/>
                  </a:cubicBezTo>
                  <a:cubicBezTo>
                    <a:pt x="45573" y="88218"/>
                    <a:pt x="45633" y="87563"/>
                    <a:pt x="45653" y="86889"/>
                  </a:cubicBezTo>
                  <a:cubicBezTo>
                    <a:pt x="45653" y="86810"/>
                    <a:pt x="45593" y="86731"/>
                    <a:pt x="45514" y="86711"/>
                  </a:cubicBezTo>
                  <a:close/>
                  <a:moveTo>
                    <a:pt x="45018" y="91252"/>
                  </a:moveTo>
                  <a:cubicBezTo>
                    <a:pt x="44919" y="91252"/>
                    <a:pt x="44859" y="91312"/>
                    <a:pt x="44840" y="91391"/>
                  </a:cubicBezTo>
                  <a:cubicBezTo>
                    <a:pt x="44721" y="92025"/>
                    <a:pt x="44602" y="92660"/>
                    <a:pt x="44423" y="93315"/>
                  </a:cubicBezTo>
                  <a:cubicBezTo>
                    <a:pt x="44403" y="93394"/>
                    <a:pt x="44463" y="93473"/>
                    <a:pt x="44542" y="93513"/>
                  </a:cubicBezTo>
                  <a:lnTo>
                    <a:pt x="44602" y="93513"/>
                  </a:lnTo>
                  <a:cubicBezTo>
                    <a:pt x="44661" y="93513"/>
                    <a:pt x="44721" y="93453"/>
                    <a:pt x="44740" y="93374"/>
                  </a:cubicBezTo>
                  <a:cubicBezTo>
                    <a:pt x="44879" y="92739"/>
                    <a:pt x="45038" y="92085"/>
                    <a:pt x="45157" y="91450"/>
                  </a:cubicBezTo>
                  <a:cubicBezTo>
                    <a:pt x="45157" y="91351"/>
                    <a:pt x="45097" y="91272"/>
                    <a:pt x="45018" y="91252"/>
                  </a:cubicBezTo>
                  <a:close/>
                  <a:moveTo>
                    <a:pt x="43854" y="95679"/>
                  </a:moveTo>
                  <a:cubicBezTo>
                    <a:pt x="43788" y="95679"/>
                    <a:pt x="43733" y="95720"/>
                    <a:pt x="43689" y="95793"/>
                  </a:cubicBezTo>
                  <a:cubicBezTo>
                    <a:pt x="43511" y="96408"/>
                    <a:pt x="43273" y="97023"/>
                    <a:pt x="43055" y="97618"/>
                  </a:cubicBezTo>
                  <a:cubicBezTo>
                    <a:pt x="43015" y="97697"/>
                    <a:pt x="43055" y="97796"/>
                    <a:pt x="43134" y="97836"/>
                  </a:cubicBezTo>
                  <a:lnTo>
                    <a:pt x="43213" y="97836"/>
                  </a:lnTo>
                  <a:cubicBezTo>
                    <a:pt x="43273" y="97836"/>
                    <a:pt x="43332" y="97796"/>
                    <a:pt x="43352" y="97737"/>
                  </a:cubicBezTo>
                  <a:cubicBezTo>
                    <a:pt x="43590" y="97122"/>
                    <a:pt x="43828" y="96507"/>
                    <a:pt x="44026" y="95893"/>
                  </a:cubicBezTo>
                  <a:cubicBezTo>
                    <a:pt x="44046" y="95793"/>
                    <a:pt x="44007" y="95714"/>
                    <a:pt x="43927" y="95694"/>
                  </a:cubicBezTo>
                  <a:cubicBezTo>
                    <a:pt x="43902" y="95684"/>
                    <a:pt x="43877" y="95679"/>
                    <a:pt x="43854" y="95679"/>
                  </a:cubicBezTo>
                  <a:close/>
                  <a:moveTo>
                    <a:pt x="42153" y="99929"/>
                  </a:moveTo>
                  <a:cubicBezTo>
                    <a:pt x="42092" y="99929"/>
                    <a:pt x="42030" y="99965"/>
                    <a:pt x="42004" y="100017"/>
                  </a:cubicBezTo>
                  <a:cubicBezTo>
                    <a:pt x="41746" y="100593"/>
                    <a:pt x="41448" y="101188"/>
                    <a:pt x="41111" y="101763"/>
                  </a:cubicBezTo>
                  <a:cubicBezTo>
                    <a:pt x="41091" y="101842"/>
                    <a:pt x="41111" y="101941"/>
                    <a:pt x="41191" y="101981"/>
                  </a:cubicBezTo>
                  <a:lnTo>
                    <a:pt x="41270" y="101981"/>
                  </a:lnTo>
                  <a:cubicBezTo>
                    <a:pt x="41329" y="101981"/>
                    <a:pt x="41389" y="101961"/>
                    <a:pt x="41409" y="101901"/>
                  </a:cubicBezTo>
                  <a:cubicBezTo>
                    <a:pt x="41706" y="101326"/>
                    <a:pt x="42043" y="100751"/>
                    <a:pt x="42301" y="100176"/>
                  </a:cubicBezTo>
                  <a:cubicBezTo>
                    <a:pt x="42341" y="100077"/>
                    <a:pt x="42301" y="99978"/>
                    <a:pt x="42242" y="99958"/>
                  </a:cubicBezTo>
                  <a:cubicBezTo>
                    <a:pt x="42215" y="99938"/>
                    <a:pt x="42184" y="99929"/>
                    <a:pt x="42153" y="99929"/>
                  </a:cubicBezTo>
                  <a:close/>
                  <a:moveTo>
                    <a:pt x="39901" y="103899"/>
                  </a:moveTo>
                  <a:cubicBezTo>
                    <a:pt x="39853" y="103899"/>
                    <a:pt x="39813" y="103923"/>
                    <a:pt x="39802" y="103984"/>
                  </a:cubicBezTo>
                  <a:cubicBezTo>
                    <a:pt x="39465" y="104539"/>
                    <a:pt x="39088" y="105074"/>
                    <a:pt x="38712" y="105630"/>
                  </a:cubicBezTo>
                  <a:cubicBezTo>
                    <a:pt x="38672" y="105709"/>
                    <a:pt x="38692" y="105788"/>
                    <a:pt x="38771" y="105848"/>
                  </a:cubicBezTo>
                  <a:lnTo>
                    <a:pt x="38870" y="105848"/>
                  </a:lnTo>
                  <a:cubicBezTo>
                    <a:pt x="38910" y="105848"/>
                    <a:pt x="38969" y="105828"/>
                    <a:pt x="38989" y="105808"/>
                  </a:cubicBezTo>
                  <a:cubicBezTo>
                    <a:pt x="39366" y="105273"/>
                    <a:pt x="39743" y="104717"/>
                    <a:pt x="40080" y="104162"/>
                  </a:cubicBezTo>
                  <a:cubicBezTo>
                    <a:pt x="40209" y="104062"/>
                    <a:pt x="40027" y="103899"/>
                    <a:pt x="39901" y="103899"/>
                  </a:cubicBezTo>
                  <a:close/>
                  <a:moveTo>
                    <a:pt x="37289" y="107605"/>
                  </a:moveTo>
                  <a:cubicBezTo>
                    <a:pt x="37242" y="107605"/>
                    <a:pt x="37198" y="107620"/>
                    <a:pt x="37165" y="107653"/>
                  </a:cubicBezTo>
                  <a:cubicBezTo>
                    <a:pt x="36768" y="108188"/>
                    <a:pt x="36332" y="108684"/>
                    <a:pt x="35915" y="109180"/>
                  </a:cubicBezTo>
                  <a:cubicBezTo>
                    <a:pt x="35856" y="109239"/>
                    <a:pt x="35876" y="109338"/>
                    <a:pt x="35935" y="109398"/>
                  </a:cubicBezTo>
                  <a:cubicBezTo>
                    <a:pt x="35955" y="109418"/>
                    <a:pt x="35995" y="109437"/>
                    <a:pt x="36034" y="109437"/>
                  </a:cubicBezTo>
                  <a:cubicBezTo>
                    <a:pt x="36094" y="109437"/>
                    <a:pt x="36134" y="109418"/>
                    <a:pt x="36173" y="109378"/>
                  </a:cubicBezTo>
                  <a:cubicBezTo>
                    <a:pt x="36590" y="108882"/>
                    <a:pt x="37026" y="108386"/>
                    <a:pt x="37423" y="107890"/>
                  </a:cubicBezTo>
                  <a:cubicBezTo>
                    <a:pt x="37482" y="107811"/>
                    <a:pt x="37462" y="107692"/>
                    <a:pt x="37403" y="107633"/>
                  </a:cubicBezTo>
                  <a:cubicBezTo>
                    <a:pt x="37367" y="107615"/>
                    <a:pt x="37327" y="107605"/>
                    <a:pt x="37289" y="107605"/>
                  </a:cubicBezTo>
                  <a:close/>
                  <a:moveTo>
                    <a:pt x="34266" y="111031"/>
                  </a:moveTo>
                  <a:cubicBezTo>
                    <a:pt x="34228" y="111031"/>
                    <a:pt x="34188" y="111046"/>
                    <a:pt x="34150" y="111083"/>
                  </a:cubicBezTo>
                  <a:cubicBezTo>
                    <a:pt x="33714" y="111520"/>
                    <a:pt x="33238" y="111996"/>
                    <a:pt x="32742" y="112452"/>
                  </a:cubicBezTo>
                  <a:cubicBezTo>
                    <a:pt x="32683" y="112511"/>
                    <a:pt x="32683" y="112591"/>
                    <a:pt x="32742" y="112670"/>
                  </a:cubicBezTo>
                  <a:lnTo>
                    <a:pt x="32861" y="112709"/>
                  </a:lnTo>
                  <a:lnTo>
                    <a:pt x="32961" y="112670"/>
                  </a:lnTo>
                  <a:cubicBezTo>
                    <a:pt x="33456" y="112214"/>
                    <a:pt x="33932" y="111777"/>
                    <a:pt x="34388" y="111301"/>
                  </a:cubicBezTo>
                  <a:cubicBezTo>
                    <a:pt x="34495" y="111195"/>
                    <a:pt x="34392" y="111031"/>
                    <a:pt x="34266" y="111031"/>
                  </a:cubicBezTo>
                  <a:close/>
                  <a:moveTo>
                    <a:pt x="30919" y="114115"/>
                  </a:moveTo>
                  <a:cubicBezTo>
                    <a:pt x="30883" y="114115"/>
                    <a:pt x="30846" y="114130"/>
                    <a:pt x="30819" y="114157"/>
                  </a:cubicBezTo>
                  <a:lnTo>
                    <a:pt x="29292" y="115367"/>
                  </a:lnTo>
                  <a:cubicBezTo>
                    <a:pt x="29232" y="115426"/>
                    <a:pt x="29193" y="115526"/>
                    <a:pt x="29252" y="115625"/>
                  </a:cubicBezTo>
                  <a:lnTo>
                    <a:pt x="29391" y="115664"/>
                  </a:lnTo>
                  <a:lnTo>
                    <a:pt x="29490" y="115645"/>
                  </a:lnTo>
                  <a:cubicBezTo>
                    <a:pt x="30025" y="115248"/>
                    <a:pt x="30521" y="114831"/>
                    <a:pt x="31017" y="114395"/>
                  </a:cubicBezTo>
                  <a:cubicBezTo>
                    <a:pt x="31077" y="114355"/>
                    <a:pt x="31096" y="114237"/>
                    <a:pt x="31037" y="114177"/>
                  </a:cubicBezTo>
                  <a:cubicBezTo>
                    <a:pt x="31005" y="114135"/>
                    <a:pt x="30962" y="114115"/>
                    <a:pt x="30919" y="114115"/>
                  </a:cubicBezTo>
                  <a:close/>
                  <a:moveTo>
                    <a:pt x="27278" y="116860"/>
                  </a:moveTo>
                  <a:cubicBezTo>
                    <a:pt x="27247" y="116860"/>
                    <a:pt x="27216" y="116876"/>
                    <a:pt x="27190" y="116914"/>
                  </a:cubicBezTo>
                  <a:lnTo>
                    <a:pt x="25563" y="117965"/>
                  </a:lnTo>
                  <a:cubicBezTo>
                    <a:pt x="25484" y="118024"/>
                    <a:pt x="25464" y="118143"/>
                    <a:pt x="25504" y="118223"/>
                  </a:cubicBezTo>
                  <a:cubicBezTo>
                    <a:pt x="25544" y="118262"/>
                    <a:pt x="25603" y="118282"/>
                    <a:pt x="25663" y="118302"/>
                  </a:cubicBezTo>
                  <a:lnTo>
                    <a:pt x="25722" y="118262"/>
                  </a:lnTo>
                  <a:lnTo>
                    <a:pt x="27368" y="117172"/>
                  </a:lnTo>
                  <a:cubicBezTo>
                    <a:pt x="27545" y="117139"/>
                    <a:pt x="27409" y="116860"/>
                    <a:pt x="27278" y="116860"/>
                  </a:cubicBezTo>
                  <a:close/>
                  <a:moveTo>
                    <a:pt x="23367" y="119328"/>
                  </a:moveTo>
                  <a:cubicBezTo>
                    <a:pt x="23353" y="119328"/>
                    <a:pt x="23338" y="119329"/>
                    <a:pt x="23322" y="119333"/>
                  </a:cubicBezTo>
                  <a:lnTo>
                    <a:pt x="21617" y="120245"/>
                  </a:lnTo>
                  <a:cubicBezTo>
                    <a:pt x="21538" y="120305"/>
                    <a:pt x="21518" y="120384"/>
                    <a:pt x="21538" y="120483"/>
                  </a:cubicBezTo>
                  <a:cubicBezTo>
                    <a:pt x="21557" y="120523"/>
                    <a:pt x="21617" y="120563"/>
                    <a:pt x="21696" y="120583"/>
                  </a:cubicBezTo>
                  <a:lnTo>
                    <a:pt x="21756" y="120543"/>
                  </a:lnTo>
                  <a:cubicBezTo>
                    <a:pt x="22351" y="120245"/>
                    <a:pt x="22926" y="119928"/>
                    <a:pt x="23501" y="119611"/>
                  </a:cubicBezTo>
                  <a:cubicBezTo>
                    <a:pt x="23573" y="119485"/>
                    <a:pt x="23499" y="119328"/>
                    <a:pt x="23367" y="119328"/>
                  </a:cubicBezTo>
                  <a:close/>
                  <a:moveTo>
                    <a:pt x="19343" y="121409"/>
                  </a:moveTo>
                  <a:cubicBezTo>
                    <a:pt x="19321" y="121409"/>
                    <a:pt x="19299" y="121411"/>
                    <a:pt x="19277" y="121415"/>
                  </a:cubicBezTo>
                  <a:cubicBezTo>
                    <a:pt x="18722" y="121713"/>
                    <a:pt x="18127" y="121991"/>
                    <a:pt x="17532" y="122229"/>
                  </a:cubicBezTo>
                  <a:cubicBezTo>
                    <a:pt x="17452" y="122288"/>
                    <a:pt x="17413" y="122367"/>
                    <a:pt x="17433" y="122466"/>
                  </a:cubicBezTo>
                  <a:cubicBezTo>
                    <a:pt x="17472" y="122506"/>
                    <a:pt x="17532" y="122546"/>
                    <a:pt x="17591" y="122566"/>
                  </a:cubicBezTo>
                  <a:lnTo>
                    <a:pt x="17651" y="122526"/>
                  </a:lnTo>
                  <a:cubicBezTo>
                    <a:pt x="18246" y="122288"/>
                    <a:pt x="18841" y="122010"/>
                    <a:pt x="19436" y="121713"/>
                  </a:cubicBezTo>
                  <a:cubicBezTo>
                    <a:pt x="19515" y="121673"/>
                    <a:pt x="19535" y="121594"/>
                    <a:pt x="19515" y="121515"/>
                  </a:cubicBezTo>
                  <a:cubicBezTo>
                    <a:pt x="19484" y="121438"/>
                    <a:pt x="19418" y="121409"/>
                    <a:pt x="19343" y="121409"/>
                  </a:cubicBezTo>
                  <a:close/>
                  <a:moveTo>
                    <a:pt x="15196" y="123240"/>
                  </a:moveTo>
                  <a:cubicBezTo>
                    <a:pt x="15167" y="123240"/>
                    <a:pt x="15139" y="123247"/>
                    <a:pt x="15112" y="123260"/>
                  </a:cubicBezTo>
                  <a:lnTo>
                    <a:pt x="13288" y="123954"/>
                  </a:lnTo>
                  <a:cubicBezTo>
                    <a:pt x="13208" y="123974"/>
                    <a:pt x="13169" y="124053"/>
                    <a:pt x="13189" y="124152"/>
                  </a:cubicBezTo>
                  <a:cubicBezTo>
                    <a:pt x="13208" y="124212"/>
                    <a:pt x="13288" y="124271"/>
                    <a:pt x="13367" y="124271"/>
                  </a:cubicBezTo>
                  <a:lnTo>
                    <a:pt x="13407" y="124251"/>
                  </a:lnTo>
                  <a:lnTo>
                    <a:pt x="15251" y="123557"/>
                  </a:lnTo>
                  <a:cubicBezTo>
                    <a:pt x="15330" y="123498"/>
                    <a:pt x="15370" y="123418"/>
                    <a:pt x="15350" y="123319"/>
                  </a:cubicBezTo>
                  <a:cubicBezTo>
                    <a:pt x="15311" y="123266"/>
                    <a:pt x="15253" y="123240"/>
                    <a:pt x="15196" y="123240"/>
                  </a:cubicBezTo>
                  <a:close/>
                  <a:moveTo>
                    <a:pt x="10871" y="124782"/>
                  </a:moveTo>
                  <a:cubicBezTo>
                    <a:pt x="10857" y="124782"/>
                    <a:pt x="10842" y="124783"/>
                    <a:pt x="10829" y="124787"/>
                  </a:cubicBezTo>
                  <a:lnTo>
                    <a:pt x="8965" y="125382"/>
                  </a:lnTo>
                  <a:cubicBezTo>
                    <a:pt x="8885" y="125421"/>
                    <a:pt x="8846" y="125501"/>
                    <a:pt x="8865" y="125580"/>
                  </a:cubicBezTo>
                  <a:cubicBezTo>
                    <a:pt x="8885" y="125659"/>
                    <a:pt x="8945" y="125699"/>
                    <a:pt x="9024" y="125699"/>
                  </a:cubicBezTo>
                  <a:lnTo>
                    <a:pt x="9064" y="125699"/>
                  </a:lnTo>
                  <a:lnTo>
                    <a:pt x="10928" y="125104"/>
                  </a:lnTo>
                  <a:cubicBezTo>
                    <a:pt x="11027" y="125084"/>
                    <a:pt x="11087" y="124985"/>
                    <a:pt x="11047" y="124886"/>
                  </a:cubicBezTo>
                  <a:cubicBezTo>
                    <a:pt x="11014" y="124820"/>
                    <a:pt x="10940" y="124782"/>
                    <a:pt x="10871" y="124782"/>
                  </a:cubicBezTo>
                  <a:close/>
                  <a:moveTo>
                    <a:pt x="6503" y="126092"/>
                  </a:moveTo>
                  <a:cubicBezTo>
                    <a:pt x="6491" y="126092"/>
                    <a:pt x="6479" y="126093"/>
                    <a:pt x="6466" y="126096"/>
                  </a:cubicBezTo>
                  <a:lnTo>
                    <a:pt x="4582" y="126591"/>
                  </a:lnTo>
                  <a:cubicBezTo>
                    <a:pt x="4503" y="126611"/>
                    <a:pt x="4443" y="126710"/>
                    <a:pt x="4463" y="126790"/>
                  </a:cubicBezTo>
                  <a:cubicBezTo>
                    <a:pt x="4483" y="126869"/>
                    <a:pt x="4562" y="126909"/>
                    <a:pt x="4641" y="126929"/>
                  </a:cubicBezTo>
                  <a:lnTo>
                    <a:pt x="4661" y="126929"/>
                  </a:lnTo>
                  <a:lnTo>
                    <a:pt x="6565" y="126433"/>
                  </a:lnTo>
                  <a:cubicBezTo>
                    <a:pt x="6644" y="126393"/>
                    <a:pt x="6684" y="126314"/>
                    <a:pt x="6664" y="126234"/>
                  </a:cubicBezTo>
                  <a:cubicBezTo>
                    <a:pt x="6647" y="126148"/>
                    <a:pt x="6584" y="126092"/>
                    <a:pt x="6503" y="126092"/>
                  </a:cubicBezTo>
                  <a:close/>
                  <a:moveTo>
                    <a:pt x="2103" y="127221"/>
                  </a:moveTo>
                  <a:cubicBezTo>
                    <a:pt x="2090" y="127221"/>
                    <a:pt x="2076" y="127223"/>
                    <a:pt x="2063" y="127226"/>
                  </a:cubicBezTo>
                  <a:lnTo>
                    <a:pt x="140" y="127623"/>
                  </a:lnTo>
                  <a:cubicBezTo>
                    <a:pt x="60" y="127642"/>
                    <a:pt x="1" y="127722"/>
                    <a:pt x="21" y="127821"/>
                  </a:cubicBezTo>
                  <a:cubicBezTo>
                    <a:pt x="40" y="127880"/>
                    <a:pt x="100" y="127940"/>
                    <a:pt x="179" y="127940"/>
                  </a:cubicBezTo>
                  <a:lnTo>
                    <a:pt x="199" y="127940"/>
                  </a:lnTo>
                  <a:lnTo>
                    <a:pt x="2123" y="127523"/>
                  </a:lnTo>
                  <a:cubicBezTo>
                    <a:pt x="2202" y="127523"/>
                    <a:pt x="2262" y="127424"/>
                    <a:pt x="2262" y="127345"/>
                  </a:cubicBezTo>
                  <a:cubicBezTo>
                    <a:pt x="2229" y="127262"/>
                    <a:pt x="2168" y="127221"/>
                    <a:pt x="2103" y="127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 4"/>
          <p:cNvSpPr/>
          <p:nvPr/>
        </p:nvSpPr>
        <p:spPr>
          <a:xfrm rot="5400000" flipH="1" flipV="1">
            <a:off x="-1335501" y="1335507"/>
            <a:ext cx="6857998" cy="4186988"/>
          </a:xfrm>
          <a:custGeom>
            <a:avLst/>
            <a:gdLst>
              <a:gd name="connsiteX0" fmla="*/ 6857998 w 6857998"/>
              <a:gd name="connsiteY0" fmla="*/ 0 h 3822179"/>
              <a:gd name="connsiteX1" fmla="*/ 6857998 w 6857998"/>
              <a:gd name="connsiteY1" fmla="*/ 3806419 h 3822179"/>
              <a:gd name="connsiteX2" fmla="*/ 6832540 w 6857998"/>
              <a:gd name="connsiteY2" fmla="*/ 3807571 h 3822179"/>
              <a:gd name="connsiteX3" fmla="*/ 4930765 w 6857998"/>
              <a:gd name="connsiteY3" fmla="*/ 3599048 h 3822179"/>
              <a:gd name="connsiteX4" fmla="*/ 2970023 w 6857998"/>
              <a:gd name="connsiteY4" fmla="*/ 2164515 h 3822179"/>
              <a:gd name="connsiteX5" fmla="*/ 376253 w 6857998"/>
              <a:gd name="connsiteY5" fmla="*/ 2067993 h 3822179"/>
              <a:gd name="connsiteX6" fmla="*/ 5302 w 6857998"/>
              <a:gd name="connsiteY6" fmla="*/ 1427137 h 3822179"/>
              <a:gd name="connsiteX7" fmla="*/ 0 w 6857998"/>
              <a:gd name="connsiteY7" fmla="*/ 1407895 h 3822179"/>
              <a:gd name="connsiteX8" fmla="*/ 0 w 6857998"/>
              <a:gd name="connsiteY8" fmla="*/ 0 h 3822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7998" h="3822179">
                <a:moveTo>
                  <a:pt x="6857998" y="0"/>
                </a:moveTo>
                <a:lnTo>
                  <a:pt x="6857998" y="3806419"/>
                </a:lnTo>
                <a:lnTo>
                  <a:pt x="6832540" y="3807571"/>
                </a:lnTo>
                <a:cubicBezTo>
                  <a:pt x="6174259" y="3825120"/>
                  <a:pt x="5574517" y="3872890"/>
                  <a:pt x="4930765" y="3599048"/>
                </a:cubicBezTo>
                <a:cubicBezTo>
                  <a:pt x="4287012" y="3325206"/>
                  <a:pt x="3732237" y="2541692"/>
                  <a:pt x="2970023" y="2164515"/>
                </a:cubicBezTo>
                <a:cubicBezTo>
                  <a:pt x="2207811" y="1787338"/>
                  <a:pt x="903661" y="2475251"/>
                  <a:pt x="376253" y="2067993"/>
                </a:cubicBezTo>
                <a:cubicBezTo>
                  <a:pt x="227919" y="1953452"/>
                  <a:pt x="98555" y="1709866"/>
                  <a:pt x="5302" y="1427137"/>
                </a:cubicBezTo>
                <a:lnTo>
                  <a:pt x="0" y="1407895"/>
                </a:lnTo>
                <a:lnTo>
                  <a:pt x="0" y="0"/>
                </a:ln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 flipV="1">
            <a:off x="8855243" y="4825332"/>
            <a:ext cx="3336758" cy="2032668"/>
            <a:chOff x="7023100" y="-8688"/>
            <a:chExt cx="5168900" cy="3148763"/>
          </a:xfrm>
        </p:grpSpPr>
        <p:sp>
          <p:nvSpPr>
            <p:cNvPr id="7" name="任意多边形 6"/>
            <p:cNvSpPr/>
            <p:nvPr/>
          </p:nvSpPr>
          <p:spPr>
            <a:xfrm>
              <a:off x="7023100" y="-8688"/>
              <a:ext cx="5168900" cy="3148763"/>
            </a:xfrm>
            <a:custGeom>
              <a:avLst/>
              <a:gdLst>
                <a:gd name="connsiteX0" fmla="*/ 71135 w 3937000"/>
                <a:gd name="connsiteY0" fmla="*/ 0 h 3485309"/>
                <a:gd name="connsiteX1" fmla="*/ 3937000 w 3937000"/>
                <a:gd name="connsiteY1" fmla="*/ 0 h 3485309"/>
                <a:gd name="connsiteX2" fmla="*/ 3937000 w 3937000"/>
                <a:gd name="connsiteY2" fmla="*/ 3481867 h 3485309"/>
                <a:gd name="connsiteX3" fmla="*/ 3922699 w 3937000"/>
                <a:gd name="connsiteY3" fmla="*/ 3482920 h 3485309"/>
                <a:gd name="connsiteX4" fmla="*/ 2859661 w 3937000"/>
                <a:gd name="connsiteY4" fmla="*/ 3266421 h 3485309"/>
                <a:gd name="connsiteX5" fmla="*/ 1800401 w 3937000"/>
                <a:gd name="connsiteY5" fmla="*/ 1945621 h 3485309"/>
                <a:gd name="connsiteX6" fmla="*/ 290652 w 3937000"/>
                <a:gd name="connsiteY6" fmla="*/ 1196321 h 3485309"/>
                <a:gd name="connsiteX7" fmla="*/ 39249 w 3937000"/>
                <a:gd name="connsiteY7" fmla="*/ 94695 h 3485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37000" h="3485309">
                  <a:moveTo>
                    <a:pt x="71135" y="0"/>
                  </a:moveTo>
                  <a:lnTo>
                    <a:pt x="3937000" y="0"/>
                  </a:lnTo>
                  <a:lnTo>
                    <a:pt x="3937000" y="3481867"/>
                  </a:lnTo>
                  <a:lnTo>
                    <a:pt x="3922699" y="3482920"/>
                  </a:lnTo>
                  <a:cubicBezTo>
                    <a:pt x="3552914" y="3498973"/>
                    <a:pt x="3193470" y="3434961"/>
                    <a:pt x="2859661" y="3266421"/>
                  </a:cubicBezTo>
                  <a:cubicBezTo>
                    <a:pt x="2096669" y="2881188"/>
                    <a:pt x="2228570" y="2290638"/>
                    <a:pt x="1800401" y="1945621"/>
                  </a:cubicBezTo>
                  <a:cubicBezTo>
                    <a:pt x="1372233" y="1600604"/>
                    <a:pt x="586920" y="1568854"/>
                    <a:pt x="290652" y="1196321"/>
                  </a:cubicBezTo>
                  <a:cubicBezTo>
                    <a:pt x="68451" y="916921"/>
                    <a:pt x="-72708" y="493456"/>
                    <a:pt x="39249" y="94695"/>
                  </a:cubicBezTo>
                  <a:close/>
                </a:path>
              </a:pathLst>
            </a:custGeom>
            <a:solidFill>
              <a:srgbClr val="BEC2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5"/>
            <p:cNvSpPr/>
            <p:nvPr/>
          </p:nvSpPr>
          <p:spPr bwMode="auto">
            <a:xfrm>
              <a:off x="7581900" y="-3175"/>
              <a:ext cx="4606925" cy="3013075"/>
            </a:xfrm>
            <a:custGeom>
              <a:avLst/>
              <a:gdLst>
                <a:gd name="T0" fmla="*/ 18 w 1619"/>
                <a:gd name="T1" fmla="*/ 36 h 1181"/>
                <a:gd name="T2" fmla="*/ 14 w 1619"/>
                <a:gd name="T3" fmla="*/ 108 h 1181"/>
                <a:gd name="T4" fmla="*/ 30 w 1619"/>
                <a:gd name="T5" fmla="*/ 285 h 1181"/>
                <a:gd name="T6" fmla="*/ 84 w 1619"/>
                <a:gd name="T7" fmla="*/ 425 h 1181"/>
                <a:gd name="T8" fmla="*/ 99 w 1619"/>
                <a:gd name="T9" fmla="*/ 448 h 1181"/>
                <a:gd name="T10" fmla="*/ 114 w 1619"/>
                <a:gd name="T11" fmla="*/ 469 h 1181"/>
                <a:gd name="T12" fmla="*/ 174 w 1619"/>
                <a:gd name="T13" fmla="*/ 519 h 1181"/>
                <a:gd name="T14" fmla="*/ 306 w 1619"/>
                <a:gd name="T15" fmla="*/ 572 h 1181"/>
                <a:gd name="T16" fmla="*/ 444 w 1619"/>
                <a:gd name="T17" fmla="*/ 615 h 1181"/>
                <a:gd name="T18" fmla="*/ 571 w 1619"/>
                <a:gd name="T19" fmla="*/ 681 h 1181"/>
                <a:gd name="T20" fmla="*/ 661 w 1619"/>
                <a:gd name="T21" fmla="*/ 794 h 1181"/>
                <a:gd name="T22" fmla="*/ 728 w 1619"/>
                <a:gd name="T23" fmla="*/ 921 h 1181"/>
                <a:gd name="T24" fmla="*/ 876 w 1619"/>
                <a:gd name="T25" fmla="*/ 1072 h 1181"/>
                <a:gd name="T26" fmla="*/ 907 w 1619"/>
                <a:gd name="T27" fmla="*/ 1090 h 1181"/>
                <a:gd name="T28" fmla="*/ 1003 w 1619"/>
                <a:gd name="T29" fmla="*/ 1135 h 1181"/>
                <a:gd name="T30" fmla="*/ 1054 w 1619"/>
                <a:gd name="T31" fmla="*/ 1150 h 1181"/>
                <a:gd name="T32" fmla="*/ 1353 w 1619"/>
                <a:gd name="T33" fmla="*/ 1143 h 1181"/>
                <a:gd name="T34" fmla="*/ 1554 w 1619"/>
                <a:gd name="T35" fmla="*/ 1068 h 1181"/>
                <a:gd name="T36" fmla="*/ 1619 w 1619"/>
                <a:gd name="T37" fmla="*/ 1037 h 1181"/>
                <a:gd name="T38" fmla="*/ 1491 w 1619"/>
                <a:gd name="T39" fmla="*/ 1104 h 1181"/>
                <a:gd name="T40" fmla="*/ 1356 w 1619"/>
                <a:gd name="T41" fmla="*/ 1154 h 1181"/>
                <a:gd name="T42" fmla="*/ 1068 w 1619"/>
                <a:gd name="T43" fmla="*/ 1168 h 1181"/>
                <a:gd name="T44" fmla="*/ 1051 w 1619"/>
                <a:gd name="T45" fmla="*/ 1164 h 1181"/>
                <a:gd name="T46" fmla="*/ 998 w 1619"/>
                <a:gd name="T47" fmla="*/ 1149 h 1181"/>
                <a:gd name="T48" fmla="*/ 899 w 1619"/>
                <a:gd name="T49" fmla="*/ 1102 h 1181"/>
                <a:gd name="T50" fmla="*/ 869 w 1619"/>
                <a:gd name="T51" fmla="*/ 1083 h 1181"/>
                <a:gd name="T52" fmla="*/ 760 w 1619"/>
                <a:gd name="T53" fmla="*/ 986 h 1181"/>
                <a:gd name="T54" fmla="*/ 654 w 1619"/>
                <a:gd name="T55" fmla="*/ 798 h 1181"/>
                <a:gd name="T56" fmla="*/ 606 w 1619"/>
                <a:gd name="T57" fmla="*/ 723 h 1181"/>
                <a:gd name="T58" fmla="*/ 595 w 1619"/>
                <a:gd name="T59" fmla="*/ 709 h 1181"/>
                <a:gd name="T60" fmla="*/ 442 w 1619"/>
                <a:gd name="T61" fmla="*/ 619 h 1181"/>
                <a:gd name="T62" fmla="*/ 304 w 1619"/>
                <a:gd name="T63" fmla="*/ 580 h 1181"/>
                <a:gd name="T64" fmla="*/ 168 w 1619"/>
                <a:gd name="T65" fmla="*/ 530 h 1181"/>
                <a:gd name="T66" fmla="*/ 104 w 1619"/>
                <a:gd name="T67" fmla="*/ 477 h 1181"/>
                <a:gd name="T68" fmla="*/ 88 w 1619"/>
                <a:gd name="T69" fmla="*/ 455 h 1181"/>
                <a:gd name="T70" fmla="*/ 74 w 1619"/>
                <a:gd name="T71" fmla="*/ 432 h 1181"/>
                <a:gd name="T72" fmla="*/ 60 w 1619"/>
                <a:gd name="T73" fmla="*/ 408 h 1181"/>
                <a:gd name="T74" fmla="*/ 49 w 1619"/>
                <a:gd name="T75" fmla="*/ 383 h 1181"/>
                <a:gd name="T76" fmla="*/ 39 w 1619"/>
                <a:gd name="T77" fmla="*/ 357 h 1181"/>
                <a:gd name="T78" fmla="*/ 28 w 1619"/>
                <a:gd name="T79" fmla="*/ 323 h 1181"/>
                <a:gd name="T80" fmla="*/ 21 w 1619"/>
                <a:gd name="T81" fmla="*/ 296 h 1181"/>
                <a:gd name="T82" fmla="*/ 21 w 1619"/>
                <a:gd name="T83" fmla="*/ 0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619" h="1181">
                  <a:moveTo>
                    <a:pt x="22" y="0"/>
                  </a:moveTo>
                  <a:cubicBezTo>
                    <a:pt x="18" y="36"/>
                    <a:pt x="18" y="36"/>
                    <a:pt x="18" y="36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5" y="84"/>
                    <a:pt x="14" y="96"/>
                    <a:pt x="14" y="108"/>
                  </a:cubicBezTo>
                  <a:cubicBezTo>
                    <a:pt x="14" y="120"/>
                    <a:pt x="14" y="132"/>
                    <a:pt x="14" y="143"/>
                  </a:cubicBezTo>
                  <a:cubicBezTo>
                    <a:pt x="15" y="191"/>
                    <a:pt x="20" y="239"/>
                    <a:pt x="30" y="285"/>
                  </a:cubicBezTo>
                  <a:cubicBezTo>
                    <a:pt x="40" y="332"/>
                    <a:pt x="57" y="376"/>
                    <a:pt x="80" y="418"/>
                  </a:cubicBezTo>
                  <a:cubicBezTo>
                    <a:pt x="84" y="425"/>
                    <a:pt x="84" y="425"/>
                    <a:pt x="84" y="425"/>
                  </a:cubicBezTo>
                  <a:cubicBezTo>
                    <a:pt x="86" y="428"/>
                    <a:pt x="87" y="430"/>
                    <a:pt x="89" y="433"/>
                  </a:cubicBezTo>
                  <a:cubicBezTo>
                    <a:pt x="99" y="448"/>
                    <a:pt x="99" y="448"/>
                    <a:pt x="99" y="448"/>
                  </a:cubicBezTo>
                  <a:cubicBezTo>
                    <a:pt x="102" y="453"/>
                    <a:pt x="106" y="457"/>
                    <a:pt x="109" y="462"/>
                  </a:cubicBezTo>
                  <a:cubicBezTo>
                    <a:pt x="114" y="469"/>
                    <a:pt x="114" y="469"/>
                    <a:pt x="114" y="469"/>
                  </a:cubicBezTo>
                  <a:cubicBezTo>
                    <a:pt x="116" y="472"/>
                    <a:pt x="118" y="474"/>
                    <a:pt x="120" y="476"/>
                  </a:cubicBezTo>
                  <a:cubicBezTo>
                    <a:pt x="135" y="493"/>
                    <a:pt x="154" y="508"/>
                    <a:pt x="174" y="519"/>
                  </a:cubicBezTo>
                  <a:cubicBezTo>
                    <a:pt x="194" y="531"/>
                    <a:pt x="216" y="541"/>
                    <a:pt x="238" y="549"/>
                  </a:cubicBezTo>
                  <a:cubicBezTo>
                    <a:pt x="260" y="558"/>
                    <a:pt x="283" y="565"/>
                    <a:pt x="306" y="572"/>
                  </a:cubicBezTo>
                  <a:cubicBezTo>
                    <a:pt x="375" y="593"/>
                    <a:pt x="375" y="593"/>
                    <a:pt x="375" y="593"/>
                  </a:cubicBezTo>
                  <a:cubicBezTo>
                    <a:pt x="398" y="600"/>
                    <a:pt x="421" y="607"/>
                    <a:pt x="444" y="615"/>
                  </a:cubicBezTo>
                  <a:cubicBezTo>
                    <a:pt x="466" y="623"/>
                    <a:pt x="488" y="633"/>
                    <a:pt x="510" y="643"/>
                  </a:cubicBezTo>
                  <a:cubicBezTo>
                    <a:pt x="532" y="654"/>
                    <a:pt x="552" y="666"/>
                    <a:pt x="571" y="681"/>
                  </a:cubicBezTo>
                  <a:cubicBezTo>
                    <a:pt x="590" y="696"/>
                    <a:pt x="607" y="714"/>
                    <a:pt x="622" y="733"/>
                  </a:cubicBezTo>
                  <a:cubicBezTo>
                    <a:pt x="637" y="752"/>
                    <a:pt x="649" y="773"/>
                    <a:pt x="661" y="794"/>
                  </a:cubicBezTo>
                  <a:cubicBezTo>
                    <a:pt x="672" y="816"/>
                    <a:pt x="683" y="837"/>
                    <a:pt x="694" y="858"/>
                  </a:cubicBezTo>
                  <a:cubicBezTo>
                    <a:pt x="705" y="880"/>
                    <a:pt x="716" y="901"/>
                    <a:pt x="728" y="921"/>
                  </a:cubicBezTo>
                  <a:cubicBezTo>
                    <a:pt x="753" y="961"/>
                    <a:pt x="784" y="998"/>
                    <a:pt x="819" y="1029"/>
                  </a:cubicBezTo>
                  <a:cubicBezTo>
                    <a:pt x="837" y="1045"/>
                    <a:pt x="856" y="1059"/>
                    <a:pt x="876" y="1072"/>
                  </a:cubicBezTo>
                  <a:cubicBezTo>
                    <a:pt x="891" y="1081"/>
                    <a:pt x="891" y="1081"/>
                    <a:pt x="891" y="1081"/>
                  </a:cubicBezTo>
                  <a:cubicBezTo>
                    <a:pt x="896" y="1084"/>
                    <a:pt x="901" y="1087"/>
                    <a:pt x="907" y="1090"/>
                  </a:cubicBezTo>
                  <a:cubicBezTo>
                    <a:pt x="917" y="1096"/>
                    <a:pt x="927" y="1101"/>
                    <a:pt x="938" y="1107"/>
                  </a:cubicBezTo>
                  <a:cubicBezTo>
                    <a:pt x="959" y="1117"/>
                    <a:pt x="981" y="1127"/>
                    <a:pt x="1003" y="1135"/>
                  </a:cubicBezTo>
                  <a:cubicBezTo>
                    <a:pt x="1014" y="1139"/>
                    <a:pt x="1026" y="1142"/>
                    <a:pt x="1037" y="1145"/>
                  </a:cubicBezTo>
                  <a:cubicBezTo>
                    <a:pt x="1043" y="1147"/>
                    <a:pt x="1048" y="1148"/>
                    <a:pt x="1054" y="1150"/>
                  </a:cubicBezTo>
                  <a:cubicBezTo>
                    <a:pt x="1060" y="1151"/>
                    <a:pt x="1066" y="1153"/>
                    <a:pt x="1071" y="1154"/>
                  </a:cubicBezTo>
                  <a:cubicBezTo>
                    <a:pt x="1164" y="1174"/>
                    <a:pt x="1261" y="1167"/>
                    <a:pt x="1353" y="1143"/>
                  </a:cubicBezTo>
                  <a:cubicBezTo>
                    <a:pt x="1399" y="1132"/>
                    <a:pt x="1444" y="1116"/>
                    <a:pt x="1489" y="1097"/>
                  </a:cubicBezTo>
                  <a:cubicBezTo>
                    <a:pt x="1511" y="1088"/>
                    <a:pt x="1532" y="1078"/>
                    <a:pt x="1554" y="1068"/>
                  </a:cubicBezTo>
                  <a:cubicBezTo>
                    <a:pt x="1576" y="1058"/>
                    <a:pt x="1597" y="1047"/>
                    <a:pt x="1618" y="1036"/>
                  </a:cubicBezTo>
                  <a:cubicBezTo>
                    <a:pt x="1619" y="1037"/>
                    <a:pt x="1619" y="1037"/>
                    <a:pt x="1619" y="1037"/>
                  </a:cubicBezTo>
                  <a:cubicBezTo>
                    <a:pt x="1598" y="1049"/>
                    <a:pt x="1577" y="1061"/>
                    <a:pt x="1556" y="1072"/>
                  </a:cubicBezTo>
                  <a:cubicBezTo>
                    <a:pt x="1535" y="1083"/>
                    <a:pt x="1513" y="1094"/>
                    <a:pt x="1491" y="1104"/>
                  </a:cubicBezTo>
                  <a:cubicBezTo>
                    <a:pt x="1469" y="1114"/>
                    <a:pt x="1447" y="1123"/>
                    <a:pt x="1425" y="1132"/>
                  </a:cubicBezTo>
                  <a:cubicBezTo>
                    <a:pt x="1402" y="1140"/>
                    <a:pt x="1379" y="1148"/>
                    <a:pt x="1356" y="1154"/>
                  </a:cubicBezTo>
                  <a:cubicBezTo>
                    <a:pt x="1309" y="1167"/>
                    <a:pt x="1262" y="1175"/>
                    <a:pt x="1213" y="1178"/>
                  </a:cubicBezTo>
                  <a:cubicBezTo>
                    <a:pt x="1165" y="1181"/>
                    <a:pt x="1116" y="1178"/>
                    <a:pt x="1068" y="1168"/>
                  </a:cubicBezTo>
                  <a:cubicBezTo>
                    <a:pt x="1065" y="1168"/>
                    <a:pt x="1062" y="1167"/>
                    <a:pt x="1059" y="1166"/>
                  </a:cubicBezTo>
                  <a:cubicBezTo>
                    <a:pt x="1051" y="1164"/>
                    <a:pt x="1051" y="1164"/>
                    <a:pt x="1051" y="1164"/>
                  </a:cubicBezTo>
                  <a:cubicBezTo>
                    <a:pt x="1045" y="1163"/>
                    <a:pt x="1039" y="1161"/>
                    <a:pt x="1033" y="1160"/>
                  </a:cubicBezTo>
                  <a:cubicBezTo>
                    <a:pt x="1021" y="1156"/>
                    <a:pt x="1010" y="1153"/>
                    <a:pt x="998" y="1149"/>
                  </a:cubicBezTo>
                  <a:cubicBezTo>
                    <a:pt x="975" y="1141"/>
                    <a:pt x="953" y="1131"/>
                    <a:pt x="931" y="1120"/>
                  </a:cubicBezTo>
                  <a:cubicBezTo>
                    <a:pt x="921" y="1114"/>
                    <a:pt x="910" y="1109"/>
                    <a:pt x="899" y="1102"/>
                  </a:cubicBezTo>
                  <a:cubicBezTo>
                    <a:pt x="894" y="1099"/>
                    <a:pt x="889" y="1096"/>
                    <a:pt x="884" y="1093"/>
                  </a:cubicBezTo>
                  <a:cubicBezTo>
                    <a:pt x="869" y="1083"/>
                    <a:pt x="869" y="1083"/>
                    <a:pt x="869" y="1083"/>
                  </a:cubicBezTo>
                  <a:cubicBezTo>
                    <a:pt x="848" y="1070"/>
                    <a:pt x="829" y="1055"/>
                    <a:pt x="811" y="1039"/>
                  </a:cubicBezTo>
                  <a:cubicBezTo>
                    <a:pt x="793" y="1023"/>
                    <a:pt x="776" y="1005"/>
                    <a:pt x="760" y="986"/>
                  </a:cubicBezTo>
                  <a:cubicBezTo>
                    <a:pt x="745" y="967"/>
                    <a:pt x="731" y="947"/>
                    <a:pt x="719" y="927"/>
                  </a:cubicBezTo>
                  <a:cubicBezTo>
                    <a:pt x="694" y="885"/>
                    <a:pt x="675" y="840"/>
                    <a:pt x="654" y="798"/>
                  </a:cubicBezTo>
                  <a:cubicBezTo>
                    <a:pt x="643" y="777"/>
                    <a:pt x="631" y="756"/>
                    <a:pt x="617" y="737"/>
                  </a:cubicBezTo>
                  <a:cubicBezTo>
                    <a:pt x="614" y="732"/>
                    <a:pt x="610" y="727"/>
                    <a:pt x="606" y="723"/>
                  </a:cubicBezTo>
                  <a:cubicBezTo>
                    <a:pt x="601" y="716"/>
                    <a:pt x="601" y="716"/>
                    <a:pt x="601" y="716"/>
                  </a:cubicBezTo>
                  <a:cubicBezTo>
                    <a:pt x="595" y="709"/>
                    <a:pt x="595" y="709"/>
                    <a:pt x="595" y="709"/>
                  </a:cubicBezTo>
                  <a:cubicBezTo>
                    <a:pt x="586" y="701"/>
                    <a:pt x="578" y="693"/>
                    <a:pt x="568" y="685"/>
                  </a:cubicBezTo>
                  <a:cubicBezTo>
                    <a:pt x="531" y="655"/>
                    <a:pt x="487" y="635"/>
                    <a:pt x="442" y="619"/>
                  </a:cubicBezTo>
                  <a:cubicBezTo>
                    <a:pt x="419" y="612"/>
                    <a:pt x="397" y="605"/>
                    <a:pt x="373" y="598"/>
                  </a:cubicBezTo>
                  <a:cubicBezTo>
                    <a:pt x="304" y="580"/>
                    <a:pt x="304" y="580"/>
                    <a:pt x="304" y="580"/>
                  </a:cubicBezTo>
                  <a:cubicBezTo>
                    <a:pt x="281" y="573"/>
                    <a:pt x="258" y="567"/>
                    <a:pt x="235" y="559"/>
                  </a:cubicBezTo>
                  <a:cubicBezTo>
                    <a:pt x="212" y="551"/>
                    <a:pt x="189" y="542"/>
                    <a:pt x="168" y="530"/>
                  </a:cubicBezTo>
                  <a:cubicBezTo>
                    <a:pt x="147" y="518"/>
                    <a:pt x="127" y="503"/>
                    <a:pt x="110" y="484"/>
                  </a:cubicBezTo>
                  <a:cubicBezTo>
                    <a:pt x="108" y="482"/>
                    <a:pt x="106" y="479"/>
                    <a:pt x="104" y="477"/>
                  </a:cubicBezTo>
                  <a:cubicBezTo>
                    <a:pt x="99" y="470"/>
                    <a:pt x="99" y="470"/>
                    <a:pt x="99" y="470"/>
                  </a:cubicBezTo>
                  <a:cubicBezTo>
                    <a:pt x="95" y="465"/>
                    <a:pt x="92" y="460"/>
                    <a:pt x="88" y="455"/>
                  </a:cubicBezTo>
                  <a:cubicBezTo>
                    <a:pt x="78" y="439"/>
                    <a:pt x="78" y="439"/>
                    <a:pt x="78" y="439"/>
                  </a:cubicBezTo>
                  <a:cubicBezTo>
                    <a:pt x="77" y="437"/>
                    <a:pt x="75" y="434"/>
                    <a:pt x="74" y="432"/>
                  </a:cubicBezTo>
                  <a:cubicBezTo>
                    <a:pt x="69" y="424"/>
                    <a:pt x="69" y="424"/>
                    <a:pt x="69" y="424"/>
                  </a:cubicBezTo>
                  <a:cubicBezTo>
                    <a:pt x="60" y="408"/>
                    <a:pt x="60" y="408"/>
                    <a:pt x="60" y="408"/>
                  </a:cubicBezTo>
                  <a:cubicBezTo>
                    <a:pt x="53" y="391"/>
                    <a:pt x="53" y="391"/>
                    <a:pt x="53" y="391"/>
                  </a:cubicBezTo>
                  <a:cubicBezTo>
                    <a:pt x="49" y="383"/>
                    <a:pt x="49" y="383"/>
                    <a:pt x="49" y="383"/>
                  </a:cubicBezTo>
                  <a:cubicBezTo>
                    <a:pt x="48" y="380"/>
                    <a:pt x="47" y="377"/>
                    <a:pt x="46" y="374"/>
                  </a:cubicBezTo>
                  <a:cubicBezTo>
                    <a:pt x="39" y="357"/>
                    <a:pt x="39" y="357"/>
                    <a:pt x="39" y="357"/>
                  </a:cubicBezTo>
                  <a:cubicBezTo>
                    <a:pt x="37" y="352"/>
                    <a:pt x="35" y="346"/>
                    <a:pt x="33" y="340"/>
                  </a:cubicBezTo>
                  <a:cubicBezTo>
                    <a:pt x="32" y="334"/>
                    <a:pt x="30" y="329"/>
                    <a:pt x="28" y="323"/>
                  </a:cubicBezTo>
                  <a:cubicBezTo>
                    <a:pt x="24" y="305"/>
                    <a:pt x="24" y="305"/>
                    <a:pt x="24" y="305"/>
                  </a:cubicBezTo>
                  <a:cubicBezTo>
                    <a:pt x="23" y="302"/>
                    <a:pt x="22" y="299"/>
                    <a:pt x="21" y="296"/>
                  </a:cubicBezTo>
                  <a:cubicBezTo>
                    <a:pt x="20" y="287"/>
                    <a:pt x="20" y="287"/>
                    <a:pt x="20" y="287"/>
                  </a:cubicBezTo>
                  <a:cubicBezTo>
                    <a:pt x="0" y="192"/>
                    <a:pt x="4" y="94"/>
                    <a:pt x="21" y="0"/>
                  </a:cubicBezTo>
                  <a:lnTo>
                    <a:pt x="22" y="0"/>
                  </a:lnTo>
                  <a:close/>
                </a:path>
              </a:pathLst>
            </a:custGeom>
            <a:solidFill>
              <a:srgbClr val="5634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792" name="组合 791"/>
          <p:cNvGrpSpPr/>
          <p:nvPr/>
        </p:nvGrpSpPr>
        <p:grpSpPr>
          <a:xfrm>
            <a:off x="5466631" y="752626"/>
            <a:ext cx="4231498" cy="4289274"/>
            <a:chOff x="8518" y="2083"/>
            <a:chExt cx="6664" cy="6755"/>
          </a:xfrm>
        </p:grpSpPr>
        <p:sp>
          <p:nvSpPr>
            <p:cNvPr id="9" name="文本框 8"/>
            <p:cNvSpPr txBox="1"/>
            <p:nvPr>
              <p:custDataLst>
                <p:tags r:id="rId1"/>
              </p:custDataLst>
            </p:nvPr>
          </p:nvSpPr>
          <p:spPr>
            <a:xfrm>
              <a:off x="9942" y="2083"/>
              <a:ext cx="3533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i="0" u="none" strike="noStrike" kern="1200" cap="none" spc="0" normalizeH="0" baseline="0" noProof="0" dirty="0">
                  <a:ln>
                    <a:noFill/>
                  </a:ln>
                  <a:solidFill>
                    <a:srgbClr val="56342D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Matlab</a:t>
              </a: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rgbClr val="56342D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介绍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56342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椭圆 9"/>
            <p:cNvSpPr/>
            <p:nvPr>
              <p:custDataLst>
                <p:tags r:id="rId2"/>
              </p:custDataLst>
            </p:nvPr>
          </p:nvSpPr>
          <p:spPr>
            <a:xfrm>
              <a:off x="8518" y="2096"/>
              <a:ext cx="1036" cy="1036"/>
            </a:xfrm>
            <a:prstGeom prst="ellipse">
              <a:avLst/>
            </a:prstGeom>
            <a:solidFill>
              <a:srgbClr val="5634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1EE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3"/>
              </p:custDataLst>
            </p:nvPr>
          </p:nvSpPr>
          <p:spPr>
            <a:xfrm>
              <a:off x="8609" y="2316"/>
              <a:ext cx="843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F1EEE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1EE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4"/>
              </p:custDataLst>
            </p:nvPr>
          </p:nvSpPr>
          <p:spPr>
            <a:xfrm>
              <a:off x="9974" y="2776"/>
              <a:ext cx="5208" cy="4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en-US" sz="1400" dirty="0">
                  <a:solidFill>
                    <a:srgbClr val="5634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什么是</a:t>
              </a:r>
              <a:r>
                <a:rPr lang="en-US" altLang="zh-CN" sz="1400" dirty="0">
                  <a:solidFill>
                    <a:srgbClr val="5634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matlab</a:t>
              </a:r>
              <a:r>
                <a:rPr lang="zh-CN" altLang="en-US" sz="1400" dirty="0">
                  <a:solidFill>
                    <a:srgbClr val="5634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lang="zh-CN" altLang="en-US" sz="14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5"/>
              </p:custDataLst>
            </p:nvPr>
          </p:nvSpPr>
          <p:spPr>
            <a:xfrm>
              <a:off x="9942" y="3912"/>
              <a:ext cx="3533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srgbClr val="56342D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基础矩阵操作</a:t>
              </a:r>
              <a:endPara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56342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椭圆 13"/>
            <p:cNvSpPr/>
            <p:nvPr>
              <p:custDataLst>
                <p:tags r:id="rId6"/>
              </p:custDataLst>
            </p:nvPr>
          </p:nvSpPr>
          <p:spPr>
            <a:xfrm>
              <a:off x="8518" y="3925"/>
              <a:ext cx="1036" cy="1036"/>
            </a:xfrm>
            <a:prstGeom prst="ellipse">
              <a:avLst/>
            </a:prstGeom>
            <a:solidFill>
              <a:srgbClr val="5634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1EE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7"/>
              </p:custDataLst>
            </p:nvPr>
          </p:nvSpPr>
          <p:spPr>
            <a:xfrm>
              <a:off x="8609" y="4145"/>
              <a:ext cx="843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1EEE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1EE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8"/>
              </p:custDataLst>
            </p:nvPr>
          </p:nvSpPr>
          <p:spPr>
            <a:xfrm>
              <a:off x="9974" y="4605"/>
              <a:ext cx="5208" cy="4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en-US" sz="1400" dirty="0">
                  <a:solidFill>
                    <a:srgbClr val="5634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初识矩阵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6342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9"/>
              </p:custDataLst>
            </p:nvPr>
          </p:nvSpPr>
          <p:spPr>
            <a:xfrm>
              <a:off x="9942" y="5866"/>
              <a:ext cx="3533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5634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基础计算</a:t>
              </a:r>
              <a:endPara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56342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椭圆 17"/>
            <p:cNvSpPr/>
            <p:nvPr>
              <p:custDataLst>
                <p:tags r:id="rId10"/>
              </p:custDataLst>
            </p:nvPr>
          </p:nvSpPr>
          <p:spPr>
            <a:xfrm>
              <a:off x="8518" y="5878"/>
              <a:ext cx="1036" cy="1036"/>
            </a:xfrm>
            <a:prstGeom prst="ellipse">
              <a:avLst/>
            </a:prstGeom>
            <a:solidFill>
              <a:srgbClr val="5634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1EE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11"/>
              </p:custDataLst>
            </p:nvPr>
          </p:nvSpPr>
          <p:spPr>
            <a:xfrm>
              <a:off x="8609" y="6099"/>
              <a:ext cx="843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1EEE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1EE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矩形 19"/>
            <p:cNvSpPr/>
            <p:nvPr>
              <p:custDataLst>
                <p:tags r:id="rId12"/>
              </p:custDataLst>
            </p:nvPr>
          </p:nvSpPr>
          <p:spPr>
            <a:xfrm>
              <a:off x="9974" y="6559"/>
              <a:ext cx="5208" cy="4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rgbClr val="5634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数学基础运算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6342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13"/>
              </p:custDataLst>
            </p:nvPr>
          </p:nvSpPr>
          <p:spPr>
            <a:xfrm>
              <a:off x="9942" y="7661"/>
              <a:ext cx="3533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noProof="0" dirty="0">
                  <a:ln>
                    <a:noFill/>
                  </a:ln>
                  <a:solidFill>
                    <a:srgbClr val="56342D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简单绘图</a:t>
              </a:r>
              <a:endParaRPr lang="zh-CN" altLang="en-US" sz="2400" noProof="0" dirty="0">
                <a:ln>
                  <a:noFill/>
                </a:ln>
                <a:solidFill>
                  <a:srgbClr val="56342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2" name="椭圆 21"/>
            <p:cNvSpPr/>
            <p:nvPr>
              <p:custDataLst>
                <p:tags r:id="rId14"/>
              </p:custDataLst>
            </p:nvPr>
          </p:nvSpPr>
          <p:spPr>
            <a:xfrm>
              <a:off x="8518" y="7674"/>
              <a:ext cx="1036" cy="1036"/>
            </a:xfrm>
            <a:prstGeom prst="ellipse">
              <a:avLst/>
            </a:prstGeom>
            <a:solidFill>
              <a:srgbClr val="5634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1EE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15"/>
              </p:custDataLst>
            </p:nvPr>
          </p:nvSpPr>
          <p:spPr>
            <a:xfrm>
              <a:off x="8609" y="7894"/>
              <a:ext cx="843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1EEE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1EE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矩形 23"/>
            <p:cNvSpPr/>
            <p:nvPr>
              <p:custDataLst>
                <p:tags r:id="rId16"/>
              </p:custDataLst>
            </p:nvPr>
          </p:nvSpPr>
          <p:spPr>
            <a:xfrm>
              <a:off x="9974" y="8355"/>
              <a:ext cx="3754" cy="4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rgbClr val="5634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基础二维绘图介绍</a:t>
              </a:r>
              <a:endParaRPr lang="zh-CN" altLang="en-US" sz="14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32"/>
          <p:cNvSpPr txBox="1"/>
          <p:nvPr/>
        </p:nvSpPr>
        <p:spPr>
          <a:xfrm>
            <a:off x="840068" y="1631622"/>
            <a:ext cx="1910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en-US" altLang="zh-CN" sz="20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PA_文本框 2"/>
          <p:cNvSpPr txBox="1"/>
          <p:nvPr/>
        </p:nvSpPr>
        <p:spPr>
          <a:xfrm>
            <a:off x="746643" y="738465"/>
            <a:ext cx="1982964" cy="95410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5600" b="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sz="5600" b="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61" name="Google Shape;4561;p69"/>
          <p:cNvSpPr/>
          <p:nvPr/>
        </p:nvSpPr>
        <p:spPr>
          <a:xfrm>
            <a:off x="9062857" y="1314203"/>
            <a:ext cx="3279652" cy="4554024"/>
          </a:xfrm>
          <a:custGeom>
            <a:avLst/>
            <a:gdLst/>
            <a:ahLst/>
            <a:cxnLst/>
            <a:rect l="l" t="t" r="r" b="b"/>
            <a:pathLst>
              <a:path w="92138" h="127940" extrusionOk="0">
                <a:moveTo>
                  <a:pt x="85073" y="0"/>
                </a:moveTo>
                <a:cubicBezTo>
                  <a:pt x="85013" y="0"/>
                  <a:pt x="84958" y="40"/>
                  <a:pt x="84958" y="108"/>
                </a:cubicBezTo>
                <a:cubicBezTo>
                  <a:pt x="84899" y="167"/>
                  <a:pt x="84919" y="266"/>
                  <a:pt x="84998" y="326"/>
                </a:cubicBezTo>
                <a:cubicBezTo>
                  <a:pt x="85573" y="603"/>
                  <a:pt x="86128" y="940"/>
                  <a:pt x="86644" y="1337"/>
                </a:cubicBezTo>
                <a:lnTo>
                  <a:pt x="86743" y="1337"/>
                </a:lnTo>
                <a:cubicBezTo>
                  <a:pt x="86783" y="1337"/>
                  <a:pt x="86842" y="1317"/>
                  <a:pt x="86882" y="1297"/>
                </a:cubicBezTo>
                <a:cubicBezTo>
                  <a:pt x="86922" y="1218"/>
                  <a:pt x="86902" y="1119"/>
                  <a:pt x="86842" y="1059"/>
                </a:cubicBezTo>
                <a:cubicBezTo>
                  <a:pt x="86307" y="663"/>
                  <a:pt x="85732" y="326"/>
                  <a:pt x="85157" y="28"/>
                </a:cubicBezTo>
                <a:cubicBezTo>
                  <a:pt x="85131" y="9"/>
                  <a:pt x="85102" y="0"/>
                  <a:pt x="85073" y="0"/>
                </a:cubicBezTo>
                <a:close/>
                <a:moveTo>
                  <a:pt x="88675" y="2762"/>
                </a:moveTo>
                <a:cubicBezTo>
                  <a:pt x="88636" y="2762"/>
                  <a:pt x="88595" y="2777"/>
                  <a:pt x="88568" y="2805"/>
                </a:cubicBezTo>
                <a:cubicBezTo>
                  <a:pt x="88488" y="2844"/>
                  <a:pt x="88488" y="2963"/>
                  <a:pt x="88548" y="3023"/>
                </a:cubicBezTo>
                <a:cubicBezTo>
                  <a:pt x="88984" y="3499"/>
                  <a:pt x="89381" y="4014"/>
                  <a:pt x="89738" y="4570"/>
                </a:cubicBezTo>
                <a:cubicBezTo>
                  <a:pt x="89777" y="4609"/>
                  <a:pt x="89817" y="4629"/>
                  <a:pt x="89877" y="4629"/>
                </a:cubicBezTo>
                <a:lnTo>
                  <a:pt x="89956" y="4609"/>
                </a:lnTo>
                <a:cubicBezTo>
                  <a:pt x="90035" y="4550"/>
                  <a:pt x="90055" y="4451"/>
                  <a:pt x="89996" y="4371"/>
                </a:cubicBezTo>
                <a:cubicBezTo>
                  <a:pt x="89658" y="3816"/>
                  <a:pt x="89242" y="3300"/>
                  <a:pt x="88786" y="2824"/>
                </a:cubicBezTo>
                <a:cubicBezTo>
                  <a:pt x="88765" y="2782"/>
                  <a:pt x="88721" y="2762"/>
                  <a:pt x="88675" y="2762"/>
                </a:cubicBezTo>
                <a:close/>
                <a:moveTo>
                  <a:pt x="91110" y="6597"/>
                </a:moveTo>
                <a:cubicBezTo>
                  <a:pt x="91089" y="6597"/>
                  <a:pt x="91068" y="6602"/>
                  <a:pt x="91047" y="6612"/>
                </a:cubicBezTo>
                <a:cubicBezTo>
                  <a:pt x="90967" y="6632"/>
                  <a:pt x="90908" y="6731"/>
                  <a:pt x="90947" y="6810"/>
                </a:cubicBezTo>
                <a:cubicBezTo>
                  <a:pt x="91185" y="7425"/>
                  <a:pt x="91384" y="8040"/>
                  <a:pt x="91523" y="8675"/>
                </a:cubicBezTo>
                <a:cubicBezTo>
                  <a:pt x="91542" y="8754"/>
                  <a:pt x="91622" y="8794"/>
                  <a:pt x="91701" y="8794"/>
                </a:cubicBezTo>
                <a:lnTo>
                  <a:pt x="91721" y="8794"/>
                </a:lnTo>
                <a:cubicBezTo>
                  <a:pt x="91800" y="8774"/>
                  <a:pt x="91860" y="8694"/>
                  <a:pt x="91840" y="8595"/>
                </a:cubicBezTo>
                <a:cubicBezTo>
                  <a:pt x="91681" y="7941"/>
                  <a:pt x="91483" y="7306"/>
                  <a:pt x="91245" y="6692"/>
                </a:cubicBezTo>
                <a:cubicBezTo>
                  <a:pt x="91216" y="6633"/>
                  <a:pt x="91166" y="6597"/>
                  <a:pt x="91110" y="6597"/>
                </a:cubicBezTo>
                <a:close/>
                <a:moveTo>
                  <a:pt x="91959" y="11054"/>
                </a:moveTo>
                <a:cubicBezTo>
                  <a:pt x="91879" y="11054"/>
                  <a:pt x="91800" y="11114"/>
                  <a:pt x="91780" y="11213"/>
                </a:cubicBezTo>
                <a:cubicBezTo>
                  <a:pt x="91800" y="11848"/>
                  <a:pt x="91741" y="12502"/>
                  <a:pt x="91622" y="13137"/>
                </a:cubicBezTo>
                <a:cubicBezTo>
                  <a:pt x="91622" y="13236"/>
                  <a:pt x="91681" y="13315"/>
                  <a:pt x="91760" y="13335"/>
                </a:cubicBezTo>
                <a:lnTo>
                  <a:pt x="91800" y="13335"/>
                </a:lnTo>
                <a:cubicBezTo>
                  <a:pt x="91879" y="13335"/>
                  <a:pt x="91939" y="13275"/>
                  <a:pt x="91939" y="13196"/>
                </a:cubicBezTo>
                <a:cubicBezTo>
                  <a:pt x="92058" y="12542"/>
                  <a:pt x="92117" y="11887"/>
                  <a:pt x="92137" y="11233"/>
                </a:cubicBezTo>
                <a:cubicBezTo>
                  <a:pt x="92137" y="11134"/>
                  <a:pt x="92058" y="11054"/>
                  <a:pt x="91959" y="11054"/>
                </a:cubicBezTo>
                <a:close/>
                <a:moveTo>
                  <a:pt x="91092" y="15504"/>
                </a:moveTo>
                <a:cubicBezTo>
                  <a:pt x="91027" y="15504"/>
                  <a:pt x="90963" y="15554"/>
                  <a:pt x="90947" y="15616"/>
                </a:cubicBezTo>
                <a:cubicBezTo>
                  <a:pt x="90709" y="16211"/>
                  <a:pt x="90432" y="16786"/>
                  <a:pt x="90134" y="17381"/>
                </a:cubicBezTo>
                <a:cubicBezTo>
                  <a:pt x="90095" y="17460"/>
                  <a:pt x="90114" y="17539"/>
                  <a:pt x="90174" y="17599"/>
                </a:cubicBezTo>
                <a:lnTo>
                  <a:pt x="90253" y="17599"/>
                </a:lnTo>
                <a:cubicBezTo>
                  <a:pt x="90313" y="17599"/>
                  <a:pt x="90372" y="17579"/>
                  <a:pt x="90412" y="17519"/>
                </a:cubicBezTo>
                <a:cubicBezTo>
                  <a:pt x="90729" y="16944"/>
                  <a:pt x="91007" y="16349"/>
                  <a:pt x="91245" y="15735"/>
                </a:cubicBezTo>
                <a:cubicBezTo>
                  <a:pt x="91265" y="15635"/>
                  <a:pt x="91245" y="15536"/>
                  <a:pt x="91146" y="15516"/>
                </a:cubicBezTo>
                <a:cubicBezTo>
                  <a:pt x="91128" y="15508"/>
                  <a:pt x="91110" y="15504"/>
                  <a:pt x="91092" y="15504"/>
                </a:cubicBezTo>
                <a:close/>
                <a:moveTo>
                  <a:pt x="88856" y="19462"/>
                </a:moveTo>
                <a:cubicBezTo>
                  <a:pt x="88802" y="19462"/>
                  <a:pt x="88752" y="19484"/>
                  <a:pt x="88726" y="19522"/>
                </a:cubicBezTo>
                <a:cubicBezTo>
                  <a:pt x="88330" y="20018"/>
                  <a:pt x="87893" y="20514"/>
                  <a:pt x="87457" y="20990"/>
                </a:cubicBezTo>
                <a:cubicBezTo>
                  <a:pt x="87378" y="21049"/>
                  <a:pt x="87378" y="21168"/>
                  <a:pt x="87457" y="21208"/>
                </a:cubicBezTo>
                <a:lnTo>
                  <a:pt x="87576" y="21267"/>
                </a:lnTo>
                <a:lnTo>
                  <a:pt x="87675" y="21208"/>
                </a:lnTo>
                <a:cubicBezTo>
                  <a:pt x="88131" y="20752"/>
                  <a:pt x="88568" y="20256"/>
                  <a:pt x="88964" y="19721"/>
                </a:cubicBezTo>
                <a:cubicBezTo>
                  <a:pt x="89024" y="19661"/>
                  <a:pt x="89004" y="19542"/>
                  <a:pt x="88944" y="19483"/>
                </a:cubicBezTo>
                <a:cubicBezTo>
                  <a:pt x="88916" y="19469"/>
                  <a:pt x="88886" y="19462"/>
                  <a:pt x="88856" y="19462"/>
                </a:cubicBezTo>
                <a:close/>
                <a:moveTo>
                  <a:pt x="85625" y="22735"/>
                </a:moveTo>
                <a:cubicBezTo>
                  <a:pt x="85601" y="22735"/>
                  <a:pt x="85577" y="22741"/>
                  <a:pt x="85553" y="22755"/>
                </a:cubicBezTo>
                <a:cubicBezTo>
                  <a:pt x="85057" y="23151"/>
                  <a:pt x="84522" y="23548"/>
                  <a:pt x="83987" y="23925"/>
                </a:cubicBezTo>
                <a:cubicBezTo>
                  <a:pt x="83907" y="23965"/>
                  <a:pt x="83887" y="24084"/>
                  <a:pt x="83967" y="24143"/>
                </a:cubicBezTo>
                <a:cubicBezTo>
                  <a:pt x="83987" y="24183"/>
                  <a:pt x="84026" y="24222"/>
                  <a:pt x="84086" y="24222"/>
                </a:cubicBezTo>
                <a:lnTo>
                  <a:pt x="84185" y="24183"/>
                </a:lnTo>
                <a:cubicBezTo>
                  <a:pt x="84720" y="23826"/>
                  <a:pt x="85256" y="23429"/>
                  <a:pt x="85771" y="22993"/>
                </a:cubicBezTo>
                <a:cubicBezTo>
                  <a:pt x="85837" y="22878"/>
                  <a:pt x="85739" y="22735"/>
                  <a:pt x="85625" y="22735"/>
                </a:cubicBezTo>
                <a:close/>
                <a:moveTo>
                  <a:pt x="81855" y="25254"/>
                </a:moveTo>
                <a:cubicBezTo>
                  <a:pt x="81829" y="25254"/>
                  <a:pt x="81805" y="25260"/>
                  <a:pt x="81785" y="25273"/>
                </a:cubicBezTo>
                <a:lnTo>
                  <a:pt x="81706" y="25273"/>
                </a:lnTo>
                <a:lnTo>
                  <a:pt x="80020" y="26106"/>
                </a:lnTo>
                <a:cubicBezTo>
                  <a:pt x="79834" y="26144"/>
                  <a:pt x="79893" y="26407"/>
                  <a:pt x="80064" y="26407"/>
                </a:cubicBezTo>
                <a:cubicBezTo>
                  <a:pt x="80075" y="26407"/>
                  <a:pt x="80087" y="26406"/>
                  <a:pt x="80100" y="26404"/>
                </a:cubicBezTo>
                <a:lnTo>
                  <a:pt x="80159" y="26424"/>
                </a:lnTo>
                <a:lnTo>
                  <a:pt x="81845" y="25611"/>
                </a:lnTo>
                <a:lnTo>
                  <a:pt x="81924" y="25551"/>
                </a:lnTo>
                <a:cubicBezTo>
                  <a:pt x="82023" y="25531"/>
                  <a:pt x="82043" y="25412"/>
                  <a:pt x="82003" y="25333"/>
                </a:cubicBezTo>
                <a:cubicBezTo>
                  <a:pt x="81964" y="25280"/>
                  <a:pt x="81907" y="25254"/>
                  <a:pt x="81855" y="25254"/>
                </a:cubicBezTo>
                <a:close/>
                <a:moveTo>
                  <a:pt x="77650" y="27033"/>
                </a:moveTo>
                <a:cubicBezTo>
                  <a:pt x="77634" y="27033"/>
                  <a:pt x="77618" y="27035"/>
                  <a:pt x="77601" y="27038"/>
                </a:cubicBezTo>
                <a:cubicBezTo>
                  <a:pt x="77026" y="27257"/>
                  <a:pt x="76391" y="27455"/>
                  <a:pt x="75757" y="27653"/>
                </a:cubicBezTo>
                <a:cubicBezTo>
                  <a:pt x="75677" y="27693"/>
                  <a:pt x="75638" y="27772"/>
                  <a:pt x="75657" y="27851"/>
                </a:cubicBezTo>
                <a:cubicBezTo>
                  <a:pt x="75657" y="27931"/>
                  <a:pt x="75737" y="27990"/>
                  <a:pt x="75796" y="27990"/>
                </a:cubicBezTo>
                <a:lnTo>
                  <a:pt x="75856" y="27970"/>
                </a:lnTo>
                <a:lnTo>
                  <a:pt x="77720" y="27376"/>
                </a:lnTo>
                <a:cubicBezTo>
                  <a:pt x="77819" y="27316"/>
                  <a:pt x="77859" y="27237"/>
                  <a:pt x="77819" y="27138"/>
                </a:cubicBezTo>
                <a:cubicBezTo>
                  <a:pt x="77786" y="27072"/>
                  <a:pt x="77726" y="27033"/>
                  <a:pt x="77650" y="27033"/>
                </a:cubicBezTo>
                <a:close/>
                <a:moveTo>
                  <a:pt x="73289" y="28343"/>
                </a:moveTo>
                <a:cubicBezTo>
                  <a:pt x="73279" y="28343"/>
                  <a:pt x="73268" y="28345"/>
                  <a:pt x="73258" y="28347"/>
                </a:cubicBezTo>
                <a:lnTo>
                  <a:pt x="71374" y="28823"/>
                </a:lnTo>
                <a:cubicBezTo>
                  <a:pt x="71275" y="28843"/>
                  <a:pt x="71215" y="28942"/>
                  <a:pt x="71235" y="29022"/>
                </a:cubicBezTo>
                <a:cubicBezTo>
                  <a:pt x="71252" y="29090"/>
                  <a:pt x="71299" y="29144"/>
                  <a:pt x="71363" y="29144"/>
                </a:cubicBezTo>
                <a:cubicBezTo>
                  <a:pt x="71373" y="29144"/>
                  <a:pt x="71383" y="29143"/>
                  <a:pt x="71394" y="29141"/>
                </a:cubicBezTo>
                <a:lnTo>
                  <a:pt x="71433" y="29141"/>
                </a:lnTo>
                <a:lnTo>
                  <a:pt x="73317" y="28684"/>
                </a:lnTo>
                <a:cubicBezTo>
                  <a:pt x="73416" y="28665"/>
                  <a:pt x="73456" y="28565"/>
                  <a:pt x="73456" y="28486"/>
                </a:cubicBezTo>
                <a:cubicBezTo>
                  <a:pt x="73439" y="28400"/>
                  <a:pt x="73361" y="28343"/>
                  <a:pt x="73289" y="28343"/>
                </a:cubicBezTo>
                <a:close/>
                <a:moveTo>
                  <a:pt x="68816" y="29398"/>
                </a:moveTo>
                <a:lnTo>
                  <a:pt x="66912" y="29815"/>
                </a:lnTo>
                <a:cubicBezTo>
                  <a:pt x="66813" y="29835"/>
                  <a:pt x="66753" y="29934"/>
                  <a:pt x="66773" y="30013"/>
                </a:cubicBezTo>
                <a:cubicBezTo>
                  <a:pt x="66790" y="30082"/>
                  <a:pt x="66837" y="30136"/>
                  <a:pt x="66901" y="30136"/>
                </a:cubicBezTo>
                <a:cubicBezTo>
                  <a:pt x="66911" y="30136"/>
                  <a:pt x="66921" y="30135"/>
                  <a:pt x="66932" y="30132"/>
                </a:cubicBezTo>
                <a:lnTo>
                  <a:pt x="66971" y="30132"/>
                </a:lnTo>
                <a:lnTo>
                  <a:pt x="68895" y="29716"/>
                </a:lnTo>
                <a:cubicBezTo>
                  <a:pt x="68974" y="29716"/>
                  <a:pt x="69034" y="29616"/>
                  <a:pt x="69014" y="29517"/>
                </a:cubicBezTo>
                <a:cubicBezTo>
                  <a:pt x="68974" y="29438"/>
                  <a:pt x="68895" y="29398"/>
                  <a:pt x="68816" y="29398"/>
                </a:cubicBezTo>
                <a:close/>
                <a:moveTo>
                  <a:pt x="64396" y="30405"/>
                </a:moveTo>
                <a:cubicBezTo>
                  <a:pt x="64381" y="30405"/>
                  <a:pt x="64367" y="30406"/>
                  <a:pt x="64354" y="30410"/>
                </a:cubicBezTo>
                <a:lnTo>
                  <a:pt x="64135" y="30469"/>
                </a:lnTo>
                <a:lnTo>
                  <a:pt x="62470" y="30886"/>
                </a:lnTo>
                <a:cubicBezTo>
                  <a:pt x="62370" y="30886"/>
                  <a:pt x="62311" y="30985"/>
                  <a:pt x="62351" y="31084"/>
                </a:cubicBezTo>
                <a:cubicBezTo>
                  <a:pt x="62351" y="31163"/>
                  <a:pt x="62410" y="31203"/>
                  <a:pt x="62489" y="31203"/>
                </a:cubicBezTo>
                <a:lnTo>
                  <a:pt x="62549" y="31183"/>
                </a:lnTo>
                <a:lnTo>
                  <a:pt x="64195" y="30787"/>
                </a:lnTo>
                <a:lnTo>
                  <a:pt x="64433" y="30707"/>
                </a:lnTo>
                <a:cubicBezTo>
                  <a:pt x="64512" y="30707"/>
                  <a:pt x="64572" y="30608"/>
                  <a:pt x="64552" y="30509"/>
                </a:cubicBezTo>
                <a:cubicBezTo>
                  <a:pt x="64535" y="30443"/>
                  <a:pt x="64465" y="30405"/>
                  <a:pt x="64396" y="30405"/>
                </a:cubicBezTo>
                <a:close/>
                <a:moveTo>
                  <a:pt x="59994" y="31567"/>
                </a:moveTo>
                <a:cubicBezTo>
                  <a:pt x="59974" y="31567"/>
                  <a:pt x="59952" y="31571"/>
                  <a:pt x="59931" y="31580"/>
                </a:cubicBezTo>
                <a:lnTo>
                  <a:pt x="58087" y="32195"/>
                </a:lnTo>
                <a:cubicBezTo>
                  <a:pt x="57988" y="32234"/>
                  <a:pt x="57948" y="32333"/>
                  <a:pt x="57988" y="32413"/>
                </a:cubicBezTo>
                <a:cubicBezTo>
                  <a:pt x="57988" y="32478"/>
                  <a:pt x="58042" y="32517"/>
                  <a:pt x="58095" y="32517"/>
                </a:cubicBezTo>
                <a:cubicBezTo>
                  <a:pt x="58106" y="32517"/>
                  <a:pt x="58116" y="32515"/>
                  <a:pt x="58127" y="32512"/>
                </a:cubicBezTo>
                <a:lnTo>
                  <a:pt x="58186" y="32512"/>
                </a:lnTo>
                <a:lnTo>
                  <a:pt x="60030" y="31897"/>
                </a:lnTo>
                <a:cubicBezTo>
                  <a:pt x="60110" y="31877"/>
                  <a:pt x="60149" y="31778"/>
                  <a:pt x="60129" y="31699"/>
                </a:cubicBezTo>
                <a:cubicBezTo>
                  <a:pt x="60129" y="31621"/>
                  <a:pt x="60068" y="31567"/>
                  <a:pt x="59994" y="31567"/>
                </a:cubicBezTo>
                <a:close/>
                <a:moveTo>
                  <a:pt x="55702" y="33154"/>
                </a:moveTo>
                <a:cubicBezTo>
                  <a:pt x="55683" y="33154"/>
                  <a:pt x="55665" y="33158"/>
                  <a:pt x="55648" y="33166"/>
                </a:cubicBezTo>
                <a:cubicBezTo>
                  <a:pt x="55033" y="33444"/>
                  <a:pt x="54438" y="33741"/>
                  <a:pt x="53863" y="34039"/>
                </a:cubicBezTo>
                <a:cubicBezTo>
                  <a:pt x="53783" y="34059"/>
                  <a:pt x="53744" y="34158"/>
                  <a:pt x="53783" y="34237"/>
                </a:cubicBezTo>
                <a:cubicBezTo>
                  <a:pt x="53803" y="34297"/>
                  <a:pt x="53863" y="34336"/>
                  <a:pt x="53942" y="34336"/>
                </a:cubicBezTo>
                <a:lnTo>
                  <a:pt x="54021" y="34316"/>
                </a:lnTo>
                <a:lnTo>
                  <a:pt x="55767" y="33464"/>
                </a:lnTo>
                <a:cubicBezTo>
                  <a:pt x="55846" y="33424"/>
                  <a:pt x="55886" y="33345"/>
                  <a:pt x="55846" y="33265"/>
                </a:cubicBezTo>
                <a:cubicBezTo>
                  <a:pt x="55830" y="33203"/>
                  <a:pt x="55767" y="33154"/>
                  <a:pt x="55702" y="33154"/>
                </a:cubicBezTo>
                <a:close/>
                <a:moveTo>
                  <a:pt x="51683" y="35303"/>
                </a:moveTo>
                <a:cubicBezTo>
                  <a:pt x="51654" y="35303"/>
                  <a:pt x="51626" y="35316"/>
                  <a:pt x="51602" y="35348"/>
                </a:cubicBezTo>
                <a:cubicBezTo>
                  <a:pt x="51047" y="35705"/>
                  <a:pt x="50511" y="36081"/>
                  <a:pt x="49996" y="36518"/>
                </a:cubicBezTo>
                <a:cubicBezTo>
                  <a:pt x="49916" y="36557"/>
                  <a:pt x="49916" y="36676"/>
                  <a:pt x="49976" y="36736"/>
                </a:cubicBezTo>
                <a:lnTo>
                  <a:pt x="50095" y="36795"/>
                </a:lnTo>
                <a:lnTo>
                  <a:pt x="50194" y="36756"/>
                </a:lnTo>
                <a:cubicBezTo>
                  <a:pt x="50690" y="36359"/>
                  <a:pt x="51245" y="36002"/>
                  <a:pt x="51780" y="35625"/>
                </a:cubicBezTo>
                <a:cubicBezTo>
                  <a:pt x="51960" y="35593"/>
                  <a:pt x="51816" y="35303"/>
                  <a:pt x="51683" y="35303"/>
                </a:cubicBezTo>
                <a:close/>
                <a:moveTo>
                  <a:pt x="48182" y="38228"/>
                </a:moveTo>
                <a:cubicBezTo>
                  <a:pt x="48145" y="38228"/>
                  <a:pt x="48106" y="38244"/>
                  <a:pt x="48072" y="38283"/>
                </a:cubicBezTo>
                <a:lnTo>
                  <a:pt x="47775" y="38580"/>
                </a:lnTo>
                <a:cubicBezTo>
                  <a:pt x="47418" y="38937"/>
                  <a:pt x="47100" y="39334"/>
                  <a:pt x="46783" y="39770"/>
                </a:cubicBezTo>
                <a:cubicBezTo>
                  <a:pt x="46704" y="39830"/>
                  <a:pt x="46723" y="39929"/>
                  <a:pt x="46803" y="39988"/>
                </a:cubicBezTo>
                <a:lnTo>
                  <a:pt x="46902" y="40028"/>
                </a:lnTo>
                <a:cubicBezTo>
                  <a:pt x="46942" y="40028"/>
                  <a:pt x="47001" y="40008"/>
                  <a:pt x="47021" y="39968"/>
                </a:cubicBezTo>
                <a:cubicBezTo>
                  <a:pt x="47338" y="39572"/>
                  <a:pt x="47675" y="39175"/>
                  <a:pt x="48013" y="38798"/>
                </a:cubicBezTo>
                <a:lnTo>
                  <a:pt x="48290" y="38501"/>
                </a:lnTo>
                <a:cubicBezTo>
                  <a:pt x="48395" y="38381"/>
                  <a:pt x="48296" y="38228"/>
                  <a:pt x="48182" y="38228"/>
                </a:cubicBezTo>
                <a:close/>
                <a:moveTo>
                  <a:pt x="45430" y="41892"/>
                </a:moveTo>
                <a:cubicBezTo>
                  <a:pt x="45373" y="41892"/>
                  <a:pt x="45315" y="41918"/>
                  <a:pt x="45276" y="41971"/>
                </a:cubicBezTo>
                <a:cubicBezTo>
                  <a:pt x="44958" y="42546"/>
                  <a:pt x="44661" y="43122"/>
                  <a:pt x="44383" y="43716"/>
                </a:cubicBezTo>
                <a:cubicBezTo>
                  <a:pt x="44364" y="43796"/>
                  <a:pt x="44383" y="43895"/>
                  <a:pt x="44463" y="43935"/>
                </a:cubicBezTo>
                <a:lnTo>
                  <a:pt x="44542" y="43935"/>
                </a:lnTo>
                <a:cubicBezTo>
                  <a:pt x="44602" y="43935"/>
                  <a:pt x="44661" y="43895"/>
                  <a:pt x="44701" y="43855"/>
                </a:cubicBezTo>
                <a:cubicBezTo>
                  <a:pt x="44958" y="43260"/>
                  <a:pt x="45256" y="42685"/>
                  <a:pt x="45593" y="42150"/>
                </a:cubicBezTo>
                <a:cubicBezTo>
                  <a:pt x="45633" y="42051"/>
                  <a:pt x="45613" y="41952"/>
                  <a:pt x="45514" y="41912"/>
                </a:cubicBezTo>
                <a:cubicBezTo>
                  <a:pt x="45487" y="41899"/>
                  <a:pt x="45459" y="41892"/>
                  <a:pt x="45430" y="41892"/>
                </a:cubicBezTo>
                <a:close/>
                <a:moveTo>
                  <a:pt x="43607" y="46032"/>
                </a:moveTo>
                <a:cubicBezTo>
                  <a:pt x="43538" y="46032"/>
                  <a:pt x="43464" y="46070"/>
                  <a:pt x="43431" y="46136"/>
                </a:cubicBezTo>
                <a:cubicBezTo>
                  <a:pt x="43233" y="46751"/>
                  <a:pt x="43055" y="47365"/>
                  <a:pt x="42876" y="48040"/>
                </a:cubicBezTo>
                <a:cubicBezTo>
                  <a:pt x="42876" y="48119"/>
                  <a:pt x="42936" y="48198"/>
                  <a:pt x="43015" y="48238"/>
                </a:cubicBezTo>
                <a:lnTo>
                  <a:pt x="43055" y="48238"/>
                </a:lnTo>
                <a:cubicBezTo>
                  <a:pt x="43134" y="48238"/>
                  <a:pt x="43194" y="48179"/>
                  <a:pt x="43213" y="48119"/>
                </a:cubicBezTo>
                <a:cubicBezTo>
                  <a:pt x="43372" y="47465"/>
                  <a:pt x="43550" y="46850"/>
                  <a:pt x="43749" y="46235"/>
                </a:cubicBezTo>
                <a:cubicBezTo>
                  <a:pt x="43769" y="46156"/>
                  <a:pt x="43729" y="46057"/>
                  <a:pt x="43650" y="46037"/>
                </a:cubicBezTo>
                <a:cubicBezTo>
                  <a:pt x="43636" y="46033"/>
                  <a:pt x="43622" y="46032"/>
                  <a:pt x="43607" y="46032"/>
                </a:cubicBezTo>
                <a:close/>
                <a:moveTo>
                  <a:pt x="42528" y="50475"/>
                </a:moveTo>
                <a:cubicBezTo>
                  <a:pt x="42460" y="50475"/>
                  <a:pt x="42398" y="50529"/>
                  <a:pt x="42380" y="50598"/>
                </a:cubicBezTo>
                <a:cubicBezTo>
                  <a:pt x="42281" y="51233"/>
                  <a:pt x="42182" y="51887"/>
                  <a:pt x="42142" y="52561"/>
                </a:cubicBezTo>
                <a:cubicBezTo>
                  <a:pt x="42123" y="52641"/>
                  <a:pt x="42202" y="52720"/>
                  <a:pt x="42281" y="52720"/>
                </a:cubicBezTo>
                <a:cubicBezTo>
                  <a:pt x="42380" y="52720"/>
                  <a:pt x="42460" y="52680"/>
                  <a:pt x="42460" y="52581"/>
                </a:cubicBezTo>
                <a:cubicBezTo>
                  <a:pt x="42539" y="51927"/>
                  <a:pt x="42618" y="51292"/>
                  <a:pt x="42718" y="50638"/>
                </a:cubicBezTo>
                <a:cubicBezTo>
                  <a:pt x="42718" y="50558"/>
                  <a:pt x="42638" y="50479"/>
                  <a:pt x="42559" y="50479"/>
                </a:cubicBezTo>
                <a:cubicBezTo>
                  <a:pt x="42548" y="50476"/>
                  <a:pt x="42538" y="50475"/>
                  <a:pt x="42528" y="50475"/>
                </a:cubicBezTo>
                <a:close/>
                <a:moveTo>
                  <a:pt x="42142" y="55000"/>
                </a:moveTo>
                <a:cubicBezTo>
                  <a:pt x="42063" y="55000"/>
                  <a:pt x="41964" y="55080"/>
                  <a:pt x="41964" y="55159"/>
                </a:cubicBezTo>
                <a:lnTo>
                  <a:pt x="41964" y="57142"/>
                </a:lnTo>
                <a:cubicBezTo>
                  <a:pt x="41964" y="57222"/>
                  <a:pt x="42023" y="57281"/>
                  <a:pt x="42123" y="57281"/>
                </a:cubicBezTo>
                <a:cubicBezTo>
                  <a:pt x="42202" y="57281"/>
                  <a:pt x="42281" y="57202"/>
                  <a:pt x="42281" y="57122"/>
                </a:cubicBezTo>
                <a:lnTo>
                  <a:pt x="42281" y="55179"/>
                </a:lnTo>
                <a:cubicBezTo>
                  <a:pt x="42301" y="55080"/>
                  <a:pt x="42222" y="55000"/>
                  <a:pt x="42142" y="55000"/>
                </a:cubicBezTo>
                <a:close/>
                <a:moveTo>
                  <a:pt x="42221" y="59619"/>
                </a:moveTo>
                <a:cubicBezTo>
                  <a:pt x="42152" y="59619"/>
                  <a:pt x="42084" y="59658"/>
                  <a:pt x="42063" y="59740"/>
                </a:cubicBezTo>
                <a:cubicBezTo>
                  <a:pt x="42123" y="60395"/>
                  <a:pt x="42162" y="61029"/>
                  <a:pt x="42242" y="61703"/>
                </a:cubicBezTo>
                <a:cubicBezTo>
                  <a:pt x="42242" y="61783"/>
                  <a:pt x="42321" y="61842"/>
                  <a:pt x="42420" y="61842"/>
                </a:cubicBezTo>
                <a:cubicBezTo>
                  <a:pt x="42519" y="61822"/>
                  <a:pt x="42579" y="61743"/>
                  <a:pt x="42559" y="61684"/>
                </a:cubicBezTo>
                <a:cubicBezTo>
                  <a:pt x="42519" y="61009"/>
                  <a:pt x="42440" y="60355"/>
                  <a:pt x="42380" y="59720"/>
                </a:cubicBezTo>
                <a:cubicBezTo>
                  <a:pt x="42352" y="59653"/>
                  <a:pt x="42286" y="59619"/>
                  <a:pt x="42221" y="59619"/>
                </a:cubicBezTo>
                <a:close/>
                <a:moveTo>
                  <a:pt x="42718" y="64103"/>
                </a:moveTo>
                <a:cubicBezTo>
                  <a:pt x="42618" y="64123"/>
                  <a:pt x="42559" y="64202"/>
                  <a:pt x="42559" y="64301"/>
                </a:cubicBezTo>
                <a:lnTo>
                  <a:pt x="42856" y="66245"/>
                </a:lnTo>
                <a:cubicBezTo>
                  <a:pt x="42876" y="66304"/>
                  <a:pt x="42956" y="66364"/>
                  <a:pt x="43035" y="66364"/>
                </a:cubicBezTo>
                <a:lnTo>
                  <a:pt x="43055" y="66364"/>
                </a:lnTo>
                <a:cubicBezTo>
                  <a:pt x="43134" y="66344"/>
                  <a:pt x="43194" y="66265"/>
                  <a:pt x="43174" y="66185"/>
                </a:cubicBezTo>
                <a:lnTo>
                  <a:pt x="42876" y="64262"/>
                </a:lnTo>
                <a:cubicBezTo>
                  <a:pt x="42876" y="64163"/>
                  <a:pt x="42797" y="64103"/>
                  <a:pt x="42718" y="64103"/>
                </a:cubicBezTo>
                <a:close/>
                <a:moveTo>
                  <a:pt x="43471" y="68650"/>
                </a:moveTo>
                <a:cubicBezTo>
                  <a:pt x="43389" y="68650"/>
                  <a:pt x="43312" y="68709"/>
                  <a:pt x="43312" y="68803"/>
                </a:cubicBezTo>
                <a:lnTo>
                  <a:pt x="43610" y="70548"/>
                </a:lnTo>
                <a:lnTo>
                  <a:pt x="43650" y="70727"/>
                </a:lnTo>
                <a:cubicBezTo>
                  <a:pt x="43650" y="70806"/>
                  <a:pt x="43709" y="70866"/>
                  <a:pt x="43808" y="70866"/>
                </a:cubicBezTo>
                <a:lnTo>
                  <a:pt x="43828" y="70866"/>
                </a:lnTo>
                <a:cubicBezTo>
                  <a:pt x="43907" y="70846"/>
                  <a:pt x="43967" y="70766"/>
                  <a:pt x="43967" y="70667"/>
                </a:cubicBezTo>
                <a:lnTo>
                  <a:pt x="43927" y="70489"/>
                </a:lnTo>
                <a:lnTo>
                  <a:pt x="43630" y="68744"/>
                </a:lnTo>
                <a:cubicBezTo>
                  <a:pt x="43589" y="68679"/>
                  <a:pt x="43529" y="68650"/>
                  <a:pt x="43471" y="68650"/>
                </a:cubicBezTo>
                <a:close/>
                <a:moveTo>
                  <a:pt x="44225" y="73106"/>
                </a:moveTo>
                <a:cubicBezTo>
                  <a:pt x="44126" y="73126"/>
                  <a:pt x="44086" y="73206"/>
                  <a:pt x="44106" y="73305"/>
                </a:cubicBezTo>
                <a:cubicBezTo>
                  <a:pt x="44205" y="73939"/>
                  <a:pt x="44324" y="74594"/>
                  <a:pt x="44423" y="75228"/>
                </a:cubicBezTo>
                <a:cubicBezTo>
                  <a:pt x="44423" y="75308"/>
                  <a:pt x="44502" y="75367"/>
                  <a:pt x="44562" y="75367"/>
                </a:cubicBezTo>
                <a:lnTo>
                  <a:pt x="44602" y="75367"/>
                </a:lnTo>
                <a:cubicBezTo>
                  <a:pt x="44681" y="75347"/>
                  <a:pt x="44740" y="75268"/>
                  <a:pt x="44740" y="75189"/>
                </a:cubicBezTo>
                <a:cubicBezTo>
                  <a:pt x="44641" y="74534"/>
                  <a:pt x="44522" y="73900"/>
                  <a:pt x="44423" y="73245"/>
                </a:cubicBezTo>
                <a:cubicBezTo>
                  <a:pt x="44403" y="73166"/>
                  <a:pt x="44304" y="73106"/>
                  <a:pt x="44225" y="73106"/>
                </a:cubicBezTo>
                <a:close/>
                <a:moveTo>
                  <a:pt x="44939" y="77608"/>
                </a:moveTo>
                <a:cubicBezTo>
                  <a:pt x="44840" y="77628"/>
                  <a:pt x="44780" y="77727"/>
                  <a:pt x="44780" y="77806"/>
                </a:cubicBezTo>
                <a:cubicBezTo>
                  <a:pt x="44879" y="78481"/>
                  <a:pt x="44958" y="79135"/>
                  <a:pt x="45038" y="79750"/>
                </a:cubicBezTo>
                <a:cubicBezTo>
                  <a:pt x="45038" y="79829"/>
                  <a:pt x="45097" y="79889"/>
                  <a:pt x="45177" y="79889"/>
                </a:cubicBezTo>
                <a:lnTo>
                  <a:pt x="45216" y="79889"/>
                </a:lnTo>
                <a:cubicBezTo>
                  <a:pt x="45296" y="79869"/>
                  <a:pt x="45355" y="79790"/>
                  <a:pt x="45355" y="79690"/>
                </a:cubicBezTo>
                <a:cubicBezTo>
                  <a:pt x="45276" y="79076"/>
                  <a:pt x="45216" y="78421"/>
                  <a:pt x="45117" y="77767"/>
                </a:cubicBezTo>
                <a:cubicBezTo>
                  <a:pt x="45117" y="77668"/>
                  <a:pt x="45038" y="77608"/>
                  <a:pt x="44939" y="77608"/>
                </a:cubicBezTo>
                <a:close/>
                <a:moveTo>
                  <a:pt x="45415" y="82150"/>
                </a:moveTo>
                <a:cubicBezTo>
                  <a:pt x="45335" y="82169"/>
                  <a:pt x="45276" y="82249"/>
                  <a:pt x="45256" y="82328"/>
                </a:cubicBezTo>
                <a:cubicBezTo>
                  <a:pt x="45315" y="83002"/>
                  <a:pt x="45335" y="83657"/>
                  <a:pt x="45355" y="84291"/>
                </a:cubicBezTo>
                <a:cubicBezTo>
                  <a:pt x="45355" y="84371"/>
                  <a:pt x="45434" y="84430"/>
                  <a:pt x="45514" y="84430"/>
                </a:cubicBezTo>
                <a:cubicBezTo>
                  <a:pt x="45593" y="84430"/>
                  <a:pt x="45672" y="84371"/>
                  <a:pt x="45672" y="84291"/>
                </a:cubicBezTo>
                <a:cubicBezTo>
                  <a:pt x="45653" y="83637"/>
                  <a:pt x="45633" y="82963"/>
                  <a:pt x="45573" y="82308"/>
                </a:cubicBezTo>
                <a:cubicBezTo>
                  <a:pt x="45573" y="82209"/>
                  <a:pt x="45494" y="82150"/>
                  <a:pt x="45415" y="82150"/>
                </a:cubicBezTo>
                <a:close/>
                <a:moveTo>
                  <a:pt x="45514" y="86711"/>
                </a:moveTo>
                <a:cubicBezTo>
                  <a:pt x="45415" y="86711"/>
                  <a:pt x="45335" y="86790"/>
                  <a:pt x="45335" y="86889"/>
                </a:cubicBezTo>
                <a:cubicBezTo>
                  <a:pt x="45315" y="87524"/>
                  <a:pt x="45256" y="88198"/>
                  <a:pt x="45196" y="88813"/>
                </a:cubicBezTo>
                <a:cubicBezTo>
                  <a:pt x="45196" y="88912"/>
                  <a:pt x="45236" y="88991"/>
                  <a:pt x="45335" y="88991"/>
                </a:cubicBezTo>
                <a:lnTo>
                  <a:pt x="45355" y="88991"/>
                </a:lnTo>
                <a:cubicBezTo>
                  <a:pt x="45434" y="88991"/>
                  <a:pt x="45514" y="88932"/>
                  <a:pt x="45514" y="88852"/>
                </a:cubicBezTo>
                <a:cubicBezTo>
                  <a:pt x="45573" y="88218"/>
                  <a:pt x="45633" y="87563"/>
                  <a:pt x="45653" y="86889"/>
                </a:cubicBezTo>
                <a:cubicBezTo>
                  <a:pt x="45653" y="86810"/>
                  <a:pt x="45593" y="86731"/>
                  <a:pt x="45514" y="86711"/>
                </a:cubicBezTo>
                <a:close/>
                <a:moveTo>
                  <a:pt x="45018" y="91252"/>
                </a:moveTo>
                <a:cubicBezTo>
                  <a:pt x="44919" y="91252"/>
                  <a:pt x="44859" y="91312"/>
                  <a:pt x="44840" y="91391"/>
                </a:cubicBezTo>
                <a:cubicBezTo>
                  <a:pt x="44721" y="92025"/>
                  <a:pt x="44602" y="92660"/>
                  <a:pt x="44423" y="93315"/>
                </a:cubicBezTo>
                <a:cubicBezTo>
                  <a:pt x="44403" y="93394"/>
                  <a:pt x="44463" y="93473"/>
                  <a:pt x="44542" y="93513"/>
                </a:cubicBezTo>
                <a:lnTo>
                  <a:pt x="44602" y="93513"/>
                </a:lnTo>
                <a:cubicBezTo>
                  <a:pt x="44661" y="93513"/>
                  <a:pt x="44721" y="93453"/>
                  <a:pt x="44740" y="93374"/>
                </a:cubicBezTo>
                <a:cubicBezTo>
                  <a:pt x="44879" y="92739"/>
                  <a:pt x="45038" y="92085"/>
                  <a:pt x="45157" y="91450"/>
                </a:cubicBezTo>
                <a:cubicBezTo>
                  <a:pt x="45157" y="91351"/>
                  <a:pt x="45097" y="91272"/>
                  <a:pt x="45018" y="91252"/>
                </a:cubicBezTo>
                <a:close/>
                <a:moveTo>
                  <a:pt x="43854" y="95679"/>
                </a:moveTo>
                <a:cubicBezTo>
                  <a:pt x="43788" y="95679"/>
                  <a:pt x="43733" y="95720"/>
                  <a:pt x="43689" y="95793"/>
                </a:cubicBezTo>
                <a:cubicBezTo>
                  <a:pt x="43511" y="96408"/>
                  <a:pt x="43273" y="97023"/>
                  <a:pt x="43055" y="97618"/>
                </a:cubicBezTo>
                <a:cubicBezTo>
                  <a:pt x="43015" y="97697"/>
                  <a:pt x="43055" y="97796"/>
                  <a:pt x="43134" y="97836"/>
                </a:cubicBezTo>
                <a:lnTo>
                  <a:pt x="43213" y="97836"/>
                </a:lnTo>
                <a:cubicBezTo>
                  <a:pt x="43273" y="97836"/>
                  <a:pt x="43332" y="97796"/>
                  <a:pt x="43352" y="97737"/>
                </a:cubicBezTo>
                <a:cubicBezTo>
                  <a:pt x="43590" y="97122"/>
                  <a:pt x="43828" y="96507"/>
                  <a:pt x="44026" y="95893"/>
                </a:cubicBezTo>
                <a:cubicBezTo>
                  <a:pt x="44046" y="95793"/>
                  <a:pt x="44007" y="95714"/>
                  <a:pt x="43927" y="95694"/>
                </a:cubicBezTo>
                <a:cubicBezTo>
                  <a:pt x="43902" y="95684"/>
                  <a:pt x="43877" y="95679"/>
                  <a:pt x="43854" y="95679"/>
                </a:cubicBezTo>
                <a:close/>
                <a:moveTo>
                  <a:pt x="42153" y="99929"/>
                </a:moveTo>
                <a:cubicBezTo>
                  <a:pt x="42092" y="99929"/>
                  <a:pt x="42030" y="99965"/>
                  <a:pt x="42004" y="100017"/>
                </a:cubicBezTo>
                <a:cubicBezTo>
                  <a:pt x="41746" y="100593"/>
                  <a:pt x="41448" y="101188"/>
                  <a:pt x="41111" y="101763"/>
                </a:cubicBezTo>
                <a:cubicBezTo>
                  <a:pt x="41091" y="101842"/>
                  <a:pt x="41111" y="101941"/>
                  <a:pt x="41191" y="101981"/>
                </a:cubicBezTo>
                <a:lnTo>
                  <a:pt x="41270" y="101981"/>
                </a:lnTo>
                <a:cubicBezTo>
                  <a:pt x="41329" y="101981"/>
                  <a:pt x="41389" y="101961"/>
                  <a:pt x="41409" y="101901"/>
                </a:cubicBezTo>
                <a:cubicBezTo>
                  <a:pt x="41706" y="101326"/>
                  <a:pt x="42043" y="100751"/>
                  <a:pt x="42301" y="100176"/>
                </a:cubicBezTo>
                <a:cubicBezTo>
                  <a:pt x="42341" y="100077"/>
                  <a:pt x="42301" y="99978"/>
                  <a:pt x="42242" y="99958"/>
                </a:cubicBezTo>
                <a:cubicBezTo>
                  <a:pt x="42215" y="99938"/>
                  <a:pt x="42184" y="99929"/>
                  <a:pt x="42153" y="99929"/>
                </a:cubicBezTo>
                <a:close/>
                <a:moveTo>
                  <a:pt x="39901" y="103899"/>
                </a:moveTo>
                <a:cubicBezTo>
                  <a:pt x="39853" y="103899"/>
                  <a:pt x="39813" y="103923"/>
                  <a:pt x="39802" y="103984"/>
                </a:cubicBezTo>
                <a:cubicBezTo>
                  <a:pt x="39465" y="104539"/>
                  <a:pt x="39088" y="105074"/>
                  <a:pt x="38712" y="105630"/>
                </a:cubicBezTo>
                <a:cubicBezTo>
                  <a:pt x="38672" y="105709"/>
                  <a:pt x="38692" y="105788"/>
                  <a:pt x="38771" y="105848"/>
                </a:cubicBezTo>
                <a:lnTo>
                  <a:pt x="38870" y="105848"/>
                </a:lnTo>
                <a:cubicBezTo>
                  <a:pt x="38910" y="105848"/>
                  <a:pt x="38969" y="105828"/>
                  <a:pt x="38989" y="105808"/>
                </a:cubicBezTo>
                <a:cubicBezTo>
                  <a:pt x="39366" y="105273"/>
                  <a:pt x="39743" y="104717"/>
                  <a:pt x="40080" y="104162"/>
                </a:cubicBezTo>
                <a:cubicBezTo>
                  <a:pt x="40209" y="104062"/>
                  <a:pt x="40027" y="103899"/>
                  <a:pt x="39901" y="103899"/>
                </a:cubicBezTo>
                <a:close/>
                <a:moveTo>
                  <a:pt x="37289" y="107605"/>
                </a:moveTo>
                <a:cubicBezTo>
                  <a:pt x="37242" y="107605"/>
                  <a:pt x="37198" y="107620"/>
                  <a:pt x="37165" y="107653"/>
                </a:cubicBezTo>
                <a:cubicBezTo>
                  <a:pt x="36768" y="108188"/>
                  <a:pt x="36332" y="108684"/>
                  <a:pt x="35915" y="109180"/>
                </a:cubicBezTo>
                <a:cubicBezTo>
                  <a:pt x="35856" y="109239"/>
                  <a:pt x="35876" y="109338"/>
                  <a:pt x="35935" y="109398"/>
                </a:cubicBezTo>
                <a:cubicBezTo>
                  <a:pt x="35955" y="109418"/>
                  <a:pt x="35995" y="109437"/>
                  <a:pt x="36034" y="109437"/>
                </a:cubicBezTo>
                <a:cubicBezTo>
                  <a:pt x="36094" y="109437"/>
                  <a:pt x="36134" y="109418"/>
                  <a:pt x="36173" y="109378"/>
                </a:cubicBezTo>
                <a:cubicBezTo>
                  <a:pt x="36590" y="108882"/>
                  <a:pt x="37026" y="108386"/>
                  <a:pt x="37423" y="107890"/>
                </a:cubicBezTo>
                <a:cubicBezTo>
                  <a:pt x="37482" y="107811"/>
                  <a:pt x="37462" y="107692"/>
                  <a:pt x="37403" y="107633"/>
                </a:cubicBezTo>
                <a:cubicBezTo>
                  <a:pt x="37367" y="107615"/>
                  <a:pt x="37327" y="107605"/>
                  <a:pt x="37289" y="107605"/>
                </a:cubicBezTo>
                <a:close/>
                <a:moveTo>
                  <a:pt x="34266" y="111031"/>
                </a:moveTo>
                <a:cubicBezTo>
                  <a:pt x="34228" y="111031"/>
                  <a:pt x="34188" y="111046"/>
                  <a:pt x="34150" y="111083"/>
                </a:cubicBezTo>
                <a:cubicBezTo>
                  <a:pt x="33714" y="111520"/>
                  <a:pt x="33238" y="111996"/>
                  <a:pt x="32742" y="112452"/>
                </a:cubicBezTo>
                <a:cubicBezTo>
                  <a:pt x="32683" y="112511"/>
                  <a:pt x="32683" y="112591"/>
                  <a:pt x="32742" y="112670"/>
                </a:cubicBezTo>
                <a:lnTo>
                  <a:pt x="32861" y="112709"/>
                </a:lnTo>
                <a:lnTo>
                  <a:pt x="32961" y="112670"/>
                </a:lnTo>
                <a:cubicBezTo>
                  <a:pt x="33456" y="112214"/>
                  <a:pt x="33932" y="111777"/>
                  <a:pt x="34388" y="111301"/>
                </a:cubicBezTo>
                <a:cubicBezTo>
                  <a:pt x="34495" y="111195"/>
                  <a:pt x="34392" y="111031"/>
                  <a:pt x="34266" y="111031"/>
                </a:cubicBezTo>
                <a:close/>
                <a:moveTo>
                  <a:pt x="30919" y="114115"/>
                </a:moveTo>
                <a:cubicBezTo>
                  <a:pt x="30883" y="114115"/>
                  <a:pt x="30846" y="114130"/>
                  <a:pt x="30819" y="114157"/>
                </a:cubicBezTo>
                <a:lnTo>
                  <a:pt x="29292" y="115367"/>
                </a:lnTo>
                <a:cubicBezTo>
                  <a:pt x="29232" y="115426"/>
                  <a:pt x="29193" y="115526"/>
                  <a:pt x="29252" y="115625"/>
                </a:cubicBezTo>
                <a:lnTo>
                  <a:pt x="29391" y="115664"/>
                </a:lnTo>
                <a:lnTo>
                  <a:pt x="29490" y="115645"/>
                </a:lnTo>
                <a:cubicBezTo>
                  <a:pt x="30025" y="115248"/>
                  <a:pt x="30521" y="114831"/>
                  <a:pt x="31017" y="114395"/>
                </a:cubicBezTo>
                <a:cubicBezTo>
                  <a:pt x="31077" y="114355"/>
                  <a:pt x="31096" y="114237"/>
                  <a:pt x="31037" y="114177"/>
                </a:cubicBezTo>
                <a:cubicBezTo>
                  <a:pt x="31005" y="114135"/>
                  <a:pt x="30962" y="114115"/>
                  <a:pt x="30919" y="114115"/>
                </a:cubicBezTo>
                <a:close/>
                <a:moveTo>
                  <a:pt x="27278" y="116860"/>
                </a:moveTo>
                <a:cubicBezTo>
                  <a:pt x="27247" y="116860"/>
                  <a:pt x="27216" y="116876"/>
                  <a:pt x="27190" y="116914"/>
                </a:cubicBezTo>
                <a:lnTo>
                  <a:pt x="25563" y="117965"/>
                </a:lnTo>
                <a:cubicBezTo>
                  <a:pt x="25484" y="118024"/>
                  <a:pt x="25464" y="118143"/>
                  <a:pt x="25504" y="118223"/>
                </a:cubicBezTo>
                <a:cubicBezTo>
                  <a:pt x="25544" y="118262"/>
                  <a:pt x="25603" y="118282"/>
                  <a:pt x="25663" y="118302"/>
                </a:cubicBezTo>
                <a:lnTo>
                  <a:pt x="25722" y="118262"/>
                </a:lnTo>
                <a:lnTo>
                  <a:pt x="27368" y="117172"/>
                </a:lnTo>
                <a:cubicBezTo>
                  <a:pt x="27545" y="117139"/>
                  <a:pt x="27409" y="116860"/>
                  <a:pt x="27278" y="116860"/>
                </a:cubicBezTo>
                <a:close/>
                <a:moveTo>
                  <a:pt x="23367" y="119328"/>
                </a:moveTo>
                <a:cubicBezTo>
                  <a:pt x="23353" y="119328"/>
                  <a:pt x="23338" y="119329"/>
                  <a:pt x="23322" y="119333"/>
                </a:cubicBezTo>
                <a:lnTo>
                  <a:pt x="21617" y="120245"/>
                </a:lnTo>
                <a:cubicBezTo>
                  <a:pt x="21538" y="120305"/>
                  <a:pt x="21518" y="120384"/>
                  <a:pt x="21538" y="120483"/>
                </a:cubicBezTo>
                <a:cubicBezTo>
                  <a:pt x="21557" y="120523"/>
                  <a:pt x="21617" y="120563"/>
                  <a:pt x="21696" y="120583"/>
                </a:cubicBezTo>
                <a:lnTo>
                  <a:pt x="21756" y="120543"/>
                </a:lnTo>
                <a:cubicBezTo>
                  <a:pt x="22351" y="120245"/>
                  <a:pt x="22926" y="119928"/>
                  <a:pt x="23501" y="119611"/>
                </a:cubicBezTo>
                <a:cubicBezTo>
                  <a:pt x="23573" y="119485"/>
                  <a:pt x="23499" y="119328"/>
                  <a:pt x="23367" y="119328"/>
                </a:cubicBezTo>
                <a:close/>
                <a:moveTo>
                  <a:pt x="19343" y="121409"/>
                </a:moveTo>
                <a:cubicBezTo>
                  <a:pt x="19321" y="121409"/>
                  <a:pt x="19299" y="121411"/>
                  <a:pt x="19277" y="121415"/>
                </a:cubicBezTo>
                <a:cubicBezTo>
                  <a:pt x="18722" y="121713"/>
                  <a:pt x="18127" y="121991"/>
                  <a:pt x="17532" y="122229"/>
                </a:cubicBezTo>
                <a:cubicBezTo>
                  <a:pt x="17452" y="122288"/>
                  <a:pt x="17413" y="122367"/>
                  <a:pt x="17433" y="122466"/>
                </a:cubicBezTo>
                <a:cubicBezTo>
                  <a:pt x="17472" y="122506"/>
                  <a:pt x="17532" y="122546"/>
                  <a:pt x="17591" y="122566"/>
                </a:cubicBezTo>
                <a:lnTo>
                  <a:pt x="17651" y="122526"/>
                </a:lnTo>
                <a:cubicBezTo>
                  <a:pt x="18246" y="122288"/>
                  <a:pt x="18841" y="122010"/>
                  <a:pt x="19436" y="121713"/>
                </a:cubicBezTo>
                <a:cubicBezTo>
                  <a:pt x="19515" y="121673"/>
                  <a:pt x="19535" y="121594"/>
                  <a:pt x="19515" y="121515"/>
                </a:cubicBezTo>
                <a:cubicBezTo>
                  <a:pt x="19484" y="121438"/>
                  <a:pt x="19418" y="121409"/>
                  <a:pt x="19343" y="121409"/>
                </a:cubicBezTo>
                <a:close/>
                <a:moveTo>
                  <a:pt x="15196" y="123240"/>
                </a:moveTo>
                <a:cubicBezTo>
                  <a:pt x="15167" y="123240"/>
                  <a:pt x="15139" y="123247"/>
                  <a:pt x="15112" y="123260"/>
                </a:cubicBezTo>
                <a:lnTo>
                  <a:pt x="13288" y="123954"/>
                </a:lnTo>
                <a:cubicBezTo>
                  <a:pt x="13208" y="123974"/>
                  <a:pt x="13169" y="124053"/>
                  <a:pt x="13189" y="124152"/>
                </a:cubicBezTo>
                <a:cubicBezTo>
                  <a:pt x="13208" y="124212"/>
                  <a:pt x="13288" y="124271"/>
                  <a:pt x="13367" y="124271"/>
                </a:cubicBezTo>
                <a:lnTo>
                  <a:pt x="13407" y="124251"/>
                </a:lnTo>
                <a:lnTo>
                  <a:pt x="15251" y="123557"/>
                </a:lnTo>
                <a:cubicBezTo>
                  <a:pt x="15330" y="123498"/>
                  <a:pt x="15370" y="123418"/>
                  <a:pt x="15350" y="123319"/>
                </a:cubicBezTo>
                <a:cubicBezTo>
                  <a:pt x="15311" y="123266"/>
                  <a:pt x="15253" y="123240"/>
                  <a:pt x="15196" y="123240"/>
                </a:cubicBezTo>
                <a:close/>
                <a:moveTo>
                  <a:pt x="10871" y="124782"/>
                </a:moveTo>
                <a:cubicBezTo>
                  <a:pt x="10857" y="124782"/>
                  <a:pt x="10842" y="124783"/>
                  <a:pt x="10829" y="124787"/>
                </a:cubicBezTo>
                <a:lnTo>
                  <a:pt x="8965" y="125382"/>
                </a:lnTo>
                <a:cubicBezTo>
                  <a:pt x="8885" y="125421"/>
                  <a:pt x="8846" y="125501"/>
                  <a:pt x="8865" y="125580"/>
                </a:cubicBezTo>
                <a:cubicBezTo>
                  <a:pt x="8885" y="125659"/>
                  <a:pt x="8945" y="125699"/>
                  <a:pt x="9024" y="125699"/>
                </a:cubicBezTo>
                <a:lnTo>
                  <a:pt x="9064" y="125699"/>
                </a:lnTo>
                <a:lnTo>
                  <a:pt x="10928" y="125104"/>
                </a:lnTo>
                <a:cubicBezTo>
                  <a:pt x="11027" y="125084"/>
                  <a:pt x="11087" y="124985"/>
                  <a:pt x="11047" y="124886"/>
                </a:cubicBezTo>
                <a:cubicBezTo>
                  <a:pt x="11014" y="124820"/>
                  <a:pt x="10940" y="124782"/>
                  <a:pt x="10871" y="124782"/>
                </a:cubicBezTo>
                <a:close/>
                <a:moveTo>
                  <a:pt x="6503" y="126092"/>
                </a:moveTo>
                <a:cubicBezTo>
                  <a:pt x="6491" y="126092"/>
                  <a:pt x="6479" y="126093"/>
                  <a:pt x="6466" y="126096"/>
                </a:cubicBezTo>
                <a:lnTo>
                  <a:pt x="4582" y="126591"/>
                </a:lnTo>
                <a:cubicBezTo>
                  <a:pt x="4503" y="126611"/>
                  <a:pt x="4443" y="126710"/>
                  <a:pt x="4463" y="126790"/>
                </a:cubicBezTo>
                <a:cubicBezTo>
                  <a:pt x="4483" y="126869"/>
                  <a:pt x="4562" y="126909"/>
                  <a:pt x="4641" y="126929"/>
                </a:cubicBezTo>
                <a:lnTo>
                  <a:pt x="4661" y="126929"/>
                </a:lnTo>
                <a:lnTo>
                  <a:pt x="6565" y="126433"/>
                </a:lnTo>
                <a:cubicBezTo>
                  <a:pt x="6644" y="126393"/>
                  <a:pt x="6684" y="126314"/>
                  <a:pt x="6664" y="126234"/>
                </a:cubicBezTo>
                <a:cubicBezTo>
                  <a:pt x="6647" y="126148"/>
                  <a:pt x="6584" y="126092"/>
                  <a:pt x="6503" y="126092"/>
                </a:cubicBezTo>
                <a:close/>
                <a:moveTo>
                  <a:pt x="2103" y="127221"/>
                </a:moveTo>
                <a:cubicBezTo>
                  <a:pt x="2090" y="127221"/>
                  <a:pt x="2076" y="127223"/>
                  <a:pt x="2063" y="127226"/>
                </a:cubicBezTo>
                <a:lnTo>
                  <a:pt x="140" y="127623"/>
                </a:lnTo>
                <a:cubicBezTo>
                  <a:pt x="60" y="127642"/>
                  <a:pt x="1" y="127722"/>
                  <a:pt x="21" y="127821"/>
                </a:cubicBezTo>
                <a:cubicBezTo>
                  <a:pt x="40" y="127880"/>
                  <a:pt x="100" y="127940"/>
                  <a:pt x="179" y="127940"/>
                </a:cubicBezTo>
                <a:lnTo>
                  <a:pt x="199" y="127940"/>
                </a:lnTo>
                <a:lnTo>
                  <a:pt x="2123" y="127523"/>
                </a:lnTo>
                <a:cubicBezTo>
                  <a:pt x="2202" y="127523"/>
                  <a:pt x="2262" y="127424"/>
                  <a:pt x="2262" y="127345"/>
                </a:cubicBezTo>
                <a:cubicBezTo>
                  <a:pt x="2229" y="127262"/>
                  <a:pt x="2168" y="127221"/>
                  <a:pt x="2103" y="12722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521" name="Google Shape;4521;p69"/>
          <p:cNvGrpSpPr/>
          <p:nvPr/>
        </p:nvGrpSpPr>
        <p:grpSpPr>
          <a:xfrm flipH="1">
            <a:off x="10766201" y="2799645"/>
            <a:ext cx="1091382" cy="1155725"/>
            <a:chOff x="2958275" y="539500"/>
            <a:chExt cx="1091382" cy="1155725"/>
          </a:xfrm>
        </p:grpSpPr>
        <p:grpSp>
          <p:nvGrpSpPr>
            <p:cNvPr id="4522" name="Google Shape;4522;p69"/>
            <p:cNvGrpSpPr/>
            <p:nvPr/>
          </p:nvGrpSpPr>
          <p:grpSpPr>
            <a:xfrm>
              <a:off x="3170379" y="1212137"/>
              <a:ext cx="879278" cy="483088"/>
              <a:chOff x="2296950" y="3661600"/>
              <a:chExt cx="616475" cy="338700"/>
            </a:xfrm>
          </p:grpSpPr>
          <p:sp>
            <p:nvSpPr>
              <p:cNvPr id="4523" name="Google Shape;4523;p69"/>
              <p:cNvSpPr/>
              <p:nvPr/>
            </p:nvSpPr>
            <p:spPr>
              <a:xfrm>
                <a:off x="2510075" y="3661600"/>
                <a:ext cx="402675" cy="97750"/>
              </a:xfrm>
              <a:custGeom>
                <a:avLst/>
                <a:gdLst/>
                <a:ahLst/>
                <a:cxnLst/>
                <a:rect l="l" t="t" r="r" b="b"/>
                <a:pathLst>
                  <a:path w="16107" h="3910" extrusionOk="0">
                    <a:moveTo>
                      <a:pt x="4306" y="700"/>
                    </a:moveTo>
                    <a:lnTo>
                      <a:pt x="13180" y="2635"/>
                    </a:lnTo>
                    <a:lnTo>
                      <a:pt x="1346" y="3189"/>
                    </a:lnTo>
                    <a:lnTo>
                      <a:pt x="4306" y="700"/>
                    </a:lnTo>
                    <a:close/>
                    <a:moveTo>
                      <a:pt x="4216" y="0"/>
                    </a:moveTo>
                    <a:cubicBezTo>
                      <a:pt x="4136" y="0"/>
                      <a:pt x="4058" y="29"/>
                      <a:pt x="3998" y="83"/>
                    </a:cubicBezTo>
                    <a:lnTo>
                      <a:pt x="152" y="3314"/>
                    </a:lnTo>
                    <a:cubicBezTo>
                      <a:pt x="42" y="3405"/>
                      <a:pt x="0" y="3560"/>
                      <a:pt x="56" y="3696"/>
                    </a:cubicBezTo>
                    <a:cubicBezTo>
                      <a:pt x="103" y="3823"/>
                      <a:pt x="227" y="3909"/>
                      <a:pt x="368" y="3909"/>
                    </a:cubicBezTo>
                    <a:lnTo>
                      <a:pt x="385" y="3909"/>
                    </a:lnTo>
                    <a:lnTo>
                      <a:pt x="15768" y="3189"/>
                    </a:lnTo>
                    <a:cubicBezTo>
                      <a:pt x="15937" y="3184"/>
                      <a:pt x="16078" y="3051"/>
                      <a:pt x="16092" y="2882"/>
                    </a:cubicBezTo>
                    <a:cubicBezTo>
                      <a:pt x="16106" y="2713"/>
                      <a:pt x="15990" y="2558"/>
                      <a:pt x="15824" y="2525"/>
                    </a:cubicBezTo>
                    <a:lnTo>
                      <a:pt x="4286" y="8"/>
                    </a:lnTo>
                    <a:cubicBezTo>
                      <a:pt x="4263" y="3"/>
                      <a:pt x="4240" y="0"/>
                      <a:pt x="42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69"/>
              <p:cNvSpPr/>
              <p:nvPr/>
            </p:nvSpPr>
            <p:spPr>
              <a:xfrm>
                <a:off x="2296950" y="3724500"/>
                <a:ext cx="616275" cy="210650"/>
              </a:xfrm>
              <a:custGeom>
                <a:avLst/>
                <a:gdLst/>
                <a:ahLst/>
                <a:cxnLst/>
                <a:rect l="l" t="t" r="r" b="b"/>
                <a:pathLst>
                  <a:path w="24651" h="8426" extrusionOk="0">
                    <a:moveTo>
                      <a:pt x="20027" y="1363"/>
                    </a:moveTo>
                    <a:lnTo>
                      <a:pt x="2334" y="7100"/>
                    </a:lnTo>
                    <a:lnTo>
                      <a:pt x="7528" y="3373"/>
                    </a:lnTo>
                    <a:lnTo>
                      <a:pt x="20027" y="1363"/>
                    </a:lnTo>
                    <a:close/>
                    <a:moveTo>
                      <a:pt x="24283" y="1"/>
                    </a:moveTo>
                    <a:cubicBezTo>
                      <a:pt x="24264" y="1"/>
                      <a:pt x="24244" y="3"/>
                      <a:pt x="24224" y="6"/>
                    </a:cubicBezTo>
                    <a:lnTo>
                      <a:pt x="7346" y="2722"/>
                    </a:lnTo>
                    <a:cubicBezTo>
                      <a:pt x="7293" y="2730"/>
                      <a:pt x="7243" y="2750"/>
                      <a:pt x="7204" y="2780"/>
                    </a:cubicBezTo>
                    <a:lnTo>
                      <a:pt x="180" y="7817"/>
                    </a:lnTo>
                    <a:cubicBezTo>
                      <a:pt x="44" y="7914"/>
                      <a:pt x="0" y="8094"/>
                      <a:pt x="78" y="8243"/>
                    </a:cubicBezTo>
                    <a:cubicBezTo>
                      <a:pt x="136" y="8354"/>
                      <a:pt x="252" y="8426"/>
                      <a:pt x="379" y="8426"/>
                    </a:cubicBezTo>
                    <a:cubicBezTo>
                      <a:pt x="413" y="8426"/>
                      <a:pt x="449" y="8420"/>
                      <a:pt x="482" y="8409"/>
                    </a:cubicBezTo>
                    <a:lnTo>
                      <a:pt x="24385" y="657"/>
                    </a:lnTo>
                    <a:cubicBezTo>
                      <a:pt x="24551" y="601"/>
                      <a:pt x="24651" y="427"/>
                      <a:pt x="24606" y="255"/>
                    </a:cubicBezTo>
                    <a:cubicBezTo>
                      <a:pt x="24569" y="103"/>
                      <a:pt x="24435" y="1"/>
                      <a:pt x="242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69"/>
              <p:cNvSpPr/>
              <p:nvPr/>
            </p:nvSpPr>
            <p:spPr>
              <a:xfrm>
                <a:off x="2510825" y="3724575"/>
                <a:ext cx="401925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16077" h="3146" extrusionOk="0">
                    <a:moveTo>
                      <a:pt x="9783" y="950"/>
                    </a:moveTo>
                    <a:lnTo>
                      <a:pt x="676" y="2415"/>
                    </a:lnTo>
                    <a:lnTo>
                      <a:pt x="676" y="1376"/>
                    </a:lnTo>
                    <a:lnTo>
                      <a:pt x="9783" y="950"/>
                    </a:lnTo>
                    <a:close/>
                    <a:moveTo>
                      <a:pt x="15719" y="0"/>
                    </a:moveTo>
                    <a:cubicBezTo>
                      <a:pt x="15715" y="0"/>
                      <a:pt x="15712" y="0"/>
                      <a:pt x="15708" y="0"/>
                    </a:cubicBezTo>
                    <a:lnTo>
                      <a:pt x="325" y="720"/>
                    </a:lnTo>
                    <a:cubicBezTo>
                      <a:pt x="142" y="726"/>
                      <a:pt x="1" y="875"/>
                      <a:pt x="1" y="1055"/>
                    </a:cubicBezTo>
                    <a:lnTo>
                      <a:pt x="1" y="2811"/>
                    </a:lnTo>
                    <a:cubicBezTo>
                      <a:pt x="1" y="2907"/>
                      <a:pt x="42" y="3002"/>
                      <a:pt x="120" y="3065"/>
                    </a:cubicBezTo>
                    <a:cubicBezTo>
                      <a:pt x="181" y="3118"/>
                      <a:pt x="258" y="3146"/>
                      <a:pt x="338" y="3146"/>
                    </a:cubicBezTo>
                    <a:lnTo>
                      <a:pt x="394" y="3143"/>
                    </a:lnTo>
                    <a:lnTo>
                      <a:pt x="15777" y="667"/>
                    </a:lnTo>
                    <a:cubicBezTo>
                      <a:pt x="15954" y="640"/>
                      <a:pt x="16076" y="476"/>
                      <a:pt x="16057" y="299"/>
                    </a:cubicBezTo>
                    <a:cubicBezTo>
                      <a:pt x="16035" y="128"/>
                      <a:pt x="15891" y="0"/>
                      <a:pt x="157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69"/>
              <p:cNvSpPr/>
              <p:nvPr/>
            </p:nvSpPr>
            <p:spPr>
              <a:xfrm>
                <a:off x="2482025" y="3724450"/>
                <a:ext cx="431400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11034" extrusionOk="0">
                    <a:moveTo>
                      <a:pt x="14387" y="1500"/>
                    </a:moveTo>
                    <a:lnTo>
                      <a:pt x="676" y="10089"/>
                    </a:lnTo>
                    <a:lnTo>
                      <a:pt x="676" y="5947"/>
                    </a:lnTo>
                    <a:lnTo>
                      <a:pt x="14387" y="1500"/>
                    </a:lnTo>
                    <a:close/>
                    <a:moveTo>
                      <a:pt x="16882" y="1"/>
                    </a:moveTo>
                    <a:cubicBezTo>
                      <a:pt x="16846" y="1"/>
                      <a:pt x="16810" y="7"/>
                      <a:pt x="16774" y="19"/>
                    </a:cubicBezTo>
                    <a:lnTo>
                      <a:pt x="236" y="5382"/>
                    </a:lnTo>
                    <a:cubicBezTo>
                      <a:pt x="98" y="5426"/>
                      <a:pt x="4" y="5554"/>
                      <a:pt x="1" y="5701"/>
                    </a:cubicBezTo>
                    <a:lnTo>
                      <a:pt x="1" y="10695"/>
                    </a:lnTo>
                    <a:cubicBezTo>
                      <a:pt x="1" y="10817"/>
                      <a:pt x="70" y="10931"/>
                      <a:pt x="178" y="10989"/>
                    </a:cubicBezTo>
                    <a:cubicBezTo>
                      <a:pt x="222" y="11017"/>
                      <a:pt x="275" y="11034"/>
                      <a:pt x="329" y="11034"/>
                    </a:cubicBezTo>
                    <a:cubicBezTo>
                      <a:pt x="333" y="11034"/>
                      <a:pt x="337" y="11033"/>
                      <a:pt x="341" y="11033"/>
                    </a:cubicBezTo>
                    <a:cubicBezTo>
                      <a:pt x="402" y="11033"/>
                      <a:pt x="463" y="11017"/>
                      <a:pt x="516" y="10983"/>
                    </a:cubicBezTo>
                    <a:lnTo>
                      <a:pt x="17054" y="623"/>
                    </a:lnTo>
                    <a:cubicBezTo>
                      <a:pt x="17200" y="534"/>
                      <a:pt x="17256" y="351"/>
                      <a:pt x="17184" y="196"/>
                    </a:cubicBezTo>
                    <a:cubicBezTo>
                      <a:pt x="17128" y="73"/>
                      <a:pt x="17008" y="1"/>
                      <a:pt x="16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27" name="Google Shape;4527;p69"/>
            <p:cNvSpPr/>
            <p:nvPr/>
          </p:nvSpPr>
          <p:spPr>
            <a:xfrm>
              <a:off x="2958275" y="539500"/>
              <a:ext cx="562425" cy="897575"/>
            </a:xfrm>
            <a:custGeom>
              <a:avLst/>
              <a:gdLst/>
              <a:ahLst/>
              <a:cxnLst/>
              <a:rect l="l" t="t" r="r" b="b"/>
              <a:pathLst>
                <a:path w="22497" h="35903" extrusionOk="0">
                  <a:moveTo>
                    <a:pt x="20015" y="1"/>
                  </a:moveTo>
                  <a:cubicBezTo>
                    <a:pt x="19867" y="1"/>
                    <a:pt x="19729" y="176"/>
                    <a:pt x="19849" y="335"/>
                  </a:cubicBezTo>
                  <a:cubicBezTo>
                    <a:pt x="20176" y="761"/>
                    <a:pt x="20470" y="1210"/>
                    <a:pt x="20733" y="1680"/>
                  </a:cubicBezTo>
                  <a:cubicBezTo>
                    <a:pt x="20766" y="1747"/>
                    <a:pt x="20832" y="1788"/>
                    <a:pt x="20907" y="1788"/>
                  </a:cubicBezTo>
                  <a:cubicBezTo>
                    <a:pt x="20943" y="1788"/>
                    <a:pt x="20976" y="1777"/>
                    <a:pt x="21010" y="1761"/>
                  </a:cubicBezTo>
                  <a:cubicBezTo>
                    <a:pt x="21109" y="1705"/>
                    <a:pt x="21145" y="1581"/>
                    <a:pt x="21087" y="1484"/>
                  </a:cubicBezTo>
                  <a:cubicBezTo>
                    <a:pt x="20818" y="994"/>
                    <a:pt x="20514" y="526"/>
                    <a:pt x="20173" y="86"/>
                  </a:cubicBezTo>
                  <a:cubicBezTo>
                    <a:pt x="20128" y="26"/>
                    <a:pt x="20071" y="1"/>
                    <a:pt x="20015" y="1"/>
                  </a:cubicBezTo>
                  <a:close/>
                  <a:moveTo>
                    <a:pt x="22064" y="4439"/>
                  </a:moveTo>
                  <a:cubicBezTo>
                    <a:pt x="22050" y="4439"/>
                    <a:pt x="22035" y="4440"/>
                    <a:pt x="22020" y="4444"/>
                  </a:cubicBezTo>
                  <a:cubicBezTo>
                    <a:pt x="21909" y="4469"/>
                    <a:pt x="21837" y="4577"/>
                    <a:pt x="21860" y="4687"/>
                  </a:cubicBezTo>
                  <a:cubicBezTo>
                    <a:pt x="21973" y="5213"/>
                    <a:pt x="22048" y="5745"/>
                    <a:pt x="22081" y="6279"/>
                  </a:cubicBezTo>
                  <a:cubicBezTo>
                    <a:pt x="22087" y="6390"/>
                    <a:pt x="22175" y="6473"/>
                    <a:pt x="22286" y="6473"/>
                  </a:cubicBezTo>
                  <a:lnTo>
                    <a:pt x="22300" y="6473"/>
                  </a:lnTo>
                  <a:cubicBezTo>
                    <a:pt x="22413" y="6468"/>
                    <a:pt x="22496" y="6368"/>
                    <a:pt x="22491" y="6257"/>
                  </a:cubicBezTo>
                  <a:cubicBezTo>
                    <a:pt x="22455" y="5701"/>
                    <a:pt x="22380" y="5147"/>
                    <a:pt x="22261" y="4601"/>
                  </a:cubicBezTo>
                  <a:cubicBezTo>
                    <a:pt x="22242" y="4506"/>
                    <a:pt x="22158" y="4439"/>
                    <a:pt x="22064" y="4439"/>
                  </a:cubicBezTo>
                  <a:close/>
                  <a:moveTo>
                    <a:pt x="21969" y="9334"/>
                  </a:moveTo>
                  <a:cubicBezTo>
                    <a:pt x="21889" y="9334"/>
                    <a:pt x="21810" y="9377"/>
                    <a:pt x="21776" y="9475"/>
                  </a:cubicBezTo>
                  <a:cubicBezTo>
                    <a:pt x="21646" y="9998"/>
                    <a:pt x="21477" y="10507"/>
                    <a:pt x="21273" y="11006"/>
                  </a:cubicBezTo>
                  <a:cubicBezTo>
                    <a:pt x="21228" y="11108"/>
                    <a:pt x="21278" y="11227"/>
                    <a:pt x="21383" y="11271"/>
                  </a:cubicBezTo>
                  <a:cubicBezTo>
                    <a:pt x="21408" y="11283"/>
                    <a:pt x="21433" y="11288"/>
                    <a:pt x="21461" y="11288"/>
                  </a:cubicBezTo>
                  <a:cubicBezTo>
                    <a:pt x="21544" y="11285"/>
                    <a:pt x="21619" y="11235"/>
                    <a:pt x="21652" y="11161"/>
                  </a:cubicBezTo>
                  <a:cubicBezTo>
                    <a:pt x="21862" y="10643"/>
                    <a:pt x="22039" y="10114"/>
                    <a:pt x="22178" y="9574"/>
                  </a:cubicBezTo>
                  <a:cubicBezTo>
                    <a:pt x="22203" y="9426"/>
                    <a:pt x="22086" y="9334"/>
                    <a:pt x="21969" y="9334"/>
                  </a:cubicBezTo>
                  <a:close/>
                  <a:moveTo>
                    <a:pt x="19769" y="13698"/>
                  </a:moveTo>
                  <a:cubicBezTo>
                    <a:pt x="19720" y="13698"/>
                    <a:pt x="19669" y="13717"/>
                    <a:pt x="19625" y="13761"/>
                  </a:cubicBezTo>
                  <a:cubicBezTo>
                    <a:pt x="19285" y="14176"/>
                    <a:pt x="18914" y="14564"/>
                    <a:pt x="18512" y="14921"/>
                  </a:cubicBezTo>
                  <a:cubicBezTo>
                    <a:pt x="18376" y="15051"/>
                    <a:pt x="18465" y="15281"/>
                    <a:pt x="18651" y="15283"/>
                  </a:cubicBezTo>
                  <a:cubicBezTo>
                    <a:pt x="18700" y="15283"/>
                    <a:pt x="18750" y="15264"/>
                    <a:pt x="18786" y="15231"/>
                  </a:cubicBezTo>
                  <a:cubicBezTo>
                    <a:pt x="19201" y="14857"/>
                    <a:pt x="19589" y="14453"/>
                    <a:pt x="19944" y="14021"/>
                  </a:cubicBezTo>
                  <a:cubicBezTo>
                    <a:pt x="20045" y="13865"/>
                    <a:pt x="19915" y="13698"/>
                    <a:pt x="19769" y="13698"/>
                  </a:cubicBezTo>
                  <a:close/>
                  <a:moveTo>
                    <a:pt x="15938" y="16706"/>
                  </a:moveTo>
                  <a:cubicBezTo>
                    <a:pt x="15907" y="16706"/>
                    <a:pt x="15875" y="16713"/>
                    <a:pt x="15846" y="16729"/>
                  </a:cubicBezTo>
                  <a:cubicBezTo>
                    <a:pt x="15389" y="16967"/>
                    <a:pt x="14907" y="17194"/>
                    <a:pt x="14370" y="17418"/>
                  </a:cubicBezTo>
                  <a:cubicBezTo>
                    <a:pt x="14265" y="17460"/>
                    <a:pt x="14215" y="17579"/>
                    <a:pt x="14259" y="17684"/>
                  </a:cubicBezTo>
                  <a:cubicBezTo>
                    <a:pt x="14292" y="17761"/>
                    <a:pt x="14367" y="17811"/>
                    <a:pt x="14450" y="17811"/>
                  </a:cubicBezTo>
                  <a:cubicBezTo>
                    <a:pt x="14478" y="17811"/>
                    <a:pt x="14503" y="17806"/>
                    <a:pt x="14531" y="17795"/>
                  </a:cubicBezTo>
                  <a:cubicBezTo>
                    <a:pt x="15076" y="17568"/>
                    <a:pt x="15569" y="17338"/>
                    <a:pt x="16031" y="17097"/>
                  </a:cubicBezTo>
                  <a:cubicBezTo>
                    <a:pt x="16134" y="17044"/>
                    <a:pt x="16172" y="16920"/>
                    <a:pt x="16120" y="16820"/>
                  </a:cubicBezTo>
                  <a:cubicBezTo>
                    <a:pt x="16085" y="16748"/>
                    <a:pt x="16012" y="16706"/>
                    <a:pt x="15938" y="16706"/>
                  </a:cubicBezTo>
                  <a:close/>
                  <a:moveTo>
                    <a:pt x="11369" y="18532"/>
                  </a:moveTo>
                  <a:cubicBezTo>
                    <a:pt x="11348" y="18532"/>
                    <a:pt x="11326" y="18535"/>
                    <a:pt x="11305" y="18542"/>
                  </a:cubicBezTo>
                  <a:lnTo>
                    <a:pt x="10782" y="18714"/>
                  </a:lnTo>
                  <a:lnTo>
                    <a:pt x="9743" y="19060"/>
                  </a:lnTo>
                  <a:cubicBezTo>
                    <a:pt x="9533" y="19143"/>
                    <a:pt x="9583" y="19453"/>
                    <a:pt x="9807" y="19462"/>
                  </a:cubicBezTo>
                  <a:cubicBezTo>
                    <a:pt x="9832" y="19462"/>
                    <a:pt x="9854" y="19459"/>
                    <a:pt x="9879" y="19453"/>
                  </a:cubicBezTo>
                  <a:lnTo>
                    <a:pt x="10912" y="19102"/>
                  </a:lnTo>
                  <a:lnTo>
                    <a:pt x="11432" y="18930"/>
                  </a:lnTo>
                  <a:cubicBezTo>
                    <a:pt x="11538" y="18894"/>
                    <a:pt x="11598" y="18778"/>
                    <a:pt x="11562" y="18670"/>
                  </a:cubicBezTo>
                  <a:cubicBezTo>
                    <a:pt x="11534" y="18586"/>
                    <a:pt x="11454" y="18532"/>
                    <a:pt x="11369" y="18532"/>
                  </a:cubicBezTo>
                  <a:close/>
                  <a:moveTo>
                    <a:pt x="6751" y="20236"/>
                  </a:moveTo>
                  <a:cubicBezTo>
                    <a:pt x="6722" y="20236"/>
                    <a:pt x="6691" y="20242"/>
                    <a:pt x="6662" y="20256"/>
                  </a:cubicBezTo>
                  <a:cubicBezTo>
                    <a:pt x="6141" y="20494"/>
                    <a:pt x="5646" y="20752"/>
                    <a:pt x="5186" y="21009"/>
                  </a:cubicBezTo>
                  <a:cubicBezTo>
                    <a:pt x="5086" y="21067"/>
                    <a:pt x="5053" y="21192"/>
                    <a:pt x="5108" y="21289"/>
                  </a:cubicBezTo>
                  <a:cubicBezTo>
                    <a:pt x="5143" y="21353"/>
                    <a:pt x="5209" y="21394"/>
                    <a:pt x="5281" y="21394"/>
                  </a:cubicBezTo>
                  <a:cubicBezTo>
                    <a:pt x="5284" y="21394"/>
                    <a:pt x="5286" y="21394"/>
                    <a:pt x="5288" y="21394"/>
                  </a:cubicBezTo>
                  <a:cubicBezTo>
                    <a:pt x="5324" y="21394"/>
                    <a:pt x="5358" y="21386"/>
                    <a:pt x="5388" y="21369"/>
                  </a:cubicBezTo>
                  <a:cubicBezTo>
                    <a:pt x="5837" y="21114"/>
                    <a:pt x="6324" y="20865"/>
                    <a:pt x="6836" y="20630"/>
                  </a:cubicBezTo>
                  <a:cubicBezTo>
                    <a:pt x="6936" y="20580"/>
                    <a:pt x="6980" y="20458"/>
                    <a:pt x="6936" y="20356"/>
                  </a:cubicBezTo>
                  <a:cubicBezTo>
                    <a:pt x="6902" y="20280"/>
                    <a:pt x="6829" y="20236"/>
                    <a:pt x="6751" y="20236"/>
                  </a:cubicBezTo>
                  <a:close/>
                  <a:moveTo>
                    <a:pt x="2649" y="22927"/>
                  </a:moveTo>
                  <a:cubicBezTo>
                    <a:pt x="2598" y="22927"/>
                    <a:pt x="2547" y="22945"/>
                    <a:pt x="2506" y="22983"/>
                  </a:cubicBezTo>
                  <a:cubicBezTo>
                    <a:pt x="2104" y="23374"/>
                    <a:pt x="1736" y="23797"/>
                    <a:pt x="1409" y="24254"/>
                  </a:cubicBezTo>
                  <a:cubicBezTo>
                    <a:pt x="1343" y="24346"/>
                    <a:pt x="1365" y="24470"/>
                    <a:pt x="1456" y="24537"/>
                  </a:cubicBezTo>
                  <a:cubicBezTo>
                    <a:pt x="1492" y="24562"/>
                    <a:pt x="1534" y="24575"/>
                    <a:pt x="1578" y="24575"/>
                  </a:cubicBezTo>
                  <a:cubicBezTo>
                    <a:pt x="1645" y="24575"/>
                    <a:pt x="1706" y="24545"/>
                    <a:pt x="1744" y="24492"/>
                  </a:cubicBezTo>
                  <a:cubicBezTo>
                    <a:pt x="2057" y="24058"/>
                    <a:pt x="2406" y="23651"/>
                    <a:pt x="2788" y="23277"/>
                  </a:cubicBezTo>
                  <a:cubicBezTo>
                    <a:pt x="2871" y="23199"/>
                    <a:pt x="2874" y="23069"/>
                    <a:pt x="2796" y="22986"/>
                  </a:cubicBezTo>
                  <a:cubicBezTo>
                    <a:pt x="2756" y="22947"/>
                    <a:pt x="2703" y="22927"/>
                    <a:pt x="2649" y="22927"/>
                  </a:cubicBezTo>
                  <a:close/>
                  <a:moveTo>
                    <a:pt x="304" y="27162"/>
                  </a:moveTo>
                  <a:cubicBezTo>
                    <a:pt x="205" y="27162"/>
                    <a:pt x="117" y="27233"/>
                    <a:pt x="100" y="27333"/>
                  </a:cubicBezTo>
                  <a:cubicBezTo>
                    <a:pt x="33" y="27735"/>
                    <a:pt x="0" y="28139"/>
                    <a:pt x="0" y="28546"/>
                  </a:cubicBezTo>
                  <a:cubicBezTo>
                    <a:pt x="0" y="28701"/>
                    <a:pt x="3" y="28859"/>
                    <a:pt x="14" y="29017"/>
                  </a:cubicBezTo>
                  <a:cubicBezTo>
                    <a:pt x="22" y="29122"/>
                    <a:pt x="111" y="29208"/>
                    <a:pt x="219" y="29210"/>
                  </a:cubicBezTo>
                  <a:lnTo>
                    <a:pt x="233" y="29205"/>
                  </a:lnTo>
                  <a:cubicBezTo>
                    <a:pt x="346" y="29199"/>
                    <a:pt x="432" y="29105"/>
                    <a:pt x="426" y="28992"/>
                  </a:cubicBezTo>
                  <a:cubicBezTo>
                    <a:pt x="415" y="28842"/>
                    <a:pt x="410" y="28693"/>
                    <a:pt x="413" y="28546"/>
                  </a:cubicBezTo>
                  <a:cubicBezTo>
                    <a:pt x="413" y="28161"/>
                    <a:pt x="443" y="27779"/>
                    <a:pt x="507" y="27400"/>
                  </a:cubicBezTo>
                  <a:cubicBezTo>
                    <a:pt x="526" y="27286"/>
                    <a:pt x="449" y="27178"/>
                    <a:pt x="335" y="27164"/>
                  </a:cubicBezTo>
                  <a:cubicBezTo>
                    <a:pt x="325" y="27163"/>
                    <a:pt x="314" y="27162"/>
                    <a:pt x="304" y="27162"/>
                  </a:cubicBezTo>
                  <a:close/>
                  <a:moveTo>
                    <a:pt x="1122" y="31929"/>
                  </a:moveTo>
                  <a:cubicBezTo>
                    <a:pt x="1089" y="31929"/>
                    <a:pt x="1055" y="31937"/>
                    <a:pt x="1024" y="31954"/>
                  </a:cubicBezTo>
                  <a:cubicBezTo>
                    <a:pt x="925" y="32007"/>
                    <a:pt x="889" y="32131"/>
                    <a:pt x="941" y="32231"/>
                  </a:cubicBezTo>
                  <a:cubicBezTo>
                    <a:pt x="1210" y="32727"/>
                    <a:pt x="1537" y="33189"/>
                    <a:pt x="1910" y="33613"/>
                  </a:cubicBezTo>
                  <a:cubicBezTo>
                    <a:pt x="1949" y="33654"/>
                    <a:pt x="2005" y="33679"/>
                    <a:pt x="2063" y="33682"/>
                  </a:cubicBezTo>
                  <a:cubicBezTo>
                    <a:pt x="2113" y="33682"/>
                    <a:pt x="2162" y="33660"/>
                    <a:pt x="2198" y="33627"/>
                  </a:cubicBezTo>
                  <a:cubicBezTo>
                    <a:pt x="2284" y="33552"/>
                    <a:pt x="2290" y="33422"/>
                    <a:pt x="2215" y="33339"/>
                  </a:cubicBezTo>
                  <a:cubicBezTo>
                    <a:pt x="1861" y="32940"/>
                    <a:pt x="1556" y="32505"/>
                    <a:pt x="1301" y="32037"/>
                  </a:cubicBezTo>
                  <a:cubicBezTo>
                    <a:pt x="1265" y="31969"/>
                    <a:pt x="1195" y="31929"/>
                    <a:pt x="1122" y="31929"/>
                  </a:cubicBezTo>
                  <a:close/>
                  <a:moveTo>
                    <a:pt x="11080" y="34552"/>
                  </a:moveTo>
                  <a:cubicBezTo>
                    <a:pt x="11045" y="34552"/>
                    <a:pt x="11009" y="34562"/>
                    <a:pt x="10975" y="34582"/>
                  </a:cubicBezTo>
                  <a:cubicBezTo>
                    <a:pt x="10521" y="34856"/>
                    <a:pt x="10034" y="35077"/>
                    <a:pt x="9527" y="35238"/>
                  </a:cubicBezTo>
                  <a:cubicBezTo>
                    <a:pt x="9419" y="35269"/>
                    <a:pt x="9358" y="35385"/>
                    <a:pt x="9392" y="35496"/>
                  </a:cubicBezTo>
                  <a:cubicBezTo>
                    <a:pt x="9419" y="35579"/>
                    <a:pt x="9500" y="35637"/>
                    <a:pt x="9588" y="35637"/>
                  </a:cubicBezTo>
                  <a:cubicBezTo>
                    <a:pt x="9608" y="35637"/>
                    <a:pt x="9630" y="35634"/>
                    <a:pt x="9649" y="35628"/>
                  </a:cubicBezTo>
                  <a:cubicBezTo>
                    <a:pt x="10189" y="35460"/>
                    <a:pt x="10704" y="35224"/>
                    <a:pt x="11186" y="34931"/>
                  </a:cubicBezTo>
                  <a:cubicBezTo>
                    <a:pt x="11280" y="34870"/>
                    <a:pt x="11310" y="34748"/>
                    <a:pt x="11252" y="34651"/>
                  </a:cubicBezTo>
                  <a:cubicBezTo>
                    <a:pt x="11214" y="34587"/>
                    <a:pt x="11148" y="34552"/>
                    <a:pt x="11080" y="34552"/>
                  </a:cubicBezTo>
                  <a:close/>
                  <a:moveTo>
                    <a:pt x="4752" y="35094"/>
                  </a:moveTo>
                  <a:cubicBezTo>
                    <a:pt x="4669" y="35094"/>
                    <a:pt x="4593" y="35146"/>
                    <a:pt x="4563" y="35227"/>
                  </a:cubicBezTo>
                  <a:cubicBezTo>
                    <a:pt x="4521" y="35335"/>
                    <a:pt x="4577" y="35451"/>
                    <a:pt x="4682" y="35490"/>
                  </a:cubicBezTo>
                  <a:cubicBezTo>
                    <a:pt x="5211" y="35687"/>
                    <a:pt x="5756" y="35825"/>
                    <a:pt x="6313" y="35903"/>
                  </a:cubicBezTo>
                  <a:lnTo>
                    <a:pt x="6343" y="35903"/>
                  </a:lnTo>
                  <a:cubicBezTo>
                    <a:pt x="6446" y="35903"/>
                    <a:pt x="6532" y="35828"/>
                    <a:pt x="6545" y="35725"/>
                  </a:cubicBezTo>
                  <a:cubicBezTo>
                    <a:pt x="6562" y="35615"/>
                    <a:pt x="6484" y="35509"/>
                    <a:pt x="6371" y="35496"/>
                  </a:cubicBezTo>
                  <a:cubicBezTo>
                    <a:pt x="5842" y="35421"/>
                    <a:pt x="5324" y="35291"/>
                    <a:pt x="4826" y="35108"/>
                  </a:cubicBezTo>
                  <a:cubicBezTo>
                    <a:pt x="4802" y="35099"/>
                    <a:pt x="4777" y="35094"/>
                    <a:pt x="4752" y="350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78" name="Google Shape;1908;p36"/>
          <p:cNvGrpSpPr/>
          <p:nvPr/>
        </p:nvGrpSpPr>
        <p:grpSpPr>
          <a:xfrm>
            <a:off x="222387" y="2267513"/>
            <a:ext cx="2761954" cy="4001808"/>
            <a:chOff x="713232" y="1274373"/>
            <a:chExt cx="2761954" cy="4001808"/>
          </a:xfrm>
        </p:grpSpPr>
        <p:sp>
          <p:nvSpPr>
            <p:cNvPr id="279" name="Google Shape;1909;p36"/>
            <p:cNvSpPr/>
            <p:nvPr/>
          </p:nvSpPr>
          <p:spPr>
            <a:xfrm>
              <a:off x="1128978" y="1282624"/>
              <a:ext cx="1817826" cy="2659779"/>
            </a:xfrm>
            <a:custGeom>
              <a:avLst/>
              <a:gdLst/>
              <a:ahLst/>
              <a:cxnLst/>
              <a:rect l="l" t="t" r="r" b="b"/>
              <a:pathLst>
                <a:path w="64992" h="95094" extrusionOk="0">
                  <a:moveTo>
                    <a:pt x="24797" y="0"/>
                  </a:moveTo>
                  <a:cubicBezTo>
                    <a:pt x="24005" y="0"/>
                    <a:pt x="23542" y="573"/>
                    <a:pt x="23847" y="1542"/>
                  </a:cubicBezTo>
                  <a:cubicBezTo>
                    <a:pt x="24400" y="3282"/>
                    <a:pt x="27508" y="4569"/>
                    <a:pt x="28428" y="7137"/>
                  </a:cubicBezTo>
                  <a:cubicBezTo>
                    <a:pt x="28342" y="7111"/>
                    <a:pt x="26935" y="6697"/>
                    <a:pt x="24817" y="6697"/>
                  </a:cubicBezTo>
                  <a:cubicBezTo>
                    <a:pt x="21522" y="6697"/>
                    <a:pt x="16505" y="7699"/>
                    <a:pt x="12064" y="12725"/>
                  </a:cubicBezTo>
                  <a:cubicBezTo>
                    <a:pt x="4768" y="20987"/>
                    <a:pt x="8536" y="35277"/>
                    <a:pt x="9129" y="41152"/>
                  </a:cubicBezTo>
                  <a:cubicBezTo>
                    <a:pt x="9723" y="47027"/>
                    <a:pt x="10577" y="50615"/>
                    <a:pt x="7629" y="55843"/>
                  </a:cubicBezTo>
                  <a:cubicBezTo>
                    <a:pt x="4675" y="61064"/>
                    <a:pt x="0" y="67026"/>
                    <a:pt x="2934" y="78302"/>
                  </a:cubicBezTo>
                  <a:cubicBezTo>
                    <a:pt x="2934" y="78302"/>
                    <a:pt x="2388" y="69927"/>
                    <a:pt x="7429" y="65085"/>
                  </a:cubicBezTo>
                  <a:lnTo>
                    <a:pt x="7429" y="65085"/>
                  </a:lnTo>
                  <a:cubicBezTo>
                    <a:pt x="7429" y="65086"/>
                    <a:pt x="3762" y="71601"/>
                    <a:pt x="7429" y="81423"/>
                  </a:cubicBezTo>
                  <a:cubicBezTo>
                    <a:pt x="11097" y="91239"/>
                    <a:pt x="16892" y="95000"/>
                    <a:pt x="30682" y="95093"/>
                  </a:cubicBezTo>
                  <a:cubicBezTo>
                    <a:pt x="30746" y="95094"/>
                    <a:pt x="30810" y="95094"/>
                    <a:pt x="30874" y="95094"/>
                  </a:cubicBezTo>
                  <a:cubicBezTo>
                    <a:pt x="41889" y="95094"/>
                    <a:pt x="55401" y="88826"/>
                    <a:pt x="58723" y="75201"/>
                  </a:cubicBezTo>
                  <a:cubicBezTo>
                    <a:pt x="59556" y="71787"/>
                    <a:pt x="59750" y="67899"/>
                    <a:pt x="59103" y="63545"/>
                  </a:cubicBezTo>
                  <a:lnTo>
                    <a:pt x="59103" y="63545"/>
                  </a:lnTo>
                  <a:cubicBezTo>
                    <a:pt x="59103" y="63545"/>
                    <a:pt x="62184" y="64732"/>
                    <a:pt x="63471" y="68953"/>
                  </a:cubicBezTo>
                  <a:cubicBezTo>
                    <a:pt x="63471" y="68953"/>
                    <a:pt x="64991" y="63552"/>
                    <a:pt x="61710" y="56850"/>
                  </a:cubicBezTo>
                  <a:cubicBezTo>
                    <a:pt x="58423" y="50148"/>
                    <a:pt x="57936" y="43086"/>
                    <a:pt x="57356" y="31903"/>
                  </a:cubicBezTo>
                  <a:cubicBezTo>
                    <a:pt x="56869" y="22547"/>
                    <a:pt x="55602" y="9551"/>
                    <a:pt x="41351" y="7183"/>
                  </a:cubicBezTo>
                  <a:cubicBezTo>
                    <a:pt x="39881" y="6938"/>
                    <a:pt x="38271" y="6809"/>
                    <a:pt x="36509" y="6809"/>
                  </a:cubicBezTo>
                  <a:cubicBezTo>
                    <a:pt x="34915" y="6809"/>
                    <a:pt x="33195" y="6915"/>
                    <a:pt x="31342" y="7137"/>
                  </a:cubicBezTo>
                  <a:cubicBezTo>
                    <a:pt x="31342" y="7137"/>
                    <a:pt x="30969" y="5850"/>
                    <a:pt x="32176" y="4476"/>
                  </a:cubicBezTo>
                  <a:cubicBezTo>
                    <a:pt x="33383" y="3102"/>
                    <a:pt x="33443" y="2182"/>
                    <a:pt x="32176" y="2182"/>
                  </a:cubicBezTo>
                  <a:cubicBezTo>
                    <a:pt x="30909" y="2182"/>
                    <a:pt x="29442" y="3742"/>
                    <a:pt x="29982" y="7130"/>
                  </a:cubicBezTo>
                  <a:cubicBezTo>
                    <a:pt x="29928" y="6877"/>
                    <a:pt x="28961" y="3009"/>
                    <a:pt x="27094" y="1175"/>
                  </a:cubicBezTo>
                  <a:cubicBezTo>
                    <a:pt x="26267" y="363"/>
                    <a:pt x="25428" y="0"/>
                    <a:pt x="24797" y="0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0" name="Google Shape;1910;p36"/>
            <p:cNvSpPr/>
            <p:nvPr/>
          </p:nvSpPr>
          <p:spPr>
            <a:xfrm>
              <a:off x="1128978" y="1274373"/>
              <a:ext cx="1825658" cy="2676226"/>
            </a:xfrm>
            <a:custGeom>
              <a:avLst/>
              <a:gdLst/>
              <a:ahLst/>
              <a:cxnLst/>
              <a:rect l="l" t="t" r="r" b="b"/>
              <a:pathLst>
                <a:path w="65272" h="95682" extrusionOk="0">
                  <a:moveTo>
                    <a:pt x="24802" y="583"/>
                  </a:moveTo>
                  <a:cubicBezTo>
                    <a:pt x="25345" y="583"/>
                    <a:pt x="26113" y="914"/>
                    <a:pt x="26881" y="1677"/>
                  </a:cubicBezTo>
                  <a:cubicBezTo>
                    <a:pt x="28675" y="3437"/>
                    <a:pt x="29688" y="7445"/>
                    <a:pt x="29708" y="7485"/>
                  </a:cubicBezTo>
                  <a:cubicBezTo>
                    <a:pt x="29737" y="7618"/>
                    <a:pt x="29852" y="7711"/>
                    <a:pt x="29982" y="7711"/>
                  </a:cubicBezTo>
                  <a:cubicBezTo>
                    <a:pt x="30002" y="7711"/>
                    <a:pt x="30022" y="7709"/>
                    <a:pt x="30042" y="7705"/>
                  </a:cubicBezTo>
                  <a:cubicBezTo>
                    <a:pt x="30195" y="7678"/>
                    <a:pt x="30302" y="7525"/>
                    <a:pt x="30275" y="7372"/>
                  </a:cubicBezTo>
                  <a:cubicBezTo>
                    <a:pt x="29902" y="5044"/>
                    <a:pt x="30589" y="3831"/>
                    <a:pt x="30942" y="3411"/>
                  </a:cubicBezTo>
                  <a:cubicBezTo>
                    <a:pt x="31289" y="2997"/>
                    <a:pt x="31842" y="2770"/>
                    <a:pt x="32176" y="2770"/>
                  </a:cubicBezTo>
                  <a:cubicBezTo>
                    <a:pt x="32509" y="2770"/>
                    <a:pt x="32702" y="2770"/>
                    <a:pt x="32789" y="2970"/>
                  </a:cubicBezTo>
                  <a:cubicBezTo>
                    <a:pt x="32883" y="3171"/>
                    <a:pt x="32716" y="3711"/>
                    <a:pt x="31956" y="4578"/>
                  </a:cubicBezTo>
                  <a:cubicBezTo>
                    <a:pt x="30655" y="6051"/>
                    <a:pt x="31049" y="7452"/>
                    <a:pt x="31069" y="7512"/>
                  </a:cubicBezTo>
                  <a:cubicBezTo>
                    <a:pt x="31105" y="7633"/>
                    <a:pt x="31213" y="7721"/>
                    <a:pt x="31338" y="7721"/>
                  </a:cubicBezTo>
                  <a:cubicBezTo>
                    <a:pt x="31350" y="7721"/>
                    <a:pt x="31363" y="7720"/>
                    <a:pt x="31375" y="7718"/>
                  </a:cubicBezTo>
                  <a:cubicBezTo>
                    <a:pt x="33166" y="7502"/>
                    <a:pt x="34872" y="7394"/>
                    <a:pt x="36484" y="7394"/>
                  </a:cubicBezTo>
                  <a:cubicBezTo>
                    <a:pt x="38203" y="7394"/>
                    <a:pt x="39814" y="7517"/>
                    <a:pt x="41305" y="7765"/>
                  </a:cubicBezTo>
                  <a:cubicBezTo>
                    <a:pt x="47540" y="8799"/>
                    <a:pt x="51774" y="11933"/>
                    <a:pt x="54248" y="17341"/>
                  </a:cubicBezTo>
                  <a:cubicBezTo>
                    <a:pt x="56375" y="21975"/>
                    <a:pt x="56816" y="27444"/>
                    <a:pt x="57062" y="32212"/>
                  </a:cubicBezTo>
                  <a:cubicBezTo>
                    <a:pt x="57662" y="43728"/>
                    <a:pt x="58156" y="50576"/>
                    <a:pt x="61450" y="57265"/>
                  </a:cubicBezTo>
                  <a:cubicBezTo>
                    <a:pt x="63817" y="62093"/>
                    <a:pt x="63631" y="66281"/>
                    <a:pt x="63377" y="68134"/>
                  </a:cubicBezTo>
                  <a:cubicBezTo>
                    <a:pt x="61930" y="64653"/>
                    <a:pt x="59323" y="63613"/>
                    <a:pt x="59210" y="63560"/>
                  </a:cubicBezTo>
                  <a:cubicBezTo>
                    <a:pt x="59178" y="63549"/>
                    <a:pt x="59144" y="63544"/>
                    <a:pt x="59111" y="63544"/>
                  </a:cubicBezTo>
                  <a:cubicBezTo>
                    <a:pt x="59041" y="63544"/>
                    <a:pt x="58971" y="63568"/>
                    <a:pt x="58916" y="63613"/>
                  </a:cubicBezTo>
                  <a:cubicBezTo>
                    <a:pt x="58836" y="63680"/>
                    <a:pt x="58803" y="63780"/>
                    <a:pt x="58816" y="63880"/>
                  </a:cubicBezTo>
                  <a:cubicBezTo>
                    <a:pt x="59423" y="68014"/>
                    <a:pt x="59296" y="71895"/>
                    <a:pt x="58443" y="75423"/>
                  </a:cubicBezTo>
                  <a:cubicBezTo>
                    <a:pt x="56922" y="81631"/>
                    <a:pt x="53121" y="86793"/>
                    <a:pt x="47440" y="90360"/>
                  </a:cubicBezTo>
                  <a:cubicBezTo>
                    <a:pt x="42625" y="93381"/>
                    <a:pt x="36604" y="95095"/>
                    <a:pt x="30875" y="95095"/>
                  </a:cubicBezTo>
                  <a:lnTo>
                    <a:pt x="30682" y="95095"/>
                  </a:lnTo>
                  <a:cubicBezTo>
                    <a:pt x="23767" y="95042"/>
                    <a:pt x="18845" y="94008"/>
                    <a:pt x="15411" y="91954"/>
                  </a:cubicBezTo>
                  <a:cubicBezTo>
                    <a:pt x="11977" y="89894"/>
                    <a:pt x="9603" y="86699"/>
                    <a:pt x="7702" y="81618"/>
                  </a:cubicBezTo>
                  <a:cubicBezTo>
                    <a:pt x="4128" y="72055"/>
                    <a:pt x="7642" y="65587"/>
                    <a:pt x="7682" y="65520"/>
                  </a:cubicBezTo>
                  <a:cubicBezTo>
                    <a:pt x="7749" y="65394"/>
                    <a:pt x="7722" y="65240"/>
                    <a:pt x="7609" y="65147"/>
                  </a:cubicBezTo>
                  <a:cubicBezTo>
                    <a:pt x="7556" y="65107"/>
                    <a:pt x="7496" y="65087"/>
                    <a:pt x="7429" y="65087"/>
                  </a:cubicBezTo>
                  <a:cubicBezTo>
                    <a:pt x="7349" y="65087"/>
                    <a:pt x="7282" y="65120"/>
                    <a:pt x="7229" y="65174"/>
                  </a:cubicBezTo>
                  <a:cubicBezTo>
                    <a:pt x="3808" y="68448"/>
                    <a:pt x="2908" y="73229"/>
                    <a:pt x="2681" y="76123"/>
                  </a:cubicBezTo>
                  <a:cubicBezTo>
                    <a:pt x="1174" y="67641"/>
                    <a:pt x="4195" y="62540"/>
                    <a:pt x="6882" y="57992"/>
                  </a:cubicBezTo>
                  <a:cubicBezTo>
                    <a:pt x="7236" y="57398"/>
                    <a:pt x="7569" y="56838"/>
                    <a:pt x="7882" y="56278"/>
                  </a:cubicBezTo>
                  <a:cubicBezTo>
                    <a:pt x="10537" y="51577"/>
                    <a:pt x="10163" y="48142"/>
                    <a:pt x="9636" y="43388"/>
                  </a:cubicBezTo>
                  <a:cubicBezTo>
                    <a:pt x="9563" y="42754"/>
                    <a:pt x="9483" y="42107"/>
                    <a:pt x="9416" y="41414"/>
                  </a:cubicBezTo>
                  <a:cubicBezTo>
                    <a:pt x="9330" y="40480"/>
                    <a:pt x="9149" y="39347"/>
                    <a:pt x="8949" y="38040"/>
                  </a:cubicBezTo>
                  <a:cubicBezTo>
                    <a:pt x="7936" y="31311"/>
                    <a:pt x="6229" y="20068"/>
                    <a:pt x="12277" y="13213"/>
                  </a:cubicBezTo>
                  <a:cubicBezTo>
                    <a:pt x="16636" y="8277"/>
                    <a:pt x="21655" y="7313"/>
                    <a:pt x="24910" y="7313"/>
                  </a:cubicBezTo>
                  <a:cubicBezTo>
                    <a:pt x="26884" y="7313"/>
                    <a:pt x="28210" y="7667"/>
                    <a:pt x="28348" y="7705"/>
                  </a:cubicBezTo>
                  <a:cubicBezTo>
                    <a:pt x="28375" y="7714"/>
                    <a:pt x="28403" y="7718"/>
                    <a:pt x="28431" y="7718"/>
                  </a:cubicBezTo>
                  <a:cubicBezTo>
                    <a:pt x="28510" y="7718"/>
                    <a:pt x="28587" y="7683"/>
                    <a:pt x="28641" y="7618"/>
                  </a:cubicBezTo>
                  <a:cubicBezTo>
                    <a:pt x="28708" y="7538"/>
                    <a:pt x="28735" y="7432"/>
                    <a:pt x="28701" y="7332"/>
                  </a:cubicBezTo>
                  <a:cubicBezTo>
                    <a:pt x="28175" y="5871"/>
                    <a:pt x="26988" y="4818"/>
                    <a:pt x="25954" y="3897"/>
                  </a:cubicBezTo>
                  <a:cubicBezTo>
                    <a:pt x="25134" y="3164"/>
                    <a:pt x="24347" y="2470"/>
                    <a:pt x="24120" y="1743"/>
                  </a:cubicBezTo>
                  <a:cubicBezTo>
                    <a:pt x="24033" y="1463"/>
                    <a:pt x="23847" y="1003"/>
                    <a:pt x="24320" y="703"/>
                  </a:cubicBezTo>
                  <a:cubicBezTo>
                    <a:pt x="24446" y="625"/>
                    <a:pt x="24610" y="583"/>
                    <a:pt x="24802" y="583"/>
                  </a:cubicBezTo>
                  <a:close/>
                  <a:moveTo>
                    <a:pt x="24797" y="1"/>
                  </a:moveTo>
                  <a:cubicBezTo>
                    <a:pt x="24490" y="1"/>
                    <a:pt x="24223" y="73"/>
                    <a:pt x="24013" y="203"/>
                  </a:cubicBezTo>
                  <a:cubicBezTo>
                    <a:pt x="23500" y="516"/>
                    <a:pt x="23333" y="1163"/>
                    <a:pt x="23567" y="1917"/>
                  </a:cubicBezTo>
                  <a:cubicBezTo>
                    <a:pt x="23847" y="2804"/>
                    <a:pt x="24707" y="3564"/>
                    <a:pt x="25567" y="4331"/>
                  </a:cubicBezTo>
                  <a:cubicBezTo>
                    <a:pt x="26427" y="5098"/>
                    <a:pt x="27381" y="5945"/>
                    <a:pt x="27935" y="7012"/>
                  </a:cubicBezTo>
                  <a:cubicBezTo>
                    <a:pt x="27336" y="6895"/>
                    <a:pt x="26306" y="6747"/>
                    <a:pt x="24999" y="6747"/>
                  </a:cubicBezTo>
                  <a:cubicBezTo>
                    <a:pt x="21605" y="6747"/>
                    <a:pt x="16333" y="7740"/>
                    <a:pt x="11837" y="12833"/>
                  </a:cubicBezTo>
                  <a:cubicBezTo>
                    <a:pt x="5609" y="19882"/>
                    <a:pt x="7342" y="31305"/>
                    <a:pt x="8376" y="38120"/>
                  </a:cubicBezTo>
                  <a:cubicBezTo>
                    <a:pt x="8576" y="39427"/>
                    <a:pt x="8756" y="40554"/>
                    <a:pt x="8843" y="41474"/>
                  </a:cubicBezTo>
                  <a:cubicBezTo>
                    <a:pt x="8909" y="42161"/>
                    <a:pt x="8983" y="42821"/>
                    <a:pt x="9056" y="43448"/>
                  </a:cubicBezTo>
                  <a:cubicBezTo>
                    <a:pt x="9590" y="48262"/>
                    <a:pt x="9943" y="51450"/>
                    <a:pt x="7376" y="55985"/>
                  </a:cubicBezTo>
                  <a:cubicBezTo>
                    <a:pt x="7062" y="56545"/>
                    <a:pt x="6735" y="57098"/>
                    <a:pt x="6389" y="57692"/>
                  </a:cubicBezTo>
                  <a:cubicBezTo>
                    <a:pt x="3541" y="62506"/>
                    <a:pt x="0" y="68488"/>
                    <a:pt x="2648" y="78677"/>
                  </a:cubicBezTo>
                  <a:cubicBezTo>
                    <a:pt x="2683" y="78832"/>
                    <a:pt x="2805" y="78902"/>
                    <a:pt x="2928" y="78902"/>
                  </a:cubicBezTo>
                  <a:cubicBezTo>
                    <a:pt x="3086" y="78902"/>
                    <a:pt x="3247" y="78786"/>
                    <a:pt x="3228" y="78584"/>
                  </a:cubicBezTo>
                  <a:cubicBezTo>
                    <a:pt x="3221" y="78510"/>
                    <a:pt x="2814" y="71595"/>
                    <a:pt x="6509" y="66827"/>
                  </a:cubicBezTo>
                  <a:lnTo>
                    <a:pt x="6509" y="66827"/>
                  </a:lnTo>
                  <a:cubicBezTo>
                    <a:pt x="5655" y="69381"/>
                    <a:pt x="4535" y="74796"/>
                    <a:pt x="7162" y="81825"/>
                  </a:cubicBezTo>
                  <a:cubicBezTo>
                    <a:pt x="10943" y="91961"/>
                    <a:pt x="17105" y="95588"/>
                    <a:pt x="30682" y="95682"/>
                  </a:cubicBezTo>
                  <a:lnTo>
                    <a:pt x="30875" y="95682"/>
                  </a:lnTo>
                  <a:cubicBezTo>
                    <a:pt x="36710" y="95682"/>
                    <a:pt x="42852" y="93928"/>
                    <a:pt x="47746" y="90854"/>
                  </a:cubicBezTo>
                  <a:cubicBezTo>
                    <a:pt x="53568" y="87199"/>
                    <a:pt x="57456" y="81918"/>
                    <a:pt x="59010" y="75563"/>
                  </a:cubicBezTo>
                  <a:cubicBezTo>
                    <a:pt x="59850" y="72122"/>
                    <a:pt x="60003" y="68348"/>
                    <a:pt x="59470" y="64347"/>
                  </a:cubicBezTo>
                  <a:lnTo>
                    <a:pt x="59470" y="64347"/>
                  </a:lnTo>
                  <a:cubicBezTo>
                    <a:pt x="60350" y="64860"/>
                    <a:pt x="62257" y="66287"/>
                    <a:pt x="63184" y="69328"/>
                  </a:cubicBezTo>
                  <a:cubicBezTo>
                    <a:pt x="63224" y="69455"/>
                    <a:pt x="63337" y="69535"/>
                    <a:pt x="63471" y="69541"/>
                  </a:cubicBezTo>
                  <a:cubicBezTo>
                    <a:pt x="63597" y="69535"/>
                    <a:pt x="63704" y="69455"/>
                    <a:pt x="63744" y="69328"/>
                  </a:cubicBezTo>
                  <a:cubicBezTo>
                    <a:pt x="63811" y="69108"/>
                    <a:pt x="65271" y="63727"/>
                    <a:pt x="61970" y="57011"/>
                  </a:cubicBezTo>
                  <a:cubicBezTo>
                    <a:pt x="58736" y="50423"/>
                    <a:pt x="58243" y="43621"/>
                    <a:pt x="57642" y="32178"/>
                  </a:cubicBezTo>
                  <a:cubicBezTo>
                    <a:pt x="57236" y="24316"/>
                    <a:pt x="56476" y="9699"/>
                    <a:pt x="41405" y="7185"/>
                  </a:cubicBezTo>
                  <a:cubicBezTo>
                    <a:pt x="39880" y="6937"/>
                    <a:pt x="38232" y="6811"/>
                    <a:pt x="36473" y="6811"/>
                  </a:cubicBezTo>
                  <a:cubicBezTo>
                    <a:pt x="34926" y="6811"/>
                    <a:pt x="33293" y="6908"/>
                    <a:pt x="31582" y="7105"/>
                  </a:cubicBezTo>
                  <a:cubicBezTo>
                    <a:pt x="31549" y="6711"/>
                    <a:pt x="31542" y="5931"/>
                    <a:pt x="32396" y="4964"/>
                  </a:cubicBezTo>
                  <a:cubicBezTo>
                    <a:pt x="33243" y="3997"/>
                    <a:pt x="33563" y="3244"/>
                    <a:pt x="33329" y="2730"/>
                  </a:cubicBezTo>
                  <a:cubicBezTo>
                    <a:pt x="33209" y="2484"/>
                    <a:pt x="32916" y="2184"/>
                    <a:pt x="32176" y="2184"/>
                  </a:cubicBezTo>
                  <a:cubicBezTo>
                    <a:pt x="31562" y="2184"/>
                    <a:pt x="30969" y="2484"/>
                    <a:pt x="30502" y="3037"/>
                  </a:cubicBezTo>
                  <a:cubicBezTo>
                    <a:pt x="30182" y="3404"/>
                    <a:pt x="29748" y="4111"/>
                    <a:pt x="29615" y="5304"/>
                  </a:cubicBezTo>
                  <a:cubicBezTo>
                    <a:pt x="29115" y="3971"/>
                    <a:pt x="28341" y="2284"/>
                    <a:pt x="27294" y="1263"/>
                  </a:cubicBezTo>
                  <a:cubicBezTo>
                    <a:pt x="26377" y="364"/>
                    <a:pt x="25485" y="1"/>
                    <a:pt x="2479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" name="Google Shape;1911;p36"/>
            <p:cNvSpPr/>
            <p:nvPr/>
          </p:nvSpPr>
          <p:spPr>
            <a:xfrm>
              <a:off x="1128978" y="1282624"/>
              <a:ext cx="1642482" cy="2659779"/>
            </a:xfrm>
            <a:custGeom>
              <a:avLst/>
              <a:gdLst/>
              <a:ahLst/>
              <a:cxnLst/>
              <a:rect l="l" t="t" r="r" b="b"/>
              <a:pathLst>
                <a:path w="58723" h="95094" extrusionOk="0">
                  <a:moveTo>
                    <a:pt x="24797" y="0"/>
                  </a:moveTo>
                  <a:cubicBezTo>
                    <a:pt x="24005" y="0"/>
                    <a:pt x="23542" y="573"/>
                    <a:pt x="23847" y="1542"/>
                  </a:cubicBezTo>
                  <a:cubicBezTo>
                    <a:pt x="24400" y="3282"/>
                    <a:pt x="27508" y="4569"/>
                    <a:pt x="28428" y="7137"/>
                  </a:cubicBezTo>
                  <a:cubicBezTo>
                    <a:pt x="28342" y="7111"/>
                    <a:pt x="26935" y="6697"/>
                    <a:pt x="24817" y="6697"/>
                  </a:cubicBezTo>
                  <a:cubicBezTo>
                    <a:pt x="21522" y="6697"/>
                    <a:pt x="16505" y="7699"/>
                    <a:pt x="12064" y="12725"/>
                  </a:cubicBezTo>
                  <a:cubicBezTo>
                    <a:pt x="4768" y="20987"/>
                    <a:pt x="8536" y="35277"/>
                    <a:pt x="9129" y="41152"/>
                  </a:cubicBezTo>
                  <a:cubicBezTo>
                    <a:pt x="9723" y="47027"/>
                    <a:pt x="10577" y="50615"/>
                    <a:pt x="7629" y="55843"/>
                  </a:cubicBezTo>
                  <a:cubicBezTo>
                    <a:pt x="4675" y="61064"/>
                    <a:pt x="0" y="67026"/>
                    <a:pt x="2934" y="78302"/>
                  </a:cubicBezTo>
                  <a:cubicBezTo>
                    <a:pt x="2934" y="78302"/>
                    <a:pt x="2388" y="69927"/>
                    <a:pt x="7429" y="65085"/>
                  </a:cubicBezTo>
                  <a:lnTo>
                    <a:pt x="7429" y="65085"/>
                  </a:lnTo>
                  <a:cubicBezTo>
                    <a:pt x="7429" y="65086"/>
                    <a:pt x="3762" y="71601"/>
                    <a:pt x="7429" y="81423"/>
                  </a:cubicBezTo>
                  <a:cubicBezTo>
                    <a:pt x="11097" y="91239"/>
                    <a:pt x="16892" y="95000"/>
                    <a:pt x="30682" y="95093"/>
                  </a:cubicBezTo>
                  <a:cubicBezTo>
                    <a:pt x="30746" y="95094"/>
                    <a:pt x="30810" y="95094"/>
                    <a:pt x="30874" y="95094"/>
                  </a:cubicBezTo>
                  <a:cubicBezTo>
                    <a:pt x="41889" y="95094"/>
                    <a:pt x="55401" y="88826"/>
                    <a:pt x="58723" y="75201"/>
                  </a:cubicBezTo>
                  <a:cubicBezTo>
                    <a:pt x="54188" y="69900"/>
                    <a:pt x="50114" y="69947"/>
                    <a:pt x="47820" y="69246"/>
                  </a:cubicBezTo>
                  <a:cubicBezTo>
                    <a:pt x="45306" y="68460"/>
                    <a:pt x="47807" y="62698"/>
                    <a:pt x="40711" y="60164"/>
                  </a:cubicBezTo>
                  <a:cubicBezTo>
                    <a:pt x="36734" y="58744"/>
                    <a:pt x="29168" y="58291"/>
                    <a:pt x="22643" y="58291"/>
                  </a:cubicBezTo>
                  <a:cubicBezTo>
                    <a:pt x="17528" y="58291"/>
                    <a:pt x="13053" y="58569"/>
                    <a:pt x="11450" y="58877"/>
                  </a:cubicBezTo>
                  <a:cubicBezTo>
                    <a:pt x="11034" y="58957"/>
                    <a:pt x="10706" y="58996"/>
                    <a:pt x="10453" y="58996"/>
                  </a:cubicBezTo>
                  <a:cubicBezTo>
                    <a:pt x="8500" y="58996"/>
                    <a:pt x="11071" y="56689"/>
                    <a:pt x="12064" y="53536"/>
                  </a:cubicBezTo>
                  <a:cubicBezTo>
                    <a:pt x="13177" y="49981"/>
                    <a:pt x="10230" y="36651"/>
                    <a:pt x="9770" y="33017"/>
                  </a:cubicBezTo>
                  <a:cubicBezTo>
                    <a:pt x="9310" y="29383"/>
                    <a:pt x="8443" y="22614"/>
                    <a:pt x="13811" y="14445"/>
                  </a:cubicBezTo>
                  <a:cubicBezTo>
                    <a:pt x="17143" y="9375"/>
                    <a:pt x="20868" y="8520"/>
                    <a:pt x="24139" y="8520"/>
                  </a:cubicBezTo>
                  <a:cubicBezTo>
                    <a:pt x="25802" y="8520"/>
                    <a:pt x="27348" y="8741"/>
                    <a:pt x="28665" y="8741"/>
                  </a:cubicBezTo>
                  <a:cubicBezTo>
                    <a:pt x="28931" y="8741"/>
                    <a:pt x="29188" y="8732"/>
                    <a:pt x="29435" y="8710"/>
                  </a:cubicBezTo>
                  <a:cubicBezTo>
                    <a:pt x="33303" y="8370"/>
                    <a:pt x="41351" y="7183"/>
                    <a:pt x="41351" y="7183"/>
                  </a:cubicBezTo>
                  <a:cubicBezTo>
                    <a:pt x="39881" y="6938"/>
                    <a:pt x="38271" y="6809"/>
                    <a:pt x="36509" y="6809"/>
                  </a:cubicBezTo>
                  <a:cubicBezTo>
                    <a:pt x="34915" y="6809"/>
                    <a:pt x="33195" y="6915"/>
                    <a:pt x="31342" y="7137"/>
                  </a:cubicBezTo>
                  <a:cubicBezTo>
                    <a:pt x="31342" y="7137"/>
                    <a:pt x="30969" y="5850"/>
                    <a:pt x="32176" y="4476"/>
                  </a:cubicBezTo>
                  <a:cubicBezTo>
                    <a:pt x="33383" y="3102"/>
                    <a:pt x="33443" y="2182"/>
                    <a:pt x="32176" y="2182"/>
                  </a:cubicBezTo>
                  <a:cubicBezTo>
                    <a:pt x="30909" y="2182"/>
                    <a:pt x="29442" y="3742"/>
                    <a:pt x="29982" y="7130"/>
                  </a:cubicBezTo>
                  <a:cubicBezTo>
                    <a:pt x="29928" y="6877"/>
                    <a:pt x="28961" y="3009"/>
                    <a:pt x="27094" y="1175"/>
                  </a:cubicBezTo>
                  <a:cubicBezTo>
                    <a:pt x="26267" y="363"/>
                    <a:pt x="25428" y="0"/>
                    <a:pt x="24797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" name="Google Shape;1912;p36"/>
            <p:cNvSpPr/>
            <p:nvPr/>
          </p:nvSpPr>
          <p:spPr>
            <a:xfrm>
              <a:off x="1366779" y="1871476"/>
              <a:ext cx="16642" cy="275141"/>
            </a:xfrm>
            <a:custGeom>
              <a:avLst/>
              <a:gdLst/>
              <a:ahLst/>
              <a:cxnLst/>
              <a:rect l="l" t="t" r="r" b="b"/>
              <a:pathLst>
                <a:path w="595" h="9837" extrusionOk="0">
                  <a:moveTo>
                    <a:pt x="361" y="1"/>
                  </a:moveTo>
                  <a:lnTo>
                    <a:pt x="361" y="1"/>
                  </a:lnTo>
                  <a:cubicBezTo>
                    <a:pt x="107" y="1634"/>
                    <a:pt x="1" y="3282"/>
                    <a:pt x="54" y="4929"/>
                  </a:cubicBezTo>
                  <a:cubicBezTo>
                    <a:pt x="81" y="6576"/>
                    <a:pt x="261" y="8223"/>
                    <a:pt x="594" y="9837"/>
                  </a:cubicBezTo>
                  <a:cubicBezTo>
                    <a:pt x="474" y="8196"/>
                    <a:pt x="387" y="6556"/>
                    <a:pt x="341" y="4922"/>
                  </a:cubicBezTo>
                  <a:cubicBezTo>
                    <a:pt x="301" y="3288"/>
                    <a:pt x="327" y="1648"/>
                    <a:pt x="3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" name="Google Shape;1913;p36"/>
            <p:cNvSpPr/>
            <p:nvPr/>
          </p:nvSpPr>
          <p:spPr>
            <a:xfrm>
              <a:off x="1390666" y="1769833"/>
              <a:ext cx="20530" cy="65674"/>
            </a:xfrm>
            <a:custGeom>
              <a:avLst/>
              <a:gdLst/>
              <a:ahLst/>
              <a:cxnLst/>
              <a:rect l="l" t="t" r="r" b="b"/>
              <a:pathLst>
                <a:path w="734" h="2348" extrusionOk="0">
                  <a:moveTo>
                    <a:pt x="734" y="0"/>
                  </a:moveTo>
                  <a:lnTo>
                    <a:pt x="734" y="0"/>
                  </a:lnTo>
                  <a:cubicBezTo>
                    <a:pt x="467" y="327"/>
                    <a:pt x="274" y="701"/>
                    <a:pt x="154" y="1101"/>
                  </a:cubicBezTo>
                  <a:cubicBezTo>
                    <a:pt x="34" y="1507"/>
                    <a:pt x="0" y="1928"/>
                    <a:pt x="47" y="2348"/>
                  </a:cubicBezTo>
                  <a:cubicBezTo>
                    <a:pt x="200" y="1968"/>
                    <a:pt x="334" y="1581"/>
                    <a:pt x="440" y="1187"/>
                  </a:cubicBezTo>
                  <a:cubicBezTo>
                    <a:pt x="560" y="801"/>
                    <a:pt x="654" y="400"/>
                    <a:pt x="7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4" name="Google Shape;1914;p36"/>
            <p:cNvSpPr/>
            <p:nvPr/>
          </p:nvSpPr>
          <p:spPr>
            <a:xfrm>
              <a:off x="1433544" y="1525319"/>
              <a:ext cx="255198" cy="231116"/>
            </a:xfrm>
            <a:custGeom>
              <a:avLst/>
              <a:gdLst/>
              <a:ahLst/>
              <a:cxnLst/>
              <a:rect l="l" t="t" r="r" b="b"/>
              <a:pathLst>
                <a:path w="9124" h="8263" extrusionOk="0">
                  <a:moveTo>
                    <a:pt x="9123" y="0"/>
                  </a:moveTo>
                  <a:lnTo>
                    <a:pt x="9123" y="0"/>
                  </a:lnTo>
                  <a:cubicBezTo>
                    <a:pt x="7170" y="767"/>
                    <a:pt x="5242" y="1761"/>
                    <a:pt x="3615" y="3121"/>
                  </a:cubicBezTo>
                  <a:cubicBezTo>
                    <a:pt x="1988" y="4475"/>
                    <a:pt x="614" y="6228"/>
                    <a:pt x="1" y="8262"/>
                  </a:cubicBezTo>
                  <a:cubicBezTo>
                    <a:pt x="834" y="6322"/>
                    <a:pt x="2195" y="4681"/>
                    <a:pt x="3809" y="3341"/>
                  </a:cubicBezTo>
                  <a:cubicBezTo>
                    <a:pt x="5416" y="2001"/>
                    <a:pt x="7256" y="974"/>
                    <a:pt x="91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" name="Google Shape;1915;p36"/>
            <p:cNvSpPr/>
            <p:nvPr/>
          </p:nvSpPr>
          <p:spPr>
            <a:xfrm>
              <a:off x="1747843" y="1495391"/>
              <a:ext cx="191762" cy="30879"/>
            </a:xfrm>
            <a:custGeom>
              <a:avLst/>
              <a:gdLst/>
              <a:ahLst/>
              <a:cxnLst/>
              <a:rect l="l" t="t" r="r" b="b"/>
              <a:pathLst>
                <a:path w="6856" h="1104" extrusionOk="0">
                  <a:moveTo>
                    <a:pt x="4657" y="0"/>
                  </a:moveTo>
                  <a:cubicBezTo>
                    <a:pt x="4216" y="0"/>
                    <a:pt x="3775" y="19"/>
                    <a:pt x="3335" y="56"/>
                  </a:cubicBezTo>
                  <a:cubicBezTo>
                    <a:pt x="2741" y="83"/>
                    <a:pt x="2154" y="163"/>
                    <a:pt x="1581" y="303"/>
                  </a:cubicBezTo>
                  <a:cubicBezTo>
                    <a:pt x="1007" y="457"/>
                    <a:pt x="440" y="703"/>
                    <a:pt x="0" y="1103"/>
                  </a:cubicBezTo>
                  <a:cubicBezTo>
                    <a:pt x="1021" y="497"/>
                    <a:pt x="2201" y="437"/>
                    <a:pt x="3355" y="343"/>
                  </a:cubicBezTo>
                  <a:cubicBezTo>
                    <a:pt x="4515" y="256"/>
                    <a:pt x="5682" y="210"/>
                    <a:pt x="6855" y="156"/>
                  </a:cubicBezTo>
                  <a:cubicBezTo>
                    <a:pt x="6126" y="52"/>
                    <a:pt x="5392" y="0"/>
                    <a:pt x="465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0" name="Google Shape;1916;p36"/>
            <p:cNvSpPr/>
            <p:nvPr/>
          </p:nvSpPr>
          <p:spPr>
            <a:xfrm>
              <a:off x="1820005" y="1306566"/>
              <a:ext cx="69785" cy="71240"/>
            </a:xfrm>
            <a:custGeom>
              <a:avLst/>
              <a:gdLst/>
              <a:ahLst/>
              <a:cxnLst/>
              <a:rect l="l" t="t" r="r" b="b"/>
              <a:pathLst>
                <a:path w="2495" h="2547" extrusionOk="0">
                  <a:moveTo>
                    <a:pt x="306" y="0"/>
                  </a:moveTo>
                  <a:cubicBezTo>
                    <a:pt x="232" y="0"/>
                    <a:pt x="163" y="68"/>
                    <a:pt x="134" y="126"/>
                  </a:cubicBezTo>
                  <a:cubicBezTo>
                    <a:pt x="81" y="206"/>
                    <a:pt x="48" y="286"/>
                    <a:pt x="34" y="379"/>
                  </a:cubicBezTo>
                  <a:cubicBezTo>
                    <a:pt x="1" y="552"/>
                    <a:pt x="21" y="739"/>
                    <a:pt x="88" y="906"/>
                  </a:cubicBezTo>
                  <a:cubicBezTo>
                    <a:pt x="208" y="1226"/>
                    <a:pt x="421" y="1513"/>
                    <a:pt x="695" y="1726"/>
                  </a:cubicBezTo>
                  <a:cubicBezTo>
                    <a:pt x="1221" y="2146"/>
                    <a:pt x="1841" y="2453"/>
                    <a:pt x="2495" y="2546"/>
                  </a:cubicBezTo>
                  <a:cubicBezTo>
                    <a:pt x="1921" y="2253"/>
                    <a:pt x="1388" y="1899"/>
                    <a:pt x="888" y="1506"/>
                  </a:cubicBezTo>
                  <a:cubicBezTo>
                    <a:pt x="641" y="1319"/>
                    <a:pt x="441" y="1079"/>
                    <a:pt x="294" y="813"/>
                  </a:cubicBezTo>
                  <a:cubicBezTo>
                    <a:pt x="214" y="679"/>
                    <a:pt x="174" y="532"/>
                    <a:pt x="174" y="386"/>
                  </a:cubicBezTo>
                  <a:cubicBezTo>
                    <a:pt x="174" y="312"/>
                    <a:pt x="181" y="232"/>
                    <a:pt x="201" y="159"/>
                  </a:cubicBezTo>
                  <a:cubicBezTo>
                    <a:pt x="221" y="92"/>
                    <a:pt x="254" y="12"/>
                    <a:pt x="341" y="6"/>
                  </a:cubicBezTo>
                  <a:cubicBezTo>
                    <a:pt x="329" y="2"/>
                    <a:pt x="318" y="0"/>
                    <a:pt x="30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4" name="Google Shape;1917;p36"/>
            <p:cNvSpPr/>
            <p:nvPr/>
          </p:nvSpPr>
          <p:spPr>
            <a:xfrm>
              <a:off x="1983042" y="1367345"/>
              <a:ext cx="40109" cy="84497"/>
            </a:xfrm>
            <a:custGeom>
              <a:avLst/>
              <a:gdLst/>
              <a:ahLst/>
              <a:cxnLst/>
              <a:rect l="l" t="t" r="r" b="b"/>
              <a:pathLst>
                <a:path w="1434" h="3021" extrusionOk="0">
                  <a:moveTo>
                    <a:pt x="1233" y="0"/>
                  </a:moveTo>
                  <a:cubicBezTo>
                    <a:pt x="1141" y="0"/>
                    <a:pt x="1051" y="29"/>
                    <a:pt x="974" y="87"/>
                  </a:cubicBezTo>
                  <a:cubicBezTo>
                    <a:pt x="840" y="180"/>
                    <a:pt x="727" y="293"/>
                    <a:pt x="640" y="420"/>
                  </a:cubicBezTo>
                  <a:cubicBezTo>
                    <a:pt x="467" y="673"/>
                    <a:pt x="334" y="940"/>
                    <a:pt x="234" y="1227"/>
                  </a:cubicBezTo>
                  <a:cubicBezTo>
                    <a:pt x="20" y="1807"/>
                    <a:pt x="0" y="2434"/>
                    <a:pt x="167" y="3021"/>
                  </a:cubicBezTo>
                  <a:cubicBezTo>
                    <a:pt x="207" y="2441"/>
                    <a:pt x="327" y="1874"/>
                    <a:pt x="507" y="1320"/>
                  </a:cubicBezTo>
                  <a:cubicBezTo>
                    <a:pt x="594" y="1053"/>
                    <a:pt x="707" y="787"/>
                    <a:pt x="840" y="540"/>
                  </a:cubicBezTo>
                  <a:cubicBezTo>
                    <a:pt x="900" y="413"/>
                    <a:pt x="974" y="300"/>
                    <a:pt x="1067" y="200"/>
                  </a:cubicBezTo>
                  <a:cubicBezTo>
                    <a:pt x="1145" y="98"/>
                    <a:pt x="1266" y="45"/>
                    <a:pt x="1392" y="45"/>
                  </a:cubicBezTo>
                  <a:cubicBezTo>
                    <a:pt x="1406" y="45"/>
                    <a:pt x="1420" y="45"/>
                    <a:pt x="1434" y="47"/>
                  </a:cubicBezTo>
                  <a:cubicBezTo>
                    <a:pt x="1369" y="16"/>
                    <a:pt x="1301" y="0"/>
                    <a:pt x="123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5" name="Google Shape;1918;p36"/>
            <p:cNvSpPr/>
            <p:nvPr/>
          </p:nvSpPr>
          <p:spPr>
            <a:xfrm>
              <a:off x="1302448" y="2802933"/>
              <a:ext cx="99797" cy="208572"/>
            </a:xfrm>
            <a:custGeom>
              <a:avLst/>
              <a:gdLst/>
              <a:ahLst/>
              <a:cxnLst/>
              <a:rect l="l" t="t" r="r" b="b"/>
              <a:pathLst>
                <a:path w="3568" h="7457" extrusionOk="0">
                  <a:moveTo>
                    <a:pt x="3568" y="1"/>
                  </a:moveTo>
                  <a:lnTo>
                    <a:pt x="3568" y="1"/>
                  </a:lnTo>
                  <a:cubicBezTo>
                    <a:pt x="3054" y="1301"/>
                    <a:pt x="2207" y="2395"/>
                    <a:pt x="1440" y="3562"/>
                  </a:cubicBezTo>
                  <a:cubicBezTo>
                    <a:pt x="1054" y="4142"/>
                    <a:pt x="714" y="4762"/>
                    <a:pt x="433" y="5402"/>
                  </a:cubicBezTo>
                  <a:cubicBezTo>
                    <a:pt x="153" y="6049"/>
                    <a:pt x="7" y="6749"/>
                    <a:pt x="0" y="7456"/>
                  </a:cubicBezTo>
                  <a:cubicBezTo>
                    <a:pt x="220" y="6062"/>
                    <a:pt x="934" y="4869"/>
                    <a:pt x="1680" y="3715"/>
                  </a:cubicBezTo>
                  <a:cubicBezTo>
                    <a:pt x="2067" y="3135"/>
                    <a:pt x="2447" y="2562"/>
                    <a:pt x="2794" y="1941"/>
                  </a:cubicBezTo>
                  <a:cubicBezTo>
                    <a:pt x="3148" y="1335"/>
                    <a:pt x="3408" y="681"/>
                    <a:pt x="356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6" name="Google Shape;1919;p36"/>
            <p:cNvSpPr/>
            <p:nvPr/>
          </p:nvSpPr>
          <p:spPr>
            <a:xfrm>
              <a:off x="1418832" y="2634330"/>
              <a:ext cx="17369" cy="144018"/>
            </a:xfrm>
            <a:custGeom>
              <a:avLst/>
              <a:gdLst/>
              <a:ahLst/>
              <a:cxnLst/>
              <a:rect l="l" t="t" r="r" b="b"/>
              <a:pathLst>
                <a:path w="621" h="5149" extrusionOk="0">
                  <a:moveTo>
                    <a:pt x="407" y="1"/>
                  </a:moveTo>
                  <a:cubicBezTo>
                    <a:pt x="347" y="867"/>
                    <a:pt x="307" y="1728"/>
                    <a:pt x="247" y="2581"/>
                  </a:cubicBezTo>
                  <a:cubicBezTo>
                    <a:pt x="194" y="3428"/>
                    <a:pt x="80" y="4282"/>
                    <a:pt x="0" y="5149"/>
                  </a:cubicBezTo>
                  <a:cubicBezTo>
                    <a:pt x="294" y="4322"/>
                    <a:pt x="480" y="3468"/>
                    <a:pt x="540" y="2595"/>
                  </a:cubicBezTo>
                  <a:cubicBezTo>
                    <a:pt x="620" y="1728"/>
                    <a:pt x="574" y="854"/>
                    <a:pt x="40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7" name="Google Shape;1920;p36"/>
            <p:cNvSpPr/>
            <p:nvPr/>
          </p:nvSpPr>
          <p:spPr>
            <a:xfrm>
              <a:off x="2207418" y="2891150"/>
              <a:ext cx="23523" cy="76694"/>
            </a:xfrm>
            <a:custGeom>
              <a:avLst/>
              <a:gdLst/>
              <a:ahLst/>
              <a:cxnLst/>
              <a:rect l="l" t="t" r="r" b="b"/>
              <a:pathLst>
                <a:path w="841" h="2742" extrusionOk="0">
                  <a:moveTo>
                    <a:pt x="280" y="1"/>
                  </a:moveTo>
                  <a:cubicBezTo>
                    <a:pt x="87" y="474"/>
                    <a:pt x="0" y="988"/>
                    <a:pt x="20" y="1508"/>
                  </a:cubicBezTo>
                  <a:cubicBezTo>
                    <a:pt x="27" y="1775"/>
                    <a:pt x="87" y="2042"/>
                    <a:pt x="207" y="2282"/>
                  </a:cubicBezTo>
                  <a:cubicBezTo>
                    <a:pt x="320" y="2522"/>
                    <a:pt x="574" y="2742"/>
                    <a:pt x="841" y="2742"/>
                  </a:cubicBezTo>
                  <a:cubicBezTo>
                    <a:pt x="627" y="2622"/>
                    <a:pt x="474" y="2422"/>
                    <a:pt x="414" y="2188"/>
                  </a:cubicBezTo>
                  <a:cubicBezTo>
                    <a:pt x="347" y="1962"/>
                    <a:pt x="307" y="1728"/>
                    <a:pt x="307" y="1488"/>
                  </a:cubicBezTo>
                  <a:cubicBezTo>
                    <a:pt x="287" y="1008"/>
                    <a:pt x="307" y="508"/>
                    <a:pt x="2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" name="Google Shape;1921;p36"/>
            <p:cNvSpPr/>
            <p:nvPr/>
          </p:nvSpPr>
          <p:spPr>
            <a:xfrm>
              <a:off x="2250883" y="2779998"/>
              <a:ext cx="301433" cy="111572"/>
            </a:xfrm>
            <a:custGeom>
              <a:avLst/>
              <a:gdLst/>
              <a:ahLst/>
              <a:cxnLst/>
              <a:rect l="l" t="t" r="r" b="b"/>
              <a:pathLst>
                <a:path w="10777" h="3989" extrusionOk="0">
                  <a:moveTo>
                    <a:pt x="10776" y="1"/>
                  </a:moveTo>
                  <a:cubicBezTo>
                    <a:pt x="9189" y="1114"/>
                    <a:pt x="7462" y="2014"/>
                    <a:pt x="5642" y="2688"/>
                  </a:cubicBezTo>
                  <a:cubicBezTo>
                    <a:pt x="3828" y="3361"/>
                    <a:pt x="1927" y="3795"/>
                    <a:pt x="0" y="3988"/>
                  </a:cubicBezTo>
                  <a:cubicBezTo>
                    <a:pt x="36" y="3989"/>
                    <a:pt x="71" y="3989"/>
                    <a:pt x="107" y="3989"/>
                  </a:cubicBezTo>
                  <a:cubicBezTo>
                    <a:pt x="2031" y="3989"/>
                    <a:pt x="3941" y="3636"/>
                    <a:pt x="5742" y="2961"/>
                  </a:cubicBezTo>
                  <a:cubicBezTo>
                    <a:pt x="7582" y="2281"/>
                    <a:pt x="9309" y="1294"/>
                    <a:pt x="1077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9" name="Google Shape;1922;p36"/>
            <p:cNvSpPr/>
            <p:nvPr/>
          </p:nvSpPr>
          <p:spPr>
            <a:xfrm>
              <a:off x="2569629" y="2704283"/>
              <a:ext cx="44780" cy="54486"/>
            </a:xfrm>
            <a:custGeom>
              <a:avLst/>
              <a:gdLst/>
              <a:ahLst/>
              <a:cxnLst/>
              <a:rect l="l" t="t" r="r" b="b"/>
              <a:pathLst>
                <a:path w="1601" h="1948" extrusionOk="0">
                  <a:moveTo>
                    <a:pt x="1601" y="0"/>
                  </a:moveTo>
                  <a:cubicBezTo>
                    <a:pt x="921" y="514"/>
                    <a:pt x="367" y="1181"/>
                    <a:pt x="1" y="1947"/>
                  </a:cubicBezTo>
                  <a:cubicBezTo>
                    <a:pt x="341" y="1694"/>
                    <a:pt x="647" y="1394"/>
                    <a:pt x="907" y="1061"/>
                  </a:cubicBezTo>
                  <a:cubicBezTo>
                    <a:pt x="1187" y="740"/>
                    <a:pt x="1414" y="387"/>
                    <a:pt x="16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0" name="Google Shape;1923;p36"/>
            <p:cNvSpPr/>
            <p:nvPr/>
          </p:nvSpPr>
          <p:spPr>
            <a:xfrm>
              <a:off x="2299915" y="3009044"/>
              <a:ext cx="125557" cy="160240"/>
            </a:xfrm>
            <a:custGeom>
              <a:avLst/>
              <a:gdLst/>
              <a:ahLst/>
              <a:cxnLst/>
              <a:rect l="l" t="t" r="r" b="b"/>
              <a:pathLst>
                <a:path w="4489" h="5729" extrusionOk="0">
                  <a:moveTo>
                    <a:pt x="1" y="0"/>
                  </a:moveTo>
                  <a:cubicBezTo>
                    <a:pt x="968" y="821"/>
                    <a:pt x="1941" y="1621"/>
                    <a:pt x="2875" y="2461"/>
                  </a:cubicBezTo>
                  <a:cubicBezTo>
                    <a:pt x="3108" y="2661"/>
                    <a:pt x="3315" y="2881"/>
                    <a:pt x="3509" y="3128"/>
                  </a:cubicBezTo>
                  <a:cubicBezTo>
                    <a:pt x="3695" y="3368"/>
                    <a:pt x="3849" y="3635"/>
                    <a:pt x="3969" y="3921"/>
                  </a:cubicBezTo>
                  <a:cubicBezTo>
                    <a:pt x="4209" y="4488"/>
                    <a:pt x="4342" y="5108"/>
                    <a:pt x="4489" y="5729"/>
                  </a:cubicBezTo>
                  <a:cubicBezTo>
                    <a:pt x="4455" y="5095"/>
                    <a:pt x="4389" y="4455"/>
                    <a:pt x="4182" y="3835"/>
                  </a:cubicBezTo>
                  <a:cubicBezTo>
                    <a:pt x="4075" y="3521"/>
                    <a:pt x="3922" y="3228"/>
                    <a:pt x="3735" y="2961"/>
                  </a:cubicBezTo>
                  <a:cubicBezTo>
                    <a:pt x="3535" y="2701"/>
                    <a:pt x="3315" y="2461"/>
                    <a:pt x="3075" y="2241"/>
                  </a:cubicBezTo>
                  <a:cubicBezTo>
                    <a:pt x="2128" y="1394"/>
                    <a:pt x="1095" y="641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1" name="Google Shape;1924;p36"/>
            <p:cNvSpPr/>
            <p:nvPr/>
          </p:nvSpPr>
          <p:spPr>
            <a:xfrm>
              <a:off x="2378650" y="3041685"/>
              <a:ext cx="71631" cy="141221"/>
            </a:xfrm>
            <a:custGeom>
              <a:avLst/>
              <a:gdLst/>
              <a:ahLst/>
              <a:cxnLst/>
              <a:rect l="l" t="t" r="r" b="b"/>
              <a:pathLst>
                <a:path w="2561" h="5049" extrusionOk="0">
                  <a:moveTo>
                    <a:pt x="0" y="0"/>
                  </a:moveTo>
                  <a:lnTo>
                    <a:pt x="0" y="0"/>
                  </a:lnTo>
                  <a:cubicBezTo>
                    <a:pt x="807" y="561"/>
                    <a:pt x="1354" y="1374"/>
                    <a:pt x="1727" y="2261"/>
                  </a:cubicBezTo>
                  <a:cubicBezTo>
                    <a:pt x="2101" y="3141"/>
                    <a:pt x="2287" y="4102"/>
                    <a:pt x="2561" y="5048"/>
                  </a:cubicBezTo>
                  <a:cubicBezTo>
                    <a:pt x="2521" y="4068"/>
                    <a:pt x="2374" y="3075"/>
                    <a:pt x="1994" y="2141"/>
                  </a:cubicBezTo>
                  <a:cubicBezTo>
                    <a:pt x="1800" y="1674"/>
                    <a:pt x="1540" y="1247"/>
                    <a:pt x="1207" y="867"/>
                  </a:cubicBezTo>
                  <a:cubicBezTo>
                    <a:pt x="880" y="487"/>
                    <a:pt x="467" y="187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2" name="Google Shape;1925;p36"/>
            <p:cNvSpPr/>
            <p:nvPr/>
          </p:nvSpPr>
          <p:spPr>
            <a:xfrm>
              <a:off x="1404455" y="2011354"/>
              <a:ext cx="21677" cy="142535"/>
            </a:xfrm>
            <a:custGeom>
              <a:avLst/>
              <a:gdLst/>
              <a:ahLst/>
              <a:cxnLst/>
              <a:rect l="l" t="t" r="r" b="b"/>
              <a:pathLst>
                <a:path w="775" h="5096" extrusionOk="0">
                  <a:moveTo>
                    <a:pt x="374" y="1"/>
                  </a:moveTo>
                  <a:cubicBezTo>
                    <a:pt x="1" y="1701"/>
                    <a:pt x="141" y="3475"/>
                    <a:pt x="774" y="5096"/>
                  </a:cubicBezTo>
                  <a:cubicBezTo>
                    <a:pt x="661" y="4249"/>
                    <a:pt x="547" y="3415"/>
                    <a:pt x="481" y="2562"/>
                  </a:cubicBezTo>
                  <a:cubicBezTo>
                    <a:pt x="414" y="1715"/>
                    <a:pt x="394" y="868"/>
                    <a:pt x="37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" name="Google Shape;1926;p36"/>
            <p:cNvSpPr/>
            <p:nvPr/>
          </p:nvSpPr>
          <p:spPr>
            <a:xfrm>
              <a:off x="1435614" y="2067881"/>
              <a:ext cx="24446" cy="97755"/>
            </a:xfrm>
            <a:custGeom>
              <a:avLst/>
              <a:gdLst/>
              <a:ahLst/>
              <a:cxnLst/>
              <a:rect l="l" t="t" r="r" b="b"/>
              <a:pathLst>
                <a:path w="874" h="3495" extrusionOk="0">
                  <a:moveTo>
                    <a:pt x="114" y="1"/>
                  </a:moveTo>
                  <a:lnTo>
                    <a:pt x="114" y="1"/>
                  </a:lnTo>
                  <a:cubicBezTo>
                    <a:pt x="0" y="601"/>
                    <a:pt x="14" y="1221"/>
                    <a:pt x="147" y="1814"/>
                  </a:cubicBezTo>
                  <a:cubicBezTo>
                    <a:pt x="267" y="2421"/>
                    <a:pt x="514" y="2988"/>
                    <a:pt x="874" y="3495"/>
                  </a:cubicBezTo>
                  <a:cubicBezTo>
                    <a:pt x="714" y="2901"/>
                    <a:pt x="567" y="2334"/>
                    <a:pt x="434" y="1761"/>
                  </a:cubicBezTo>
                  <a:cubicBezTo>
                    <a:pt x="300" y="1181"/>
                    <a:pt x="214" y="601"/>
                    <a:pt x="11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4" name="Google Shape;1927;p36"/>
            <p:cNvSpPr/>
            <p:nvPr/>
          </p:nvSpPr>
          <p:spPr>
            <a:xfrm>
              <a:off x="1349802" y="2873445"/>
              <a:ext cx="66429" cy="103741"/>
            </a:xfrm>
            <a:custGeom>
              <a:avLst/>
              <a:gdLst/>
              <a:ahLst/>
              <a:cxnLst/>
              <a:rect l="l" t="t" r="r" b="b"/>
              <a:pathLst>
                <a:path w="2375" h="3709" extrusionOk="0">
                  <a:moveTo>
                    <a:pt x="2375" y="0"/>
                  </a:moveTo>
                  <a:lnTo>
                    <a:pt x="2375" y="0"/>
                  </a:lnTo>
                  <a:cubicBezTo>
                    <a:pt x="1655" y="301"/>
                    <a:pt x="1048" y="821"/>
                    <a:pt x="641" y="1488"/>
                  </a:cubicBezTo>
                  <a:cubicBezTo>
                    <a:pt x="234" y="2148"/>
                    <a:pt x="1" y="2941"/>
                    <a:pt x="67" y="3708"/>
                  </a:cubicBezTo>
                  <a:cubicBezTo>
                    <a:pt x="214" y="2975"/>
                    <a:pt x="494" y="2281"/>
                    <a:pt x="881" y="1648"/>
                  </a:cubicBezTo>
                  <a:cubicBezTo>
                    <a:pt x="1281" y="1014"/>
                    <a:pt x="1788" y="461"/>
                    <a:pt x="237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5" name="Google Shape;1928;p36"/>
            <p:cNvSpPr/>
            <p:nvPr/>
          </p:nvSpPr>
          <p:spPr>
            <a:xfrm>
              <a:off x="1404259" y="2898451"/>
              <a:ext cx="28026" cy="44976"/>
            </a:xfrm>
            <a:custGeom>
              <a:avLst/>
              <a:gdLst/>
              <a:ahLst/>
              <a:cxnLst/>
              <a:rect l="l" t="t" r="r" b="b"/>
              <a:pathLst>
                <a:path w="1002" h="1608" extrusionOk="0">
                  <a:moveTo>
                    <a:pt x="1001" y="0"/>
                  </a:moveTo>
                  <a:lnTo>
                    <a:pt x="1001" y="0"/>
                  </a:lnTo>
                  <a:cubicBezTo>
                    <a:pt x="361" y="247"/>
                    <a:pt x="1" y="934"/>
                    <a:pt x="161" y="1607"/>
                  </a:cubicBezTo>
                  <a:cubicBezTo>
                    <a:pt x="274" y="1320"/>
                    <a:pt x="394" y="1047"/>
                    <a:pt x="534" y="780"/>
                  </a:cubicBezTo>
                  <a:cubicBezTo>
                    <a:pt x="668" y="520"/>
                    <a:pt x="828" y="287"/>
                    <a:pt x="10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6" name="Google Shape;1929;p36"/>
            <p:cNvSpPr/>
            <p:nvPr/>
          </p:nvSpPr>
          <p:spPr>
            <a:xfrm>
              <a:off x="2716779" y="2683585"/>
              <a:ext cx="48920" cy="300118"/>
            </a:xfrm>
            <a:custGeom>
              <a:avLst/>
              <a:gdLst/>
              <a:ahLst/>
              <a:cxnLst/>
              <a:rect l="l" t="t" r="r" b="b"/>
              <a:pathLst>
                <a:path w="1749" h="10730" extrusionOk="0">
                  <a:moveTo>
                    <a:pt x="581" y="0"/>
                  </a:moveTo>
                  <a:lnTo>
                    <a:pt x="581" y="0"/>
                  </a:lnTo>
                  <a:cubicBezTo>
                    <a:pt x="188" y="1827"/>
                    <a:pt x="1" y="3688"/>
                    <a:pt x="21" y="5548"/>
                  </a:cubicBezTo>
                  <a:cubicBezTo>
                    <a:pt x="21" y="6475"/>
                    <a:pt x="108" y="7429"/>
                    <a:pt x="341" y="8336"/>
                  </a:cubicBezTo>
                  <a:cubicBezTo>
                    <a:pt x="574" y="9242"/>
                    <a:pt x="1035" y="10129"/>
                    <a:pt x="1748" y="10730"/>
                  </a:cubicBezTo>
                  <a:cubicBezTo>
                    <a:pt x="1115" y="10043"/>
                    <a:pt x="754" y="9176"/>
                    <a:pt x="554" y="8289"/>
                  </a:cubicBezTo>
                  <a:cubicBezTo>
                    <a:pt x="354" y="7395"/>
                    <a:pt x="314" y="6468"/>
                    <a:pt x="308" y="5555"/>
                  </a:cubicBezTo>
                  <a:cubicBezTo>
                    <a:pt x="301" y="3701"/>
                    <a:pt x="414" y="1854"/>
                    <a:pt x="58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7" name="Google Shape;1930;p36"/>
            <p:cNvSpPr/>
            <p:nvPr/>
          </p:nvSpPr>
          <p:spPr>
            <a:xfrm>
              <a:off x="1761828" y="1725249"/>
              <a:ext cx="63072" cy="86959"/>
            </a:xfrm>
            <a:custGeom>
              <a:avLst/>
              <a:gdLst/>
              <a:ahLst/>
              <a:cxnLst/>
              <a:rect l="l" t="t" r="r" b="b"/>
              <a:pathLst>
                <a:path w="2255" h="3109" extrusionOk="0">
                  <a:moveTo>
                    <a:pt x="2254" y="1"/>
                  </a:moveTo>
                  <a:lnTo>
                    <a:pt x="2254" y="1"/>
                  </a:lnTo>
                  <a:cubicBezTo>
                    <a:pt x="1694" y="347"/>
                    <a:pt x="1207" y="794"/>
                    <a:pt x="821" y="1328"/>
                  </a:cubicBezTo>
                  <a:cubicBezTo>
                    <a:pt x="427" y="1861"/>
                    <a:pt x="147" y="2461"/>
                    <a:pt x="0" y="3108"/>
                  </a:cubicBezTo>
                  <a:cubicBezTo>
                    <a:pt x="347" y="2555"/>
                    <a:pt x="681" y="2021"/>
                    <a:pt x="1054" y="1501"/>
                  </a:cubicBezTo>
                  <a:cubicBezTo>
                    <a:pt x="1434" y="988"/>
                    <a:pt x="1841" y="514"/>
                    <a:pt x="225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8" name="Google Shape;1931;p36"/>
            <p:cNvSpPr/>
            <p:nvPr/>
          </p:nvSpPr>
          <p:spPr>
            <a:xfrm>
              <a:off x="1989000" y="1686650"/>
              <a:ext cx="9929" cy="83770"/>
            </a:xfrm>
            <a:custGeom>
              <a:avLst/>
              <a:gdLst/>
              <a:ahLst/>
              <a:cxnLst/>
              <a:rect l="l" t="t" r="r" b="b"/>
              <a:pathLst>
                <a:path w="355" h="2995" extrusionOk="0">
                  <a:moveTo>
                    <a:pt x="354" y="0"/>
                  </a:moveTo>
                  <a:cubicBezTo>
                    <a:pt x="141" y="467"/>
                    <a:pt x="27" y="974"/>
                    <a:pt x="21" y="1487"/>
                  </a:cubicBezTo>
                  <a:cubicBezTo>
                    <a:pt x="1" y="2001"/>
                    <a:pt x="87" y="2514"/>
                    <a:pt x="281" y="2994"/>
                  </a:cubicBezTo>
                  <a:cubicBezTo>
                    <a:pt x="301" y="2474"/>
                    <a:pt x="301" y="1987"/>
                    <a:pt x="314" y="1494"/>
                  </a:cubicBezTo>
                  <a:cubicBezTo>
                    <a:pt x="321" y="1001"/>
                    <a:pt x="354" y="507"/>
                    <a:pt x="35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9" name="Google Shape;1932;p36"/>
            <p:cNvSpPr/>
            <p:nvPr/>
          </p:nvSpPr>
          <p:spPr>
            <a:xfrm>
              <a:off x="2264477" y="1666120"/>
              <a:ext cx="58038" cy="108775"/>
            </a:xfrm>
            <a:custGeom>
              <a:avLst/>
              <a:gdLst/>
              <a:ahLst/>
              <a:cxnLst/>
              <a:rect l="l" t="t" r="r" b="b"/>
              <a:pathLst>
                <a:path w="2075" h="3889" extrusionOk="0">
                  <a:moveTo>
                    <a:pt x="1" y="1"/>
                  </a:moveTo>
                  <a:lnTo>
                    <a:pt x="1" y="1"/>
                  </a:lnTo>
                  <a:cubicBezTo>
                    <a:pt x="274" y="267"/>
                    <a:pt x="448" y="574"/>
                    <a:pt x="588" y="908"/>
                  </a:cubicBezTo>
                  <a:cubicBezTo>
                    <a:pt x="734" y="1241"/>
                    <a:pt x="874" y="1594"/>
                    <a:pt x="1021" y="1928"/>
                  </a:cubicBezTo>
                  <a:cubicBezTo>
                    <a:pt x="1321" y="2601"/>
                    <a:pt x="1675" y="3262"/>
                    <a:pt x="2075" y="3888"/>
                  </a:cubicBezTo>
                  <a:cubicBezTo>
                    <a:pt x="1861" y="3175"/>
                    <a:pt x="1601" y="2481"/>
                    <a:pt x="1288" y="1808"/>
                  </a:cubicBezTo>
                  <a:cubicBezTo>
                    <a:pt x="1135" y="1468"/>
                    <a:pt x="981" y="1134"/>
                    <a:pt x="788" y="808"/>
                  </a:cubicBezTo>
                  <a:cubicBezTo>
                    <a:pt x="601" y="488"/>
                    <a:pt x="341" y="167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" name="Google Shape;1933;p36"/>
            <p:cNvSpPr/>
            <p:nvPr/>
          </p:nvSpPr>
          <p:spPr>
            <a:xfrm>
              <a:off x="2532709" y="1709949"/>
              <a:ext cx="112663" cy="121278"/>
            </a:xfrm>
            <a:custGeom>
              <a:avLst/>
              <a:gdLst/>
              <a:ahLst/>
              <a:cxnLst/>
              <a:rect l="l" t="t" r="r" b="b"/>
              <a:pathLst>
                <a:path w="4028" h="4336" extrusionOk="0">
                  <a:moveTo>
                    <a:pt x="0" y="1"/>
                  </a:moveTo>
                  <a:lnTo>
                    <a:pt x="0" y="1"/>
                  </a:lnTo>
                  <a:cubicBezTo>
                    <a:pt x="894" y="474"/>
                    <a:pt x="1694" y="1088"/>
                    <a:pt x="2387" y="1821"/>
                  </a:cubicBezTo>
                  <a:cubicBezTo>
                    <a:pt x="3061" y="2561"/>
                    <a:pt x="3614" y="3415"/>
                    <a:pt x="4028" y="4335"/>
                  </a:cubicBezTo>
                  <a:cubicBezTo>
                    <a:pt x="3828" y="3328"/>
                    <a:pt x="3301" y="2388"/>
                    <a:pt x="2594" y="1628"/>
                  </a:cubicBezTo>
                  <a:cubicBezTo>
                    <a:pt x="1887" y="868"/>
                    <a:pt x="987" y="274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" name="Google Shape;1934;p36"/>
            <p:cNvSpPr/>
            <p:nvPr/>
          </p:nvSpPr>
          <p:spPr>
            <a:xfrm>
              <a:off x="1438578" y="1575665"/>
              <a:ext cx="268624" cy="362603"/>
            </a:xfrm>
            <a:custGeom>
              <a:avLst/>
              <a:gdLst/>
              <a:ahLst/>
              <a:cxnLst/>
              <a:rect l="l" t="t" r="r" b="b"/>
              <a:pathLst>
                <a:path w="9604" h="12964" extrusionOk="0">
                  <a:moveTo>
                    <a:pt x="9604" y="1"/>
                  </a:moveTo>
                  <a:cubicBezTo>
                    <a:pt x="8310" y="501"/>
                    <a:pt x="7123" y="1268"/>
                    <a:pt x="6069" y="2181"/>
                  </a:cubicBezTo>
                  <a:cubicBezTo>
                    <a:pt x="5022" y="3115"/>
                    <a:pt x="4109" y="4175"/>
                    <a:pt x="3335" y="5342"/>
                  </a:cubicBezTo>
                  <a:cubicBezTo>
                    <a:pt x="1795" y="7676"/>
                    <a:pt x="775" y="10303"/>
                    <a:pt x="1" y="12964"/>
                  </a:cubicBezTo>
                  <a:cubicBezTo>
                    <a:pt x="995" y="10377"/>
                    <a:pt x="2062" y="7796"/>
                    <a:pt x="3575" y="5509"/>
                  </a:cubicBezTo>
                  <a:cubicBezTo>
                    <a:pt x="5096" y="3228"/>
                    <a:pt x="7103" y="1214"/>
                    <a:pt x="960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" name="Google Shape;1935;p36"/>
            <p:cNvSpPr/>
            <p:nvPr/>
          </p:nvSpPr>
          <p:spPr>
            <a:xfrm>
              <a:off x="1840731" y="1642821"/>
              <a:ext cx="67548" cy="61394"/>
            </a:xfrm>
            <a:custGeom>
              <a:avLst/>
              <a:gdLst/>
              <a:ahLst/>
              <a:cxnLst/>
              <a:rect l="l" t="t" r="r" b="b"/>
              <a:pathLst>
                <a:path w="2415" h="2195" extrusionOk="0">
                  <a:moveTo>
                    <a:pt x="2414" y="0"/>
                  </a:moveTo>
                  <a:lnTo>
                    <a:pt x="2414" y="0"/>
                  </a:lnTo>
                  <a:cubicBezTo>
                    <a:pt x="1901" y="214"/>
                    <a:pt x="1427" y="514"/>
                    <a:pt x="1020" y="894"/>
                  </a:cubicBezTo>
                  <a:cubicBezTo>
                    <a:pt x="607" y="1260"/>
                    <a:pt x="260" y="1701"/>
                    <a:pt x="0" y="2194"/>
                  </a:cubicBezTo>
                  <a:cubicBezTo>
                    <a:pt x="434" y="1834"/>
                    <a:pt x="827" y="1474"/>
                    <a:pt x="1221" y="1107"/>
                  </a:cubicBezTo>
                  <a:cubicBezTo>
                    <a:pt x="1614" y="740"/>
                    <a:pt x="2021" y="400"/>
                    <a:pt x="24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" name="Google Shape;1936;p36"/>
            <p:cNvSpPr/>
            <p:nvPr/>
          </p:nvSpPr>
          <p:spPr>
            <a:xfrm>
              <a:off x="2222158" y="1575302"/>
              <a:ext cx="45535" cy="61954"/>
            </a:xfrm>
            <a:custGeom>
              <a:avLst/>
              <a:gdLst/>
              <a:ahLst/>
              <a:cxnLst/>
              <a:rect l="l" t="t" r="r" b="b"/>
              <a:pathLst>
                <a:path w="1628" h="2215" extrusionOk="0">
                  <a:moveTo>
                    <a:pt x="0" y="0"/>
                  </a:moveTo>
                  <a:lnTo>
                    <a:pt x="0" y="0"/>
                  </a:lnTo>
                  <a:cubicBezTo>
                    <a:pt x="387" y="840"/>
                    <a:pt x="940" y="1594"/>
                    <a:pt x="1627" y="2214"/>
                  </a:cubicBezTo>
                  <a:cubicBezTo>
                    <a:pt x="1254" y="1367"/>
                    <a:pt x="700" y="607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" name="Google Shape;1937;p36"/>
            <p:cNvSpPr/>
            <p:nvPr/>
          </p:nvSpPr>
          <p:spPr>
            <a:xfrm>
              <a:off x="2016411" y="1492119"/>
              <a:ext cx="173134" cy="16418"/>
            </a:xfrm>
            <a:custGeom>
              <a:avLst/>
              <a:gdLst/>
              <a:ahLst/>
              <a:cxnLst/>
              <a:rect l="l" t="t" r="r" b="b"/>
              <a:pathLst>
                <a:path w="6190" h="587" extrusionOk="0">
                  <a:moveTo>
                    <a:pt x="4340" y="1"/>
                  </a:moveTo>
                  <a:cubicBezTo>
                    <a:pt x="3917" y="1"/>
                    <a:pt x="3495" y="18"/>
                    <a:pt x="3075" y="53"/>
                  </a:cubicBezTo>
                  <a:cubicBezTo>
                    <a:pt x="2035" y="127"/>
                    <a:pt x="1001" y="307"/>
                    <a:pt x="1" y="587"/>
                  </a:cubicBezTo>
                  <a:cubicBezTo>
                    <a:pt x="1041" y="520"/>
                    <a:pt x="2075" y="427"/>
                    <a:pt x="3102" y="347"/>
                  </a:cubicBezTo>
                  <a:cubicBezTo>
                    <a:pt x="4122" y="260"/>
                    <a:pt x="5149" y="207"/>
                    <a:pt x="6189" y="113"/>
                  </a:cubicBezTo>
                  <a:cubicBezTo>
                    <a:pt x="5575" y="38"/>
                    <a:pt x="4957" y="1"/>
                    <a:pt x="434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" name="Google Shape;1938;p36"/>
            <p:cNvSpPr/>
            <p:nvPr/>
          </p:nvSpPr>
          <p:spPr>
            <a:xfrm>
              <a:off x="1758108" y="1541878"/>
              <a:ext cx="119376" cy="23187"/>
            </a:xfrm>
            <a:custGeom>
              <a:avLst/>
              <a:gdLst/>
              <a:ahLst/>
              <a:cxnLst/>
              <a:rect l="l" t="t" r="r" b="b"/>
              <a:pathLst>
                <a:path w="4268" h="829" extrusionOk="0">
                  <a:moveTo>
                    <a:pt x="2900" y="0"/>
                  </a:moveTo>
                  <a:cubicBezTo>
                    <a:pt x="2621" y="0"/>
                    <a:pt x="2342" y="23"/>
                    <a:pt x="2067" y="68"/>
                  </a:cubicBezTo>
                  <a:cubicBezTo>
                    <a:pt x="1327" y="175"/>
                    <a:pt x="627" y="428"/>
                    <a:pt x="0" y="828"/>
                  </a:cubicBezTo>
                  <a:cubicBezTo>
                    <a:pt x="687" y="628"/>
                    <a:pt x="1394" y="468"/>
                    <a:pt x="2107" y="362"/>
                  </a:cubicBezTo>
                  <a:cubicBezTo>
                    <a:pt x="2821" y="255"/>
                    <a:pt x="3541" y="202"/>
                    <a:pt x="4268" y="182"/>
                  </a:cubicBezTo>
                  <a:cubicBezTo>
                    <a:pt x="3820" y="61"/>
                    <a:pt x="3359" y="0"/>
                    <a:pt x="29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" name="Google Shape;1939;p36"/>
            <p:cNvSpPr/>
            <p:nvPr/>
          </p:nvSpPr>
          <p:spPr>
            <a:xfrm>
              <a:off x="2329031" y="1539109"/>
              <a:ext cx="217495" cy="98874"/>
            </a:xfrm>
            <a:custGeom>
              <a:avLst/>
              <a:gdLst/>
              <a:ahLst/>
              <a:cxnLst/>
              <a:rect l="l" t="t" r="r" b="b"/>
              <a:pathLst>
                <a:path w="7776" h="3535" extrusionOk="0">
                  <a:moveTo>
                    <a:pt x="0" y="1"/>
                  </a:moveTo>
                  <a:lnTo>
                    <a:pt x="0" y="1"/>
                  </a:lnTo>
                  <a:cubicBezTo>
                    <a:pt x="1374" y="461"/>
                    <a:pt x="2748" y="861"/>
                    <a:pt x="4075" y="1394"/>
                  </a:cubicBezTo>
                  <a:cubicBezTo>
                    <a:pt x="5402" y="1928"/>
                    <a:pt x="6669" y="2608"/>
                    <a:pt x="7776" y="3535"/>
                  </a:cubicBezTo>
                  <a:cubicBezTo>
                    <a:pt x="6815" y="2434"/>
                    <a:pt x="5522" y="1668"/>
                    <a:pt x="4181" y="1127"/>
                  </a:cubicBezTo>
                  <a:cubicBezTo>
                    <a:pt x="2834" y="594"/>
                    <a:pt x="1427" y="22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" name="Google Shape;1940;p36"/>
            <p:cNvSpPr/>
            <p:nvPr/>
          </p:nvSpPr>
          <p:spPr>
            <a:xfrm>
              <a:off x="2360917" y="2950475"/>
              <a:ext cx="176463" cy="290608"/>
            </a:xfrm>
            <a:custGeom>
              <a:avLst/>
              <a:gdLst/>
              <a:ahLst/>
              <a:cxnLst/>
              <a:rect l="l" t="t" r="r" b="b"/>
              <a:pathLst>
                <a:path w="6309" h="10390" extrusionOk="0">
                  <a:moveTo>
                    <a:pt x="1" y="1"/>
                  </a:moveTo>
                  <a:cubicBezTo>
                    <a:pt x="521" y="101"/>
                    <a:pt x="934" y="427"/>
                    <a:pt x="1294" y="794"/>
                  </a:cubicBezTo>
                  <a:cubicBezTo>
                    <a:pt x="1654" y="1161"/>
                    <a:pt x="1941" y="1594"/>
                    <a:pt x="2254" y="2014"/>
                  </a:cubicBezTo>
                  <a:cubicBezTo>
                    <a:pt x="4048" y="4568"/>
                    <a:pt x="5415" y="7396"/>
                    <a:pt x="6309" y="10390"/>
                  </a:cubicBezTo>
                  <a:cubicBezTo>
                    <a:pt x="5902" y="8329"/>
                    <a:pt x="5182" y="6349"/>
                    <a:pt x="4162" y="4515"/>
                  </a:cubicBezTo>
                  <a:cubicBezTo>
                    <a:pt x="3648" y="3595"/>
                    <a:pt x="3068" y="2715"/>
                    <a:pt x="2434" y="1881"/>
                  </a:cubicBezTo>
                  <a:cubicBezTo>
                    <a:pt x="2101" y="1468"/>
                    <a:pt x="1774" y="1054"/>
                    <a:pt x="1394" y="694"/>
                  </a:cubicBezTo>
                  <a:cubicBezTo>
                    <a:pt x="1007" y="334"/>
                    <a:pt x="527" y="47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" name="Google Shape;1941;p36"/>
            <p:cNvSpPr/>
            <p:nvPr/>
          </p:nvSpPr>
          <p:spPr>
            <a:xfrm>
              <a:off x="2597040" y="2837084"/>
              <a:ext cx="132662" cy="428081"/>
            </a:xfrm>
            <a:custGeom>
              <a:avLst/>
              <a:gdLst/>
              <a:ahLst/>
              <a:cxnLst/>
              <a:rect l="l" t="t" r="r" b="b"/>
              <a:pathLst>
                <a:path w="4743" h="15305" extrusionOk="0">
                  <a:moveTo>
                    <a:pt x="288" y="0"/>
                  </a:moveTo>
                  <a:cubicBezTo>
                    <a:pt x="87" y="654"/>
                    <a:pt x="34" y="1341"/>
                    <a:pt x="54" y="2034"/>
                  </a:cubicBezTo>
                  <a:cubicBezTo>
                    <a:pt x="67" y="2721"/>
                    <a:pt x="141" y="3408"/>
                    <a:pt x="201" y="4081"/>
                  </a:cubicBezTo>
                  <a:cubicBezTo>
                    <a:pt x="328" y="5442"/>
                    <a:pt x="494" y="6809"/>
                    <a:pt x="808" y="8149"/>
                  </a:cubicBezTo>
                  <a:cubicBezTo>
                    <a:pt x="1108" y="9503"/>
                    <a:pt x="1621" y="10796"/>
                    <a:pt x="2328" y="11983"/>
                  </a:cubicBezTo>
                  <a:cubicBezTo>
                    <a:pt x="3028" y="13170"/>
                    <a:pt x="3875" y="14251"/>
                    <a:pt x="4742" y="15304"/>
                  </a:cubicBezTo>
                  <a:cubicBezTo>
                    <a:pt x="3969" y="14177"/>
                    <a:pt x="3182" y="13057"/>
                    <a:pt x="2521" y="11870"/>
                  </a:cubicBezTo>
                  <a:cubicBezTo>
                    <a:pt x="1868" y="10676"/>
                    <a:pt x="1388" y="9403"/>
                    <a:pt x="1094" y="8082"/>
                  </a:cubicBezTo>
                  <a:cubicBezTo>
                    <a:pt x="774" y="6769"/>
                    <a:pt x="574" y="5408"/>
                    <a:pt x="428" y="4055"/>
                  </a:cubicBezTo>
                  <a:cubicBezTo>
                    <a:pt x="281" y="2708"/>
                    <a:pt x="1" y="1347"/>
                    <a:pt x="2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" name="Google Shape;1942;p36"/>
            <p:cNvSpPr/>
            <p:nvPr/>
          </p:nvSpPr>
          <p:spPr>
            <a:xfrm>
              <a:off x="2593879" y="3130825"/>
              <a:ext cx="95322" cy="154842"/>
            </a:xfrm>
            <a:custGeom>
              <a:avLst/>
              <a:gdLst/>
              <a:ahLst/>
              <a:cxnLst/>
              <a:rect l="l" t="t" r="r" b="b"/>
              <a:pathLst>
                <a:path w="3408" h="5536" extrusionOk="0">
                  <a:moveTo>
                    <a:pt x="60" y="1"/>
                  </a:moveTo>
                  <a:lnTo>
                    <a:pt x="60" y="1"/>
                  </a:lnTo>
                  <a:cubicBezTo>
                    <a:pt x="0" y="1121"/>
                    <a:pt x="341" y="2275"/>
                    <a:pt x="934" y="3248"/>
                  </a:cubicBezTo>
                  <a:cubicBezTo>
                    <a:pt x="1527" y="4222"/>
                    <a:pt x="2381" y="5056"/>
                    <a:pt x="3408" y="5536"/>
                  </a:cubicBezTo>
                  <a:cubicBezTo>
                    <a:pt x="2514" y="4869"/>
                    <a:pt x="1754" y="4042"/>
                    <a:pt x="1174" y="3102"/>
                  </a:cubicBezTo>
                  <a:cubicBezTo>
                    <a:pt x="607" y="2148"/>
                    <a:pt x="227" y="1095"/>
                    <a:pt x="6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" name="Google Shape;1943;p36"/>
            <p:cNvSpPr/>
            <p:nvPr/>
          </p:nvSpPr>
          <p:spPr>
            <a:xfrm>
              <a:off x="2819933" y="2905527"/>
              <a:ext cx="65114" cy="177777"/>
            </a:xfrm>
            <a:custGeom>
              <a:avLst/>
              <a:gdLst/>
              <a:ahLst/>
              <a:cxnLst/>
              <a:rect l="l" t="t" r="r" b="b"/>
              <a:pathLst>
                <a:path w="2328" h="6356" extrusionOk="0">
                  <a:moveTo>
                    <a:pt x="1" y="0"/>
                  </a:moveTo>
                  <a:lnTo>
                    <a:pt x="1" y="0"/>
                  </a:lnTo>
                  <a:cubicBezTo>
                    <a:pt x="427" y="1054"/>
                    <a:pt x="847" y="2101"/>
                    <a:pt x="1234" y="3155"/>
                  </a:cubicBezTo>
                  <a:cubicBezTo>
                    <a:pt x="1628" y="4202"/>
                    <a:pt x="1968" y="5269"/>
                    <a:pt x="2328" y="6355"/>
                  </a:cubicBezTo>
                  <a:cubicBezTo>
                    <a:pt x="2188" y="5222"/>
                    <a:pt x="1914" y="4115"/>
                    <a:pt x="1514" y="3055"/>
                  </a:cubicBezTo>
                  <a:cubicBezTo>
                    <a:pt x="1128" y="1981"/>
                    <a:pt x="621" y="954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" name="Google Shape;1944;p36"/>
            <p:cNvSpPr/>
            <p:nvPr/>
          </p:nvSpPr>
          <p:spPr>
            <a:xfrm>
              <a:off x="2812101" y="2992989"/>
              <a:ext cx="23159" cy="67380"/>
            </a:xfrm>
            <a:custGeom>
              <a:avLst/>
              <a:gdLst/>
              <a:ahLst/>
              <a:cxnLst/>
              <a:rect l="l" t="t" r="r" b="b"/>
              <a:pathLst>
                <a:path w="828" h="2409" extrusionOk="0">
                  <a:moveTo>
                    <a:pt x="67" y="1"/>
                  </a:moveTo>
                  <a:cubicBezTo>
                    <a:pt x="1" y="434"/>
                    <a:pt x="41" y="875"/>
                    <a:pt x="174" y="1295"/>
                  </a:cubicBezTo>
                  <a:cubicBezTo>
                    <a:pt x="294" y="1715"/>
                    <a:pt x="521" y="2095"/>
                    <a:pt x="827" y="2408"/>
                  </a:cubicBezTo>
                  <a:cubicBezTo>
                    <a:pt x="707" y="1981"/>
                    <a:pt x="574" y="1608"/>
                    <a:pt x="447" y="1208"/>
                  </a:cubicBezTo>
                  <a:cubicBezTo>
                    <a:pt x="327" y="808"/>
                    <a:pt x="214" y="414"/>
                    <a:pt x="6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" name="Google Shape;1945;p36"/>
            <p:cNvSpPr/>
            <p:nvPr/>
          </p:nvSpPr>
          <p:spPr>
            <a:xfrm>
              <a:off x="791940" y="3380010"/>
              <a:ext cx="327920" cy="1097739"/>
            </a:xfrm>
            <a:custGeom>
              <a:avLst/>
              <a:gdLst/>
              <a:ahLst/>
              <a:cxnLst/>
              <a:rect l="l" t="t" r="r" b="b"/>
              <a:pathLst>
                <a:path w="11724" h="39247" extrusionOk="0">
                  <a:moveTo>
                    <a:pt x="7269" y="1"/>
                  </a:moveTo>
                  <a:lnTo>
                    <a:pt x="7269" y="1"/>
                  </a:lnTo>
                  <a:cubicBezTo>
                    <a:pt x="4682" y="648"/>
                    <a:pt x="2501" y="4375"/>
                    <a:pt x="1247" y="11351"/>
                  </a:cubicBezTo>
                  <a:cubicBezTo>
                    <a:pt x="0" y="18332"/>
                    <a:pt x="541" y="29189"/>
                    <a:pt x="3668" y="34277"/>
                  </a:cubicBezTo>
                  <a:cubicBezTo>
                    <a:pt x="6327" y="38606"/>
                    <a:pt x="9397" y="39247"/>
                    <a:pt x="10636" y="39247"/>
                  </a:cubicBezTo>
                  <a:cubicBezTo>
                    <a:pt x="10851" y="39247"/>
                    <a:pt x="11011" y="39227"/>
                    <a:pt x="11103" y="39205"/>
                  </a:cubicBezTo>
                  <a:cubicBezTo>
                    <a:pt x="11724" y="39045"/>
                    <a:pt x="6409" y="33630"/>
                    <a:pt x="5309" y="21873"/>
                  </a:cubicBezTo>
                  <a:cubicBezTo>
                    <a:pt x="4208" y="10110"/>
                    <a:pt x="7269" y="1"/>
                    <a:pt x="7269" y="1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3" name="Google Shape;1946;p36"/>
            <p:cNvSpPr/>
            <p:nvPr/>
          </p:nvSpPr>
          <p:spPr>
            <a:xfrm>
              <a:off x="782990" y="3371759"/>
              <a:ext cx="331081" cy="1113598"/>
            </a:xfrm>
            <a:custGeom>
              <a:avLst/>
              <a:gdLst/>
              <a:ahLst/>
              <a:cxnLst/>
              <a:rect l="l" t="t" r="r" b="b"/>
              <a:pathLst>
                <a:path w="11837" h="39814" extrusionOk="0">
                  <a:moveTo>
                    <a:pt x="7162" y="743"/>
                  </a:moveTo>
                  <a:lnTo>
                    <a:pt x="7162" y="743"/>
                  </a:lnTo>
                  <a:cubicBezTo>
                    <a:pt x="6562" y="2997"/>
                    <a:pt x="4395" y="12032"/>
                    <a:pt x="5342" y="22195"/>
                  </a:cubicBezTo>
                  <a:cubicBezTo>
                    <a:pt x="6162" y="30997"/>
                    <a:pt x="9303" y="36232"/>
                    <a:pt x="10643" y="38466"/>
                  </a:cubicBezTo>
                  <a:cubicBezTo>
                    <a:pt x="10823" y="38766"/>
                    <a:pt x="10997" y="39046"/>
                    <a:pt x="11097" y="39233"/>
                  </a:cubicBezTo>
                  <a:cubicBezTo>
                    <a:pt x="11059" y="39234"/>
                    <a:pt x="11018" y="39235"/>
                    <a:pt x="10972" y="39235"/>
                  </a:cubicBezTo>
                  <a:cubicBezTo>
                    <a:pt x="9929" y="39235"/>
                    <a:pt x="6926" y="38790"/>
                    <a:pt x="4235" y="34418"/>
                  </a:cubicBezTo>
                  <a:cubicBezTo>
                    <a:pt x="1828" y="30504"/>
                    <a:pt x="234" y="20708"/>
                    <a:pt x="1854" y="11699"/>
                  </a:cubicBezTo>
                  <a:cubicBezTo>
                    <a:pt x="2941" y="5604"/>
                    <a:pt x="4822" y="1756"/>
                    <a:pt x="7162" y="743"/>
                  </a:cubicBezTo>
                  <a:close/>
                  <a:moveTo>
                    <a:pt x="7591" y="0"/>
                  </a:moveTo>
                  <a:cubicBezTo>
                    <a:pt x="7568" y="0"/>
                    <a:pt x="7545" y="3"/>
                    <a:pt x="7522" y="9"/>
                  </a:cubicBezTo>
                  <a:cubicBezTo>
                    <a:pt x="5529" y="509"/>
                    <a:pt x="2834" y="2930"/>
                    <a:pt x="1274" y="11599"/>
                  </a:cubicBezTo>
                  <a:cubicBezTo>
                    <a:pt x="0" y="18714"/>
                    <a:pt x="574" y="29584"/>
                    <a:pt x="3741" y="34718"/>
                  </a:cubicBezTo>
                  <a:cubicBezTo>
                    <a:pt x="6569" y="39320"/>
                    <a:pt x="9763" y="39813"/>
                    <a:pt x="10977" y="39813"/>
                  </a:cubicBezTo>
                  <a:cubicBezTo>
                    <a:pt x="11150" y="39813"/>
                    <a:pt x="11323" y="39806"/>
                    <a:pt x="11497" y="39780"/>
                  </a:cubicBezTo>
                  <a:cubicBezTo>
                    <a:pt x="11603" y="39746"/>
                    <a:pt x="11690" y="39673"/>
                    <a:pt x="11737" y="39573"/>
                  </a:cubicBezTo>
                  <a:cubicBezTo>
                    <a:pt x="11837" y="39320"/>
                    <a:pt x="11677" y="39053"/>
                    <a:pt x="11143" y="38166"/>
                  </a:cubicBezTo>
                  <a:cubicBezTo>
                    <a:pt x="9823" y="35965"/>
                    <a:pt x="6729" y="30811"/>
                    <a:pt x="5922" y="22142"/>
                  </a:cubicBezTo>
                  <a:cubicBezTo>
                    <a:pt x="4842" y="10572"/>
                    <a:pt x="7836" y="476"/>
                    <a:pt x="7869" y="376"/>
                  </a:cubicBezTo>
                  <a:cubicBezTo>
                    <a:pt x="7896" y="276"/>
                    <a:pt x="7869" y="169"/>
                    <a:pt x="7796" y="96"/>
                  </a:cubicBezTo>
                  <a:cubicBezTo>
                    <a:pt x="7744" y="34"/>
                    <a:pt x="7669" y="0"/>
                    <a:pt x="759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" name="Google Shape;1947;p36"/>
            <p:cNvSpPr/>
            <p:nvPr/>
          </p:nvSpPr>
          <p:spPr>
            <a:xfrm>
              <a:off x="828693" y="2955397"/>
              <a:ext cx="1442357" cy="1707093"/>
            </a:xfrm>
            <a:custGeom>
              <a:avLst/>
              <a:gdLst/>
              <a:ahLst/>
              <a:cxnLst/>
              <a:rect l="l" t="t" r="r" b="b"/>
              <a:pathLst>
                <a:path w="51568" h="61033" extrusionOk="0">
                  <a:moveTo>
                    <a:pt x="28422" y="0"/>
                  </a:moveTo>
                  <a:cubicBezTo>
                    <a:pt x="23277" y="0"/>
                    <a:pt x="18984" y="1276"/>
                    <a:pt x="15444" y="3446"/>
                  </a:cubicBezTo>
                  <a:cubicBezTo>
                    <a:pt x="7969" y="8027"/>
                    <a:pt x="3895" y="16636"/>
                    <a:pt x="2367" y="25771"/>
                  </a:cubicBezTo>
                  <a:cubicBezTo>
                    <a:pt x="0" y="39875"/>
                    <a:pt x="2174" y="58780"/>
                    <a:pt x="21919" y="60774"/>
                  </a:cubicBezTo>
                  <a:cubicBezTo>
                    <a:pt x="23642" y="60947"/>
                    <a:pt x="25293" y="61033"/>
                    <a:pt x="26872" y="61033"/>
                  </a:cubicBezTo>
                  <a:cubicBezTo>
                    <a:pt x="33740" y="61033"/>
                    <a:pt x="39237" y="59413"/>
                    <a:pt x="43265" y="56333"/>
                  </a:cubicBezTo>
                  <a:cubicBezTo>
                    <a:pt x="44972" y="55039"/>
                    <a:pt x="46439" y="53452"/>
                    <a:pt x="47600" y="51652"/>
                  </a:cubicBezTo>
                  <a:cubicBezTo>
                    <a:pt x="50307" y="47457"/>
                    <a:pt x="51567" y="41949"/>
                    <a:pt x="51281" y="35287"/>
                  </a:cubicBezTo>
                  <a:cubicBezTo>
                    <a:pt x="50754" y="22637"/>
                    <a:pt x="49920" y="10981"/>
                    <a:pt x="43038" y="4746"/>
                  </a:cubicBezTo>
                  <a:cubicBezTo>
                    <a:pt x="42031" y="3839"/>
                    <a:pt x="40924" y="3059"/>
                    <a:pt x="39731" y="2425"/>
                  </a:cubicBezTo>
                  <a:cubicBezTo>
                    <a:pt x="37604" y="1312"/>
                    <a:pt x="35076" y="545"/>
                    <a:pt x="32062" y="198"/>
                  </a:cubicBezTo>
                  <a:cubicBezTo>
                    <a:pt x="31662" y="158"/>
                    <a:pt x="31262" y="118"/>
                    <a:pt x="30842" y="91"/>
                  </a:cubicBezTo>
                  <a:cubicBezTo>
                    <a:pt x="30015" y="30"/>
                    <a:pt x="29208" y="0"/>
                    <a:pt x="28422" y="0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" name="Google Shape;1948;p36"/>
            <p:cNvSpPr/>
            <p:nvPr/>
          </p:nvSpPr>
          <p:spPr>
            <a:xfrm>
              <a:off x="823826" y="2947286"/>
              <a:ext cx="1455251" cy="1723455"/>
            </a:xfrm>
            <a:custGeom>
              <a:avLst/>
              <a:gdLst/>
              <a:ahLst/>
              <a:cxnLst/>
              <a:rect l="l" t="t" r="r" b="b"/>
              <a:pathLst>
                <a:path w="52029" h="61618" extrusionOk="0">
                  <a:moveTo>
                    <a:pt x="28615" y="581"/>
                  </a:moveTo>
                  <a:cubicBezTo>
                    <a:pt x="29389" y="581"/>
                    <a:pt x="30189" y="608"/>
                    <a:pt x="30996" y="675"/>
                  </a:cubicBezTo>
                  <a:cubicBezTo>
                    <a:pt x="31403" y="701"/>
                    <a:pt x="31809" y="741"/>
                    <a:pt x="32189" y="781"/>
                  </a:cubicBezTo>
                  <a:lnTo>
                    <a:pt x="32209" y="781"/>
                  </a:lnTo>
                  <a:cubicBezTo>
                    <a:pt x="35084" y="1108"/>
                    <a:pt x="37624" y="1848"/>
                    <a:pt x="39758" y="2975"/>
                  </a:cubicBezTo>
                  <a:cubicBezTo>
                    <a:pt x="40938" y="3595"/>
                    <a:pt x="42032" y="4362"/>
                    <a:pt x="43019" y="5249"/>
                  </a:cubicBezTo>
                  <a:cubicBezTo>
                    <a:pt x="49634" y="11244"/>
                    <a:pt x="50594" y="22060"/>
                    <a:pt x="51168" y="35584"/>
                  </a:cubicBezTo>
                  <a:cubicBezTo>
                    <a:pt x="51448" y="42166"/>
                    <a:pt x="50221" y="47620"/>
                    <a:pt x="47527" y="51782"/>
                  </a:cubicBezTo>
                  <a:cubicBezTo>
                    <a:pt x="46387" y="53555"/>
                    <a:pt x="44939" y="55116"/>
                    <a:pt x="43259" y="56389"/>
                  </a:cubicBezTo>
                  <a:cubicBezTo>
                    <a:pt x="39225" y="59474"/>
                    <a:pt x="33795" y="61033"/>
                    <a:pt x="27090" y="61033"/>
                  </a:cubicBezTo>
                  <a:cubicBezTo>
                    <a:pt x="25504" y="61033"/>
                    <a:pt x="23847" y="60945"/>
                    <a:pt x="22120" y="60771"/>
                  </a:cubicBezTo>
                  <a:cubicBezTo>
                    <a:pt x="15585" y="60117"/>
                    <a:pt x="10544" y="57523"/>
                    <a:pt x="7143" y="53082"/>
                  </a:cubicBezTo>
                  <a:cubicBezTo>
                    <a:pt x="4969" y="50221"/>
                    <a:pt x="181" y="41879"/>
                    <a:pt x="2828" y="26108"/>
                  </a:cubicBezTo>
                  <a:cubicBezTo>
                    <a:pt x="4535" y="15912"/>
                    <a:pt x="9137" y="8063"/>
                    <a:pt x="15778" y="3982"/>
                  </a:cubicBezTo>
                  <a:cubicBezTo>
                    <a:pt x="19453" y="1728"/>
                    <a:pt x="23767" y="581"/>
                    <a:pt x="28615" y="581"/>
                  </a:cubicBezTo>
                  <a:close/>
                  <a:moveTo>
                    <a:pt x="28647" y="1"/>
                  </a:moveTo>
                  <a:cubicBezTo>
                    <a:pt x="23674" y="1"/>
                    <a:pt x="19250" y="1167"/>
                    <a:pt x="15472" y="3482"/>
                  </a:cubicBezTo>
                  <a:cubicBezTo>
                    <a:pt x="8683" y="7650"/>
                    <a:pt x="3982" y="15652"/>
                    <a:pt x="2248" y="26015"/>
                  </a:cubicBezTo>
                  <a:cubicBezTo>
                    <a:pt x="1354" y="31343"/>
                    <a:pt x="1" y="44680"/>
                    <a:pt x="6683" y="53429"/>
                  </a:cubicBezTo>
                  <a:cubicBezTo>
                    <a:pt x="10183" y="58017"/>
                    <a:pt x="15358" y="60677"/>
                    <a:pt x="22060" y="61351"/>
                  </a:cubicBezTo>
                  <a:cubicBezTo>
                    <a:pt x="23734" y="61524"/>
                    <a:pt x="25408" y="61618"/>
                    <a:pt x="27088" y="61618"/>
                  </a:cubicBezTo>
                  <a:cubicBezTo>
                    <a:pt x="33923" y="61618"/>
                    <a:pt x="39471" y="60024"/>
                    <a:pt x="43612" y="56850"/>
                  </a:cubicBezTo>
                  <a:cubicBezTo>
                    <a:pt x="45346" y="55529"/>
                    <a:pt x="46840" y="53922"/>
                    <a:pt x="48020" y="52088"/>
                  </a:cubicBezTo>
                  <a:cubicBezTo>
                    <a:pt x="50781" y="47821"/>
                    <a:pt x="52028" y="42259"/>
                    <a:pt x="51748" y="35551"/>
                  </a:cubicBezTo>
                  <a:cubicBezTo>
                    <a:pt x="51174" y="21894"/>
                    <a:pt x="50194" y="10951"/>
                    <a:pt x="43412" y="4809"/>
                  </a:cubicBezTo>
                  <a:cubicBezTo>
                    <a:pt x="42385" y="3889"/>
                    <a:pt x="41252" y="3095"/>
                    <a:pt x="40038" y="2449"/>
                  </a:cubicBezTo>
                  <a:cubicBezTo>
                    <a:pt x="37838" y="1288"/>
                    <a:pt x="35224" y="535"/>
                    <a:pt x="32289" y="201"/>
                  </a:cubicBezTo>
                  <a:lnTo>
                    <a:pt x="32243" y="201"/>
                  </a:lnTo>
                  <a:cubicBezTo>
                    <a:pt x="31849" y="155"/>
                    <a:pt x="31443" y="115"/>
                    <a:pt x="31042" y="88"/>
                  </a:cubicBezTo>
                  <a:cubicBezTo>
                    <a:pt x="30231" y="30"/>
                    <a:pt x="29432" y="1"/>
                    <a:pt x="2864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" name="Google Shape;1949;p36"/>
            <p:cNvSpPr/>
            <p:nvPr/>
          </p:nvSpPr>
          <p:spPr>
            <a:xfrm>
              <a:off x="828693" y="2948657"/>
              <a:ext cx="1493822" cy="1713834"/>
            </a:xfrm>
            <a:custGeom>
              <a:avLst/>
              <a:gdLst/>
              <a:ahLst/>
              <a:cxnLst/>
              <a:rect l="l" t="t" r="r" b="b"/>
              <a:pathLst>
                <a:path w="53408" h="61274" extrusionOk="0">
                  <a:moveTo>
                    <a:pt x="35139" y="0"/>
                  </a:moveTo>
                  <a:cubicBezTo>
                    <a:pt x="34082" y="0"/>
                    <a:pt x="33043" y="131"/>
                    <a:pt x="32062" y="446"/>
                  </a:cubicBezTo>
                  <a:cubicBezTo>
                    <a:pt x="31462" y="632"/>
                    <a:pt x="30895" y="892"/>
                    <a:pt x="30362" y="1219"/>
                  </a:cubicBezTo>
                  <a:cubicBezTo>
                    <a:pt x="26881" y="3353"/>
                    <a:pt x="25827" y="7848"/>
                    <a:pt x="23366" y="11095"/>
                  </a:cubicBezTo>
                  <a:cubicBezTo>
                    <a:pt x="22893" y="11722"/>
                    <a:pt x="22339" y="12315"/>
                    <a:pt x="21633" y="12636"/>
                  </a:cubicBezTo>
                  <a:cubicBezTo>
                    <a:pt x="20672" y="13076"/>
                    <a:pt x="19479" y="12989"/>
                    <a:pt x="18658" y="13629"/>
                  </a:cubicBezTo>
                  <a:cubicBezTo>
                    <a:pt x="17532" y="14503"/>
                    <a:pt x="17625" y="16203"/>
                    <a:pt x="17045" y="17504"/>
                  </a:cubicBezTo>
                  <a:cubicBezTo>
                    <a:pt x="16631" y="18417"/>
                    <a:pt x="15878" y="19131"/>
                    <a:pt x="15138" y="19817"/>
                  </a:cubicBezTo>
                  <a:cubicBezTo>
                    <a:pt x="13424" y="21425"/>
                    <a:pt x="11690" y="23038"/>
                    <a:pt x="9663" y="24232"/>
                  </a:cubicBezTo>
                  <a:cubicBezTo>
                    <a:pt x="9293" y="24459"/>
                    <a:pt x="8869" y="24674"/>
                    <a:pt x="8450" y="24674"/>
                  </a:cubicBezTo>
                  <a:cubicBezTo>
                    <a:pt x="8340" y="24674"/>
                    <a:pt x="8231" y="24659"/>
                    <a:pt x="8122" y="24625"/>
                  </a:cubicBezTo>
                  <a:cubicBezTo>
                    <a:pt x="7122" y="24325"/>
                    <a:pt x="7109" y="22918"/>
                    <a:pt x="7335" y="21898"/>
                  </a:cubicBezTo>
                  <a:cubicBezTo>
                    <a:pt x="8389" y="16977"/>
                    <a:pt x="9696" y="12035"/>
                    <a:pt x="12310" y="7741"/>
                  </a:cubicBezTo>
                  <a:cubicBezTo>
                    <a:pt x="13197" y="6274"/>
                    <a:pt x="14251" y="4914"/>
                    <a:pt x="15444" y="3687"/>
                  </a:cubicBezTo>
                  <a:lnTo>
                    <a:pt x="15444" y="3687"/>
                  </a:lnTo>
                  <a:cubicBezTo>
                    <a:pt x="7969" y="8268"/>
                    <a:pt x="3895" y="16877"/>
                    <a:pt x="2367" y="26012"/>
                  </a:cubicBezTo>
                  <a:cubicBezTo>
                    <a:pt x="0" y="40116"/>
                    <a:pt x="2174" y="59021"/>
                    <a:pt x="21919" y="61015"/>
                  </a:cubicBezTo>
                  <a:cubicBezTo>
                    <a:pt x="23639" y="61188"/>
                    <a:pt x="25287" y="61273"/>
                    <a:pt x="26863" y="61273"/>
                  </a:cubicBezTo>
                  <a:cubicBezTo>
                    <a:pt x="33735" y="61273"/>
                    <a:pt x="39235" y="59649"/>
                    <a:pt x="43265" y="56574"/>
                  </a:cubicBezTo>
                  <a:cubicBezTo>
                    <a:pt x="44559" y="55354"/>
                    <a:pt x="45786" y="54053"/>
                    <a:pt x="46933" y="52686"/>
                  </a:cubicBezTo>
                  <a:cubicBezTo>
                    <a:pt x="47153" y="52433"/>
                    <a:pt x="47380" y="52159"/>
                    <a:pt x="47600" y="51893"/>
                  </a:cubicBezTo>
                  <a:cubicBezTo>
                    <a:pt x="49887" y="49045"/>
                    <a:pt x="51874" y="45784"/>
                    <a:pt x="52621" y="42330"/>
                  </a:cubicBezTo>
                  <a:cubicBezTo>
                    <a:pt x="53374" y="38869"/>
                    <a:pt x="52954" y="35275"/>
                    <a:pt x="52901" y="31734"/>
                  </a:cubicBezTo>
                  <a:cubicBezTo>
                    <a:pt x="52808" y="26786"/>
                    <a:pt x="53408" y="21825"/>
                    <a:pt x="52914" y="16903"/>
                  </a:cubicBezTo>
                  <a:cubicBezTo>
                    <a:pt x="52421" y="11989"/>
                    <a:pt x="50634" y="6914"/>
                    <a:pt x="46733" y="3867"/>
                  </a:cubicBezTo>
                  <a:cubicBezTo>
                    <a:pt x="44812" y="2366"/>
                    <a:pt x="42498" y="1453"/>
                    <a:pt x="40151" y="786"/>
                  </a:cubicBezTo>
                  <a:cubicBezTo>
                    <a:pt x="38542" y="331"/>
                    <a:pt x="36818" y="0"/>
                    <a:pt x="35139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" name="Google Shape;1950;p36"/>
            <p:cNvSpPr/>
            <p:nvPr/>
          </p:nvSpPr>
          <p:spPr>
            <a:xfrm>
              <a:off x="896576" y="3639292"/>
              <a:ext cx="27075" cy="251618"/>
            </a:xfrm>
            <a:custGeom>
              <a:avLst/>
              <a:gdLst/>
              <a:ahLst/>
              <a:cxnLst/>
              <a:rect l="l" t="t" r="r" b="b"/>
              <a:pathLst>
                <a:path w="968" h="8996" extrusionOk="0">
                  <a:moveTo>
                    <a:pt x="967" y="0"/>
                  </a:moveTo>
                  <a:cubicBezTo>
                    <a:pt x="514" y="1447"/>
                    <a:pt x="234" y="2941"/>
                    <a:pt x="127" y="4461"/>
                  </a:cubicBezTo>
                  <a:cubicBezTo>
                    <a:pt x="0" y="5968"/>
                    <a:pt x="40" y="7489"/>
                    <a:pt x="261" y="8996"/>
                  </a:cubicBezTo>
                  <a:cubicBezTo>
                    <a:pt x="261" y="7475"/>
                    <a:pt x="294" y="5982"/>
                    <a:pt x="407" y="4481"/>
                  </a:cubicBezTo>
                  <a:cubicBezTo>
                    <a:pt x="527" y="2981"/>
                    <a:pt x="727" y="1500"/>
                    <a:pt x="9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" name="Google Shape;1951;p36"/>
            <p:cNvSpPr/>
            <p:nvPr/>
          </p:nvSpPr>
          <p:spPr>
            <a:xfrm>
              <a:off x="935734" y="3412651"/>
              <a:ext cx="48892" cy="177973"/>
            </a:xfrm>
            <a:custGeom>
              <a:avLst/>
              <a:gdLst/>
              <a:ahLst/>
              <a:cxnLst/>
              <a:rect l="l" t="t" r="r" b="b"/>
              <a:pathLst>
                <a:path w="1748" h="6363" extrusionOk="0">
                  <a:moveTo>
                    <a:pt x="1748" y="1"/>
                  </a:moveTo>
                  <a:cubicBezTo>
                    <a:pt x="1275" y="1001"/>
                    <a:pt x="881" y="2035"/>
                    <a:pt x="568" y="3102"/>
                  </a:cubicBezTo>
                  <a:cubicBezTo>
                    <a:pt x="254" y="4162"/>
                    <a:pt x="28" y="5249"/>
                    <a:pt x="1" y="6363"/>
                  </a:cubicBezTo>
                  <a:cubicBezTo>
                    <a:pt x="254" y="5282"/>
                    <a:pt x="548" y="4229"/>
                    <a:pt x="848" y="3175"/>
                  </a:cubicBezTo>
                  <a:cubicBezTo>
                    <a:pt x="1148" y="2121"/>
                    <a:pt x="1495" y="1081"/>
                    <a:pt x="174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" name="Google Shape;1952;p36"/>
            <p:cNvSpPr/>
            <p:nvPr/>
          </p:nvSpPr>
          <p:spPr>
            <a:xfrm>
              <a:off x="1019867" y="3126182"/>
              <a:ext cx="204433" cy="243619"/>
            </a:xfrm>
            <a:custGeom>
              <a:avLst/>
              <a:gdLst/>
              <a:ahLst/>
              <a:cxnLst/>
              <a:rect l="l" t="t" r="r" b="b"/>
              <a:pathLst>
                <a:path w="7309" h="8710" extrusionOk="0">
                  <a:moveTo>
                    <a:pt x="7309" y="0"/>
                  </a:moveTo>
                  <a:lnTo>
                    <a:pt x="7309" y="0"/>
                  </a:lnTo>
                  <a:cubicBezTo>
                    <a:pt x="5588" y="914"/>
                    <a:pt x="4061" y="2154"/>
                    <a:pt x="2821" y="3655"/>
                  </a:cubicBezTo>
                  <a:cubicBezTo>
                    <a:pt x="1567" y="5148"/>
                    <a:pt x="574" y="6869"/>
                    <a:pt x="0" y="8709"/>
                  </a:cubicBezTo>
                  <a:cubicBezTo>
                    <a:pt x="781" y="6955"/>
                    <a:pt x="1801" y="5315"/>
                    <a:pt x="3034" y="3841"/>
                  </a:cubicBezTo>
                  <a:cubicBezTo>
                    <a:pt x="4275" y="2368"/>
                    <a:pt x="5715" y="1074"/>
                    <a:pt x="730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" name="Google Shape;1953;p36"/>
            <p:cNvSpPr/>
            <p:nvPr/>
          </p:nvSpPr>
          <p:spPr>
            <a:xfrm>
              <a:off x="1117035" y="3343090"/>
              <a:ext cx="100748" cy="317487"/>
            </a:xfrm>
            <a:custGeom>
              <a:avLst/>
              <a:gdLst/>
              <a:ahLst/>
              <a:cxnLst/>
              <a:rect l="l" t="t" r="r" b="b"/>
              <a:pathLst>
                <a:path w="3602" h="11351" extrusionOk="0">
                  <a:moveTo>
                    <a:pt x="3602" y="1"/>
                  </a:moveTo>
                  <a:lnTo>
                    <a:pt x="3602" y="1"/>
                  </a:lnTo>
                  <a:cubicBezTo>
                    <a:pt x="2408" y="1621"/>
                    <a:pt x="1501" y="3462"/>
                    <a:pt x="907" y="5389"/>
                  </a:cubicBezTo>
                  <a:cubicBezTo>
                    <a:pt x="321" y="7316"/>
                    <a:pt x="1" y="9330"/>
                    <a:pt x="61" y="11350"/>
                  </a:cubicBezTo>
                  <a:cubicBezTo>
                    <a:pt x="221" y="9350"/>
                    <a:pt x="601" y="7383"/>
                    <a:pt x="1194" y="5469"/>
                  </a:cubicBezTo>
                  <a:cubicBezTo>
                    <a:pt x="1801" y="3568"/>
                    <a:pt x="2608" y="1734"/>
                    <a:pt x="360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" name="Google Shape;1954;p36"/>
            <p:cNvSpPr/>
            <p:nvPr/>
          </p:nvSpPr>
          <p:spPr>
            <a:xfrm>
              <a:off x="1162179" y="3388233"/>
              <a:ext cx="48136" cy="209300"/>
            </a:xfrm>
            <a:custGeom>
              <a:avLst/>
              <a:gdLst/>
              <a:ahLst/>
              <a:cxnLst/>
              <a:rect l="l" t="t" r="r" b="b"/>
              <a:pathLst>
                <a:path w="1721" h="7483" extrusionOk="0">
                  <a:moveTo>
                    <a:pt x="1721" y="0"/>
                  </a:moveTo>
                  <a:cubicBezTo>
                    <a:pt x="527" y="2301"/>
                    <a:pt x="0" y="4895"/>
                    <a:pt x="200" y="7482"/>
                  </a:cubicBezTo>
                  <a:cubicBezTo>
                    <a:pt x="387" y="4935"/>
                    <a:pt x="901" y="2414"/>
                    <a:pt x="172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" name="Google Shape;1955;p36"/>
            <p:cNvSpPr/>
            <p:nvPr/>
          </p:nvSpPr>
          <p:spPr>
            <a:xfrm>
              <a:off x="1214399" y="3374612"/>
              <a:ext cx="55996" cy="149807"/>
            </a:xfrm>
            <a:custGeom>
              <a:avLst/>
              <a:gdLst/>
              <a:ahLst/>
              <a:cxnLst/>
              <a:rect l="l" t="t" r="r" b="b"/>
              <a:pathLst>
                <a:path w="2002" h="5356" extrusionOk="0">
                  <a:moveTo>
                    <a:pt x="2001" y="1"/>
                  </a:moveTo>
                  <a:lnTo>
                    <a:pt x="2001" y="1"/>
                  </a:lnTo>
                  <a:cubicBezTo>
                    <a:pt x="641" y="1428"/>
                    <a:pt x="1" y="3395"/>
                    <a:pt x="254" y="5355"/>
                  </a:cubicBezTo>
                  <a:cubicBezTo>
                    <a:pt x="327" y="4408"/>
                    <a:pt x="514" y="3475"/>
                    <a:pt x="794" y="2568"/>
                  </a:cubicBezTo>
                  <a:cubicBezTo>
                    <a:pt x="1094" y="1668"/>
                    <a:pt x="1501" y="807"/>
                    <a:pt x="200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" name="Google Shape;1956;p36"/>
            <p:cNvSpPr/>
            <p:nvPr/>
          </p:nvSpPr>
          <p:spPr>
            <a:xfrm>
              <a:off x="1291065" y="3089430"/>
              <a:ext cx="302915" cy="204629"/>
            </a:xfrm>
            <a:custGeom>
              <a:avLst/>
              <a:gdLst/>
              <a:ahLst/>
              <a:cxnLst/>
              <a:rect l="l" t="t" r="r" b="b"/>
              <a:pathLst>
                <a:path w="10830" h="7316" extrusionOk="0">
                  <a:moveTo>
                    <a:pt x="10830" y="1"/>
                  </a:moveTo>
                  <a:cubicBezTo>
                    <a:pt x="8689" y="647"/>
                    <a:pt x="6642" y="1574"/>
                    <a:pt x="4748" y="2755"/>
                  </a:cubicBezTo>
                  <a:cubicBezTo>
                    <a:pt x="3801" y="3341"/>
                    <a:pt x="2894" y="3995"/>
                    <a:pt x="2027" y="4695"/>
                  </a:cubicBezTo>
                  <a:cubicBezTo>
                    <a:pt x="1587" y="5042"/>
                    <a:pt x="1187" y="5435"/>
                    <a:pt x="827" y="5862"/>
                  </a:cubicBezTo>
                  <a:cubicBezTo>
                    <a:pt x="454" y="6289"/>
                    <a:pt x="174" y="6782"/>
                    <a:pt x="0" y="7316"/>
                  </a:cubicBezTo>
                  <a:cubicBezTo>
                    <a:pt x="447" y="6282"/>
                    <a:pt x="1281" y="5535"/>
                    <a:pt x="2167" y="4868"/>
                  </a:cubicBezTo>
                  <a:cubicBezTo>
                    <a:pt x="3048" y="4202"/>
                    <a:pt x="3968" y="3581"/>
                    <a:pt x="4908" y="2995"/>
                  </a:cubicBezTo>
                  <a:cubicBezTo>
                    <a:pt x="6795" y="1834"/>
                    <a:pt x="8776" y="834"/>
                    <a:pt x="1083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" name="Google Shape;1957;p36"/>
            <p:cNvSpPr/>
            <p:nvPr/>
          </p:nvSpPr>
          <p:spPr>
            <a:xfrm>
              <a:off x="824385" y="3800064"/>
              <a:ext cx="19243" cy="206111"/>
            </a:xfrm>
            <a:custGeom>
              <a:avLst/>
              <a:gdLst/>
              <a:ahLst/>
              <a:cxnLst/>
              <a:rect l="l" t="t" r="r" b="b"/>
              <a:pathLst>
                <a:path w="688" h="7369" extrusionOk="0">
                  <a:moveTo>
                    <a:pt x="688" y="0"/>
                  </a:moveTo>
                  <a:lnTo>
                    <a:pt x="688" y="0"/>
                  </a:lnTo>
                  <a:cubicBezTo>
                    <a:pt x="54" y="2414"/>
                    <a:pt x="1" y="4935"/>
                    <a:pt x="528" y="7369"/>
                  </a:cubicBezTo>
                  <a:cubicBezTo>
                    <a:pt x="474" y="6135"/>
                    <a:pt x="448" y="4902"/>
                    <a:pt x="461" y="3675"/>
                  </a:cubicBezTo>
                  <a:cubicBezTo>
                    <a:pt x="481" y="2454"/>
                    <a:pt x="581" y="1234"/>
                    <a:pt x="6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" name="Google Shape;1958;p36"/>
            <p:cNvSpPr/>
            <p:nvPr/>
          </p:nvSpPr>
          <p:spPr>
            <a:xfrm>
              <a:off x="978584" y="2991870"/>
              <a:ext cx="1053910" cy="976684"/>
            </a:xfrm>
            <a:custGeom>
              <a:avLst/>
              <a:gdLst/>
              <a:ahLst/>
              <a:cxnLst/>
              <a:rect l="l" t="t" r="r" b="b"/>
              <a:pathLst>
                <a:path w="37680" h="34919" extrusionOk="0">
                  <a:moveTo>
                    <a:pt x="26166" y="0"/>
                  </a:moveTo>
                  <a:cubicBezTo>
                    <a:pt x="24242" y="0"/>
                    <a:pt x="22226" y="202"/>
                    <a:pt x="20201" y="714"/>
                  </a:cubicBezTo>
                  <a:cubicBezTo>
                    <a:pt x="10472" y="3182"/>
                    <a:pt x="6031" y="8296"/>
                    <a:pt x="3210" y="16359"/>
                  </a:cubicBezTo>
                  <a:cubicBezTo>
                    <a:pt x="13" y="25528"/>
                    <a:pt x="0" y="34918"/>
                    <a:pt x="1830" y="34918"/>
                  </a:cubicBezTo>
                  <a:cubicBezTo>
                    <a:pt x="1935" y="34918"/>
                    <a:pt x="2046" y="34887"/>
                    <a:pt x="2163" y="34824"/>
                  </a:cubicBezTo>
                  <a:cubicBezTo>
                    <a:pt x="3197" y="34257"/>
                    <a:pt x="2350" y="25961"/>
                    <a:pt x="5244" y="17219"/>
                  </a:cubicBezTo>
                  <a:cubicBezTo>
                    <a:pt x="8138" y="8477"/>
                    <a:pt x="14980" y="3369"/>
                    <a:pt x="23169" y="1888"/>
                  </a:cubicBezTo>
                  <a:cubicBezTo>
                    <a:pt x="25010" y="1556"/>
                    <a:pt x="26711" y="1411"/>
                    <a:pt x="28282" y="1411"/>
                  </a:cubicBezTo>
                  <a:cubicBezTo>
                    <a:pt x="32145" y="1411"/>
                    <a:pt x="35224" y="2290"/>
                    <a:pt x="37679" y="3442"/>
                  </a:cubicBezTo>
                  <a:cubicBezTo>
                    <a:pt x="36672" y="2535"/>
                    <a:pt x="35565" y="1755"/>
                    <a:pt x="34372" y="1121"/>
                  </a:cubicBezTo>
                  <a:cubicBezTo>
                    <a:pt x="32104" y="521"/>
                    <a:pt x="29254" y="0"/>
                    <a:pt x="261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" name="Google Shape;1959;p36"/>
            <p:cNvSpPr/>
            <p:nvPr/>
          </p:nvSpPr>
          <p:spPr>
            <a:xfrm>
              <a:off x="982360" y="2983927"/>
              <a:ext cx="1095641" cy="992795"/>
            </a:xfrm>
            <a:custGeom>
              <a:avLst/>
              <a:gdLst/>
              <a:ahLst/>
              <a:cxnLst/>
              <a:rect l="l" t="t" r="r" b="b"/>
              <a:pathLst>
                <a:path w="39172" h="35495" extrusionOk="0">
                  <a:moveTo>
                    <a:pt x="25873" y="584"/>
                  </a:moveTo>
                  <a:cubicBezTo>
                    <a:pt x="25927" y="584"/>
                    <a:pt x="25981" y="585"/>
                    <a:pt x="26035" y="585"/>
                  </a:cubicBezTo>
                  <a:cubicBezTo>
                    <a:pt x="29135" y="585"/>
                    <a:pt x="31970" y="1105"/>
                    <a:pt x="34123" y="1685"/>
                  </a:cubicBezTo>
                  <a:cubicBezTo>
                    <a:pt x="34690" y="1979"/>
                    <a:pt x="35244" y="2319"/>
                    <a:pt x="35771" y="2686"/>
                  </a:cubicBezTo>
                  <a:cubicBezTo>
                    <a:pt x="33372" y="1836"/>
                    <a:pt x="30809" y="1412"/>
                    <a:pt x="28098" y="1412"/>
                  </a:cubicBezTo>
                  <a:cubicBezTo>
                    <a:pt x="26446" y="1412"/>
                    <a:pt x="24738" y="1570"/>
                    <a:pt x="22980" y="1885"/>
                  </a:cubicBezTo>
                  <a:cubicBezTo>
                    <a:pt x="14185" y="3472"/>
                    <a:pt x="7570" y="9134"/>
                    <a:pt x="4836" y="17409"/>
                  </a:cubicBezTo>
                  <a:cubicBezTo>
                    <a:pt x="3082" y="22698"/>
                    <a:pt x="2695" y="27786"/>
                    <a:pt x="2435" y="31166"/>
                  </a:cubicBezTo>
                  <a:cubicBezTo>
                    <a:pt x="2302" y="32894"/>
                    <a:pt x="2082" y="34741"/>
                    <a:pt x="1895" y="34847"/>
                  </a:cubicBezTo>
                  <a:cubicBezTo>
                    <a:pt x="1815" y="34891"/>
                    <a:pt x="1751" y="34908"/>
                    <a:pt x="1696" y="34908"/>
                  </a:cubicBezTo>
                  <a:cubicBezTo>
                    <a:pt x="1617" y="34908"/>
                    <a:pt x="1559" y="34873"/>
                    <a:pt x="1508" y="34834"/>
                  </a:cubicBezTo>
                  <a:cubicBezTo>
                    <a:pt x="981" y="34381"/>
                    <a:pt x="561" y="32400"/>
                    <a:pt x="835" y="28599"/>
                  </a:cubicBezTo>
                  <a:cubicBezTo>
                    <a:pt x="1108" y="24798"/>
                    <a:pt x="2008" y="20590"/>
                    <a:pt x="3349" y="16736"/>
                  </a:cubicBezTo>
                  <a:cubicBezTo>
                    <a:pt x="6403" y="8007"/>
                    <a:pt x="11264" y="3532"/>
                    <a:pt x="20140" y="1285"/>
                  </a:cubicBezTo>
                  <a:cubicBezTo>
                    <a:pt x="22015" y="818"/>
                    <a:pt x="23940" y="584"/>
                    <a:pt x="25873" y="584"/>
                  </a:cubicBezTo>
                  <a:close/>
                  <a:moveTo>
                    <a:pt x="26042" y="0"/>
                  </a:moveTo>
                  <a:cubicBezTo>
                    <a:pt x="24101" y="0"/>
                    <a:pt x="22054" y="204"/>
                    <a:pt x="20000" y="725"/>
                  </a:cubicBezTo>
                  <a:cubicBezTo>
                    <a:pt x="10904" y="3026"/>
                    <a:pt x="5929" y="7607"/>
                    <a:pt x="2802" y="16543"/>
                  </a:cubicBezTo>
                  <a:cubicBezTo>
                    <a:pt x="1441" y="20444"/>
                    <a:pt x="534" y="24705"/>
                    <a:pt x="261" y="28559"/>
                  </a:cubicBezTo>
                  <a:cubicBezTo>
                    <a:pt x="1" y="32080"/>
                    <a:pt x="328" y="34594"/>
                    <a:pt x="1135" y="35274"/>
                  </a:cubicBezTo>
                  <a:cubicBezTo>
                    <a:pt x="1288" y="35414"/>
                    <a:pt x="1488" y="35488"/>
                    <a:pt x="1695" y="35494"/>
                  </a:cubicBezTo>
                  <a:cubicBezTo>
                    <a:pt x="1861" y="35488"/>
                    <a:pt x="2021" y="35441"/>
                    <a:pt x="2168" y="35361"/>
                  </a:cubicBezTo>
                  <a:cubicBezTo>
                    <a:pt x="2688" y="35074"/>
                    <a:pt x="2802" y="33947"/>
                    <a:pt x="3008" y="31206"/>
                  </a:cubicBezTo>
                  <a:cubicBezTo>
                    <a:pt x="3268" y="27866"/>
                    <a:pt x="3662" y="22804"/>
                    <a:pt x="5382" y="17596"/>
                  </a:cubicBezTo>
                  <a:cubicBezTo>
                    <a:pt x="8050" y="9527"/>
                    <a:pt x="14505" y="4006"/>
                    <a:pt x="23080" y="2459"/>
                  </a:cubicBezTo>
                  <a:cubicBezTo>
                    <a:pt x="24845" y="2141"/>
                    <a:pt x="26536" y="1982"/>
                    <a:pt x="28164" y="1982"/>
                  </a:cubicBezTo>
                  <a:cubicBezTo>
                    <a:pt x="31493" y="1982"/>
                    <a:pt x="34553" y="2649"/>
                    <a:pt x="37424" y="3993"/>
                  </a:cubicBezTo>
                  <a:lnTo>
                    <a:pt x="39171" y="4806"/>
                  </a:lnTo>
                  <a:lnTo>
                    <a:pt x="37744" y="3506"/>
                  </a:lnTo>
                  <a:cubicBezTo>
                    <a:pt x="36717" y="2586"/>
                    <a:pt x="35584" y="1792"/>
                    <a:pt x="34370" y="1152"/>
                  </a:cubicBezTo>
                  <a:lnTo>
                    <a:pt x="34310" y="1132"/>
                  </a:lnTo>
                  <a:cubicBezTo>
                    <a:pt x="32113" y="544"/>
                    <a:pt x="29217" y="0"/>
                    <a:pt x="2604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7" name="Google Shape;1960;p36"/>
            <p:cNvSpPr/>
            <p:nvPr/>
          </p:nvSpPr>
          <p:spPr>
            <a:xfrm>
              <a:off x="989660" y="3900448"/>
              <a:ext cx="74065" cy="16334"/>
            </a:xfrm>
            <a:custGeom>
              <a:avLst/>
              <a:gdLst/>
              <a:ahLst/>
              <a:cxnLst/>
              <a:rect l="l" t="t" r="r" b="b"/>
              <a:pathLst>
                <a:path w="2648" h="584" extrusionOk="0">
                  <a:moveTo>
                    <a:pt x="287" y="1"/>
                  </a:moveTo>
                  <a:cubicBezTo>
                    <a:pt x="130" y="1"/>
                    <a:pt x="0" y="130"/>
                    <a:pt x="0" y="292"/>
                  </a:cubicBezTo>
                  <a:cubicBezTo>
                    <a:pt x="0" y="454"/>
                    <a:pt x="130" y="584"/>
                    <a:pt x="287" y="584"/>
                  </a:cubicBezTo>
                  <a:cubicBezTo>
                    <a:pt x="304" y="584"/>
                    <a:pt x="322" y="582"/>
                    <a:pt x="340" y="579"/>
                  </a:cubicBezTo>
                  <a:lnTo>
                    <a:pt x="2307" y="579"/>
                  </a:lnTo>
                  <a:cubicBezTo>
                    <a:pt x="2325" y="582"/>
                    <a:pt x="2342" y="584"/>
                    <a:pt x="2359" y="584"/>
                  </a:cubicBezTo>
                  <a:cubicBezTo>
                    <a:pt x="2512" y="584"/>
                    <a:pt x="2647" y="454"/>
                    <a:pt x="2647" y="292"/>
                  </a:cubicBezTo>
                  <a:cubicBezTo>
                    <a:pt x="2647" y="130"/>
                    <a:pt x="2512" y="1"/>
                    <a:pt x="2359" y="1"/>
                  </a:cubicBezTo>
                  <a:cubicBezTo>
                    <a:pt x="2342" y="1"/>
                    <a:pt x="2325" y="2"/>
                    <a:pt x="2307" y="6"/>
                  </a:cubicBezTo>
                  <a:lnTo>
                    <a:pt x="340" y="6"/>
                  </a:lnTo>
                  <a:cubicBezTo>
                    <a:pt x="322" y="2"/>
                    <a:pt x="304" y="1"/>
                    <a:pt x="28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" name="Google Shape;1961;p36"/>
            <p:cNvSpPr/>
            <p:nvPr/>
          </p:nvSpPr>
          <p:spPr>
            <a:xfrm>
              <a:off x="990024" y="3809937"/>
              <a:ext cx="81644" cy="31942"/>
            </a:xfrm>
            <a:custGeom>
              <a:avLst/>
              <a:gdLst/>
              <a:ahLst/>
              <a:cxnLst/>
              <a:rect l="l" t="t" r="r" b="b"/>
              <a:pathLst>
                <a:path w="2919" h="1142" extrusionOk="0">
                  <a:moveTo>
                    <a:pt x="329" y="1"/>
                  </a:moveTo>
                  <a:cubicBezTo>
                    <a:pt x="194" y="1"/>
                    <a:pt x="75" y="88"/>
                    <a:pt x="40" y="221"/>
                  </a:cubicBezTo>
                  <a:cubicBezTo>
                    <a:pt x="0" y="381"/>
                    <a:pt x="94" y="534"/>
                    <a:pt x="247" y="574"/>
                  </a:cubicBezTo>
                  <a:lnTo>
                    <a:pt x="2441" y="1134"/>
                  </a:lnTo>
                  <a:lnTo>
                    <a:pt x="2508" y="1134"/>
                  </a:lnTo>
                  <a:lnTo>
                    <a:pt x="2508" y="1141"/>
                  </a:lnTo>
                  <a:cubicBezTo>
                    <a:pt x="2510" y="1141"/>
                    <a:pt x="2512" y="1141"/>
                    <a:pt x="2515" y="1141"/>
                  </a:cubicBezTo>
                  <a:cubicBezTo>
                    <a:pt x="2862" y="1141"/>
                    <a:pt x="2919" y="647"/>
                    <a:pt x="2581" y="568"/>
                  </a:cubicBezTo>
                  <a:lnTo>
                    <a:pt x="394" y="7"/>
                  </a:lnTo>
                  <a:cubicBezTo>
                    <a:pt x="372" y="3"/>
                    <a:pt x="350" y="1"/>
                    <a:pt x="32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" name="Google Shape;1962;p36"/>
            <p:cNvSpPr/>
            <p:nvPr/>
          </p:nvSpPr>
          <p:spPr>
            <a:xfrm>
              <a:off x="992457" y="3740935"/>
              <a:ext cx="83574" cy="17565"/>
            </a:xfrm>
            <a:custGeom>
              <a:avLst/>
              <a:gdLst/>
              <a:ahLst/>
              <a:cxnLst/>
              <a:rect l="l" t="t" r="r" b="b"/>
              <a:pathLst>
                <a:path w="2988" h="628" extrusionOk="0">
                  <a:moveTo>
                    <a:pt x="300" y="0"/>
                  </a:moveTo>
                  <a:cubicBezTo>
                    <a:pt x="140" y="0"/>
                    <a:pt x="7" y="127"/>
                    <a:pt x="7" y="280"/>
                  </a:cubicBezTo>
                  <a:cubicBezTo>
                    <a:pt x="0" y="441"/>
                    <a:pt x="127" y="574"/>
                    <a:pt x="287" y="574"/>
                  </a:cubicBezTo>
                  <a:lnTo>
                    <a:pt x="2687" y="627"/>
                  </a:lnTo>
                  <a:lnTo>
                    <a:pt x="2701" y="627"/>
                  </a:lnTo>
                  <a:cubicBezTo>
                    <a:pt x="2854" y="627"/>
                    <a:pt x="2988" y="501"/>
                    <a:pt x="2988" y="340"/>
                  </a:cubicBezTo>
                  <a:cubicBezTo>
                    <a:pt x="2988" y="180"/>
                    <a:pt x="2867" y="47"/>
                    <a:pt x="2707" y="40"/>
                  </a:cubicBezTo>
                  <a:lnTo>
                    <a:pt x="300" y="0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" name="Google Shape;1963;p36"/>
            <p:cNvSpPr/>
            <p:nvPr/>
          </p:nvSpPr>
          <p:spPr>
            <a:xfrm>
              <a:off x="1001407" y="3668017"/>
              <a:ext cx="82260" cy="37704"/>
            </a:xfrm>
            <a:custGeom>
              <a:avLst/>
              <a:gdLst/>
              <a:ahLst/>
              <a:cxnLst/>
              <a:rect l="l" t="t" r="r" b="b"/>
              <a:pathLst>
                <a:path w="2941" h="1348" extrusionOk="0">
                  <a:moveTo>
                    <a:pt x="331" y="0"/>
                  </a:moveTo>
                  <a:cubicBezTo>
                    <a:pt x="207" y="0"/>
                    <a:pt x="91" y="76"/>
                    <a:pt x="53" y="200"/>
                  </a:cubicBezTo>
                  <a:cubicBezTo>
                    <a:pt x="0" y="353"/>
                    <a:pt x="80" y="513"/>
                    <a:pt x="234" y="574"/>
                  </a:cubicBezTo>
                  <a:lnTo>
                    <a:pt x="2521" y="1327"/>
                  </a:lnTo>
                  <a:lnTo>
                    <a:pt x="2614" y="1347"/>
                  </a:lnTo>
                  <a:cubicBezTo>
                    <a:pt x="2734" y="1347"/>
                    <a:pt x="2848" y="1267"/>
                    <a:pt x="2888" y="1147"/>
                  </a:cubicBezTo>
                  <a:cubicBezTo>
                    <a:pt x="2941" y="994"/>
                    <a:pt x="2854" y="827"/>
                    <a:pt x="2701" y="780"/>
                  </a:cubicBezTo>
                  <a:lnTo>
                    <a:pt x="420" y="13"/>
                  </a:lnTo>
                  <a:cubicBezTo>
                    <a:pt x="391" y="4"/>
                    <a:pt x="361" y="0"/>
                    <a:pt x="33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" name="Google Shape;1964;p36"/>
            <p:cNvSpPr/>
            <p:nvPr/>
          </p:nvSpPr>
          <p:spPr>
            <a:xfrm>
              <a:off x="1017434" y="3623685"/>
              <a:ext cx="74065" cy="31858"/>
            </a:xfrm>
            <a:custGeom>
              <a:avLst/>
              <a:gdLst/>
              <a:ahLst/>
              <a:cxnLst/>
              <a:rect l="l" t="t" r="r" b="b"/>
              <a:pathLst>
                <a:path w="2648" h="1139" extrusionOk="0">
                  <a:moveTo>
                    <a:pt x="333" y="0"/>
                  </a:moveTo>
                  <a:cubicBezTo>
                    <a:pt x="231" y="0"/>
                    <a:pt x="193" y="30"/>
                    <a:pt x="147" y="65"/>
                  </a:cubicBezTo>
                  <a:cubicBezTo>
                    <a:pt x="21" y="165"/>
                    <a:pt x="1" y="351"/>
                    <a:pt x="107" y="471"/>
                  </a:cubicBezTo>
                  <a:cubicBezTo>
                    <a:pt x="160" y="541"/>
                    <a:pt x="238" y="581"/>
                    <a:pt x="323" y="581"/>
                  </a:cubicBezTo>
                  <a:cubicBezTo>
                    <a:pt x="335" y="581"/>
                    <a:pt x="348" y="580"/>
                    <a:pt x="361" y="578"/>
                  </a:cubicBezTo>
                  <a:cubicBezTo>
                    <a:pt x="561" y="611"/>
                    <a:pt x="1454" y="872"/>
                    <a:pt x="2228" y="1125"/>
                  </a:cubicBezTo>
                  <a:lnTo>
                    <a:pt x="2321" y="1138"/>
                  </a:lnTo>
                  <a:cubicBezTo>
                    <a:pt x="2326" y="1138"/>
                    <a:pt x="2330" y="1139"/>
                    <a:pt x="2335" y="1139"/>
                  </a:cubicBezTo>
                  <a:cubicBezTo>
                    <a:pt x="2456" y="1139"/>
                    <a:pt x="2563" y="1054"/>
                    <a:pt x="2595" y="938"/>
                  </a:cubicBezTo>
                  <a:cubicBezTo>
                    <a:pt x="2648" y="785"/>
                    <a:pt x="2561" y="625"/>
                    <a:pt x="2415" y="571"/>
                  </a:cubicBezTo>
                  <a:cubicBezTo>
                    <a:pt x="1025" y="123"/>
                    <a:pt x="543" y="0"/>
                    <a:pt x="33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" name="Google Shape;1965;p36"/>
            <p:cNvSpPr/>
            <p:nvPr/>
          </p:nvSpPr>
          <p:spPr>
            <a:xfrm>
              <a:off x="1022133" y="3554543"/>
              <a:ext cx="84302" cy="25257"/>
            </a:xfrm>
            <a:custGeom>
              <a:avLst/>
              <a:gdLst/>
              <a:ahLst/>
              <a:cxnLst/>
              <a:rect l="l" t="t" r="r" b="b"/>
              <a:pathLst>
                <a:path w="3014" h="903" extrusionOk="0">
                  <a:moveTo>
                    <a:pt x="400" y="0"/>
                  </a:moveTo>
                  <a:cubicBezTo>
                    <a:pt x="56" y="0"/>
                    <a:pt x="1" y="565"/>
                    <a:pt x="393" y="589"/>
                  </a:cubicBezTo>
                  <a:lnTo>
                    <a:pt x="2660" y="903"/>
                  </a:lnTo>
                  <a:lnTo>
                    <a:pt x="2707" y="903"/>
                  </a:lnTo>
                  <a:cubicBezTo>
                    <a:pt x="2847" y="903"/>
                    <a:pt x="2967" y="796"/>
                    <a:pt x="2987" y="656"/>
                  </a:cubicBezTo>
                  <a:cubicBezTo>
                    <a:pt x="3013" y="496"/>
                    <a:pt x="2900" y="343"/>
                    <a:pt x="2740" y="329"/>
                  </a:cubicBezTo>
                  <a:lnTo>
                    <a:pt x="479" y="9"/>
                  </a:lnTo>
                  <a:cubicBezTo>
                    <a:pt x="452" y="3"/>
                    <a:pt x="425" y="0"/>
                    <a:pt x="4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" name="Google Shape;1966;p36"/>
            <p:cNvSpPr/>
            <p:nvPr/>
          </p:nvSpPr>
          <p:spPr>
            <a:xfrm>
              <a:off x="1044117" y="3486883"/>
              <a:ext cx="77057" cy="37899"/>
            </a:xfrm>
            <a:custGeom>
              <a:avLst/>
              <a:gdLst/>
              <a:ahLst/>
              <a:cxnLst/>
              <a:rect l="l" t="t" r="r" b="b"/>
              <a:pathLst>
                <a:path w="2755" h="1355" extrusionOk="0">
                  <a:moveTo>
                    <a:pt x="328" y="1"/>
                  </a:moveTo>
                  <a:cubicBezTo>
                    <a:pt x="208" y="1"/>
                    <a:pt x="96" y="76"/>
                    <a:pt x="60" y="194"/>
                  </a:cubicBezTo>
                  <a:cubicBezTo>
                    <a:pt x="0" y="341"/>
                    <a:pt x="74" y="514"/>
                    <a:pt x="227" y="561"/>
                  </a:cubicBezTo>
                  <a:lnTo>
                    <a:pt x="2327" y="1341"/>
                  </a:lnTo>
                  <a:lnTo>
                    <a:pt x="2428" y="1355"/>
                  </a:lnTo>
                  <a:cubicBezTo>
                    <a:pt x="2548" y="1348"/>
                    <a:pt x="2654" y="1275"/>
                    <a:pt x="2701" y="1161"/>
                  </a:cubicBezTo>
                  <a:cubicBezTo>
                    <a:pt x="2754" y="1008"/>
                    <a:pt x="2674" y="848"/>
                    <a:pt x="2528" y="788"/>
                  </a:cubicBezTo>
                  <a:lnTo>
                    <a:pt x="434" y="21"/>
                  </a:lnTo>
                  <a:cubicBezTo>
                    <a:pt x="399" y="7"/>
                    <a:pt x="363" y="1"/>
                    <a:pt x="32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" name="Google Shape;1967;p36"/>
            <p:cNvSpPr/>
            <p:nvPr/>
          </p:nvSpPr>
          <p:spPr>
            <a:xfrm>
              <a:off x="1065375" y="3424259"/>
              <a:ext cx="74065" cy="33200"/>
            </a:xfrm>
            <a:custGeom>
              <a:avLst/>
              <a:gdLst/>
              <a:ahLst/>
              <a:cxnLst/>
              <a:rect l="l" t="t" r="r" b="b"/>
              <a:pathLst>
                <a:path w="2648" h="1187" extrusionOk="0">
                  <a:moveTo>
                    <a:pt x="329" y="0"/>
                  </a:moveTo>
                  <a:cubicBezTo>
                    <a:pt x="204" y="0"/>
                    <a:pt x="85" y="82"/>
                    <a:pt x="47" y="213"/>
                  </a:cubicBezTo>
                  <a:cubicBezTo>
                    <a:pt x="0" y="359"/>
                    <a:pt x="87" y="526"/>
                    <a:pt x="240" y="566"/>
                  </a:cubicBezTo>
                  <a:lnTo>
                    <a:pt x="2234" y="1186"/>
                  </a:lnTo>
                  <a:lnTo>
                    <a:pt x="2328" y="1186"/>
                  </a:lnTo>
                  <a:cubicBezTo>
                    <a:pt x="2448" y="1186"/>
                    <a:pt x="2561" y="1113"/>
                    <a:pt x="2601" y="993"/>
                  </a:cubicBezTo>
                  <a:cubicBezTo>
                    <a:pt x="2648" y="840"/>
                    <a:pt x="2561" y="673"/>
                    <a:pt x="2408" y="626"/>
                  </a:cubicBezTo>
                  <a:lnTo>
                    <a:pt x="414" y="13"/>
                  </a:lnTo>
                  <a:cubicBezTo>
                    <a:pt x="386" y="4"/>
                    <a:pt x="357" y="0"/>
                    <a:pt x="32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" name="Google Shape;1968;p36"/>
            <p:cNvSpPr/>
            <p:nvPr/>
          </p:nvSpPr>
          <p:spPr>
            <a:xfrm>
              <a:off x="1090660" y="3355704"/>
              <a:ext cx="75351" cy="48416"/>
            </a:xfrm>
            <a:custGeom>
              <a:avLst/>
              <a:gdLst/>
              <a:ahLst/>
              <a:cxnLst/>
              <a:rect l="l" t="t" r="r" b="b"/>
              <a:pathLst>
                <a:path w="2694" h="1731" extrusionOk="0">
                  <a:moveTo>
                    <a:pt x="421" y="1"/>
                  </a:moveTo>
                  <a:cubicBezTo>
                    <a:pt x="166" y="1"/>
                    <a:pt x="0" y="369"/>
                    <a:pt x="270" y="543"/>
                  </a:cubicBezTo>
                  <a:lnTo>
                    <a:pt x="2131" y="1684"/>
                  </a:lnTo>
                  <a:cubicBezTo>
                    <a:pt x="2171" y="1717"/>
                    <a:pt x="2224" y="1730"/>
                    <a:pt x="2277" y="1730"/>
                  </a:cubicBezTo>
                  <a:cubicBezTo>
                    <a:pt x="2282" y="1730"/>
                    <a:pt x="2287" y="1731"/>
                    <a:pt x="2292" y="1731"/>
                  </a:cubicBezTo>
                  <a:cubicBezTo>
                    <a:pt x="2588" y="1731"/>
                    <a:pt x="2693" y="1334"/>
                    <a:pt x="2431" y="1190"/>
                  </a:cubicBezTo>
                  <a:lnTo>
                    <a:pt x="570" y="43"/>
                  </a:lnTo>
                  <a:cubicBezTo>
                    <a:pt x="519" y="14"/>
                    <a:pt x="468" y="1"/>
                    <a:pt x="42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" name="Google Shape;1969;p36"/>
            <p:cNvSpPr/>
            <p:nvPr/>
          </p:nvSpPr>
          <p:spPr>
            <a:xfrm>
              <a:off x="1120951" y="3303512"/>
              <a:ext cx="73337" cy="52472"/>
            </a:xfrm>
            <a:custGeom>
              <a:avLst/>
              <a:gdLst/>
              <a:ahLst/>
              <a:cxnLst/>
              <a:rect l="l" t="t" r="r" b="b"/>
              <a:pathLst>
                <a:path w="2622" h="1876" extrusionOk="0">
                  <a:moveTo>
                    <a:pt x="335" y="1"/>
                  </a:moveTo>
                  <a:cubicBezTo>
                    <a:pt x="241" y="1"/>
                    <a:pt x="149" y="47"/>
                    <a:pt x="94" y="135"/>
                  </a:cubicBezTo>
                  <a:cubicBezTo>
                    <a:pt x="1" y="262"/>
                    <a:pt x="41" y="449"/>
                    <a:pt x="181" y="535"/>
                  </a:cubicBezTo>
                  <a:lnTo>
                    <a:pt x="2128" y="1829"/>
                  </a:lnTo>
                  <a:cubicBezTo>
                    <a:pt x="2175" y="1856"/>
                    <a:pt x="2235" y="1876"/>
                    <a:pt x="2288" y="1876"/>
                  </a:cubicBezTo>
                  <a:cubicBezTo>
                    <a:pt x="2388" y="1876"/>
                    <a:pt x="2475" y="1822"/>
                    <a:pt x="2528" y="1742"/>
                  </a:cubicBezTo>
                  <a:cubicBezTo>
                    <a:pt x="2621" y="1609"/>
                    <a:pt x="2588" y="1429"/>
                    <a:pt x="2455" y="1342"/>
                  </a:cubicBezTo>
                  <a:lnTo>
                    <a:pt x="494" y="49"/>
                  </a:lnTo>
                  <a:cubicBezTo>
                    <a:pt x="445" y="17"/>
                    <a:pt x="389" y="1"/>
                    <a:pt x="3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" name="Google Shape;1970;p36"/>
            <p:cNvSpPr/>
            <p:nvPr/>
          </p:nvSpPr>
          <p:spPr>
            <a:xfrm>
              <a:off x="1165032" y="3227713"/>
              <a:ext cx="73841" cy="59296"/>
            </a:xfrm>
            <a:custGeom>
              <a:avLst/>
              <a:gdLst/>
              <a:ahLst/>
              <a:cxnLst/>
              <a:rect l="l" t="t" r="r" b="b"/>
              <a:pathLst>
                <a:path w="2640" h="2120" extrusionOk="0">
                  <a:moveTo>
                    <a:pt x="426" y="1"/>
                  </a:moveTo>
                  <a:cubicBezTo>
                    <a:pt x="185" y="1"/>
                    <a:pt x="0" y="333"/>
                    <a:pt x="245" y="525"/>
                  </a:cubicBezTo>
                  <a:lnTo>
                    <a:pt x="2132" y="2052"/>
                  </a:lnTo>
                  <a:cubicBezTo>
                    <a:pt x="2174" y="2094"/>
                    <a:pt x="2232" y="2119"/>
                    <a:pt x="2292" y="2119"/>
                  </a:cubicBezTo>
                  <a:cubicBezTo>
                    <a:pt x="2299" y="2119"/>
                    <a:pt x="2306" y="2119"/>
                    <a:pt x="2312" y="2118"/>
                  </a:cubicBezTo>
                  <a:cubicBezTo>
                    <a:pt x="2399" y="2118"/>
                    <a:pt x="2486" y="2078"/>
                    <a:pt x="2539" y="2012"/>
                  </a:cubicBezTo>
                  <a:cubicBezTo>
                    <a:pt x="2639" y="1885"/>
                    <a:pt x="2619" y="1705"/>
                    <a:pt x="2499" y="1605"/>
                  </a:cubicBezTo>
                  <a:lnTo>
                    <a:pt x="612" y="71"/>
                  </a:lnTo>
                  <a:cubicBezTo>
                    <a:pt x="550" y="22"/>
                    <a:pt x="486" y="1"/>
                    <a:pt x="42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" name="Google Shape;1971;p36"/>
            <p:cNvSpPr/>
            <p:nvPr/>
          </p:nvSpPr>
          <p:spPr>
            <a:xfrm>
              <a:off x="1217587" y="3166599"/>
              <a:ext cx="59884" cy="77505"/>
            </a:xfrm>
            <a:custGeom>
              <a:avLst/>
              <a:gdLst/>
              <a:ahLst/>
              <a:cxnLst/>
              <a:rect l="l" t="t" r="r" b="b"/>
              <a:pathLst>
                <a:path w="2141" h="2771" extrusionOk="0">
                  <a:moveTo>
                    <a:pt x="426" y="0"/>
                  </a:moveTo>
                  <a:cubicBezTo>
                    <a:pt x="215" y="0"/>
                    <a:pt x="1" y="241"/>
                    <a:pt x="180" y="476"/>
                  </a:cubicBezTo>
                  <a:lnTo>
                    <a:pt x="1560" y="2636"/>
                  </a:lnTo>
                  <a:cubicBezTo>
                    <a:pt x="1611" y="2718"/>
                    <a:pt x="1697" y="2770"/>
                    <a:pt x="1790" y="2770"/>
                  </a:cubicBezTo>
                  <a:cubicBezTo>
                    <a:pt x="1796" y="2770"/>
                    <a:pt x="1801" y="2770"/>
                    <a:pt x="1807" y="2770"/>
                  </a:cubicBezTo>
                  <a:cubicBezTo>
                    <a:pt x="1860" y="2770"/>
                    <a:pt x="1914" y="2756"/>
                    <a:pt x="1960" y="2730"/>
                  </a:cubicBezTo>
                  <a:cubicBezTo>
                    <a:pt x="2100" y="2643"/>
                    <a:pt x="2140" y="2463"/>
                    <a:pt x="2054" y="2330"/>
                  </a:cubicBezTo>
                  <a:lnTo>
                    <a:pt x="673" y="169"/>
                  </a:lnTo>
                  <a:cubicBezTo>
                    <a:pt x="615" y="49"/>
                    <a:pt x="521" y="0"/>
                    <a:pt x="42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9" name="Google Shape;1972;p36"/>
            <p:cNvSpPr/>
            <p:nvPr/>
          </p:nvSpPr>
          <p:spPr>
            <a:xfrm>
              <a:off x="1266031" y="3127413"/>
              <a:ext cx="65114" cy="63688"/>
            </a:xfrm>
            <a:custGeom>
              <a:avLst/>
              <a:gdLst/>
              <a:ahLst/>
              <a:cxnLst/>
              <a:rect l="l" t="t" r="r" b="b"/>
              <a:pathLst>
                <a:path w="2328" h="2277" extrusionOk="0">
                  <a:moveTo>
                    <a:pt x="392" y="1"/>
                  </a:moveTo>
                  <a:cubicBezTo>
                    <a:pt x="181" y="1"/>
                    <a:pt x="0" y="246"/>
                    <a:pt x="155" y="463"/>
                  </a:cubicBezTo>
                  <a:lnTo>
                    <a:pt x="1722" y="2190"/>
                  </a:lnTo>
                  <a:cubicBezTo>
                    <a:pt x="1775" y="2243"/>
                    <a:pt x="1855" y="2277"/>
                    <a:pt x="1936" y="2277"/>
                  </a:cubicBezTo>
                  <a:cubicBezTo>
                    <a:pt x="1938" y="2277"/>
                    <a:pt x="1941" y="2277"/>
                    <a:pt x="1944" y="2277"/>
                  </a:cubicBezTo>
                  <a:cubicBezTo>
                    <a:pt x="2198" y="2277"/>
                    <a:pt x="2327" y="1975"/>
                    <a:pt x="2156" y="1790"/>
                  </a:cubicBezTo>
                  <a:lnTo>
                    <a:pt x="575" y="70"/>
                  </a:lnTo>
                  <a:cubicBezTo>
                    <a:pt x="517" y="22"/>
                    <a:pt x="453" y="1"/>
                    <a:pt x="39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" name="Google Shape;1973;p36"/>
            <p:cNvSpPr/>
            <p:nvPr/>
          </p:nvSpPr>
          <p:spPr>
            <a:xfrm>
              <a:off x="1327621" y="3094772"/>
              <a:ext cx="40864" cy="67240"/>
            </a:xfrm>
            <a:custGeom>
              <a:avLst/>
              <a:gdLst/>
              <a:ahLst/>
              <a:cxnLst/>
              <a:rect l="l" t="t" r="r" b="b"/>
              <a:pathLst>
                <a:path w="1461" h="2404" extrusionOk="0">
                  <a:moveTo>
                    <a:pt x="329" y="1"/>
                  </a:moveTo>
                  <a:cubicBezTo>
                    <a:pt x="288" y="1"/>
                    <a:pt x="246" y="10"/>
                    <a:pt x="207" y="30"/>
                  </a:cubicBezTo>
                  <a:cubicBezTo>
                    <a:pt x="67" y="96"/>
                    <a:pt x="0" y="263"/>
                    <a:pt x="60" y="410"/>
                  </a:cubicBezTo>
                  <a:lnTo>
                    <a:pt x="840" y="2230"/>
                  </a:lnTo>
                  <a:cubicBezTo>
                    <a:pt x="887" y="2337"/>
                    <a:pt x="994" y="2404"/>
                    <a:pt x="1107" y="2404"/>
                  </a:cubicBezTo>
                  <a:cubicBezTo>
                    <a:pt x="1321" y="2404"/>
                    <a:pt x="1461" y="2190"/>
                    <a:pt x="1374" y="1997"/>
                  </a:cubicBezTo>
                  <a:lnTo>
                    <a:pt x="594" y="176"/>
                  </a:lnTo>
                  <a:cubicBezTo>
                    <a:pt x="550" y="69"/>
                    <a:pt x="442" y="1"/>
                    <a:pt x="32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" name="Google Shape;1974;p36"/>
            <p:cNvSpPr/>
            <p:nvPr/>
          </p:nvSpPr>
          <p:spPr>
            <a:xfrm>
              <a:off x="1374191" y="3060816"/>
              <a:ext cx="49507" cy="64443"/>
            </a:xfrm>
            <a:custGeom>
              <a:avLst/>
              <a:gdLst/>
              <a:ahLst/>
              <a:cxnLst/>
              <a:rect l="l" t="t" r="r" b="b"/>
              <a:pathLst>
                <a:path w="1770" h="2304" extrusionOk="0">
                  <a:moveTo>
                    <a:pt x="379" y="0"/>
                  </a:moveTo>
                  <a:cubicBezTo>
                    <a:pt x="186" y="0"/>
                    <a:pt x="1" y="202"/>
                    <a:pt x="109" y="423"/>
                  </a:cubicBezTo>
                  <a:lnTo>
                    <a:pt x="1196" y="2157"/>
                  </a:lnTo>
                  <a:cubicBezTo>
                    <a:pt x="1249" y="2244"/>
                    <a:pt x="1343" y="2297"/>
                    <a:pt x="1443" y="2304"/>
                  </a:cubicBezTo>
                  <a:cubicBezTo>
                    <a:pt x="1496" y="2297"/>
                    <a:pt x="1549" y="2284"/>
                    <a:pt x="1596" y="2251"/>
                  </a:cubicBezTo>
                  <a:cubicBezTo>
                    <a:pt x="1730" y="2164"/>
                    <a:pt x="1770" y="1984"/>
                    <a:pt x="1689" y="1850"/>
                  </a:cubicBezTo>
                  <a:lnTo>
                    <a:pt x="603" y="117"/>
                  </a:lnTo>
                  <a:cubicBezTo>
                    <a:pt x="540" y="35"/>
                    <a:pt x="459" y="0"/>
                    <a:pt x="37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" name="Google Shape;1975;p36"/>
            <p:cNvSpPr/>
            <p:nvPr/>
          </p:nvSpPr>
          <p:spPr>
            <a:xfrm>
              <a:off x="1426272" y="3037965"/>
              <a:ext cx="44416" cy="65506"/>
            </a:xfrm>
            <a:custGeom>
              <a:avLst/>
              <a:gdLst/>
              <a:ahLst/>
              <a:cxnLst/>
              <a:rect l="l" t="t" r="r" b="b"/>
              <a:pathLst>
                <a:path w="1588" h="2342" extrusionOk="0">
                  <a:moveTo>
                    <a:pt x="326" y="1"/>
                  </a:moveTo>
                  <a:cubicBezTo>
                    <a:pt x="282" y="1"/>
                    <a:pt x="236" y="11"/>
                    <a:pt x="194" y="33"/>
                  </a:cubicBezTo>
                  <a:cubicBezTo>
                    <a:pt x="54" y="113"/>
                    <a:pt x="1" y="287"/>
                    <a:pt x="74" y="427"/>
                  </a:cubicBezTo>
                  <a:lnTo>
                    <a:pt x="1001" y="2194"/>
                  </a:lnTo>
                  <a:cubicBezTo>
                    <a:pt x="1045" y="2283"/>
                    <a:pt x="1138" y="2341"/>
                    <a:pt x="1244" y="2341"/>
                  </a:cubicBezTo>
                  <a:cubicBezTo>
                    <a:pt x="1250" y="2341"/>
                    <a:pt x="1255" y="2341"/>
                    <a:pt x="1261" y="2341"/>
                  </a:cubicBezTo>
                  <a:cubicBezTo>
                    <a:pt x="1301" y="2341"/>
                    <a:pt x="1348" y="2334"/>
                    <a:pt x="1388" y="2307"/>
                  </a:cubicBezTo>
                  <a:cubicBezTo>
                    <a:pt x="1528" y="2234"/>
                    <a:pt x="1588" y="2061"/>
                    <a:pt x="1515" y="1921"/>
                  </a:cubicBezTo>
                  <a:lnTo>
                    <a:pt x="581" y="160"/>
                  </a:lnTo>
                  <a:cubicBezTo>
                    <a:pt x="530" y="58"/>
                    <a:pt x="430" y="1"/>
                    <a:pt x="32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3" name="Google Shape;1976;p36"/>
            <p:cNvSpPr/>
            <p:nvPr/>
          </p:nvSpPr>
          <p:spPr>
            <a:xfrm>
              <a:off x="1472058" y="3022358"/>
              <a:ext cx="43046" cy="56667"/>
            </a:xfrm>
            <a:custGeom>
              <a:avLst/>
              <a:gdLst/>
              <a:ahLst/>
              <a:cxnLst/>
              <a:rect l="l" t="t" r="r" b="b"/>
              <a:pathLst>
                <a:path w="1539" h="2026" extrusionOk="0">
                  <a:moveTo>
                    <a:pt x="367" y="0"/>
                  </a:moveTo>
                  <a:cubicBezTo>
                    <a:pt x="178" y="0"/>
                    <a:pt x="0" y="186"/>
                    <a:pt x="98" y="405"/>
                  </a:cubicBezTo>
                  <a:lnTo>
                    <a:pt x="958" y="1885"/>
                  </a:lnTo>
                  <a:cubicBezTo>
                    <a:pt x="1005" y="1972"/>
                    <a:pt x="1105" y="2025"/>
                    <a:pt x="1205" y="2025"/>
                  </a:cubicBezTo>
                  <a:cubicBezTo>
                    <a:pt x="1258" y="2025"/>
                    <a:pt x="1311" y="2012"/>
                    <a:pt x="1358" y="1985"/>
                  </a:cubicBezTo>
                  <a:cubicBezTo>
                    <a:pt x="1491" y="1898"/>
                    <a:pt x="1538" y="1718"/>
                    <a:pt x="1458" y="1585"/>
                  </a:cubicBezTo>
                  <a:lnTo>
                    <a:pt x="598" y="118"/>
                  </a:lnTo>
                  <a:cubicBezTo>
                    <a:pt x="533" y="35"/>
                    <a:pt x="449" y="0"/>
                    <a:pt x="3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4" name="Google Shape;1977;p36"/>
            <p:cNvSpPr/>
            <p:nvPr/>
          </p:nvSpPr>
          <p:spPr>
            <a:xfrm>
              <a:off x="1534264" y="3003897"/>
              <a:ext cx="43689" cy="61870"/>
            </a:xfrm>
            <a:custGeom>
              <a:avLst/>
              <a:gdLst/>
              <a:ahLst/>
              <a:cxnLst/>
              <a:rect l="l" t="t" r="r" b="b"/>
              <a:pathLst>
                <a:path w="1562" h="2212" extrusionOk="0">
                  <a:moveTo>
                    <a:pt x="332" y="0"/>
                  </a:moveTo>
                  <a:cubicBezTo>
                    <a:pt x="284" y="0"/>
                    <a:pt x="234" y="12"/>
                    <a:pt x="188" y="38"/>
                  </a:cubicBezTo>
                  <a:cubicBezTo>
                    <a:pt x="48" y="111"/>
                    <a:pt x="1" y="291"/>
                    <a:pt x="81" y="425"/>
                  </a:cubicBezTo>
                  <a:lnTo>
                    <a:pt x="975" y="2058"/>
                  </a:lnTo>
                  <a:cubicBezTo>
                    <a:pt x="1028" y="2152"/>
                    <a:pt x="1128" y="2205"/>
                    <a:pt x="1235" y="2212"/>
                  </a:cubicBezTo>
                  <a:cubicBezTo>
                    <a:pt x="1281" y="2212"/>
                    <a:pt x="1328" y="2192"/>
                    <a:pt x="1375" y="2172"/>
                  </a:cubicBezTo>
                  <a:cubicBezTo>
                    <a:pt x="1515" y="2092"/>
                    <a:pt x="1561" y="1918"/>
                    <a:pt x="1488" y="1778"/>
                  </a:cubicBezTo>
                  <a:lnTo>
                    <a:pt x="588" y="151"/>
                  </a:lnTo>
                  <a:cubicBezTo>
                    <a:pt x="533" y="56"/>
                    <a:pt x="435" y="0"/>
                    <a:pt x="33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" name="Google Shape;1978;p36"/>
            <p:cNvSpPr/>
            <p:nvPr/>
          </p:nvSpPr>
          <p:spPr>
            <a:xfrm>
              <a:off x="1583883" y="2993465"/>
              <a:ext cx="30627" cy="60919"/>
            </a:xfrm>
            <a:custGeom>
              <a:avLst/>
              <a:gdLst/>
              <a:ahLst/>
              <a:cxnLst/>
              <a:rect l="l" t="t" r="r" b="b"/>
              <a:pathLst>
                <a:path w="1095" h="2178" extrusionOk="0">
                  <a:moveTo>
                    <a:pt x="323" y="1"/>
                  </a:moveTo>
                  <a:cubicBezTo>
                    <a:pt x="298" y="1"/>
                    <a:pt x="273" y="4"/>
                    <a:pt x="247" y="11"/>
                  </a:cubicBezTo>
                  <a:cubicBezTo>
                    <a:pt x="94" y="51"/>
                    <a:pt x="1" y="211"/>
                    <a:pt x="47" y="364"/>
                  </a:cubicBezTo>
                  <a:lnTo>
                    <a:pt x="501" y="1964"/>
                  </a:lnTo>
                  <a:cubicBezTo>
                    <a:pt x="534" y="2091"/>
                    <a:pt x="648" y="2178"/>
                    <a:pt x="774" y="2178"/>
                  </a:cubicBezTo>
                  <a:lnTo>
                    <a:pt x="861" y="2165"/>
                  </a:lnTo>
                  <a:cubicBezTo>
                    <a:pt x="1008" y="2118"/>
                    <a:pt x="1094" y="1964"/>
                    <a:pt x="1061" y="1811"/>
                  </a:cubicBezTo>
                  <a:lnTo>
                    <a:pt x="608" y="211"/>
                  </a:lnTo>
                  <a:cubicBezTo>
                    <a:pt x="569" y="83"/>
                    <a:pt x="450" y="1"/>
                    <a:pt x="32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" name="Google Shape;1979;p36"/>
            <p:cNvSpPr/>
            <p:nvPr/>
          </p:nvSpPr>
          <p:spPr>
            <a:xfrm>
              <a:off x="1638312" y="2987423"/>
              <a:ext cx="29536" cy="60080"/>
            </a:xfrm>
            <a:custGeom>
              <a:avLst/>
              <a:gdLst/>
              <a:ahLst/>
              <a:cxnLst/>
              <a:rect l="l" t="t" r="r" b="b"/>
              <a:pathLst>
                <a:path w="1056" h="2148" extrusionOk="0">
                  <a:moveTo>
                    <a:pt x="323" y="1"/>
                  </a:moveTo>
                  <a:cubicBezTo>
                    <a:pt x="162" y="1"/>
                    <a:pt x="0" y="128"/>
                    <a:pt x="29" y="333"/>
                  </a:cubicBezTo>
                  <a:lnTo>
                    <a:pt x="455" y="1934"/>
                  </a:lnTo>
                  <a:cubicBezTo>
                    <a:pt x="482" y="2060"/>
                    <a:pt x="595" y="2147"/>
                    <a:pt x="729" y="2147"/>
                  </a:cubicBezTo>
                  <a:lnTo>
                    <a:pt x="802" y="2140"/>
                  </a:lnTo>
                  <a:cubicBezTo>
                    <a:pt x="962" y="2100"/>
                    <a:pt x="1056" y="1940"/>
                    <a:pt x="1009" y="1780"/>
                  </a:cubicBezTo>
                  <a:lnTo>
                    <a:pt x="589" y="180"/>
                  </a:lnTo>
                  <a:cubicBezTo>
                    <a:pt x="536" y="56"/>
                    <a:pt x="429" y="1"/>
                    <a:pt x="32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7" name="Google Shape;1980;p36"/>
            <p:cNvSpPr/>
            <p:nvPr/>
          </p:nvSpPr>
          <p:spPr>
            <a:xfrm>
              <a:off x="1688602" y="2983843"/>
              <a:ext cx="34655" cy="58989"/>
            </a:xfrm>
            <a:custGeom>
              <a:avLst/>
              <a:gdLst/>
              <a:ahLst/>
              <a:cxnLst/>
              <a:rect l="l" t="t" r="r" b="b"/>
              <a:pathLst>
                <a:path w="1239" h="2109" extrusionOk="0">
                  <a:moveTo>
                    <a:pt x="367" y="0"/>
                  </a:moveTo>
                  <a:cubicBezTo>
                    <a:pt x="185" y="0"/>
                    <a:pt x="1" y="165"/>
                    <a:pt x="84" y="395"/>
                  </a:cubicBezTo>
                  <a:lnTo>
                    <a:pt x="638" y="1922"/>
                  </a:lnTo>
                  <a:cubicBezTo>
                    <a:pt x="685" y="2035"/>
                    <a:pt x="791" y="2108"/>
                    <a:pt x="918" y="2108"/>
                  </a:cubicBezTo>
                  <a:lnTo>
                    <a:pt x="1018" y="2095"/>
                  </a:lnTo>
                  <a:cubicBezTo>
                    <a:pt x="1165" y="2035"/>
                    <a:pt x="1238" y="1868"/>
                    <a:pt x="1191" y="1722"/>
                  </a:cubicBezTo>
                  <a:lnTo>
                    <a:pt x="631" y="195"/>
                  </a:lnTo>
                  <a:cubicBezTo>
                    <a:pt x="582" y="58"/>
                    <a:pt x="474" y="0"/>
                    <a:pt x="3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8" name="Google Shape;1981;p36"/>
            <p:cNvSpPr/>
            <p:nvPr/>
          </p:nvSpPr>
          <p:spPr>
            <a:xfrm>
              <a:off x="1738333" y="2984598"/>
              <a:ext cx="27439" cy="53199"/>
            </a:xfrm>
            <a:custGeom>
              <a:avLst/>
              <a:gdLst/>
              <a:ahLst/>
              <a:cxnLst/>
              <a:rect l="l" t="t" r="r" b="b"/>
              <a:pathLst>
                <a:path w="981" h="1902" extrusionOk="0">
                  <a:moveTo>
                    <a:pt x="310" y="1"/>
                  </a:moveTo>
                  <a:cubicBezTo>
                    <a:pt x="289" y="1"/>
                    <a:pt x="268" y="3"/>
                    <a:pt x="247" y="8"/>
                  </a:cubicBezTo>
                  <a:cubicBezTo>
                    <a:pt x="94" y="54"/>
                    <a:pt x="0" y="208"/>
                    <a:pt x="40" y="368"/>
                  </a:cubicBezTo>
                  <a:lnTo>
                    <a:pt x="380" y="1681"/>
                  </a:lnTo>
                  <a:cubicBezTo>
                    <a:pt x="414" y="1808"/>
                    <a:pt x="527" y="1901"/>
                    <a:pt x="660" y="1901"/>
                  </a:cubicBezTo>
                  <a:lnTo>
                    <a:pt x="740" y="1895"/>
                  </a:lnTo>
                  <a:cubicBezTo>
                    <a:pt x="894" y="1848"/>
                    <a:pt x="980" y="1688"/>
                    <a:pt x="947" y="1535"/>
                  </a:cubicBezTo>
                  <a:lnTo>
                    <a:pt x="607" y="214"/>
                  </a:lnTo>
                  <a:cubicBezTo>
                    <a:pt x="561" y="88"/>
                    <a:pt x="440" y="1"/>
                    <a:pt x="31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9" name="Google Shape;1982;p36"/>
            <p:cNvSpPr/>
            <p:nvPr/>
          </p:nvSpPr>
          <p:spPr>
            <a:xfrm>
              <a:off x="1786441" y="2986472"/>
              <a:ext cx="29872" cy="51521"/>
            </a:xfrm>
            <a:custGeom>
              <a:avLst/>
              <a:gdLst/>
              <a:ahLst/>
              <a:cxnLst/>
              <a:rect l="l" t="t" r="r" b="b"/>
              <a:pathLst>
                <a:path w="1068" h="1842" extrusionOk="0">
                  <a:moveTo>
                    <a:pt x="322" y="1"/>
                  </a:moveTo>
                  <a:cubicBezTo>
                    <a:pt x="293" y="1"/>
                    <a:pt x="263" y="5"/>
                    <a:pt x="234" y="14"/>
                  </a:cubicBezTo>
                  <a:cubicBezTo>
                    <a:pt x="81" y="67"/>
                    <a:pt x="1" y="227"/>
                    <a:pt x="54" y="381"/>
                  </a:cubicBezTo>
                  <a:lnTo>
                    <a:pt x="461" y="1641"/>
                  </a:lnTo>
                  <a:cubicBezTo>
                    <a:pt x="501" y="1761"/>
                    <a:pt x="614" y="1841"/>
                    <a:pt x="741" y="1841"/>
                  </a:cubicBezTo>
                  <a:lnTo>
                    <a:pt x="834" y="1828"/>
                  </a:lnTo>
                  <a:cubicBezTo>
                    <a:pt x="988" y="1774"/>
                    <a:pt x="1068" y="1608"/>
                    <a:pt x="1021" y="1461"/>
                  </a:cubicBezTo>
                  <a:lnTo>
                    <a:pt x="601" y="201"/>
                  </a:lnTo>
                  <a:cubicBezTo>
                    <a:pt x="558" y="77"/>
                    <a:pt x="445" y="1"/>
                    <a:pt x="32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0" name="Google Shape;1983;p36"/>
            <p:cNvSpPr/>
            <p:nvPr/>
          </p:nvSpPr>
          <p:spPr>
            <a:xfrm>
              <a:off x="1827865" y="2993437"/>
              <a:ext cx="36585" cy="51633"/>
            </a:xfrm>
            <a:custGeom>
              <a:avLst/>
              <a:gdLst/>
              <a:ahLst/>
              <a:cxnLst/>
              <a:rect l="l" t="t" r="r" b="b"/>
              <a:pathLst>
                <a:path w="1308" h="1846" extrusionOk="0">
                  <a:moveTo>
                    <a:pt x="335" y="0"/>
                  </a:moveTo>
                  <a:cubicBezTo>
                    <a:pt x="291" y="0"/>
                    <a:pt x="248" y="10"/>
                    <a:pt x="207" y="32"/>
                  </a:cubicBezTo>
                  <a:cubicBezTo>
                    <a:pt x="60" y="105"/>
                    <a:pt x="0" y="285"/>
                    <a:pt x="80" y="425"/>
                  </a:cubicBezTo>
                  <a:lnTo>
                    <a:pt x="714" y="1679"/>
                  </a:lnTo>
                  <a:cubicBezTo>
                    <a:pt x="760" y="1779"/>
                    <a:pt x="860" y="1845"/>
                    <a:pt x="974" y="1845"/>
                  </a:cubicBezTo>
                  <a:cubicBezTo>
                    <a:pt x="1014" y="1839"/>
                    <a:pt x="1054" y="1825"/>
                    <a:pt x="1094" y="1812"/>
                  </a:cubicBezTo>
                  <a:cubicBezTo>
                    <a:pt x="1247" y="1739"/>
                    <a:pt x="1307" y="1559"/>
                    <a:pt x="1227" y="1419"/>
                  </a:cubicBezTo>
                  <a:lnTo>
                    <a:pt x="594" y="158"/>
                  </a:lnTo>
                  <a:cubicBezTo>
                    <a:pt x="542" y="59"/>
                    <a:pt x="440" y="0"/>
                    <a:pt x="33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1" name="Google Shape;1984;p36"/>
            <p:cNvSpPr/>
            <p:nvPr/>
          </p:nvSpPr>
          <p:spPr>
            <a:xfrm>
              <a:off x="1879525" y="3002974"/>
              <a:ext cx="29872" cy="49563"/>
            </a:xfrm>
            <a:custGeom>
              <a:avLst/>
              <a:gdLst/>
              <a:ahLst/>
              <a:cxnLst/>
              <a:rect l="l" t="t" r="r" b="b"/>
              <a:pathLst>
                <a:path w="1068" h="1772" extrusionOk="0">
                  <a:moveTo>
                    <a:pt x="330" y="1"/>
                  </a:moveTo>
                  <a:cubicBezTo>
                    <a:pt x="298" y="1"/>
                    <a:pt x="266" y="6"/>
                    <a:pt x="234" y="17"/>
                  </a:cubicBezTo>
                  <a:cubicBezTo>
                    <a:pt x="80" y="71"/>
                    <a:pt x="0" y="237"/>
                    <a:pt x="47" y="391"/>
                  </a:cubicBezTo>
                  <a:lnTo>
                    <a:pt x="467" y="1578"/>
                  </a:lnTo>
                  <a:cubicBezTo>
                    <a:pt x="507" y="1691"/>
                    <a:pt x="620" y="1771"/>
                    <a:pt x="740" y="1771"/>
                  </a:cubicBezTo>
                  <a:lnTo>
                    <a:pt x="834" y="1751"/>
                  </a:lnTo>
                  <a:cubicBezTo>
                    <a:pt x="987" y="1705"/>
                    <a:pt x="1067" y="1538"/>
                    <a:pt x="1014" y="1384"/>
                  </a:cubicBezTo>
                  <a:lnTo>
                    <a:pt x="600" y="204"/>
                  </a:lnTo>
                  <a:cubicBezTo>
                    <a:pt x="563" y="77"/>
                    <a:pt x="451" y="1"/>
                    <a:pt x="33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2" name="Google Shape;1985;p36"/>
            <p:cNvSpPr/>
            <p:nvPr/>
          </p:nvSpPr>
          <p:spPr>
            <a:xfrm>
              <a:off x="1922403" y="3011002"/>
              <a:ext cx="31746" cy="54765"/>
            </a:xfrm>
            <a:custGeom>
              <a:avLst/>
              <a:gdLst/>
              <a:ahLst/>
              <a:cxnLst/>
              <a:rect l="l" t="t" r="r" b="b"/>
              <a:pathLst>
                <a:path w="1135" h="1958" extrusionOk="0">
                  <a:moveTo>
                    <a:pt x="332" y="1"/>
                  </a:moveTo>
                  <a:cubicBezTo>
                    <a:pt x="299" y="1"/>
                    <a:pt x="267" y="6"/>
                    <a:pt x="234" y="17"/>
                  </a:cubicBezTo>
                  <a:cubicBezTo>
                    <a:pt x="81" y="70"/>
                    <a:pt x="1" y="237"/>
                    <a:pt x="61" y="391"/>
                  </a:cubicBezTo>
                  <a:lnTo>
                    <a:pt x="534" y="1758"/>
                  </a:lnTo>
                  <a:cubicBezTo>
                    <a:pt x="568" y="1878"/>
                    <a:pt x="681" y="1958"/>
                    <a:pt x="808" y="1958"/>
                  </a:cubicBezTo>
                  <a:lnTo>
                    <a:pt x="901" y="1938"/>
                  </a:lnTo>
                  <a:cubicBezTo>
                    <a:pt x="1055" y="1884"/>
                    <a:pt x="1135" y="1718"/>
                    <a:pt x="1081" y="1564"/>
                  </a:cubicBezTo>
                  <a:lnTo>
                    <a:pt x="608" y="197"/>
                  </a:lnTo>
                  <a:cubicBezTo>
                    <a:pt x="566" y="76"/>
                    <a:pt x="453" y="1"/>
                    <a:pt x="33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3" name="Google Shape;1986;p36"/>
            <p:cNvSpPr/>
            <p:nvPr/>
          </p:nvSpPr>
          <p:spPr>
            <a:xfrm>
              <a:off x="966836" y="3927215"/>
              <a:ext cx="117586" cy="195287"/>
            </a:xfrm>
            <a:custGeom>
              <a:avLst/>
              <a:gdLst/>
              <a:ahLst/>
              <a:cxnLst/>
              <a:rect l="l" t="t" r="r" b="b"/>
              <a:pathLst>
                <a:path w="4204" h="6982" extrusionOk="0">
                  <a:moveTo>
                    <a:pt x="2150" y="4090"/>
                  </a:moveTo>
                  <a:cubicBezTo>
                    <a:pt x="3097" y="4090"/>
                    <a:pt x="3323" y="5684"/>
                    <a:pt x="2250" y="5810"/>
                  </a:cubicBezTo>
                  <a:cubicBezTo>
                    <a:pt x="2212" y="5815"/>
                    <a:pt x="2176" y="5817"/>
                    <a:pt x="2140" y="5817"/>
                  </a:cubicBezTo>
                  <a:cubicBezTo>
                    <a:pt x="1157" y="5817"/>
                    <a:pt x="1004" y="4090"/>
                    <a:pt x="2150" y="4090"/>
                  </a:cubicBezTo>
                  <a:close/>
                  <a:moveTo>
                    <a:pt x="2244" y="0"/>
                  </a:moveTo>
                  <a:cubicBezTo>
                    <a:pt x="708" y="0"/>
                    <a:pt x="0" y="6593"/>
                    <a:pt x="469" y="6824"/>
                  </a:cubicBezTo>
                  <a:cubicBezTo>
                    <a:pt x="672" y="6924"/>
                    <a:pt x="1171" y="6981"/>
                    <a:pt x="1721" y="6981"/>
                  </a:cubicBezTo>
                  <a:cubicBezTo>
                    <a:pt x="2453" y="6981"/>
                    <a:pt x="3275" y="6880"/>
                    <a:pt x="3610" y="6644"/>
                  </a:cubicBezTo>
                  <a:cubicBezTo>
                    <a:pt x="4204" y="6224"/>
                    <a:pt x="3964" y="4557"/>
                    <a:pt x="3617" y="2523"/>
                  </a:cubicBezTo>
                  <a:cubicBezTo>
                    <a:pt x="3270" y="489"/>
                    <a:pt x="3183" y="76"/>
                    <a:pt x="2290" y="2"/>
                  </a:cubicBezTo>
                  <a:cubicBezTo>
                    <a:pt x="2274" y="1"/>
                    <a:pt x="2259" y="0"/>
                    <a:pt x="22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4" name="Google Shape;1987;p36"/>
            <p:cNvSpPr/>
            <p:nvPr/>
          </p:nvSpPr>
          <p:spPr>
            <a:xfrm>
              <a:off x="957578" y="3918936"/>
              <a:ext cx="135235" cy="211845"/>
            </a:xfrm>
            <a:custGeom>
              <a:avLst/>
              <a:gdLst/>
              <a:ahLst/>
              <a:cxnLst/>
              <a:rect l="l" t="t" r="r" b="b"/>
              <a:pathLst>
                <a:path w="4835" h="7574" extrusionOk="0">
                  <a:moveTo>
                    <a:pt x="2481" y="4679"/>
                  </a:moveTo>
                  <a:cubicBezTo>
                    <a:pt x="2834" y="4679"/>
                    <a:pt x="2994" y="5139"/>
                    <a:pt x="3001" y="5253"/>
                  </a:cubicBezTo>
                  <a:cubicBezTo>
                    <a:pt x="3014" y="5373"/>
                    <a:pt x="2994" y="5760"/>
                    <a:pt x="2547" y="5820"/>
                  </a:cubicBezTo>
                  <a:cubicBezTo>
                    <a:pt x="2524" y="5823"/>
                    <a:pt x="2501" y="5825"/>
                    <a:pt x="2479" y="5825"/>
                  </a:cubicBezTo>
                  <a:cubicBezTo>
                    <a:pt x="2323" y="5825"/>
                    <a:pt x="2175" y="5747"/>
                    <a:pt x="2094" y="5613"/>
                  </a:cubicBezTo>
                  <a:cubicBezTo>
                    <a:pt x="1954" y="5406"/>
                    <a:pt x="1927" y="5139"/>
                    <a:pt x="2034" y="4913"/>
                  </a:cubicBezTo>
                  <a:cubicBezTo>
                    <a:pt x="2121" y="4753"/>
                    <a:pt x="2267" y="4679"/>
                    <a:pt x="2481" y="4679"/>
                  </a:cubicBezTo>
                  <a:close/>
                  <a:moveTo>
                    <a:pt x="2445" y="4092"/>
                  </a:moveTo>
                  <a:cubicBezTo>
                    <a:pt x="2059" y="4092"/>
                    <a:pt x="1702" y="4303"/>
                    <a:pt x="1520" y="4639"/>
                  </a:cubicBezTo>
                  <a:cubicBezTo>
                    <a:pt x="1314" y="5059"/>
                    <a:pt x="1347" y="5560"/>
                    <a:pt x="1614" y="5946"/>
                  </a:cubicBezTo>
                  <a:cubicBezTo>
                    <a:pt x="1807" y="6233"/>
                    <a:pt x="2127" y="6406"/>
                    <a:pt x="2481" y="6406"/>
                  </a:cubicBezTo>
                  <a:lnTo>
                    <a:pt x="2481" y="6400"/>
                  </a:lnTo>
                  <a:lnTo>
                    <a:pt x="2614" y="6400"/>
                  </a:lnTo>
                  <a:cubicBezTo>
                    <a:pt x="3221" y="6320"/>
                    <a:pt x="3608" y="5753"/>
                    <a:pt x="3581" y="5213"/>
                  </a:cubicBezTo>
                  <a:cubicBezTo>
                    <a:pt x="3548" y="4673"/>
                    <a:pt x="3154" y="4092"/>
                    <a:pt x="2481" y="4092"/>
                  </a:cubicBezTo>
                  <a:cubicBezTo>
                    <a:pt x="2469" y="4092"/>
                    <a:pt x="2457" y="4092"/>
                    <a:pt x="2445" y="4092"/>
                  </a:cubicBezTo>
                  <a:close/>
                  <a:moveTo>
                    <a:pt x="2571" y="577"/>
                  </a:moveTo>
                  <a:cubicBezTo>
                    <a:pt x="2579" y="577"/>
                    <a:pt x="2586" y="577"/>
                    <a:pt x="2594" y="578"/>
                  </a:cubicBezTo>
                  <a:cubicBezTo>
                    <a:pt x="3234" y="638"/>
                    <a:pt x="3301" y="785"/>
                    <a:pt x="3661" y="2872"/>
                  </a:cubicBezTo>
                  <a:cubicBezTo>
                    <a:pt x="3894" y="4259"/>
                    <a:pt x="4248" y="6380"/>
                    <a:pt x="3781" y="6707"/>
                  </a:cubicBezTo>
                  <a:cubicBezTo>
                    <a:pt x="3496" y="6902"/>
                    <a:pt x="2710" y="6990"/>
                    <a:pt x="2025" y="6990"/>
                  </a:cubicBezTo>
                  <a:cubicBezTo>
                    <a:pt x="1588" y="6990"/>
                    <a:pt x="1191" y="6954"/>
                    <a:pt x="994" y="6887"/>
                  </a:cubicBezTo>
                  <a:cubicBezTo>
                    <a:pt x="800" y="6246"/>
                    <a:pt x="1214" y="2272"/>
                    <a:pt x="2127" y="938"/>
                  </a:cubicBezTo>
                  <a:cubicBezTo>
                    <a:pt x="2242" y="779"/>
                    <a:pt x="2406" y="577"/>
                    <a:pt x="2571" y="577"/>
                  </a:cubicBezTo>
                  <a:close/>
                  <a:moveTo>
                    <a:pt x="2566" y="1"/>
                  </a:moveTo>
                  <a:cubicBezTo>
                    <a:pt x="1921" y="1"/>
                    <a:pt x="1370" y="767"/>
                    <a:pt x="954" y="2259"/>
                  </a:cubicBezTo>
                  <a:cubicBezTo>
                    <a:pt x="620" y="3446"/>
                    <a:pt x="0" y="7047"/>
                    <a:pt x="667" y="7380"/>
                  </a:cubicBezTo>
                  <a:cubicBezTo>
                    <a:pt x="914" y="7507"/>
                    <a:pt x="1454" y="7573"/>
                    <a:pt x="2047" y="7573"/>
                  </a:cubicBezTo>
                  <a:cubicBezTo>
                    <a:pt x="2834" y="7573"/>
                    <a:pt x="3728" y="7447"/>
                    <a:pt x="4114" y="7180"/>
                  </a:cubicBezTo>
                  <a:cubicBezTo>
                    <a:pt x="4835" y="6673"/>
                    <a:pt x="4628" y="5106"/>
                    <a:pt x="4228" y="2772"/>
                  </a:cubicBezTo>
                  <a:cubicBezTo>
                    <a:pt x="3894" y="772"/>
                    <a:pt x="3781" y="91"/>
                    <a:pt x="2647" y="5"/>
                  </a:cubicBezTo>
                  <a:cubicBezTo>
                    <a:pt x="2620" y="2"/>
                    <a:pt x="2593" y="1"/>
                    <a:pt x="256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5" name="Google Shape;1988;p36"/>
            <p:cNvSpPr/>
            <p:nvPr/>
          </p:nvSpPr>
          <p:spPr>
            <a:xfrm>
              <a:off x="1579044" y="2787242"/>
              <a:ext cx="204629" cy="189693"/>
            </a:xfrm>
            <a:custGeom>
              <a:avLst/>
              <a:gdLst/>
              <a:ahLst/>
              <a:cxnLst/>
              <a:rect l="l" t="t" r="r" b="b"/>
              <a:pathLst>
                <a:path w="7316" h="6782" extrusionOk="0">
                  <a:moveTo>
                    <a:pt x="4629" y="0"/>
                  </a:moveTo>
                  <a:cubicBezTo>
                    <a:pt x="4018" y="0"/>
                    <a:pt x="3341" y="111"/>
                    <a:pt x="2641" y="422"/>
                  </a:cubicBezTo>
                  <a:cubicBezTo>
                    <a:pt x="154" y="1522"/>
                    <a:pt x="0" y="4103"/>
                    <a:pt x="154" y="6717"/>
                  </a:cubicBezTo>
                  <a:cubicBezTo>
                    <a:pt x="534" y="6760"/>
                    <a:pt x="914" y="6782"/>
                    <a:pt x="1294" y="6782"/>
                  </a:cubicBezTo>
                  <a:cubicBezTo>
                    <a:pt x="1674" y="6782"/>
                    <a:pt x="2054" y="6760"/>
                    <a:pt x="2434" y="6717"/>
                  </a:cubicBezTo>
                  <a:cubicBezTo>
                    <a:pt x="2434" y="6717"/>
                    <a:pt x="1821" y="3983"/>
                    <a:pt x="3034" y="2089"/>
                  </a:cubicBezTo>
                  <a:cubicBezTo>
                    <a:pt x="3825" y="849"/>
                    <a:pt x="4975" y="421"/>
                    <a:pt x="5963" y="421"/>
                  </a:cubicBezTo>
                  <a:cubicBezTo>
                    <a:pt x="6485" y="421"/>
                    <a:pt x="6961" y="540"/>
                    <a:pt x="7316" y="722"/>
                  </a:cubicBezTo>
                  <a:cubicBezTo>
                    <a:pt x="7316" y="722"/>
                    <a:pt x="6185" y="0"/>
                    <a:pt x="4629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6" name="Google Shape;1989;p36"/>
            <p:cNvSpPr/>
            <p:nvPr/>
          </p:nvSpPr>
          <p:spPr>
            <a:xfrm>
              <a:off x="1570821" y="2778963"/>
              <a:ext cx="221998" cy="206419"/>
            </a:xfrm>
            <a:custGeom>
              <a:avLst/>
              <a:gdLst/>
              <a:ahLst/>
              <a:cxnLst/>
              <a:rect l="l" t="t" r="r" b="b"/>
              <a:pathLst>
                <a:path w="7937" h="7380" extrusionOk="0">
                  <a:moveTo>
                    <a:pt x="4910" y="591"/>
                  </a:moveTo>
                  <a:cubicBezTo>
                    <a:pt x="4994" y="591"/>
                    <a:pt x="5078" y="593"/>
                    <a:pt x="5162" y="598"/>
                  </a:cubicBezTo>
                  <a:cubicBezTo>
                    <a:pt x="4402" y="831"/>
                    <a:pt x="3649" y="1345"/>
                    <a:pt x="3082" y="2225"/>
                  </a:cubicBezTo>
                  <a:cubicBezTo>
                    <a:pt x="2048" y="3832"/>
                    <a:pt x="2262" y="5959"/>
                    <a:pt x="2382" y="6759"/>
                  </a:cubicBezTo>
                  <a:cubicBezTo>
                    <a:pt x="2124" y="6781"/>
                    <a:pt x="1867" y="6791"/>
                    <a:pt x="1611" y="6791"/>
                  </a:cubicBezTo>
                  <a:cubicBezTo>
                    <a:pt x="1315" y="6791"/>
                    <a:pt x="1021" y="6778"/>
                    <a:pt x="728" y="6753"/>
                  </a:cubicBezTo>
                  <a:cubicBezTo>
                    <a:pt x="581" y="3959"/>
                    <a:pt x="961" y="1911"/>
                    <a:pt x="3048" y="985"/>
                  </a:cubicBezTo>
                  <a:cubicBezTo>
                    <a:pt x="3638" y="725"/>
                    <a:pt x="4269" y="591"/>
                    <a:pt x="4910" y="591"/>
                  </a:cubicBezTo>
                  <a:close/>
                  <a:moveTo>
                    <a:pt x="4932" y="1"/>
                  </a:moveTo>
                  <a:cubicBezTo>
                    <a:pt x="4285" y="1"/>
                    <a:pt x="3565" y="120"/>
                    <a:pt x="2815" y="451"/>
                  </a:cubicBezTo>
                  <a:cubicBezTo>
                    <a:pt x="208" y="1598"/>
                    <a:pt x="1" y="4292"/>
                    <a:pt x="161" y="7026"/>
                  </a:cubicBezTo>
                  <a:cubicBezTo>
                    <a:pt x="161" y="7166"/>
                    <a:pt x="268" y="7286"/>
                    <a:pt x="408" y="7300"/>
                  </a:cubicBezTo>
                  <a:cubicBezTo>
                    <a:pt x="808" y="7353"/>
                    <a:pt x="1208" y="7373"/>
                    <a:pt x="1608" y="7380"/>
                  </a:cubicBezTo>
                  <a:cubicBezTo>
                    <a:pt x="1995" y="7373"/>
                    <a:pt x="2375" y="7346"/>
                    <a:pt x="2762" y="7300"/>
                  </a:cubicBezTo>
                  <a:cubicBezTo>
                    <a:pt x="2842" y="7293"/>
                    <a:pt x="2915" y="7246"/>
                    <a:pt x="2962" y="7180"/>
                  </a:cubicBezTo>
                  <a:cubicBezTo>
                    <a:pt x="3008" y="7113"/>
                    <a:pt x="3028" y="7033"/>
                    <a:pt x="3008" y="6953"/>
                  </a:cubicBezTo>
                  <a:cubicBezTo>
                    <a:pt x="3002" y="6926"/>
                    <a:pt x="2495" y="4245"/>
                    <a:pt x="3575" y="2545"/>
                  </a:cubicBezTo>
                  <a:cubicBezTo>
                    <a:pt x="4298" y="1415"/>
                    <a:pt x="5356" y="1006"/>
                    <a:pt x="6268" y="1006"/>
                  </a:cubicBezTo>
                  <a:cubicBezTo>
                    <a:pt x="6729" y="1006"/>
                    <a:pt x="7152" y="1110"/>
                    <a:pt x="7476" y="1278"/>
                  </a:cubicBezTo>
                  <a:cubicBezTo>
                    <a:pt x="7517" y="1300"/>
                    <a:pt x="7562" y="1311"/>
                    <a:pt x="7606" y="1311"/>
                  </a:cubicBezTo>
                  <a:cubicBezTo>
                    <a:pt x="7707" y="1311"/>
                    <a:pt x="7808" y="1257"/>
                    <a:pt x="7863" y="1165"/>
                  </a:cubicBezTo>
                  <a:cubicBezTo>
                    <a:pt x="7936" y="1031"/>
                    <a:pt x="7896" y="864"/>
                    <a:pt x="7770" y="778"/>
                  </a:cubicBezTo>
                  <a:cubicBezTo>
                    <a:pt x="7698" y="735"/>
                    <a:pt x="6539" y="1"/>
                    <a:pt x="493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7" name="Google Shape;1990;p36"/>
            <p:cNvSpPr/>
            <p:nvPr/>
          </p:nvSpPr>
          <p:spPr>
            <a:xfrm>
              <a:off x="1730669" y="2798598"/>
              <a:ext cx="125362" cy="186979"/>
            </a:xfrm>
            <a:custGeom>
              <a:avLst/>
              <a:gdLst/>
              <a:ahLst/>
              <a:cxnLst/>
              <a:rect l="l" t="t" r="r" b="b"/>
              <a:pathLst>
                <a:path w="4482" h="6685" extrusionOk="0">
                  <a:moveTo>
                    <a:pt x="466" y="1"/>
                  </a:moveTo>
                  <a:cubicBezTo>
                    <a:pt x="162" y="1"/>
                    <a:pt x="1" y="56"/>
                    <a:pt x="1" y="56"/>
                  </a:cubicBezTo>
                  <a:cubicBezTo>
                    <a:pt x="3582" y="2190"/>
                    <a:pt x="761" y="6384"/>
                    <a:pt x="761" y="6384"/>
                  </a:cubicBezTo>
                  <a:cubicBezTo>
                    <a:pt x="1648" y="6644"/>
                    <a:pt x="2735" y="6684"/>
                    <a:pt x="2735" y="6684"/>
                  </a:cubicBezTo>
                  <a:cubicBezTo>
                    <a:pt x="4482" y="3917"/>
                    <a:pt x="3622" y="1023"/>
                    <a:pt x="1895" y="316"/>
                  </a:cubicBezTo>
                  <a:cubicBezTo>
                    <a:pt x="1271" y="62"/>
                    <a:pt x="788" y="1"/>
                    <a:pt x="466" y="1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8" name="Google Shape;1991;p36"/>
            <p:cNvSpPr/>
            <p:nvPr/>
          </p:nvSpPr>
          <p:spPr>
            <a:xfrm>
              <a:off x="1722474" y="2790626"/>
              <a:ext cx="126676" cy="203146"/>
            </a:xfrm>
            <a:custGeom>
              <a:avLst/>
              <a:gdLst/>
              <a:ahLst/>
              <a:cxnLst/>
              <a:rect l="l" t="t" r="r" b="b"/>
              <a:pathLst>
                <a:path w="4529" h="7263" extrusionOk="0">
                  <a:moveTo>
                    <a:pt x="1161" y="614"/>
                  </a:moveTo>
                  <a:lnTo>
                    <a:pt x="1161" y="614"/>
                  </a:lnTo>
                  <a:cubicBezTo>
                    <a:pt x="1481" y="661"/>
                    <a:pt x="1788" y="748"/>
                    <a:pt x="2081" y="874"/>
                  </a:cubicBezTo>
                  <a:cubicBezTo>
                    <a:pt x="2721" y="1134"/>
                    <a:pt x="3241" y="1761"/>
                    <a:pt x="3508" y="2575"/>
                  </a:cubicBezTo>
                  <a:cubicBezTo>
                    <a:pt x="3908" y="3835"/>
                    <a:pt x="3681" y="5315"/>
                    <a:pt x="2874" y="6669"/>
                  </a:cubicBezTo>
                  <a:cubicBezTo>
                    <a:pt x="2414" y="6636"/>
                    <a:pt x="1954" y="6576"/>
                    <a:pt x="1507" y="6482"/>
                  </a:cubicBezTo>
                  <a:cubicBezTo>
                    <a:pt x="1894" y="5782"/>
                    <a:pt x="2674" y="4135"/>
                    <a:pt x="2308" y="2515"/>
                  </a:cubicBezTo>
                  <a:cubicBezTo>
                    <a:pt x="2141" y="1775"/>
                    <a:pt x="1741" y="1108"/>
                    <a:pt x="1161" y="614"/>
                  </a:cubicBezTo>
                  <a:close/>
                  <a:moveTo>
                    <a:pt x="762" y="1"/>
                  </a:moveTo>
                  <a:cubicBezTo>
                    <a:pt x="416" y="1"/>
                    <a:pt x="224" y="64"/>
                    <a:pt x="207" y="67"/>
                  </a:cubicBezTo>
                  <a:cubicBezTo>
                    <a:pt x="94" y="107"/>
                    <a:pt x="20" y="201"/>
                    <a:pt x="14" y="314"/>
                  </a:cubicBezTo>
                  <a:cubicBezTo>
                    <a:pt x="0" y="427"/>
                    <a:pt x="54" y="534"/>
                    <a:pt x="154" y="594"/>
                  </a:cubicBezTo>
                  <a:cubicBezTo>
                    <a:pt x="1014" y="1108"/>
                    <a:pt x="1547" y="1801"/>
                    <a:pt x="1741" y="2641"/>
                  </a:cubicBezTo>
                  <a:cubicBezTo>
                    <a:pt x="2154" y="4475"/>
                    <a:pt x="827" y="6482"/>
                    <a:pt x="814" y="6502"/>
                  </a:cubicBezTo>
                  <a:cubicBezTo>
                    <a:pt x="761" y="6582"/>
                    <a:pt x="754" y="6682"/>
                    <a:pt x="787" y="6769"/>
                  </a:cubicBezTo>
                  <a:cubicBezTo>
                    <a:pt x="814" y="6849"/>
                    <a:pt x="887" y="6916"/>
                    <a:pt x="974" y="6943"/>
                  </a:cubicBezTo>
                  <a:cubicBezTo>
                    <a:pt x="1881" y="7216"/>
                    <a:pt x="2975" y="7263"/>
                    <a:pt x="3015" y="7263"/>
                  </a:cubicBezTo>
                  <a:lnTo>
                    <a:pt x="3028" y="7263"/>
                  </a:lnTo>
                  <a:cubicBezTo>
                    <a:pt x="3128" y="7263"/>
                    <a:pt x="3221" y="7209"/>
                    <a:pt x="3275" y="7129"/>
                  </a:cubicBezTo>
                  <a:cubicBezTo>
                    <a:pt x="4248" y="5596"/>
                    <a:pt x="4528" y="3868"/>
                    <a:pt x="4055" y="2401"/>
                  </a:cubicBezTo>
                  <a:cubicBezTo>
                    <a:pt x="3741" y="1408"/>
                    <a:pt x="3095" y="661"/>
                    <a:pt x="2294" y="334"/>
                  </a:cubicBezTo>
                  <a:cubicBezTo>
                    <a:pt x="1636" y="67"/>
                    <a:pt x="1118" y="1"/>
                    <a:pt x="76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9" name="Google Shape;1992;p36"/>
            <p:cNvSpPr/>
            <p:nvPr/>
          </p:nvSpPr>
          <p:spPr>
            <a:xfrm>
              <a:off x="2507340" y="3289555"/>
              <a:ext cx="957049" cy="1246595"/>
            </a:xfrm>
            <a:custGeom>
              <a:avLst/>
              <a:gdLst/>
              <a:ahLst/>
              <a:cxnLst/>
              <a:rect l="l" t="t" r="r" b="b"/>
              <a:pathLst>
                <a:path w="34217" h="44569" extrusionOk="0">
                  <a:moveTo>
                    <a:pt x="0" y="1"/>
                  </a:moveTo>
                  <a:cubicBezTo>
                    <a:pt x="0" y="1"/>
                    <a:pt x="787" y="2855"/>
                    <a:pt x="1807" y="6789"/>
                  </a:cubicBezTo>
                  <a:cubicBezTo>
                    <a:pt x="2834" y="10724"/>
                    <a:pt x="3635" y="20546"/>
                    <a:pt x="3975" y="20993"/>
                  </a:cubicBezTo>
                  <a:cubicBezTo>
                    <a:pt x="4321" y="21446"/>
                    <a:pt x="6602" y="22707"/>
                    <a:pt x="9509" y="23727"/>
                  </a:cubicBezTo>
                  <a:cubicBezTo>
                    <a:pt x="11423" y="24407"/>
                    <a:pt x="13937" y="24927"/>
                    <a:pt x="15444" y="25214"/>
                  </a:cubicBezTo>
                  <a:cubicBezTo>
                    <a:pt x="14758" y="25854"/>
                    <a:pt x="13030" y="29249"/>
                    <a:pt x="12197" y="30749"/>
                  </a:cubicBezTo>
                  <a:cubicBezTo>
                    <a:pt x="11277" y="32409"/>
                    <a:pt x="8309" y="36450"/>
                    <a:pt x="9169" y="37991"/>
                  </a:cubicBezTo>
                  <a:cubicBezTo>
                    <a:pt x="10030" y="39538"/>
                    <a:pt x="11457" y="40158"/>
                    <a:pt x="13737" y="40618"/>
                  </a:cubicBezTo>
                  <a:cubicBezTo>
                    <a:pt x="15939" y="41061"/>
                    <a:pt x="20878" y="44569"/>
                    <a:pt x="25212" y="44569"/>
                  </a:cubicBezTo>
                  <a:cubicBezTo>
                    <a:pt x="25380" y="44569"/>
                    <a:pt x="25547" y="44564"/>
                    <a:pt x="25714" y="44553"/>
                  </a:cubicBezTo>
                  <a:cubicBezTo>
                    <a:pt x="27428" y="44446"/>
                    <a:pt x="28848" y="43886"/>
                    <a:pt x="30008" y="42939"/>
                  </a:cubicBezTo>
                  <a:cubicBezTo>
                    <a:pt x="31869" y="41438"/>
                    <a:pt x="33016" y="38958"/>
                    <a:pt x="33476" y="35824"/>
                  </a:cubicBezTo>
                  <a:cubicBezTo>
                    <a:pt x="34216" y="30749"/>
                    <a:pt x="27828" y="23787"/>
                    <a:pt x="24860" y="20993"/>
                  </a:cubicBezTo>
                  <a:cubicBezTo>
                    <a:pt x="22493" y="18759"/>
                    <a:pt x="17158" y="13558"/>
                    <a:pt x="13204" y="9823"/>
                  </a:cubicBezTo>
                  <a:cubicBezTo>
                    <a:pt x="12204" y="8883"/>
                    <a:pt x="11290" y="8023"/>
                    <a:pt x="10536" y="7343"/>
                  </a:cubicBezTo>
                  <a:cubicBezTo>
                    <a:pt x="6835" y="3968"/>
                    <a:pt x="1361" y="174"/>
                    <a:pt x="0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0" name="Google Shape;1993;p36"/>
            <p:cNvSpPr/>
            <p:nvPr/>
          </p:nvSpPr>
          <p:spPr>
            <a:xfrm>
              <a:off x="2498250" y="3281332"/>
              <a:ext cx="976936" cy="1262957"/>
            </a:xfrm>
            <a:custGeom>
              <a:avLst/>
              <a:gdLst/>
              <a:ahLst/>
              <a:cxnLst/>
              <a:rect l="l" t="t" r="r" b="b"/>
              <a:pathLst>
                <a:path w="34928" h="45154" extrusionOk="0">
                  <a:moveTo>
                    <a:pt x="745" y="722"/>
                  </a:moveTo>
                  <a:lnTo>
                    <a:pt x="745" y="722"/>
                  </a:lnTo>
                  <a:cubicBezTo>
                    <a:pt x="2492" y="1428"/>
                    <a:pt x="7200" y="4696"/>
                    <a:pt x="10668" y="7857"/>
                  </a:cubicBezTo>
                  <a:cubicBezTo>
                    <a:pt x="11368" y="8497"/>
                    <a:pt x="12268" y="9330"/>
                    <a:pt x="13329" y="10331"/>
                  </a:cubicBezTo>
                  <a:cubicBezTo>
                    <a:pt x="15469" y="12358"/>
                    <a:pt x="18030" y="14825"/>
                    <a:pt x="20291" y="16999"/>
                  </a:cubicBezTo>
                  <a:cubicBezTo>
                    <a:pt x="22231" y="18866"/>
                    <a:pt x="23972" y="20547"/>
                    <a:pt x="24985" y="21500"/>
                  </a:cubicBezTo>
                  <a:cubicBezTo>
                    <a:pt x="25992" y="22447"/>
                    <a:pt x="28559" y="24981"/>
                    <a:pt x="30640" y="28015"/>
                  </a:cubicBezTo>
                  <a:cubicBezTo>
                    <a:pt x="32861" y="31236"/>
                    <a:pt x="33828" y="33944"/>
                    <a:pt x="33507" y="36078"/>
                  </a:cubicBezTo>
                  <a:cubicBezTo>
                    <a:pt x="33061" y="39205"/>
                    <a:pt x="31894" y="41599"/>
                    <a:pt x="30153" y="43006"/>
                  </a:cubicBezTo>
                  <a:cubicBezTo>
                    <a:pt x="29020" y="43940"/>
                    <a:pt x="27626" y="44453"/>
                    <a:pt x="26025" y="44567"/>
                  </a:cubicBezTo>
                  <a:cubicBezTo>
                    <a:pt x="25870" y="44576"/>
                    <a:pt x="25715" y="44581"/>
                    <a:pt x="25558" y="44581"/>
                  </a:cubicBezTo>
                  <a:cubicBezTo>
                    <a:pt x="22815" y="44581"/>
                    <a:pt x="19825" y="43140"/>
                    <a:pt x="17396" y="41979"/>
                  </a:cubicBezTo>
                  <a:cubicBezTo>
                    <a:pt x="16069" y="41339"/>
                    <a:pt x="14929" y="40799"/>
                    <a:pt x="14116" y="40632"/>
                  </a:cubicBezTo>
                  <a:cubicBezTo>
                    <a:pt x="12048" y="40212"/>
                    <a:pt x="10588" y="39652"/>
                    <a:pt x="9754" y="38145"/>
                  </a:cubicBezTo>
                  <a:cubicBezTo>
                    <a:pt x="9154" y="37071"/>
                    <a:pt x="10948" y="34170"/>
                    <a:pt x="12022" y="32443"/>
                  </a:cubicBezTo>
                  <a:cubicBezTo>
                    <a:pt x="12328" y="31950"/>
                    <a:pt x="12589" y="31516"/>
                    <a:pt x="12782" y="31183"/>
                  </a:cubicBezTo>
                  <a:lnTo>
                    <a:pt x="13402" y="30029"/>
                  </a:lnTo>
                  <a:cubicBezTo>
                    <a:pt x="14222" y="28502"/>
                    <a:pt x="15463" y="26195"/>
                    <a:pt x="15969" y="25715"/>
                  </a:cubicBezTo>
                  <a:cubicBezTo>
                    <a:pt x="16049" y="25641"/>
                    <a:pt x="16083" y="25528"/>
                    <a:pt x="16056" y="25428"/>
                  </a:cubicBezTo>
                  <a:cubicBezTo>
                    <a:pt x="16023" y="25315"/>
                    <a:pt x="15929" y="25241"/>
                    <a:pt x="15823" y="25215"/>
                  </a:cubicBezTo>
                  <a:cubicBezTo>
                    <a:pt x="14462" y="24968"/>
                    <a:pt x="11895" y="24441"/>
                    <a:pt x="9934" y="23748"/>
                  </a:cubicBezTo>
                  <a:cubicBezTo>
                    <a:pt x="6887" y="22674"/>
                    <a:pt x="4800" y="21467"/>
                    <a:pt x="4553" y="21134"/>
                  </a:cubicBezTo>
                  <a:cubicBezTo>
                    <a:pt x="4426" y="20874"/>
                    <a:pt x="4180" y="18840"/>
                    <a:pt x="3946" y="16873"/>
                  </a:cubicBezTo>
                  <a:cubicBezTo>
                    <a:pt x="3526" y="13505"/>
                    <a:pt x="3019" y="9324"/>
                    <a:pt x="2419" y="7010"/>
                  </a:cubicBezTo>
                  <a:cubicBezTo>
                    <a:pt x="1652" y="4069"/>
                    <a:pt x="1005" y="1708"/>
                    <a:pt x="745" y="722"/>
                  </a:cubicBezTo>
                  <a:close/>
                  <a:moveTo>
                    <a:pt x="338" y="1"/>
                  </a:moveTo>
                  <a:cubicBezTo>
                    <a:pt x="148" y="1"/>
                    <a:pt x="0" y="175"/>
                    <a:pt x="45" y="368"/>
                  </a:cubicBezTo>
                  <a:cubicBezTo>
                    <a:pt x="52" y="395"/>
                    <a:pt x="845" y="3269"/>
                    <a:pt x="1859" y="7163"/>
                  </a:cubicBezTo>
                  <a:cubicBezTo>
                    <a:pt x="2446" y="9431"/>
                    <a:pt x="2979" y="13772"/>
                    <a:pt x="3359" y="16939"/>
                  </a:cubicBezTo>
                  <a:cubicBezTo>
                    <a:pt x="3780" y="20347"/>
                    <a:pt x="3900" y="21240"/>
                    <a:pt x="4066" y="21467"/>
                  </a:cubicBezTo>
                  <a:cubicBezTo>
                    <a:pt x="4486" y="22014"/>
                    <a:pt x="6860" y="23281"/>
                    <a:pt x="9748" y="24301"/>
                  </a:cubicBezTo>
                  <a:cubicBezTo>
                    <a:pt x="11522" y="24935"/>
                    <a:pt x="13789" y="25415"/>
                    <a:pt x="15229" y="25702"/>
                  </a:cubicBezTo>
                  <a:cubicBezTo>
                    <a:pt x="14662" y="26475"/>
                    <a:pt x="13829" y="28002"/>
                    <a:pt x="12889" y="29749"/>
                  </a:cubicBezTo>
                  <a:lnTo>
                    <a:pt x="12262" y="30903"/>
                  </a:lnTo>
                  <a:cubicBezTo>
                    <a:pt x="12088" y="31223"/>
                    <a:pt x="11828" y="31650"/>
                    <a:pt x="11528" y="32137"/>
                  </a:cubicBezTo>
                  <a:cubicBezTo>
                    <a:pt x="10235" y="34210"/>
                    <a:pt x="8481" y="37051"/>
                    <a:pt x="9248" y="38432"/>
                  </a:cubicBezTo>
                  <a:cubicBezTo>
                    <a:pt x="10188" y="40125"/>
                    <a:pt x="11762" y="40752"/>
                    <a:pt x="14002" y="41206"/>
                  </a:cubicBezTo>
                  <a:cubicBezTo>
                    <a:pt x="14749" y="41346"/>
                    <a:pt x="15856" y="41879"/>
                    <a:pt x="17136" y="42499"/>
                  </a:cubicBezTo>
                  <a:cubicBezTo>
                    <a:pt x="19624" y="43686"/>
                    <a:pt x="22671" y="45153"/>
                    <a:pt x="25539" y="45153"/>
                  </a:cubicBezTo>
                  <a:cubicBezTo>
                    <a:pt x="25719" y="45153"/>
                    <a:pt x="25892" y="45153"/>
                    <a:pt x="26059" y="45140"/>
                  </a:cubicBezTo>
                  <a:cubicBezTo>
                    <a:pt x="27793" y="45033"/>
                    <a:pt x="29293" y="44466"/>
                    <a:pt x="30513" y="43466"/>
                  </a:cubicBezTo>
                  <a:cubicBezTo>
                    <a:pt x="32374" y="41952"/>
                    <a:pt x="33608" y="39432"/>
                    <a:pt x="34088" y="36164"/>
                  </a:cubicBezTo>
                  <a:cubicBezTo>
                    <a:pt x="34928" y="30409"/>
                    <a:pt x="26979" y="22581"/>
                    <a:pt x="25385" y="21074"/>
                  </a:cubicBezTo>
                  <a:cubicBezTo>
                    <a:pt x="24305" y="20060"/>
                    <a:pt x="22631" y="18446"/>
                    <a:pt x="20697" y="16579"/>
                  </a:cubicBezTo>
                  <a:cubicBezTo>
                    <a:pt x="18437" y="14405"/>
                    <a:pt x="15869" y="11938"/>
                    <a:pt x="13729" y="9911"/>
                  </a:cubicBezTo>
                  <a:cubicBezTo>
                    <a:pt x="12662" y="8904"/>
                    <a:pt x="11762" y="8070"/>
                    <a:pt x="11061" y="7430"/>
                  </a:cubicBezTo>
                  <a:cubicBezTo>
                    <a:pt x="7300" y="4002"/>
                    <a:pt x="1799" y="188"/>
                    <a:pt x="359" y="1"/>
                  </a:cubicBezTo>
                  <a:cubicBezTo>
                    <a:pt x="352" y="1"/>
                    <a:pt x="345" y="1"/>
                    <a:pt x="33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1" name="Google Shape;1994;p36"/>
            <p:cNvSpPr/>
            <p:nvPr/>
          </p:nvSpPr>
          <p:spPr>
            <a:xfrm>
              <a:off x="2507340" y="3289555"/>
              <a:ext cx="839352" cy="1246595"/>
            </a:xfrm>
            <a:custGeom>
              <a:avLst/>
              <a:gdLst/>
              <a:ahLst/>
              <a:cxnLst/>
              <a:rect l="l" t="t" r="r" b="b"/>
              <a:pathLst>
                <a:path w="30009" h="44569" extrusionOk="0">
                  <a:moveTo>
                    <a:pt x="0" y="1"/>
                  </a:moveTo>
                  <a:cubicBezTo>
                    <a:pt x="0" y="1"/>
                    <a:pt x="787" y="2862"/>
                    <a:pt x="1807" y="6796"/>
                  </a:cubicBezTo>
                  <a:cubicBezTo>
                    <a:pt x="2834" y="10730"/>
                    <a:pt x="3635" y="20546"/>
                    <a:pt x="3975" y="21000"/>
                  </a:cubicBezTo>
                  <a:cubicBezTo>
                    <a:pt x="4321" y="21446"/>
                    <a:pt x="6602" y="22707"/>
                    <a:pt x="9509" y="23734"/>
                  </a:cubicBezTo>
                  <a:cubicBezTo>
                    <a:pt x="11423" y="24407"/>
                    <a:pt x="13937" y="24927"/>
                    <a:pt x="15444" y="25214"/>
                  </a:cubicBezTo>
                  <a:cubicBezTo>
                    <a:pt x="14758" y="25854"/>
                    <a:pt x="13030" y="29249"/>
                    <a:pt x="12197" y="30749"/>
                  </a:cubicBezTo>
                  <a:cubicBezTo>
                    <a:pt x="11277" y="32409"/>
                    <a:pt x="8309" y="36450"/>
                    <a:pt x="9169" y="37991"/>
                  </a:cubicBezTo>
                  <a:cubicBezTo>
                    <a:pt x="10030" y="39538"/>
                    <a:pt x="11457" y="40158"/>
                    <a:pt x="13737" y="40618"/>
                  </a:cubicBezTo>
                  <a:cubicBezTo>
                    <a:pt x="15933" y="41061"/>
                    <a:pt x="20878" y="44569"/>
                    <a:pt x="25212" y="44569"/>
                  </a:cubicBezTo>
                  <a:cubicBezTo>
                    <a:pt x="25380" y="44569"/>
                    <a:pt x="25547" y="44564"/>
                    <a:pt x="25714" y="44553"/>
                  </a:cubicBezTo>
                  <a:cubicBezTo>
                    <a:pt x="27428" y="44446"/>
                    <a:pt x="28848" y="43886"/>
                    <a:pt x="30008" y="42939"/>
                  </a:cubicBezTo>
                  <a:lnTo>
                    <a:pt x="30008" y="42939"/>
                  </a:lnTo>
                  <a:cubicBezTo>
                    <a:pt x="29912" y="42940"/>
                    <a:pt x="29816" y="42941"/>
                    <a:pt x="29720" y="42941"/>
                  </a:cubicBezTo>
                  <a:cubicBezTo>
                    <a:pt x="29035" y="42941"/>
                    <a:pt x="28346" y="42899"/>
                    <a:pt x="27668" y="42805"/>
                  </a:cubicBezTo>
                  <a:cubicBezTo>
                    <a:pt x="25247" y="42499"/>
                    <a:pt x="22873" y="41925"/>
                    <a:pt x="20592" y="41092"/>
                  </a:cubicBezTo>
                  <a:cubicBezTo>
                    <a:pt x="18492" y="40325"/>
                    <a:pt x="16331" y="39205"/>
                    <a:pt x="15338" y="37204"/>
                  </a:cubicBezTo>
                  <a:cubicBezTo>
                    <a:pt x="13977" y="34457"/>
                    <a:pt x="15278" y="31209"/>
                    <a:pt x="16578" y="28442"/>
                  </a:cubicBezTo>
                  <a:cubicBezTo>
                    <a:pt x="16811" y="27935"/>
                    <a:pt x="17112" y="27375"/>
                    <a:pt x="17665" y="27241"/>
                  </a:cubicBezTo>
                  <a:cubicBezTo>
                    <a:pt x="17742" y="27222"/>
                    <a:pt x="17820" y="27214"/>
                    <a:pt x="17899" y="27214"/>
                  </a:cubicBezTo>
                  <a:cubicBezTo>
                    <a:pt x="18200" y="27214"/>
                    <a:pt x="18506" y="27338"/>
                    <a:pt x="18792" y="27455"/>
                  </a:cubicBezTo>
                  <a:lnTo>
                    <a:pt x="24100" y="29689"/>
                  </a:lnTo>
                  <a:cubicBezTo>
                    <a:pt x="21926" y="28308"/>
                    <a:pt x="19699" y="26875"/>
                    <a:pt x="18258" y="24741"/>
                  </a:cubicBezTo>
                  <a:cubicBezTo>
                    <a:pt x="17312" y="23354"/>
                    <a:pt x="16771" y="21747"/>
                    <a:pt x="16238" y="20166"/>
                  </a:cubicBezTo>
                  <a:cubicBezTo>
                    <a:pt x="15304" y="17419"/>
                    <a:pt x="12644" y="12797"/>
                    <a:pt x="13204" y="9830"/>
                  </a:cubicBezTo>
                  <a:cubicBezTo>
                    <a:pt x="12204" y="8883"/>
                    <a:pt x="11290" y="8030"/>
                    <a:pt x="10536" y="7343"/>
                  </a:cubicBezTo>
                  <a:cubicBezTo>
                    <a:pt x="6835" y="3968"/>
                    <a:pt x="1361" y="174"/>
                    <a:pt x="0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2" name="Google Shape;1995;p36"/>
            <p:cNvSpPr/>
            <p:nvPr/>
          </p:nvSpPr>
          <p:spPr>
            <a:xfrm>
              <a:off x="2507340" y="3289555"/>
              <a:ext cx="321571" cy="680622"/>
            </a:xfrm>
            <a:custGeom>
              <a:avLst/>
              <a:gdLst/>
              <a:ahLst/>
              <a:cxnLst/>
              <a:rect l="l" t="t" r="r" b="b"/>
              <a:pathLst>
                <a:path w="11497" h="24334" extrusionOk="0">
                  <a:moveTo>
                    <a:pt x="0" y="1"/>
                  </a:moveTo>
                  <a:cubicBezTo>
                    <a:pt x="0" y="1"/>
                    <a:pt x="147" y="534"/>
                    <a:pt x="394" y="1461"/>
                  </a:cubicBezTo>
                  <a:cubicBezTo>
                    <a:pt x="727" y="2675"/>
                    <a:pt x="1227" y="4562"/>
                    <a:pt x="1807" y="6796"/>
                  </a:cubicBezTo>
                  <a:cubicBezTo>
                    <a:pt x="2268" y="8516"/>
                    <a:pt x="2668" y="11397"/>
                    <a:pt x="3014" y="14098"/>
                  </a:cubicBezTo>
                  <a:cubicBezTo>
                    <a:pt x="3448" y="17545"/>
                    <a:pt x="3781" y="20740"/>
                    <a:pt x="3975" y="21000"/>
                  </a:cubicBezTo>
                  <a:cubicBezTo>
                    <a:pt x="4061" y="21106"/>
                    <a:pt x="4261" y="21266"/>
                    <a:pt x="4561" y="21453"/>
                  </a:cubicBezTo>
                  <a:cubicBezTo>
                    <a:pt x="5235" y="21900"/>
                    <a:pt x="6402" y="22500"/>
                    <a:pt x="7842" y="23100"/>
                  </a:cubicBezTo>
                  <a:cubicBezTo>
                    <a:pt x="8369" y="23314"/>
                    <a:pt x="8896" y="23514"/>
                    <a:pt x="9509" y="23734"/>
                  </a:cubicBezTo>
                  <a:cubicBezTo>
                    <a:pt x="10130" y="23947"/>
                    <a:pt x="10810" y="24154"/>
                    <a:pt x="11497" y="24334"/>
                  </a:cubicBezTo>
                  <a:cubicBezTo>
                    <a:pt x="11277" y="22413"/>
                    <a:pt x="11057" y="20279"/>
                    <a:pt x="10776" y="17946"/>
                  </a:cubicBezTo>
                  <a:cubicBezTo>
                    <a:pt x="10696" y="17219"/>
                    <a:pt x="10603" y="16498"/>
                    <a:pt x="10510" y="15738"/>
                  </a:cubicBezTo>
                  <a:cubicBezTo>
                    <a:pt x="10003" y="11611"/>
                    <a:pt x="9183" y="7783"/>
                    <a:pt x="8376" y="5496"/>
                  </a:cubicBezTo>
                  <a:cubicBezTo>
                    <a:pt x="4975" y="2708"/>
                    <a:pt x="1107" y="141"/>
                    <a:pt x="0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3" name="Google Shape;1996;p36"/>
            <p:cNvSpPr/>
            <p:nvPr/>
          </p:nvSpPr>
          <p:spPr>
            <a:xfrm>
              <a:off x="2498250" y="3281528"/>
              <a:ext cx="339052" cy="696677"/>
            </a:xfrm>
            <a:custGeom>
              <a:avLst/>
              <a:gdLst/>
              <a:ahLst/>
              <a:cxnLst/>
              <a:rect l="l" t="t" r="r" b="b"/>
              <a:pathLst>
                <a:path w="12122" h="24908" extrusionOk="0">
                  <a:moveTo>
                    <a:pt x="745" y="715"/>
                  </a:moveTo>
                  <a:lnTo>
                    <a:pt x="745" y="715"/>
                  </a:lnTo>
                  <a:cubicBezTo>
                    <a:pt x="2159" y="1288"/>
                    <a:pt x="5480" y="3522"/>
                    <a:pt x="8454" y="5949"/>
                  </a:cubicBezTo>
                  <a:cubicBezTo>
                    <a:pt x="9281" y="8317"/>
                    <a:pt x="10055" y="12084"/>
                    <a:pt x="10548" y="16059"/>
                  </a:cubicBezTo>
                  <a:cubicBezTo>
                    <a:pt x="10635" y="16812"/>
                    <a:pt x="10728" y="17552"/>
                    <a:pt x="10815" y="18266"/>
                  </a:cubicBezTo>
                  <a:cubicBezTo>
                    <a:pt x="11048" y="20213"/>
                    <a:pt x="11248" y="22040"/>
                    <a:pt x="11428" y="23707"/>
                  </a:cubicBezTo>
                  <a:lnTo>
                    <a:pt x="11488" y="24227"/>
                  </a:lnTo>
                  <a:cubicBezTo>
                    <a:pt x="10928" y="24074"/>
                    <a:pt x="10415" y="23907"/>
                    <a:pt x="9934" y="23741"/>
                  </a:cubicBezTo>
                  <a:cubicBezTo>
                    <a:pt x="9388" y="23547"/>
                    <a:pt x="8834" y="23341"/>
                    <a:pt x="8287" y="23120"/>
                  </a:cubicBezTo>
                  <a:cubicBezTo>
                    <a:pt x="6974" y="22574"/>
                    <a:pt x="5767" y="21967"/>
                    <a:pt x="5047" y="21500"/>
                  </a:cubicBezTo>
                  <a:cubicBezTo>
                    <a:pt x="4660" y="21253"/>
                    <a:pt x="4560" y="21133"/>
                    <a:pt x="4553" y="21127"/>
                  </a:cubicBezTo>
                  <a:cubicBezTo>
                    <a:pt x="4426" y="20867"/>
                    <a:pt x="4173" y="18806"/>
                    <a:pt x="3933" y="16825"/>
                  </a:cubicBezTo>
                  <a:cubicBezTo>
                    <a:pt x="3840" y="16039"/>
                    <a:pt x="3733" y="15198"/>
                    <a:pt x="3626" y="14351"/>
                  </a:cubicBezTo>
                  <a:cubicBezTo>
                    <a:pt x="3293" y="11717"/>
                    <a:pt x="2866" y="8737"/>
                    <a:pt x="2419" y="7003"/>
                  </a:cubicBezTo>
                  <a:cubicBezTo>
                    <a:pt x="1966" y="5269"/>
                    <a:pt x="1492" y="3482"/>
                    <a:pt x="999" y="1668"/>
                  </a:cubicBezTo>
                  <a:cubicBezTo>
                    <a:pt x="892" y="1281"/>
                    <a:pt x="812" y="955"/>
                    <a:pt x="745" y="715"/>
                  </a:cubicBezTo>
                  <a:close/>
                  <a:moveTo>
                    <a:pt x="338" y="0"/>
                  </a:moveTo>
                  <a:cubicBezTo>
                    <a:pt x="148" y="0"/>
                    <a:pt x="0" y="181"/>
                    <a:pt x="45" y="368"/>
                  </a:cubicBezTo>
                  <a:cubicBezTo>
                    <a:pt x="45" y="368"/>
                    <a:pt x="192" y="901"/>
                    <a:pt x="445" y="1828"/>
                  </a:cubicBezTo>
                  <a:cubicBezTo>
                    <a:pt x="925" y="3635"/>
                    <a:pt x="1399" y="5416"/>
                    <a:pt x="1859" y="7163"/>
                  </a:cubicBezTo>
                  <a:cubicBezTo>
                    <a:pt x="2319" y="8917"/>
                    <a:pt x="2719" y="11817"/>
                    <a:pt x="3053" y="14425"/>
                  </a:cubicBezTo>
                  <a:cubicBezTo>
                    <a:pt x="3159" y="15285"/>
                    <a:pt x="3259" y="16119"/>
                    <a:pt x="3359" y="16899"/>
                  </a:cubicBezTo>
                  <a:cubicBezTo>
                    <a:pt x="3780" y="20340"/>
                    <a:pt x="3900" y="21240"/>
                    <a:pt x="4080" y="21467"/>
                  </a:cubicBezTo>
                  <a:cubicBezTo>
                    <a:pt x="4180" y="21613"/>
                    <a:pt x="4393" y="21787"/>
                    <a:pt x="4726" y="21994"/>
                  </a:cubicBezTo>
                  <a:cubicBezTo>
                    <a:pt x="5480" y="22487"/>
                    <a:pt x="6727" y="23107"/>
                    <a:pt x="8061" y="23661"/>
                  </a:cubicBezTo>
                  <a:cubicBezTo>
                    <a:pt x="8621" y="23894"/>
                    <a:pt x="9148" y="24087"/>
                    <a:pt x="9748" y="24301"/>
                  </a:cubicBezTo>
                  <a:cubicBezTo>
                    <a:pt x="10341" y="24521"/>
                    <a:pt x="11021" y="24721"/>
                    <a:pt x="11748" y="24908"/>
                  </a:cubicBezTo>
                  <a:lnTo>
                    <a:pt x="11822" y="24908"/>
                  </a:lnTo>
                  <a:cubicBezTo>
                    <a:pt x="11888" y="24908"/>
                    <a:pt x="11955" y="24888"/>
                    <a:pt x="12015" y="24854"/>
                  </a:cubicBezTo>
                  <a:cubicBezTo>
                    <a:pt x="12082" y="24781"/>
                    <a:pt x="12122" y="24688"/>
                    <a:pt x="12115" y="24594"/>
                  </a:cubicBezTo>
                  <a:lnTo>
                    <a:pt x="12002" y="23654"/>
                  </a:lnTo>
                  <a:cubicBezTo>
                    <a:pt x="11822" y="21987"/>
                    <a:pt x="11622" y="20166"/>
                    <a:pt x="11388" y="18206"/>
                  </a:cubicBezTo>
                  <a:cubicBezTo>
                    <a:pt x="11302" y="17486"/>
                    <a:pt x="11215" y="16752"/>
                    <a:pt x="11121" y="15999"/>
                  </a:cubicBezTo>
                  <a:cubicBezTo>
                    <a:pt x="10621" y="11931"/>
                    <a:pt x="9821" y="8083"/>
                    <a:pt x="8981" y="5689"/>
                  </a:cubicBezTo>
                  <a:cubicBezTo>
                    <a:pt x="8961" y="5636"/>
                    <a:pt x="8928" y="5589"/>
                    <a:pt x="8888" y="5556"/>
                  </a:cubicBezTo>
                  <a:cubicBezTo>
                    <a:pt x="5780" y="3015"/>
                    <a:pt x="1632" y="168"/>
                    <a:pt x="359" y="1"/>
                  </a:cubicBezTo>
                  <a:cubicBezTo>
                    <a:pt x="352" y="1"/>
                    <a:pt x="345" y="0"/>
                    <a:pt x="33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4" name="Google Shape;1997;p36"/>
            <p:cNvSpPr/>
            <p:nvPr/>
          </p:nvSpPr>
          <p:spPr>
            <a:xfrm>
              <a:off x="2939309" y="3991602"/>
              <a:ext cx="36781" cy="9538"/>
            </a:xfrm>
            <a:custGeom>
              <a:avLst/>
              <a:gdLst/>
              <a:ahLst/>
              <a:cxnLst/>
              <a:rect l="l" t="t" r="r" b="b"/>
              <a:pathLst>
                <a:path w="1315" h="341" extrusionOk="0">
                  <a:moveTo>
                    <a:pt x="294" y="1"/>
                  </a:moveTo>
                  <a:cubicBezTo>
                    <a:pt x="256" y="1"/>
                    <a:pt x="218" y="3"/>
                    <a:pt x="180" y="7"/>
                  </a:cubicBezTo>
                  <a:cubicBezTo>
                    <a:pt x="107" y="21"/>
                    <a:pt x="47" y="61"/>
                    <a:pt x="0" y="114"/>
                  </a:cubicBezTo>
                  <a:cubicBezTo>
                    <a:pt x="754" y="254"/>
                    <a:pt x="1254" y="334"/>
                    <a:pt x="1314" y="341"/>
                  </a:cubicBezTo>
                  <a:cubicBezTo>
                    <a:pt x="1253" y="304"/>
                    <a:pt x="749" y="1"/>
                    <a:pt x="294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5" name="Google Shape;1998;p36"/>
            <p:cNvSpPr/>
            <p:nvPr/>
          </p:nvSpPr>
          <p:spPr>
            <a:xfrm>
              <a:off x="2930722" y="3983379"/>
              <a:ext cx="54318" cy="25984"/>
            </a:xfrm>
            <a:custGeom>
              <a:avLst/>
              <a:gdLst/>
              <a:ahLst/>
              <a:cxnLst/>
              <a:rect l="l" t="t" r="r" b="b"/>
              <a:pathLst>
                <a:path w="1942" h="929" extrusionOk="0">
                  <a:moveTo>
                    <a:pt x="577" y="1"/>
                  </a:moveTo>
                  <a:cubicBezTo>
                    <a:pt x="531" y="1"/>
                    <a:pt x="486" y="3"/>
                    <a:pt x="441" y="8"/>
                  </a:cubicBezTo>
                  <a:cubicBezTo>
                    <a:pt x="314" y="35"/>
                    <a:pt x="201" y="95"/>
                    <a:pt x="107" y="195"/>
                  </a:cubicBezTo>
                  <a:cubicBezTo>
                    <a:pt x="27" y="268"/>
                    <a:pt x="1" y="388"/>
                    <a:pt x="34" y="495"/>
                  </a:cubicBezTo>
                  <a:cubicBezTo>
                    <a:pt x="67" y="595"/>
                    <a:pt x="154" y="675"/>
                    <a:pt x="261" y="695"/>
                  </a:cubicBezTo>
                  <a:lnTo>
                    <a:pt x="1588" y="928"/>
                  </a:lnTo>
                  <a:lnTo>
                    <a:pt x="1628" y="928"/>
                  </a:lnTo>
                  <a:cubicBezTo>
                    <a:pt x="1748" y="922"/>
                    <a:pt x="1854" y="848"/>
                    <a:pt x="1894" y="735"/>
                  </a:cubicBezTo>
                  <a:cubicBezTo>
                    <a:pt x="1941" y="602"/>
                    <a:pt x="1894" y="455"/>
                    <a:pt x="1774" y="381"/>
                  </a:cubicBezTo>
                  <a:cubicBezTo>
                    <a:pt x="1615" y="290"/>
                    <a:pt x="1090" y="1"/>
                    <a:pt x="57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6" name="Google Shape;1999;p36"/>
            <p:cNvSpPr/>
            <p:nvPr/>
          </p:nvSpPr>
          <p:spPr>
            <a:xfrm>
              <a:off x="2591642" y="3676408"/>
              <a:ext cx="336871" cy="316341"/>
            </a:xfrm>
            <a:custGeom>
              <a:avLst/>
              <a:gdLst/>
              <a:ahLst/>
              <a:cxnLst/>
              <a:rect l="l" t="t" r="r" b="b"/>
              <a:pathLst>
                <a:path w="12044" h="11310" extrusionOk="0">
                  <a:moveTo>
                    <a:pt x="594" y="0"/>
                  </a:moveTo>
                  <a:cubicBezTo>
                    <a:pt x="387" y="53"/>
                    <a:pt x="187" y="140"/>
                    <a:pt x="0" y="267"/>
                  </a:cubicBezTo>
                  <a:cubicBezTo>
                    <a:pt x="434" y="3714"/>
                    <a:pt x="767" y="6909"/>
                    <a:pt x="961" y="7169"/>
                  </a:cubicBezTo>
                  <a:cubicBezTo>
                    <a:pt x="1301" y="7615"/>
                    <a:pt x="3588" y="8876"/>
                    <a:pt x="6495" y="9903"/>
                  </a:cubicBezTo>
                  <a:cubicBezTo>
                    <a:pt x="8249" y="10516"/>
                    <a:pt x="10503" y="11010"/>
                    <a:pt x="12044" y="11310"/>
                  </a:cubicBezTo>
                  <a:cubicBezTo>
                    <a:pt x="11810" y="11023"/>
                    <a:pt x="11637" y="10696"/>
                    <a:pt x="11530" y="10350"/>
                  </a:cubicBezTo>
                  <a:cubicBezTo>
                    <a:pt x="11043" y="8882"/>
                    <a:pt x="10597" y="3708"/>
                    <a:pt x="7389" y="1067"/>
                  </a:cubicBezTo>
                  <a:lnTo>
                    <a:pt x="7389" y="1067"/>
                  </a:lnTo>
                  <a:cubicBezTo>
                    <a:pt x="7389" y="1067"/>
                    <a:pt x="7502" y="1981"/>
                    <a:pt x="7629" y="3008"/>
                  </a:cubicBezTo>
                  <a:cubicBezTo>
                    <a:pt x="7629" y="3008"/>
                    <a:pt x="6113" y="3618"/>
                    <a:pt x="4349" y="3618"/>
                  </a:cubicBezTo>
                  <a:cubicBezTo>
                    <a:pt x="4223" y="3618"/>
                    <a:pt x="4096" y="3614"/>
                    <a:pt x="3968" y="3608"/>
                  </a:cubicBezTo>
                  <a:cubicBezTo>
                    <a:pt x="2921" y="3548"/>
                    <a:pt x="1828" y="3254"/>
                    <a:pt x="927" y="2481"/>
                  </a:cubicBezTo>
                  <a:cubicBezTo>
                    <a:pt x="927" y="2481"/>
                    <a:pt x="681" y="607"/>
                    <a:pt x="594" y="0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7" name="Google Shape;2000;p36"/>
            <p:cNvSpPr/>
            <p:nvPr/>
          </p:nvSpPr>
          <p:spPr>
            <a:xfrm>
              <a:off x="2583055" y="3668045"/>
              <a:ext cx="354044" cy="332563"/>
            </a:xfrm>
            <a:custGeom>
              <a:avLst/>
              <a:gdLst/>
              <a:ahLst/>
              <a:cxnLst/>
              <a:rect l="l" t="t" r="r" b="b"/>
              <a:pathLst>
                <a:path w="12658" h="11890" extrusionOk="0">
                  <a:moveTo>
                    <a:pt x="661" y="693"/>
                  </a:moveTo>
                  <a:cubicBezTo>
                    <a:pt x="768" y="1473"/>
                    <a:pt x="948" y="2813"/>
                    <a:pt x="948" y="2813"/>
                  </a:cubicBezTo>
                  <a:cubicBezTo>
                    <a:pt x="954" y="2886"/>
                    <a:pt x="988" y="2953"/>
                    <a:pt x="1048" y="2993"/>
                  </a:cubicBezTo>
                  <a:cubicBezTo>
                    <a:pt x="1888" y="3720"/>
                    <a:pt x="2968" y="4120"/>
                    <a:pt x="4262" y="4187"/>
                  </a:cubicBezTo>
                  <a:cubicBezTo>
                    <a:pt x="4403" y="4194"/>
                    <a:pt x="4543" y="4198"/>
                    <a:pt x="4681" y="4198"/>
                  </a:cubicBezTo>
                  <a:cubicBezTo>
                    <a:pt x="6465" y="4198"/>
                    <a:pt x="7975" y="3604"/>
                    <a:pt x="8049" y="3573"/>
                  </a:cubicBezTo>
                  <a:cubicBezTo>
                    <a:pt x="8163" y="3520"/>
                    <a:pt x="8236" y="3400"/>
                    <a:pt x="8223" y="3273"/>
                  </a:cubicBezTo>
                  <a:cubicBezTo>
                    <a:pt x="8170" y="2846"/>
                    <a:pt x="8123" y="2446"/>
                    <a:pt x="8083" y="2120"/>
                  </a:cubicBezTo>
                  <a:lnTo>
                    <a:pt x="8083" y="2120"/>
                  </a:lnTo>
                  <a:cubicBezTo>
                    <a:pt x="10117" y="4213"/>
                    <a:pt x="10804" y="7421"/>
                    <a:pt x="11230" y="9408"/>
                  </a:cubicBezTo>
                  <a:cubicBezTo>
                    <a:pt x="11357" y="9975"/>
                    <a:pt x="11457" y="10422"/>
                    <a:pt x="11557" y="10742"/>
                  </a:cubicBezTo>
                  <a:cubicBezTo>
                    <a:pt x="11617" y="10902"/>
                    <a:pt x="11670" y="11049"/>
                    <a:pt x="11737" y="11189"/>
                  </a:cubicBezTo>
                  <a:cubicBezTo>
                    <a:pt x="10257" y="10889"/>
                    <a:pt x="8396" y="10455"/>
                    <a:pt x="6902" y="9922"/>
                  </a:cubicBezTo>
                  <a:cubicBezTo>
                    <a:pt x="3855" y="8848"/>
                    <a:pt x="1768" y="7641"/>
                    <a:pt x="1521" y="7308"/>
                  </a:cubicBezTo>
                  <a:cubicBezTo>
                    <a:pt x="1394" y="7048"/>
                    <a:pt x="1148" y="4987"/>
                    <a:pt x="901" y="3006"/>
                  </a:cubicBezTo>
                  <a:cubicBezTo>
                    <a:pt x="814" y="2280"/>
                    <a:pt x="721" y="1506"/>
                    <a:pt x="621" y="713"/>
                  </a:cubicBezTo>
                  <a:lnTo>
                    <a:pt x="661" y="693"/>
                  </a:lnTo>
                  <a:close/>
                  <a:moveTo>
                    <a:pt x="902" y="1"/>
                  </a:moveTo>
                  <a:cubicBezTo>
                    <a:pt x="884" y="1"/>
                    <a:pt x="865" y="2"/>
                    <a:pt x="848" y="6"/>
                  </a:cubicBezTo>
                  <a:cubicBezTo>
                    <a:pt x="594" y="72"/>
                    <a:pt x="361" y="179"/>
                    <a:pt x="154" y="319"/>
                  </a:cubicBezTo>
                  <a:cubicBezTo>
                    <a:pt x="54" y="372"/>
                    <a:pt x="1" y="486"/>
                    <a:pt x="21" y="599"/>
                  </a:cubicBezTo>
                  <a:cubicBezTo>
                    <a:pt x="127" y="1453"/>
                    <a:pt x="227" y="2286"/>
                    <a:pt x="327" y="3073"/>
                  </a:cubicBezTo>
                  <a:cubicBezTo>
                    <a:pt x="748" y="6514"/>
                    <a:pt x="868" y="7414"/>
                    <a:pt x="1034" y="7641"/>
                  </a:cubicBezTo>
                  <a:cubicBezTo>
                    <a:pt x="1454" y="8188"/>
                    <a:pt x="3828" y="9455"/>
                    <a:pt x="6716" y="10475"/>
                  </a:cubicBezTo>
                  <a:cubicBezTo>
                    <a:pt x="8463" y="11102"/>
                    <a:pt x="10717" y="11589"/>
                    <a:pt x="12291" y="11889"/>
                  </a:cubicBezTo>
                  <a:lnTo>
                    <a:pt x="12351" y="11889"/>
                  </a:lnTo>
                  <a:cubicBezTo>
                    <a:pt x="12356" y="11889"/>
                    <a:pt x="12361" y="11889"/>
                    <a:pt x="12366" y="11889"/>
                  </a:cubicBezTo>
                  <a:cubicBezTo>
                    <a:pt x="12460" y="11889"/>
                    <a:pt x="12547" y="11831"/>
                    <a:pt x="12597" y="11749"/>
                  </a:cubicBezTo>
                  <a:cubicBezTo>
                    <a:pt x="12657" y="11642"/>
                    <a:pt x="12651" y="11509"/>
                    <a:pt x="12571" y="11415"/>
                  </a:cubicBezTo>
                  <a:cubicBezTo>
                    <a:pt x="12364" y="11162"/>
                    <a:pt x="12211" y="10869"/>
                    <a:pt x="12117" y="10555"/>
                  </a:cubicBezTo>
                  <a:cubicBezTo>
                    <a:pt x="11984" y="10135"/>
                    <a:pt x="11884" y="9715"/>
                    <a:pt x="11804" y="9281"/>
                  </a:cubicBezTo>
                  <a:cubicBezTo>
                    <a:pt x="11324" y="7048"/>
                    <a:pt x="10517" y="3307"/>
                    <a:pt x="7883" y="1139"/>
                  </a:cubicBezTo>
                  <a:cubicBezTo>
                    <a:pt x="7828" y="1093"/>
                    <a:pt x="7760" y="1069"/>
                    <a:pt x="7693" y="1069"/>
                  </a:cubicBezTo>
                  <a:cubicBezTo>
                    <a:pt x="7645" y="1069"/>
                    <a:pt x="7598" y="1081"/>
                    <a:pt x="7556" y="1106"/>
                  </a:cubicBezTo>
                  <a:cubicBezTo>
                    <a:pt x="7449" y="1159"/>
                    <a:pt x="7389" y="1279"/>
                    <a:pt x="7403" y="1399"/>
                  </a:cubicBezTo>
                  <a:lnTo>
                    <a:pt x="7623" y="3107"/>
                  </a:lnTo>
                  <a:cubicBezTo>
                    <a:pt x="7157" y="3266"/>
                    <a:pt x="5965" y="3622"/>
                    <a:pt x="4648" y="3622"/>
                  </a:cubicBezTo>
                  <a:cubicBezTo>
                    <a:pt x="4531" y="3622"/>
                    <a:pt x="4413" y="3619"/>
                    <a:pt x="4295" y="3613"/>
                  </a:cubicBezTo>
                  <a:cubicBezTo>
                    <a:pt x="3168" y="3553"/>
                    <a:pt x="2235" y="3220"/>
                    <a:pt x="1514" y="2633"/>
                  </a:cubicBezTo>
                  <a:cubicBezTo>
                    <a:pt x="1454" y="2213"/>
                    <a:pt x="1261" y="779"/>
                    <a:pt x="1188" y="252"/>
                  </a:cubicBezTo>
                  <a:cubicBezTo>
                    <a:pt x="1181" y="172"/>
                    <a:pt x="1134" y="99"/>
                    <a:pt x="1068" y="52"/>
                  </a:cubicBezTo>
                  <a:cubicBezTo>
                    <a:pt x="1017" y="17"/>
                    <a:pt x="959" y="1"/>
                    <a:pt x="90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8" name="Google Shape;2001;p36"/>
            <p:cNvSpPr/>
            <p:nvPr/>
          </p:nvSpPr>
          <p:spPr>
            <a:xfrm>
              <a:off x="2939309" y="3991602"/>
              <a:ext cx="36781" cy="9538"/>
            </a:xfrm>
            <a:custGeom>
              <a:avLst/>
              <a:gdLst/>
              <a:ahLst/>
              <a:cxnLst/>
              <a:rect l="l" t="t" r="r" b="b"/>
              <a:pathLst>
                <a:path w="1315" h="341" extrusionOk="0">
                  <a:moveTo>
                    <a:pt x="294" y="1"/>
                  </a:moveTo>
                  <a:cubicBezTo>
                    <a:pt x="256" y="1"/>
                    <a:pt x="218" y="3"/>
                    <a:pt x="180" y="7"/>
                  </a:cubicBezTo>
                  <a:cubicBezTo>
                    <a:pt x="107" y="21"/>
                    <a:pt x="47" y="61"/>
                    <a:pt x="0" y="114"/>
                  </a:cubicBezTo>
                  <a:cubicBezTo>
                    <a:pt x="754" y="254"/>
                    <a:pt x="1254" y="334"/>
                    <a:pt x="1314" y="341"/>
                  </a:cubicBezTo>
                  <a:cubicBezTo>
                    <a:pt x="1253" y="304"/>
                    <a:pt x="749" y="1"/>
                    <a:pt x="294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9" name="Google Shape;2002;p36"/>
            <p:cNvSpPr/>
            <p:nvPr/>
          </p:nvSpPr>
          <p:spPr>
            <a:xfrm>
              <a:off x="2930722" y="3983379"/>
              <a:ext cx="54318" cy="25984"/>
            </a:xfrm>
            <a:custGeom>
              <a:avLst/>
              <a:gdLst/>
              <a:ahLst/>
              <a:cxnLst/>
              <a:rect l="l" t="t" r="r" b="b"/>
              <a:pathLst>
                <a:path w="1942" h="929" extrusionOk="0">
                  <a:moveTo>
                    <a:pt x="577" y="1"/>
                  </a:moveTo>
                  <a:cubicBezTo>
                    <a:pt x="531" y="1"/>
                    <a:pt x="486" y="3"/>
                    <a:pt x="441" y="8"/>
                  </a:cubicBezTo>
                  <a:cubicBezTo>
                    <a:pt x="314" y="35"/>
                    <a:pt x="201" y="95"/>
                    <a:pt x="107" y="195"/>
                  </a:cubicBezTo>
                  <a:cubicBezTo>
                    <a:pt x="27" y="268"/>
                    <a:pt x="1" y="388"/>
                    <a:pt x="34" y="495"/>
                  </a:cubicBezTo>
                  <a:cubicBezTo>
                    <a:pt x="67" y="595"/>
                    <a:pt x="154" y="675"/>
                    <a:pt x="261" y="695"/>
                  </a:cubicBezTo>
                  <a:lnTo>
                    <a:pt x="1588" y="928"/>
                  </a:lnTo>
                  <a:lnTo>
                    <a:pt x="1628" y="928"/>
                  </a:lnTo>
                  <a:cubicBezTo>
                    <a:pt x="1748" y="922"/>
                    <a:pt x="1854" y="848"/>
                    <a:pt x="1894" y="735"/>
                  </a:cubicBezTo>
                  <a:cubicBezTo>
                    <a:pt x="1941" y="602"/>
                    <a:pt x="1894" y="455"/>
                    <a:pt x="1774" y="381"/>
                  </a:cubicBezTo>
                  <a:cubicBezTo>
                    <a:pt x="1615" y="290"/>
                    <a:pt x="1090" y="1"/>
                    <a:pt x="57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0" name="Google Shape;2003;p36"/>
            <p:cNvSpPr/>
            <p:nvPr/>
          </p:nvSpPr>
          <p:spPr>
            <a:xfrm>
              <a:off x="2796242" y="3548641"/>
              <a:ext cx="31187" cy="171065"/>
            </a:xfrm>
            <a:custGeom>
              <a:avLst/>
              <a:gdLst/>
              <a:ahLst/>
              <a:cxnLst/>
              <a:rect l="l" t="t" r="r" b="b"/>
              <a:pathLst>
                <a:path w="1115" h="6116" extrusionOk="0">
                  <a:moveTo>
                    <a:pt x="1" y="0"/>
                  </a:moveTo>
                  <a:lnTo>
                    <a:pt x="1" y="0"/>
                  </a:lnTo>
                  <a:cubicBezTo>
                    <a:pt x="81" y="1034"/>
                    <a:pt x="221" y="2061"/>
                    <a:pt x="414" y="3081"/>
                  </a:cubicBezTo>
                  <a:cubicBezTo>
                    <a:pt x="594" y="4101"/>
                    <a:pt x="828" y="5115"/>
                    <a:pt x="1114" y="6115"/>
                  </a:cubicBezTo>
                  <a:cubicBezTo>
                    <a:pt x="1034" y="5082"/>
                    <a:pt x="894" y="4048"/>
                    <a:pt x="701" y="3034"/>
                  </a:cubicBezTo>
                  <a:cubicBezTo>
                    <a:pt x="521" y="2007"/>
                    <a:pt x="287" y="994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1" name="Google Shape;2004;p36"/>
            <p:cNvSpPr/>
            <p:nvPr/>
          </p:nvSpPr>
          <p:spPr>
            <a:xfrm>
              <a:off x="2844183" y="3629027"/>
              <a:ext cx="36221" cy="125166"/>
            </a:xfrm>
            <a:custGeom>
              <a:avLst/>
              <a:gdLst/>
              <a:ahLst/>
              <a:cxnLst/>
              <a:rect l="l" t="t" r="r" b="b"/>
              <a:pathLst>
                <a:path w="1295" h="4475" extrusionOk="0">
                  <a:moveTo>
                    <a:pt x="0" y="0"/>
                  </a:moveTo>
                  <a:lnTo>
                    <a:pt x="0" y="0"/>
                  </a:lnTo>
                  <a:cubicBezTo>
                    <a:pt x="134" y="1561"/>
                    <a:pt x="574" y="3081"/>
                    <a:pt x="1294" y="4475"/>
                  </a:cubicBezTo>
                  <a:cubicBezTo>
                    <a:pt x="1134" y="3708"/>
                    <a:pt x="921" y="2968"/>
                    <a:pt x="701" y="2221"/>
                  </a:cubicBezTo>
                  <a:cubicBezTo>
                    <a:pt x="487" y="1481"/>
                    <a:pt x="281" y="734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2" name="Google Shape;2005;p36"/>
            <p:cNvSpPr/>
            <p:nvPr/>
          </p:nvSpPr>
          <p:spPr>
            <a:xfrm>
              <a:off x="2865999" y="4377141"/>
              <a:ext cx="131711" cy="35662"/>
            </a:xfrm>
            <a:custGeom>
              <a:avLst/>
              <a:gdLst/>
              <a:ahLst/>
              <a:cxnLst/>
              <a:rect l="l" t="t" r="r" b="b"/>
              <a:pathLst>
                <a:path w="4709" h="1275" extrusionOk="0">
                  <a:moveTo>
                    <a:pt x="1" y="0"/>
                  </a:moveTo>
                  <a:lnTo>
                    <a:pt x="1" y="0"/>
                  </a:lnTo>
                  <a:cubicBezTo>
                    <a:pt x="754" y="314"/>
                    <a:pt x="1528" y="567"/>
                    <a:pt x="2315" y="774"/>
                  </a:cubicBezTo>
                  <a:cubicBezTo>
                    <a:pt x="3102" y="1001"/>
                    <a:pt x="3902" y="1167"/>
                    <a:pt x="4709" y="1274"/>
                  </a:cubicBezTo>
                  <a:cubicBezTo>
                    <a:pt x="3195" y="667"/>
                    <a:pt x="1614" y="240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3" name="Google Shape;2006;p36"/>
            <p:cNvSpPr/>
            <p:nvPr/>
          </p:nvSpPr>
          <p:spPr>
            <a:xfrm>
              <a:off x="3039833" y="4429165"/>
              <a:ext cx="282413" cy="49059"/>
            </a:xfrm>
            <a:custGeom>
              <a:avLst/>
              <a:gdLst/>
              <a:ahLst/>
              <a:cxnLst/>
              <a:rect l="l" t="t" r="r" b="b"/>
              <a:pathLst>
                <a:path w="10097" h="1754" extrusionOk="0">
                  <a:moveTo>
                    <a:pt x="1" y="1"/>
                  </a:moveTo>
                  <a:cubicBezTo>
                    <a:pt x="434" y="61"/>
                    <a:pt x="834" y="221"/>
                    <a:pt x="1241" y="401"/>
                  </a:cubicBezTo>
                  <a:cubicBezTo>
                    <a:pt x="1654" y="574"/>
                    <a:pt x="2061" y="734"/>
                    <a:pt x="2468" y="894"/>
                  </a:cubicBezTo>
                  <a:cubicBezTo>
                    <a:pt x="3295" y="1208"/>
                    <a:pt x="4148" y="1455"/>
                    <a:pt x="5022" y="1628"/>
                  </a:cubicBezTo>
                  <a:cubicBezTo>
                    <a:pt x="5481" y="1712"/>
                    <a:pt x="5946" y="1753"/>
                    <a:pt x="6411" y="1753"/>
                  </a:cubicBezTo>
                  <a:cubicBezTo>
                    <a:pt x="6838" y="1753"/>
                    <a:pt x="7265" y="1718"/>
                    <a:pt x="7689" y="1648"/>
                  </a:cubicBezTo>
                  <a:cubicBezTo>
                    <a:pt x="8563" y="1501"/>
                    <a:pt x="9423" y="1148"/>
                    <a:pt x="10097" y="574"/>
                  </a:cubicBezTo>
                  <a:lnTo>
                    <a:pt x="10097" y="574"/>
                  </a:lnTo>
                  <a:cubicBezTo>
                    <a:pt x="9357" y="1035"/>
                    <a:pt x="8523" y="1328"/>
                    <a:pt x="7656" y="1421"/>
                  </a:cubicBezTo>
                  <a:cubicBezTo>
                    <a:pt x="7320" y="1463"/>
                    <a:pt x="6983" y="1483"/>
                    <a:pt x="6647" y="1483"/>
                  </a:cubicBezTo>
                  <a:cubicBezTo>
                    <a:pt x="6118" y="1483"/>
                    <a:pt x="5591" y="1433"/>
                    <a:pt x="5069" y="1335"/>
                  </a:cubicBezTo>
                  <a:cubicBezTo>
                    <a:pt x="4215" y="1168"/>
                    <a:pt x="3368" y="948"/>
                    <a:pt x="2541" y="674"/>
                  </a:cubicBezTo>
                  <a:lnTo>
                    <a:pt x="1294" y="274"/>
                  </a:lnTo>
                  <a:cubicBezTo>
                    <a:pt x="874" y="141"/>
                    <a:pt x="441" y="1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4" name="Google Shape;2007;p36"/>
            <p:cNvSpPr/>
            <p:nvPr/>
          </p:nvSpPr>
          <p:spPr>
            <a:xfrm>
              <a:off x="3176550" y="4372106"/>
              <a:ext cx="159513" cy="68666"/>
            </a:xfrm>
            <a:custGeom>
              <a:avLst/>
              <a:gdLst/>
              <a:ahLst/>
              <a:cxnLst/>
              <a:rect l="l" t="t" r="r" b="b"/>
              <a:pathLst>
                <a:path w="5703" h="2455" extrusionOk="0">
                  <a:moveTo>
                    <a:pt x="5702" y="0"/>
                  </a:moveTo>
                  <a:cubicBezTo>
                    <a:pt x="5355" y="420"/>
                    <a:pt x="4982" y="807"/>
                    <a:pt x="4575" y="1167"/>
                  </a:cubicBezTo>
                  <a:cubicBezTo>
                    <a:pt x="4168" y="1501"/>
                    <a:pt x="3702" y="1761"/>
                    <a:pt x="3202" y="1921"/>
                  </a:cubicBezTo>
                  <a:cubicBezTo>
                    <a:pt x="2188" y="2254"/>
                    <a:pt x="1088" y="2254"/>
                    <a:pt x="1" y="2341"/>
                  </a:cubicBezTo>
                  <a:cubicBezTo>
                    <a:pt x="488" y="2408"/>
                    <a:pt x="988" y="2455"/>
                    <a:pt x="1490" y="2455"/>
                  </a:cubicBezTo>
                  <a:cubicBezTo>
                    <a:pt x="2093" y="2455"/>
                    <a:pt x="2699" y="2387"/>
                    <a:pt x="3288" y="2201"/>
                  </a:cubicBezTo>
                  <a:cubicBezTo>
                    <a:pt x="3828" y="2028"/>
                    <a:pt x="4322" y="1727"/>
                    <a:pt x="4722" y="1334"/>
                  </a:cubicBezTo>
                  <a:cubicBezTo>
                    <a:pt x="5115" y="941"/>
                    <a:pt x="5449" y="487"/>
                    <a:pt x="570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5" name="Google Shape;2008;p36"/>
            <p:cNvSpPr/>
            <p:nvPr/>
          </p:nvSpPr>
          <p:spPr>
            <a:xfrm>
              <a:off x="3186452" y="4349171"/>
              <a:ext cx="119768" cy="50738"/>
            </a:xfrm>
            <a:custGeom>
              <a:avLst/>
              <a:gdLst/>
              <a:ahLst/>
              <a:cxnLst/>
              <a:rect l="l" t="t" r="r" b="b"/>
              <a:pathLst>
                <a:path w="4282" h="1814" extrusionOk="0">
                  <a:moveTo>
                    <a:pt x="4281" y="0"/>
                  </a:moveTo>
                  <a:cubicBezTo>
                    <a:pt x="3634" y="434"/>
                    <a:pt x="2948" y="814"/>
                    <a:pt x="2234" y="1120"/>
                  </a:cubicBezTo>
                  <a:cubicBezTo>
                    <a:pt x="1514" y="1421"/>
                    <a:pt x="767" y="1647"/>
                    <a:pt x="0" y="1807"/>
                  </a:cubicBezTo>
                  <a:cubicBezTo>
                    <a:pt x="88" y="1812"/>
                    <a:pt x="176" y="1814"/>
                    <a:pt x="263" y="1814"/>
                  </a:cubicBezTo>
                  <a:cubicBezTo>
                    <a:pt x="1796" y="1814"/>
                    <a:pt x="3259" y="1155"/>
                    <a:pt x="428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6" name="Google Shape;2009;p36"/>
            <p:cNvSpPr/>
            <p:nvPr/>
          </p:nvSpPr>
          <p:spPr>
            <a:xfrm>
              <a:off x="2458504" y="3260774"/>
              <a:ext cx="389986" cy="1410527"/>
            </a:xfrm>
            <a:custGeom>
              <a:avLst/>
              <a:gdLst/>
              <a:ahLst/>
              <a:cxnLst/>
              <a:rect l="l" t="t" r="r" b="b"/>
              <a:pathLst>
                <a:path w="13943" h="50430" extrusionOk="0">
                  <a:moveTo>
                    <a:pt x="885" y="1"/>
                  </a:moveTo>
                  <a:cubicBezTo>
                    <a:pt x="0" y="1"/>
                    <a:pt x="373" y="403"/>
                    <a:pt x="373" y="403"/>
                  </a:cubicBezTo>
                  <a:lnTo>
                    <a:pt x="1306" y="770"/>
                  </a:lnTo>
                  <a:lnTo>
                    <a:pt x="1339" y="830"/>
                  </a:lnTo>
                  <a:lnTo>
                    <a:pt x="1366" y="876"/>
                  </a:lnTo>
                  <a:lnTo>
                    <a:pt x="1606" y="1363"/>
                  </a:lnTo>
                  <a:lnTo>
                    <a:pt x="1733" y="1623"/>
                  </a:lnTo>
                  <a:cubicBezTo>
                    <a:pt x="1833" y="1810"/>
                    <a:pt x="1933" y="2037"/>
                    <a:pt x="2046" y="2277"/>
                  </a:cubicBezTo>
                  <a:cubicBezTo>
                    <a:pt x="2086" y="2363"/>
                    <a:pt x="2120" y="2443"/>
                    <a:pt x="2166" y="2537"/>
                  </a:cubicBezTo>
                  <a:cubicBezTo>
                    <a:pt x="2206" y="2630"/>
                    <a:pt x="2233" y="2677"/>
                    <a:pt x="2286" y="2810"/>
                  </a:cubicBezTo>
                  <a:cubicBezTo>
                    <a:pt x="2346" y="2944"/>
                    <a:pt x="2380" y="3044"/>
                    <a:pt x="2473" y="3244"/>
                  </a:cubicBezTo>
                  <a:cubicBezTo>
                    <a:pt x="2566" y="3444"/>
                    <a:pt x="2646" y="3657"/>
                    <a:pt x="2740" y="3871"/>
                  </a:cubicBezTo>
                  <a:lnTo>
                    <a:pt x="2773" y="3944"/>
                  </a:lnTo>
                  <a:lnTo>
                    <a:pt x="3013" y="4544"/>
                  </a:lnTo>
                  <a:lnTo>
                    <a:pt x="3147" y="4904"/>
                  </a:lnTo>
                  <a:cubicBezTo>
                    <a:pt x="3187" y="5011"/>
                    <a:pt x="3240" y="5131"/>
                    <a:pt x="3273" y="5238"/>
                  </a:cubicBezTo>
                  <a:cubicBezTo>
                    <a:pt x="3413" y="5624"/>
                    <a:pt x="3553" y="6004"/>
                    <a:pt x="3680" y="6411"/>
                  </a:cubicBezTo>
                  <a:cubicBezTo>
                    <a:pt x="3733" y="6538"/>
                    <a:pt x="3773" y="6671"/>
                    <a:pt x="3813" y="6805"/>
                  </a:cubicBezTo>
                  <a:lnTo>
                    <a:pt x="4067" y="7645"/>
                  </a:lnTo>
                  <a:cubicBezTo>
                    <a:pt x="4107" y="7805"/>
                    <a:pt x="4147" y="7972"/>
                    <a:pt x="4200" y="8145"/>
                  </a:cubicBezTo>
                  <a:cubicBezTo>
                    <a:pt x="4247" y="8325"/>
                    <a:pt x="4287" y="8498"/>
                    <a:pt x="4334" y="8678"/>
                  </a:cubicBezTo>
                  <a:lnTo>
                    <a:pt x="4434" y="9125"/>
                  </a:lnTo>
                  <a:cubicBezTo>
                    <a:pt x="4474" y="9305"/>
                    <a:pt x="4487" y="9372"/>
                    <a:pt x="4547" y="9679"/>
                  </a:cubicBezTo>
                  <a:cubicBezTo>
                    <a:pt x="4607" y="9992"/>
                    <a:pt x="4674" y="10339"/>
                    <a:pt x="4734" y="10726"/>
                  </a:cubicBezTo>
                  <a:cubicBezTo>
                    <a:pt x="4767" y="10906"/>
                    <a:pt x="4800" y="11106"/>
                    <a:pt x="4834" y="11312"/>
                  </a:cubicBezTo>
                  <a:lnTo>
                    <a:pt x="4854" y="11473"/>
                  </a:lnTo>
                  <a:lnTo>
                    <a:pt x="4934" y="11933"/>
                  </a:lnTo>
                  <a:cubicBezTo>
                    <a:pt x="5014" y="12493"/>
                    <a:pt x="5107" y="13080"/>
                    <a:pt x="5201" y="13706"/>
                  </a:cubicBezTo>
                  <a:lnTo>
                    <a:pt x="5247" y="14080"/>
                  </a:lnTo>
                  <a:lnTo>
                    <a:pt x="5267" y="14207"/>
                  </a:lnTo>
                  <a:cubicBezTo>
                    <a:pt x="5301" y="14413"/>
                    <a:pt x="5307" y="14513"/>
                    <a:pt x="5354" y="14860"/>
                  </a:cubicBezTo>
                  <a:cubicBezTo>
                    <a:pt x="5407" y="15200"/>
                    <a:pt x="5447" y="15547"/>
                    <a:pt x="5501" y="15907"/>
                  </a:cubicBezTo>
                  <a:cubicBezTo>
                    <a:pt x="5507" y="15980"/>
                    <a:pt x="5514" y="16054"/>
                    <a:pt x="5534" y="16127"/>
                  </a:cubicBezTo>
                  <a:cubicBezTo>
                    <a:pt x="5667" y="17161"/>
                    <a:pt x="5801" y="18228"/>
                    <a:pt x="5934" y="19295"/>
                  </a:cubicBezTo>
                  <a:cubicBezTo>
                    <a:pt x="5967" y="19535"/>
                    <a:pt x="5987" y="19781"/>
                    <a:pt x="6021" y="20028"/>
                  </a:cubicBezTo>
                  <a:cubicBezTo>
                    <a:pt x="6174" y="21262"/>
                    <a:pt x="6307" y="22469"/>
                    <a:pt x="6421" y="23596"/>
                  </a:cubicBezTo>
                  <a:lnTo>
                    <a:pt x="6501" y="24263"/>
                  </a:lnTo>
                  <a:cubicBezTo>
                    <a:pt x="6541" y="24696"/>
                    <a:pt x="6581" y="25109"/>
                    <a:pt x="6621" y="25510"/>
                  </a:cubicBezTo>
                  <a:lnTo>
                    <a:pt x="6621" y="25576"/>
                  </a:lnTo>
                  <a:lnTo>
                    <a:pt x="6674" y="26043"/>
                  </a:lnTo>
                  <a:lnTo>
                    <a:pt x="6721" y="26683"/>
                  </a:lnTo>
                  <a:cubicBezTo>
                    <a:pt x="6741" y="26830"/>
                    <a:pt x="6741" y="26950"/>
                    <a:pt x="6754" y="27083"/>
                  </a:cubicBezTo>
                  <a:cubicBezTo>
                    <a:pt x="6774" y="27217"/>
                    <a:pt x="6781" y="27303"/>
                    <a:pt x="6788" y="27470"/>
                  </a:cubicBezTo>
                  <a:cubicBezTo>
                    <a:pt x="6801" y="27637"/>
                    <a:pt x="6814" y="27770"/>
                    <a:pt x="6821" y="27944"/>
                  </a:cubicBezTo>
                  <a:cubicBezTo>
                    <a:pt x="6834" y="28117"/>
                    <a:pt x="6841" y="28330"/>
                    <a:pt x="6848" y="28430"/>
                  </a:cubicBezTo>
                  <a:cubicBezTo>
                    <a:pt x="6854" y="28530"/>
                    <a:pt x="6854" y="28650"/>
                    <a:pt x="6854" y="28697"/>
                  </a:cubicBezTo>
                  <a:cubicBezTo>
                    <a:pt x="6854" y="28737"/>
                    <a:pt x="6868" y="28777"/>
                    <a:pt x="6868" y="28810"/>
                  </a:cubicBezTo>
                  <a:lnTo>
                    <a:pt x="6868" y="29031"/>
                  </a:lnTo>
                  <a:cubicBezTo>
                    <a:pt x="6868" y="29637"/>
                    <a:pt x="6874" y="30284"/>
                    <a:pt x="6901" y="30951"/>
                  </a:cubicBezTo>
                  <a:cubicBezTo>
                    <a:pt x="6908" y="31218"/>
                    <a:pt x="6914" y="31498"/>
                    <a:pt x="6934" y="31771"/>
                  </a:cubicBezTo>
                  <a:cubicBezTo>
                    <a:pt x="6974" y="32745"/>
                    <a:pt x="7034" y="33752"/>
                    <a:pt x="7101" y="34779"/>
                  </a:cubicBezTo>
                  <a:cubicBezTo>
                    <a:pt x="7121" y="35212"/>
                    <a:pt x="7154" y="35639"/>
                    <a:pt x="7188" y="36079"/>
                  </a:cubicBezTo>
                  <a:cubicBezTo>
                    <a:pt x="7208" y="36239"/>
                    <a:pt x="7214" y="36406"/>
                    <a:pt x="7234" y="36559"/>
                  </a:cubicBezTo>
                  <a:lnTo>
                    <a:pt x="7308" y="37453"/>
                  </a:lnTo>
                  <a:cubicBezTo>
                    <a:pt x="7374" y="38300"/>
                    <a:pt x="7448" y="39133"/>
                    <a:pt x="7534" y="39953"/>
                  </a:cubicBezTo>
                  <a:cubicBezTo>
                    <a:pt x="7548" y="40153"/>
                    <a:pt x="7568" y="40347"/>
                    <a:pt x="7588" y="40547"/>
                  </a:cubicBezTo>
                  <a:cubicBezTo>
                    <a:pt x="7655" y="41274"/>
                    <a:pt x="7735" y="41974"/>
                    <a:pt x="7808" y="42654"/>
                  </a:cubicBezTo>
                  <a:cubicBezTo>
                    <a:pt x="7881" y="43381"/>
                    <a:pt x="7961" y="44075"/>
                    <a:pt x="8035" y="44728"/>
                  </a:cubicBezTo>
                  <a:cubicBezTo>
                    <a:pt x="8048" y="44915"/>
                    <a:pt x="8075" y="45088"/>
                    <a:pt x="8088" y="45262"/>
                  </a:cubicBezTo>
                  <a:cubicBezTo>
                    <a:pt x="8141" y="45688"/>
                    <a:pt x="8188" y="46108"/>
                    <a:pt x="8241" y="46495"/>
                  </a:cubicBezTo>
                  <a:cubicBezTo>
                    <a:pt x="8261" y="46682"/>
                    <a:pt x="8261" y="46809"/>
                    <a:pt x="8301" y="47022"/>
                  </a:cubicBezTo>
                  <a:cubicBezTo>
                    <a:pt x="8335" y="47242"/>
                    <a:pt x="8348" y="47442"/>
                    <a:pt x="8375" y="47629"/>
                  </a:cubicBezTo>
                  <a:lnTo>
                    <a:pt x="8448" y="48182"/>
                  </a:lnTo>
                  <a:cubicBezTo>
                    <a:pt x="8521" y="48822"/>
                    <a:pt x="8588" y="49343"/>
                    <a:pt x="8641" y="49723"/>
                  </a:cubicBezTo>
                  <a:cubicBezTo>
                    <a:pt x="8655" y="49816"/>
                    <a:pt x="8668" y="49883"/>
                    <a:pt x="8675" y="49963"/>
                  </a:cubicBezTo>
                  <a:cubicBezTo>
                    <a:pt x="8681" y="50049"/>
                    <a:pt x="8708" y="50143"/>
                    <a:pt x="8708" y="50189"/>
                  </a:cubicBezTo>
                  <a:cubicBezTo>
                    <a:pt x="8708" y="50243"/>
                    <a:pt x="8715" y="50283"/>
                    <a:pt x="8715" y="50310"/>
                  </a:cubicBezTo>
                  <a:cubicBezTo>
                    <a:pt x="8715" y="50336"/>
                    <a:pt x="8721" y="50363"/>
                    <a:pt x="8735" y="50390"/>
                  </a:cubicBezTo>
                  <a:lnTo>
                    <a:pt x="8735" y="50430"/>
                  </a:lnTo>
                  <a:cubicBezTo>
                    <a:pt x="9622" y="49876"/>
                    <a:pt x="10455" y="48329"/>
                    <a:pt x="11189" y="46322"/>
                  </a:cubicBezTo>
                  <a:cubicBezTo>
                    <a:pt x="11789" y="44688"/>
                    <a:pt x="12316" y="42748"/>
                    <a:pt x="12743" y="40780"/>
                  </a:cubicBezTo>
                  <a:cubicBezTo>
                    <a:pt x="11969" y="40394"/>
                    <a:pt x="11329" y="39780"/>
                    <a:pt x="10915" y="39020"/>
                  </a:cubicBezTo>
                  <a:cubicBezTo>
                    <a:pt x="10409" y="38113"/>
                    <a:pt x="11255" y="36306"/>
                    <a:pt x="12209" y="34645"/>
                  </a:cubicBezTo>
                  <a:cubicBezTo>
                    <a:pt x="12442" y="34245"/>
                    <a:pt x="12683" y="33852"/>
                    <a:pt x="12909" y="33505"/>
                  </a:cubicBezTo>
                  <a:cubicBezTo>
                    <a:pt x="13316" y="32832"/>
                    <a:pt x="13703" y="32238"/>
                    <a:pt x="13943" y="31805"/>
                  </a:cubicBezTo>
                  <a:cubicBezTo>
                    <a:pt x="13943" y="31731"/>
                    <a:pt x="13936" y="31665"/>
                    <a:pt x="13936" y="31585"/>
                  </a:cubicBezTo>
                  <a:cubicBezTo>
                    <a:pt x="13936" y="31518"/>
                    <a:pt x="13930" y="31451"/>
                    <a:pt x="13923" y="31384"/>
                  </a:cubicBezTo>
                  <a:cubicBezTo>
                    <a:pt x="13916" y="31211"/>
                    <a:pt x="13903" y="31098"/>
                    <a:pt x="13883" y="30911"/>
                  </a:cubicBezTo>
                  <a:cubicBezTo>
                    <a:pt x="13870" y="30731"/>
                    <a:pt x="13836" y="30538"/>
                    <a:pt x="13816" y="30344"/>
                  </a:cubicBezTo>
                  <a:cubicBezTo>
                    <a:pt x="13809" y="30338"/>
                    <a:pt x="13809" y="30324"/>
                    <a:pt x="13809" y="30311"/>
                  </a:cubicBezTo>
                  <a:cubicBezTo>
                    <a:pt x="13789" y="30151"/>
                    <a:pt x="13769" y="29984"/>
                    <a:pt x="13749" y="29817"/>
                  </a:cubicBezTo>
                  <a:cubicBezTo>
                    <a:pt x="13709" y="29504"/>
                    <a:pt x="13669" y="29164"/>
                    <a:pt x="13623" y="28817"/>
                  </a:cubicBezTo>
                  <a:cubicBezTo>
                    <a:pt x="13616" y="28710"/>
                    <a:pt x="13609" y="28604"/>
                    <a:pt x="13589" y="28497"/>
                  </a:cubicBezTo>
                  <a:cubicBezTo>
                    <a:pt x="13523" y="27950"/>
                    <a:pt x="13456" y="27377"/>
                    <a:pt x="13403" y="26783"/>
                  </a:cubicBezTo>
                  <a:cubicBezTo>
                    <a:pt x="13383" y="26670"/>
                    <a:pt x="13369" y="26543"/>
                    <a:pt x="13356" y="26430"/>
                  </a:cubicBezTo>
                  <a:cubicBezTo>
                    <a:pt x="13156" y="24636"/>
                    <a:pt x="12943" y="22629"/>
                    <a:pt x="12689" y="20428"/>
                  </a:cubicBezTo>
                  <a:cubicBezTo>
                    <a:pt x="12636" y="19961"/>
                    <a:pt x="12582" y="19475"/>
                    <a:pt x="12522" y="18995"/>
                  </a:cubicBezTo>
                  <a:cubicBezTo>
                    <a:pt x="12442" y="18268"/>
                    <a:pt x="12349" y="17541"/>
                    <a:pt x="12256" y="16781"/>
                  </a:cubicBezTo>
                  <a:cubicBezTo>
                    <a:pt x="11749" y="12660"/>
                    <a:pt x="10935" y="8832"/>
                    <a:pt x="10122" y="6538"/>
                  </a:cubicBezTo>
                  <a:cubicBezTo>
                    <a:pt x="9775" y="5544"/>
                    <a:pt x="9422" y="4837"/>
                    <a:pt x="9108" y="4524"/>
                  </a:cubicBezTo>
                  <a:cubicBezTo>
                    <a:pt x="8788" y="4204"/>
                    <a:pt x="8301" y="3757"/>
                    <a:pt x="7688" y="3244"/>
                  </a:cubicBezTo>
                  <a:cubicBezTo>
                    <a:pt x="6201" y="2010"/>
                    <a:pt x="4040" y="496"/>
                    <a:pt x="2240" y="163"/>
                  </a:cubicBezTo>
                  <a:cubicBezTo>
                    <a:pt x="1610" y="45"/>
                    <a:pt x="1178" y="1"/>
                    <a:pt x="885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7" name="Google Shape;2010;p36"/>
            <p:cNvSpPr/>
            <p:nvPr/>
          </p:nvSpPr>
          <p:spPr>
            <a:xfrm>
              <a:off x="2458281" y="3252355"/>
              <a:ext cx="399356" cy="1427113"/>
            </a:xfrm>
            <a:custGeom>
              <a:avLst/>
              <a:gdLst/>
              <a:ahLst/>
              <a:cxnLst/>
              <a:rect l="l" t="t" r="r" b="b"/>
              <a:pathLst>
                <a:path w="14278" h="51023" extrusionOk="0">
                  <a:moveTo>
                    <a:pt x="847" y="571"/>
                  </a:moveTo>
                  <a:cubicBezTo>
                    <a:pt x="1094" y="571"/>
                    <a:pt x="1488" y="604"/>
                    <a:pt x="2161" y="731"/>
                  </a:cubicBezTo>
                  <a:cubicBezTo>
                    <a:pt x="4042" y="1077"/>
                    <a:pt x="6295" y="2771"/>
                    <a:pt x="7482" y="3758"/>
                  </a:cubicBezTo>
                  <a:cubicBezTo>
                    <a:pt x="7996" y="4178"/>
                    <a:pt x="8509" y="4638"/>
                    <a:pt x="8876" y="5005"/>
                  </a:cubicBezTo>
                  <a:cubicBezTo>
                    <a:pt x="9063" y="5205"/>
                    <a:pt x="9390" y="5685"/>
                    <a:pt x="9823" y="6912"/>
                  </a:cubicBezTo>
                  <a:cubicBezTo>
                    <a:pt x="10657" y="9273"/>
                    <a:pt x="11444" y="13081"/>
                    <a:pt x="11944" y="17102"/>
                  </a:cubicBezTo>
                  <a:cubicBezTo>
                    <a:pt x="12030" y="17855"/>
                    <a:pt x="12124" y="18595"/>
                    <a:pt x="12210" y="19309"/>
                  </a:cubicBezTo>
                  <a:cubicBezTo>
                    <a:pt x="12264" y="19796"/>
                    <a:pt x="12324" y="20276"/>
                    <a:pt x="12377" y="20743"/>
                  </a:cubicBezTo>
                  <a:cubicBezTo>
                    <a:pt x="12577" y="22530"/>
                    <a:pt x="12764" y="24190"/>
                    <a:pt x="12931" y="25717"/>
                  </a:cubicBezTo>
                  <a:lnTo>
                    <a:pt x="13044" y="26738"/>
                  </a:lnTo>
                  <a:cubicBezTo>
                    <a:pt x="13051" y="26851"/>
                    <a:pt x="13064" y="26978"/>
                    <a:pt x="13084" y="27104"/>
                  </a:cubicBezTo>
                  <a:cubicBezTo>
                    <a:pt x="13151" y="27698"/>
                    <a:pt x="13211" y="28271"/>
                    <a:pt x="13277" y="28818"/>
                  </a:cubicBezTo>
                  <a:cubicBezTo>
                    <a:pt x="13291" y="28918"/>
                    <a:pt x="13297" y="29031"/>
                    <a:pt x="13317" y="29138"/>
                  </a:cubicBezTo>
                  <a:cubicBezTo>
                    <a:pt x="13357" y="29478"/>
                    <a:pt x="13391" y="29818"/>
                    <a:pt x="13431" y="30145"/>
                  </a:cubicBezTo>
                  <a:lnTo>
                    <a:pt x="13491" y="30619"/>
                  </a:lnTo>
                  <a:cubicBezTo>
                    <a:pt x="13497" y="30632"/>
                    <a:pt x="13497" y="30652"/>
                    <a:pt x="13497" y="30679"/>
                  </a:cubicBezTo>
                  <a:lnTo>
                    <a:pt x="13551" y="31032"/>
                  </a:lnTo>
                  <a:lnTo>
                    <a:pt x="13577" y="31232"/>
                  </a:lnTo>
                  <a:cubicBezTo>
                    <a:pt x="13591" y="31365"/>
                    <a:pt x="13597" y="31512"/>
                    <a:pt x="13611" y="31679"/>
                  </a:cubicBezTo>
                  <a:lnTo>
                    <a:pt x="13624" y="32012"/>
                  </a:lnTo>
                  <a:cubicBezTo>
                    <a:pt x="13451" y="32312"/>
                    <a:pt x="13224" y="32679"/>
                    <a:pt x="12957" y="33106"/>
                  </a:cubicBezTo>
                  <a:lnTo>
                    <a:pt x="12631" y="33639"/>
                  </a:lnTo>
                  <a:cubicBezTo>
                    <a:pt x="12404" y="34006"/>
                    <a:pt x="12164" y="34400"/>
                    <a:pt x="11930" y="34800"/>
                  </a:cubicBezTo>
                  <a:cubicBezTo>
                    <a:pt x="10563" y="37180"/>
                    <a:pt x="10163" y="38614"/>
                    <a:pt x="10643" y="39468"/>
                  </a:cubicBezTo>
                  <a:cubicBezTo>
                    <a:pt x="11037" y="40208"/>
                    <a:pt x="11644" y="40828"/>
                    <a:pt x="12384" y="41235"/>
                  </a:cubicBezTo>
                  <a:cubicBezTo>
                    <a:pt x="11937" y="43249"/>
                    <a:pt x="11424" y="45076"/>
                    <a:pt x="10890" y="46523"/>
                  </a:cubicBezTo>
                  <a:cubicBezTo>
                    <a:pt x="10250" y="48303"/>
                    <a:pt x="9570" y="49544"/>
                    <a:pt x="8930" y="50184"/>
                  </a:cubicBezTo>
                  <a:cubicBezTo>
                    <a:pt x="8923" y="50150"/>
                    <a:pt x="8923" y="50110"/>
                    <a:pt x="8916" y="50077"/>
                  </a:cubicBezTo>
                  <a:lnTo>
                    <a:pt x="8916" y="49984"/>
                  </a:lnTo>
                  <a:lnTo>
                    <a:pt x="8716" y="48450"/>
                  </a:lnTo>
                  <a:lnTo>
                    <a:pt x="8649" y="47903"/>
                  </a:lnTo>
                  <a:lnTo>
                    <a:pt x="8596" y="47483"/>
                  </a:lnTo>
                  <a:lnTo>
                    <a:pt x="8556" y="47156"/>
                  </a:lnTo>
                  <a:lnTo>
                    <a:pt x="8509" y="46769"/>
                  </a:lnTo>
                  <a:lnTo>
                    <a:pt x="8476" y="46483"/>
                  </a:lnTo>
                  <a:cubicBezTo>
                    <a:pt x="8436" y="46176"/>
                    <a:pt x="8396" y="45856"/>
                    <a:pt x="8363" y="45536"/>
                  </a:cubicBezTo>
                  <a:lnTo>
                    <a:pt x="8256" y="44576"/>
                  </a:lnTo>
                  <a:cubicBezTo>
                    <a:pt x="8196" y="44049"/>
                    <a:pt x="8149" y="43615"/>
                    <a:pt x="8069" y="42935"/>
                  </a:cubicBezTo>
                  <a:cubicBezTo>
                    <a:pt x="7996" y="42248"/>
                    <a:pt x="7929" y="41541"/>
                    <a:pt x="7856" y="40821"/>
                  </a:cubicBezTo>
                  <a:lnTo>
                    <a:pt x="7796" y="40221"/>
                  </a:lnTo>
                  <a:cubicBezTo>
                    <a:pt x="7723" y="39408"/>
                    <a:pt x="7649" y="38574"/>
                    <a:pt x="7576" y="37734"/>
                  </a:cubicBezTo>
                  <a:lnTo>
                    <a:pt x="7496" y="36847"/>
                  </a:lnTo>
                  <a:cubicBezTo>
                    <a:pt x="7489" y="36680"/>
                    <a:pt x="7482" y="36513"/>
                    <a:pt x="7462" y="36353"/>
                  </a:cubicBezTo>
                  <a:lnTo>
                    <a:pt x="7462" y="36240"/>
                  </a:lnTo>
                  <a:cubicBezTo>
                    <a:pt x="7429" y="35847"/>
                    <a:pt x="7409" y="35453"/>
                    <a:pt x="7382" y="35066"/>
                  </a:cubicBezTo>
                  <a:cubicBezTo>
                    <a:pt x="7309" y="33953"/>
                    <a:pt x="7249" y="32979"/>
                    <a:pt x="7216" y="32066"/>
                  </a:cubicBezTo>
                  <a:cubicBezTo>
                    <a:pt x="7196" y="31786"/>
                    <a:pt x="7189" y="31519"/>
                    <a:pt x="7182" y="31245"/>
                  </a:cubicBezTo>
                  <a:cubicBezTo>
                    <a:pt x="7156" y="30579"/>
                    <a:pt x="7149" y="29938"/>
                    <a:pt x="7149" y="29332"/>
                  </a:cubicBezTo>
                  <a:lnTo>
                    <a:pt x="7149" y="28951"/>
                  </a:lnTo>
                  <a:cubicBezTo>
                    <a:pt x="7149" y="28878"/>
                    <a:pt x="7149" y="28871"/>
                    <a:pt x="7142" y="28718"/>
                  </a:cubicBezTo>
                  <a:cubicBezTo>
                    <a:pt x="7129" y="28571"/>
                    <a:pt x="7122" y="28405"/>
                    <a:pt x="7116" y="28231"/>
                  </a:cubicBezTo>
                  <a:lnTo>
                    <a:pt x="7089" y="27851"/>
                  </a:lnTo>
                  <a:lnTo>
                    <a:pt x="7062" y="27578"/>
                  </a:lnTo>
                  <a:cubicBezTo>
                    <a:pt x="7062" y="27504"/>
                    <a:pt x="7056" y="27431"/>
                    <a:pt x="7049" y="27364"/>
                  </a:cubicBezTo>
                  <a:lnTo>
                    <a:pt x="7049" y="27211"/>
                  </a:lnTo>
                  <a:lnTo>
                    <a:pt x="7022" y="26964"/>
                  </a:lnTo>
                  <a:lnTo>
                    <a:pt x="7002" y="26804"/>
                  </a:lnTo>
                  <a:cubicBezTo>
                    <a:pt x="6996" y="26644"/>
                    <a:pt x="6982" y="26477"/>
                    <a:pt x="6962" y="26311"/>
                  </a:cubicBezTo>
                  <a:lnTo>
                    <a:pt x="6922" y="25877"/>
                  </a:lnTo>
                  <a:cubicBezTo>
                    <a:pt x="6922" y="25844"/>
                    <a:pt x="6922" y="25811"/>
                    <a:pt x="6916" y="25777"/>
                  </a:cubicBezTo>
                  <a:cubicBezTo>
                    <a:pt x="6889" y="25517"/>
                    <a:pt x="6862" y="25250"/>
                    <a:pt x="6836" y="24970"/>
                  </a:cubicBezTo>
                  <a:lnTo>
                    <a:pt x="6789" y="24530"/>
                  </a:lnTo>
                  <a:cubicBezTo>
                    <a:pt x="6769" y="24310"/>
                    <a:pt x="6749" y="24097"/>
                    <a:pt x="6722" y="23863"/>
                  </a:cubicBezTo>
                  <a:cubicBezTo>
                    <a:pt x="6596" y="22696"/>
                    <a:pt x="6462" y="21496"/>
                    <a:pt x="6315" y="20296"/>
                  </a:cubicBezTo>
                  <a:cubicBezTo>
                    <a:pt x="6289" y="20042"/>
                    <a:pt x="6255" y="19802"/>
                    <a:pt x="6229" y="19549"/>
                  </a:cubicBezTo>
                  <a:cubicBezTo>
                    <a:pt x="6095" y="18495"/>
                    <a:pt x="5962" y="17415"/>
                    <a:pt x="5822" y="16395"/>
                  </a:cubicBezTo>
                  <a:lnTo>
                    <a:pt x="5795" y="16175"/>
                  </a:lnTo>
                  <a:cubicBezTo>
                    <a:pt x="5762" y="15948"/>
                    <a:pt x="5729" y="15728"/>
                    <a:pt x="5702" y="15508"/>
                  </a:cubicBezTo>
                  <a:lnTo>
                    <a:pt x="5655" y="15114"/>
                  </a:lnTo>
                  <a:cubicBezTo>
                    <a:pt x="5629" y="14981"/>
                    <a:pt x="5615" y="14861"/>
                    <a:pt x="5595" y="14734"/>
                  </a:cubicBezTo>
                  <a:lnTo>
                    <a:pt x="5489" y="13967"/>
                  </a:lnTo>
                  <a:cubicBezTo>
                    <a:pt x="5395" y="13341"/>
                    <a:pt x="5315" y="12740"/>
                    <a:pt x="5222" y="12194"/>
                  </a:cubicBezTo>
                  <a:cubicBezTo>
                    <a:pt x="5202" y="12094"/>
                    <a:pt x="5195" y="12000"/>
                    <a:pt x="5182" y="11900"/>
                  </a:cubicBezTo>
                  <a:lnTo>
                    <a:pt x="5122" y="11573"/>
                  </a:lnTo>
                  <a:cubicBezTo>
                    <a:pt x="5088" y="11367"/>
                    <a:pt x="5062" y="11167"/>
                    <a:pt x="5028" y="10973"/>
                  </a:cubicBezTo>
                  <a:cubicBezTo>
                    <a:pt x="4962" y="10593"/>
                    <a:pt x="4895" y="10240"/>
                    <a:pt x="4835" y="9926"/>
                  </a:cubicBezTo>
                  <a:cubicBezTo>
                    <a:pt x="4802" y="9740"/>
                    <a:pt x="4748" y="9513"/>
                    <a:pt x="4722" y="9366"/>
                  </a:cubicBezTo>
                  <a:cubicBezTo>
                    <a:pt x="4695" y="9213"/>
                    <a:pt x="4662" y="9093"/>
                    <a:pt x="4622" y="8913"/>
                  </a:cubicBezTo>
                  <a:cubicBezTo>
                    <a:pt x="4582" y="8739"/>
                    <a:pt x="4528" y="8539"/>
                    <a:pt x="4488" y="8373"/>
                  </a:cubicBezTo>
                  <a:cubicBezTo>
                    <a:pt x="4448" y="8206"/>
                    <a:pt x="4422" y="8146"/>
                    <a:pt x="4348" y="7866"/>
                  </a:cubicBezTo>
                  <a:cubicBezTo>
                    <a:pt x="4268" y="7579"/>
                    <a:pt x="4188" y="7299"/>
                    <a:pt x="4095" y="7026"/>
                  </a:cubicBezTo>
                  <a:cubicBezTo>
                    <a:pt x="4055" y="6892"/>
                    <a:pt x="4015" y="6759"/>
                    <a:pt x="3962" y="6626"/>
                  </a:cubicBezTo>
                  <a:cubicBezTo>
                    <a:pt x="3841" y="6239"/>
                    <a:pt x="3708" y="5839"/>
                    <a:pt x="3555" y="5439"/>
                  </a:cubicBezTo>
                  <a:lnTo>
                    <a:pt x="3428" y="5105"/>
                  </a:lnTo>
                  <a:cubicBezTo>
                    <a:pt x="3381" y="4978"/>
                    <a:pt x="3355" y="4932"/>
                    <a:pt x="3288" y="4745"/>
                  </a:cubicBezTo>
                  <a:cubicBezTo>
                    <a:pt x="3221" y="4565"/>
                    <a:pt x="3148" y="4378"/>
                    <a:pt x="3081" y="4205"/>
                  </a:cubicBezTo>
                  <a:lnTo>
                    <a:pt x="3048" y="4138"/>
                  </a:lnTo>
                  <a:cubicBezTo>
                    <a:pt x="3048" y="4132"/>
                    <a:pt x="3041" y="4112"/>
                    <a:pt x="3041" y="4105"/>
                  </a:cubicBezTo>
                  <a:lnTo>
                    <a:pt x="3015" y="4065"/>
                  </a:lnTo>
                  <a:cubicBezTo>
                    <a:pt x="2928" y="3838"/>
                    <a:pt x="2841" y="3631"/>
                    <a:pt x="2755" y="3431"/>
                  </a:cubicBezTo>
                  <a:lnTo>
                    <a:pt x="2561" y="2998"/>
                  </a:lnTo>
                  <a:lnTo>
                    <a:pt x="2434" y="2711"/>
                  </a:lnTo>
                  <a:lnTo>
                    <a:pt x="2254" y="2324"/>
                  </a:lnTo>
                  <a:lnTo>
                    <a:pt x="2008" y="1798"/>
                  </a:lnTo>
                  <a:lnTo>
                    <a:pt x="1974" y="1798"/>
                  </a:lnTo>
                  <a:cubicBezTo>
                    <a:pt x="1974" y="1791"/>
                    <a:pt x="1974" y="1791"/>
                    <a:pt x="1961" y="1791"/>
                  </a:cubicBezTo>
                  <a:lnTo>
                    <a:pt x="1841" y="1524"/>
                  </a:lnTo>
                  <a:lnTo>
                    <a:pt x="1594" y="1037"/>
                  </a:lnTo>
                  <a:cubicBezTo>
                    <a:pt x="1588" y="1024"/>
                    <a:pt x="1581" y="1011"/>
                    <a:pt x="1574" y="997"/>
                  </a:cubicBezTo>
                  <a:cubicBezTo>
                    <a:pt x="1561" y="977"/>
                    <a:pt x="1548" y="957"/>
                    <a:pt x="1541" y="937"/>
                  </a:cubicBezTo>
                  <a:cubicBezTo>
                    <a:pt x="1508" y="864"/>
                    <a:pt x="1454" y="811"/>
                    <a:pt x="1381" y="791"/>
                  </a:cubicBezTo>
                  <a:lnTo>
                    <a:pt x="847" y="571"/>
                  </a:lnTo>
                  <a:close/>
                  <a:moveTo>
                    <a:pt x="925" y="1"/>
                  </a:moveTo>
                  <a:cubicBezTo>
                    <a:pt x="372" y="1"/>
                    <a:pt x="190" y="142"/>
                    <a:pt x="94" y="310"/>
                  </a:cubicBezTo>
                  <a:cubicBezTo>
                    <a:pt x="0" y="511"/>
                    <a:pt x="40" y="744"/>
                    <a:pt x="194" y="897"/>
                  </a:cubicBezTo>
                  <a:cubicBezTo>
                    <a:pt x="227" y="931"/>
                    <a:pt x="261" y="951"/>
                    <a:pt x="307" y="971"/>
                  </a:cubicBezTo>
                  <a:lnTo>
                    <a:pt x="1141" y="1297"/>
                  </a:lnTo>
                  <a:lnTo>
                    <a:pt x="1141" y="1311"/>
                  </a:lnTo>
                  <a:cubicBezTo>
                    <a:pt x="1187" y="1411"/>
                    <a:pt x="1274" y="1571"/>
                    <a:pt x="1374" y="1784"/>
                  </a:cubicBezTo>
                  <a:lnTo>
                    <a:pt x="1508" y="2044"/>
                  </a:lnTo>
                  <a:lnTo>
                    <a:pt x="1754" y="2571"/>
                  </a:lnTo>
                  <a:lnTo>
                    <a:pt x="1928" y="2951"/>
                  </a:lnTo>
                  <a:lnTo>
                    <a:pt x="2054" y="3231"/>
                  </a:lnTo>
                  <a:lnTo>
                    <a:pt x="2241" y="3651"/>
                  </a:lnTo>
                  <a:cubicBezTo>
                    <a:pt x="2328" y="3851"/>
                    <a:pt x="2414" y="4065"/>
                    <a:pt x="2494" y="4265"/>
                  </a:cubicBezTo>
                  <a:cubicBezTo>
                    <a:pt x="2508" y="4298"/>
                    <a:pt x="2521" y="4325"/>
                    <a:pt x="2541" y="4352"/>
                  </a:cubicBezTo>
                  <a:lnTo>
                    <a:pt x="2561" y="4432"/>
                  </a:lnTo>
                  <a:cubicBezTo>
                    <a:pt x="2628" y="4598"/>
                    <a:pt x="2721" y="4838"/>
                    <a:pt x="2775" y="4952"/>
                  </a:cubicBezTo>
                  <a:cubicBezTo>
                    <a:pt x="2821" y="5072"/>
                    <a:pt x="2861" y="5185"/>
                    <a:pt x="2915" y="5312"/>
                  </a:cubicBezTo>
                  <a:lnTo>
                    <a:pt x="3041" y="5639"/>
                  </a:lnTo>
                  <a:cubicBezTo>
                    <a:pt x="3181" y="6032"/>
                    <a:pt x="3315" y="6419"/>
                    <a:pt x="3441" y="6806"/>
                  </a:cubicBezTo>
                  <a:cubicBezTo>
                    <a:pt x="3481" y="6932"/>
                    <a:pt x="3475" y="6932"/>
                    <a:pt x="3561" y="7199"/>
                  </a:cubicBezTo>
                  <a:cubicBezTo>
                    <a:pt x="3655" y="7466"/>
                    <a:pt x="3761" y="7852"/>
                    <a:pt x="3815" y="8019"/>
                  </a:cubicBezTo>
                  <a:cubicBezTo>
                    <a:pt x="3861" y="8186"/>
                    <a:pt x="3908" y="8353"/>
                    <a:pt x="3955" y="8539"/>
                  </a:cubicBezTo>
                  <a:lnTo>
                    <a:pt x="4082" y="9046"/>
                  </a:lnTo>
                  <a:lnTo>
                    <a:pt x="4182" y="9486"/>
                  </a:lnTo>
                  <a:cubicBezTo>
                    <a:pt x="4222" y="9666"/>
                    <a:pt x="4242" y="9720"/>
                    <a:pt x="4295" y="10033"/>
                  </a:cubicBezTo>
                  <a:cubicBezTo>
                    <a:pt x="4355" y="10340"/>
                    <a:pt x="4415" y="10687"/>
                    <a:pt x="4482" y="11073"/>
                  </a:cubicBezTo>
                  <a:cubicBezTo>
                    <a:pt x="4515" y="11253"/>
                    <a:pt x="4542" y="11453"/>
                    <a:pt x="4575" y="11667"/>
                  </a:cubicBezTo>
                  <a:lnTo>
                    <a:pt x="4628" y="12000"/>
                  </a:lnTo>
                  <a:cubicBezTo>
                    <a:pt x="4648" y="12087"/>
                    <a:pt x="4655" y="12180"/>
                    <a:pt x="4675" y="12280"/>
                  </a:cubicBezTo>
                  <a:cubicBezTo>
                    <a:pt x="4762" y="12834"/>
                    <a:pt x="4848" y="13421"/>
                    <a:pt x="4942" y="14047"/>
                  </a:cubicBezTo>
                  <a:lnTo>
                    <a:pt x="5155" y="15581"/>
                  </a:lnTo>
                  <a:cubicBezTo>
                    <a:pt x="5182" y="15801"/>
                    <a:pt x="5215" y="16021"/>
                    <a:pt x="5249" y="16255"/>
                  </a:cubicBezTo>
                  <a:lnTo>
                    <a:pt x="5275" y="16468"/>
                  </a:lnTo>
                  <a:cubicBezTo>
                    <a:pt x="5415" y="17488"/>
                    <a:pt x="5549" y="18555"/>
                    <a:pt x="5675" y="19622"/>
                  </a:cubicBezTo>
                  <a:cubicBezTo>
                    <a:pt x="5709" y="19876"/>
                    <a:pt x="5742" y="20116"/>
                    <a:pt x="5762" y="20356"/>
                  </a:cubicBezTo>
                  <a:cubicBezTo>
                    <a:pt x="5909" y="21556"/>
                    <a:pt x="6049" y="22756"/>
                    <a:pt x="6175" y="23923"/>
                  </a:cubicBezTo>
                  <a:cubicBezTo>
                    <a:pt x="6189" y="24150"/>
                    <a:pt x="6215" y="24377"/>
                    <a:pt x="6242" y="24584"/>
                  </a:cubicBezTo>
                  <a:lnTo>
                    <a:pt x="6282" y="25024"/>
                  </a:lnTo>
                  <a:cubicBezTo>
                    <a:pt x="6315" y="25310"/>
                    <a:pt x="6342" y="25577"/>
                    <a:pt x="6362" y="25851"/>
                  </a:cubicBezTo>
                  <a:cubicBezTo>
                    <a:pt x="6369" y="25871"/>
                    <a:pt x="6375" y="25891"/>
                    <a:pt x="6375" y="25911"/>
                  </a:cubicBezTo>
                  <a:lnTo>
                    <a:pt x="6415" y="26371"/>
                  </a:lnTo>
                  <a:cubicBezTo>
                    <a:pt x="6429" y="26537"/>
                    <a:pt x="6442" y="26691"/>
                    <a:pt x="6456" y="26844"/>
                  </a:cubicBezTo>
                  <a:lnTo>
                    <a:pt x="6476" y="27018"/>
                  </a:lnTo>
                  <a:cubicBezTo>
                    <a:pt x="6482" y="27104"/>
                    <a:pt x="6482" y="27178"/>
                    <a:pt x="6489" y="27258"/>
                  </a:cubicBezTo>
                  <a:lnTo>
                    <a:pt x="6509" y="27411"/>
                  </a:lnTo>
                  <a:cubicBezTo>
                    <a:pt x="6509" y="27484"/>
                    <a:pt x="6516" y="27558"/>
                    <a:pt x="6522" y="27624"/>
                  </a:cubicBezTo>
                  <a:lnTo>
                    <a:pt x="6542" y="27891"/>
                  </a:lnTo>
                  <a:lnTo>
                    <a:pt x="6562" y="28258"/>
                  </a:lnTo>
                  <a:cubicBezTo>
                    <a:pt x="6576" y="28438"/>
                    <a:pt x="6582" y="28591"/>
                    <a:pt x="6589" y="28751"/>
                  </a:cubicBezTo>
                  <a:cubicBezTo>
                    <a:pt x="6596" y="28825"/>
                    <a:pt x="6596" y="28898"/>
                    <a:pt x="6596" y="28971"/>
                  </a:cubicBezTo>
                  <a:lnTo>
                    <a:pt x="6596" y="29325"/>
                  </a:lnTo>
                  <a:cubicBezTo>
                    <a:pt x="6596" y="29945"/>
                    <a:pt x="6616" y="30592"/>
                    <a:pt x="6629" y="31279"/>
                  </a:cubicBezTo>
                  <a:cubicBezTo>
                    <a:pt x="6642" y="31545"/>
                    <a:pt x="6649" y="31812"/>
                    <a:pt x="6662" y="32086"/>
                  </a:cubicBezTo>
                  <a:cubicBezTo>
                    <a:pt x="6696" y="33006"/>
                    <a:pt x="6756" y="33999"/>
                    <a:pt x="6829" y="35106"/>
                  </a:cubicBezTo>
                  <a:cubicBezTo>
                    <a:pt x="6856" y="35493"/>
                    <a:pt x="6889" y="35887"/>
                    <a:pt x="6916" y="36280"/>
                  </a:cubicBezTo>
                  <a:lnTo>
                    <a:pt x="6916" y="36407"/>
                  </a:lnTo>
                  <a:cubicBezTo>
                    <a:pt x="6929" y="36560"/>
                    <a:pt x="6942" y="36720"/>
                    <a:pt x="6956" y="36887"/>
                  </a:cubicBezTo>
                  <a:lnTo>
                    <a:pt x="7029" y="37780"/>
                  </a:lnTo>
                  <a:cubicBezTo>
                    <a:pt x="7096" y="38627"/>
                    <a:pt x="7176" y="39461"/>
                    <a:pt x="7256" y="40281"/>
                  </a:cubicBezTo>
                  <a:lnTo>
                    <a:pt x="7316" y="40875"/>
                  </a:lnTo>
                  <a:cubicBezTo>
                    <a:pt x="7382" y="41601"/>
                    <a:pt x="7476" y="42422"/>
                    <a:pt x="7529" y="42988"/>
                  </a:cubicBezTo>
                  <a:cubicBezTo>
                    <a:pt x="7589" y="43555"/>
                    <a:pt x="7656" y="44109"/>
                    <a:pt x="7716" y="44642"/>
                  </a:cubicBezTo>
                  <a:lnTo>
                    <a:pt x="7823" y="45603"/>
                  </a:lnTo>
                  <a:cubicBezTo>
                    <a:pt x="7856" y="45923"/>
                    <a:pt x="7896" y="46243"/>
                    <a:pt x="7929" y="46549"/>
                  </a:cubicBezTo>
                  <a:lnTo>
                    <a:pt x="7963" y="46843"/>
                  </a:lnTo>
                  <a:lnTo>
                    <a:pt x="8016" y="47223"/>
                  </a:lnTo>
                  <a:lnTo>
                    <a:pt x="8056" y="47556"/>
                  </a:lnTo>
                  <a:lnTo>
                    <a:pt x="8109" y="47976"/>
                  </a:lnTo>
                  <a:lnTo>
                    <a:pt x="8176" y="48523"/>
                  </a:lnTo>
                  <a:cubicBezTo>
                    <a:pt x="8249" y="49157"/>
                    <a:pt x="8316" y="49684"/>
                    <a:pt x="8376" y="50057"/>
                  </a:cubicBezTo>
                  <a:lnTo>
                    <a:pt x="8376" y="50144"/>
                  </a:lnTo>
                  <a:cubicBezTo>
                    <a:pt x="8383" y="50197"/>
                    <a:pt x="8389" y="50250"/>
                    <a:pt x="8389" y="50310"/>
                  </a:cubicBezTo>
                  <a:lnTo>
                    <a:pt x="8449" y="50724"/>
                  </a:lnTo>
                  <a:cubicBezTo>
                    <a:pt x="8449" y="50751"/>
                    <a:pt x="8456" y="50777"/>
                    <a:pt x="8463" y="50804"/>
                  </a:cubicBezTo>
                  <a:cubicBezTo>
                    <a:pt x="8489" y="50891"/>
                    <a:pt x="8556" y="50964"/>
                    <a:pt x="8643" y="51004"/>
                  </a:cubicBezTo>
                  <a:lnTo>
                    <a:pt x="8749" y="51017"/>
                  </a:lnTo>
                  <a:cubicBezTo>
                    <a:pt x="8764" y="51021"/>
                    <a:pt x="8780" y="51022"/>
                    <a:pt x="8795" y="51022"/>
                  </a:cubicBezTo>
                  <a:cubicBezTo>
                    <a:pt x="8842" y="51022"/>
                    <a:pt x="8889" y="51007"/>
                    <a:pt x="8930" y="50977"/>
                  </a:cubicBezTo>
                  <a:cubicBezTo>
                    <a:pt x="9810" y="50424"/>
                    <a:pt x="10677" y="48997"/>
                    <a:pt x="11510" y="46723"/>
                  </a:cubicBezTo>
                  <a:cubicBezTo>
                    <a:pt x="12064" y="45202"/>
                    <a:pt x="12597" y="43269"/>
                    <a:pt x="13064" y="41141"/>
                  </a:cubicBezTo>
                  <a:cubicBezTo>
                    <a:pt x="13091" y="41015"/>
                    <a:pt x="13031" y="40881"/>
                    <a:pt x="12917" y="40821"/>
                  </a:cubicBezTo>
                  <a:cubicBezTo>
                    <a:pt x="12190" y="40468"/>
                    <a:pt x="11597" y="39888"/>
                    <a:pt x="11217" y="39181"/>
                  </a:cubicBezTo>
                  <a:cubicBezTo>
                    <a:pt x="10690" y="38241"/>
                    <a:pt x="12057" y="35873"/>
                    <a:pt x="12510" y="35086"/>
                  </a:cubicBezTo>
                  <a:cubicBezTo>
                    <a:pt x="12731" y="34693"/>
                    <a:pt x="12964" y="34306"/>
                    <a:pt x="13197" y="33939"/>
                  </a:cubicBezTo>
                  <a:lnTo>
                    <a:pt x="13524" y="33413"/>
                  </a:lnTo>
                  <a:cubicBezTo>
                    <a:pt x="13811" y="32952"/>
                    <a:pt x="14058" y="32552"/>
                    <a:pt x="14231" y="32232"/>
                  </a:cubicBezTo>
                  <a:cubicBezTo>
                    <a:pt x="14258" y="32186"/>
                    <a:pt x="14271" y="32139"/>
                    <a:pt x="14278" y="32086"/>
                  </a:cubicBezTo>
                  <a:lnTo>
                    <a:pt x="14258" y="31652"/>
                  </a:lnTo>
                  <a:cubicBezTo>
                    <a:pt x="14251" y="31472"/>
                    <a:pt x="14231" y="31305"/>
                    <a:pt x="14218" y="31152"/>
                  </a:cubicBezTo>
                  <a:lnTo>
                    <a:pt x="14191" y="30952"/>
                  </a:lnTo>
                  <a:lnTo>
                    <a:pt x="14144" y="30585"/>
                  </a:lnTo>
                  <a:lnTo>
                    <a:pt x="14144" y="30572"/>
                  </a:lnTo>
                  <a:lnTo>
                    <a:pt x="14084" y="30078"/>
                  </a:lnTo>
                  <a:cubicBezTo>
                    <a:pt x="14044" y="29758"/>
                    <a:pt x="14004" y="29425"/>
                    <a:pt x="13958" y="29078"/>
                  </a:cubicBezTo>
                  <a:cubicBezTo>
                    <a:pt x="13951" y="28971"/>
                    <a:pt x="13931" y="28858"/>
                    <a:pt x="13918" y="28751"/>
                  </a:cubicBezTo>
                  <a:cubicBezTo>
                    <a:pt x="13857" y="28211"/>
                    <a:pt x="13791" y="27638"/>
                    <a:pt x="13724" y="27024"/>
                  </a:cubicBezTo>
                  <a:cubicBezTo>
                    <a:pt x="13717" y="26918"/>
                    <a:pt x="13697" y="26804"/>
                    <a:pt x="13691" y="26684"/>
                  </a:cubicBezTo>
                  <a:lnTo>
                    <a:pt x="13577" y="25657"/>
                  </a:lnTo>
                  <a:cubicBezTo>
                    <a:pt x="13411" y="24130"/>
                    <a:pt x="13224" y="22476"/>
                    <a:pt x="13017" y="20689"/>
                  </a:cubicBezTo>
                  <a:cubicBezTo>
                    <a:pt x="12964" y="20216"/>
                    <a:pt x="12911" y="19736"/>
                    <a:pt x="12851" y="19249"/>
                  </a:cubicBezTo>
                  <a:cubicBezTo>
                    <a:pt x="12764" y="18522"/>
                    <a:pt x="12677" y="17788"/>
                    <a:pt x="12584" y="17042"/>
                  </a:cubicBezTo>
                  <a:cubicBezTo>
                    <a:pt x="12084" y="12974"/>
                    <a:pt x="11283" y="9120"/>
                    <a:pt x="10443" y="6732"/>
                  </a:cubicBezTo>
                  <a:cubicBezTo>
                    <a:pt x="10056" y="5645"/>
                    <a:pt x="9723" y="4978"/>
                    <a:pt x="9350" y="4605"/>
                  </a:cubicBezTo>
                  <a:cubicBezTo>
                    <a:pt x="8976" y="4232"/>
                    <a:pt x="8449" y="3751"/>
                    <a:pt x="7916" y="3311"/>
                  </a:cubicBezTo>
                  <a:cubicBezTo>
                    <a:pt x="6689" y="2298"/>
                    <a:pt x="4342" y="544"/>
                    <a:pt x="2341" y="170"/>
                  </a:cubicBezTo>
                  <a:cubicBezTo>
                    <a:pt x="1702" y="50"/>
                    <a:pt x="1250" y="1"/>
                    <a:pt x="92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8" name="Google Shape;2011;p36"/>
            <p:cNvSpPr/>
            <p:nvPr/>
          </p:nvSpPr>
          <p:spPr>
            <a:xfrm>
              <a:off x="2458504" y="3260774"/>
              <a:ext cx="389986" cy="1410723"/>
            </a:xfrm>
            <a:custGeom>
              <a:avLst/>
              <a:gdLst/>
              <a:ahLst/>
              <a:cxnLst/>
              <a:rect l="l" t="t" r="r" b="b"/>
              <a:pathLst>
                <a:path w="13943" h="50437" extrusionOk="0">
                  <a:moveTo>
                    <a:pt x="885" y="1"/>
                  </a:moveTo>
                  <a:cubicBezTo>
                    <a:pt x="0" y="1"/>
                    <a:pt x="373" y="403"/>
                    <a:pt x="373" y="403"/>
                  </a:cubicBezTo>
                  <a:lnTo>
                    <a:pt x="1306" y="770"/>
                  </a:lnTo>
                  <a:lnTo>
                    <a:pt x="1339" y="830"/>
                  </a:lnTo>
                  <a:cubicBezTo>
                    <a:pt x="1346" y="843"/>
                    <a:pt x="1346" y="863"/>
                    <a:pt x="1366" y="876"/>
                  </a:cubicBezTo>
                  <a:lnTo>
                    <a:pt x="1606" y="1363"/>
                  </a:lnTo>
                  <a:cubicBezTo>
                    <a:pt x="1646" y="1437"/>
                    <a:pt x="1686" y="1530"/>
                    <a:pt x="1733" y="1623"/>
                  </a:cubicBezTo>
                  <a:cubicBezTo>
                    <a:pt x="1833" y="1810"/>
                    <a:pt x="1940" y="2037"/>
                    <a:pt x="2046" y="2277"/>
                  </a:cubicBezTo>
                  <a:cubicBezTo>
                    <a:pt x="2086" y="2363"/>
                    <a:pt x="2120" y="2443"/>
                    <a:pt x="2166" y="2537"/>
                  </a:cubicBezTo>
                  <a:cubicBezTo>
                    <a:pt x="2206" y="2630"/>
                    <a:pt x="2233" y="2677"/>
                    <a:pt x="2286" y="2810"/>
                  </a:cubicBezTo>
                  <a:cubicBezTo>
                    <a:pt x="2346" y="2944"/>
                    <a:pt x="2380" y="3044"/>
                    <a:pt x="2473" y="3244"/>
                  </a:cubicBezTo>
                  <a:cubicBezTo>
                    <a:pt x="2566" y="3444"/>
                    <a:pt x="2646" y="3657"/>
                    <a:pt x="2740" y="3871"/>
                  </a:cubicBezTo>
                  <a:lnTo>
                    <a:pt x="2773" y="3944"/>
                  </a:lnTo>
                  <a:lnTo>
                    <a:pt x="3013" y="4544"/>
                  </a:lnTo>
                  <a:lnTo>
                    <a:pt x="3147" y="4904"/>
                  </a:lnTo>
                  <a:lnTo>
                    <a:pt x="3273" y="5238"/>
                  </a:lnTo>
                  <a:cubicBezTo>
                    <a:pt x="3413" y="5624"/>
                    <a:pt x="3553" y="6004"/>
                    <a:pt x="3680" y="6411"/>
                  </a:cubicBezTo>
                  <a:cubicBezTo>
                    <a:pt x="3733" y="6538"/>
                    <a:pt x="3773" y="6671"/>
                    <a:pt x="3813" y="6805"/>
                  </a:cubicBezTo>
                  <a:lnTo>
                    <a:pt x="4067" y="7645"/>
                  </a:lnTo>
                  <a:cubicBezTo>
                    <a:pt x="4107" y="7805"/>
                    <a:pt x="4147" y="7972"/>
                    <a:pt x="4200" y="8145"/>
                  </a:cubicBezTo>
                  <a:cubicBezTo>
                    <a:pt x="4247" y="8325"/>
                    <a:pt x="4287" y="8498"/>
                    <a:pt x="4334" y="8678"/>
                  </a:cubicBezTo>
                  <a:lnTo>
                    <a:pt x="4434" y="9125"/>
                  </a:lnTo>
                  <a:cubicBezTo>
                    <a:pt x="4474" y="9305"/>
                    <a:pt x="4487" y="9372"/>
                    <a:pt x="4547" y="9679"/>
                  </a:cubicBezTo>
                  <a:cubicBezTo>
                    <a:pt x="4607" y="9992"/>
                    <a:pt x="4674" y="10339"/>
                    <a:pt x="4734" y="10726"/>
                  </a:cubicBezTo>
                  <a:cubicBezTo>
                    <a:pt x="4767" y="10906"/>
                    <a:pt x="4800" y="11106"/>
                    <a:pt x="4834" y="11312"/>
                  </a:cubicBezTo>
                  <a:lnTo>
                    <a:pt x="4854" y="11473"/>
                  </a:lnTo>
                  <a:lnTo>
                    <a:pt x="4934" y="11933"/>
                  </a:lnTo>
                  <a:cubicBezTo>
                    <a:pt x="5014" y="12493"/>
                    <a:pt x="5107" y="13080"/>
                    <a:pt x="5201" y="13706"/>
                  </a:cubicBezTo>
                  <a:lnTo>
                    <a:pt x="5247" y="14080"/>
                  </a:lnTo>
                  <a:lnTo>
                    <a:pt x="5267" y="14207"/>
                  </a:lnTo>
                  <a:cubicBezTo>
                    <a:pt x="5301" y="14413"/>
                    <a:pt x="5307" y="14513"/>
                    <a:pt x="5354" y="14860"/>
                  </a:cubicBezTo>
                  <a:cubicBezTo>
                    <a:pt x="5407" y="15200"/>
                    <a:pt x="5447" y="15547"/>
                    <a:pt x="5501" y="15907"/>
                  </a:cubicBezTo>
                  <a:cubicBezTo>
                    <a:pt x="5507" y="15980"/>
                    <a:pt x="5514" y="16054"/>
                    <a:pt x="5534" y="16127"/>
                  </a:cubicBezTo>
                  <a:cubicBezTo>
                    <a:pt x="5667" y="17161"/>
                    <a:pt x="5801" y="18228"/>
                    <a:pt x="5934" y="19295"/>
                  </a:cubicBezTo>
                  <a:cubicBezTo>
                    <a:pt x="5967" y="19535"/>
                    <a:pt x="5987" y="19781"/>
                    <a:pt x="6021" y="20028"/>
                  </a:cubicBezTo>
                  <a:cubicBezTo>
                    <a:pt x="6174" y="21262"/>
                    <a:pt x="6307" y="22469"/>
                    <a:pt x="6421" y="23596"/>
                  </a:cubicBezTo>
                  <a:lnTo>
                    <a:pt x="6501" y="24263"/>
                  </a:lnTo>
                  <a:cubicBezTo>
                    <a:pt x="6541" y="24696"/>
                    <a:pt x="6581" y="25109"/>
                    <a:pt x="6621" y="25510"/>
                  </a:cubicBezTo>
                  <a:lnTo>
                    <a:pt x="6621" y="25576"/>
                  </a:lnTo>
                  <a:cubicBezTo>
                    <a:pt x="6648" y="25736"/>
                    <a:pt x="6654" y="25896"/>
                    <a:pt x="6674" y="26043"/>
                  </a:cubicBezTo>
                  <a:lnTo>
                    <a:pt x="6721" y="26683"/>
                  </a:lnTo>
                  <a:cubicBezTo>
                    <a:pt x="6741" y="26830"/>
                    <a:pt x="6741" y="26950"/>
                    <a:pt x="6754" y="27083"/>
                  </a:cubicBezTo>
                  <a:cubicBezTo>
                    <a:pt x="6774" y="27217"/>
                    <a:pt x="6781" y="27303"/>
                    <a:pt x="6788" y="27470"/>
                  </a:cubicBezTo>
                  <a:cubicBezTo>
                    <a:pt x="6801" y="27637"/>
                    <a:pt x="6814" y="27770"/>
                    <a:pt x="6821" y="27944"/>
                  </a:cubicBezTo>
                  <a:cubicBezTo>
                    <a:pt x="6834" y="28117"/>
                    <a:pt x="6841" y="28330"/>
                    <a:pt x="6848" y="28430"/>
                  </a:cubicBezTo>
                  <a:cubicBezTo>
                    <a:pt x="6854" y="28530"/>
                    <a:pt x="6854" y="28650"/>
                    <a:pt x="6854" y="28697"/>
                  </a:cubicBezTo>
                  <a:cubicBezTo>
                    <a:pt x="6854" y="28737"/>
                    <a:pt x="6868" y="28777"/>
                    <a:pt x="6868" y="28810"/>
                  </a:cubicBezTo>
                  <a:lnTo>
                    <a:pt x="6868" y="29031"/>
                  </a:lnTo>
                  <a:cubicBezTo>
                    <a:pt x="6868" y="29637"/>
                    <a:pt x="6874" y="30284"/>
                    <a:pt x="6901" y="30951"/>
                  </a:cubicBezTo>
                  <a:cubicBezTo>
                    <a:pt x="6908" y="31218"/>
                    <a:pt x="6914" y="31498"/>
                    <a:pt x="6934" y="31771"/>
                  </a:cubicBezTo>
                  <a:cubicBezTo>
                    <a:pt x="6974" y="32745"/>
                    <a:pt x="7034" y="33752"/>
                    <a:pt x="7101" y="34779"/>
                  </a:cubicBezTo>
                  <a:cubicBezTo>
                    <a:pt x="7121" y="35212"/>
                    <a:pt x="7154" y="35646"/>
                    <a:pt x="7188" y="36079"/>
                  </a:cubicBezTo>
                  <a:cubicBezTo>
                    <a:pt x="7208" y="36239"/>
                    <a:pt x="7214" y="36406"/>
                    <a:pt x="7234" y="36566"/>
                  </a:cubicBezTo>
                  <a:lnTo>
                    <a:pt x="7308" y="37453"/>
                  </a:lnTo>
                  <a:cubicBezTo>
                    <a:pt x="7374" y="38300"/>
                    <a:pt x="7448" y="39133"/>
                    <a:pt x="7534" y="39953"/>
                  </a:cubicBezTo>
                  <a:cubicBezTo>
                    <a:pt x="7548" y="40153"/>
                    <a:pt x="7568" y="40347"/>
                    <a:pt x="7588" y="40547"/>
                  </a:cubicBezTo>
                  <a:cubicBezTo>
                    <a:pt x="7655" y="41274"/>
                    <a:pt x="7735" y="41974"/>
                    <a:pt x="7808" y="42654"/>
                  </a:cubicBezTo>
                  <a:cubicBezTo>
                    <a:pt x="7881" y="43381"/>
                    <a:pt x="7961" y="44075"/>
                    <a:pt x="8035" y="44735"/>
                  </a:cubicBezTo>
                  <a:cubicBezTo>
                    <a:pt x="8048" y="44915"/>
                    <a:pt x="8075" y="45088"/>
                    <a:pt x="8088" y="45268"/>
                  </a:cubicBezTo>
                  <a:cubicBezTo>
                    <a:pt x="8141" y="45688"/>
                    <a:pt x="8188" y="46108"/>
                    <a:pt x="8241" y="46502"/>
                  </a:cubicBezTo>
                  <a:cubicBezTo>
                    <a:pt x="8261" y="46682"/>
                    <a:pt x="8261" y="46809"/>
                    <a:pt x="8301" y="47022"/>
                  </a:cubicBezTo>
                  <a:cubicBezTo>
                    <a:pt x="8335" y="47242"/>
                    <a:pt x="8348" y="47442"/>
                    <a:pt x="8375" y="47635"/>
                  </a:cubicBezTo>
                  <a:lnTo>
                    <a:pt x="8448" y="48182"/>
                  </a:lnTo>
                  <a:cubicBezTo>
                    <a:pt x="8521" y="48822"/>
                    <a:pt x="8588" y="49343"/>
                    <a:pt x="8641" y="49723"/>
                  </a:cubicBezTo>
                  <a:cubicBezTo>
                    <a:pt x="8655" y="49816"/>
                    <a:pt x="8668" y="49883"/>
                    <a:pt x="8675" y="49969"/>
                  </a:cubicBezTo>
                  <a:cubicBezTo>
                    <a:pt x="8681" y="50049"/>
                    <a:pt x="8708" y="50143"/>
                    <a:pt x="8708" y="50189"/>
                  </a:cubicBezTo>
                  <a:cubicBezTo>
                    <a:pt x="8708" y="50243"/>
                    <a:pt x="8715" y="50283"/>
                    <a:pt x="8715" y="50310"/>
                  </a:cubicBezTo>
                  <a:cubicBezTo>
                    <a:pt x="8715" y="50336"/>
                    <a:pt x="8721" y="50363"/>
                    <a:pt x="8735" y="50390"/>
                  </a:cubicBezTo>
                  <a:lnTo>
                    <a:pt x="8735" y="50436"/>
                  </a:lnTo>
                  <a:cubicBezTo>
                    <a:pt x="9622" y="49876"/>
                    <a:pt x="10455" y="48336"/>
                    <a:pt x="11189" y="46322"/>
                  </a:cubicBezTo>
                  <a:cubicBezTo>
                    <a:pt x="10695" y="44521"/>
                    <a:pt x="10209" y="42721"/>
                    <a:pt x="9722" y="40920"/>
                  </a:cubicBezTo>
                  <a:cubicBezTo>
                    <a:pt x="9435" y="39853"/>
                    <a:pt x="9135" y="38766"/>
                    <a:pt x="9222" y="37653"/>
                  </a:cubicBezTo>
                  <a:cubicBezTo>
                    <a:pt x="9315" y="36546"/>
                    <a:pt x="9868" y="35412"/>
                    <a:pt x="10869" y="34932"/>
                  </a:cubicBezTo>
                  <a:cubicBezTo>
                    <a:pt x="11289" y="34739"/>
                    <a:pt x="11742" y="34645"/>
                    <a:pt x="12209" y="34645"/>
                  </a:cubicBezTo>
                  <a:cubicBezTo>
                    <a:pt x="12442" y="34245"/>
                    <a:pt x="12683" y="33852"/>
                    <a:pt x="12909" y="33485"/>
                  </a:cubicBezTo>
                  <a:cubicBezTo>
                    <a:pt x="13316" y="32812"/>
                    <a:pt x="13703" y="32218"/>
                    <a:pt x="13943" y="31785"/>
                  </a:cubicBezTo>
                  <a:cubicBezTo>
                    <a:pt x="13943" y="31711"/>
                    <a:pt x="13936" y="31645"/>
                    <a:pt x="13936" y="31585"/>
                  </a:cubicBezTo>
                  <a:cubicBezTo>
                    <a:pt x="13936" y="31518"/>
                    <a:pt x="13930" y="31451"/>
                    <a:pt x="13923" y="31384"/>
                  </a:cubicBezTo>
                  <a:cubicBezTo>
                    <a:pt x="13916" y="31211"/>
                    <a:pt x="13903" y="31098"/>
                    <a:pt x="13883" y="30911"/>
                  </a:cubicBezTo>
                  <a:cubicBezTo>
                    <a:pt x="13870" y="30731"/>
                    <a:pt x="13836" y="30538"/>
                    <a:pt x="13816" y="30344"/>
                  </a:cubicBezTo>
                  <a:cubicBezTo>
                    <a:pt x="13809" y="30338"/>
                    <a:pt x="13809" y="30324"/>
                    <a:pt x="13809" y="30311"/>
                  </a:cubicBezTo>
                  <a:cubicBezTo>
                    <a:pt x="13789" y="30151"/>
                    <a:pt x="13769" y="29984"/>
                    <a:pt x="13749" y="29817"/>
                  </a:cubicBezTo>
                  <a:cubicBezTo>
                    <a:pt x="13709" y="29504"/>
                    <a:pt x="13669" y="29164"/>
                    <a:pt x="13623" y="28817"/>
                  </a:cubicBezTo>
                  <a:cubicBezTo>
                    <a:pt x="13616" y="28710"/>
                    <a:pt x="13609" y="28604"/>
                    <a:pt x="13589" y="28497"/>
                  </a:cubicBezTo>
                  <a:cubicBezTo>
                    <a:pt x="13523" y="27950"/>
                    <a:pt x="13456" y="27377"/>
                    <a:pt x="13403" y="26783"/>
                  </a:cubicBezTo>
                  <a:cubicBezTo>
                    <a:pt x="13383" y="26670"/>
                    <a:pt x="13376" y="26543"/>
                    <a:pt x="13356" y="26430"/>
                  </a:cubicBezTo>
                  <a:cubicBezTo>
                    <a:pt x="13156" y="24636"/>
                    <a:pt x="12943" y="22629"/>
                    <a:pt x="12689" y="20428"/>
                  </a:cubicBezTo>
                  <a:cubicBezTo>
                    <a:pt x="12636" y="19961"/>
                    <a:pt x="12582" y="19475"/>
                    <a:pt x="12522" y="18995"/>
                  </a:cubicBezTo>
                  <a:cubicBezTo>
                    <a:pt x="11189" y="17567"/>
                    <a:pt x="9642" y="16327"/>
                    <a:pt x="8588" y="14693"/>
                  </a:cubicBezTo>
                  <a:cubicBezTo>
                    <a:pt x="6554" y="11506"/>
                    <a:pt x="5701" y="6605"/>
                    <a:pt x="7688" y="3244"/>
                  </a:cubicBezTo>
                  <a:cubicBezTo>
                    <a:pt x="6201" y="2010"/>
                    <a:pt x="4040" y="496"/>
                    <a:pt x="2240" y="163"/>
                  </a:cubicBezTo>
                  <a:cubicBezTo>
                    <a:pt x="1610" y="45"/>
                    <a:pt x="1178" y="1"/>
                    <a:pt x="885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9" name="Google Shape;2012;p36"/>
            <p:cNvSpPr/>
            <p:nvPr/>
          </p:nvSpPr>
          <p:spPr>
            <a:xfrm>
              <a:off x="2617570" y="3443810"/>
              <a:ext cx="55968" cy="293433"/>
            </a:xfrm>
            <a:custGeom>
              <a:avLst/>
              <a:gdLst/>
              <a:ahLst/>
              <a:cxnLst/>
              <a:rect l="l" t="t" r="r" b="b"/>
              <a:pathLst>
                <a:path w="2001" h="10491" extrusionOk="0">
                  <a:moveTo>
                    <a:pt x="0" y="1"/>
                  </a:moveTo>
                  <a:lnTo>
                    <a:pt x="0" y="1"/>
                  </a:lnTo>
                  <a:cubicBezTo>
                    <a:pt x="480" y="1728"/>
                    <a:pt x="887" y="3448"/>
                    <a:pt x="1214" y="5195"/>
                  </a:cubicBezTo>
                  <a:cubicBezTo>
                    <a:pt x="1534" y="6949"/>
                    <a:pt x="1747" y="8716"/>
                    <a:pt x="1921" y="10490"/>
                  </a:cubicBezTo>
                  <a:cubicBezTo>
                    <a:pt x="2001" y="6902"/>
                    <a:pt x="1347" y="3328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0" name="Google Shape;2013;p36"/>
            <p:cNvSpPr/>
            <p:nvPr/>
          </p:nvSpPr>
          <p:spPr>
            <a:xfrm>
              <a:off x="2680055" y="3576611"/>
              <a:ext cx="28921" cy="174617"/>
            </a:xfrm>
            <a:custGeom>
              <a:avLst/>
              <a:gdLst/>
              <a:ahLst/>
              <a:cxnLst/>
              <a:rect l="l" t="t" r="r" b="b"/>
              <a:pathLst>
                <a:path w="1034" h="6243" extrusionOk="0">
                  <a:moveTo>
                    <a:pt x="0" y="0"/>
                  </a:moveTo>
                  <a:lnTo>
                    <a:pt x="0" y="0"/>
                  </a:lnTo>
                  <a:cubicBezTo>
                    <a:pt x="134" y="1054"/>
                    <a:pt x="314" y="2081"/>
                    <a:pt x="487" y="3121"/>
                  </a:cubicBezTo>
                  <a:cubicBezTo>
                    <a:pt x="660" y="4168"/>
                    <a:pt x="820" y="5202"/>
                    <a:pt x="1021" y="6242"/>
                  </a:cubicBezTo>
                  <a:cubicBezTo>
                    <a:pt x="1034" y="5182"/>
                    <a:pt x="954" y="4122"/>
                    <a:pt x="780" y="3081"/>
                  </a:cubicBezTo>
                  <a:cubicBezTo>
                    <a:pt x="614" y="2034"/>
                    <a:pt x="354" y="1001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1" name="Google Shape;2014;p36"/>
            <p:cNvSpPr/>
            <p:nvPr/>
          </p:nvSpPr>
          <p:spPr>
            <a:xfrm>
              <a:off x="2727800" y="3670982"/>
              <a:ext cx="15691" cy="80246"/>
            </a:xfrm>
            <a:custGeom>
              <a:avLst/>
              <a:gdLst/>
              <a:ahLst/>
              <a:cxnLst/>
              <a:rect l="l" t="t" r="r" b="b"/>
              <a:pathLst>
                <a:path w="561" h="2869" extrusionOk="0">
                  <a:moveTo>
                    <a:pt x="14" y="1"/>
                  </a:moveTo>
                  <a:lnTo>
                    <a:pt x="14" y="1"/>
                  </a:lnTo>
                  <a:cubicBezTo>
                    <a:pt x="0" y="488"/>
                    <a:pt x="47" y="974"/>
                    <a:pt x="140" y="1461"/>
                  </a:cubicBezTo>
                  <a:cubicBezTo>
                    <a:pt x="220" y="1941"/>
                    <a:pt x="354" y="2415"/>
                    <a:pt x="547" y="2868"/>
                  </a:cubicBezTo>
                  <a:cubicBezTo>
                    <a:pt x="561" y="2375"/>
                    <a:pt x="521" y="1888"/>
                    <a:pt x="420" y="1408"/>
                  </a:cubicBezTo>
                  <a:cubicBezTo>
                    <a:pt x="340" y="921"/>
                    <a:pt x="200" y="448"/>
                    <a:pt x="1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2" name="Google Shape;2015;p36"/>
            <p:cNvSpPr/>
            <p:nvPr/>
          </p:nvSpPr>
          <p:spPr>
            <a:xfrm>
              <a:off x="2686572" y="4215418"/>
              <a:ext cx="44808" cy="284091"/>
            </a:xfrm>
            <a:custGeom>
              <a:avLst/>
              <a:gdLst/>
              <a:ahLst/>
              <a:cxnLst/>
              <a:rect l="l" t="t" r="r" b="b"/>
              <a:pathLst>
                <a:path w="1602" h="10157" extrusionOk="0">
                  <a:moveTo>
                    <a:pt x="1" y="1"/>
                  </a:moveTo>
                  <a:cubicBezTo>
                    <a:pt x="114" y="1715"/>
                    <a:pt x="314" y="3422"/>
                    <a:pt x="534" y="5136"/>
                  </a:cubicBezTo>
                  <a:cubicBezTo>
                    <a:pt x="654" y="5982"/>
                    <a:pt x="768" y="6836"/>
                    <a:pt x="914" y="7683"/>
                  </a:cubicBezTo>
                  <a:cubicBezTo>
                    <a:pt x="981" y="8110"/>
                    <a:pt x="1048" y="8543"/>
                    <a:pt x="1128" y="8957"/>
                  </a:cubicBezTo>
                  <a:cubicBezTo>
                    <a:pt x="1214" y="9377"/>
                    <a:pt x="1334" y="9810"/>
                    <a:pt x="1601" y="10157"/>
                  </a:cubicBezTo>
                  <a:cubicBezTo>
                    <a:pt x="1388" y="9783"/>
                    <a:pt x="1314" y="9357"/>
                    <a:pt x="1261" y="8937"/>
                  </a:cubicBezTo>
                  <a:lnTo>
                    <a:pt x="1134" y="7650"/>
                  </a:lnTo>
                  <a:cubicBezTo>
                    <a:pt x="1048" y="6803"/>
                    <a:pt x="934" y="5942"/>
                    <a:pt x="828" y="5089"/>
                  </a:cubicBezTo>
                  <a:cubicBezTo>
                    <a:pt x="594" y="3382"/>
                    <a:pt x="347" y="1681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3" name="Google Shape;2016;p36"/>
            <p:cNvSpPr/>
            <p:nvPr/>
          </p:nvSpPr>
          <p:spPr>
            <a:xfrm>
              <a:off x="2719772" y="4243780"/>
              <a:ext cx="23159" cy="122005"/>
            </a:xfrm>
            <a:custGeom>
              <a:avLst/>
              <a:gdLst/>
              <a:ahLst/>
              <a:cxnLst/>
              <a:rect l="l" t="t" r="r" b="b"/>
              <a:pathLst>
                <a:path w="828" h="4362" extrusionOk="0">
                  <a:moveTo>
                    <a:pt x="7" y="0"/>
                  </a:moveTo>
                  <a:lnTo>
                    <a:pt x="7" y="0"/>
                  </a:lnTo>
                  <a:cubicBezTo>
                    <a:pt x="1" y="747"/>
                    <a:pt x="74" y="1488"/>
                    <a:pt x="227" y="2214"/>
                  </a:cubicBezTo>
                  <a:cubicBezTo>
                    <a:pt x="354" y="2948"/>
                    <a:pt x="554" y="3668"/>
                    <a:pt x="828" y="4362"/>
                  </a:cubicBezTo>
                  <a:cubicBezTo>
                    <a:pt x="754" y="3621"/>
                    <a:pt x="654" y="2895"/>
                    <a:pt x="507" y="2168"/>
                  </a:cubicBezTo>
                  <a:cubicBezTo>
                    <a:pt x="374" y="1434"/>
                    <a:pt x="207" y="714"/>
                    <a:pt x="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4" name="Google Shape;2017;p36"/>
            <p:cNvSpPr/>
            <p:nvPr/>
          </p:nvSpPr>
          <p:spPr>
            <a:xfrm>
              <a:off x="2765279" y="4275106"/>
              <a:ext cx="10657" cy="38459"/>
            </a:xfrm>
            <a:custGeom>
              <a:avLst/>
              <a:gdLst/>
              <a:ahLst/>
              <a:cxnLst/>
              <a:rect l="l" t="t" r="r" b="b"/>
              <a:pathLst>
                <a:path w="381" h="1375" extrusionOk="0">
                  <a:moveTo>
                    <a:pt x="74" y="1"/>
                  </a:moveTo>
                  <a:cubicBezTo>
                    <a:pt x="7" y="228"/>
                    <a:pt x="1" y="474"/>
                    <a:pt x="47" y="708"/>
                  </a:cubicBezTo>
                  <a:cubicBezTo>
                    <a:pt x="81" y="948"/>
                    <a:pt x="174" y="1174"/>
                    <a:pt x="314" y="1374"/>
                  </a:cubicBezTo>
                  <a:cubicBezTo>
                    <a:pt x="374" y="1141"/>
                    <a:pt x="381" y="894"/>
                    <a:pt x="334" y="654"/>
                  </a:cubicBezTo>
                  <a:cubicBezTo>
                    <a:pt x="294" y="421"/>
                    <a:pt x="207" y="194"/>
                    <a:pt x="7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5" name="Google Shape;2018;p36"/>
            <p:cNvSpPr/>
            <p:nvPr/>
          </p:nvSpPr>
          <p:spPr>
            <a:xfrm>
              <a:off x="2506948" y="3676212"/>
              <a:ext cx="428081" cy="521165"/>
            </a:xfrm>
            <a:custGeom>
              <a:avLst/>
              <a:gdLst/>
              <a:ahLst/>
              <a:cxnLst/>
              <a:rect l="l" t="t" r="r" b="b"/>
              <a:pathLst>
                <a:path w="15305" h="18633" extrusionOk="0">
                  <a:moveTo>
                    <a:pt x="3622" y="0"/>
                  </a:moveTo>
                  <a:cubicBezTo>
                    <a:pt x="3415" y="60"/>
                    <a:pt x="3215" y="147"/>
                    <a:pt x="3035" y="267"/>
                  </a:cubicBezTo>
                  <a:cubicBezTo>
                    <a:pt x="2648" y="514"/>
                    <a:pt x="2188" y="974"/>
                    <a:pt x="1915" y="1814"/>
                  </a:cubicBezTo>
                  <a:cubicBezTo>
                    <a:pt x="1421" y="3328"/>
                    <a:pt x="1888" y="4808"/>
                    <a:pt x="1915" y="4895"/>
                  </a:cubicBezTo>
                  <a:cubicBezTo>
                    <a:pt x="1900" y="4883"/>
                    <a:pt x="1836" y="4819"/>
                    <a:pt x="1730" y="4819"/>
                  </a:cubicBezTo>
                  <a:cubicBezTo>
                    <a:pt x="1549" y="4819"/>
                    <a:pt x="1244" y="5006"/>
                    <a:pt x="848" y="5962"/>
                  </a:cubicBezTo>
                  <a:cubicBezTo>
                    <a:pt x="221" y="7482"/>
                    <a:pt x="848" y="8463"/>
                    <a:pt x="848" y="8463"/>
                  </a:cubicBezTo>
                  <a:cubicBezTo>
                    <a:pt x="848" y="8463"/>
                    <a:pt x="34" y="8496"/>
                    <a:pt x="14" y="9790"/>
                  </a:cubicBezTo>
                  <a:cubicBezTo>
                    <a:pt x="1" y="11083"/>
                    <a:pt x="908" y="11990"/>
                    <a:pt x="908" y="11990"/>
                  </a:cubicBezTo>
                  <a:cubicBezTo>
                    <a:pt x="908" y="11990"/>
                    <a:pt x="281" y="12324"/>
                    <a:pt x="955" y="14291"/>
                  </a:cubicBezTo>
                  <a:cubicBezTo>
                    <a:pt x="1635" y="16258"/>
                    <a:pt x="6109" y="18119"/>
                    <a:pt x="8970" y="18285"/>
                  </a:cubicBezTo>
                  <a:cubicBezTo>
                    <a:pt x="9710" y="18325"/>
                    <a:pt x="10450" y="18439"/>
                    <a:pt x="11177" y="18632"/>
                  </a:cubicBezTo>
                  <a:cubicBezTo>
                    <a:pt x="11591" y="17959"/>
                    <a:pt x="11971" y="17358"/>
                    <a:pt x="12211" y="16925"/>
                  </a:cubicBezTo>
                  <a:cubicBezTo>
                    <a:pt x="12984" y="15525"/>
                    <a:pt x="14545" y="12484"/>
                    <a:pt x="15305" y="11557"/>
                  </a:cubicBezTo>
                  <a:cubicBezTo>
                    <a:pt x="15218" y="11483"/>
                    <a:pt x="15138" y="11403"/>
                    <a:pt x="15072" y="11317"/>
                  </a:cubicBezTo>
                  <a:cubicBezTo>
                    <a:pt x="14838" y="11030"/>
                    <a:pt x="14665" y="10703"/>
                    <a:pt x="14558" y="10357"/>
                  </a:cubicBezTo>
                  <a:cubicBezTo>
                    <a:pt x="14071" y="8889"/>
                    <a:pt x="13625" y="3715"/>
                    <a:pt x="10417" y="1067"/>
                  </a:cubicBezTo>
                  <a:lnTo>
                    <a:pt x="10417" y="1067"/>
                  </a:lnTo>
                  <a:cubicBezTo>
                    <a:pt x="10417" y="1068"/>
                    <a:pt x="10537" y="1988"/>
                    <a:pt x="10657" y="3015"/>
                  </a:cubicBezTo>
                  <a:cubicBezTo>
                    <a:pt x="10657" y="3015"/>
                    <a:pt x="9141" y="3625"/>
                    <a:pt x="7383" y="3625"/>
                  </a:cubicBezTo>
                  <a:cubicBezTo>
                    <a:pt x="7257" y="3625"/>
                    <a:pt x="7130" y="3621"/>
                    <a:pt x="7003" y="3615"/>
                  </a:cubicBezTo>
                  <a:cubicBezTo>
                    <a:pt x="5949" y="3555"/>
                    <a:pt x="4856" y="3261"/>
                    <a:pt x="3955" y="2488"/>
                  </a:cubicBezTo>
                  <a:cubicBezTo>
                    <a:pt x="3955" y="2488"/>
                    <a:pt x="3709" y="614"/>
                    <a:pt x="3622" y="0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6" name="Google Shape;2019;p36"/>
            <p:cNvSpPr/>
            <p:nvPr/>
          </p:nvSpPr>
          <p:spPr>
            <a:xfrm>
              <a:off x="2498949" y="3666507"/>
              <a:ext cx="447464" cy="540185"/>
            </a:xfrm>
            <a:custGeom>
              <a:avLst/>
              <a:gdLst/>
              <a:ahLst/>
              <a:cxnLst/>
              <a:rect l="l" t="t" r="r" b="b"/>
              <a:pathLst>
                <a:path w="15998" h="19313" extrusionOk="0">
                  <a:moveTo>
                    <a:pt x="3668" y="748"/>
                  </a:moveTo>
                  <a:cubicBezTo>
                    <a:pt x="3775" y="1528"/>
                    <a:pt x="3948" y="2868"/>
                    <a:pt x="3948" y="2868"/>
                  </a:cubicBezTo>
                  <a:lnTo>
                    <a:pt x="3968" y="2975"/>
                  </a:lnTo>
                  <a:lnTo>
                    <a:pt x="4048" y="3048"/>
                  </a:lnTo>
                  <a:cubicBezTo>
                    <a:pt x="4895" y="3775"/>
                    <a:pt x="5975" y="4175"/>
                    <a:pt x="7269" y="4242"/>
                  </a:cubicBezTo>
                  <a:cubicBezTo>
                    <a:pt x="7410" y="4249"/>
                    <a:pt x="7550" y="4253"/>
                    <a:pt x="7688" y="4253"/>
                  </a:cubicBezTo>
                  <a:cubicBezTo>
                    <a:pt x="9472" y="4253"/>
                    <a:pt x="10982" y="3659"/>
                    <a:pt x="11050" y="3628"/>
                  </a:cubicBezTo>
                  <a:lnTo>
                    <a:pt x="11250" y="3542"/>
                  </a:lnTo>
                  <a:lnTo>
                    <a:pt x="11230" y="3328"/>
                  </a:lnTo>
                  <a:cubicBezTo>
                    <a:pt x="11177" y="2901"/>
                    <a:pt x="11130" y="2501"/>
                    <a:pt x="11083" y="2175"/>
                  </a:cubicBezTo>
                  <a:lnTo>
                    <a:pt x="11083" y="2175"/>
                  </a:lnTo>
                  <a:cubicBezTo>
                    <a:pt x="13117" y="4268"/>
                    <a:pt x="13811" y="7476"/>
                    <a:pt x="14237" y="9463"/>
                  </a:cubicBezTo>
                  <a:cubicBezTo>
                    <a:pt x="14364" y="10030"/>
                    <a:pt x="14464" y="10477"/>
                    <a:pt x="14564" y="10797"/>
                  </a:cubicBezTo>
                  <a:cubicBezTo>
                    <a:pt x="14691" y="11177"/>
                    <a:pt x="14877" y="11530"/>
                    <a:pt x="15131" y="11844"/>
                  </a:cubicBezTo>
                  <a:lnTo>
                    <a:pt x="15204" y="11931"/>
                  </a:lnTo>
                  <a:cubicBezTo>
                    <a:pt x="14577" y="12784"/>
                    <a:pt x="13630" y="14565"/>
                    <a:pt x="12844" y="16012"/>
                  </a:cubicBezTo>
                  <a:cubicBezTo>
                    <a:pt x="12617" y="16438"/>
                    <a:pt x="12410" y="16805"/>
                    <a:pt x="12237" y="17132"/>
                  </a:cubicBezTo>
                  <a:cubicBezTo>
                    <a:pt x="12063" y="17452"/>
                    <a:pt x="11803" y="17879"/>
                    <a:pt x="11503" y="18366"/>
                  </a:cubicBezTo>
                  <a:lnTo>
                    <a:pt x="11330" y="18646"/>
                  </a:lnTo>
                  <a:cubicBezTo>
                    <a:pt x="10656" y="18479"/>
                    <a:pt x="9963" y="18379"/>
                    <a:pt x="9269" y="18346"/>
                  </a:cubicBezTo>
                  <a:cubicBezTo>
                    <a:pt x="6395" y="18172"/>
                    <a:pt x="2114" y="16305"/>
                    <a:pt x="1521" y="14545"/>
                  </a:cubicBezTo>
                  <a:cubicBezTo>
                    <a:pt x="1060" y="13204"/>
                    <a:pt x="1241" y="12671"/>
                    <a:pt x="1327" y="12591"/>
                  </a:cubicBezTo>
                  <a:lnTo>
                    <a:pt x="1667" y="12404"/>
                  </a:lnTo>
                  <a:lnTo>
                    <a:pt x="1394" y="12131"/>
                  </a:lnTo>
                  <a:cubicBezTo>
                    <a:pt x="1381" y="12117"/>
                    <a:pt x="580" y="11297"/>
                    <a:pt x="594" y="10137"/>
                  </a:cubicBezTo>
                  <a:cubicBezTo>
                    <a:pt x="600" y="9176"/>
                    <a:pt x="1094" y="9103"/>
                    <a:pt x="1140" y="9103"/>
                  </a:cubicBezTo>
                  <a:lnTo>
                    <a:pt x="1634" y="9076"/>
                  </a:lnTo>
                  <a:lnTo>
                    <a:pt x="1374" y="8656"/>
                  </a:lnTo>
                  <a:cubicBezTo>
                    <a:pt x="1361" y="8623"/>
                    <a:pt x="854" y="7769"/>
                    <a:pt x="1401" y="6422"/>
                  </a:cubicBezTo>
                  <a:cubicBezTo>
                    <a:pt x="1767" y="5522"/>
                    <a:pt x="2021" y="5475"/>
                    <a:pt x="2007" y="5462"/>
                  </a:cubicBezTo>
                  <a:lnTo>
                    <a:pt x="2007" y="5462"/>
                  </a:lnTo>
                  <a:lnTo>
                    <a:pt x="2768" y="6109"/>
                  </a:lnTo>
                  <a:lnTo>
                    <a:pt x="2474" y="5149"/>
                  </a:lnTo>
                  <a:cubicBezTo>
                    <a:pt x="2401" y="4902"/>
                    <a:pt x="2041" y="3595"/>
                    <a:pt x="2474" y="2241"/>
                  </a:cubicBezTo>
                  <a:cubicBezTo>
                    <a:pt x="2728" y="1468"/>
                    <a:pt x="3161" y="1068"/>
                    <a:pt x="3474" y="861"/>
                  </a:cubicBezTo>
                  <a:lnTo>
                    <a:pt x="3668" y="748"/>
                  </a:lnTo>
                  <a:close/>
                  <a:moveTo>
                    <a:pt x="4155" y="1"/>
                  </a:moveTo>
                  <a:lnTo>
                    <a:pt x="3855" y="61"/>
                  </a:lnTo>
                  <a:cubicBezTo>
                    <a:pt x="3601" y="127"/>
                    <a:pt x="3368" y="234"/>
                    <a:pt x="3161" y="374"/>
                  </a:cubicBezTo>
                  <a:cubicBezTo>
                    <a:pt x="2761" y="628"/>
                    <a:pt x="2227" y="1128"/>
                    <a:pt x="1927" y="2068"/>
                  </a:cubicBezTo>
                  <a:cubicBezTo>
                    <a:pt x="1561" y="3208"/>
                    <a:pt x="1694" y="4328"/>
                    <a:pt x="1814" y="4929"/>
                  </a:cubicBezTo>
                  <a:cubicBezTo>
                    <a:pt x="1474" y="5055"/>
                    <a:pt x="1160" y="5469"/>
                    <a:pt x="860" y="6202"/>
                  </a:cubicBezTo>
                  <a:cubicBezTo>
                    <a:pt x="400" y="7329"/>
                    <a:pt x="574" y="8190"/>
                    <a:pt x="734" y="8630"/>
                  </a:cubicBezTo>
                  <a:cubicBezTo>
                    <a:pt x="387" y="8810"/>
                    <a:pt x="20" y="9256"/>
                    <a:pt x="7" y="10137"/>
                  </a:cubicBezTo>
                  <a:cubicBezTo>
                    <a:pt x="0" y="11177"/>
                    <a:pt x="527" y="11977"/>
                    <a:pt x="807" y="12337"/>
                  </a:cubicBezTo>
                  <a:cubicBezTo>
                    <a:pt x="627" y="12664"/>
                    <a:pt x="494" y="13338"/>
                    <a:pt x="967" y="14738"/>
                  </a:cubicBezTo>
                  <a:cubicBezTo>
                    <a:pt x="1721" y="16925"/>
                    <a:pt x="6429" y="18759"/>
                    <a:pt x="9229" y="18926"/>
                  </a:cubicBezTo>
                  <a:cubicBezTo>
                    <a:pt x="9956" y="18966"/>
                    <a:pt x="10683" y="19079"/>
                    <a:pt x="11390" y="19266"/>
                  </a:cubicBezTo>
                  <a:lnTo>
                    <a:pt x="11597" y="19312"/>
                  </a:lnTo>
                  <a:lnTo>
                    <a:pt x="11997" y="18672"/>
                  </a:lnTo>
                  <a:cubicBezTo>
                    <a:pt x="12303" y="18172"/>
                    <a:pt x="12564" y="17745"/>
                    <a:pt x="12757" y="17412"/>
                  </a:cubicBezTo>
                  <a:lnTo>
                    <a:pt x="13364" y="16292"/>
                  </a:lnTo>
                  <a:cubicBezTo>
                    <a:pt x="14157" y="14805"/>
                    <a:pt x="15238" y="12791"/>
                    <a:pt x="15811" y="12091"/>
                  </a:cubicBezTo>
                  <a:lnTo>
                    <a:pt x="15998" y="11870"/>
                  </a:lnTo>
                  <a:lnTo>
                    <a:pt x="15778" y="11690"/>
                  </a:lnTo>
                  <a:cubicBezTo>
                    <a:pt x="15704" y="11624"/>
                    <a:pt x="15638" y="11550"/>
                    <a:pt x="15578" y="11470"/>
                  </a:cubicBezTo>
                  <a:cubicBezTo>
                    <a:pt x="15371" y="11217"/>
                    <a:pt x="15218" y="10924"/>
                    <a:pt x="15124" y="10610"/>
                  </a:cubicBezTo>
                  <a:cubicBezTo>
                    <a:pt x="14991" y="10190"/>
                    <a:pt x="14891" y="9770"/>
                    <a:pt x="14811" y="9336"/>
                  </a:cubicBezTo>
                  <a:cubicBezTo>
                    <a:pt x="14331" y="7103"/>
                    <a:pt x="13524" y="3362"/>
                    <a:pt x="10890" y="1194"/>
                  </a:cubicBezTo>
                  <a:lnTo>
                    <a:pt x="10323" y="728"/>
                  </a:lnTo>
                  <a:lnTo>
                    <a:pt x="10410" y="1454"/>
                  </a:lnTo>
                  <a:lnTo>
                    <a:pt x="10630" y="3162"/>
                  </a:lnTo>
                  <a:cubicBezTo>
                    <a:pt x="10164" y="3321"/>
                    <a:pt x="8972" y="3677"/>
                    <a:pt x="7655" y="3677"/>
                  </a:cubicBezTo>
                  <a:cubicBezTo>
                    <a:pt x="7538" y="3677"/>
                    <a:pt x="7420" y="3674"/>
                    <a:pt x="7302" y="3668"/>
                  </a:cubicBezTo>
                  <a:cubicBezTo>
                    <a:pt x="6175" y="3608"/>
                    <a:pt x="5242" y="3275"/>
                    <a:pt x="4521" y="2688"/>
                  </a:cubicBezTo>
                  <a:cubicBezTo>
                    <a:pt x="4461" y="2268"/>
                    <a:pt x="4268" y="834"/>
                    <a:pt x="4195" y="307"/>
                  </a:cubicBezTo>
                  <a:lnTo>
                    <a:pt x="4155" y="1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7" name="Google Shape;2020;p36"/>
            <p:cNvSpPr/>
            <p:nvPr/>
          </p:nvSpPr>
          <p:spPr>
            <a:xfrm>
              <a:off x="2506948" y="3676017"/>
              <a:ext cx="348087" cy="521165"/>
            </a:xfrm>
            <a:custGeom>
              <a:avLst/>
              <a:gdLst/>
              <a:ahLst/>
              <a:cxnLst/>
              <a:rect l="l" t="t" r="r" b="b"/>
              <a:pathLst>
                <a:path w="12445" h="18633" extrusionOk="0">
                  <a:moveTo>
                    <a:pt x="3622" y="1"/>
                  </a:moveTo>
                  <a:cubicBezTo>
                    <a:pt x="3415" y="54"/>
                    <a:pt x="3215" y="147"/>
                    <a:pt x="3035" y="268"/>
                  </a:cubicBezTo>
                  <a:cubicBezTo>
                    <a:pt x="2648" y="508"/>
                    <a:pt x="2188" y="968"/>
                    <a:pt x="1915" y="1808"/>
                  </a:cubicBezTo>
                  <a:cubicBezTo>
                    <a:pt x="1421" y="3328"/>
                    <a:pt x="1888" y="4802"/>
                    <a:pt x="1915" y="4895"/>
                  </a:cubicBezTo>
                  <a:cubicBezTo>
                    <a:pt x="1900" y="4883"/>
                    <a:pt x="1836" y="4817"/>
                    <a:pt x="1728" y="4817"/>
                  </a:cubicBezTo>
                  <a:cubicBezTo>
                    <a:pt x="1547" y="4817"/>
                    <a:pt x="1242" y="5006"/>
                    <a:pt x="848" y="5962"/>
                  </a:cubicBezTo>
                  <a:cubicBezTo>
                    <a:pt x="221" y="7476"/>
                    <a:pt x="848" y="8463"/>
                    <a:pt x="848" y="8463"/>
                  </a:cubicBezTo>
                  <a:cubicBezTo>
                    <a:pt x="848" y="8463"/>
                    <a:pt x="34" y="8496"/>
                    <a:pt x="14" y="9790"/>
                  </a:cubicBezTo>
                  <a:cubicBezTo>
                    <a:pt x="1" y="11077"/>
                    <a:pt x="908" y="11991"/>
                    <a:pt x="908" y="11991"/>
                  </a:cubicBezTo>
                  <a:cubicBezTo>
                    <a:pt x="908" y="11991"/>
                    <a:pt x="281" y="12324"/>
                    <a:pt x="955" y="14291"/>
                  </a:cubicBezTo>
                  <a:cubicBezTo>
                    <a:pt x="1375" y="15498"/>
                    <a:pt x="3208" y="16659"/>
                    <a:pt x="5216" y="17412"/>
                  </a:cubicBezTo>
                  <a:cubicBezTo>
                    <a:pt x="6503" y="17899"/>
                    <a:pt x="7850" y="18212"/>
                    <a:pt x="8970" y="18279"/>
                  </a:cubicBezTo>
                  <a:cubicBezTo>
                    <a:pt x="9710" y="18326"/>
                    <a:pt x="10450" y="18439"/>
                    <a:pt x="11177" y="18632"/>
                  </a:cubicBezTo>
                  <a:cubicBezTo>
                    <a:pt x="11584" y="17959"/>
                    <a:pt x="11971" y="17365"/>
                    <a:pt x="12211" y="16932"/>
                  </a:cubicBezTo>
                  <a:lnTo>
                    <a:pt x="12444" y="16505"/>
                  </a:lnTo>
                  <a:lnTo>
                    <a:pt x="12184" y="16365"/>
                  </a:lnTo>
                  <a:cubicBezTo>
                    <a:pt x="10917" y="15738"/>
                    <a:pt x="9724" y="15065"/>
                    <a:pt x="9017" y="13878"/>
                  </a:cubicBezTo>
                  <a:cubicBezTo>
                    <a:pt x="8503" y="13011"/>
                    <a:pt x="8316" y="11997"/>
                    <a:pt x="8156" y="10997"/>
                  </a:cubicBezTo>
                  <a:lnTo>
                    <a:pt x="7856" y="9270"/>
                  </a:lnTo>
                  <a:cubicBezTo>
                    <a:pt x="7543" y="7389"/>
                    <a:pt x="7223" y="5496"/>
                    <a:pt x="7003" y="3608"/>
                  </a:cubicBezTo>
                  <a:cubicBezTo>
                    <a:pt x="5949" y="3555"/>
                    <a:pt x="4856" y="3262"/>
                    <a:pt x="3955" y="2488"/>
                  </a:cubicBezTo>
                  <a:cubicBezTo>
                    <a:pt x="3955" y="2488"/>
                    <a:pt x="3889" y="2008"/>
                    <a:pt x="3822" y="1468"/>
                  </a:cubicBezTo>
                  <a:lnTo>
                    <a:pt x="3802" y="1268"/>
                  </a:lnTo>
                  <a:cubicBezTo>
                    <a:pt x="3782" y="1201"/>
                    <a:pt x="3775" y="1128"/>
                    <a:pt x="3769" y="1054"/>
                  </a:cubicBezTo>
                  <a:cubicBezTo>
                    <a:pt x="3749" y="954"/>
                    <a:pt x="3742" y="888"/>
                    <a:pt x="3722" y="761"/>
                  </a:cubicBezTo>
                  <a:cubicBezTo>
                    <a:pt x="3709" y="634"/>
                    <a:pt x="3689" y="508"/>
                    <a:pt x="3682" y="394"/>
                  </a:cubicBezTo>
                  <a:cubicBezTo>
                    <a:pt x="3669" y="334"/>
                    <a:pt x="3662" y="281"/>
                    <a:pt x="3655" y="221"/>
                  </a:cubicBezTo>
                  <a:cubicBezTo>
                    <a:pt x="3642" y="134"/>
                    <a:pt x="3635" y="61"/>
                    <a:pt x="3622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8" name="Google Shape;2021;p36"/>
            <p:cNvSpPr/>
            <p:nvPr/>
          </p:nvSpPr>
          <p:spPr>
            <a:xfrm>
              <a:off x="2690683" y="4124404"/>
              <a:ext cx="115097" cy="18153"/>
            </a:xfrm>
            <a:custGeom>
              <a:avLst/>
              <a:gdLst/>
              <a:ahLst/>
              <a:cxnLst/>
              <a:rect l="l" t="t" r="r" b="b"/>
              <a:pathLst>
                <a:path w="4115" h="649" extrusionOk="0">
                  <a:moveTo>
                    <a:pt x="4115" y="1"/>
                  </a:moveTo>
                  <a:lnTo>
                    <a:pt x="4115" y="1"/>
                  </a:lnTo>
                  <a:cubicBezTo>
                    <a:pt x="3431" y="240"/>
                    <a:pt x="2717" y="360"/>
                    <a:pt x="2004" y="360"/>
                  </a:cubicBezTo>
                  <a:cubicBezTo>
                    <a:pt x="1327" y="360"/>
                    <a:pt x="650" y="252"/>
                    <a:pt x="0" y="34"/>
                  </a:cubicBezTo>
                  <a:lnTo>
                    <a:pt x="0" y="34"/>
                  </a:lnTo>
                  <a:cubicBezTo>
                    <a:pt x="562" y="447"/>
                    <a:pt x="1293" y="648"/>
                    <a:pt x="1999" y="648"/>
                  </a:cubicBezTo>
                  <a:cubicBezTo>
                    <a:pt x="2022" y="648"/>
                    <a:pt x="2045" y="648"/>
                    <a:pt x="2068" y="648"/>
                  </a:cubicBezTo>
                  <a:cubicBezTo>
                    <a:pt x="2788" y="641"/>
                    <a:pt x="3541" y="434"/>
                    <a:pt x="411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9" name="Google Shape;2022;p36"/>
            <p:cNvSpPr/>
            <p:nvPr/>
          </p:nvSpPr>
          <p:spPr>
            <a:xfrm>
              <a:off x="2708584" y="4085413"/>
              <a:ext cx="87882" cy="14013"/>
            </a:xfrm>
            <a:custGeom>
              <a:avLst/>
              <a:gdLst/>
              <a:ahLst/>
              <a:cxnLst/>
              <a:rect l="l" t="t" r="r" b="b"/>
              <a:pathLst>
                <a:path w="3142" h="501" extrusionOk="0">
                  <a:moveTo>
                    <a:pt x="3141" y="1"/>
                  </a:moveTo>
                  <a:cubicBezTo>
                    <a:pt x="2608" y="74"/>
                    <a:pt x="2094" y="161"/>
                    <a:pt x="1574" y="201"/>
                  </a:cubicBezTo>
                  <a:cubicBezTo>
                    <a:pt x="1189" y="231"/>
                    <a:pt x="800" y="235"/>
                    <a:pt x="402" y="235"/>
                  </a:cubicBezTo>
                  <a:cubicBezTo>
                    <a:pt x="269" y="235"/>
                    <a:pt x="136" y="234"/>
                    <a:pt x="1" y="234"/>
                  </a:cubicBezTo>
                  <a:cubicBezTo>
                    <a:pt x="409" y="414"/>
                    <a:pt x="854" y="501"/>
                    <a:pt x="1301" y="501"/>
                  </a:cubicBezTo>
                  <a:cubicBezTo>
                    <a:pt x="1401" y="501"/>
                    <a:pt x="1501" y="496"/>
                    <a:pt x="1601" y="488"/>
                  </a:cubicBezTo>
                  <a:cubicBezTo>
                    <a:pt x="2148" y="454"/>
                    <a:pt x="2675" y="288"/>
                    <a:pt x="314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0" name="Google Shape;2023;p36"/>
            <p:cNvSpPr/>
            <p:nvPr/>
          </p:nvSpPr>
          <p:spPr>
            <a:xfrm>
              <a:off x="2715297" y="4045332"/>
              <a:ext cx="69981" cy="11020"/>
            </a:xfrm>
            <a:custGeom>
              <a:avLst/>
              <a:gdLst/>
              <a:ahLst/>
              <a:cxnLst/>
              <a:rect l="l" t="t" r="r" b="b"/>
              <a:pathLst>
                <a:path w="2502" h="394" extrusionOk="0">
                  <a:moveTo>
                    <a:pt x="2501" y="0"/>
                  </a:moveTo>
                  <a:cubicBezTo>
                    <a:pt x="2068" y="7"/>
                    <a:pt x="1661" y="47"/>
                    <a:pt x="1254" y="87"/>
                  </a:cubicBezTo>
                  <a:cubicBezTo>
                    <a:pt x="841" y="127"/>
                    <a:pt x="434" y="147"/>
                    <a:pt x="1" y="214"/>
                  </a:cubicBezTo>
                  <a:cubicBezTo>
                    <a:pt x="321" y="334"/>
                    <a:pt x="658" y="393"/>
                    <a:pt x="998" y="393"/>
                  </a:cubicBezTo>
                  <a:cubicBezTo>
                    <a:pt x="1090" y="393"/>
                    <a:pt x="1182" y="389"/>
                    <a:pt x="1274" y="380"/>
                  </a:cubicBezTo>
                  <a:cubicBezTo>
                    <a:pt x="1701" y="334"/>
                    <a:pt x="2134" y="234"/>
                    <a:pt x="25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1" name="Google Shape;2024;p36"/>
            <p:cNvSpPr/>
            <p:nvPr/>
          </p:nvSpPr>
          <p:spPr>
            <a:xfrm>
              <a:off x="1205812" y="3146041"/>
              <a:ext cx="1600527" cy="2122084"/>
            </a:xfrm>
            <a:custGeom>
              <a:avLst/>
              <a:gdLst/>
              <a:ahLst/>
              <a:cxnLst/>
              <a:rect l="l" t="t" r="r" b="b"/>
              <a:pathLst>
                <a:path w="57223" h="75870" extrusionOk="0">
                  <a:moveTo>
                    <a:pt x="30635" y="1"/>
                  </a:moveTo>
                  <a:cubicBezTo>
                    <a:pt x="29618" y="1"/>
                    <a:pt x="28459" y="83"/>
                    <a:pt x="27121" y="277"/>
                  </a:cubicBezTo>
                  <a:cubicBezTo>
                    <a:pt x="24114" y="711"/>
                    <a:pt x="22427" y="1024"/>
                    <a:pt x="20300" y="2438"/>
                  </a:cubicBezTo>
                  <a:cubicBezTo>
                    <a:pt x="18179" y="3858"/>
                    <a:pt x="15558" y="5078"/>
                    <a:pt x="12204" y="6459"/>
                  </a:cubicBezTo>
                  <a:cubicBezTo>
                    <a:pt x="8856" y="7832"/>
                    <a:pt x="6869" y="8706"/>
                    <a:pt x="4682" y="14801"/>
                  </a:cubicBezTo>
                  <a:cubicBezTo>
                    <a:pt x="2488" y="20896"/>
                    <a:pt x="4115" y="32119"/>
                    <a:pt x="3788" y="39247"/>
                  </a:cubicBezTo>
                  <a:cubicBezTo>
                    <a:pt x="3462" y="46376"/>
                    <a:pt x="4535" y="56525"/>
                    <a:pt x="2268" y="61707"/>
                  </a:cubicBezTo>
                  <a:cubicBezTo>
                    <a:pt x="1" y="66881"/>
                    <a:pt x="654" y="71309"/>
                    <a:pt x="2815" y="73463"/>
                  </a:cubicBezTo>
                  <a:cubicBezTo>
                    <a:pt x="4519" y="75173"/>
                    <a:pt x="10876" y="75870"/>
                    <a:pt x="15494" y="75870"/>
                  </a:cubicBezTo>
                  <a:cubicBezTo>
                    <a:pt x="16135" y="75870"/>
                    <a:pt x="16742" y="75857"/>
                    <a:pt x="17299" y="75831"/>
                  </a:cubicBezTo>
                  <a:cubicBezTo>
                    <a:pt x="17799" y="75811"/>
                    <a:pt x="18266" y="75777"/>
                    <a:pt x="18672" y="75730"/>
                  </a:cubicBezTo>
                  <a:cubicBezTo>
                    <a:pt x="21401" y="75443"/>
                    <a:pt x="26501" y="75299"/>
                    <a:pt x="31388" y="75299"/>
                  </a:cubicBezTo>
                  <a:cubicBezTo>
                    <a:pt x="33870" y="75299"/>
                    <a:pt x="36297" y="75336"/>
                    <a:pt x="38331" y="75410"/>
                  </a:cubicBezTo>
                  <a:cubicBezTo>
                    <a:pt x="39248" y="75443"/>
                    <a:pt x="40241" y="75463"/>
                    <a:pt x="41273" y="75463"/>
                  </a:cubicBezTo>
                  <a:cubicBezTo>
                    <a:pt x="47041" y="75463"/>
                    <a:pt x="54007" y="74840"/>
                    <a:pt x="55489" y="72283"/>
                  </a:cubicBezTo>
                  <a:cubicBezTo>
                    <a:pt x="57223" y="69255"/>
                    <a:pt x="56029" y="64614"/>
                    <a:pt x="54735" y="60727"/>
                  </a:cubicBezTo>
                  <a:cubicBezTo>
                    <a:pt x="53442" y="56845"/>
                    <a:pt x="53122" y="49717"/>
                    <a:pt x="52468" y="44856"/>
                  </a:cubicBezTo>
                  <a:cubicBezTo>
                    <a:pt x="51821" y="40001"/>
                    <a:pt x="51288" y="20996"/>
                    <a:pt x="50201" y="15228"/>
                  </a:cubicBezTo>
                  <a:cubicBezTo>
                    <a:pt x="49121" y="9460"/>
                    <a:pt x="48307" y="5672"/>
                    <a:pt x="45740" y="4705"/>
                  </a:cubicBezTo>
                  <a:cubicBezTo>
                    <a:pt x="45353" y="4558"/>
                    <a:pt x="44953" y="4412"/>
                    <a:pt x="44553" y="4278"/>
                  </a:cubicBezTo>
                  <a:cubicBezTo>
                    <a:pt x="42352" y="3531"/>
                    <a:pt x="40105" y="2938"/>
                    <a:pt x="38258" y="2111"/>
                  </a:cubicBezTo>
                  <a:cubicBezTo>
                    <a:pt x="36501" y="1331"/>
                    <a:pt x="34719" y="1"/>
                    <a:pt x="30635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2" name="Google Shape;2025;p36"/>
            <p:cNvSpPr/>
            <p:nvPr/>
          </p:nvSpPr>
          <p:spPr>
            <a:xfrm>
              <a:off x="1189785" y="3137902"/>
              <a:ext cx="1624945" cy="2138279"/>
            </a:xfrm>
            <a:custGeom>
              <a:avLst/>
              <a:gdLst/>
              <a:ahLst/>
              <a:cxnLst/>
              <a:rect l="l" t="t" r="r" b="b"/>
              <a:pathLst>
                <a:path w="58096" h="76449" extrusionOk="0">
                  <a:moveTo>
                    <a:pt x="31195" y="588"/>
                  </a:moveTo>
                  <a:cubicBezTo>
                    <a:pt x="34490" y="588"/>
                    <a:pt x="36257" y="1462"/>
                    <a:pt x="37737" y="2202"/>
                  </a:cubicBezTo>
                  <a:cubicBezTo>
                    <a:pt x="38070" y="2369"/>
                    <a:pt x="38391" y="2529"/>
                    <a:pt x="38711" y="2669"/>
                  </a:cubicBezTo>
                  <a:cubicBezTo>
                    <a:pt x="39971" y="3229"/>
                    <a:pt x="41391" y="3682"/>
                    <a:pt x="42878" y="4149"/>
                  </a:cubicBezTo>
                  <a:lnTo>
                    <a:pt x="45032" y="4849"/>
                  </a:lnTo>
                  <a:lnTo>
                    <a:pt x="46213" y="5263"/>
                  </a:lnTo>
                  <a:cubicBezTo>
                    <a:pt x="48613" y="6170"/>
                    <a:pt x="49407" y="9771"/>
                    <a:pt x="50494" y="15565"/>
                  </a:cubicBezTo>
                  <a:cubicBezTo>
                    <a:pt x="51114" y="18926"/>
                    <a:pt x="51561" y="26828"/>
                    <a:pt x="51961" y="33804"/>
                  </a:cubicBezTo>
                  <a:cubicBezTo>
                    <a:pt x="52241" y="38832"/>
                    <a:pt x="52481" y="43166"/>
                    <a:pt x="52748" y="45193"/>
                  </a:cubicBezTo>
                  <a:cubicBezTo>
                    <a:pt x="52941" y="46627"/>
                    <a:pt x="53108" y="48247"/>
                    <a:pt x="53275" y="49968"/>
                  </a:cubicBezTo>
                  <a:cubicBezTo>
                    <a:pt x="53695" y="54082"/>
                    <a:pt x="54108" y="58343"/>
                    <a:pt x="55035" y="61111"/>
                  </a:cubicBezTo>
                  <a:cubicBezTo>
                    <a:pt x="56275" y="64839"/>
                    <a:pt x="57482" y="69500"/>
                    <a:pt x="55802" y="72421"/>
                  </a:cubicBezTo>
                  <a:cubicBezTo>
                    <a:pt x="54299" y="75035"/>
                    <a:pt x="46589" y="75459"/>
                    <a:pt x="41794" y="75459"/>
                  </a:cubicBezTo>
                  <a:cubicBezTo>
                    <a:pt x="40609" y="75459"/>
                    <a:pt x="39602" y="75433"/>
                    <a:pt x="38911" y="75408"/>
                  </a:cubicBezTo>
                  <a:cubicBezTo>
                    <a:pt x="36968" y="75339"/>
                    <a:pt x="34605" y="75305"/>
                    <a:pt x="32161" y="75305"/>
                  </a:cubicBezTo>
                  <a:cubicBezTo>
                    <a:pt x="27249" y="75305"/>
                    <a:pt x="22013" y="75445"/>
                    <a:pt x="19225" y="75735"/>
                  </a:cubicBezTo>
                  <a:cubicBezTo>
                    <a:pt x="18805" y="75775"/>
                    <a:pt x="18352" y="75815"/>
                    <a:pt x="17858" y="75835"/>
                  </a:cubicBezTo>
                  <a:cubicBezTo>
                    <a:pt x="17314" y="75860"/>
                    <a:pt x="16728" y="75872"/>
                    <a:pt x="16115" y="75872"/>
                  </a:cubicBezTo>
                  <a:cubicBezTo>
                    <a:pt x="11445" y="75872"/>
                    <a:pt x="5186" y="75145"/>
                    <a:pt x="3595" y="73548"/>
                  </a:cubicBezTo>
                  <a:cubicBezTo>
                    <a:pt x="1281" y="71234"/>
                    <a:pt x="1087" y="66739"/>
                    <a:pt x="3114" y="62111"/>
                  </a:cubicBezTo>
                  <a:cubicBezTo>
                    <a:pt x="4735" y="58383"/>
                    <a:pt x="4668" y="52295"/>
                    <a:pt x="4602" y="46394"/>
                  </a:cubicBezTo>
                  <a:cubicBezTo>
                    <a:pt x="4581" y="43940"/>
                    <a:pt x="4555" y="41632"/>
                    <a:pt x="4648" y="39545"/>
                  </a:cubicBezTo>
                  <a:cubicBezTo>
                    <a:pt x="4755" y="37178"/>
                    <a:pt x="4655" y="34397"/>
                    <a:pt x="4535" y="31456"/>
                  </a:cubicBezTo>
                  <a:cubicBezTo>
                    <a:pt x="4328" y="25721"/>
                    <a:pt x="4081" y="19220"/>
                    <a:pt x="5528" y="15192"/>
                  </a:cubicBezTo>
                  <a:cubicBezTo>
                    <a:pt x="7702" y="9150"/>
                    <a:pt x="9656" y="8350"/>
                    <a:pt x="12890" y="7017"/>
                  </a:cubicBezTo>
                  <a:cubicBezTo>
                    <a:pt x="16758" y="5423"/>
                    <a:pt x="19119" y="4256"/>
                    <a:pt x="21033" y="2969"/>
                  </a:cubicBezTo>
                  <a:cubicBezTo>
                    <a:pt x="23126" y="1568"/>
                    <a:pt x="24774" y="1288"/>
                    <a:pt x="27734" y="855"/>
                  </a:cubicBezTo>
                  <a:cubicBezTo>
                    <a:pt x="28881" y="682"/>
                    <a:pt x="30035" y="595"/>
                    <a:pt x="31195" y="588"/>
                  </a:cubicBezTo>
                  <a:close/>
                  <a:moveTo>
                    <a:pt x="31221" y="1"/>
                  </a:moveTo>
                  <a:cubicBezTo>
                    <a:pt x="30189" y="1"/>
                    <a:pt x="29012" y="85"/>
                    <a:pt x="27654" y="281"/>
                  </a:cubicBezTo>
                  <a:cubicBezTo>
                    <a:pt x="24694" y="715"/>
                    <a:pt x="22906" y="1022"/>
                    <a:pt x="20706" y="2489"/>
                  </a:cubicBezTo>
                  <a:cubicBezTo>
                    <a:pt x="18825" y="3749"/>
                    <a:pt x="16498" y="4903"/>
                    <a:pt x="12664" y="6483"/>
                  </a:cubicBezTo>
                  <a:cubicBezTo>
                    <a:pt x="9403" y="7823"/>
                    <a:pt x="7249" y="8704"/>
                    <a:pt x="4988" y="14992"/>
                  </a:cubicBezTo>
                  <a:cubicBezTo>
                    <a:pt x="3495" y="19126"/>
                    <a:pt x="3728" y="25401"/>
                    <a:pt x="3961" y="31470"/>
                  </a:cubicBezTo>
                  <a:cubicBezTo>
                    <a:pt x="4068" y="34410"/>
                    <a:pt x="4168" y="37178"/>
                    <a:pt x="4068" y="39525"/>
                  </a:cubicBezTo>
                  <a:cubicBezTo>
                    <a:pt x="3968" y="41626"/>
                    <a:pt x="3995" y="43940"/>
                    <a:pt x="4028" y="46400"/>
                  </a:cubicBezTo>
                  <a:cubicBezTo>
                    <a:pt x="4088" y="52235"/>
                    <a:pt x="4155" y="58270"/>
                    <a:pt x="2581" y="61878"/>
                  </a:cubicBezTo>
                  <a:cubicBezTo>
                    <a:pt x="0" y="67773"/>
                    <a:pt x="1294" y="72074"/>
                    <a:pt x="3181" y="73968"/>
                  </a:cubicBezTo>
                  <a:cubicBezTo>
                    <a:pt x="4335" y="75121"/>
                    <a:pt x="7316" y="75735"/>
                    <a:pt x="9603" y="76035"/>
                  </a:cubicBezTo>
                  <a:cubicBezTo>
                    <a:pt x="11763" y="76308"/>
                    <a:pt x="13937" y="76448"/>
                    <a:pt x="16118" y="76448"/>
                  </a:cubicBezTo>
                  <a:cubicBezTo>
                    <a:pt x="16731" y="76448"/>
                    <a:pt x="17325" y="76442"/>
                    <a:pt x="17885" y="76415"/>
                  </a:cubicBezTo>
                  <a:cubicBezTo>
                    <a:pt x="18385" y="76395"/>
                    <a:pt x="18852" y="76362"/>
                    <a:pt x="19285" y="76315"/>
                  </a:cubicBezTo>
                  <a:cubicBezTo>
                    <a:pt x="22041" y="76023"/>
                    <a:pt x="27215" y="75883"/>
                    <a:pt x="32088" y="75883"/>
                  </a:cubicBezTo>
                  <a:cubicBezTo>
                    <a:pt x="34550" y="75883"/>
                    <a:pt x="36934" y="75919"/>
                    <a:pt x="38891" y="75988"/>
                  </a:cubicBezTo>
                  <a:cubicBezTo>
                    <a:pt x="39716" y="76018"/>
                    <a:pt x="40746" y="76043"/>
                    <a:pt x="41891" y="76043"/>
                  </a:cubicBezTo>
                  <a:cubicBezTo>
                    <a:pt x="47096" y="76043"/>
                    <a:pt x="54685" y="75534"/>
                    <a:pt x="56309" y="72714"/>
                  </a:cubicBezTo>
                  <a:cubicBezTo>
                    <a:pt x="58096" y="69606"/>
                    <a:pt x="56942" y="65012"/>
                    <a:pt x="55582" y="60931"/>
                  </a:cubicBezTo>
                  <a:cubicBezTo>
                    <a:pt x="54682" y="58230"/>
                    <a:pt x="54268" y="53996"/>
                    <a:pt x="53861" y="49908"/>
                  </a:cubicBezTo>
                  <a:cubicBezTo>
                    <a:pt x="53681" y="48181"/>
                    <a:pt x="53528" y="46560"/>
                    <a:pt x="53335" y="45113"/>
                  </a:cubicBezTo>
                  <a:cubicBezTo>
                    <a:pt x="53068" y="43113"/>
                    <a:pt x="52808" y="38572"/>
                    <a:pt x="52534" y="33770"/>
                  </a:cubicBezTo>
                  <a:cubicBezTo>
                    <a:pt x="52141" y="26775"/>
                    <a:pt x="51694" y="18860"/>
                    <a:pt x="51061" y="15459"/>
                  </a:cubicBezTo>
                  <a:cubicBezTo>
                    <a:pt x="49940" y="9464"/>
                    <a:pt x="49113" y="5736"/>
                    <a:pt x="46413" y="4723"/>
                  </a:cubicBezTo>
                  <a:cubicBezTo>
                    <a:pt x="45999" y="4563"/>
                    <a:pt x="45599" y="4423"/>
                    <a:pt x="45212" y="4296"/>
                  </a:cubicBezTo>
                  <a:cubicBezTo>
                    <a:pt x="44499" y="4049"/>
                    <a:pt x="43765" y="3822"/>
                    <a:pt x="43058" y="3596"/>
                  </a:cubicBezTo>
                  <a:cubicBezTo>
                    <a:pt x="41578" y="3129"/>
                    <a:pt x="40178" y="2689"/>
                    <a:pt x="38944" y="2135"/>
                  </a:cubicBezTo>
                  <a:cubicBezTo>
                    <a:pt x="38637" y="2002"/>
                    <a:pt x="38331" y="1848"/>
                    <a:pt x="37997" y="1682"/>
                  </a:cubicBezTo>
                  <a:cubicBezTo>
                    <a:pt x="36456" y="914"/>
                    <a:pt x="34629" y="1"/>
                    <a:pt x="3122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3" name="Google Shape;2026;p36"/>
            <p:cNvSpPr/>
            <p:nvPr/>
          </p:nvSpPr>
          <p:spPr>
            <a:xfrm>
              <a:off x="1205812" y="3146041"/>
              <a:ext cx="1246147" cy="2122084"/>
            </a:xfrm>
            <a:custGeom>
              <a:avLst/>
              <a:gdLst/>
              <a:ahLst/>
              <a:cxnLst/>
              <a:rect l="l" t="t" r="r" b="b"/>
              <a:pathLst>
                <a:path w="44553" h="75870" extrusionOk="0">
                  <a:moveTo>
                    <a:pt x="30635" y="1"/>
                  </a:moveTo>
                  <a:cubicBezTo>
                    <a:pt x="29618" y="1"/>
                    <a:pt x="28459" y="83"/>
                    <a:pt x="27121" y="277"/>
                  </a:cubicBezTo>
                  <a:cubicBezTo>
                    <a:pt x="24114" y="711"/>
                    <a:pt x="22427" y="1024"/>
                    <a:pt x="20300" y="2438"/>
                  </a:cubicBezTo>
                  <a:cubicBezTo>
                    <a:pt x="18179" y="3858"/>
                    <a:pt x="15558" y="5078"/>
                    <a:pt x="12204" y="6459"/>
                  </a:cubicBezTo>
                  <a:cubicBezTo>
                    <a:pt x="8856" y="7832"/>
                    <a:pt x="6869" y="8706"/>
                    <a:pt x="4682" y="14801"/>
                  </a:cubicBezTo>
                  <a:cubicBezTo>
                    <a:pt x="2488" y="20889"/>
                    <a:pt x="4115" y="32119"/>
                    <a:pt x="3788" y="39247"/>
                  </a:cubicBezTo>
                  <a:cubicBezTo>
                    <a:pt x="3462" y="46376"/>
                    <a:pt x="4535" y="56525"/>
                    <a:pt x="2268" y="61707"/>
                  </a:cubicBezTo>
                  <a:cubicBezTo>
                    <a:pt x="1" y="66881"/>
                    <a:pt x="654" y="71303"/>
                    <a:pt x="2815" y="73463"/>
                  </a:cubicBezTo>
                  <a:cubicBezTo>
                    <a:pt x="4519" y="75173"/>
                    <a:pt x="10876" y="75870"/>
                    <a:pt x="15494" y="75870"/>
                  </a:cubicBezTo>
                  <a:cubicBezTo>
                    <a:pt x="16135" y="75870"/>
                    <a:pt x="16742" y="75857"/>
                    <a:pt x="17299" y="75831"/>
                  </a:cubicBezTo>
                  <a:cubicBezTo>
                    <a:pt x="14331" y="66681"/>
                    <a:pt x="14491" y="56532"/>
                    <a:pt x="17752" y="47483"/>
                  </a:cubicBezTo>
                  <a:cubicBezTo>
                    <a:pt x="19186" y="43535"/>
                    <a:pt x="21166" y="39788"/>
                    <a:pt x="22487" y="35807"/>
                  </a:cubicBezTo>
                  <a:cubicBezTo>
                    <a:pt x="23800" y="31819"/>
                    <a:pt x="24401" y="27404"/>
                    <a:pt x="22987" y="23443"/>
                  </a:cubicBezTo>
                  <a:cubicBezTo>
                    <a:pt x="22447" y="21936"/>
                    <a:pt x="21620" y="20509"/>
                    <a:pt x="21266" y="18942"/>
                  </a:cubicBezTo>
                  <a:cubicBezTo>
                    <a:pt x="20920" y="17375"/>
                    <a:pt x="21160" y="15515"/>
                    <a:pt x="22420" y="14508"/>
                  </a:cubicBezTo>
                  <a:cubicBezTo>
                    <a:pt x="23064" y="13992"/>
                    <a:pt x="23776" y="13796"/>
                    <a:pt x="24532" y="13796"/>
                  </a:cubicBezTo>
                  <a:cubicBezTo>
                    <a:pt x="26525" y="13796"/>
                    <a:pt x="28818" y="15163"/>
                    <a:pt x="30936" y="15661"/>
                  </a:cubicBezTo>
                  <a:cubicBezTo>
                    <a:pt x="31567" y="15805"/>
                    <a:pt x="32186" y="15873"/>
                    <a:pt x="32792" y="15873"/>
                  </a:cubicBezTo>
                  <a:cubicBezTo>
                    <a:pt x="38629" y="15873"/>
                    <a:pt x="43151" y="9553"/>
                    <a:pt x="44553" y="4278"/>
                  </a:cubicBezTo>
                  <a:cubicBezTo>
                    <a:pt x="42352" y="3531"/>
                    <a:pt x="40105" y="2938"/>
                    <a:pt x="38258" y="2111"/>
                  </a:cubicBezTo>
                  <a:cubicBezTo>
                    <a:pt x="36501" y="1331"/>
                    <a:pt x="34719" y="1"/>
                    <a:pt x="30635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4" name="Google Shape;2027;p36"/>
            <p:cNvSpPr/>
            <p:nvPr/>
          </p:nvSpPr>
          <p:spPr>
            <a:xfrm>
              <a:off x="1704014" y="3482968"/>
              <a:ext cx="37144" cy="212488"/>
            </a:xfrm>
            <a:custGeom>
              <a:avLst/>
              <a:gdLst/>
              <a:ahLst/>
              <a:cxnLst/>
              <a:rect l="l" t="t" r="r" b="b"/>
              <a:pathLst>
                <a:path w="1328" h="7597" extrusionOk="0">
                  <a:moveTo>
                    <a:pt x="0" y="1"/>
                  </a:moveTo>
                  <a:lnTo>
                    <a:pt x="0" y="1"/>
                  </a:lnTo>
                  <a:cubicBezTo>
                    <a:pt x="274" y="1261"/>
                    <a:pt x="534" y="2522"/>
                    <a:pt x="747" y="3782"/>
                  </a:cubicBezTo>
                  <a:cubicBezTo>
                    <a:pt x="967" y="5036"/>
                    <a:pt x="1114" y="6316"/>
                    <a:pt x="1254" y="7596"/>
                  </a:cubicBezTo>
                  <a:cubicBezTo>
                    <a:pt x="1327" y="6303"/>
                    <a:pt x="1254" y="5002"/>
                    <a:pt x="1040" y="3729"/>
                  </a:cubicBezTo>
                  <a:cubicBezTo>
                    <a:pt x="834" y="2448"/>
                    <a:pt x="487" y="120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5" name="Google Shape;2028;p36"/>
            <p:cNvSpPr/>
            <p:nvPr/>
          </p:nvSpPr>
          <p:spPr>
            <a:xfrm>
              <a:off x="1775449" y="3510938"/>
              <a:ext cx="276064" cy="47605"/>
            </a:xfrm>
            <a:custGeom>
              <a:avLst/>
              <a:gdLst/>
              <a:ahLst/>
              <a:cxnLst/>
              <a:rect l="l" t="t" r="r" b="b"/>
              <a:pathLst>
                <a:path w="9870" h="1702" extrusionOk="0">
                  <a:moveTo>
                    <a:pt x="3134" y="0"/>
                  </a:moveTo>
                  <a:cubicBezTo>
                    <a:pt x="2058" y="0"/>
                    <a:pt x="984" y="169"/>
                    <a:pt x="0" y="588"/>
                  </a:cubicBezTo>
                  <a:cubicBezTo>
                    <a:pt x="875" y="352"/>
                    <a:pt x="1769" y="252"/>
                    <a:pt x="2665" y="252"/>
                  </a:cubicBezTo>
                  <a:cubicBezTo>
                    <a:pt x="3442" y="252"/>
                    <a:pt x="4220" y="328"/>
                    <a:pt x="4988" y="455"/>
                  </a:cubicBezTo>
                  <a:cubicBezTo>
                    <a:pt x="6635" y="728"/>
                    <a:pt x="8236" y="1255"/>
                    <a:pt x="9870" y="1702"/>
                  </a:cubicBezTo>
                  <a:cubicBezTo>
                    <a:pt x="8322" y="1048"/>
                    <a:pt x="6695" y="435"/>
                    <a:pt x="5028" y="161"/>
                  </a:cubicBezTo>
                  <a:cubicBezTo>
                    <a:pt x="4408" y="60"/>
                    <a:pt x="3770" y="0"/>
                    <a:pt x="31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6" name="Google Shape;2029;p36"/>
            <p:cNvSpPr/>
            <p:nvPr/>
          </p:nvSpPr>
          <p:spPr>
            <a:xfrm>
              <a:off x="1466381" y="4212062"/>
              <a:ext cx="261352" cy="327361"/>
            </a:xfrm>
            <a:custGeom>
              <a:avLst/>
              <a:gdLst/>
              <a:ahLst/>
              <a:cxnLst/>
              <a:rect l="l" t="t" r="r" b="b"/>
              <a:pathLst>
                <a:path w="9344" h="11704" extrusionOk="0">
                  <a:moveTo>
                    <a:pt x="9276" y="1"/>
                  </a:moveTo>
                  <a:cubicBezTo>
                    <a:pt x="9236" y="1301"/>
                    <a:pt x="8923" y="2575"/>
                    <a:pt x="8370" y="3755"/>
                  </a:cubicBezTo>
                  <a:cubicBezTo>
                    <a:pt x="7816" y="4922"/>
                    <a:pt x="7002" y="5936"/>
                    <a:pt x="6096" y="6856"/>
                  </a:cubicBezTo>
                  <a:cubicBezTo>
                    <a:pt x="5182" y="7770"/>
                    <a:pt x="4175" y="8576"/>
                    <a:pt x="3148" y="9397"/>
                  </a:cubicBezTo>
                  <a:cubicBezTo>
                    <a:pt x="2121" y="10210"/>
                    <a:pt x="1121" y="11037"/>
                    <a:pt x="1" y="11704"/>
                  </a:cubicBezTo>
                  <a:cubicBezTo>
                    <a:pt x="1181" y="11137"/>
                    <a:pt x="2235" y="10364"/>
                    <a:pt x="3281" y="9577"/>
                  </a:cubicBezTo>
                  <a:cubicBezTo>
                    <a:pt x="4335" y="8797"/>
                    <a:pt x="5375" y="7990"/>
                    <a:pt x="6302" y="7063"/>
                  </a:cubicBezTo>
                  <a:cubicBezTo>
                    <a:pt x="7229" y="6136"/>
                    <a:pt x="8049" y="5062"/>
                    <a:pt x="8576" y="3855"/>
                  </a:cubicBezTo>
                  <a:cubicBezTo>
                    <a:pt x="9103" y="2642"/>
                    <a:pt x="9343" y="1321"/>
                    <a:pt x="927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7" name="Google Shape;2030;p36"/>
            <p:cNvSpPr/>
            <p:nvPr/>
          </p:nvSpPr>
          <p:spPr>
            <a:xfrm>
              <a:off x="1565422" y="4299915"/>
              <a:ext cx="178141" cy="227956"/>
            </a:xfrm>
            <a:custGeom>
              <a:avLst/>
              <a:gdLst/>
              <a:ahLst/>
              <a:cxnLst/>
              <a:rect l="l" t="t" r="r" b="b"/>
              <a:pathLst>
                <a:path w="6369" h="8150" extrusionOk="0">
                  <a:moveTo>
                    <a:pt x="6369" y="1"/>
                  </a:moveTo>
                  <a:lnTo>
                    <a:pt x="6369" y="1"/>
                  </a:lnTo>
                  <a:cubicBezTo>
                    <a:pt x="5335" y="3415"/>
                    <a:pt x="3061" y="6316"/>
                    <a:pt x="1" y="8150"/>
                  </a:cubicBezTo>
                  <a:cubicBezTo>
                    <a:pt x="1634" y="7429"/>
                    <a:pt x="3068" y="6256"/>
                    <a:pt x="4168" y="4849"/>
                  </a:cubicBezTo>
                  <a:cubicBezTo>
                    <a:pt x="5269" y="3435"/>
                    <a:pt x="6069" y="1761"/>
                    <a:pt x="636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8" name="Google Shape;2031;p36"/>
            <p:cNvSpPr/>
            <p:nvPr/>
          </p:nvSpPr>
          <p:spPr>
            <a:xfrm>
              <a:off x="1684043" y="4354932"/>
              <a:ext cx="87518" cy="152604"/>
            </a:xfrm>
            <a:custGeom>
              <a:avLst/>
              <a:gdLst/>
              <a:ahLst/>
              <a:cxnLst/>
              <a:rect l="l" t="t" r="r" b="b"/>
              <a:pathLst>
                <a:path w="3129" h="5456" extrusionOk="0">
                  <a:moveTo>
                    <a:pt x="3082" y="1"/>
                  </a:moveTo>
                  <a:lnTo>
                    <a:pt x="3082" y="1"/>
                  </a:lnTo>
                  <a:cubicBezTo>
                    <a:pt x="2901" y="1054"/>
                    <a:pt x="2548" y="2068"/>
                    <a:pt x="2028" y="3002"/>
                  </a:cubicBezTo>
                  <a:cubicBezTo>
                    <a:pt x="1501" y="3929"/>
                    <a:pt x="814" y="4762"/>
                    <a:pt x="1" y="5456"/>
                  </a:cubicBezTo>
                  <a:cubicBezTo>
                    <a:pt x="961" y="4929"/>
                    <a:pt x="1748" y="4095"/>
                    <a:pt x="2281" y="3148"/>
                  </a:cubicBezTo>
                  <a:cubicBezTo>
                    <a:pt x="2815" y="2195"/>
                    <a:pt x="3128" y="1094"/>
                    <a:pt x="308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9" name="Google Shape;2032;p36"/>
            <p:cNvSpPr/>
            <p:nvPr/>
          </p:nvSpPr>
          <p:spPr>
            <a:xfrm>
              <a:off x="2308501" y="3312882"/>
              <a:ext cx="167904" cy="167317"/>
            </a:xfrm>
            <a:custGeom>
              <a:avLst/>
              <a:gdLst/>
              <a:ahLst/>
              <a:cxnLst/>
              <a:rect l="l" t="t" r="r" b="b"/>
              <a:pathLst>
                <a:path w="6003" h="5982" extrusionOk="0">
                  <a:moveTo>
                    <a:pt x="6002" y="0"/>
                  </a:moveTo>
                  <a:lnTo>
                    <a:pt x="6002" y="0"/>
                  </a:lnTo>
                  <a:cubicBezTo>
                    <a:pt x="4869" y="861"/>
                    <a:pt x="3728" y="1707"/>
                    <a:pt x="2668" y="2661"/>
                  </a:cubicBezTo>
                  <a:cubicBezTo>
                    <a:pt x="1608" y="3608"/>
                    <a:pt x="614" y="4695"/>
                    <a:pt x="1" y="5982"/>
                  </a:cubicBezTo>
                  <a:cubicBezTo>
                    <a:pt x="808" y="4815"/>
                    <a:pt x="1808" y="3828"/>
                    <a:pt x="2861" y="2874"/>
                  </a:cubicBezTo>
                  <a:cubicBezTo>
                    <a:pt x="3908" y="1928"/>
                    <a:pt x="5015" y="1034"/>
                    <a:pt x="600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0" name="Google Shape;2033;p36"/>
            <p:cNvSpPr/>
            <p:nvPr/>
          </p:nvSpPr>
          <p:spPr>
            <a:xfrm>
              <a:off x="2524877" y="3436342"/>
              <a:ext cx="73869" cy="339304"/>
            </a:xfrm>
            <a:custGeom>
              <a:avLst/>
              <a:gdLst/>
              <a:ahLst/>
              <a:cxnLst/>
              <a:rect l="l" t="t" r="r" b="b"/>
              <a:pathLst>
                <a:path w="2641" h="12131" extrusionOk="0">
                  <a:moveTo>
                    <a:pt x="0" y="1"/>
                  </a:moveTo>
                  <a:lnTo>
                    <a:pt x="0" y="1"/>
                  </a:lnTo>
                  <a:cubicBezTo>
                    <a:pt x="607" y="1988"/>
                    <a:pt x="1154" y="3982"/>
                    <a:pt x="1601" y="6002"/>
                  </a:cubicBezTo>
                  <a:cubicBezTo>
                    <a:pt x="2041" y="8030"/>
                    <a:pt x="2367" y="10070"/>
                    <a:pt x="2641" y="12131"/>
                  </a:cubicBezTo>
                  <a:cubicBezTo>
                    <a:pt x="2601" y="10057"/>
                    <a:pt x="2314" y="7976"/>
                    <a:pt x="1881" y="5942"/>
                  </a:cubicBezTo>
                  <a:cubicBezTo>
                    <a:pt x="1447" y="3909"/>
                    <a:pt x="814" y="192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1" name="Google Shape;2034;p36"/>
            <p:cNvSpPr/>
            <p:nvPr/>
          </p:nvSpPr>
          <p:spPr>
            <a:xfrm>
              <a:off x="2589040" y="3835110"/>
              <a:ext cx="14377" cy="83602"/>
            </a:xfrm>
            <a:custGeom>
              <a:avLst/>
              <a:gdLst/>
              <a:ahLst/>
              <a:cxnLst/>
              <a:rect l="l" t="t" r="r" b="b"/>
              <a:pathLst>
                <a:path w="514" h="2989" extrusionOk="0">
                  <a:moveTo>
                    <a:pt x="0" y="1"/>
                  </a:moveTo>
                  <a:lnTo>
                    <a:pt x="0" y="1"/>
                  </a:lnTo>
                  <a:cubicBezTo>
                    <a:pt x="13" y="514"/>
                    <a:pt x="73" y="1001"/>
                    <a:pt x="147" y="1501"/>
                  </a:cubicBezTo>
                  <a:cubicBezTo>
                    <a:pt x="220" y="2001"/>
                    <a:pt x="287" y="2488"/>
                    <a:pt x="413" y="2988"/>
                  </a:cubicBezTo>
                  <a:cubicBezTo>
                    <a:pt x="507" y="2488"/>
                    <a:pt x="514" y="1975"/>
                    <a:pt x="440" y="1468"/>
                  </a:cubicBezTo>
                  <a:cubicBezTo>
                    <a:pt x="373" y="955"/>
                    <a:pt x="227" y="46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2" name="Google Shape;2035;p36"/>
            <p:cNvSpPr/>
            <p:nvPr/>
          </p:nvSpPr>
          <p:spPr>
            <a:xfrm>
              <a:off x="2587166" y="4020887"/>
              <a:ext cx="55241" cy="484972"/>
            </a:xfrm>
            <a:custGeom>
              <a:avLst/>
              <a:gdLst/>
              <a:ahLst/>
              <a:cxnLst/>
              <a:rect l="l" t="t" r="r" b="b"/>
              <a:pathLst>
                <a:path w="1975" h="17339" extrusionOk="0">
                  <a:moveTo>
                    <a:pt x="0" y="1"/>
                  </a:moveTo>
                  <a:cubicBezTo>
                    <a:pt x="414" y="1401"/>
                    <a:pt x="514" y="2841"/>
                    <a:pt x="574" y="4302"/>
                  </a:cubicBezTo>
                  <a:cubicBezTo>
                    <a:pt x="634" y="5762"/>
                    <a:pt x="707" y="7216"/>
                    <a:pt x="821" y="8670"/>
                  </a:cubicBezTo>
                  <a:cubicBezTo>
                    <a:pt x="1047" y="11577"/>
                    <a:pt x="1434" y="14471"/>
                    <a:pt x="1974" y="17339"/>
                  </a:cubicBezTo>
                  <a:cubicBezTo>
                    <a:pt x="1654" y="14445"/>
                    <a:pt x="1347" y="11544"/>
                    <a:pt x="1114" y="8643"/>
                  </a:cubicBezTo>
                  <a:cubicBezTo>
                    <a:pt x="987" y="7196"/>
                    <a:pt x="907" y="5742"/>
                    <a:pt x="801" y="4295"/>
                  </a:cubicBezTo>
                  <a:cubicBezTo>
                    <a:pt x="687" y="2841"/>
                    <a:pt x="520" y="1368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3" name="Google Shape;2036;p36"/>
            <p:cNvSpPr/>
            <p:nvPr/>
          </p:nvSpPr>
          <p:spPr>
            <a:xfrm>
              <a:off x="1237726" y="3311763"/>
              <a:ext cx="483461" cy="1193788"/>
            </a:xfrm>
            <a:custGeom>
              <a:avLst/>
              <a:gdLst/>
              <a:ahLst/>
              <a:cxnLst/>
              <a:rect l="l" t="t" r="r" b="b"/>
              <a:pathLst>
                <a:path w="17285" h="42681" extrusionOk="0">
                  <a:moveTo>
                    <a:pt x="9650" y="1"/>
                  </a:moveTo>
                  <a:cubicBezTo>
                    <a:pt x="8887" y="1"/>
                    <a:pt x="8037" y="174"/>
                    <a:pt x="7082" y="534"/>
                  </a:cubicBezTo>
                  <a:cubicBezTo>
                    <a:pt x="2407" y="2301"/>
                    <a:pt x="3008" y="5822"/>
                    <a:pt x="3008" y="5822"/>
                  </a:cubicBezTo>
                  <a:cubicBezTo>
                    <a:pt x="3539" y="5235"/>
                    <a:pt x="4376" y="4735"/>
                    <a:pt x="5258" y="4735"/>
                  </a:cubicBezTo>
                  <a:cubicBezTo>
                    <a:pt x="6779" y="4735"/>
                    <a:pt x="8433" y="6221"/>
                    <a:pt x="8876" y="11303"/>
                  </a:cubicBezTo>
                  <a:cubicBezTo>
                    <a:pt x="9356" y="16838"/>
                    <a:pt x="10323" y="27108"/>
                    <a:pt x="8409" y="31342"/>
                  </a:cubicBezTo>
                  <a:cubicBezTo>
                    <a:pt x="6882" y="34696"/>
                    <a:pt x="614" y="35143"/>
                    <a:pt x="614" y="35143"/>
                  </a:cubicBezTo>
                  <a:cubicBezTo>
                    <a:pt x="0" y="38050"/>
                    <a:pt x="987" y="42198"/>
                    <a:pt x="987" y="42198"/>
                  </a:cubicBezTo>
                  <a:cubicBezTo>
                    <a:pt x="1820" y="42530"/>
                    <a:pt x="2710" y="42681"/>
                    <a:pt x="3626" y="42681"/>
                  </a:cubicBezTo>
                  <a:cubicBezTo>
                    <a:pt x="8832" y="42681"/>
                    <a:pt x="14888" y="37804"/>
                    <a:pt x="16084" y="33376"/>
                  </a:cubicBezTo>
                  <a:cubicBezTo>
                    <a:pt x="17078" y="29722"/>
                    <a:pt x="17285" y="20993"/>
                    <a:pt x="16738" y="14184"/>
                  </a:cubicBezTo>
                  <a:cubicBezTo>
                    <a:pt x="16504" y="11283"/>
                    <a:pt x="16138" y="8723"/>
                    <a:pt x="15618" y="7069"/>
                  </a:cubicBezTo>
                  <a:cubicBezTo>
                    <a:pt x="15551" y="6842"/>
                    <a:pt x="15484" y="6615"/>
                    <a:pt x="15411" y="6409"/>
                  </a:cubicBezTo>
                  <a:cubicBezTo>
                    <a:pt x="14098" y="2376"/>
                    <a:pt x="12475" y="1"/>
                    <a:pt x="9650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4" name="Google Shape;2037;p36"/>
            <p:cNvSpPr/>
            <p:nvPr/>
          </p:nvSpPr>
          <p:spPr>
            <a:xfrm>
              <a:off x="1229503" y="3303680"/>
              <a:ext cx="498957" cy="1210206"/>
            </a:xfrm>
            <a:custGeom>
              <a:avLst/>
              <a:gdLst/>
              <a:ahLst/>
              <a:cxnLst/>
              <a:rect l="l" t="t" r="r" b="b"/>
              <a:pathLst>
                <a:path w="17839" h="43268" extrusionOk="0">
                  <a:moveTo>
                    <a:pt x="9946" y="581"/>
                  </a:moveTo>
                  <a:cubicBezTo>
                    <a:pt x="10574" y="581"/>
                    <a:pt x="11143" y="705"/>
                    <a:pt x="11657" y="956"/>
                  </a:cubicBezTo>
                  <a:cubicBezTo>
                    <a:pt x="13191" y="1690"/>
                    <a:pt x="14351" y="3490"/>
                    <a:pt x="15425" y="6778"/>
                  </a:cubicBezTo>
                  <a:cubicBezTo>
                    <a:pt x="15505" y="6998"/>
                    <a:pt x="15571" y="7224"/>
                    <a:pt x="15638" y="7438"/>
                  </a:cubicBezTo>
                  <a:cubicBezTo>
                    <a:pt x="16112" y="8992"/>
                    <a:pt x="16492" y="11432"/>
                    <a:pt x="16745" y="14500"/>
                  </a:cubicBezTo>
                  <a:cubicBezTo>
                    <a:pt x="17319" y="21608"/>
                    <a:pt x="17025" y="30171"/>
                    <a:pt x="16105" y="33585"/>
                  </a:cubicBezTo>
                  <a:cubicBezTo>
                    <a:pt x="15331" y="36432"/>
                    <a:pt x="12364" y="39640"/>
                    <a:pt x="8876" y="41380"/>
                  </a:cubicBezTo>
                  <a:cubicBezTo>
                    <a:pt x="7153" y="42244"/>
                    <a:pt x="5459" y="42684"/>
                    <a:pt x="3920" y="42684"/>
                  </a:cubicBezTo>
                  <a:cubicBezTo>
                    <a:pt x="3071" y="42684"/>
                    <a:pt x="2269" y="42551"/>
                    <a:pt x="1534" y="42280"/>
                  </a:cubicBezTo>
                  <a:cubicBezTo>
                    <a:pt x="1368" y="41540"/>
                    <a:pt x="701" y="38199"/>
                    <a:pt x="1148" y="35699"/>
                  </a:cubicBezTo>
                  <a:cubicBezTo>
                    <a:pt x="2315" y="35585"/>
                    <a:pt x="7536" y="34905"/>
                    <a:pt x="8970" y="31751"/>
                  </a:cubicBezTo>
                  <a:cubicBezTo>
                    <a:pt x="10857" y="27577"/>
                    <a:pt x="10010" y="17874"/>
                    <a:pt x="9503" y="12079"/>
                  </a:cubicBezTo>
                  <a:lnTo>
                    <a:pt x="9457" y="11566"/>
                  </a:lnTo>
                  <a:cubicBezTo>
                    <a:pt x="9036" y="6744"/>
                    <a:pt x="7543" y="5264"/>
                    <a:pt x="6369" y="4864"/>
                  </a:cubicBezTo>
                  <a:cubicBezTo>
                    <a:pt x="6091" y="4771"/>
                    <a:pt x="5816" y="4729"/>
                    <a:pt x="5549" y="4729"/>
                  </a:cubicBezTo>
                  <a:cubicBezTo>
                    <a:pt x="4801" y="4729"/>
                    <a:pt x="4110" y="5052"/>
                    <a:pt x="3575" y="5464"/>
                  </a:cubicBezTo>
                  <a:cubicBezTo>
                    <a:pt x="3648" y="4437"/>
                    <a:pt x="4215" y="2323"/>
                    <a:pt x="7476" y="1096"/>
                  </a:cubicBezTo>
                  <a:cubicBezTo>
                    <a:pt x="8385" y="754"/>
                    <a:pt x="9206" y="581"/>
                    <a:pt x="9946" y="581"/>
                  </a:cubicBezTo>
                  <a:close/>
                  <a:moveTo>
                    <a:pt x="9946" y="1"/>
                  </a:moveTo>
                  <a:cubicBezTo>
                    <a:pt x="9139" y="1"/>
                    <a:pt x="8253" y="185"/>
                    <a:pt x="7276" y="556"/>
                  </a:cubicBezTo>
                  <a:cubicBezTo>
                    <a:pt x="4755" y="1496"/>
                    <a:pt x="3775" y="2857"/>
                    <a:pt x="3315" y="4024"/>
                  </a:cubicBezTo>
                  <a:cubicBezTo>
                    <a:pt x="2855" y="5191"/>
                    <a:pt x="3008" y="6124"/>
                    <a:pt x="3015" y="6158"/>
                  </a:cubicBezTo>
                  <a:cubicBezTo>
                    <a:pt x="3035" y="6264"/>
                    <a:pt x="3115" y="6358"/>
                    <a:pt x="3222" y="6391"/>
                  </a:cubicBezTo>
                  <a:cubicBezTo>
                    <a:pt x="3246" y="6397"/>
                    <a:pt x="3271" y="6400"/>
                    <a:pt x="3295" y="6400"/>
                  </a:cubicBezTo>
                  <a:cubicBezTo>
                    <a:pt x="3378" y="6400"/>
                    <a:pt x="3458" y="6366"/>
                    <a:pt x="3515" y="6304"/>
                  </a:cubicBezTo>
                  <a:cubicBezTo>
                    <a:pt x="4004" y="5767"/>
                    <a:pt x="4772" y="5322"/>
                    <a:pt x="5553" y="5322"/>
                  </a:cubicBezTo>
                  <a:cubicBezTo>
                    <a:pt x="5761" y="5322"/>
                    <a:pt x="5970" y="5354"/>
                    <a:pt x="6176" y="5424"/>
                  </a:cubicBezTo>
                  <a:cubicBezTo>
                    <a:pt x="7609" y="5904"/>
                    <a:pt x="8570" y="8105"/>
                    <a:pt x="8876" y="11612"/>
                  </a:cubicBezTo>
                  <a:lnTo>
                    <a:pt x="8923" y="12132"/>
                  </a:lnTo>
                  <a:cubicBezTo>
                    <a:pt x="9390" y="17494"/>
                    <a:pt x="10270" y="27477"/>
                    <a:pt x="8436" y="31511"/>
                  </a:cubicBezTo>
                  <a:cubicBezTo>
                    <a:pt x="7003" y="34672"/>
                    <a:pt x="948" y="35139"/>
                    <a:pt x="881" y="35139"/>
                  </a:cubicBezTo>
                  <a:cubicBezTo>
                    <a:pt x="754" y="35145"/>
                    <a:pt x="647" y="35245"/>
                    <a:pt x="627" y="35372"/>
                  </a:cubicBezTo>
                  <a:cubicBezTo>
                    <a:pt x="1" y="38313"/>
                    <a:pt x="961" y="42387"/>
                    <a:pt x="1001" y="42567"/>
                  </a:cubicBezTo>
                  <a:cubicBezTo>
                    <a:pt x="1021" y="42654"/>
                    <a:pt x="1088" y="42727"/>
                    <a:pt x="1174" y="42767"/>
                  </a:cubicBezTo>
                  <a:cubicBezTo>
                    <a:pt x="2032" y="43094"/>
                    <a:pt x="2947" y="43268"/>
                    <a:pt x="3863" y="43268"/>
                  </a:cubicBezTo>
                  <a:cubicBezTo>
                    <a:pt x="3880" y="43268"/>
                    <a:pt x="3898" y="43268"/>
                    <a:pt x="3915" y="43267"/>
                  </a:cubicBezTo>
                  <a:cubicBezTo>
                    <a:pt x="5549" y="43267"/>
                    <a:pt x="7336" y="42807"/>
                    <a:pt x="9136" y="41900"/>
                  </a:cubicBezTo>
                  <a:cubicBezTo>
                    <a:pt x="12811" y="40067"/>
                    <a:pt x="15838" y="36779"/>
                    <a:pt x="16658" y="33738"/>
                  </a:cubicBezTo>
                  <a:cubicBezTo>
                    <a:pt x="17732" y="29804"/>
                    <a:pt x="17839" y="20841"/>
                    <a:pt x="17319" y="14460"/>
                  </a:cubicBezTo>
                  <a:cubicBezTo>
                    <a:pt x="17072" y="11339"/>
                    <a:pt x="16678" y="8858"/>
                    <a:pt x="16192" y="7264"/>
                  </a:cubicBezTo>
                  <a:cubicBezTo>
                    <a:pt x="16118" y="7044"/>
                    <a:pt x="16052" y="6824"/>
                    <a:pt x="15985" y="6604"/>
                  </a:cubicBezTo>
                  <a:cubicBezTo>
                    <a:pt x="14851" y="3143"/>
                    <a:pt x="13591" y="1236"/>
                    <a:pt x="11911" y="429"/>
                  </a:cubicBezTo>
                  <a:cubicBezTo>
                    <a:pt x="11313" y="145"/>
                    <a:pt x="10661" y="1"/>
                    <a:pt x="994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5" name="Google Shape;2038;p36"/>
            <p:cNvSpPr/>
            <p:nvPr/>
          </p:nvSpPr>
          <p:spPr>
            <a:xfrm>
              <a:off x="1237726" y="3311763"/>
              <a:ext cx="483461" cy="1193788"/>
            </a:xfrm>
            <a:custGeom>
              <a:avLst/>
              <a:gdLst/>
              <a:ahLst/>
              <a:cxnLst/>
              <a:rect l="l" t="t" r="r" b="b"/>
              <a:pathLst>
                <a:path w="17285" h="42681" extrusionOk="0">
                  <a:moveTo>
                    <a:pt x="9650" y="1"/>
                  </a:moveTo>
                  <a:cubicBezTo>
                    <a:pt x="8887" y="1"/>
                    <a:pt x="8037" y="174"/>
                    <a:pt x="7082" y="534"/>
                  </a:cubicBezTo>
                  <a:cubicBezTo>
                    <a:pt x="2407" y="2301"/>
                    <a:pt x="3008" y="5822"/>
                    <a:pt x="3008" y="5822"/>
                  </a:cubicBezTo>
                  <a:cubicBezTo>
                    <a:pt x="3539" y="5235"/>
                    <a:pt x="4376" y="4735"/>
                    <a:pt x="5258" y="4735"/>
                  </a:cubicBezTo>
                  <a:cubicBezTo>
                    <a:pt x="6779" y="4735"/>
                    <a:pt x="8433" y="6221"/>
                    <a:pt x="8876" y="11303"/>
                  </a:cubicBezTo>
                  <a:cubicBezTo>
                    <a:pt x="9356" y="16838"/>
                    <a:pt x="10323" y="27108"/>
                    <a:pt x="8409" y="31342"/>
                  </a:cubicBezTo>
                  <a:cubicBezTo>
                    <a:pt x="6882" y="34696"/>
                    <a:pt x="614" y="35143"/>
                    <a:pt x="614" y="35143"/>
                  </a:cubicBezTo>
                  <a:cubicBezTo>
                    <a:pt x="0" y="38050"/>
                    <a:pt x="987" y="42198"/>
                    <a:pt x="987" y="42198"/>
                  </a:cubicBezTo>
                  <a:cubicBezTo>
                    <a:pt x="1820" y="42530"/>
                    <a:pt x="2710" y="42681"/>
                    <a:pt x="3626" y="42681"/>
                  </a:cubicBezTo>
                  <a:cubicBezTo>
                    <a:pt x="8832" y="42681"/>
                    <a:pt x="14888" y="37804"/>
                    <a:pt x="16084" y="33376"/>
                  </a:cubicBezTo>
                  <a:cubicBezTo>
                    <a:pt x="17078" y="29722"/>
                    <a:pt x="17285" y="20993"/>
                    <a:pt x="16738" y="14184"/>
                  </a:cubicBezTo>
                  <a:cubicBezTo>
                    <a:pt x="16684" y="14181"/>
                    <a:pt x="16630" y="14179"/>
                    <a:pt x="16577" y="14179"/>
                  </a:cubicBezTo>
                  <a:cubicBezTo>
                    <a:pt x="16105" y="14179"/>
                    <a:pt x="15645" y="14313"/>
                    <a:pt x="15304" y="14624"/>
                  </a:cubicBezTo>
                  <a:cubicBezTo>
                    <a:pt x="14751" y="15124"/>
                    <a:pt x="14484" y="16018"/>
                    <a:pt x="13757" y="16171"/>
                  </a:cubicBezTo>
                  <a:cubicBezTo>
                    <a:pt x="13686" y="16186"/>
                    <a:pt x="13617" y="16193"/>
                    <a:pt x="13551" y="16193"/>
                  </a:cubicBezTo>
                  <a:cubicBezTo>
                    <a:pt x="12698" y="16193"/>
                    <a:pt x="12205" y="15020"/>
                    <a:pt x="12057" y="14104"/>
                  </a:cubicBezTo>
                  <a:cubicBezTo>
                    <a:pt x="11843" y="12744"/>
                    <a:pt x="11617" y="11370"/>
                    <a:pt x="11823" y="10010"/>
                  </a:cubicBezTo>
                  <a:cubicBezTo>
                    <a:pt x="12177" y="7689"/>
                    <a:pt x="13617" y="6509"/>
                    <a:pt x="15411" y="6409"/>
                  </a:cubicBezTo>
                  <a:cubicBezTo>
                    <a:pt x="14098" y="2376"/>
                    <a:pt x="12475" y="1"/>
                    <a:pt x="9650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6" name="Google Shape;2039;p36"/>
            <p:cNvSpPr/>
            <p:nvPr/>
          </p:nvSpPr>
          <p:spPr>
            <a:xfrm>
              <a:off x="1377240" y="3357047"/>
              <a:ext cx="102986" cy="38123"/>
            </a:xfrm>
            <a:custGeom>
              <a:avLst/>
              <a:gdLst/>
              <a:ahLst/>
              <a:cxnLst/>
              <a:rect l="l" t="t" r="r" b="b"/>
              <a:pathLst>
                <a:path w="3682" h="1363" extrusionOk="0">
                  <a:moveTo>
                    <a:pt x="2939" y="1"/>
                  </a:moveTo>
                  <a:cubicBezTo>
                    <a:pt x="2873" y="1"/>
                    <a:pt x="2807" y="5"/>
                    <a:pt x="2741" y="15"/>
                  </a:cubicBezTo>
                  <a:cubicBezTo>
                    <a:pt x="2401" y="48"/>
                    <a:pt x="2054" y="122"/>
                    <a:pt x="1727" y="228"/>
                  </a:cubicBezTo>
                  <a:cubicBezTo>
                    <a:pt x="1067" y="462"/>
                    <a:pt x="454" y="835"/>
                    <a:pt x="0" y="1362"/>
                  </a:cubicBezTo>
                  <a:cubicBezTo>
                    <a:pt x="580" y="1022"/>
                    <a:pt x="1187" y="735"/>
                    <a:pt x="1821" y="502"/>
                  </a:cubicBezTo>
                  <a:cubicBezTo>
                    <a:pt x="2134" y="395"/>
                    <a:pt x="2454" y="308"/>
                    <a:pt x="2774" y="235"/>
                  </a:cubicBezTo>
                  <a:cubicBezTo>
                    <a:pt x="2914" y="200"/>
                    <a:pt x="3059" y="181"/>
                    <a:pt x="3200" y="181"/>
                  </a:cubicBezTo>
                  <a:cubicBezTo>
                    <a:pt x="3220" y="181"/>
                    <a:pt x="3241" y="181"/>
                    <a:pt x="3261" y="182"/>
                  </a:cubicBezTo>
                  <a:cubicBezTo>
                    <a:pt x="3268" y="181"/>
                    <a:pt x="3276" y="181"/>
                    <a:pt x="3283" y="181"/>
                  </a:cubicBezTo>
                  <a:cubicBezTo>
                    <a:pt x="3435" y="181"/>
                    <a:pt x="3579" y="248"/>
                    <a:pt x="3681" y="369"/>
                  </a:cubicBezTo>
                  <a:cubicBezTo>
                    <a:pt x="3634" y="195"/>
                    <a:pt x="3454" y="82"/>
                    <a:pt x="3274" y="35"/>
                  </a:cubicBezTo>
                  <a:cubicBezTo>
                    <a:pt x="3165" y="14"/>
                    <a:pt x="3052" y="1"/>
                    <a:pt x="293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7" name="Google Shape;2040;p36"/>
            <p:cNvSpPr/>
            <p:nvPr/>
          </p:nvSpPr>
          <p:spPr>
            <a:xfrm>
              <a:off x="1524950" y="3696910"/>
              <a:ext cx="30431" cy="126480"/>
            </a:xfrm>
            <a:custGeom>
              <a:avLst/>
              <a:gdLst/>
              <a:ahLst/>
              <a:cxnLst/>
              <a:rect l="l" t="t" r="r" b="b"/>
              <a:pathLst>
                <a:path w="1088" h="4522" extrusionOk="0">
                  <a:moveTo>
                    <a:pt x="0" y="1"/>
                  </a:moveTo>
                  <a:lnTo>
                    <a:pt x="0" y="1"/>
                  </a:lnTo>
                  <a:cubicBezTo>
                    <a:pt x="174" y="1548"/>
                    <a:pt x="541" y="3068"/>
                    <a:pt x="1087" y="4522"/>
                  </a:cubicBezTo>
                  <a:cubicBezTo>
                    <a:pt x="1007" y="3748"/>
                    <a:pt x="874" y="2981"/>
                    <a:pt x="687" y="2221"/>
                  </a:cubicBezTo>
                  <a:cubicBezTo>
                    <a:pt x="507" y="1468"/>
                    <a:pt x="274" y="72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8" name="Google Shape;2041;p36"/>
            <p:cNvSpPr/>
            <p:nvPr/>
          </p:nvSpPr>
          <p:spPr>
            <a:xfrm>
              <a:off x="1493064" y="3427587"/>
              <a:ext cx="78344" cy="248290"/>
            </a:xfrm>
            <a:custGeom>
              <a:avLst/>
              <a:gdLst/>
              <a:ahLst/>
              <a:cxnLst/>
              <a:rect l="l" t="t" r="r" b="b"/>
              <a:pathLst>
                <a:path w="2801" h="8877" extrusionOk="0">
                  <a:moveTo>
                    <a:pt x="0" y="0"/>
                  </a:moveTo>
                  <a:lnTo>
                    <a:pt x="0" y="0"/>
                  </a:lnTo>
                  <a:cubicBezTo>
                    <a:pt x="620" y="514"/>
                    <a:pt x="1047" y="1174"/>
                    <a:pt x="1361" y="1901"/>
                  </a:cubicBezTo>
                  <a:cubicBezTo>
                    <a:pt x="1681" y="2628"/>
                    <a:pt x="1861" y="3395"/>
                    <a:pt x="2014" y="4168"/>
                  </a:cubicBezTo>
                  <a:cubicBezTo>
                    <a:pt x="2294" y="5735"/>
                    <a:pt x="2661" y="7276"/>
                    <a:pt x="2728" y="8876"/>
                  </a:cubicBezTo>
                  <a:cubicBezTo>
                    <a:pt x="2801" y="8076"/>
                    <a:pt x="2781" y="7269"/>
                    <a:pt x="2681" y="6475"/>
                  </a:cubicBezTo>
                  <a:cubicBezTo>
                    <a:pt x="2581" y="5682"/>
                    <a:pt x="2454" y="4895"/>
                    <a:pt x="2294" y="4108"/>
                  </a:cubicBezTo>
                  <a:cubicBezTo>
                    <a:pt x="2141" y="3328"/>
                    <a:pt x="1927" y="2534"/>
                    <a:pt x="1574" y="1808"/>
                  </a:cubicBezTo>
                  <a:cubicBezTo>
                    <a:pt x="1214" y="1081"/>
                    <a:pt x="687" y="414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9" name="Google Shape;2042;p36"/>
            <p:cNvSpPr/>
            <p:nvPr/>
          </p:nvSpPr>
          <p:spPr>
            <a:xfrm>
              <a:off x="1431306" y="3673779"/>
              <a:ext cx="394517" cy="556044"/>
            </a:xfrm>
            <a:custGeom>
              <a:avLst/>
              <a:gdLst/>
              <a:ahLst/>
              <a:cxnLst/>
              <a:rect l="l" t="t" r="r" b="b"/>
              <a:pathLst>
                <a:path w="14105" h="19880" extrusionOk="0">
                  <a:moveTo>
                    <a:pt x="9704" y="1"/>
                  </a:moveTo>
                  <a:cubicBezTo>
                    <a:pt x="9724" y="147"/>
                    <a:pt x="9730" y="274"/>
                    <a:pt x="9750" y="401"/>
                  </a:cubicBezTo>
                  <a:cubicBezTo>
                    <a:pt x="9824" y="1108"/>
                    <a:pt x="9624" y="1815"/>
                    <a:pt x="9197" y="2381"/>
                  </a:cubicBezTo>
                  <a:cubicBezTo>
                    <a:pt x="7450" y="4662"/>
                    <a:pt x="3989" y="6462"/>
                    <a:pt x="3495" y="6462"/>
                  </a:cubicBezTo>
                  <a:cubicBezTo>
                    <a:pt x="3002" y="6462"/>
                    <a:pt x="2435" y="4482"/>
                    <a:pt x="2435" y="4482"/>
                  </a:cubicBezTo>
                  <a:cubicBezTo>
                    <a:pt x="1" y="6703"/>
                    <a:pt x="294" y="8436"/>
                    <a:pt x="534" y="9603"/>
                  </a:cubicBezTo>
                  <a:cubicBezTo>
                    <a:pt x="781" y="10770"/>
                    <a:pt x="534" y="12084"/>
                    <a:pt x="534" y="12084"/>
                  </a:cubicBezTo>
                  <a:lnTo>
                    <a:pt x="5462" y="19879"/>
                  </a:lnTo>
                  <a:cubicBezTo>
                    <a:pt x="6543" y="19579"/>
                    <a:pt x="7603" y="19193"/>
                    <a:pt x="8623" y="18719"/>
                  </a:cubicBezTo>
                  <a:cubicBezTo>
                    <a:pt x="10884" y="17665"/>
                    <a:pt x="12424" y="16378"/>
                    <a:pt x="12918" y="15438"/>
                  </a:cubicBezTo>
                  <a:cubicBezTo>
                    <a:pt x="13605" y="14104"/>
                    <a:pt x="13158" y="13738"/>
                    <a:pt x="13158" y="13738"/>
                  </a:cubicBezTo>
                  <a:cubicBezTo>
                    <a:pt x="13158" y="13738"/>
                    <a:pt x="14105" y="12484"/>
                    <a:pt x="13758" y="10950"/>
                  </a:cubicBezTo>
                  <a:cubicBezTo>
                    <a:pt x="13474" y="9717"/>
                    <a:pt x="12974" y="9596"/>
                    <a:pt x="12789" y="9596"/>
                  </a:cubicBezTo>
                  <a:cubicBezTo>
                    <a:pt x="12744" y="9596"/>
                    <a:pt x="12718" y="9603"/>
                    <a:pt x="12718" y="9603"/>
                  </a:cubicBezTo>
                  <a:cubicBezTo>
                    <a:pt x="12718" y="9603"/>
                    <a:pt x="13358" y="8336"/>
                    <a:pt x="12718" y="6462"/>
                  </a:cubicBezTo>
                  <a:cubicBezTo>
                    <a:pt x="12311" y="5279"/>
                    <a:pt x="11869" y="5059"/>
                    <a:pt x="11598" y="5059"/>
                  </a:cubicBezTo>
                  <a:cubicBezTo>
                    <a:pt x="11438" y="5059"/>
                    <a:pt x="11337" y="5135"/>
                    <a:pt x="11337" y="5135"/>
                  </a:cubicBezTo>
                  <a:cubicBezTo>
                    <a:pt x="11531" y="4635"/>
                    <a:pt x="11631" y="3348"/>
                    <a:pt x="10937" y="1675"/>
                  </a:cubicBezTo>
                  <a:cubicBezTo>
                    <a:pt x="10717" y="1128"/>
                    <a:pt x="10504" y="748"/>
                    <a:pt x="10324" y="508"/>
                  </a:cubicBezTo>
                  <a:cubicBezTo>
                    <a:pt x="9957" y="1"/>
                    <a:pt x="9717" y="1"/>
                    <a:pt x="9704" y="1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0" name="Google Shape;2043;p36"/>
            <p:cNvSpPr/>
            <p:nvPr/>
          </p:nvSpPr>
          <p:spPr>
            <a:xfrm>
              <a:off x="1420678" y="3665584"/>
              <a:ext cx="411690" cy="573553"/>
            </a:xfrm>
            <a:custGeom>
              <a:avLst/>
              <a:gdLst/>
              <a:ahLst/>
              <a:cxnLst/>
              <a:rect l="l" t="t" r="r" b="b"/>
              <a:pathLst>
                <a:path w="14719" h="20506" extrusionOk="0">
                  <a:moveTo>
                    <a:pt x="10430" y="914"/>
                  </a:moveTo>
                  <a:lnTo>
                    <a:pt x="10470" y="967"/>
                  </a:lnTo>
                  <a:cubicBezTo>
                    <a:pt x="10704" y="1314"/>
                    <a:pt x="10897" y="1687"/>
                    <a:pt x="11050" y="2074"/>
                  </a:cubicBezTo>
                  <a:cubicBezTo>
                    <a:pt x="11731" y="3728"/>
                    <a:pt x="11604" y="4915"/>
                    <a:pt x="11444" y="5315"/>
                  </a:cubicBezTo>
                  <a:lnTo>
                    <a:pt x="11130" y="6129"/>
                  </a:lnTo>
                  <a:lnTo>
                    <a:pt x="11877" y="5662"/>
                  </a:lnTo>
                  <a:cubicBezTo>
                    <a:pt x="11907" y="5649"/>
                    <a:pt x="11939" y="5642"/>
                    <a:pt x="11971" y="5642"/>
                  </a:cubicBezTo>
                  <a:cubicBezTo>
                    <a:pt x="12002" y="5642"/>
                    <a:pt x="12034" y="5649"/>
                    <a:pt x="12064" y="5662"/>
                  </a:cubicBezTo>
                  <a:cubicBezTo>
                    <a:pt x="12184" y="5702"/>
                    <a:pt x="12491" y="5902"/>
                    <a:pt x="12818" y="6849"/>
                  </a:cubicBezTo>
                  <a:cubicBezTo>
                    <a:pt x="13411" y="8569"/>
                    <a:pt x="12844" y="9750"/>
                    <a:pt x="12838" y="9763"/>
                  </a:cubicBezTo>
                  <a:lnTo>
                    <a:pt x="12524" y="10343"/>
                  </a:lnTo>
                  <a:lnTo>
                    <a:pt x="13151" y="10176"/>
                  </a:lnTo>
                  <a:cubicBezTo>
                    <a:pt x="13158" y="10175"/>
                    <a:pt x="13166" y="10174"/>
                    <a:pt x="13174" y="10174"/>
                  </a:cubicBezTo>
                  <a:cubicBezTo>
                    <a:pt x="13312" y="10174"/>
                    <a:pt x="13644" y="10393"/>
                    <a:pt x="13851" y="11310"/>
                  </a:cubicBezTo>
                  <a:cubicBezTo>
                    <a:pt x="14165" y="12677"/>
                    <a:pt x="13311" y="13844"/>
                    <a:pt x="13304" y="13851"/>
                  </a:cubicBezTo>
                  <a:lnTo>
                    <a:pt x="13051" y="14071"/>
                  </a:lnTo>
                  <a:lnTo>
                    <a:pt x="13338" y="14237"/>
                  </a:lnTo>
                  <a:cubicBezTo>
                    <a:pt x="13404" y="14317"/>
                    <a:pt x="13484" y="14731"/>
                    <a:pt x="13038" y="15598"/>
                  </a:cubicBezTo>
                  <a:cubicBezTo>
                    <a:pt x="12651" y="16331"/>
                    <a:pt x="11337" y="17598"/>
                    <a:pt x="8877" y="18752"/>
                  </a:cubicBezTo>
                  <a:cubicBezTo>
                    <a:pt x="7936" y="19185"/>
                    <a:pt x="6969" y="19546"/>
                    <a:pt x="5976" y="19832"/>
                  </a:cubicBezTo>
                  <a:lnTo>
                    <a:pt x="1214" y="12317"/>
                  </a:lnTo>
                  <a:cubicBezTo>
                    <a:pt x="1274" y="11964"/>
                    <a:pt x="1401" y="10783"/>
                    <a:pt x="1201" y="9836"/>
                  </a:cubicBezTo>
                  <a:cubicBezTo>
                    <a:pt x="1001" y="8883"/>
                    <a:pt x="674" y="7316"/>
                    <a:pt x="2675" y="5308"/>
                  </a:cubicBezTo>
                  <a:cubicBezTo>
                    <a:pt x="2968" y="6182"/>
                    <a:pt x="3502" y="7042"/>
                    <a:pt x="3875" y="7042"/>
                  </a:cubicBezTo>
                  <a:cubicBezTo>
                    <a:pt x="4249" y="7042"/>
                    <a:pt x="5362" y="6475"/>
                    <a:pt x="6383" y="5815"/>
                  </a:cubicBezTo>
                  <a:cubicBezTo>
                    <a:pt x="7409" y="5162"/>
                    <a:pt x="8837" y="4115"/>
                    <a:pt x="9810" y="2861"/>
                  </a:cubicBezTo>
                  <a:cubicBezTo>
                    <a:pt x="10230" y="2301"/>
                    <a:pt x="10450" y="1614"/>
                    <a:pt x="10430" y="914"/>
                  </a:cubicBezTo>
                  <a:close/>
                  <a:moveTo>
                    <a:pt x="9770" y="0"/>
                  </a:moveTo>
                  <a:lnTo>
                    <a:pt x="9803" y="327"/>
                  </a:lnTo>
                  <a:cubicBezTo>
                    <a:pt x="9817" y="447"/>
                    <a:pt x="9823" y="560"/>
                    <a:pt x="9837" y="661"/>
                  </a:cubicBezTo>
                  <a:lnTo>
                    <a:pt x="9837" y="714"/>
                  </a:lnTo>
                  <a:cubicBezTo>
                    <a:pt x="9910" y="1354"/>
                    <a:pt x="9737" y="1988"/>
                    <a:pt x="9350" y="2501"/>
                  </a:cubicBezTo>
                  <a:cubicBezTo>
                    <a:pt x="7710" y="4635"/>
                    <a:pt x="4382" y="6375"/>
                    <a:pt x="3889" y="6462"/>
                  </a:cubicBezTo>
                  <a:cubicBezTo>
                    <a:pt x="3702" y="6342"/>
                    <a:pt x="3335" y="5535"/>
                    <a:pt x="3102" y="4702"/>
                  </a:cubicBezTo>
                  <a:lnTo>
                    <a:pt x="2968" y="4241"/>
                  </a:lnTo>
                  <a:lnTo>
                    <a:pt x="2622" y="4562"/>
                  </a:lnTo>
                  <a:cubicBezTo>
                    <a:pt x="1" y="6956"/>
                    <a:pt x="408" y="8863"/>
                    <a:pt x="634" y="9956"/>
                  </a:cubicBezTo>
                  <a:cubicBezTo>
                    <a:pt x="854" y="11043"/>
                    <a:pt x="634" y="12310"/>
                    <a:pt x="621" y="12330"/>
                  </a:cubicBezTo>
                  <a:lnTo>
                    <a:pt x="608" y="12437"/>
                  </a:lnTo>
                  <a:lnTo>
                    <a:pt x="5716" y="20506"/>
                  </a:lnTo>
                  <a:lnTo>
                    <a:pt x="5936" y="20446"/>
                  </a:lnTo>
                  <a:cubicBezTo>
                    <a:pt x="7029" y="20146"/>
                    <a:pt x="8103" y="19759"/>
                    <a:pt x="9137" y="19279"/>
                  </a:cubicBezTo>
                  <a:cubicBezTo>
                    <a:pt x="11297" y="18265"/>
                    <a:pt x="12991" y="16951"/>
                    <a:pt x="13564" y="15865"/>
                  </a:cubicBezTo>
                  <a:cubicBezTo>
                    <a:pt x="14078" y="14864"/>
                    <a:pt x="14018" y="14311"/>
                    <a:pt x="13898" y="14031"/>
                  </a:cubicBezTo>
                  <a:cubicBezTo>
                    <a:pt x="14151" y="13617"/>
                    <a:pt x="14718" y="12497"/>
                    <a:pt x="14431" y="11177"/>
                  </a:cubicBezTo>
                  <a:cubicBezTo>
                    <a:pt x="14265" y="10443"/>
                    <a:pt x="13985" y="9950"/>
                    <a:pt x="13611" y="9730"/>
                  </a:cubicBezTo>
                  <a:lnTo>
                    <a:pt x="13504" y="9670"/>
                  </a:lnTo>
                  <a:cubicBezTo>
                    <a:pt x="13658" y="9136"/>
                    <a:pt x="13858" y="8062"/>
                    <a:pt x="13378" y="6662"/>
                  </a:cubicBezTo>
                  <a:cubicBezTo>
                    <a:pt x="13078" y="5769"/>
                    <a:pt x="12684" y="5242"/>
                    <a:pt x="12224" y="5102"/>
                  </a:cubicBezTo>
                  <a:lnTo>
                    <a:pt x="12111" y="5068"/>
                  </a:lnTo>
                  <a:cubicBezTo>
                    <a:pt x="12217" y="4395"/>
                    <a:pt x="12177" y="3268"/>
                    <a:pt x="11591" y="1847"/>
                  </a:cubicBezTo>
                  <a:cubicBezTo>
                    <a:pt x="11431" y="1414"/>
                    <a:pt x="11210" y="1007"/>
                    <a:pt x="10944" y="627"/>
                  </a:cubicBezTo>
                  <a:cubicBezTo>
                    <a:pt x="10537" y="67"/>
                    <a:pt x="10210" y="0"/>
                    <a:pt x="1009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1" name="Google Shape;2044;p36"/>
            <p:cNvSpPr/>
            <p:nvPr/>
          </p:nvSpPr>
          <p:spPr>
            <a:xfrm>
              <a:off x="1431306" y="3673779"/>
              <a:ext cx="296426" cy="556044"/>
            </a:xfrm>
            <a:custGeom>
              <a:avLst/>
              <a:gdLst/>
              <a:ahLst/>
              <a:cxnLst/>
              <a:rect l="l" t="t" r="r" b="b"/>
              <a:pathLst>
                <a:path w="10598" h="19880" extrusionOk="0">
                  <a:moveTo>
                    <a:pt x="9704" y="1"/>
                  </a:moveTo>
                  <a:cubicBezTo>
                    <a:pt x="9724" y="147"/>
                    <a:pt x="9730" y="274"/>
                    <a:pt x="9750" y="401"/>
                  </a:cubicBezTo>
                  <a:cubicBezTo>
                    <a:pt x="9824" y="1108"/>
                    <a:pt x="9624" y="1815"/>
                    <a:pt x="9197" y="2381"/>
                  </a:cubicBezTo>
                  <a:cubicBezTo>
                    <a:pt x="7450" y="4662"/>
                    <a:pt x="3989" y="6456"/>
                    <a:pt x="3495" y="6456"/>
                  </a:cubicBezTo>
                  <a:cubicBezTo>
                    <a:pt x="3002" y="6456"/>
                    <a:pt x="2435" y="4482"/>
                    <a:pt x="2435" y="4482"/>
                  </a:cubicBezTo>
                  <a:cubicBezTo>
                    <a:pt x="1" y="6703"/>
                    <a:pt x="294" y="8436"/>
                    <a:pt x="534" y="9603"/>
                  </a:cubicBezTo>
                  <a:cubicBezTo>
                    <a:pt x="781" y="10770"/>
                    <a:pt x="534" y="12084"/>
                    <a:pt x="534" y="12084"/>
                  </a:cubicBezTo>
                  <a:lnTo>
                    <a:pt x="5462" y="19879"/>
                  </a:lnTo>
                  <a:cubicBezTo>
                    <a:pt x="6543" y="19579"/>
                    <a:pt x="7603" y="19193"/>
                    <a:pt x="8623" y="18719"/>
                  </a:cubicBezTo>
                  <a:cubicBezTo>
                    <a:pt x="8210" y="17285"/>
                    <a:pt x="7563" y="15925"/>
                    <a:pt x="6696" y="14711"/>
                  </a:cubicBezTo>
                  <a:cubicBezTo>
                    <a:pt x="5569" y="13111"/>
                    <a:pt x="4015" y="11164"/>
                    <a:pt x="4989" y="9470"/>
                  </a:cubicBezTo>
                  <a:cubicBezTo>
                    <a:pt x="5476" y="8616"/>
                    <a:pt x="6469" y="8216"/>
                    <a:pt x="7296" y="7683"/>
                  </a:cubicBezTo>
                  <a:cubicBezTo>
                    <a:pt x="9837" y="6042"/>
                    <a:pt x="10597" y="3322"/>
                    <a:pt x="10324" y="508"/>
                  </a:cubicBezTo>
                  <a:cubicBezTo>
                    <a:pt x="9957" y="1"/>
                    <a:pt x="9717" y="1"/>
                    <a:pt x="9704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2" name="Google Shape;2045;p36"/>
            <p:cNvSpPr/>
            <p:nvPr/>
          </p:nvSpPr>
          <p:spPr>
            <a:xfrm>
              <a:off x="1465625" y="3858633"/>
              <a:ext cx="48528" cy="107069"/>
            </a:xfrm>
            <a:custGeom>
              <a:avLst/>
              <a:gdLst/>
              <a:ahLst/>
              <a:cxnLst/>
              <a:rect l="l" t="t" r="r" b="b"/>
              <a:pathLst>
                <a:path w="1735" h="3828" extrusionOk="0">
                  <a:moveTo>
                    <a:pt x="648" y="0"/>
                  </a:moveTo>
                  <a:cubicBezTo>
                    <a:pt x="161" y="587"/>
                    <a:pt x="1" y="1441"/>
                    <a:pt x="221" y="2194"/>
                  </a:cubicBezTo>
                  <a:cubicBezTo>
                    <a:pt x="434" y="2941"/>
                    <a:pt x="1021" y="3594"/>
                    <a:pt x="1735" y="3828"/>
                  </a:cubicBezTo>
                  <a:cubicBezTo>
                    <a:pt x="488" y="2988"/>
                    <a:pt x="34" y="1367"/>
                    <a:pt x="64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" name="Google Shape;2046;p36"/>
            <p:cNvSpPr/>
            <p:nvPr/>
          </p:nvSpPr>
          <p:spPr>
            <a:xfrm>
              <a:off x="1528670" y="4026481"/>
              <a:ext cx="100384" cy="148129"/>
            </a:xfrm>
            <a:custGeom>
              <a:avLst/>
              <a:gdLst/>
              <a:ahLst/>
              <a:cxnLst/>
              <a:rect l="l" t="t" r="r" b="b"/>
              <a:pathLst>
                <a:path w="3589" h="5296" extrusionOk="0">
                  <a:moveTo>
                    <a:pt x="1" y="1"/>
                  </a:moveTo>
                  <a:lnTo>
                    <a:pt x="1" y="1"/>
                  </a:lnTo>
                  <a:cubicBezTo>
                    <a:pt x="148" y="528"/>
                    <a:pt x="521" y="954"/>
                    <a:pt x="868" y="1361"/>
                  </a:cubicBezTo>
                  <a:cubicBezTo>
                    <a:pt x="1208" y="1768"/>
                    <a:pt x="1541" y="2188"/>
                    <a:pt x="1841" y="2621"/>
                  </a:cubicBezTo>
                  <a:cubicBezTo>
                    <a:pt x="2148" y="3048"/>
                    <a:pt x="2428" y="3495"/>
                    <a:pt x="2688" y="3962"/>
                  </a:cubicBezTo>
                  <a:lnTo>
                    <a:pt x="3082" y="4662"/>
                  </a:lnTo>
                  <a:cubicBezTo>
                    <a:pt x="3208" y="4902"/>
                    <a:pt x="3382" y="5115"/>
                    <a:pt x="3588" y="5295"/>
                  </a:cubicBezTo>
                  <a:cubicBezTo>
                    <a:pt x="3422" y="5082"/>
                    <a:pt x="3295" y="4849"/>
                    <a:pt x="3215" y="4595"/>
                  </a:cubicBezTo>
                  <a:cubicBezTo>
                    <a:pt x="3115" y="4355"/>
                    <a:pt x="3015" y="4095"/>
                    <a:pt x="2902" y="3855"/>
                  </a:cubicBezTo>
                  <a:cubicBezTo>
                    <a:pt x="2662" y="3362"/>
                    <a:pt x="2388" y="2895"/>
                    <a:pt x="2075" y="2455"/>
                  </a:cubicBezTo>
                  <a:cubicBezTo>
                    <a:pt x="1761" y="2008"/>
                    <a:pt x="1415" y="1595"/>
                    <a:pt x="1034" y="1208"/>
                  </a:cubicBezTo>
                  <a:cubicBezTo>
                    <a:pt x="654" y="828"/>
                    <a:pt x="254" y="474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4" name="Google Shape;2047;p36"/>
            <p:cNvSpPr/>
            <p:nvPr/>
          </p:nvSpPr>
          <p:spPr>
            <a:xfrm>
              <a:off x="1653276" y="4075344"/>
              <a:ext cx="110454" cy="81533"/>
            </a:xfrm>
            <a:custGeom>
              <a:avLst/>
              <a:gdLst/>
              <a:ahLst/>
              <a:cxnLst/>
              <a:rect l="l" t="t" r="r" b="b"/>
              <a:pathLst>
                <a:path w="3949" h="2915" extrusionOk="0">
                  <a:moveTo>
                    <a:pt x="3948" y="1"/>
                  </a:moveTo>
                  <a:lnTo>
                    <a:pt x="3948" y="1"/>
                  </a:lnTo>
                  <a:cubicBezTo>
                    <a:pt x="3475" y="694"/>
                    <a:pt x="2894" y="1301"/>
                    <a:pt x="2221" y="1795"/>
                  </a:cubicBezTo>
                  <a:cubicBezTo>
                    <a:pt x="1547" y="2288"/>
                    <a:pt x="801" y="2668"/>
                    <a:pt x="0" y="2915"/>
                  </a:cubicBezTo>
                  <a:cubicBezTo>
                    <a:pt x="861" y="2882"/>
                    <a:pt x="1701" y="2535"/>
                    <a:pt x="2394" y="2028"/>
                  </a:cubicBezTo>
                  <a:cubicBezTo>
                    <a:pt x="3088" y="1521"/>
                    <a:pt x="3661" y="814"/>
                    <a:pt x="394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5" name="Google Shape;2048;p36"/>
            <p:cNvSpPr/>
            <p:nvPr/>
          </p:nvSpPr>
          <p:spPr>
            <a:xfrm>
              <a:off x="1655514" y="4048129"/>
              <a:ext cx="72023" cy="56919"/>
            </a:xfrm>
            <a:custGeom>
              <a:avLst/>
              <a:gdLst/>
              <a:ahLst/>
              <a:cxnLst/>
              <a:rect l="l" t="t" r="r" b="b"/>
              <a:pathLst>
                <a:path w="2575" h="2035" extrusionOk="0">
                  <a:moveTo>
                    <a:pt x="2574" y="0"/>
                  </a:moveTo>
                  <a:lnTo>
                    <a:pt x="2574" y="0"/>
                  </a:lnTo>
                  <a:cubicBezTo>
                    <a:pt x="2201" y="407"/>
                    <a:pt x="1801" y="787"/>
                    <a:pt x="1374" y="1127"/>
                  </a:cubicBezTo>
                  <a:cubicBezTo>
                    <a:pt x="941" y="1467"/>
                    <a:pt x="481" y="1767"/>
                    <a:pt x="0" y="2034"/>
                  </a:cubicBezTo>
                  <a:cubicBezTo>
                    <a:pt x="567" y="1967"/>
                    <a:pt x="1114" y="1721"/>
                    <a:pt x="1554" y="1361"/>
                  </a:cubicBezTo>
                  <a:cubicBezTo>
                    <a:pt x="2001" y="1001"/>
                    <a:pt x="2381" y="540"/>
                    <a:pt x="257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6" name="Google Shape;2049;p36"/>
            <p:cNvSpPr/>
            <p:nvPr/>
          </p:nvSpPr>
          <p:spPr>
            <a:xfrm>
              <a:off x="1651039" y="4026313"/>
              <a:ext cx="35270" cy="37312"/>
            </a:xfrm>
            <a:custGeom>
              <a:avLst/>
              <a:gdLst/>
              <a:ahLst/>
              <a:cxnLst/>
              <a:rect l="l" t="t" r="r" b="b"/>
              <a:pathLst>
                <a:path w="1261" h="1334" extrusionOk="0">
                  <a:moveTo>
                    <a:pt x="1261" y="0"/>
                  </a:moveTo>
                  <a:cubicBezTo>
                    <a:pt x="707" y="300"/>
                    <a:pt x="267" y="767"/>
                    <a:pt x="0" y="1334"/>
                  </a:cubicBezTo>
                  <a:cubicBezTo>
                    <a:pt x="274" y="1194"/>
                    <a:pt x="527" y="1000"/>
                    <a:pt x="734" y="767"/>
                  </a:cubicBezTo>
                  <a:cubicBezTo>
                    <a:pt x="954" y="540"/>
                    <a:pt x="1127" y="280"/>
                    <a:pt x="126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7" name="Google Shape;2050;p36"/>
            <p:cNvSpPr/>
            <p:nvPr/>
          </p:nvSpPr>
          <p:spPr>
            <a:xfrm>
              <a:off x="727973" y="3414385"/>
              <a:ext cx="911710" cy="1226736"/>
            </a:xfrm>
            <a:custGeom>
              <a:avLst/>
              <a:gdLst/>
              <a:ahLst/>
              <a:cxnLst/>
              <a:rect l="l" t="t" r="r" b="b"/>
              <a:pathLst>
                <a:path w="32596" h="43859" extrusionOk="0">
                  <a:moveTo>
                    <a:pt x="24853" y="0"/>
                  </a:moveTo>
                  <a:cubicBezTo>
                    <a:pt x="24005" y="0"/>
                    <a:pt x="22951" y="499"/>
                    <a:pt x="21653" y="1733"/>
                  </a:cubicBezTo>
                  <a:cubicBezTo>
                    <a:pt x="19585" y="3707"/>
                    <a:pt x="16405" y="8254"/>
                    <a:pt x="13297" y="10949"/>
                  </a:cubicBezTo>
                  <a:cubicBezTo>
                    <a:pt x="10183" y="13643"/>
                    <a:pt x="6649" y="18471"/>
                    <a:pt x="4295" y="22005"/>
                  </a:cubicBezTo>
                  <a:cubicBezTo>
                    <a:pt x="1934" y="25539"/>
                    <a:pt x="1607" y="30027"/>
                    <a:pt x="1074" y="32928"/>
                  </a:cubicBezTo>
                  <a:cubicBezTo>
                    <a:pt x="540" y="35828"/>
                    <a:pt x="0" y="41510"/>
                    <a:pt x="4295" y="43444"/>
                  </a:cubicBezTo>
                  <a:cubicBezTo>
                    <a:pt x="4935" y="43732"/>
                    <a:pt x="5689" y="43859"/>
                    <a:pt x="6521" y="43859"/>
                  </a:cubicBezTo>
                  <a:cubicBezTo>
                    <a:pt x="8695" y="43859"/>
                    <a:pt x="11402" y="42990"/>
                    <a:pt x="13997" y="41857"/>
                  </a:cubicBezTo>
                  <a:cubicBezTo>
                    <a:pt x="17038" y="40530"/>
                    <a:pt x="19939" y="38843"/>
                    <a:pt x="21653" y="37756"/>
                  </a:cubicBezTo>
                  <a:cubicBezTo>
                    <a:pt x="25407" y="35395"/>
                    <a:pt x="30875" y="33474"/>
                    <a:pt x="31735" y="32394"/>
                  </a:cubicBezTo>
                  <a:cubicBezTo>
                    <a:pt x="32596" y="31321"/>
                    <a:pt x="31942" y="30027"/>
                    <a:pt x="30662" y="27680"/>
                  </a:cubicBezTo>
                  <a:cubicBezTo>
                    <a:pt x="29375" y="25326"/>
                    <a:pt x="26907" y="21785"/>
                    <a:pt x="25407" y="19958"/>
                  </a:cubicBezTo>
                  <a:cubicBezTo>
                    <a:pt x="24958" y="19411"/>
                    <a:pt x="24426" y="19210"/>
                    <a:pt x="23880" y="19210"/>
                  </a:cubicBezTo>
                  <a:cubicBezTo>
                    <a:pt x="23008" y="19210"/>
                    <a:pt x="22102" y="19723"/>
                    <a:pt x="21446" y="20158"/>
                  </a:cubicBezTo>
                  <a:cubicBezTo>
                    <a:pt x="22273" y="19457"/>
                    <a:pt x="23020" y="18671"/>
                    <a:pt x="23693" y="17817"/>
                  </a:cubicBezTo>
                  <a:cubicBezTo>
                    <a:pt x="25840" y="15143"/>
                    <a:pt x="27074" y="12736"/>
                    <a:pt x="27874" y="8068"/>
                  </a:cubicBezTo>
                  <a:cubicBezTo>
                    <a:pt x="27981" y="7401"/>
                    <a:pt x="28021" y="6414"/>
                    <a:pt x="27934" y="5347"/>
                  </a:cubicBezTo>
                  <a:cubicBezTo>
                    <a:pt x="27737" y="2871"/>
                    <a:pt x="26888" y="0"/>
                    <a:pt x="24853" y="0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8" name="Google Shape;2051;p36"/>
            <p:cNvSpPr/>
            <p:nvPr/>
          </p:nvSpPr>
          <p:spPr>
            <a:xfrm>
              <a:off x="713232" y="3406358"/>
              <a:ext cx="937079" cy="1242931"/>
            </a:xfrm>
            <a:custGeom>
              <a:avLst/>
              <a:gdLst/>
              <a:ahLst/>
              <a:cxnLst/>
              <a:rect l="l" t="t" r="r" b="b"/>
              <a:pathLst>
                <a:path w="33503" h="44438" extrusionOk="0">
                  <a:moveTo>
                    <a:pt x="25374" y="573"/>
                  </a:moveTo>
                  <a:cubicBezTo>
                    <a:pt x="25587" y="573"/>
                    <a:pt x="25794" y="613"/>
                    <a:pt x="25994" y="693"/>
                  </a:cubicBezTo>
                  <a:cubicBezTo>
                    <a:pt x="27148" y="1133"/>
                    <a:pt x="27961" y="2993"/>
                    <a:pt x="28175" y="5661"/>
                  </a:cubicBezTo>
                  <a:cubicBezTo>
                    <a:pt x="28248" y="6634"/>
                    <a:pt x="28228" y="7628"/>
                    <a:pt x="28108" y="8301"/>
                  </a:cubicBezTo>
                  <a:cubicBezTo>
                    <a:pt x="27294" y="13089"/>
                    <a:pt x="26034" y="15377"/>
                    <a:pt x="23993" y="17924"/>
                  </a:cubicBezTo>
                  <a:cubicBezTo>
                    <a:pt x="23333" y="18758"/>
                    <a:pt x="22600" y="19531"/>
                    <a:pt x="21793" y="20225"/>
                  </a:cubicBezTo>
                  <a:cubicBezTo>
                    <a:pt x="21586" y="20420"/>
                    <a:pt x="21754" y="20729"/>
                    <a:pt x="21991" y="20729"/>
                  </a:cubicBezTo>
                  <a:cubicBezTo>
                    <a:pt x="22036" y="20729"/>
                    <a:pt x="22085" y="20717"/>
                    <a:pt x="22133" y="20691"/>
                  </a:cubicBezTo>
                  <a:cubicBezTo>
                    <a:pt x="23037" y="20090"/>
                    <a:pt x="23783" y="19792"/>
                    <a:pt x="24399" y="19792"/>
                  </a:cubicBezTo>
                  <a:cubicBezTo>
                    <a:pt x="24924" y="19792"/>
                    <a:pt x="25354" y="20008"/>
                    <a:pt x="25707" y="20438"/>
                  </a:cubicBezTo>
                  <a:cubicBezTo>
                    <a:pt x="27194" y="22232"/>
                    <a:pt x="29675" y="25793"/>
                    <a:pt x="30935" y="28107"/>
                  </a:cubicBezTo>
                  <a:cubicBezTo>
                    <a:pt x="32196" y="30427"/>
                    <a:pt x="32769" y="31581"/>
                    <a:pt x="32036" y="32501"/>
                  </a:cubicBezTo>
                  <a:cubicBezTo>
                    <a:pt x="31636" y="33001"/>
                    <a:pt x="29962" y="33775"/>
                    <a:pt x="28015" y="34695"/>
                  </a:cubicBezTo>
                  <a:cubicBezTo>
                    <a:pt x="26074" y="35609"/>
                    <a:pt x="23867" y="36642"/>
                    <a:pt x="22033" y="37803"/>
                  </a:cubicBezTo>
                  <a:cubicBezTo>
                    <a:pt x="20559" y="38716"/>
                    <a:pt x="17625" y="40477"/>
                    <a:pt x="14404" y="41877"/>
                  </a:cubicBezTo>
                  <a:cubicBezTo>
                    <a:pt x="11413" y="43187"/>
                    <a:pt x="8920" y="43852"/>
                    <a:pt x="7044" y="43852"/>
                  </a:cubicBezTo>
                  <a:cubicBezTo>
                    <a:pt x="6218" y="43852"/>
                    <a:pt x="5512" y="43723"/>
                    <a:pt x="4935" y="43464"/>
                  </a:cubicBezTo>
                  <a:cubicBezTo>
                    <a:pt x="1174" y="41770"/>
                    <a:pt x="1201" y="36982"/>
                    <a:pt x="1888" y="33275"/>
                  </a:cubicBezTo>
                  <a:cubicBezTo>
                    <a:pt x="1988" y="32761"/>
                    <a:pt x="2068" y="32201"/>
                    <a:pt x="2161" y="31608"/>
                  </a:cubicBezTo>
                  <a:cubicBezTo>
                    <a:pt x="2601" y="28807"/>
                    <a:pt x="3155" y="25306"/>
                    <a:pt x="5062" y="22445"/>
                  </a:cubicBezTo>
                  <a:cubicBezTo>
                    <a:pt x="6969" y="19584"/>
                    <a:pt x="10663" y="14350"/>
                    <a:pt x="14011" y="11456"/>
                  </a:cubicBezTo>
                  <a:cubicBezTo>
                    <a:pt x="15858" y="9862"/>
                    <a:pt x="17712" y="7628"/>
                    <a:pt x="19359" y="5661"/>
                  </a:cubicBezTo>
                  <a:cubicBezTo>
                    <a:pt x="20473" y="4307"/>
                    <a:pt x="21539" y="3033"/>
                    <a:pt x="22380" y="2233"/>
                  </a:cubicBezTo>
                  <a:cubicBezTo>
                    <a:pt x="23540" y="1133"/>
                    <a:pt x="24540" y="573"/>
                    <a:pt x="25374" y="573"/>
                  </a:cubicBezTo>
                  <a:close/>
                  <a:moveTo>
                    <a:pt x="25378" y="0"/>
                  </a:moveTo>
                  <a:cubicBezTo>
                    <a:pt x="24388" y="0"/>
                    <a:pt x="23254" y="606"/>
                    <a:pt x="21986" y="1806"/>
                  </a:cubicBezTo>
                  <a:cubicBezTo>
                    <a:pt x="21119" y="2633"/>
                    <a:pt x="20039" y="3927"/>
                    <a:pt x="18905" y="5287"/>
                  </a:cubicBezTo>
                  <a:cubicBezTo>
                    <a:pt x="17285" y="7234"/>
                    <a:pt x="15438" y="9455"/>
                    <a:pt x="13631" y="11009"/>
                  </a:cubicBezTo>
                  <a:cubicBezTo>
                    <a:pt x="10230" y="13956"/>
                    <a:pt x="6562" y="19144"/>
                    <a:pt x="4582" y="22125"/>
                  </a:cubicBezTo>
                  <a:cubicBezTo>
                    <a:pt x="2594" y="25099"/>
                    <a:pt x="2034" y="28660"/>
                    <a:pt x="1587" y="31514"/>
                  </a:cubicBezTo>
                  <a:cubicBezTo>
                    <a:pt x="1494" y="32108"/>
                    <a:pt x="1414" y="32668"/>
                    <a:pt x="1321" y="33168"/>
                  </a:cubicBezTo>
                  <a:cubicBezTo>
                    <a:pt x="0" y="40270"/>
                    <a:pt x="2428" y="42971"/>
                    <a:pt x="4702" y="43998"/>
                  </a:cubicBezTo>
                  <a:cubicBezTo>
                    <a:pt x="5362" y="44284"/>
                    <a:pt x="6149" y="44438"/>
                    <a:pt x="7062" y="44438"/>
                  </a:cubicBezTo>
                  <a:cubicBezTo>
                    <a:pt x="9023" y="44438"/>
                    <a:pt x="11557" y="43764"/>
                    <a:pt x="14638" y="42410"/>
                  </a:cubicBezTo>
                  <a:cubicBezTo>
                    <a:pt x="17892" y="40990"/>
                    <a:pt x="20859" y="39216"/>
                    <a:pt x="22340" y="38289"/>
                  </a:cubicBezTo>
                  <a:cubicBezTo>
                    <a:pt x="24147" y="37149"/>
                    <a:pt x="26334" y="36122"/>
                    <a:pt x="28268" y="35222"/>
                  </a:cubicBezTo>
                  <a:cubicBezTo>
                    <a:pt x="30362" y="34242"/>
                    <a:pt x="32002" y="33468"/>
                    <a:pt x="32482" y="32868"/>
                  </a:cubicBezTo>
                  <a:cubicBezTo>
                    <a:pt x="33503" y="31601"/>
                    <a:pt x="32756" y="30214"/>
                    <a:pt x="31442" y="27820"/>
                  </a:cubicBezTo>
                  <a:cubicBezTo>
                    <a:pt x="30135" y="25433"/>
                    <a:pt x="27661" y="21878"/>
                    <a:pt x="26161" y="20065"/>
                  </a:cubicBezTo>
                  <a:cubicBezTo>
                    <a:pt x="25633" y="19429"/>
                    <a:pt x="25014" y="19204"/>
                    <a:pt x="24404" y="19204"/>
                  </a:cubicBezTo>
                  <a:cubicBezTo>
                    <a:pt x="24112" y="19204"/>
                    <a:pt x="23823" y="19256"/>
                    <a:pt x="23547" y="19338"/>
                  </a:cubicBezTo>
                  <a:cubicBezTo>
                    <a:pt x="23833" y="19024"/>
                    <a:pt x="24134" y="18677"/>
                    <a:pt x="24447" y="18291"/>
                  </a:cubicBezTo>
                  <a:cubicBezTo>
                    <a:pt x="26501" y="15730"/>
                    <a:pt x="27848" y="13289"/>
                    <a:pt x="28681" y="8401"/>
                  </a:cubicBezTo>
                  <a:cubicBezTo>
                    <a:pt x="28808" y="7668"/>
                    <a:pt x="28835" y="6654"/>
                    <a:pt x="28755" y="5621"/>
                  </a:cubicBezTo>
                  <a:cubicBezTo>
                    <a:pt x="28641" y="4227"/>
                    <a:pt x="28175" y="899"/>
                    <a:pt x="26201" y="153"/>
                  </a:cubicBezTo>
                  <a:cubicBezTo>
                    <a:pt x="25939" y="51"/>
                    <a:pt x="25665" y="0"/>
                    <a:pt x="2537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9" name="Google Shape;2052;p36"/>
            <p:cNvSpPr/>
            <p:nvPr/>
          </p:nvSpPr>
          <p:spPr>
            <a:xfrm>
              <a:off x="1068927" y="3947941"/>
              <a:ext cx="296566" cy="231508"/>
            </a:xfrm>
            <a:custGeom>
              <a:avLst/>
              <a:gdLst/>
              <a:ahLst/>
              <a:cxnLst/>
              <a:rect l="l" t="t" r="r" b="b"/>
              <a:pathLst>
                <a:path w="10603" h="8277" extrusionOk="0">
                  <a:moveTo>
                    <a:pt x="10275" y="0"/>
                  </a:moveTo>
                  <a:cubicBezTo>
                    <a:pt x="10228" y="0"/>
                    <a:pt x="10181" y="11"/>
                    <a:pt x="10136" y="35"/>
                  </a:cubicBezTo>
                  <a:cubicBezTo>
                    <a:pt x="10083" y="68"/>
                    <a:pt x="4868" y="3002"/>
                    <a:pt x="173" y="7783"/>
                  </a:cubicBezTo>
                  <a:cubicBezTo>
                    <a:pt x="0" y="7970"/>
                    <a:pt x="127" y="8270"/>
                    <a:pt x="380" y="8277"/>
                  </a:cubicBezTo>
                  <a:cubicBezTo>
                    <a:pt x="460" y="8277"/>
                    <a:pt x="534" y="8250"/>
                    <a:pt x="587" y="8197"/>
                  </a:cubicBezTo>
                  <a:cubicBezTo>
                    <a:pt x="5215" y="3476"/>
                    <a:pt x="10370" y="575"/>
                    <a:pt x="10416" y="541"/>
                  </a:cubicBezTo>
                  <a:cubicBezTo>
                    <a:pt x="10556" y="461"/>
                    <a:pt x="10603" y="288"/>
                    <a:pt x="10523" y="148"/>
                  </a:cubicBezTo>
                  <a:cubicBezTo>
                    <a:pt x="10473" y="52"/>
                    <a:pt x="10376" y="0"/>
                    <a:pt x="1027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0" name="Google Shape;2053;p36"/>
            <p:cNvSpPr/>
            <p:nvPr/>
          </p:nvSpPr>
          <p:spPr>
            <a:xfrm>
              <a:off x="727973" y="3414385"/>
              <a:ext cx="781342" cy="1226736"/>
            </a:xfrm>
            <a:custGeom>
              <a:avLst/>
              <a:gdLst/>
              <a:ahLst/>
              <a:cxnLst/>
              <a:rect l="l" t="t" r="r" b="b"/>
              <a:pathLst>
                <a:path w="27935" h="43859" extrusionOk="0">
                  <a:moveTo>
                    <a:pt x="24857" y="0"/>
                  </a:moveTo>
                  <a:cubicBezTo>
                    <a:pt x="24009" y="0"/>
                    <a:pt x="22956" y="499"/>
                    <a:pt x="21659" y="1733"/>
                  </a:cubicBezTo>
                  <a:cubicBezTo>
                    <a:pt x="19592" y="3707"/>
                    <a:pt x="16405" y="8254"/>
                    <a:pt x="13297" y="10949"/>
                  </a:cubicBezTo>
                  <a:cubicBezTo>
                    <a:pt x="10183" y="13643"/>
                    <a:pt x="6649" y="18471"/>
                    <a:pt x="4295" y="22005"/>
                  </a:cubicBezTo>
                  <a:cubicBezTo>
                    <a:pt x="1934" y="25539"/>
                    <a:pt x="1607" y="30027"/>
                    <a:pt x="1074" y="32928"/>
                  </a:cubicBezTo>
                  <a:cubicBezTo>
                    <a:pt x="540" y="35828"/>
                    <a:pt x="0" y="41510"/>
                    <a:pt x="4295" y="43444"/>
                  </a:cubicBezTo>
                  <a:cubicBezTo>
                    <a:pt x="4935" y="43732"/>
                    <a:pt x="5689" y="43859"/>
                    <a:pt x="6521" y="43859"/>
                  </a:cubicBezTo>
                  <a:cubicBezTo>
                    <a:pt x="8695" y="43859"/>
                    <a:pt x="11402" y="42990"/>
                    <a:pt x="13997" y="41857"/>
                  </a:cubicBezTo>
                  <a:lnTo>
                    <a:pt x="13997" y="41857"/>
                  </a:lnTo>
                  <a:cubicBezTo>
                    <a:pt x="13717" y="41858"/>
                    <a:pt x="13437" y="41861"/>
                    <a:pt x="13157" y="41861"/>
                  </a:cubicBezTo>
                  <a:cubicBezTo>
                    <a:pt x="12016" y="41861"/>
                    <a:pt x="10888" y="41805"/>
                    <a:pt x="9876" y="41323"/>
                  </a:cubicBezTo>
                  <a:cubicBezTo>
                    <a:pt x="7162" y="40056"/>
                    <a:pt x="6555" y="36482"/>
                    <a:pt x="6695" y="33495"/>
                  </a:cubicBezTo>
                  <a:cubicBezTo>
                    <a:pt x="7229" y="22898"/>
                    <a:pt x="13124" y="12716"/>
                    <a:pt x="22046" y="6981"/>
                  </a:cubicBezTo>
                  <a:cubicBezTo>
                    <a:pt x="23480" y="6067"/>
                    <a:pt x="25067" y="5220"/>
                    <a:pt x="26774" y="5187"/>
                  </a:cubicBezTo>
                  <a:cubicBezTo>
                    <a:pt x="26796" y="5187"/>
                    <a:pt x="26818" y="5186"/>
                    <a:pt x="26840" y="5186"/>
                  </a:cubicBezTo>
                  <a:cubicBezTo>
                    <a:pt x="27210" y="5186"/>
                    <a:pt x="27575" y="5240"/>
                    <a:pt x="27934" y="5347"/>
                  </a:cubicBezTo>
                  <a:cubicBezTo>
                    <a:pt x="27741" y="2871"/>
                    <a:pt x="26891" y="0"/>
                    <a:pt x="24857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1" name="Google Shape;2054;p36"/>
            <p:cNvSpPr/>
            <p:nvPr/>
          </p:nvSpPr>
          <p:spPr>
            <a:xfrm>
              <a:off x="822707" y="3959912"/>
              <a:ext cx="122565" cy="341709"/>
            </a:xfrm>
            <a:custGeom>
              <a:avLst/>
              <a:gdLst/>
              <a:ahLst/>
              <a:cxnLst/>
              <a:rect l="l" t="t" r="r" b="b"/>
              <a:pathLst>
                <a:path w="4382" h="12217" extrusionOk="0">
                  <a:moveTo>
                    <a:pt x="4382" y="0"/>
                  </a:moveTo>
                  <a:cubicBezTo>
                    <a:pt x="4109" y="53"/>
                    <a:pt x="3882" y="254"/>
                    <a:pt x="3688" y="454"/>
                  </a:cubicBezTo>
                  <a:cubicBezTo>
                    <a:pt x="3502" y="654"/>
                    <a:pt x="3315" y="860"/>
                    <a:pt x="3128" y="1087"/>
                  </a:cubicBezTo>
                  <a:cubicBezTo>
                    <a:pt x="2781" y="1527"/>
                    <a:pt x="2468" y="1994"/>
                    <a:pt x="2188" y="2481"/>
                  </a:cubicBezTo>
                  <a:cubicBezTo>
                    <a:pt x="1635" y="3461"/>
                    <a:pt x="1201" y="4501"/>
                    <a:pt x="888" y="5582"/>
                  </a:cubicBezTo>
                  <a:cubicBezTo>
                    <a:pt x="274" y="7749"/>
                    <a:pt x="67" y="9989"/>
                    <a:pt x="1" y="12217"/>
                  </a:cubicBezTo>
                  <a:cubicBezTo>
                    <a:pt x="294" y="10009"/>
                    <a:pt x="548" y="7789"/>
                    <a:pt x="1174" y="5668"/>
                  </a:cubicBezTo>
                  <a:cubicBezTo>
                    <a:pt x="1474" y="4601"/>
                    <a:pt x="1881" y="3568"/>
                    <a:pt x="2388" y="2587"/>
                  </a:cubicBezTo>
                  <a:cubicBezTo>
                    <a:pt x="2648" y="2101"/>
                    <a:pt x="2935" y="1627"/>
                    <a:pt x="3248" y="1174"/>
                  </a:cubicBezTo>
                  <a:cubicBezTo>
                    <a:pt x="3408" y="947"/>
                    <a:pt x="3575" y="714"/>
                    <a:pt x="3748" y="507"/>
                  </a:cubicBezTo>
                  <a:cubicBezTo>
                    <a:pt x="3922" y="294"/>
                    <a:pt x="4115" y="87"/>
                    <a:pt x="438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2" name="Google Shape;2055;p36"/>
            <p:cNvSpPr/>
            <p:nvPr/>
          </p:nvSpPr>
          <p:spPr>
            <a:xfrm>
              <a:off x="789143" y="4378623"/>
              <a:ext cx="102986" cy="206335"/>
            </a:xfrm>
            <a:custGeom>
              <a:avLst/>
              <a:gdLst/>
              <a:ahLst/>
              <a:cxnLst/>
              <a:rect l="l" t="t" r="r" b="b"/>
              <a:pathLst>
                <a:path w="3682" h="7377" extrusionOk="0">
                  <a:moveTo>
                    <a:pt x="180" y="1"/>
                  </a:moveTo>
                  <a:cubicBezTo>
                    <a:pt x="67" y="748"/>
                    <a:pt x="7" y="1508"/>
                    <a:pt x="7" y="2268"/>
                  </a:cubicBezTo>
                  <a:cubicBezTo>
                    <a:pt x="0" y="3035"/>
                    <a:pt x="120" y="3802"/>
                    <a:pt x="354" y="4542"/>
                  </a:cubicBezTo>
                  <a:cubicBezTo>
                    <a:pt x="601" y="5282"/>
                    <a:pt x="1027" y="5949"/>
                    <a:pt x="1601" y="6482"/>
                  </a:cubicBezTo>
                  <a:cubicBezTo>
                    <a:pt x="2168" y="7009"/>
                    <a:pt x="2915" y="7369"/>
                    <a:pt x="3681" y="7376"/>
                  </a:cubicBezTo>
                  <a:cubicBezTo>
                    <a:pt x="2921" y="7249"/>
                    <a:pt x="2268" y="6843"/>
                    <a:pt x="1754" y="6316"/>
                  </a:cubicBezTo>
                  <a:cubicBezTo>
                    <a:pt x="1247" y="5782"/>
                    <a:pt x="861" y="5142"/>
                    <a:pt x="634" y="4442"/>
                  </a:cubicBezTo>
                  <a:cubicBezTo>
                    <a:pt x="147" y="3042"/>
                    <a:pt x="207" y="1508"/>
                    <a:pt x="1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3" name="Google Shape;2056;p36"/>
            <p:cNvSpPr/>
            <p:nvPr/>
          </p:nvSpPr>
          <p:spPr>
            <a:xfrm>
              <a:off x="823658" y="4409418"/>
              <a:ext cx="105223" cy="133753"/>
            </a:xfrm>
            <a:custGeom>
              <a:avLst/>
              <a:gdLst/>
              <a:ahLst/>
              <a:cxnLst/>
              <a:rect l="l" t="t" r="r" b="b"/>
              <a:pathLst>
                <a:path w="3762" h="4782" extrusionOk="0">
                  <a:moveTo>
                    <a:pt x="47" y="0"/>
                  </a:moveTo>
                  <a:lnTo>
                    <a:pt x="47" y="0"/>
                  </a:lnTo>
                  <a:cubicBezTo>
                    <a:pt x="0" y="1080"/>
                    <a:pt x="394" y="2181"/>
                    <a:pt x="1074" y="3041"/>
                  </a:cubicBezTo>
                  <a:cubicBezTo>
                    <a:pt x="1747" y="3901"/>
                    <a:pt x="2707" y="4568"/>
                    <a:pt x="3761" y="4781"/>
                  </a:cubicBezTo>
                  <a:cubicBezTo>
                    <a:pt x="2794" y="4355"/>
                    <a:pt x="1947" y="3694"/>
                    <a:pt x="1307" y="2854"/>
                  </a:cubicBezTo>
                  <a:cubicBezTo>
                    <a:pt x="654" y="2021"/>
                    <a:pt x="220" y="1040"/>
                    <a:pt x="4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4" name="Google Shape;2057;p36"/>
            <p:cNvSpPr/>
            <p:nvPr/>
          </p:nvSpPr>
          <p:spPr>
            <a:xfrm>
              <a:off x="943202" y="4494838"/>
              <a:ext cx="256317" cy="89224"/>
            </a:xfrm>
            <a:custGeom>
              <a:avLst/>
              <a:gdLst/>
              <a:ahLst/>
              <a:cxnLst/>
              <a:rect l="l" t="t" r="r" b="b"/>
              <a:pathLst>
                <a:path w="9164" h="3190" extrusionOk="0">
                  <a:moveTo>
                    <a:pt x="9163" y="0"/>
                  </a:moveTo>
                  <a:cubicBezTo>
                    <a:pt x="7863" y="1020"/>
                    <a:pt x="6402" y="1807"/>
                    <a:pt x="4842" y="2327"/>
                  </a:cubicBezTo>
                  <a:cubicBezTo>
                    <a:pt x="3320" y="2835"/>
                    <a:pt x="1723" y="3088"/>
                    <a:pt x="124" y="3088"/>
                  </a:cubicBezTo>
                  <a:cubicBezTo>
                    <a:pt x="83" y="3088"/>
                    <a:pt x="42" y="3088"/>
                    <a:pt x="1" y="3088"/>
                  </a:cubicBezTo>
                  <a:lnTo>
                    <a:pt x="1" y="3088"/>
                  </a:lnTo>
                  <a:cubicBezTo>
                    <a:pt x="469" y="3156"/>
                    <a:pt x="943" y="3189"/>
                    <a:pt x="1419" y="3189"/>
                  </a:cubicBezTo>
                  <a:cubicBezTo>
                    <a:pt x="2607" y="3189"/>
                    <a:pt x="3802" y="2982"/>
                    <a:pt x="4935" y="2601"/>
                  </a:cubicBezTo>
                  <a:cubicBezTo>
                    <a:pt x="6516" y="2067"/>
                    <a:pt x="8003" y="1194"/>
                    <a:pt x="916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5" name="Google Shape;2058;p36"/>
            <p:cNvSpPr/>
            <p:nvPr/>
          </p:nvSpPr>
          <p:spPr>
            <a:xfrm>
              <a:off x="1018189" y="4489804"/>
              <a:ext cx="127599" cy="49255"/>
            </a:xfrm>
            <a:custGeom>
              <a:avLst/>
              <a:gdLst/>
              <a:ahLst/>
              <a:cxnLst/>
              <a:rect l="l" t="t" r="r" b="b"/>
              <a:pathLst>
                <a:path w="4562" h="1761" extrusionOk="0">
                  <a:moveTo>
                    <a:pt x="4562" y="0"/>
                  </a:moveTo>
                  <a:lnTo>
                    <a:pt x="4562" y="0"/>
                  </a:lnTo>
                  <a:cubicBezTo>
                    <a:pt x="3795" y="300"/>
                    <a:pt x="3054" y="607"/>
                    <a:pt x="2294" y="907"/>
                  </a:cubicBezTo>
                  <a:cubicBezTo>
                    <a:pt x="1534" y="1207"/>
                    <a:pt x="767" y="1467"/>
                    <a:pt x="0" y="1761"/>
                  </a:cubicBezTo>
                  <a:cubicBezTo>
                    <a:pt x="1647" y="1587"/>
                    <a:pt x="3221" y="980"/>
                    <a:pt x="456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6" name="Google Shape;2059;p36"/>
            <p:cNvSpPr/>
            <p:nvPr/>
          </p:nvSpPr>
          <p:spPr>
            <a:xfrm>
              <a:off x="1311567" y="4338150"/>
              <a:ext cx="215453" cy="103181"/>
            </a:xfrm>
            <a:custGeom>
              <a:avLst/>
              <a:gdLst/>
              <a:ahLst/>
              <a:cxnLst/>
              <a:rect l="l" t="t" r="r" b="b"/>
              <a:pathLst>
                <a:path w="7703" h="3689" extrusionOk="0">
                  <a:moveTo>
                    <a:pt x="7703" y="1"/>
                  </a:moveTo>
                  <a:cubicBezTo>
                    <a:pt x="6249" y="134"/>
                    <a:pt x="4835" y="528"/>
                    <a:pt x="3528" y="1161"/>
                  </a:cubicBezTo>
                  <a:cubicBezTo>
                    <a:pt x="2208" y="1788"/>
                    <a:pt x="1014" y="2641"/>
                    <a:pt x="1" y="3688"/>
                  </a:cubicBezTo>
                  <a:cubicBezTo>
                    <a:pt x="1134" y="2808"/>
                    <a:pt x="2355" y="2048"/>
                    <a:pt x="3648" y="1421"/>
                  </a:cubicBezTo>
                  <a:cubicBezTo>
                    <a:pt x="4949" y="808"/>
                    <a:pt x="6302" y="334"/>
                    <a:pt x="770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7" name="Google Shape;2060;p36"/>
            <p:cNvSpPr/>
            <p:nvPr/>
          </p:nvSpPr>
          <p:spPr>
            <a:xfrm>
              <a:off x="962054" y="3860479"/>
              <a:ext cx="49255" cy="60667"/>
            </a:xfrm>
            <a:custGeom>
              <a:avLst/>
              <a:gdLst/>
              <a:ahLst/>
              <a:cxnLst/>
              <a:rect l="l" t="t" r="r" b="b"/>
              <a:pathLst>
                <a:path w="1761" h="2169" extrusionOk="0">
                  <a:moveTo>
                    <a:pt x="1761" y="1"/>
                  </a:moveTo>
                  <a:lnTo>
                    <a:pt x="1761" y="1"/>
                  </a:lnTo>
                  <a:cubicBezTo>
                    <a:pt x="1420" y="321"/>
                    <a:pt x="1107" y="668"/>
                    <a:pt x="820" y="1034"/>
                  </a:cubicBezTo>
                  <a:cubicBezTo>
                    <a:pt x="514" y="1395"/>
                    <a:pt x="247" y="1768"/>
                    <a:pt x="0" y="2168"/>
                  </a:cubicBezTo>
                  <a:cubicBezTo>
                    <a:pt x="394" y="1908"/>
                    <a:pt x="747" y="1588"/>
                    <a:pt x="1040" y="1221"/>
                  </a:cubicBezTo>
                  <a:cubicBezTo>
                    <a:pt x="1347" y="854"/>
                    <a:pt x="1587" y="441"/>
                    <a:pt x="17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8" name="Google Shape;2061;p36"/>
            <p:cNvSpPr/>
            <p:nvPr/>
          </p:nvSpPr>
          <p:spPr>
            <a:xfrm>
              <a:off x="1065179" y="3706616"/>
              <a:ext cx="128354" cy="105027"/>
            </a:xfrm>
            <a:custGeom>
              <a:avLst/>
              <a:gdLst/>
              <a:ahLst/>
              <a:cxnLst/>
              <a:rect l="l" t="t" r="r" b="b"/>
              <a:pathLst>
                <a:path w="4589" h="3755" extrusionOk="0">
                  <a:moveTo>
                    <a:pt x="4589" y="0"/>
                  </a:moveTo>
                  <a:lnTo>
                    <a:pt x="4589" y="0"/>
                  </a:lnTo>
                  <a:cubicBezTo>
                    <a:pt x="3682" y="427"/>
                    <a:pt x="2835" y="961"/>
                    <a:pt x="2068" y="1601"/>
                  </a:cubicBezTo>
                  <a:cubicBezTo>
                    <a:pt x="1288" y="2228"/>
                    <a:pt x="594" y="2948"/>
                    <a:pt x="1" y="3755"/>
                  </a:cubicBezTo>
                  <a:cubicBezTo>
                    <a:pt x="748" y="3101"/>
                    <a:pt x="1488" y="2454"/>
                    <a:pt x="2248" y="1828"/>
                  </a:cubicBezTo>
                  <a:cubicBezTo>
                    <a:pt x="3008" y="1201"/>
                    <a:pt x="3802" y="621"/>
                    <a:pt x="458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9" name="Google Shape;2062;p36"/>
            <p:cNvSpPr/>
            <p:nvPr/>
          </p:nvSpPr>
          <p:spPr>
            <a:xfrm>
              <a:off x="1297582" y="3452704"/>
              <a:ext cx="175903" cy="119823"/>
            </a:xfrm>
            <a:custGeom>
              <a:avLst/>
              <a:gdLst/>
              <a:ahLst/>
              <a:cxnLst/>
              <a:rect l="l" t="t" r="r" b="b"/>
              <a:pathLst>
                <a:path w="6289" h="4284" extrusionOk="0">
                  <a:moveTo>
                    <a:pt x="5092" y="1"/>
                  </a:moveTo>
                  <a:cubicBezTo>
                    <a:pt x="4995" y="1"/>
                    <a:pt x="4899" y="13"/>
                    <a:pt x="4802" y="36"/>
                  </a:cubicBezTo>
                  <a:cubicBezTo>
                    <a:pt x="4082" y="223"/>
                    <a:pt x="3415" y="543"/>
                    <a:pt x="2828" y="996"/>
                  </a:cubicBezTo>
                  <a:cubicBezTo>
                    <a:pt x="1648" y="1883"/>
                    <a:pt x="774" y="3070"/>
                    <a:pt x="1" y="4284"/>
                  </a:cubicBezTo>
                  <a:cubicBezTo>
                    <a:pt x="961" y="3203"/>
                    <a:pt x="1861" y="2077"/>
                    <a:pt x="3001" y="1230"/>
                  </a:cubicBezTo>
                  <a:cubicBezTo>
                    <a:pt x="3555" y="803"/>
                    <a:pt x="4182" y="476"/>
                    <a:pt x="4849" y="263"/>
                  </a:cubicBezTo>
                  <a:cubicBezTo>
                    <a:pt x="4958" y="232"/>
                    <a:pt x="5070" y="214"/>
                    <a:pt x="5180" y="214"/>
                  </a:cubicBezTo>
                  <a:cubicBezTo>
                    <a:pt x="5398" y="214"/>
                    <a:pt x="5604" y="285"/>
                    <a:pt x="5742" y="463"/>
                  </a:cubicBezTo>
                  <a:cubicBezTo>
                    <a:pt x="5949" y="730"/>
                    <a:pt x="6036" y="1116"/>
                    <a:pt x="6289" y="1376"/>
                  </a:cubicBezTo>
                  <a:cubicBezTo>
                    <a:pt x="6076" y="1076"/>
                    <a:pt x="6069" y="710"/>
                    <a:pt x="5862" y="376"/>
                  </a:cubicBezTo>
                  <a:cubicBezTo>
                    <a:pt x="5756" y="203"/>
                    <a:pt x="5582" y="76"/>
                    <a:pt x="5382" y="36"/>
                  </a:cubicBezTo>
                  <a:cubicBezTo>
                    <a:pt x="5285" y="13"/>
                    <a:pt x="5189" y="1"/>
                    <a:pt x="509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0" name="Google Shape;2063;p36"/>
            <p:cNvSpPr/>
            <p:nvPr/>
          </p:nvSpPr>
          <p:spPr>
            <a:xfrm>
              <a:off x="1094463" y="4028355"/>
              <a:ext cx="234109" cy="156324"/>
            </a:xfrm>
            <a:custGeom>
              <a:avLst/>
              <a:gdLst/>
              <a:ahLst/>
              <a:cxnLst/>
              <a:rect l="l" t="t" r="r" b="b"/>
              <a:pathLst>
                <a:path w="8370" h="5589" extrusionOk="0">
                  <a:moveTo>
                    <a:pt x="8370" y="0"/>
                  </a:moveTo>
                  <a:lnTo>
                    <a:pt x="8370" y="0"/>
                  </a:lnTo>
                  <a:cubicBezTo>
                    <a:pt x="6816" y="654"/>
                    <a:pt x="5322" y="1454"/>
                    <a:pt x="3928" y="2401"/>
                  </a:cubicBezTo>
                  <a:cubicBezTo>
                    <a:pt x="2515" y="3328"/>
                    <a:pt x="1201" y="4395"/>
                    <a:pt x="1" y="5589"/>
                  </a:cubicBezTo>
                  <a:cubicBezTo>
                    <a:pt x="1341" y="4562"/>
                    <a:pt x="2695" y="3575"/>
                    <a:pt x="4082" y="2641"/>
                  </a:cubicBezTo>
                  <a:cubicBezTo>
                    <a:pt x="5475" y="1708"/>
                    <a:pt x="6909" y="841"/>
                    <a:pt x="837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1" name="Google Shape;2064;p36"/>
            <p:cNvSpPr/>
            <p:nvPr/>
          </p:nvSpPr>
          <p:spPr>
            <a:xfrm>
              <a:off x="1491554" y="2957747"/>
              <a:ext cx="932072" cy="614221"/>
            </a:xfrm>
            <a:custGeom>
              <a:avLst/>
              <a:gdLst/>
              <a:ahLst/>
              <a:cxnLst/>
              <a:rect l="l" t="t" r="r" b="b"/>
              <a:pathLst>
                <a:path w="33324" h="21960" extrusionOk="0">
                  <a:moveTo>
                    <a:pt x="18688" y="1"/>
                  </a:moveTo>
                  <a:cubicBezTo>
                    <a:pt x="17979" y="1"/>
                    <a:pt x="17270" y="43"/>
                    <a:pt x="16565" y="127"/>
                  </a:cubicBezTo>
                  <a:cubicBezTo>
                    <a:pt x="9337" y="968"/>
                    <a:pt x="9483" y="2568"/>
                    <a:pt x="9483" y="2568"/>
                  </a:cubicBezTo>
                  <a:cubicBezTo>
                    <a:pt x="4615" y="3235"/>
                    <a:pt x="3975" y="7656"/>
                    <a:pt x="3975" y="7656"/>
                  </a:cubicBezTo>
                  <a:cubicBezTo>
                    <a:pt x="1475" y="8436"/>
                    <a:pt x="1" y="11577"/>
                    <a:pt x="1375" y="14631"/>
                  </a:cubicBezTo>
                  <a:cubicBezTo>
                    <a:pt x="2748" y="17679"/>
                    <a:pt x="9383" y="17825"/>
                    <a:pt x="14985" y="18125"/>
                  </a:cubicBezTo>
                  <a:cubicBezTo>
                    <a:pt x="18186" y="18292"/>
                    <a:pt x="20853" y="19506"/>
                    <a:pt x="22554" y="20533"/>
                  </a:cubicBezTo>
                  <a:cubicBezTo>
                    <a:pt x="23841" y="21300"/>
                    <a:pt x="24574" y="21960"/>
                    <a:pt x="24574" y="21960"/>
                  </a:cubicBezTo>
                  <a:cubicBezTo>
                    <a:pt x="26441" y="17379"/>
                    <a:pt x="32443" y="13898"/>
                    <a:pt x="32883" y="11337"/>
                  </a:cubicBezTo>
                  <a:cubicBezTo>
                    <a:pt x="33323" y="8776"/>
                    <a:pt x="31849" y="8330"/>
                    <a:pt x="31849" y="8330"/>
                  </a:cubicBezTo>
                  <a:cubicBezTo>
                    <a:pt x="31849" y="8330"/>
                    <a:pt x="31649" y="6722"/>
                    <a:pt x="30376" y="4802"/>
                  </a:cubicBezTo>
                  <a:cubicBezTo>
                    <a:pt x="29435" y="3388"/>
                    <a:pt x="26275" y="1041"/>
                    <a:pt x="21767" y="267"/>
                  </a:cubicBezTo>
                  <a:cubicBezTo>
                    <a:pt x="20748" y="90"/>
                    <a:pt x="19718" y="1"/>
                    <a:pt x="18688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2" name="Google Shape;2065;p36"/>
            <p:cNvSpPr/>
            <p:nvPr/>
          </p:nvSpPr>
          <p:spPr>
            <a:xfrm>
              <a:off x="1502014" y="2949720"/>
              <a:ext cx="928129" cy="630080"/>
            </a:xfrm>
            <a:custGeom>
              <a:avLst/>
              <a:gdLst/>
              <a:ahLst/>
              <a:cxnLst/>
              <a:rect l="l" t="t" r="r" b="b"/>
              <a:pathLst>
                <a:path w="33183" h="22527" extrusionOk="0">
                  <a:moveTo>
                    <a:pt x="18312" y="581"/>
                  </a:moveTo>
                  <a:cubicBezTo>
                    <a:pt x="19325" y="581"/>
                    <a:pt x="20339" y="668"/>
                    <a:pt x="21339" y="841"/>
                  </a:cubicBezTo>
                  <a:cubicBezTo>
                    <a:pt x="25861" y="1621"/>
                    <a:pt x="28901" y="3955"/>
                    <a:pt x="29762" y="5249"/>
                  </a:cubicBezTo>
                  <a:cubicBezTo>
                    <a:pt x="30975" y="7083"/>
                    <a:pt x="31182" y="8643"/>
                    <a:pt x="31182" y="8650"/>
                  </a:cubicBezTo>
                  <a:cubicBezTo>
                    <a:pt x="31202" y="8763"/>
                    <a:pt x="31275" y="8857"/>
                    <a:pt x="31382" y="8890"/>
                  </a:cubicBezTo>
                  <a:cubicBezTo>
                    <a:pt x="31435" y="8910"/>
                    <a:pt x="32609" y="9323"/>
                    <a:pt x="32216" y="11577"/>
                  </a:cubicBezTo>
                  <a:cubicBezTo>
                    <a:pt x="32029" y="12684"/>
                    <a:pt x="30635" y="14051"/>
                    <a:pt x="29028" y="15645"/>
                  </a:cubicBezTo>
                  <a:cubicBezTo>
                    <a:pt x="27208" y="17426"/>
                    <a:pt x="25160" y="19433"/>
                    <a:pt x="24093" y="21767"/>
                  </a:cubicBezTo>
                  <a:cubicBezTo>
                    <a:pt x="23533" y="21327"/>
                    <a:pt x="22946" y="20926"/>
                    <a:pt x="22333" y="20566"/>
                  </a:cubicBezTo>
                  <a:cubicBezTo>
                    <a:pt x="20626" y="19546"/>
                    <a:pt x="17905" y="18292"/>
                    <a:pt x="14631" y="18119"/>
                  </a:cubicBezTo>
                  <a:lnTo>
                    <a:pt x="13637" y="18066"/>
                  </a:lnTo>
                  <a:cubicBezTo>
                    <a:pt x="8409" y="17799"/>
                    <a:pt x="2488" y="17499"/>
                    <a:pt x="1267" y="14798"/>
                  </a:cubicBezTo>
                  <a:cubicBezTo>
                    <a:pt x="634" y="13391"/>
                    <a:pt x="600" y="11831"/>
                    <a:pt x="1194" y="10524"/>
                  </a:cubicBezTo>
                  <a:cubicBezTo>
                    <a:pt x="1694" y="9397"/>
                    <a:pt x="2601" y="8556"/>
                    <a:pt x="3695" y="8216"/>
                  </a:cubicBezTo>
                  <a:cubicBezTo>
                    <a:pt x="3801" y="8183"/>
                    <a:pt x="3875" y="8090"/>
                    <a:pt x="3895" y="7983"/>
                  </a:cubicBezTo>
                  <a:cubicBezTo>
                    <a:pt x="3901" y="7943"/>
                    <a:pt x="4555" y="3775"/>
                    <a:pt x="9156" y="3142"/>
                  </a:cubicBezTo>
                  <a:cubicBezTo>
                    <a:pt x="9303" y="3115"/>
                    <a:pt x="9416" y="2982"/>
                    <a:pt x="9403" y="2828"/>
                  </a:cubicBezTo>
                  <a:cubicBezTo>
                    <a:pt x="9403" y="2815"/>
                    <a:pt x="9796" y="1448"/>
                    <a:pt x="16225" y="708"/>
                  </a:cubicBezTo>
                  <a:cubicBezTo>
                    <a:pt x="16918" y="621"/>
                    <a:pt x="17612" y="581"/>
                    <a:pt x="18312" y="581"/>
                  </a:cubicBezTo>
                  <a:close/>
                  <a:moveTo>
                    <a:pt x="18325" y="1"/>
                  </a:moveTo>
                  <a:cubicBezTo>
                    <a:pt x="17601" y="1"/>
                    <a:pt x="16877" y="43"/>
                    <a:pt x="16158" y="128"/>
                  </a:cubicBezTo>
                  <a:cubicBezTo>
                    <a:pt x="10296" y="808"/>
                    <a:pt x="9096" y="2015"/>
                    <a:pt x="8869" y="2595"/>
                  </a:cubicBezTo>
                  <a:cubicBezTo>
                    <a:pt x="4588" y="3288"/>
                    <a:pt x="3541" y="6863"/>
                    <a:pt x="3354" y="7716"/>
                  </a:cubicBezTo>
                  <a:cubicBezTo>
                    <a:pt x="2174" y="8143"/>
                    <a:pt x="1201" y="9063"/>
                    <a:pt x="660" y="10284"/>
                  </a:cubicBezTo>
                  <a:cubicBezTo>
                    <a:pt x="0" y="11744"/>
                    <a:pt x="34" y="13478"/>
                    <a:pt x="734" y="15032"/>
                  </a:cubicBezTo>
                  <a:cubicBezTo>
                    <a:pt x="2101" y="18066"/>
                    <a:pt x="8222" y="18372"/>
                    <a:pt x="13604" y="18646"/>
                  </a:cubicBezTo>
                  <a:lnTo>
                    <a:pt x="14604" y="18693"/>
                  </a:lnTo>
                  <a:cubicBezTo>
                    <a:pt x="17758" y="18859"/>
                    <a:pt x="20379" y="20080"/>
                    <a:pt x="22033" y="21066"/>
                  </a:cubicBezTo>
                  <a:cubicBezTo>
                    <a:pt x="22726" y="21473"/>
                    <a:pt x="23387" y="21940"/>
                    <a:pt x="24007" y="22460"/>
                  </a:cubicBezTo>
                  <a:cubicBezTo>
                    <a:pt x="24060" y="22500"/>
                    <a:pt x="24127" y="22527"/>
                    <a:pt x="24200" y="22527"/>
                  </a:cubicBezTo>
                  <a:lnTo>
                    <a:pt x="24267" y="22520"/>
                  </a:lnTo>
                  <a:cubicBezTo>
                    <a:pt x="24360" y="22500"/>
                    <a:pt x="24433" y="22440"/>
                    <a:pt x="24473" y="22353"/>
                  </a:cubicBezTo>
                  <a:cubicBezTo>
                    <a:pt x="25440" y="19980"/>
                    <a:pt x="27561" y="17892"/>
                    <a:pt x="29428" y="16052"/>
                  </a:cubicBezTo>
                  <a:cubicBezTo>
                    <a:pt x="31115" y="14391"/>
                    <a:pt x="32569" y="12964"/>
                    <a:pt x="32796" y="11677"/>
                  </a:cubicBezTo>
                  <a:cubicBezTo>
                    <a:pt x="33183" y="9410"/>
                    <a:pt x="32169" y="8630"/>
                    <a:pt x="31735" y="8416"/>
                  </a:cubicBezTo>
                  <a:cubicBezTo>
                    <a:pt x="31649" y="7943"/>
                    <a:pt x="31315" y="6543"/>
                    <a:pt x="30242" y="4922"/>
                  </a:cubicBezTo>
                  <a:cubicBezTo>
                    <a:pt x="29695" y="4095"/>
                    <a:pt x="28541" y="3128"/>
                    <a:pt x="27174" y="2328"/>
                  </a:cubicBezTo>
                  <a:cubicBezTo>
                    <a:pt x="25400" y="1308"/>
                    <a:pt x="23460" y="608"/>
                    <a:pt x="21439" y="261"/>
                  </a:cubicBezTo>
                  <a:cubicBezTo>
                    <a:pt x="20409" y="88"/>
                    <a:pt x="19367" y="1"/>
                    <a:pt x="1832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3" name="Google Shape;2066;p36"/>
            <p:cNvSpPr/>
            <p:nvPr/>
          </p:nvSpPr>
          <p:spPr>
            <a:xfrm>
              <a:off x="1491554" y="2957747"/>
              <a:ext cx="630835" cy="574308"/>
            </a:xfrm>
            <a:custGeom>
              <a:avLst/>
              <a:gdLst/>
              <a:ahLst/>
              <a:cxnLst/>
              <a:rect l="l" t="t" r="r" b="b"/>
              <a:pathLst>
                <a:path w="22554" h="20533" extrusionOk="0">
                  <a:moveTo>
                    <a:pt x="18686" y="1"/>
                  </a:moveTo>
                  <a:cubicBezTo>
                    <a:pt x="17976" y="1"/>
                    <a:pt x="17266" y="43"/>
                    <a:pt x="16559" y="127"/>
                  </a:cubicBezTo>
                  <a:cubicBezTo>
                    <a:pt x="9337" y="968"/>
                    <a:pt x="9483" y="2568"/>
                    <a:pt x="9483" y="2568"/>
                  </a:cubicBezTo>
                  <a:cubicBezTo>
                    <a:pt x="4615" y="3235"/>
                    <a:pt x="3975" y="7656"/>
                    <a:pt x="3975" y="7656"/>
                  </a:cubicBezTo>
                  <a:cubicBezTo>
                    <a:pt x="1475" y="8436"/>
                    <a:pt x="1" y="11577"/>
                    <a:pt x="1375" y="14631"/>
                  </a:cubicBezTo>
                  <a:cubicBezTo>
                    <a:pt x="2748" y="17679"/>
                    <a:pt x="9383" y="17825"/>
                    <a:pt x="14985" y="18125"/>
                  </a:cubicBezTo>
                  <a:cubicBezTo>
                    <a:pt x="18186" y="18292"/>
                    <a:pt x="20853" y="19506"/>
                    <a:pt x="22554" y="20533"/>
                  </a:cubicBezTo>
                  <a:cubicBezTo>
                    <a:pt x="22107" y="20186"/>
                    <a:pt x="21633" y="19879"/>
                    <a:pt x="21140" y="19606"/>
                  </a:cubicBezTo>
                  <a:cubicBezTo>
                    <a:pt x="17659" y="17625"/>
                    <a:pt x="13931" y="16138"/>
                    <a:pt x="10044" y="15191"/>
                  </a:cubicBezTo>
                  <a:cubicBezTo>
                    <a:pt x="8543" y="14825"/>
                    <a:pt x="6936" y="14491"/>
                    <a:pt x="5816" y="13431"/>
                  </a:cubicBezTo>
                  <a:cubicBezTo>
                    <a:pt x="4702" y="12371"/>
                    <a:pt x="4389" y="10277"/>
                    <a:pt x="5649" y="9376"/>
                  </a:cubicBezTo>
                  <a:cubicBezTo>
                    <a:pt x="6176" y="6142"/>
                    <a:pt x="8483" y="2895"/>
                    <a:pt x="11484" y="1488"/>
                  </a:cubicBezTo>
                  <a:cubicBezTo>
                    <a:pt x="12245" y="1131"/>
                    <a:pt x="12925" y="1003"/>
                    <a:pt x="13570" y="1003"/>
                  </a:cubicBezTo>
                  <a:cubicBezTo>
                    <a:pt x="15096" y="1003"/>
                    <a:pt x="16428" y="1720"/>
                    <a:pt x="18186" y="1828"/>
                  </a:cubicBezTo>
                  <a:cubicBezTo>
                    <a:pt x="18266" y="1832"/>
                    <a:pt x="18347" y="1835"/>
                    <a:pt x="18426" y="1835"/>
                  </a:cubicBezTo>
                  <a:cubicBezTo>
                    <a:pt x="19758" y="1835"/>
                    <a:pt x="20910" y="1211"/>
                    <a:pt x="21760" y="267"/>
                  </a:cubicBezTo>
                  <a:cubicBezTo>
                    <a:pt x="20745" y="90"/>
                    <a:pt x="19716" y="1"/>
                    <a:pt x="18686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4" name="Google Shape;2067;p36"/>
            <p:cNvSpPr/>
            <p:nvPr/>
          </p:nvSpPr>
          <p:spPr>
            <a:xfrm>
              <a:off x="1639851" y="3078605"/>
              <a:ext cx="53926" cy="114369"/>
            </a:xfrm>
            <a:custGeom>
              <a:avLst/>
              <a:gdLst/>
              <a:ahLst/>
              <a:cxnLst/>
              <a:rect l="l" t="t" r="r" b="b"/>
              <a:pathLst>
                <a:path w="1928" h="4089" extrusionOk="0">
                  <a:moveTo>
                    <a:pt x="1927" y="1"/>
                  </a:moveTo>
                  <a:lnTo>
                    <a:pt x="1927" y="1"/>
                  </a:lnTo>
                  <a:cubicBezTo>
                    <a:pt x="1201" y="334"/>
                    <a:pt x="634" y="988"/>
                    <a:pt x="340" y="1741"/>
                  </a:cubicBezTo>
                  <a:cubicBezTo>
                    <a:pt x="47" y="2488"/>
                    <a:pt x="0" y="3355"/>
                    <a:pt x="307" y="4089"/>
                  </a:cubicBezTo>
                  <a:cubicBezTo>
                    <a:pt x="227" y="3328"/>
                    <a:pt x="334" y="2561"/>
                    <a:pt x="614" y="1848"/>
                  </a:cubicBezTo>
                  <a:cubicBezTo>
                    <a:pt x="900" y="1134"/>
                    <a:pt x="1347" y="501"/>
                    <a:pt x="192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5" name="Google Shape;2068;p36"/>
            <p:cNvSpPr/>
            <p:nvPr/>
          </p:nvSpPr>
          <p:spPr>
            <a:xfrm>
              <a:off x="1546039" y="3223154"/>
              <a:ext cx="97755" cy="174980"/>
            </a:xfrm>
            <a:custGeom>
              <a:avLst/>
              <a:gdLst/>
              <a:ahLst/>
              <a:cxnLst/>
              <a:rect l="l" t="t" r="r" b="b"/>
              <a:pathLst>
                <a:path w="3495" h="6256" extrusionOk="0">
                  <a:moveTo>
                    <a:pt x="1614" y="1"/>
                  </a:moveTo>
                  <a:lnTo>
                    <a:pt x="1614" y="1"/>
                  </a:lnTo>
                  <a:cubicBezTo>
                    <a:pt x="1434" y="34"/>
                    <a:pt x="1274" y="114"/>
                    <a:pt x="1147" y="234"/>
                  </a:cubicBezTo>
                  <a:lnTo>
                    <a:pt x="940" y="408"/>
                  </a:lnTo>
                  <a:lnTo>
                    <a:pt x="760" y="601"/>
                  </a:lnTo>
                  <a:cubicBezTo>
                    <a:pt x="527" y="874"/>
                    <a:pt x="347" y="1188"/>
                    <a:pt x="233" y="1528"/>
                  </a:cubicBezTo>
                  <a:cubicBezTo>
                    <a:pt x="0" y="2228"/>
                    <a:pt x="20" y="2982"/>
                    <a:pt x="287" y="3662"/>
                  </a:cubicBezTo>
                  <a:cubicBezTo>
                    <a:pt x="420" y="4002"/>
                    <a:pt x="620" y="4309"/>
                    <a:pt x="867" y="4575"/>
                  </a:cubicBezTo>
                  <a:cubicBezTo>
                    <a:pt x="1114" y="4829"/>
                    <a:pt x="1374" y="5069"/>
                    <a:pt x="1654" y="5282"/>
                  </a:cubicBezTo>
                  <a:cubicBezTo>
                    <a:pt x="2187" y="5709"/>
                    <a:pt x="2787" y="6176"/>
                    <a:pt x="3494" y="6256"/>
                  </a:cubicBezTo>
                  <a:cubicBezTo>
                    <a:pt x="2821" y="6056"/>
                    <a:pt x="2307" y="5562"/>
                    <a:pt x="1801" y="5109"/>
                  </a:cubicBezTo>
                  <a:cubicBezTo>
                    <a:pt x="1294" y="4649"/>
                    <a:pt x="787" y="4175"/>
                    <a:pt x="554" y="3555"/>
                  </a:cubicBezTo>
                  <a:cubicBezTo>
                    <a:pt x="307" y="2935"/>
                    <a:pt x="273" y="2241"/>
                    <a:pt x="453" y="1595"/>
                  </a:cubicBezTo>
                  <a:cubicBezTo>
                    <a:pt x="540" y="1274"/>
                    <a:pt x="680" y="961"/>
                    <a:pt x="867" y="681"/>
                  </a:cubicBezTo>
                  <a:lnTo>
                    <a:pt x="1020" y="481"/>
                  </a:lnTo>
                  <a:lnTo>
                    <a:pt x="1194" y="288"/>
                  </a:lnTo>
                  <a:cubicBezTo>
                    <a:pt x="1307" y="154"/>
                    <a:pt x="1447" y="54"/>
                    <a:pt x="161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6" name="Google Shape;2069;p36"/>
            <p:cNvSpPr/>
            <p:nvPr/>
          </p:nvSpPr>
          <p:spPr>
            <a:xfrm>
              <a:off x="1699902" y="3400736"/>
              <a:ext cx="183371" cy="19775"/>
            </a:xfrm>
            <a:custGeom>
              <a:avLst/>
              <a:gdLst/>
              <a:ahLst/>
              <a:cxnLst/>
              <a:rect l="l" t="t" r="r" b="b"/>
              <a:pathLst>
                <a:path w="6556" h="707" extrusionOk="0">
                  <a:moveTo>
                    <a:pt x="0" y="0"/>
                  </a:moveTo>
                  <a:cubicBezTo>
                    <a:pt x="454" y="347"/>
                    <a:pt x="994" y="567"/>
                    <a:pt x="1561" y="640"/>
                  </a:cubicBezTo>
                  <a:cubicBezTo>
                    <a:pt x="1874" y="685"/>
                    <a:pt x="2190" y="707"/>
                    <a:pt x="2507" y="707"/>
                  </a:cubicBezTo>
                  <a:cubicBezTo>
                    <a:pt x="2756" y="707"/>
                    <a:pt x="3005" y="693"/>
                    <a:pt x="3255" y="667"/>
                  </a:cubicBezTo>
                  <a:cubicBezTo>
                    <a:pt x="4093" y="591"/>
                    <a:pt x="4921" y="450"/>
                    <a:pt x="5754" y="450"/>
                  </a:cubicBezTo>
                  <a:cubicBezTo>
                    <a:pt x="6020" y="450"/>
                    <a:pt x="6287" y="465"/>
                    <a:pt x="6556" y="500"/>
                  </a:cubicBezTo>
                  <a:cubicBezTo>
                    <a:pt x="6070" y="344"/>
                    <a:pt x="5567" y="264"/>
                    <a:pt x="5064" y="264"/>
                  </a:cubicBezTo>
                  <a:cubicBezTo>
                    <a:pt x="5008" y="264"/>
                    <a:pt x="4951" y="265"/>
                    <a:pt x="4895" y="267"/>
                  </a:cubicBezTo>
                  <a:cubicBezTo>
                    <a:pt x="4328" y="274"/>
                    <a:pt x="3768" y="334"/>
                    <a:pt x="3221" y="387"/>
                  </a:cubicBezTo>
                  <a:cubicBezTo>
                    <a:pt x="2867" y="415"/>
                    <a:pt x="2508" y="438"/>
                    <a:pt x="2151" y="438"/>
                  </a:cubicBezTo>
                  <a:cubicBezTo>
                    <a:pt x="1414" y="438"/>
                    <a:pt x="683" y="342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7" name="Google Shape;2070;p36"/>
            <p:cNvSpPr/>
            <p:nvPr/>
          </p:nvSpPr>
          <p:spPr>
            <a:xfrm>
              <a:off x="1589113" y="3264186"/>
              <a:ext cx="37899" cy="100384"/>
            </a:xfrm>
            <a:custGeom>
              <a:avLst/>
              <a:gdLst/>
              <a:ahLst/>
              <a:cxnLst/>
              <a:rect l="l" t="t" r="r" b="b"/>
              <a:pathLst>
                <a:path w="1355" h="3589" extrusionOk="0">
                  <a:moveTo>
                    <a:pt x="454" y="1"/>
                  </a:moveTo>
                  <a:cubicBezTo>
                    <a:pt x="301" y="81"/>
                    <a:pt x="174" y="214"/>
                    <a:pt x="107" y="381"/>
                  </a:cubicBezTo>
                  <a:cubicBezTo>
                    <a:pt x="34" y="541"/>
                    <a:pt x="0" y="721"/>
                    <a:pt x="7" y="901"/>
                  </a:cubicBezTo>
                  <a:cubicBezTo>
                    <a:pt x="7" y="1248"/>
                    <a:pt x="87" y="1595"/>
                    <a:pt x="227" y="1915"/>
                  </a:cubicBezTo>
                  <a:cubicBezTo>
                    <a:pt x="481" y="2548"/>
                    <a:pt x="861" y="3122"/>
                    <a:pt x="1354" y="3588"/>
                  </a:cubicBezTo>
                  <a:cubicBezTo>
                    <a:pt x="1034" y="3015"/>
                    <a:pt x="747" y="2415"/>
                    <a:pt x="494" y="1808"/>
                  </a:cubicBezTo>
                  <a:cubicBezTo>
                    <a:pt x="367" y="1515"/>
                    <a:pt x="281" y="1208"/>
                    <a:pt x="227" y="888"/>
                  </a:cubicBezTo>
                  <a:cubicBezTo>
                    <a:pt x="194" y="581"/>
                    <a:pt x="220" y="248"/>
                    <a:pt x="45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8" name="Google Shape;2071;p36"/>
            <p:cNvSpPr/>
            <p:nvPr/>
          </p:nvSpPr>
          <p:spPr>
            <a:xfrm>
              <a:off x="1626789" y="3269976"/>
              <a:ext cx="39578" cy="70345"/>
            </a:xfrm>
            <a:custGeom>
              <a:avLst/>
              <a:gdLst/>
              <a:ahLst/>
              <a:cxnLst/>
              <a:rect l="l" t="t" r="r" b="b"/>
              <a:pathLst>
                <a:path w="1415" h="2515" extrusionOk="0">
                  <a:moveTo>
                    <a:pt x="267" y="1"/>
                  </a:moveTo>
                  <a:lnTo>
                    <a:pt x="267" y="1"/>
                  </a:lnTo>
                  <a:cubicBezTo>
                    <a:pt x="0" y="447"/>
                    <a:pt x="14" y="1048"/>
                    <a:pt x="241" y="1534"/>
                  </a:cubicBezTo>
                  <a:cubicBezTo>
                    <a:pt x="467" y="2014"/>
                    <a:pt x="901" y="2428"/>
                    <a:pt x="1414" y="2515"/>
                  </a:cubicBezTo>
                  <a:cubicBezTo>
                    <a:pt x="614" y="1941"/>
                    <a:pt x="181" y="981"/>
                    <a:pt x="26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9" name="Google Shape;2072;p36"/>
            <p:cNvSpPr/>
            <p:nvPr/>
          </p:nvSpPr>
          <p:spPr>
            <a:xfrm>
              <a:off x="1939577" y="3430384"/>
              <a:ext cx="213411" cy="96077"/>
            </a:xfrm>
            <a:custGeom>
              <a:avLst/>
              <a:gdLst/>
              <a:ahLst/>
              <a:cxnLst/>
              <a:rect l="l" t="t" r="r" b="b"/>
              <a:pathLst>
                <a:path w="7630" h="3435" extrusionOk="0">
                  <a:moveTo>
                    <a:pt x="573" y="1"/>
                  </a:moveTo>
                  <a:cubicBezTo>
                    <a:pt x="380" y="1"/>
                    <a:pt x="188" y="19"/>
                    <a:pt x="0" y="60"/>
                  </a:cubicBezTo>
                  <a:cubicBezTo>
                    <a:pt x="50" y="58"/>
                    <a:pt x="100" y="57"/>
                    <a:pt x="149" y="57"/>
                  </a:cubicBezTo>
                  <a:cubicBezTo>
                    <a:pt x="814" y="57"/>
                    <a:pt x="1438" y="261"/>
                    <a:pt x="2028" y="541"/>
                  </a:cubicBezTo>
                  <a:cubicBezTo>
                    <a:pt x="2661" y="841"/>
                    <a:pt x="3268" y="1207"/>
                    <a:pt x="3908" y="1534"/>
                  </a:cubicBezTo>
                  <a:cubicBezTo>
                    <a:pt x="4555" y="1854"/>
                    <a:pt x="5222" y="2121"/>
                    <a:pt x="5902" y="2341"/>
                  </a:cubicBezTo>
                  <a:cubicBezTo>
                    <a:pt x="6235" y="2448"/>
                    <a:pt x="6562" y="2574"/>
                    <a:pt x="6876" y="2734"/>
                  </a:cubicBezTo>
                  <a:cubicBezTo>
                    <a:pt x="7196" y="2888"/>
                    <a:pt x="7456" y="3128"/>
                    <a:pt x="7629" y="3435"/>
                  </a:cubicBezTo>
                  <a:cubicBezTo>
                    <a:pt x="7522" y="3095"/>
                    <a:pt x="7256" y="2808"/>
                    <a:pt x="6956" y="2608"/>
                  </a:cubicBezTo>
                  <a:cubicBezTo>
                    <a:pt x="6642" y="2421"/>
                    <a:pt x="6315" y="2261"/>
                    <a:pt x="5975" y="2134"/>
                  </a:cubicBezTo>
                  <a:cubicBezTo>
                    <a:pt x="5322" y="1868"/>
                    <a:pt x="4682" y="1574"/>
                    <a:pt x="4048" y="1267"/>
                  </a:cubicBezTo>
                  <a:cubicBezTo>
                    <a:pt x="3415" y="961"/>
                    <a:pt x="2788" y="601"/>
                    <a:pt x="2121" y="334"/>
                  </a:cubicBezTo>
                  <a:cubicBezTo>
                    <a:pt x="1633" y="139"/>
                    <a:pt x="1099" y="1"/>
                    <a:pt x="57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0" name="Google Shape;2073;p36"/>
            <p:cNvSpPr/>
            <p:nvPr/>
          </p:nvSpPr>
          <p:spPr>
            <a:xfrm>
              <a:off x="2195111" y="3368095"/>
              <a:ext cx="123683" cy="126676"/>
            </a:xfrm>
            <a:custGeom>
              <a:avLst/>
              <a:gdLst/>
              <a:ahLst/>
              <a:cxnLst/>
              <a:rect l="l" t="t" r="r" b="b"/>
              <a:pathLst>
                <a:path w="4422" h="4529" extrusionOk="0">
                  <a:moveTo>
                    <a:pt x="4421" y="0"/>
                  </a:moveTo>
                  <a:lnTo>
                    <a:pt x="4421" y="0"/>
                  </a:lnTo>
                  <a:cubicBezTo>
                    <a:pt x="3495" y="540"/>
                    <a:pt x="2661" y="1227"/>
                    <a:pt x="1887" y="1961"/>
                  </a:cubicBezTo>
                  <a:cubicBezTo>
                    <a:pt x="1501" y="2334"/>
                    <a:pt x="1134" y="2734"/>
                    <a:pt x="794" y="3134"/>
                  </a:cubicBezTo>
                  <a:cubicBezTo>
                    <a:pt x="454" y="3534"/>
                    <a:pt x="94" y="3988"/>
                    <a:pt x="0" y="4528"/>
                  </a:cubicBezTo>
                  <a:cubicBezTo>
                    <a:pt x="214" y="4028"/>
                    <a:pt x="587" y="3661"/>
                    <a:pt x="961" y="3281"/>
                  </a:cubicBezTo>
                  <a:cubicBezTo>
                    <a:pt x="1334" y="2908"/>
                    <a:pt x="1714" y="2534"/>
                    <a:pt x="2094" y="2167"/>
                  </a:cubicBezTo>
                  <a:cubicBezTo>
                    <a:pt x="2854" y="1434"/>
                    <a:pt x="3635" y="734"/>
                    <a:pt x="442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1" name="Google Shape;2074;p36"/>
            <p:cNvSpPr/>
            <p:nvPr/>
          </p:nvSpPr>
          <p:spPr>
            <a:xfrm>
              <a:off x="2328276" y="3253390"/>
              <a:ext cx="42738" cy="81141"/>
            </a:xfrm>
            <a:custGeom>
              <a:avLst/>
              <a:gdLst/>
              <a:ahLst/>
              <a:cxnLst/>
              <a:rect l="l" t="t" r="r" b="b"/>
              <a:pathLst>
                <a:path w="1528" h="2901" extrusionOk="0">
                  <a:moveTo>
                    <a:pt x="1301" y="0"/>
                  </a:moveTo>
                  <a:lnTo>
                    <a:pt x="1301" y="0"/>
                  </a:lnTo>
                  <a:cubicBezTo>
                    <a:pt x="1288" y="534"/>
                    <a:pt x="1147" y="1060"/>
                    <a:pt x="894" y="1534"/>
                  </a:cubicBezTo>
                  <a:cubicBezTo>
                    <a:pt x="654" y="2007"/>
                    <a:pt x="307" y="2427"/>
                    <a:pt x="1" y="2901"/>
                  </a:cubicBezTo>
                  <a:cubicBezTo>
                    <a:pt x="481" y="2587"/>
                    <a:pt x="874" y="2167"/>
                    <a:pt x="1154" y="1667"/>
                  </a:cubicBezTo>
                  <a:cubicBezTo>
                    <a:pt x="1408" y="1167"/>
                    <a:pt x="1528" y="534"/>
                    <a:pt x="13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2" name="Google Shape;2075;p36"/>
            <p:cNvSpPr/>
            <p:nvPr/>
          </p:nvSpPr>
          <p:spPr>
            <a:xfrm>
              <a:off x="1970736" y="3462829"/>
              <a:ext cx="136745" cy="595202"/>
            </a:xfrm>
            <a:custGeom>
              <a:avLst/>
              <a:gdLst/>
              <a:ahLst/>
              <a:cxnLst/>
              <a:rect l="l" t="t" r="r" b="b"/>
              <a:pathLst>
                <a:path w="4889" h="21280" extrusionOk="0">
                  <a:moveTo>
                    <a:pt x="3743" y="1"/>
                  </a:moveTo>
                  <a:cubicBezTo>
                    <a:pt x="3672" y="1"/>
                    <a:pt x="3600" y="18"/>
                    <a:pt x="3534" y="54"/>
                  </a:cubicBezTo>
                  <a:cubicBezTo>
                    <a:pt x="3328" y="174"/>
                    <a:pt x="3254" y="441"/>
                    <a:pt x="3368" y="648"/>
                  </a:cubicBezTo>
                  <a:cubicBezTo>
                    <a:pt x="3374" y="654"/>
                    <a:pt x="3808" y="1621"/>
                    <a:pt x="2087" y="3608"/>
                  </a:cubicBezTo>
                  <a:cubicBezTo>
                    <a:pt x="240" y="5742"/>
                    <a:pt x="0" y="8976"/>
                    <a:pt x="1334" y="13498"/>
                  </a:cubicBezTo>
                  <a:cubicBezTo>
                    <a:pt x="2374" y="17025"/>
                    <a:pt x="1400" y="20693"/>
                    <a:pt x="1387" y="20726"/>
                  </a:cubicBezTo>
                  <a:cubicBezTo>
                    <a:pt x="1327" y="20960"/>
                    <a:pt x="1467" y="21200"/>
                    <a:pt x="1701" y="21260"/>
                  </a:cubicBezTo>
                  <a:cubicBezTo>
                    <a:pt x="1734" y="21273"/>
                    <a:pt x="1774" y="21280"/>
                    <a:pt x="1814" y="21280"/>
                  </a:cubicBezTo>
                  <a:cubicBezTo>
                    <a:pt x="2007" y="21280"/>
                    <a:pt x="2181" y="21153"/>
                    <a:pt x="2234" y="20960"/>
                  </a:cubicBezTo>
                  <a:cubicBezTo>
                    <a:pt x="2274" y="20800"/>
                    <a:pt x="3281" y="17019"/>
                    <a:pt x="2167" y="13251"/>
                  </a:cubicBezTo>
                  <a:cubicBezTo>
                    <a:pt x="920" y="9030"/>
                    <a:pt x="1114" y="6062"/>
                    <a:pt x="2747" y="4182"/>
                  </a:cubicBezTo>
                  <a:cubicBezTo>
                    <a:pt x="4888" y="1695"/>
                    <a:pt x="4215" y="361"/>
                    <a:pt x="4135" y="221"/>
                  </a:cubicBezTo>
                  <a:cubicBezTo>
                    <a:pt x="4048" y="80"/>
                    <a:pt x="3897" y="1"/>
                    <a:pt x="374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3" name="Google Shape;2076;p36"/>
            <p:cNvSpPr/>
            <p:nvPr/>
          </p:nvSpPr>
          <p:spPr>
            <a:xfrm>
              <a:off x="2199810" y="3449236"/>
              <a:ext cx="227536" cy="542590"/>
            </a:xfrm>
            <a:custGeom>
              <a:avLst/>
              <a:gdLst/>
              <a:ahLst/>
              <a:cxnLst/>
              <a:rect l="l" t="t" r="r" b="b"/>
              <a:pathLst>
                <a:path w="8135" h="19399" extrusionOk="0">
                  <a:moveTo>
                    <a:pt x="612" y="1"/>
                  </a:moveTo>
                  <a:cubicBezTo>
                    <a:pt x="295" y="1"/>
                    <a:pt x="1" y="375"/>
                    <a:pt x="259" y="707"/>
                  </a:cubicBezTo>
                  <a:cubicBezTo>
                    <a:pt x="286" y="740"/>
                    <a:pt x="919" y="1574"/>
                    <a:pt x="3420" y="5828"/>
                  </a:cubicBezTo>
                  <a:cubicBezTo>
                    <a:pt x="4780" y="8115"/>
                    <a:pt x="5220" y="10763"/>
                    <a:pt x="5647" y="13303"/>
                  </a:cubicBezTo>
                  <a:cubicBezTo>
                    <a:pt x="6014" y="15484"/>
                    <a:pt x="6361" y="17545"/>
                    <a:pt x="7261" y="19172"/>
                  </a:cubicBezTo>
                  <a:cubicBezTo>
                    <a:pt x="7334" y="19312"/>
                    <a:pt x="7488" y="19398"/>
                    <a:pt x="7648" y="19398"/>
                  </a:cubicBezTo>
                  <a:cubicBezTo>
                    <a:pt x="7714" y="19398"/>
                    <a:pt x="7788" y="19378"/>
                    <a:pt x="7854" y="19345"/>
                  </a:cubicBezTo>
                  <a:cubicBezTo>
                    <a:pt x="8061" y="19225"/>
                    <a:pt x="8134" y="18958"/>
                    <a:pt x="8021" y="18745"/>
                  </a:cubicBezTo>
                  <a:cubicBezTo>
                    <a:pt x="7194" y="17251"/>
                    <a:pt x="6861" y="15271"/>
                    <a:pt x="6501" y="13163"/>
                  </a:cubicBezTo>
                  <a:cubicBezTo>
                    <a:pt x="6087" y="10663"/>
                    <a:pt x="5614" y="7815"/>
                    <a:pt x="4180" y="5381"/>
                  </a:cubicBezTo>
                  <a:cubicBezTo>
                    <a:pt x="1619" y="1034"/>
                    <a:pt x="966" y="200"/>
                    <a:pt x="946" y="173"/>
                  </a:cubicBezTo>
                  <a:cubicBezTo>
                    <a:pt x="849" y="51"/>
                    <a:pt x="729" y="1"/>
                    <a:pt x="61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4" name="Google Shape;2077;p36"/>
            <p:cNvSpPr/>
            <p:nvPr/>
          </p:nvSpPr>
          <p:spPr>
            <a:xfrm>
              <a:off x="1703454" y="3029658"/>
              <a:ext cx="610865" cy="465281"/>
            </a:xfrm>
            <a:custGeom>
              <a:avLst/>
              <a:gdLst/>
              <a:ahLst/>
              <a:cxnLst/>
              <a:rect l="l" t="t" r="r" b="b"/>
              <a:pathLst>
                <a:path w="21840" h="16635" extrusionOk="0">
                  <a:moveTo>
                    <a:pt x="11930" y="1"/>
                  </a:moveTo>
                  <a:cubicBezTo>
                    <a:pt x="11615" y="1"/>
                    <a:pt x="11294" y="8"/>
                    <a:pt x="10970" y="24"/>
                  </a:cubicBezTo>
                  <a:cubicBezTo>
                    <a:pt x="9563" y="90"/>
                    <a:pt x="8396" y="197"/>
                    <a:pt x="7402" y="330"/>
                  </a:cubicBezTo>
                  <a:cubicBezTo>
                    <a:pt x="5408" y="604"/>
                    <a:pt x="4168" y="1024"/>
                    <a:pt x="3294" y="1571"/>
                  </a:cubicBezTo>
                  <a:cubicBezTo>
                    <a:pt x="1994" y="2398"/>
                    <a:pt x="2221" y="3698"/>
                    <a:pt x="2221" y="3698"/>
                  </a:cubicBezTo>
                  <a:cubicBezTo>
                    <a:pt x="660" y="3971"/>
                    <a:pt x="0" y="5658"/>
                    <a:pt x="800" y="6799"/>
                  </a:cubicBezTo>
                  <a:cubicBezTo>
                    <a:pt x="1601" y="7939"/>
                    <a:pt x="5842" y="8919"/>
                    <a:pt x="9309" y="10940"/>
                  </a:cubicBezTo>
                  <a:cubicBezTo>
                    <a:pt x="12777" y="12967"/>
                    <a:pt x="16198" y="16635"/>
                    <a:pt x="16198" y="16635"/>
                  </a:cubicBezTo>
                  <a:cubicBezTo>
                    <a:pt x="17392" y="13227"/>
                    <a:pt x="21839" y="8459"/>
                    <a:pt x="21533" y="5759"/>
                  </a:cubicBezTo>
                  <a:cubicBezTo>
                    <a:pt x="21493" y="5398"/>
                    <a:pt x="21419" y="5045"/>
                    <a:pt x="21306" y="4705"/>
                  </a:cubicBezTo>
                  <a:cubicBezTo>
                    <a:pt x="20811" y="3171"/>
                    <a:pt x="19800" y="3124"/>
                    <a:pt x="19678" y="3124"/>
                  </a:cubicBezTo>
                  <a:cubicBezTo>
                    <a:pt x="19670" y="3124"/>
                    <a:pt x="19665" y="3124"/>
                    <a:pt x="19665" y="3124"/>
                  </a:cubicBezTo>
                  <a:cubicBezTo>
                    <a:pt x="19952" y="1565"/>
                    <a:pt x="16478" y="1"/>
                    <a:pt x="11930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5" name="Google Shape;2078;p36"/>
            <p:cNvSpPr/>
            <p:nvPr/>
          </p:nvSpPr>
          <p:spPr>
            <a:xfrm>
              <a:off x="1704573" y="3021435"/>
              <a:ext cx="614585" cy="481727"/>
            </a:xfrm>
            <a:custGeom>
              <a:avLst/>
              <a:gdLst/>
              <a:ahLst/>
              <a:cxnLst/>
              <a:rect l="l" t="t" r="r" b="b"/>
              <a:pathLst>
                <a:path w="21973" h="17223" extrusionOk="0">
                  <a:moveTo>
                    <a:pt x="11897" y="584"/>
                  </a:moveTo>
                  <a:cubicBezTo>
                    <a:pt x="15431" y="584"/>
                    <a:pt x="18172" y="1551"/>
                    <a:pt x="19045" y="2552"/>
                  </a:cubicBezTo>
                  <a:cubicBezTo>
                    <a:pt x="19292" y="2832"/>
                    <a:pt x="19392" y="3098"/>
                    <a:pt x="19339" y="3358"/>
                  </a:cubicBezTo>
                  <a:cubicBezTo>
                    <a:pt x="19325" y="3445"/>
                    <a:pt x="19345" y="3532"/>
                    <a:pt x="19405" y="3599"/>
                  </a:cubicBezTo>
                  <a:cubicBezTo>
                    <a:pt x="19461" y="3660"/>
                    <a:pt x="19534" y="3699"/>
                    <a:pt x="19613" y="3699"/>
                  </a:cubicBezTo>
                  <a:cubicBezTo>
                    <a:pt x="19620" y="3699"/>
                    <a:pt x="19626" y="3699"/>
                    <a:pt x="19632" y="3699"/>
                  </a:cubicBezTo>
                  <a:cubicBezTo>
                    <a:pt x="19672" y="3699"/>
                    <a:pt x="20546" y="3712"/>
                    <a:pt x="20993" y="5092"/>
                  </a:cubicBezTo>
                  <a:cubicBezTo>
                    <a:pt x="21093" y="5412"/>
                    <a:pt x="21166" y="5746"/>
                    <a:pt x="21199" y="6086"/>
                  </a:cubicBezTo>
                  <a:cubicBezTo>
                    <a:pt x="21366" y="7580"/>
                    <a:pt x="19899" y="9887"/>
                    <a:pt x="18472" y="12127"/>
                  </a:cubicBezTo>
                  <a:cubicBezTo>
                    <a:pt x="17552" y="13581"/>
                    <a:pt x="16591" y="15068"/>
                    <a:pt x="16051" y="16402"/>
                  </a:cubicBezTo>
                  <a:cubicBezTo>
                    <a:pt x="15104" y="15448"/>
                    <a:pt x="12263" y="12648"/>
                    <a:pt x="9423" y="10987"/>
                  </a:cubicBezTo>
                  <a:cubicBezTo>
                    <a:pt x="7782" y="10034"/>
                    <a:pt x="6082" y="9353"/>
                    <a:pt x="4435" y="8693"/>
                  </a:cubicBezTo>
                  <a:cubicBezTo>
                    <a:pt x="2794" y="8033"/>
                    <a:pt x="1374" y="7460"/>
                    <a:pt x="994" y="6926"/>
                  </a:cubicBezTo>
                  <a:cubicBezTo>
                    <a:pt x="674" y="6473"/>
                    <a:pt x="614" y="5886"/>
                    <a:pt x="834" y="5379"/>
                  </a:cubicBezTo>
                  <a:cubicBezTo>
                    <a:pt x="1074" y="4792"/>
                    <a:pt x="1601" y="4372"/>
                    <a:pt x="2227" y="4272"/>
                  </a:cubicBezTo>
                  <a:cubicBezTo>
                    <a:pt x="2388" y="4252"/>
                    <a:pt x="2494" y="4099"/>
                    <a:pt x="2461" y="3939"/>
                  </a:cubicBezTo>
                  <a:cubicBezTo>
                    <a:pt x="2461" y="3925"/>
                    <a:pt x="2287" y="2825"/>
                    <a:pt x="3414" y="2118"/>
                  </a:cubicBezTo>
                  <a:cubicBezTo>
                    <a:pt x="4301" y="1545"/>
                    <a:pt x="5582" y="1165"/>
                    <a:pt x="7402" y="918"/>
                  </a:cubicBezTo>
                  <a:cubicBezTo>
                    <a:pt x="8402" y="771"/>
                    <a:pt x="9596" y="671"/>
                    <a:pt x="10936" y="604"/>
                  </a:cubicBezTo>
                  <a:lnTo>
                    <a:pt x="11897" y="584"/>
                  </a:lnTo>
                  <a:close/>
                  <a:moveTo>
                    <a:pt x="11881" y="0"/>
                  </a:moveTo>
                  <a:cubicBezTo>
                    <a:pt x="11561" y="0"/>
                    <a:pt x="11239" y="8"/>
                    <a:pt x="10916" y="24"/>
                  </a:cubicBezTo>
                  <a:cubicBezTo>
                    <a:pt x="9556" y="91"/>
                    <a:pt x="8342" y="191"/>
                    <a:pt x="7329" y="331"/>
                  </a:cubicBezTo>
                  <a:cubicBezTo>
                    <a:pt x="5415" y="598"/>
                    <a:pt x="4175" y="938"/>
                    <a:pt x="3094" y="1625"/>
                  </a:cubicBezTo>
                  <a:cubicBezTo>
                    <a:pt x="2007" y="2305"/>
                    <a:pt x="1867" y="3292"/>
                    <a:pt x="1867" y="3759"/>
                  </a:cubicBezTo>
                  <a:cubicBezTo>
                    <a:pt x="1161" y="3959"/>
                    <a:pt x="580" y="4472"/>
                    <a:pt x="294" y="5152"/>
                  </a:cubicBezTo>
                  <a:cubicBezTo>
                    <a:pt x="0" y="5846"/>
                    <a:pt x="87" y="6646"/>
                    <a:pt x="520" y="7266"/>
                  </a:cubicBezTo>
                  <a:cubicBezTo>
                    <a:pt x="1000" y="7940"/>
                    <a:pt x="2421" y="8506"/>
                    <a:pt x="4221" y="9233"/>
                  </a:cubicBezTo>
                  <a:cubicBezTo>
                    <a:pt x="5768" y="9854"/>
                    <a:pt x="7522" y="10554"/>
                    <a:pt x="9123" y="11487"/>
                  </a:cubicBezTo>
                  <a:cubicBezTo>
                    <a:pt x="12517" y="13461"/>
                    <a:pt x="15904" y="17095"/>
                    <a:pt x="15938" y="17129"/>
                  </a:cubicBezTo>
                  <a:cubicBezTo>
                    <a:pt x="15998" y="17189"/>
                    <a:pt x="16071" y="17222"/>
                    <a:pt x="16158" y="17222"/>
                  </a:cubicBezTo>
                  <a:lnTo>
                    <a:pt x="16211" y="17222"/>
                  </a:lnTo>
                  <a:cubicBezTo>
                    <a:pt x="16318" y="17195"/>
                    <a:pt x="16398" y="17129"/>
                    <a:pt x="16431" y="17029"/>
                  </a:cubicBezTo>
                  <a:cubicBezTo>
                    <a:pt x="16905" y="15662"/>
                    <a:pt x="17952" y="14021"/>
                    <a:pt x="18959" y="12434"/>
                  </a:cubicBezTo>
                  <a:cubicBezTo>
                    <a:pt x="20506" y="10007"/>
                    <a:pt x="21973" y="7706"/>
                    <a:pt x="21773" y="6019"/>
                  </a:cubicBezTo>
                  <a:cubicBezTo>
                    <a:pt x="21733" y="5639"/>
                    <a:pt x="21659" y="5272"/>
                    <a:pt x="21553" y="4906"/>
                  </a:cubicBezTo>
                  <a:cubicBezTo>
                    <a:pt x="21133" y="3619"/>
                    <a:pt x="20366" y="3258"/>
                    <a:pt x="19932" y="3158"/>
                  </a:cubicBezTo>
                  <a:cubicBezTo>
                    <a:pt x="19892" y="2792"/>
                    <a:pt x="19739" y="2445"/>
                    <a:pt x="19485" y="2171"/>
                  </a:cubicBezTo>
                  <a:cubicBezTo>
                    <a:pt x="18347" y="875"/>
                    <a:pt x="15240" y="0"/>
                    <a:pt x="1188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6" name="Google Shape;2079;p36"/>
            <p:cNvSpPr/>
            <p:nvPr/>
          </p:nvSpPr>
          <p:spPr>
            <a:xfrm>
              <a:off x="1703454" y="3038888"/>
              <a:ext cx="610865" cy="456051"/>
            </a:xfrm>
            <a:custGeom>
              <a:avLst/>
              <a:gdLst/>
              <a:ahLst/>
              <a:cxnLst/>
              <a:rect l="l" t="t" r="r" b="b"/>
              <a:pathLst>
                <a:path w="21840" h="16305" extrusionOk="0">
                  <a:moveTo>
                    <a:pt x="7402" y="0"/>
                  </a:moveTo>
                  <a:lnTo>
                    <a:pt x="7402" y="0"/>
                  </a:lnTo>
                  <a:cubicBezTo>
                    <a:pt x="5408" y="274"/>
                    <a:pt x="4168" y="694"/>
                    <a:pt x="3294" y="1241"/>
                  </a:cubicBezTo>
                  <a:cubicBezTo>
                    <a:pt x="1994" y="2068"/>
                    <a:pt x="2221" y="3368"/>
                    <a:pt x="2221" y="3368"/>
                  </a:cubicBezTo>
                  <a:cubicBezTo>
                    <a:pt x="660" y="3641"/>
                    <a:pt x="0" y="5328"/>
                    <a:pt x="800" y="6469"/>
                  </a:cubicBezTo>
                  <a:cubicBezTo>
                    <a:pt x="1601" y="7609"/>
                    <a:pt x="5842" y="8589"/>
                    <a:pt x="9309" y="10610"/>
                  </a:cubicBezTo>
                  <a:cubicBezTo>
                    <a:pt x="12777" y="12637"/>
                    <a:pt x="16198" y="16305"/>
                    <a:pt x="16198" y="16305"/>
                  </a:cubicBezTo>
                  <a:cubicBezTo>
                    <a:pt x="17392" y="12897"/>
                    <a:pt x="21839" y="8129"/>
                    <a:pt x="21533" y="5429"/>
                  </a:cubicBezTo>
                  <a:cubicBezTo>
                    <a:pt x="21493" y="5068"/>
                    <a:pt x="21419" y="4715"/>
                    <a:pt x="21306" y="4375"/>
                  </a:cubicBezTo>
                  <a:cubicBezTo>
                    <a:pt x="21139" y="4755"/>
                    <a:pt x="21013" y="5162"/>
                    <a:pt x="20879" y="5535"/>
                  </a:cubicBezTo>
                  <a:cubicBezTo>
                    <a:pt x="19932" y="8243"/>
                    <a:pt x="18265" y="10630"/>
                    <a:pt x="16611" y="12977"/>
                  </a:cubicBezTo>
                  <a:cubicBezTo>
                    <a:pt x="16338" y="13371"/>
                    <a:pt x="16071" y="13804"/>
                    <a:pt x="15491" y="13824"/>
                  </a:cubicBezTo>
                  <a:cubicBezTo>
                    <a:pt x="15485" y="13824"/>
                    <a:pt x="15478" y="13824"/>
                    <a:pt x="15472" y="13824"/>
                  </a:cubicBezTo>
                  <a:cubicBezTo>
                    <a:pt x="14896" y="13824"/>
                    <a:pt x="14527" y="13232"/>
                    <a:pt x="14231" y="12730"/>
                  </a:cubicBezTo>
                  <a:cubicBezTo>
                    <a:pt x="12297" y="9456"/>
                    <a:pt x="8743" y="7189"/>
                    <a:pt x="4955" y="6802"/>
                  </a:cubicBezTo>
                  <a:cubicBezTo>
                    <a:pt x="4228" y="6729"/>
                    <a:pt x="3408" y="6696"/>
                    <a:pt x="2874" y="6202"/>
                  </a:cubicBezTo>
                  <a:cubicBezTo>
                    <a:pt x="2341" y="5709"/>
                    <a:pt x="2428" y="4568"/>
                    <a:pt x="3154" y="4475"/>
                  </a:cubicBezTo>
                  <a:cubicBezTo>
                    <a:pt x="2874" y="3595"/>
                    <a:pt x="3234" y="2428"/>
                    <a:pt x="4001" y="1888"/>
                  </a:cubicBezTo>
                  <a:cubicBezTo>
                    <a:pt x="4621" y="1434"/>
                    <a:pt x="5368" y="1627"/>
                    <a:pt x="6002" y="1387"/>
                  </a:cubicBezTo>
                  <a:cubicBezTo>
                    <a:pt x="6635" y="1141"/>
                    <a:pt x="7095" y="634"/>
                    <a:pt x="7402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7" name="Google Shape;2080;p36"/>
            <p:cNvSpPr/>
            <p:nvPr/>
          </p:nvSpPr>
          <p:spPr>
            <a:xfrm>
              <a:off x="1740738" y="3163662"/>
              <a:ext cx="52276" cy="52723"/>
            </a:xfrm>
            <a:custGeom>
              <a:avLst/>
              <a:gdLst/>
              <a:ahLst/>
              <a:cxnLst/>
              <a:rect l="l" t="t" r="r" b="b"/>
              <a:pathLst>
                <a:path w="1869" h="1885" extrusionOk="0">
                  <a:moveTo>
                    <a:pt x="661" y="1"/>
                  </a:moveTo>
                  <a:lnTo>
                    <a:pt x="661" y="1"/>
                  </a:lnTo>
                  <a:cubicBezTo>
                    <a:pt x="388" y="14"/>
                    <a:pt x="154" y="267"/>
                    <a:pt x="74" y="567"/>
                  </a:cubicBezTo>
                  <a:cubicBezTo>
                    <a:pt x="1" y="867"/>
                    <a:pt x="128" y="1194"/>
                    <a:pt x="321" y="1408"/>
                  </a:cubicBezTo>
                  <a:cubicBezTo>
                    <a:pt x="508" y="1628"/>
                    <a:pt x="768" y="1774"/>
                    <a:pt x="1055" y="1834"/>
                  </a:cubicBezTo>
                  <a:cubicBezTo>
                    <a:pt x="1216" y="1867"/>
                    <a:pt x="1380" y="1884"/>
                    <a:pt x="1545" y="1884"/>
                  </a:cubicBezTo>
                  <a:cubicBezTo>
                    <a:pt x="1652" y="1884"/>
                    <a:pt x="1760" y="1877"/>
                    <a:pt x="1868" y="1861"/>
                  </a:cubicBezTo>
                  <a:cubicBezTo>
                    <a:pt x="1355" y="1708"/>
                    <a:pt x="841" y="1574"/>
                    <a:pt x="534" y="1214"/>
                  </a:cubicBezTo>
                  <a:cubicBezTo>
                    <a:pt x="381" y="1048"/>
                    <a:pt x="294" y="827"/>
                    <a:pt x="301" y="601"/>
                  </a:cubicBezTo>
                  <a:cubicBezTo>
                    <a:pt x="314" y="354"/>
                    <a:pt x="448" y="127"/>
                    <a:pt x="6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8" name="Google Shape;2081;p36"/>
            <p:cNvSpPr/>
            <p:nvPr/>
          </p:nvSpPr>
          <p:spPr>
            <a:xfrm>
              <a:off x="1830830" y="3248719"/>
              <a:ext cx="85840" cy="31550"/>
            </a:xfrm>
            <a:custGeom>
              <a:avLst/>
              <a:gdLst/>
              <a:ahLst/>
              <a:cxnLst/>
              <a:rect l="l" t="t" r="r" b="b"/>
              <a:pathLst>
                <a:path w="3069" h="1128" extrusionOk="0">
                  <a:moveTo>
                    <a:pt x="1" y="0"/>
                  </a:moveTo>
                  <a:cubicBezTo>
                    <a:pt x="888" y="674"/>
                    <a:pt x="1955" y="1067"/>
                    <a:pt x="3068" y="1127"/>
                  </a:cubicBezTo>
                  <a:cubicBezTo>
                    <a:pt x="2568" y="894"/>
                    <a:pt x="2055" y="701"/>
                    <a:pt x="1548" y="521"/>
                  </a:cubicBezTo>
                  <a:cubicBezTo>
                    <a:pt x="1041" y="334"/>
                    <a:pt x="541" y="140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9" name="Google Shape;2082;p36"/>
            <p:cNvSpPr/>
            <p:nvPr/>
          </p:nvSpPr>
          <p:spPr>
            <a:xfrm>
              <a:off x="1952247" y="3290870"/>
              <a:ext cx="190280" cy="131151"/>
            </a:xfrm>
            <a:custGeom>
              <a:avLst/>
              <a:gdLst/>
              <a:ahLst/>
              <a:cxnLst/>
              <a:rect l="l" t="t" r="r" b="b"/>
              <a:pathLst>
                <a:path w="6803" h="4689" extrusionOk="0">
                  <a:moveTo>
                    <a:pt x="1" y="0"/>
                  </a:moveTo>
                  <a:lnTo>
                    <a:pt x="1" y="0"/>
                  </a:lnTo>
                  <a:cubicBezTo>
                    <a:pt x="1221" y="647"/>
                    <a:pt x="2408" y="1361"/>
                    <a:pt x="3549" y="2134"/>
                  </a:cubicBezTo>
                  <a:cubicBezTo>
                    <a:pt x="4682" y="2921"/>
                    <a:pt x="5769" y="3775"/>
                    <a:pt x="6803" y="4688"/>
                  </a:cubicBezTo>
                  <a:cubicBezTo>
                    <a:pt x="5903" y="3615"/>
                    <a:pt x="4862" y="2674"/>
                    <a:pt x="3709" y="1894"/>
                  </a:cubicBezTo>
                  <a:cubicBezTo>
                    <a:pt x="2562" y="1101"/>
                    <a:pt x="1315" y="467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0" name="Google Shape;2083;p36"/>
            <p:cNvSpPr/>
            <p:nvPr/>
          </p:nvSpPr>
          <p:spPr>
            <a:xfrm>
              <a:off x="2161351" y="3355033"/>
              <a:ext cx="41060" cy="66233"/>
            </a:xfrm>
            <a:custGeom>
              <a:avLst/>
              <a:gdLst/>
              <a:ahLst/>
              <a:cxnLst/>
              <a:rect l="l" t="t" r="r" b="b"/>
              <a:pathLst>
                <a:path w="1468" h="2368" extrusionOk="0">
                  <a:moveTo>
                    <a:pt x="1467" y="0"/>
                  </a:moveTo>
                  <a:lnTo>
                    <a:pt x="1467" y="0"/>
                  </a:lnTo>
                  <a:cubicBezTo>
                    <a:pt x="1021" y="200"/>
                    <a:pt x="640" y="534"/>
                    <a:pt x="394" y="961"/>
                  </a:cubicBezTo>
                  <a:cubicBezTo>
                    <a:pt x="154" y="1387"/>
                    <a:pt x="0" y="1874"/>
                    <a:pt x="54" y="2368"/>
                  </a:cubicBezTo>
                  <a:cubicBezTo>
                    <a:pt x="214" y="1934"/>
                    <a:pt x="414" y="1514"/>
                    <a:pt x="640" y="1107"/>
                  </a:cubicBezTo>
                  <a:cubicBezTo>
                    <a:pt x="880" y="714"/>
                    <a:pt x="1161" y="347"/>
                    <a:pt x="14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1" name="Google Shape;2084;p36"/>
            <p:cNvSpPr/>
            <p:nvPr/>
          </p:nvSpPr>
          <p:spPr>
            <a:xfrm>
              <a:off x="1779169" y="2975060"/>
              <a:ext cx="485335" cy="283756"/>
            </a:xfrm>
            <a:custGeom>
              <a:avLst/>
              <a:gdLst/>
              <a:ahLst/>
              <a:cxnLst/>
              <a:rect l="l" t="t" r="r" b="b"/>
              <a:pathLst>
                <a:path w="17352" h="10145" extrusionOk="0">
                  <a:moveTo>
                    <a:pt x="7228" y="0"/>
                  </a:moveTo>
                  <a:cubicBezTo>
                    <a:pt x="6864" y="0"/>
                    <a:pt x="6496" y="5"/>
                    <a:pt x="6129" y="22"/>
                  </a:cubicBezTo>
                  <a:cubicBezTo>
                    <a:pt x="4955" y="75"/>
                    <a:pt x="3768" y="215"/>
                    <a:pt x="2708" y="589"/>
                  </a:cubicBezTo>
                  <a:cubicBezTo>
                    <a:pt x="981" y="1215"/>
                    <a:pt x="1688" y="2983"/>
                    <a:pt x="1861" y="3776"/>
                  </a:cubicBezTo>
                  <a:cubicBezTo>
                    <a:pt x="2034" y="4570"/>
                    <a:pt x="1" y="5817"/>
                    <a:pt x="754" y="7711"/>
                  </a:cubicBezTo>
                  <a:cubicBezTo>
                    <a:pt x="1399" y="9345"/>
                    <a:pt x="5241" y="10145"/>
                    <a:pt x="9115" y="10145"/>
                  </a:cubicBezTo>
                  <a:cubicBezTo>
                    <a:pt x="9730" y="10145"/>
                    <a:pt x="10346" y="10125"/>
                    <a:pt x="10950" y="10084"/>
                  </a:cubicBezTo>
                  <a:cubicBezTo>
                    <a:pt x="14564" y="9844"/>
                    <a:pt x="16572" y="8457"/>
                    <a:pt x="17139" y="7257"/>
                  </a:cubicBezTo>
                  <a:cubicBezTo>
                    <a:pt x="17299" y="6904"/>
                    <a:pt x="17352" y="6557"/>
                    <a:pt x="17265" y="6263"/>
                  </a:cubicBezTo>
                  <a:cubicBezTo>
                    <a:pt x="16905" y="4983"/>
                    <a:pt x="15858" y="4616"/>
                    <a:pt x="16072" y="3329"/>
                  </a:cubicBezTo>
                  <a:cubicBezTo>
                    <a:pt x="16292" y="2049"/>
                    <a:pt x="14438" y="95"/>
                    <a:pt x="8303" y="8"/>
                  </a:cubicBezTo>
                  <a:cubicBezTo>
                    <a:pt x="7953" y="5"/>
                    <a:pt x="7593" y="0"/>
                    <a:pt x="7228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2" name="Google Shape;2085;p36"/>
            <p:cNvSpPr/>
            <p:nvPr/>
          </p:nvSpPr>
          <p:spPr>
            <a:xfrm>
              <a:off x="1778050" y="2967033"/>
              <a:ext cx="494482" cy="299978"/>
            </a:xfrm>
            <a:custGeom>
              <a:avLst/>
              <a:gdLst/>
              <a:ahLst/>
              <a:cxnLst/>
              <a:rect l="l" t="t" r="r" b="b"/>
              <a:pathLst>
                <a:path w="17679" h="10725" extrusionOk="0">
                  <a:moveTo>
                    <a:pt x="7323" y="576"/>
                  </a:moveTo>
                  <a:lnTo>
                    <a:pt x="8336" y="582"/>
                  </a:lnTo>
                  <a:cubicBezTo>
                    <a:pt x="13371" y="662"/>
                    <a:pt x="15005" y="1989"/>
                    <a:pt x="15478" y="2549"/>
                  </a:cubicBezTo>
                  <a:cubicBezTo>
                    <a:pt x="15765" y="2896"/>
                    <a:pt x="15878" y="3243"/>
                    <a:pt x="15825" y="3570"/>
                  </a:cubicBezTo>
                  <a:cubicBezTo>
                    <a:pt x="15671" y="4437"/>
                    <a:pt x="16045" y="4963"/>
                    <a:pt x="16405" y="5470"/>
                  </a:cubicBezTo>
                  <a:cubicBezTo>
                    <a:pt x="16645" y="5810"/>
                    <a:pt x="16892" y="6157"/>
                    <a:pt x="17025" y="6637"/>
                  </a:cubicBezTo>
                  <a:cubicBezTo>
                    <a:pt x="17092" y="6857"/>
                    <a:pt x="17045" y="7131"/>
                    <a:pt x="16912" y="7417"/>
                  </a:cubicBezTo>
                  <a:cubicBezTo>
                    <a:pt x="16412" y="8498"/>
                    <a:pt x="14544" y="9845"/>
                    <a:pt x="10970" y="10078"/>
                  </a:cubicBezTo>
                  <a:cubicBezTo>
                    <a:pt x="10387" y="10118"/>
                    <a:pt x="9789" y="10137"/>
                    <a:pt x="9191" y="10137"/>
                  </a:cubicBezTo>
                  <a:cubicBezTo>
                    <a:pt x="5442" y="10137"/>
                    <a:pt x="1648" y="9368"/>
                    <a:pt x="1068" y="7884"/>
                  </a:cubicBezTo>
                  <a:cubicBezTo>
                    <a:pt x="654" y="6844"/>
                    <a:pt x="1194" y="6030"/>
                    <a:pt x="1674" y="5303"/>
                  </a:cubicBezTo>
                  <a:cubicBezTo>
                    <a:pt x="2001" y="4830"/>
                    <a:pt x="2275" y="4410"/>
                    <a:pt x="2188" y="3996"/>
                  </a:cubicBezTo>
                  <a:cubicBezTo>
                    <a:pt x="2161" y="3903"/>
                    <a:pt x="2134" y="3796"/>
                    <a:pt x="2101" y="3676"/>
                  </a:cubicBezTo>
                  <a:cubicBezTo>
                    <a:pt x="1821" y="2596"/>
                    <a:pt x="1661" y="1576"/>
                    <a:pt x="2841" y="1156"/>
                  </a:cubicBezTo>
                  <a:cubicBezTo>
                    <a:pt x="3742" y="836"/>
                    <a:pt x="4802" y="662"/>
                    <a:pt x="6176" y="602"/>
                  </a:cubicBezTo>
                  <a:lnTo>
                    <a:pt x="7323" y="576"/>
                  </a:lnTo>
                  <a:close/>
                  <a:moveTo>
                    <a:pt x="7282" y="0"/>
                  </a:moveTo>
                  <a:cubicBezTo>
                    <a:pt x="6912" y="0"/>
                    <a:pt x="6532" y="5"/>
                    <a:pt x="6156" y="22"/>
                  </a:cubicBezTo>
                  <a:cubicBezTo>
                    <a:pt x="4722" y="75"/>
                    <a:pt x="3608" y="269"/>
                    <a:pt x="2655" y="602"/>
                  </a:cubicBezTo>
                  <a:cubicBezTo>
                    <a:pt x="861" y="1242"/>
                    <a:pt x="1321" y="2990"/>
                    <a:pt x="1541" y="3830"/>
                  </a:cubicBezTo>
                  <a:cubicBezTo>
                    <a:pt x="1568" y="3936"/>
                    <a:pt x="1568" y="3943"/>
                    <a:pt x="1608" y="4123"/>
                  </a:cubicBezTo>
                  <a:cubicBezTo>
                    <a:pt x="1654" y="4297"/>
                    <a:pt x="1414" y="4643"/>
                    <a:pt x="1194" y="4990"/>
                  </a:cubicBezTo>
                  <a:cubicBezTo>
                    <a:pt x="687" y="5737"/>
                    <a:pt x="1" y="6777"/>
                    <a:pt x="527" y="8104"/>
                  </a:cubicBezTo>
                  <a:cubicBezTo>
                    <a:pt x="1234" y="9891"/>
                    <a:pt x="5222" y="10725"/>
                    <a:pt x="9190" y="10725"/>
                  </a:cubicBezTo>
                  <a:cubicBezTo>
                    <a:pt x="9797" y="10725"/>
                    <a:pt x="10410" y="10698"/>
                    <a:pt x="11010" y="10665"/>
                  </a:cubicBezTo>
                  <a:cubicBezTo>
                    <a:pt x="14845" y="10405"/>
                    <a:pt x="16872" y="8891"/>
                    <a:pt x="17439" y="7664"/>
                  </a:cubicBezTo>
                  <a:lnTo>
                    <a:pt x="17445" y="7664"/>
                  </a:lnTo>
                  <a:cubicBezTo>
                    <a:pt x="17639" y="7244"/>
                    <a:pt x="17679" y="6837"/>
                    <a:pt x="17579" y="6477"/>
                  </a:cubicBezTo>
                  <a:cubicBezTo>
                    <a:pt x="17425" y="5904"/>
                    <a:pt x="17139" y="5497"/>
                    <a:pt x="16878" y="5137"/>
                  </a:cubicBezTo>
                  <a:cubicBezTo>
                    <a:pt x="16538" y="4657"/>
                    <a:pt x="16292" y="4297"/>
                    <a:pt x="16398" y="3670"/>
                  </a:cubicBezTo>
                  <a:cubicBezTo>
                    <a:pt x="16478" y="3176"/>
                    <a:pt x="16312" y="2643"/>
                    <a:pt x="15925" y="2176"/>
                  </a:cubicBezTo>
                  <a:cubicBezTo>
                    <a:pt x="15278" y="1396"/>
                    <a:pt x="13431" y="75"/>
                    <a:pt x="8343" y="9"/>
                  </a:cubicBezTo>
                  <a:cubicBezTo>
                    <a:pt x="8009" y="5"/>
                    <a:pt x="7651" y="0"/>
                    <a:pt x="728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3" name="Google Shape;2086;p36"/>
            <p:cNvSpPr/>
            <p:nvPr/>
          </p:nvSpPr>
          <p:spPr>
            <a:xfrm>
              <a:off x="1779169" y="2975648"/>
              <a:ext cx="479378" cy="283168"/>
            </a:xfrm>
            <a:custGeom>
              <a:avLst/>
              <a:gdLst/>
              <a:ahLst/>
              <a:cxnLst/>
              <a:rect l="l" t="t" r="r" b="b"/>
              <a:pathLst>
                <a:path w="17139" h="10124" extrusionOk="0">
                  <a:moveTo>
                    <a:pt x="6129" y="1"/>
                  </a:moveTo>
                  <a:cubicBezTo>
                    <a:pt x="4955" y="54"/>
                    <a:pt x="3768" y="194"/>
                    <a:pt x="2708" y="568"/>
                  </a:cubicBezTo>
                  <a:cubicBezTo>
                    <a:pt x="981" y="1194"/>
                    <a:pt x="1688" y="2962"/>
                    <a:pt x="1861" y="3755"/>
                  </a:cubicBezTo>
                  <a:cubicBezTo>
                    <a:pt x="2034" y="4549"/>
                    <a:pt x="1" y="5796"/>
                    <a:pt x="754" y="7690"/>
                  </a:cubicBezTo>
                  <a:cubicBezTo>
                    <a:pt x="1399" y="9324"/>
                    <a:pt x="5241" y="10124"/>
                    <a:pt x="9115" y="10124"/>
                  </a:cubicBezTo>
                  <a:cubicBezTo>
                    <a:pt x="9730" y="10124"/>
                    <a:pt x="10346" y="10104"/>
                    <a:pt x="10950" y="10063"/>
                  </a:cubicBezTo>
                  <a:cubicBezTo>
                    <a:pt x="14564" y="9823"/>
                    <a:pt x="16572" y="8436"/>
                    <a:pt x="17139" y="7236"/>
                  </a:cubicBezTo>
                  <a:lnTo>
                    <a:pt x="17139" y="7236"/>
                  </a:lnTo>
                  <a:lnTo>
                    <a:pt x="16598" y="7523"/>
                  </a:lnTo>
                  <a:cubicBezTo>
                    <a:pt x="14443" y="8642"/>
                    <a:pt x="12007" y="9212"/>
                    <a:pt x="9572" y="9212"/>
                  </a:cubicBezTo>
                  <a:cubicBezTo>
                    <a:pt x="7930" y="9212"/>
                    <a:pt x="6290" y="8953"/>
                    <a:pt x="4735" y="8430"/>
                  </a:cubicBezTo>
                  <a:cubicBezTo>
                    <a:pt x="427" y="6969"/>
                    <a:pt x="4568" y="2428"/>
                    <a:pt x="6029" y="161"/>
                  </a:cubicBezTo>
                  <a:lnTo>
                    <a:pt x="6129" y="1"/>
                  </a:ln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4" name="Google Shape;2087;p36"/>
            <p:cNvSpPr/>
            <p:nvPr/>
          </p:nvSpPr>
          <p:spPr>
            <a:xfrm>
              <a:off x="1836619" y="3033098"/>
              <a:ext cx="24642" cy="53367"/>
            </a:xfrm>
            <a:custGeom>
              <a:avLst/>
              <a:gdLst/>
              <a:ahLst/>
              <a:cxnLst/>
              <a:rect l="l" t="t" r="r" b="b"/>
              <a:pathLst>
                <a:path w="881" h="1908" extrusionOk="0">
                  <a:moveTo>
                    <a:pt x="294" y="1"/>
                  </a:moveTo>
                  <a:cubicBezTo>
                    <a:pt x="40" y="294"/>
                    <a:pt x="0" y="728"/>
                    <a:pt x="114" y="1101"/>
                  </a:cubicBezTo>
                  <a:cubicBezTo>
                    <a:pt x="234" y="1474"/>
                    <a:pt x="507" y="1808"/>
                    <a:pt x="881" y="1908"/>
                  </a:cubicBezTo>
                  <a:cubicBezTo>
                    <a:pt x="661" y="1641"/>
                    <a:pt x="494" y="1341"/>
                    <a:pt x="394" y="1014"/>
                  </a:cubicBezTo>
                  <a:cubicBezTo>
                    <a:pt x="287" y="688"/>
                    <a:pt x="254" y="341"/>
                    <a:pt x="29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5" name="Google Shape;2088;p36"/>
            <p:cNvSpPr/>
            <p:nvPr/>
          </p:nvSpPr>
          <p:spPr>
            <a:xfrm>
              <a:off x="1814411" y="3123945"/>
              <a:ext cx="51884" cy="89280"/>
            </a:xfrm>
            <a:custGeom>
              <a:avLst/>
              <a:gdLst/>
              <a:ahLst/>
              <a:cxnLst/>
              <a:rect l="l" t="t" r="r" b="b"/>
              <a:pathLst>
                <a:path w="1855" h="3192" extrusionOk="0">
                  <a:moveTo>
                    <a:pt x="1141" y="0"/>
                  </a:moveTo>
                  <a:cubicBezTo>
                    <a:pt x="441" y="260"/>
                    <a:pt x="1" y="1107"/>
                    <a:pt x="174" y="1887"/>
                  </a:cubicBezTo>
                  <a:cubicBezTo>
                    <a:pt x="346" y="2624"/>
                    <a:pt x="1038" y="3192"/>
                    <a:pt x="1749" y="3192"/>
                  </a:cubicBezTo>
                  <a:cubicBezTo>
                    <a:pt x="1784" y="3192"/>
                    <a:pt x="1820" y="3191"/>
                    <a:pt x="1855" y="3188"/>
                  </a:cubicBezTo>
                  <a:cubicBezTo>
                    <a:pt x="1155" y="3008"/>
                    <a:pt x="601" y="2461"/>
                    <a:pt x="461" y="1821"/>
                  </a:cubicBezTo>
                  <a:cubicBezTo>
                    <a:pt x="321" y="1181"/>
                    <a:pt x="574" y="460"/>
                    <a:pt x="114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6" name="Google Shape;2089;p36"/>
            <p:cNvSpPr/>
            <p:nvPr/>
          </p:nvSpPr>
          <p:spPr>
            <a:xfrm>
              <a:off x="1914404" y="3211603"/>
              <a:ext cx="220488" cy="18404"/>
            </a:xfrm>
            <a:custGeom>
              <a:avLst/>
              <a:gdLst/>
              <a:ahLst/>
              <a:cxnLst/>
              <a:rect l="l" t="t" r="r" b="b"/>
              <a:pathLst>
                <a:path w="7883" h="658" extrusionOk="0">
                  <a:moveTo>
                    <a:pt x="7882" y="0"/>
                  </a:moveTo>
                  <a:lnTo>
                    <a:pt x="7882" y="0"/>
                  </a:lnTo>
                  <a:cubicBezTo>
                    <a:pt x="6433" y="249"/>
                    <a:pt x="4970" y="373"/>
                    <a:pt x="3506" y="373"/>
                  </a:cubicBezTo>
                  <a:cubicBezTo>
                    <a:pt x="2335" y="373"/>
                    <a:pt x="1164" y="294"/>
                    <a:pt x="0" y="134"/>
                  </a:cubicBezTo>
                  <a:lnTo>
                    <a:pt x="0" y="134"/>
                  </a:lnTo>
                  <a:cubicBezTo>
                    <a:pt x="1177" y="483"/>
                    <a:pt x="2399" y="658"/>
                    <a:pt x="3625" y="658"/>
                  </a:cubicBezTo>
                  <a:cubicBezTo>
                    <a:pt x="3733" y="658"/>
                    <a:pt x="3840" y="657"/>
                    <a:pt x="3948" y="654"/>
                  </a:cubicBezTo>
                  <a:cubicBezTo>
                    <a:pt x="5282" y="627"/>
                    <a:pt x="6622" y="434"/>
                    <a:pt x="788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7" name="Google Shape;2090;p36"/>
            <p:cNvSpPr/>
            <p:nvPr/>
          </p:nvSpPr>
          <p:spPr>
            <a:xfrm>
              <a:off x="2160037" y="3173731"/>
              <a:ext cx="50010" cy="33788"/>
            </a:xfrm>
            <a:custGeom>
              <a:avLst/>
              <a:gdLst/>
              <a:ahLst/>
              <a:cxnLst/>
              <a:rect l="l" t="t" r="r" b="b"/>
              <a:pathLst>
                <a:path w="1788" h="1208" extrusionOk="0">
                  <a:moveTo>
                    <a:pt x="1788" y="1"/>
                  </a:moveTo>
                  <a:lnTo>
                    <a:pt x="1788" y="1"/>
                  </a:lnTo>
                  <a:cubicBezTo>
                    <a:pt x="1468" y="207"/>
                    <a:pt x="1188" y="407"/>
                    <a:pt x="901" y="608"/>
                  </a:cubicBezTo>
                  <a:cubicBezTo>
                    <a:pt x="607" y="808"/>
                    <a:pt x="307" y="988"/>
                    <a:pt x="1" y="1208"/>
                  </a:cubicBezTo>
                  <a:cubicBezTo>
                    <a:pt x="767" y="1161"/>
                    <a:pt x="1454" y="694"/>
                    <a:pt x="178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8" name="Google Shape;2091;p36"/>
            <p:cNvSpPr/>
            <p:nvPr/>
          </p:nvSpPr>
          <p:spPr>
            <a:xfrm>
              <a:off x="2656364" y="2141163"/>
              <a:ext cx="243619" cy="376448"/>
            </a:xfrm>
            <a:custGeom>
              <a:avLst/>
              <a:gdLst/>
              <a:ahLst/>
              <a:cxnLst/>
              <a:rect l="l" t="t" r="r" b="b"/>
              <a:pathLst>
                <a:path w="8710" h="13459" extrusionOk="0">
                  <a:moveTo>
                    <a:pt x="5053" y="0"/>
                  </a:moveTo>
                  <a:cubicBezTo>
                    <a:pt x="4802" y="0"/>
                    <a:pt x="4551" y="21"/>
                    <a:pt x="4301" y="61"/>
                  </a:cubicBezTo>
                  <a:cubicBezTo>
                    <a:pt x="1934" y="475"/>
                    <a:pt x="661" y="2715"/>
                    <a:pt x="661" y="2715"/>
                  </a:cubicBezTo>
                  <a:cubicBezTo>
                    <a:pt x="894" y="8270"/>
                    <a:pt x="0" y="13458"/>
                    <a:pt x="0" y="13458"/>
                  </a:cubicBezTo>
                  <a:cubicBezTo>
                    <a:pt x="0" y="13458"/>
                    <a:pt x="3061" y="12151"/>
                    <a:pt x="5262" y="9977"/>
                  </a:cubicBezTo>
                  <a:cubicBezTo>
                    <a:pt x="5809" y="9444"/>
                    <a:pt x="6289" y="8844"/>
                    <a:pt x="6682" y="8190"/>
                  </a:cubicBezTo>
                  <a:cubicBezTo>
                    <a:pt x="8596" y="4963"/>
                    <a:pt x="8709" y="381"/>
                    <a:pt x="5549" y="28"/>
                  </a:cubicBezTo>
                  <a:cubicBezTo>
                    <a:pt x="5384" y="9"/>
                    <a:pt x="5219" y="0"/>
                    <a:pt x="5053" y="0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9" name="Google Shape;2092;p36"/>
            <p:cNvSpPr/>
            <p:nvPr/>
          </p:nvSpPr>
          <p:spPr>
            <a:xfrm>
              <a:off x="2645903" y="2132940"/>
              <a:ext cx="255002" cy="397901"/>
            </a:xfrm>
            <a:custGeom>
              <a:avLst/>
              <a:gdLst/>
              <a:ahLst/>
              <a:cxnLst/>
              <a:rect l="l" t="t" r="r" b="b"/>
              <a:pathLst>
                <a:path w="9117" h="14226" extrusionOk="0">
                  <a:moveTo>
                    <a:pt x="5425" y="581"/>
                  </a:moveTo>
                  <a:cubicBezTo>
                    <a:pt x="5580" y="581"/>
                    <a:pt x="5735" y="590"/>
                    <a:pt x="5889" y="609"/>
                  </a:cubicBezTo>
                  <a:cubicBezTo>
                    <a:pt x="6736" y="709"/>
                    <a:pt x="7356" y="1135"/>
                    <a:pt x="7723" y="1882"/>
                  </a:cubicBezTo>
                  <a:cubicBezTo>
                    <a:pt x="8490" y="3423"/>
                    <a:pt x="8110" y="6137"/>
                    <a:pt x="6809" y="8344"/>
                  </a:cubicBezTo>
                  <a:cubicBezTo>
                    <a:pt x="6423" y="8971"/>
                    <a:pt x="5963" y="9544"/>
                    <a:pt x="5436" y="10058"/>
                  </a:cubicBezTo>
                  <a:cubicBezTo>
                    <a:pt x="3809" y="11672"/>
                    <a:pt x="1681" y="12805"/>
                    <a:pt x="741" y="13252"/>
                  </a:cubicBezTo>
                  <a:cubicBezTo>
                    <a:pt x="955" y="11785"/>
                    <a:pt x="1501" y="7544"/>
                    <a:pt x="1321" y="3083"/>
                  </a:cubicBezTo>
                  <a:cubicBezTo>
                    <a:pt x="1555" y="2716"/>
                    <a:pt x="2742" y="982"/>
                    <a:pt x="4722" y="642"/>
                  </a:cubicBezTo>
                  <a:cubicBezTo>
                    <a:pt x="4955" y="602"/>
                    <a:pt x="5191" y="581"/>
                    <a:pt x="5425" y="581"/>
                  </a:cubicBezTo>
                  <a:close/>
                  <a:moveTo>
                    <a:pt x="5401" y="1"/>
                  </a:moveTo>
                  <a:cubicBezTo>
                    <a:pt x="5144" y="1"/>
                    <a:pt x="4889" y="22"/>
                    <a:pt x="4635" y="68"/>
                  </a:cubicBezTo>
                  <a:cubicBezTo>
                    <a:pt x="2155" y="489"/>
                    <a:pt x="841" y="2769"/>
                    <a:pt x="781" y="2869"/>
                  </a:cubicBezTo>
                  <a:lnTo>
                    <a:pt x="741" y="2943"/>
                  </a:lnTo>
                  <a:lnTo>
                    <a:pt x="741" y="3023"/>
                  </a:lnTo>
                  <a:cubicBezTo>
                    <a:pt x="975" y="8484"/>
                    <a:pt x="88" y="13645"/>
                    <a:pt x="81" y="13705"/>
                  </a:cubicBezTo>
                  <a:lnTo>
                    <a:pt x="1" y="14226"/>
                  </a:lnTo>
                  <a:lnTo>
                    <a:pt x="488" y="14019"/>
                  </a:lnTo>
                  <a:cubicBezTo>
                    <a:pt x="621" y="13959"/>
                    <a:pt x="3635" y="12672"/>
                    <a:pt x="5849" y="10478"/>
                  </a:cubicBezTo>
                  <a:cubicBezTo>
                    <a:pt x="6416" y="9924"/>
                    <a:pt x="6909" y="9311"/>
                    <a:pt x="7316" y="8637"/>
                  </a:cubicBezTo>
                  <a:cubicBezTo>
                    <a:pt x="8730" y="6237"/>
                    <a:pt x="9117" y="3356"/>
                    <a:pt x="8256" y="1622"/>
                  </a:cubicBezTo>
                  <a:cubicBezTo>
                    <a:pt x="7803" y="702"/>
                    <a:pt x="7003" y="149"/>
                    <a:pt x="5969" y="35"/>
                  </a:cubicBezTo>
                  <a:cubicBezTo>
                    <a:pt x="5780" y="13"/>
                    <a:pt x="5590" y="1"/>
                    <a:pt x="540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0" name="Google Shape;2093;p36"/>
            <p:cNvSpPr/>
            <p:nvPr/>
          </p:nvSpPr>
          <p:spPr>
            <a:xfrm>
              <a:off x="2656364" y="2142869"/>
              <a:ext cx="147178" cy="374742"/>
            </a:xfrm>
            <a:custGeom>
              <a:avLst/>
              <a:gdLst/>
              <a:ahLst/>
              <a:cxnLst/>
              <a:rect l="l" t="t" r="r" b="b"/>
              <a:pathLst>
                <a:path w="5262" h="13398" extrusionOk="0">
                  <a:moveTo>
                    <a:pt x="4301" y="0"/>
                  </a:moveTo>
                  <a:cubicBezTo>
                    <a:pt x="1934" y="414"/>
                    <a:pt x="661" y="2654"/>
                    <a:pt x="661" y="2654"/>
                  </a:cubicBezTo>
                  <a:cubicBezTo>
                    <a:pt x="894" y="8216"/>
                    <a:pt x="0" y="13397"/>
                    <a:pt x="0" y="13397"/>
                  </a:cubicBezTo>
                  <a:cubicBezTo>
                    <a:pt x="0" y="13397"/>
                    <a:pt x="3061" y="12090"/>
                    <a:pt x="5262" y="9916"/>
                  </a:cubicBezTo>
                  <a:cubicBezTo>
                    <a:pt x="5068" y="9736"/>
                    <a:pt x="4848" y="9589"/>
                    <a:pt x="4702" y="9383"/>
                  </a:cubicBezTo>
                  <a:cubicBezTo>
                    <a:pt x="4428" y="9003"/>
                    <a:pt x="4402" y="8516"/>
                    <a:pt x="4395" y="8049"/>
                  </a:cubicBezTo>
                  <a:cubicBezTo>
                    <a:pt x="4328" y="5882"/>
                    <a:pt x="4268" y="3701"/>
                    <a:pt x="4201" y="1534"/>
                  </a:cubicBezTo>
                  <a:cubicBezTo>
                    <a:pt x="4188" y="1034"/>
                    <a:pt x="4188" y="494"/>
                    <a:pt x="4301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1" name="Google Shape;2094;p36"/>
            <p:cNvSpPr/>
            <p:nvPr/>
          </p:nvSpPr>
          <p:spPr>
            <a:xfrm>
              <a:off x="2678740" y="2191341"/>
              <a:ext cx="184294" cy="110649"/>
            </a:xfrm>
            <a:custGeom>
              <a:avLst/>
              <a:gdLst/>
              <a:ahLst/>
              <a:cxnLst/>
              <a:rect l="l" t="t" r="r" b="b"/>
              <a:pathLst>
                <a:path w="6589" h="3956" extrusionOk="0">
                  <a:moveTo>
                    <a:pt x="4069" y="1"/>
                  </a:moveTo>
                  <a:cubicBezTo>
                    <a:pt x="4058" y="1"/>
                    <a:pt x="4046" y="1"/>
                    <a:pt x="4035" y="1"/>
                  </a:cubicBezTo>
                  <a:cubicBezTo>
                    <a:pt x="1601" y="34"/>
                    <a:pt x="121" y="3402"/>
                    <a:pt x="67" y="3542"/>
                  </a:cubicBezTo>
                  <a:cubicBezTo>
                    <a:pt x="1" y="3695"/>
                    <a:pt x="67" y="3862"/>
                    <a:pt x="214" y="3929"/>
                  </a:cubicBezTo>
                  <a:lnTo>
                    <a:pt x="334" y="3955"/>
                  </a:lnTo>
                  <a:cubicBezTo>
                    <a:pt x="447" y="3955"/>
                    <a:pt x="554" y="3889"/>
                    <a:pt x="601" y="3782"/>
                  </a:cubicBezTo>
                  <a:cubicBezTo>
                    <a:pt x="614" y="3749"/>
                    <a:pt x="1981" y="615"/>
                    <a:pt x="4035" y="581"/>
                  </a:cubicBezTo>
                  <a:cubicBezTo>
                    <a:pt x="4622" y="581"/>
                    <a:pt x="5089" y="735"/>
                    <a:pt x="5422" y="1061"/>
                  </a:cubicBezTo>
                  <a:cubicBezTo>
                    <a:pt x="6002" y="1621"/>
                    <a:pt x="6009" y="2502"/>
                    <a:pt x="6009" y="2515"/>
                  </a:cubicBezTo>
                  <a:cubicBezTo>
                    <a:pt x="6009" y="2708"/>
                    <a:pt x="6154" y="2805"/>
                    <a:pt x="6299" y="2805"/>
                  </a:cubicBezTo>
                  <a:cubicBezTo>
                    <a:pt x="6444" y="2805"/>
                    <a:pt x="6589" y="2708"/>
                    <a:pt x="6589" y="2515"/>
                  </a:cubicBezTo>
                  <a:cubicBezTo>
                    <a:pt x="6589" y="2468"/>
                    <a:pt x="6582" y="1388"/>
                    <a:pt x="5842" y="655"/>
                  </a:cubicBezTo>
                  <a:cubicBezTo>
                    <a:pt x="5396" y="215"/>
                    <a:pt x="4800" y="1"/>
                    <a:pt x="406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2" name="Google Shape;2095;p36"/>
            <p:cNvSpPr/>
            <p:nvPr/>
          </p:nvSpPr>
          <p:spPr>
            <a:xfrm>
              <a:off x="2724052" y="2200683"/>
              <a:ext cx="69617" cy="172939"/>
            </a:xfrm>
            <a:custGeom>
              <a:avLst/>
              <a:gdLst/>
              <a:ahLst/>
              <a:cxnLst/>
              <a:rect l="l" t="t" r="r" b="b"/>
              <a:pathLst>
                <a:path w="2489" h="6183" extrusionOk="0">
                  <a:moveTo>
                    <a:pt x="1189" y="1"/>
                  </a:moveTo>
                  <a:cubicBezTo>
                    <a:pt x="944" y="1"/>
                    <a:pt x="766" y="349"/>
                    <a:pt x="1021" y="534"/>
                  </a:cubicBezTo>
                  <a:cubicBezTo>
                    <a:pt x="1048" y="554"/>
                    <a:pt x="1655" y="914"/>
                    <a:pt x="1775" y="1968"/>
                  </a:cubicBezTo>
                  <a:cubicBezTo>
                    <a:pt x="1888" y="3028"/>
                    <a:pt x="1315" y="4322"/>
                    <a:pt x="108" y="5695"/>
                  </a:cubicBezTo>
                  <a:cubicBezTo>
                    <a:pt x="1" y="5822"/>
                    <a:pt x="14" y="6002"/>
                    <a:pt x="141" y="6115"/>
                  </a:cubicBezTo>
                  <a:cubicBezTo>
                    <a:pt x="188" y="6155"/>
                    <a:pt x="254" y="6175"/>
                    <a:pt x="321" y="6182"/>
                  </a:cubicBezTo>
                  <a:cubicBezTo>
                    <a:pt x="408" y="6182"/>
                    <a:pt x="488" y="6142"/>
                    <a:pt x="548" y="6082"/>
                  </a:cubicBezTo>
                  <a:cubicBezTo>
                    <a:pt x="1888" y="4542"/>
                    <a:pt x="2488" y="3135"/>
                    <a:pt x="2348" y="1888"/>
                  </a:cubicBezTo>
                  <a:cubicBezTo>
                    <a:pt x="2275" y="1174"/>
                    <a:pt x="1922" y="514"/>
                    <a:pt x="1361" y="60"/>
                  </a:cubicBezTo>
                  <a:cubicBezTo>
                    <a:pt x="1303" y="19"/>
                    <a:pt x="1244" y="1"/>
                    <a:pt x="11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3" name="Google Shape;2096;p36"/>
            <p:cNvSpPr/>
            <p:nvPr/>
          </p:nvSpPr>
          <p:spPr>
            <a:xfrm>
              <a:off x="2675943" y="2461419"/>
              <a:ext cx="92721" cy="79351"/>
            </a:xfrm>
            <a:custGeom>
              <a:avLst/>
              <a:gdLst/>
              <a:ahLst/>
              <a:cxnLst/>
              <a:rect l="l" t="t" r="r" b="b"/>
              <a:pathLst>
                <a:path w="3315" h="2837" extrusionOk="0">
                  <a:moveTo>
                    <a:pt x="1894" y="1"/>
                  </a:moveTo>
                  <a:cubicBezTo>
                    <a:pt x="627" y="1"/>
                    <a:pt x="1" y="1521"/>
                    <a:pt x="887" y="2415"/>
                  </a:cubicBezTo>
                  <a:cubicBezTo>
                    <a:pt x="1176" y="2706"/>
                    <a:pt x="1533" y="2836"/>
                    <a:pt x="1883" y="2836"/>
                  </a:cubicBezTo>
                  <a:cubicBezTo>
                    <a:pt x="2608" y="2836"/>
                    <a:pt x="3304" y="2278"/>
                    <a:pt x="3308" y="1428"/>
                  </a:cubicBezTo>
                  <a:cubicBezTo>
                    <a:pt x="3315" y="641"/>
                    <a:pt x="2675" y="1"/>
                    <a:pt x="1894" y="1"/>
                  </a:cubicBezTo>
                  <a:close/>
                </a:path>
              </a:pathLst>
            </a:custGeom>
            <a:solidFill>
              <a:srgbClr val="B39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4" name="Google Shape;2097;p36"/>
            <p:cNvSpPr/>
            <p:nvPr/>
          </p:nvSpPr>
          <p:spPr>
            <a:xfrm>
              <a:off x="2670153" y="2457280"/>
              <a:ext cx="102622" cy="87938"/>
            </a:xfrm>
            <a:custGeom>
              <a:avLst/>
              <a:gdLst/>
              <a:ahLst/>
              <a:cxnLst/>
              <a:rect l="l" t="t" r="r" b="b"/>
              <a:pathLst>
                <a:path w="3669" h="3144" extrusionOk="0">
                  <a:moveTo>
                    <a:pt x="2101" y="296"/>
                  </a:moveTo>
                  <a:cubicBezTo>
                    <a:pt x="2802" y="302"/>
                    <a:pt x="3368" y="869"/>
                    <a:pt x="3375" y="1569"/>
                  </a:cubicBezTo>
                  <a:cubicBezTo>
                    <a:pt x="3375" y="2341"/>
                    <a:pt x="2745" y="2850"/>
                    <a:pt x="2088" y="2850"/>
                  </a:cubicBezTo>
                  <a:cubicBezTo>
                    <a:pt x="1775" y="2850"/>
                    <a:pt x="1455" y="2735"/>
                    <a:pt x="1194" y="2476"/>
                  </a:cubicBezTo>
                  <a:cubicBezTo>
                    <a:pt x="394" y="1669"/>
                    <a:pt x="961" y="296"/>
                    <a:pt x="2101" y="296"/>
                  </a:cubicBezTo>
                  <a:close/>
                  <a:moveTo>
                    <a:pt x="2084" y="1"/>
                  </a:moveTo>
                  <a:cubicBezTo>
                    <a:pt x="1699" y="1"/>
                    <a:pt x="1307" y="144"/>
                    <a:pt x="988" y="462"/>
                  </a:cubicBezTo>
                  <a:cubicBezTo>
                    <a:pt x="1" y="1449"/>
                    <a:pt x="701" y="3143"/>
                    <a:pt x="2101" y="3143"/>
                  </a:cubicBezTo>
                  <a:cubicBezTo>
                    <a:pt x="2962" y="3143"/>
                    <a:pt x="3668" y="2436"/>
                    <a:pt x="3668" y="1576"/>
                  </a:cubicBezTo>
                  <a:cubicBezTo>
                    <a:pt x="3668" y="628"/>
                    <a:pt x="2892" y="1"/>
                    <a:pt x="208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5" name="Google Shape;2098;p36"/>
            <p:cNvSpPr/>
            <p:nvPr/>
          </p:nvSpPr>
          <p:spPr>
            <a:xfrm>
              <a:off x="1227824" y="1627885"/>
              <a:ext cx="1493654" cy="1475138"/>
            </a:xfrm>
            <a:custGeom>
              <a:avLst/>
              <a:gdLst/>
              <a:ahLst/>
              <a:cxnLst/>
              <a:rect l="l" t="t" r="r" b="b"/>
              <a:pathLst>
                <a:path w="53402" h="52740" extrusionOk="0">
                  <a:moveTo>
                    <a:pt x="34783" y="1"/>
                  </a:moveTo>
                  <a:cubicBezTo>
                    <a:pt x="34783" y="1"/>
                    <a:pt x="36070" y="3102"/>
                    <a:pt x="36317" y="6622"/>
                  </a:cubicBezTo>
                  <a:cubicBezTo>
                    <a:pt x="36317" y="6622"/>
                    <a:pt x="34406" y="6318"/>
                    <a:pt x="31392" y="6318"/>
                  </a:cubicBezTo>
                  <a:cubicBezTo>
                    <a:pt x="29774" y="6318"/>
                    <a:pt x="27837" y="6406"/>
                    <a:pt x="25708" y="6676"/>
                  </a:cubicBezTo>
                  <a:cubicBezTo>
                    <a:pt x="25708" y="6676"/>
                    <a:pt x="25134" y="3162"/>
                    <a:pt x="27141" y="1"/>
                  </a:cubicBezTo>
                  <a:lnTo>
                    <a:pt x="27141" y="1"/>
                  </a:lnTo>
                  <a:cubicBezTo>
                    <a:pt x="27015" y="141"/>
                    <a:pt x="24921" y="2495"/>
                    <a:pt x="24454" y="6502"/>
                  </a:cubicBezTo>
                  <a:cubicBezTo>
                    <a:pt x="24454" y="6502"/>
                    <a:pt x="20399" y="6889"/>
                    <a:pt x="17539" y="8430"/>
                  </a:cubicBezTo>
                  <a:cubicBezTo>
                    <a:pt x="17539" y="8430"/>
                    <a:pt x="17879" y="4295"/>
                    <a:pt x="22413" y="954"/>
                  </a:cubicBezTo>
                  <a:lnTo>
                    <a:pt x="22413" y="954"/>
                  </a:lnTo>
                  <a:cubicBezTo>
                    <a:pt x="22267" y="1021"/>
                    <a:pt x="17452" y="3068"/>
                    <a:pt x="15985" y="8830"/>
                  </a:cubicBezTo>
                  <a:cubicBezTo>
                    <a:pt x="15985" y="8830"/>
                    <a:pt x="13117" y="9103"/>
                    <a:pt x="11210" y="10810"/>
                  </a:cubicBezTo>
                  <a:cubicBezTo>
                    <a:pt x="11210" y="10810"/>
                    <a:pt x="9477" y="13938"/>
                    <a:pt x="9837" y="21826"/>
                  </a:cubicBezTo>
                  <a:cubicBezTo>
                    <a:pt x="9837" y="21826"/>
                    <a:pt x="7995" y="19480"/>
                    <a:pt x="5456" y="19480"/>
                  </a:cubicBezTo>
                  <a:cubicBezTo>
                    <a:pt x="5287" y="19480"/>
                    <a:pt x="5116" y="19491"/>
                    <a:pt x="4942" y="19513"/>
                  </a:cubicBezTo>
                  <a:cubicBezTo>
                    <a:pt x="2141" y="19873"/>
                    <a:pt x="1" y="22793"/>
                    <a:pt x="1428" y="27001"/>
                  </a:cubicBezTo>
                  <a:cubicBezTo>
                    <a:pt x="2716" y="30817"/>
                    <a:pt x="7212" y="32702"/>
                    <a:pt x="10306" y="32702"/>
                  </a:cubicBezTo>
                  <a:cubicBezTo>
                    <a:pt x="10624" y="32702"/>
                    <a:pt x="10927" y="32682"/>
                    <a:pt x="11210" y="32643"/>
                  </a:cubicBezTo>
                  <a:cubicBezTo>
                    <a:pt x="11210" y="32643"/>
                    <a:pt x="12771" y="36104"/>
                    <a:pt x="15985" y="38311"/>
                  </a:cubicBezTo>
                  <a:cubicBezTo>
                    <a:pt x="19206" y="40518"/>
                    <a:pt x="22347" y="41832"/>
                    <a:pt x="22807" y="42545"/>
                  </a:cubicBezTo>
                  <a:cubicBezTo>
                    <a:pt x="23267" y="43265"/>
                    <a:pt x="23474" y="44633"/>
                    <a:pt x="23134" y="47080"/>
                  </a:cubicBezTo>
                  <a:cubicBezTo>
                    <a:pt x="22793" y="49534"/>
                    <a:pt x="22773" y="50427"/>
                    <a:pt x="24781" y="51441"/>
                  </a:cubicBezTo>
                  <a:cubicBezTo>
                    <a:pt x="26315" y="52208"/>
                    <a:pt x="28016" y="52739"/>
                    <a:pt x="30036" y="52739"/>
                  </a:cubicBezTo>
                  <a:cubicBezTo>
                    <a:pt x="30668" y="52739"/>
                    <a:pt x="31331" y="52687"/>
                    <a:pt x="32029" y="52575"/>
                  </a:cubicBezTo>
                  <a:cubicBezTo>
                    <a:pt x="32816" y="52441"/>
                    <a:pt x="33370" y="52281"/>
                    <a:pt x="33750" y="52081"/>
                  </a:cubicBezTo>
                  <a:cubicBezTo>
                    <a:pt x="34803" y="51554"/>
                    <a:pt x="34583" y="50774"/>
                    <a:pt x="34363" y="49767"/>
                  </a:cubicBezTo>
                  <a:cubicBezTo>
                    <a:pt x="34070" y="48400"/>
                    <a:pt x="33823" y="44639"/>
                    <a:pt x="34543" y="44039"/>
                  </a:cubicBezTo>
                  <a:cubicBezTo>
                    <a:pt x="35263" y="43439"/>
                    <a:pt x="41172" y="43979"/>
                    <a:pt x="47280" y="39444"/>
                  </a:cubicBezTo>
                  <a:cubicBezTo>
                    <a:pt x="53402" y="34910"/>
                    <a:pt x="53168" y="23207"/>
                    <a:pt x="52148" y="17065"/>
                  </a:cubicBezTo>
                  <a:cubicBezTo>
                    <a:pt x="51795" y="14945"/>
                    <a:pt x="51041" y="12844"/>
                    <a:pt x="50127" y="10930"/>
                  </a:cubicBezTo>
                  <a:cubicBezTo>
                    <a:pt x="48394" y="7276"/>
                    <a:pt x="46106" y="4268"/>
                    <a:pt x="44953" y="2988"/>
                  </a:cubicBezTo>
                  <a:lnTo>
                    <a:pt x="44953" y="2988"/>
                  </a:lnTo>
                  <a:cubicBezTo>
                    <a:pt x="44953" y="2989"/>
                    <a:pt x="47373" y="6863"/>
                    <a:pt x="47280" y="7576"/>
                  </a:cubicBezTo>
                  <a:cubicBezTo>
                    <a:pt x="47280" y="7576"/>
                    <a:pt x="43668" y="6687"/>
                    <a:pt x="39646" y="6687"/>
                  </a:cubicBezTo>
                  <a:cubicBezTo>
                    <a:pt x="39125" y="6687"/>
                    <a:pt x="38598" y="6702"/>
                    <a:pt x="38071" y="6736"/>
                  </a:cubicBezTo>
                  <a:cubicBezTo>
                    <a:pt x="38071" y="6736"/>
                    <a:pt x="36924" y="2441"/>
                    <a:pt x="34783" y="1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6" name="Google Shape;2099;p36"/>
            <p:cNvSpPr/>
            <p:nvPr/>
          </p:nvSpPr>
          <p:spPr>
            <a:xfrm>
              <a:off x="1239572" y="1585175"/>
              <a:ext cx="1481347" cy="1526099"/>
            </a:xfrm>
            <a:custGeom>
              <a:avLst/>
              <a:gdLst/>
              <a:ahLst/>
              <a:cxnLst/>
              <a:rect l="l" t="t" r="r" b="b"/>
              <a:pathLst>
                <a:path w="52962" h="54562" extrusionOk="0">
                  <a:moveTo>
                    <a:pt x="35290" y="3335"/>
                  </a:moveTo>
                  <a:cubicBezTo>
                    <a:pt x="36631" y="5622"/>
                    <a:pt x="37357" y="8303"/>
                    <a:pt x="37364" y="8336"/>
                  </a:cubicBezTo>
                  <a:lnTo>
                    <a:pt x="37431" y="8570"/>
                  </a:lnTo>
                  <a:lnTo>
                    <a:pt x="37664" y="8556"/>
                  </a:lnTo>
                  <a:cubicBezTo>
                    <a:pt x="38190" y="8522"/>
                    <a:pt x="38718" y="8507"/>
                    <a:pt x="39239" y="8507"/>
                  </a:cubicBezTo>
                  <a:cubicBezTo>
                    <a:pt x="43176" y="8507"/>
                    <a:pt x="46758" y="9372"/>
                    <a:pt x="46793" y="9390"/>
                  </a:cubicBezTo>
                  <a:lnTo>
                    <a:pt x="47113" y="9463"/>
                  </a:lnTo>
                  <a:lnTo>
                    <a:pt x="47153" y="9136"/>
                  </a:lnTo>
                  <a:cubicBezTo>
                    <a:pt x="47187" y="8916"/>
                    <a:pt x="47027" y="8470"/>
                    <a:pt x="46793" y="7936"/>
                  </a:cubicBezTo>
                  <a:lnTo>
                    <a:pt x="46793" y="7936"/>
                  </a:lnTo>
                  <a:cubicBezTo>
                    <a:pt x="47787" y="9423"/>
                    <a:pt x="48680" y="10970"/>
                    <a:pt x="49454" y="12584"/>
                  </a:cubicBezTo>
                  <a:cubicBezTo>
                    <a:pt x="50454" y="14698"/>
                    <a:pt x="51128" y="16738"/>
                    <a:pt x="51435" y="18639"/>
                  </a:cubicBezTo>
                  <a:cubicBezTo>
                    <a:pt x="52455" y="24787"/>
                    <a:pt x="52595" y="36357"/>
                    <a:pt x="46693" y="40738"/>
                  </a:cubicBezTo>
                  <a:cubicBezTo>
                    <a:pt x="42285" y="44006"/>
                    <a:pt x="37998" y="44599"/>
                    <a:pt x="35697" y="44926"/>
                  </a:cubicBezTo>
                  <a:cubicBezTo>
                    <a:pt x="34730" y="45059"/>
                    <a:pt x="34197" y="45133"/>
                    <a:pt x="33943" y="45339"/>
                  </a:cubicBezTo>
                  <a:cubicBezTo>
                    <a:pt x="33023" y="46113"/>
                    <a:pt x="33416" y="50214"/>
                    <a:pt x="33656" y="51361"/>
                  </a:cubicBezTo>
                  <a:lnTo>
                    <a:pt x="33683" y="51474"/>
                  </a:lnTo>
                  <a:cubicBezTo>
                    <a:pt x="33910" y="52495"/>
                    <a:pt x="33977" y="52961"/>
                    <a:pt x="33196" y="53348"/>
                  </a:cubicBezTo>
                  <a:cubicBezTo>
                    <a:pt x="32830" y="53541"/>
                    <a:pt x="32289" y="53695"/>
                    <a:pt x="31563" y="53808"/>
                  </a:cubicBezTo>
                  <a:cubicBezTo>
                    <a:pt x="30885" y="53922"/>
                    <a:pt x="30226" y="53979"/>
                    <a:pt x="29579" y="53979"/>
                  </a:cubicBezTo>
                  <a:cubicBezTo>
                    <a:pt x="27830" y="53979"/>
                    <a:pt x="26174" y="53560"/>
                    <a:pt x="24494" y="52708"/>
                  </a:cubicBezTo>
                  <a:cubicBezTo>
                    <a:pt x="22647" y="51768"/>
                    <a:pt x="22660" y="51041"/>
                    <a:pt x="23007" y="48647"/>
                  </a:cubicBezTo>
                  <a:cubicBezTo>
                    <a:pt x="23320" y="46400"/>
                    <a:pt x="23194" y="44806"/>
                    <a:pt x="22627" y="43926"/>
                  </a:cubicBezTo>
                  <a:cubicBezTo>
                    <a:pt x="22353" y="43492"/>
                    <a:pt x="21440" y="42972"/>
                    <a:pt x="20046" y="42198"/>
                  </a:cubicBezTo>
                  <a:cubicBezTo>
                    <a:pt x="18812" y="41512"/>
                    <a:pt x="17285" y="40665"/>
                    <a:pt x="15725" y="39598"/>
                  </a:cubicBezTo>
                  <a:cubicBezTo>
                    <a:pt x="12617" y="37464"/>
                    <a:pt x="11077" y="34083"/>
                    <a:pt x="11057" y="34050"/>
                  </a:cubicBezTo>
                  <a:lnTo>
                    <a:pt x="10970" y="33856"/>
                  </a:lnTo>
                  <a:lnTo>
                    <a:pt x="10750" y="33890"/>
                  </a:lnTo>
                  <a:cubicBezTo>
                    <a:pt x="10384" y="33940"/>
                    <a:pt x="10021" y="33964"/>
                    <a:pt x="9662" y="33964"/>
                  </a:cubicBezTo>
                  <a:cubicBezTo>
                    <a:pt x="5610" y="33964"/>
                    <a:pt x="2120" y="30910"/>
                    <a:pt x="1281" y="28435"/>
                  </a:cubicBezTo>
                  <a:cubicBezTo>
                    <a:pt x="608" y="26461"/>
                    <a:pt x="708" y="24620"/>
                    <a:pt x="1554" y="23253"/>
                  </a:cubicBezTo>
                  <a:cubicBezTo>
                    <a:pt x="2215" y="22186"/>
                    <a:pt x="3315" y="21480"/>
                    <a:pt x="4555" y="21326"/>
                  </a:cubicBezTo>
                  <a:cubicBezTo>
                    <a:pt x="4715" y="21306"/>
                    <a:pt x="4872" y="21297"/>
                    <a:pt x="5027" y="21297"/>
                  </a:cubicBezTo>
                  <a:cubicBezTo>
                    <a:pt x="7400" y="21297"/>
                    <a:pt x="9165" y="23508"/>
                    <a:pt x="9190" y="23534"/>
                  </a:cubicBezTo>
                  <a:lnTo>
                    <a:pt x="9750" y="24254"/>
                  </a:lnTo>
                  <a:lnTo>
                    <a:pt x="9710" y="23340"/>
                  </a:lnTo>
                  <a:cubicBezTo>
                    <a:pt x="9383" y="16125"/>
                    <a:pt x="10830" y="12917"/>
                    <a:pt x="11024" y="12524"/>
                  </a:cubicBezTo>
                  <a:cubicBezTo>
                    <a:pt x="12831" y="10930"/>
                    <a:pt x="15565" y="10650"/>
                    <a:pt x="15592" y="10650"/>
                  </a:cubicBezTo>
                  <a:lnTo>
                    <a:pt x="15792" y="10623"/>
                  </a:lnTo>
                  <a:lnTo>
                    <a:pt x="15845" y="10430"/>
                  </a:lnTo>
                  <a:cubicBezTo>
                    <a:pt x="16385" y="8263"/>
                    <a:pt x="17545" y="6296"/>
                    <a:pt x="19179" y="4769"/>
                  </a:cubicBezTo>
                  <a:lnTo>
                    <a:pt x="19179" y="4769"/>
                  </a:lnTo>
                  <a:cubicBezTo>
                    <a:pt x="17059" y="7396"/>
                    <a:pt x="16832" y="9797"/>
                    <a:pt x="16825" y="9930"/>
                  </a:cubicBezTo>
                  <a:lnTo>
                    <a:pt x="16779" y="10463"/>
                  </a:lnTo>
                  <a:lnTo>
                    <a:pt x="17252" y="10217"/>
                  </a:lnTo>
                  <a:cubicBezTo>
                    <a:pt x="20026" y="8723"/>
                    <a:pt x="24027" y="8323"/>
                    <a:pt x="24061" y="8323"/>
                  </a:cubicBezTo>
                  <a:lnTo>
                    <a:pt x="24294" y="8296"/>
                  </a:lnTo>
                  <a:lnTo>
                    <a:pt x="24327" y="8063"/>
                  </a:lnTo>
                  <a:cubicBezTo>
                    <a:pt x="24454" y="6969"/>
                    <a:pt x="24721" y="5896"/>
                    <a:pt x="25114" y="4869"/>
                  </a:cubicBezTo>
                  <a:lnTo>
                    <a:pt x="25114" y="4869"/>
                  </a:lnTo>
                  <a:cubicBezTo>
                    <a:pt x="24761" y="6722"/>
                    <a:pt x="24987" y="8163"/>
                    <a:pt x="25001" y="8256"/>
                  </a:cubicBezTo>
                  <a:lnTo>
                    <a:pt x="25047" y="8530"/>
                  </a:lnTo>
                  <a:lnTo>
                    <a:pt x="25328" y="8496"/>
                  </a:lnTo>
                  <a:cubicBezTo>
                    <a:pt x="27437" y="8228"/>
                    <a:pt x="29365" y="8140"/>
                    <a:pt x="30978" y="8140"/>
                  </a:cubicBezTo>
                  <a:cubicBezTo>
                    <a:pt x="33929" y="8140"/>
                    <a:pt x="35827" y="8432"/>
                    <a:pt x="35857" y="8436"/>
                  </a:cubicBezTo>
                  <a:lnTo>
                    <a:pt x="36217" y="8490"/>
                  </a:lnTo>
                  <a:lnTo>
                    <a:pt x="36190" y="8129"/>
                  </a:lnTo>
                  <a:cubicBezTo>
                    <a:pt x="36057" y="6502"/>
                    <a:pt x="35757" y="4895"/>
                    <a:pt x="35290" y="3335"/>
                  </a:cubicBezTo>
                  <a:close/>
                  <a:moveTo>
                    <a:pt x="33416" y="1"/>
                  </a:moveTo>
                  <a:lnTo>
                    <a:pt x="34097" y="1634"/>
                  </a:lnTo>
                  <a:cubicBezTo>
                    <a:pt x="34110" y="1668"/>
                    <a:pt x="35284" y="4528"/>
                    <a:pt x="35584" y="7816"/>
                  </a:cubicBezTo>
                  <a:cubicBezTo>
                    <a:pt x="34894" y="7726"/>
                    <a:pt x="33257" y="7560"/>
                    <a:pt x="31021" y="7560"/>
                  </a:cubicBezTo>
                  <a:cubicBezTo>
                    <a:pt x="29451" y="7560"/>
                    <a:pt x="27586" y="7642"/>
                    <a:pt x="25548" y="7889"/>
                  </a:cubicBezTo>
                  <a:cubicBezTo>
                    <a:pt x="25461" y="7016"/>
                    <a:pt x="25354" y="4215"/>
                    <a:pt x="26975" y="1688"/>
                  </a:cubicBezTo>
                  <a:lnTo>
                    <a:pt x="26515" y="1334"/>
                  </a:lnTo>
                  <a:cubicBezTo>
                    <a:pt x="26421" y="1434"/>
                    <a:pt x="24314" y="3768"/>
                    <a:pt x="23780" y="7763"/>
                  </a:cubicBezTo>
                  <a:cubicBezTo>
                    <a:pt x="22920" y="7863"/>
                    <a:pt x="19946" y="8283"/>
                    <a:pt x="17505" y="9436"/>
                  </a:cubicBezTo>
                  <a:cubicBezTo>
                    <a:pt x="17759" y="8229"/>
                    <a:pt x="18746" y="5235"/>
                    <a:pt x="22173" y="2715"/>
                  </a:cubicBezTo>
                  <a:lnTo>
                    <a:pt x="24027" y="1341"/>
                  </a:lnTo>
                  <a:lnTo>
                    <a:pt x="21887" y="2208"/>
                  </a:lnTo>
                  <a:cubicBezTo>
                    <a:pt x="21840" y="2228"/>
                    <a:pt x="16912" y="4288"/>
                    <a:pt x="15338" y="10090"/>
                  </a:cubicBezTo>
                  <a:cubicBezTo>
                    <a:pt x="14625" y="10190"/>
                    <a:pt x="12277" y="10610"/>
                    <a:pt x="10604" y="12124"/>
                  </a:cubicBezTo>
                  <a:lnTo>
                    <a:pt x="10557" y="12157"/>
                  </a:lnTo>
                  <a:lnTo>
                    <a:pt x="10537" y="12197"/>
                  </a:lnTo>
                  <a:cubicBezTo>
                    <a:pt x="10470" y="12331"/>
                    <a:pt x="8883" y="15271"/>
                    <a:pt x="9103" y="22573"/>
                  </a:cubicBezTo>
                  <a:cubicBezTo>
                    <a:pt x="8352" y="21846"/>
                    <a:pt x="6885" y="20717"/>
                    <a:pt x="5052" y="20717"/>
                  </a:cubicBezTo>
                  <a:cubicBezTo>
                    <a:pt x="4868" y="20717"/>
                    <a:pt x="4680" y="20728"/>
                    <a:pt x="4489" y="20753"/>
                  </a:cubicBezTo>
                  <a:cubicBezTo>
                    <a:pt x="3075" y="20933"/>
                    <a:pt x="1821" y="21733"/>
                    <a:pt x="1068" y="22940"/>
                  </a:cubicBezTo>
                  <a:cubicBezTo>
                    <a:pt x="121" y="24460"/>
                    <a:pt x="1" y="26474"/>
                    <a:pt x="734" y="28622"/>
                  </a:cubicBezTo>
                  <a:cubicBezTo>
                    <a:pt x="2054" y="32511"/>
                    <a:pt x="6646" y="34525"/>
                    <a:pt x="9895" y="34525"/>
                  </a:cubicBezTo>
                  <a:cubicBezTo>
                    <a:pt x="10144" y="34525"/>
                    <a:pt x="10386" y="34514"/>
                    <a:pt x="10617" y="34490"/>
                  </a:cubicBezTo>
                  <a:cubicBezTo>
                    <a:pt x="11004" y="35263"/>
                    <a:pt x="12551" y="38124"/>
                    <a:pt x="15405" y="40078"/>
                  </a:cubicBezTo>
                  <a:cubicBezTo>
                    <a:pt x="16979" y="41158"/>
                    <a:pt x="18592" y="42058"/>
                    <a:pt x="19759" y="42705"/>
                  </a:cubicBezTo>
                  <a:cubicBezTo>
                    <a:pt x="20926" y="43359"/>
                    <a:pt x="21947" y="43926"/>
                    <a:pt x="22140" y="44232"/>
                  </a:cubicBezTo>
                  <a:cubicBezTo>
                    <a:pt x="22480" y="44759"/>
                    <a:pt x="22807" y="45939"/>
                    <a:pt x="22427" y="48567"/>
                  </a:cubicBezTo>
                  <a:cubicBezTo>
                    <a:pt x="22087" y="50994"/>
                    <a:pt x="22027" y="52101"/>
                    <a:pt x="24241" y="53228"/>
                  </a:cubicBezTo>
                  <a:cubicBezTo>
                    <a:pt x="26008" y="54122"/>
                    <a:pt x="27748" y="54562"/>
                    <a:pt x="29589" y="54562"/>
                  </a:cubicBezTo>
                  <a:cubicBezTo>
                    <a:pt x="30282" y="54555"/>
                    <a:pt x="30976" y="54495"/>
                    <a:pt x="31656" y="54382"/>
                  </a:cubicBezTo>
                  <a:cubicBezTo>
                    <a:pt x="32449" y="54255"/>
                    <a:pt x="33043" y="54088"/>
                    <a:pt x="33463" y="53875"/>
                  </a:cubicBezTo>
                  <a:cubicBezTo>
                    <a:pt x="34677" y="53255"/>
                    <a:pt x="34457" y="52281"/>
                    <a:pt x="34257" y="51348"/>
                  </a:cubicBezTo>
                  <a:lnTo>
                    <a:pt x="34230" y="51234"/>
                  </a:lnTo>
                  <a:cubicBezTo>
                    <a:pt x="33883" y="49640"/>
                    <a:pt x="33796" y="46226"/>
                    <a:pt x="34317" y="45786"/>
                  </a:cubicBezTo>
                  <a:cubicBezTo>
                    <a:pt x="34443" y="45679"/>
                    <a:pt x="35124" y="45593"/>
                    <a:pt x="35777" y="45499"/>
                  </a:cubicBezTo>
                  <a:cubicBezTo>
                    <a:pt x="38124" y="45173"/>
                    <a:pt x="42512" y="44566"/>
                    <a:pt x="47033" y="41205"/>
                  </a:cubicBezTo>
                  <a:cubicBezTo>
                    <a:pt x="49814" y="39144"/>
                    <a:pt x="51561" y="35583"/>
                    <a:pt x="52261" y="30429"/>
                  </a:cubicBezTo>
                  <a:cubicBezTo>
                    <a:pt x="52962" y="25267"/>
                    <a:pt x="52335" y="20493"/>
                    <a:pt x="52015" y="18539"/>
                  </a:cubicBezTo>
                  <a:cubicBezTo>
                    <a:pt x="51688" y="16592"/>
                    <a:pt x="51001" y="14498"/>
                    <a:pt x="49981" y="12331"/>
                  </a:cubicBezTo>
                  <a:cubicBezTo>
                    <a:pt x="48354" y="8916"/>
                    <a:pt x="46153" y="5882"/>
                    <a:pt x="44753" y="4315"/>
                  </a:cubicBezTo>
                  <a:lnTo>
                    <a:pt x="44286" y="4662"/>
                  </a:lnTo>
                  <a:cubicBezTo>
                    <a:pt x="45226" y="6169"/>
                    <a:pt x="46213" y="7936"/>
                    <a:pt x="46493" y="8723"/>
                  </a:cubicBezTo>
                  <a:cubicBezTo>
                    <a:pt x="45404" y="8495"/>
                    <a:pt x="42425" y="7927"/>
                    <a:pt x="39214" y="7927"/>
                  </a:cubicBezTo>
                  <a:cubicBezTo>
                    <a:pt x="38767" y="7927"/>
                    <a:pt x="38316" y="7938"/>
                    <a:pt x="37864" y="7963"/>
                  </a:cubicBezTo>
                  <a:cubicBezTo>
                    <a:pt x="37598" y="7022"/>
                    <a:pt x="36491" y="3502"/>
                    <a:pt x="34583" y="1334"/>
                  </a:cubicBezTo>
                  <a:lnTo>
                    <a:pt x="33416" y="1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7" name="Google Shape;2100;p36"/>
            <p:cNvSpPr/>
            <p:nvPr/>
          </p:nvSpPr>
          <p:spPr>
            <a:xfrm>
              <a:off x="1227629" y="1627885"/>
              <a:ext cx="1402472" cy="1475166"/>
            </a:xfrm>
            <a:custGeom>
              <a:avLst/>
              <a:gdLst/>
              <a:ahLst/>
              <a:cxnLst/>
              <a:rect l="l" t="t" r="r" b="b"/>
              <a:pathLst>
                <a:path w="50142" h="52741" extrusionOk="0">
                  <a:moveTo>
                    <a:pt x="7710" y="21242"/>
                  </a:moveTo>
                  <a:cubicBezTo>
                    <a:pt x="8305" y="21242"/>
                    <a:pt x="8909" y="21394"/>
                    <a:pt x="9470" y="21733"/>
                  </a:cubicBezTo>
                  <a:cubicBezTo>
                    <a:pt x="11651" y="23060"/>
                    <a:pt x="11824" y="26781"/>
                    <a:pt x="10617" y="28762"/>
                  </a:cubicBezTo>
                  <a:cubicBezTo>
                    <a:pt x="10021" y="29727"/>
                    <a:pt x="8988" y="30533"/>
                    <a:pt x="7869" y="30533"/>
                  </a:cubicBezTo>
                  <a:cubicBezTo>
                    <a:pt x="7774" y="30533"/>
                    <a:pt x="7679" y="30527"/>
                    <a:pt x="7583" y="30515"/>
                  </a:cubicBezTo>
                  <a:cubicBezTo>
                    <a:pt x="6356" y="30369"/>
                    <a:pt x="5449" y="29248"/>
                    <a:pt x="4869" y="28148"/>
                  </a:cubicBezTo>
                  <a:cubicBezTo>
                    <a:pt x="4282" y="27048"/>
                    <a:pt x="3895" y="25914"/>
                    <a:pt x="3955" y="24714"/>
                  </a:cubicBezTo>
                  <a:cubicBezTo>
                    <a:pt x="4067" y="22742"/>
                    <a:pt x="5845" y="21242"/>
                    <a:pt x="7710" y="21242"/>
                  </a:cubicBezTo>
                  <a:close/>
                  <a:moveTo>
                    <a:pt x="34790" y="1"/>
                  </a:moveTo>
                  <a:cubicBezTo>
                    <a:pt x="34790" y="1"/>
                    <a:pt x="36077" y="3102"/>
                    <a:pt x="36324" y="6616"/>
                  </a:cubicBezTo>
                  <a:cubicBezTo>
                    <a:pt x="36324" y="6616"/>
                    <a:pt x="34426" y="6316"/>
                    <a:pt x="31429" y="6316"/>
                  </a:cubicBezTo>
                  <a:cubicBezTo>
                    <a:pt x="29804" y="6316"/>
                    <a:pt x="27857" y="6404"/>
                    <a:pt x="25715" y="6676"/>
                  </a:cubicBezTo>
                  <a:cubicBezTo>
                    <a:pt x="25715" y="6676"/>
                    <a:pt x="25141" y="3162"/>
                    <a:pt x="27148" y="1"/>
                  </a:cubicBezTo>
                  <a:lnTo>
                    <a:pt x="27148" y="1"/>
                  </a:lnTo>
                  <a:cubicBezTo>
                    <a:pt x="27022" y="141"/>
                    <a:pt x="24934" y="2495"/>
                    <a:pt x="24468" y="6502"/>
                  </a:cubicBezTo>
                  <a:cubicBezTo>
                    <a:pt x="24468" y="6502"/>
                    <a:pt x="20406" y="6883"/>
                    <a:pt x="17546" y="8430"/>
                  </a:cubicBezTo>
                  <a:cubicBezTo>
                    <a:pt x="17546" y="8430"/>
                    <a:pt x="17886" y="4295"/>
                    <a:pt x="22420" y="948"/>
                  </a:cubicBezTo>
                  <a:lnTo>
                    <a:pt x="22420" y="948"/>
                  </a:lnTo>
                  <a:cubicBezTo>
                    <a:pt x="22274" y="1014"/>
                    <a:pt x="17466" y="3068"/>
                    <a:pt x="15999" y="8830"/>
                  </a:cubicBezTo>
                  <a:cubicBezTo>
                    <a:pt x="15999" y="8830"/>
                    <a:pt x="13131" y="9103"/>
                    <a:pt x="11217" y="10810"/>
                  </a:cubicBezTo>
                  <a:cubicBezTo>
                    <a:pt x="11217" y="10810"/>
                    <a:pt x="9484" y="13938"/>
                    <a:pt x="9844" y="21826"/>
                  </a:cubicBezTo>
                  <a:cubicBezTo>
                    <a:pt x="9844" y="21826"/>
                    <a:pt x="8014" y="19480"/>
                    <a:pt x="5465" y="19480"/>
                  </a:cubicBezTo>
                  <a:cubicBezTo>
                    <a:pt x="5296" y="19480"/>
                    <a:pt x="5124" y="19491"/>
                    <a:pt x="4949" y="19513"/>
                  </a:cubicBezTo>
                  <a:cubicBezTo>
                    <a:pt x="2142" y="19873"/>
                    <a:pt x="1" y="22793"/>
                    <a:pt x="1435" y="27001"/>
                  </a:cubicBezTo>
                  <a:cubicBezTo>
                    <a:pt x="2735" y="30817"/>
                    <a:pt x="7221" y="32702"/>
                    <a:pt x="10313" y="32702"/>
                  </a:cubicBezTo>
                  <a:cubicBezTo>
                    <a:pt x="10631" y="32702"/>
                    <a:pt x="10934" y="32682"/>
                    <a:pt x="11217" y="32643"/>
                  </a:cubicBezTo>
                  <a:cubicBezTo>
                    <a:pt x="11217" y="32643"/>
                    <a:pt x="12771" y="36104"/>
                    <a:pt x="15999" y="38311"/>
                  </a:cubicBezTo>
                  <a:cubicBezTo>
                    <a:pt x="19219" y="40518"/>
                    <a:pt x="22354" y="41832"/>
                    <a:pt x="22814" y="42545"/>
                  </a:cubicBezTo>
                  <a:cubicBezTo>
                    <a:pt x="23274" y="43259"/>
                    <a:pt x="23487" y="44639"/>
                    <a:pt x="23141" y="47080"/>
                  </a:cubicBezTo>
                  <a:cubicBezTo>
                    <a:pt x="22787" y="49520"/>
                    <a:pt x="22800" y="50421"/>
                    <a:pt x="24788" y="51441"/>
                  </a:cubicBezTo>
                  <a:cubicBezTo>
                    <a:pt x="26305" y="52212"/>
                    <a:pt x="28011" y="52740"/>
                    <a:pt x="30032" y="52740"/>
                  </a:cubicBezTo>
                  <a:cubicBezTo>
                    <a:pt x="30668" y="52740"/>
                    <a:pt x="31334" y="52688"/>
                    <a:pt x="32036" y="52575"/>
                  </a:cubicBezTo>
                  <a:cubicBezTo>
                    <a:pt x="32823" y="52441"/>
                    <a:pt x="33377" y="52281"/>
                    <a:pt x="33757" y="52081"/>
                  </a:cubicBezTo>
                  <a:cubicBezTo>
                    <a:pt x="32910" y="51841"/>
                    <a:pt x="31970" y="51754"/>
                    <a:pt x="31089" y="51741"/>
                  </a:cubicBezTo>
                  <a:cubicBezTo>
                    <a:pt x="29182" y="51688"/>
                    <a:pt x="27022" y="51641"/>
                    <a:pt x="25755" y="50214"/>
                  </a:cubicBezTo>
                  <a:cubicBezTo>
                    <a:pt x="24107" y="48347"/>
                    <a:pt x="25034" y="45413"/>
                    <a:pt x="24368" y="43012"/>
                  </a:cubicBezTo>
                  <a:cubicBezTo>
                    <a:pt x="23814" y="40998"/>
                    <a:pt x="22174" y="39498"/>
                    <a:pt x="20953" y="37784"/>
                  </a:cubicBezTo>
                  <a:cubicBezTo>
                    <a:pt x="17332" y="32669"/>
                    <a:pt x="17646" y="25834"/>
                    <a:pt x="18119" y="19573"/>
                  </a:cubicBezTo>
                  <a:cubicBezTo>
                    <a:pt x="18399" y="15932"/>
                    <a:pt x="18873" y="11877"/>
                    <a:pt x="21673" y="9537"/>
                  </a:cubicBezTo>
                  <a:cubicBezTo>
                    <a:pt x="23941" y="7643"/>
                    <a:pt x="27135" y="7409"/>
                    <a:pt x="30089" y="7409"/>
                  </a:cubicBezTo>
                  <a:cubicBezTo>
                    <a:pt x="30186" y="7409"/>
                    <a:pt x="30283" y="7409"/>
                    <a:pt x="30380" y="7409"/>
                  </a:cubicBezTo>
                  <a:cubicBezTo>
                    <a:pt x="35141" y="7409"/>
                    <a:pt x="40146" y="7576"/>
                    <a:pt x="44793" y="8570"/>
                  </a:cubicBezTo>
                  <a:cubicBezTo>
                    <a:pt x="46327" y="8896"/>
                    <a:pt x="48214" y="9997"/>
                    <a:pt x="50141" y="10930"/>
                  </a:cubicBezTo>
                  <a:cubicBezTo>
                    <a:pt x="48407" y="7276"/>
                    <a:pt x="46113" y="4268"/>
                    <a:pt x="44960" y="2981"/>
                  </a:cubicBezTo>
                  <a:lnTo>
                    <a:pt x="44960" y="2981"/>
                  </a:lnTo>
                  <a:cubicBezTo>
                    <a:pt x="44960" y="2982"/>
                    <a:pt x="47380" y="6863"/>
                    <a:pt x="47287" y="7576"/>
                  </a:cubicBezTo>
                  <a:cubicBezTo>
                    <a:pt x="47287" y="7576"/>
                    <a:pt x="43675" y="6687"/>
                    <a:pt x="39653" y="6687"/>
                  </a:cubicBezTo>
                  <a:cubicBezTo>
                    <a:pt x="39132" y="6687"/>
                    <a:pt x="38605" y="6702"/>
                    <a:pt x="38078" y="6736"/>
                  </a:cubicBezTo>
                  <a:cubicBezTo>
                    <a:pt x="38078" y="6736"/>
                    <a:pt x="36938" y="2441"/>
                    <a:pt x="34790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8" name="Google Shape;2101;p36"/>
            <p:cNvSpPr/>
            <p:nvPr/>
          </p:nvSpPr>
          <p:spPr>
            <a:xfrm>
              <a:off x="1655514" y="2022374"/>
              <a:ext cx="23886" cy="198671"/>
            </a:xfrm>
            <a:custGeom>
              <a:avLst/>
              <a:gdLst/>
              <a:ahLst/>
              <a:cxnLst/>
              <a:rect l="l" t="t" r="r" b="b"/>
              <a:pathLst>
                <a:path w="854" h="7103" extrusionOk="0">
                  <a:moveTo>
                    <a:pt x="854" y="0"/>
                  </a:moveTo>
                  <a:lnTo>
                    <a:pt x="854" y="0"/>
                  </a:lnTo>
                  <a:cubicBezTo>
                    <a:pt x="314" y="1094"/>
                    <a:pt x="54" y="2321"/>
                    <a:pt x="34" y="3541"/>
                  </a:cubicBezTo>
                  <a:cubicBezTo>
                    <a:pt x="0" y="4768"/>
                    <a:pt x="247" y="5982"/>
                    <a:pt x="747" y="7102"/>
                  </a:cubicBezTo>
                  <a:cubicBezTo>
                    <a:pt x="447" y="5942"/>
                    <a:pt x="307" y="4742"/>
                    <a:pt x="320" y="3541"/>
                  </a:cubicBezTo>
                  <a:cubicBezTo>
                    <a:pt x="347" y="2341"/>
                    <a:pt x="527" y="1154"/>
                    <a:pt x="85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9" name="Google Shape;2102;p36"/>
            <p:cNvSpPr/>
            <p:nvPr/>
          </p:nvSpPr>
          <p:spPr>
            <a:xfrm>
              <a:off x="1661108" y="2282188"/>
              <a:ext cx="59352" cy="397873"/>
            </a:xfrm>
            <a:custGeom>
              <a:avLst/>
              <a:gdLst/>
              <a:ahLst/>
              <a:cxnLst/>
              <a:rect l="l" t="t" r="r" b="b"/>
              <a:pathLst>
                <a:path w="2122" h="14225" extrusionOk="0">
                  <a:moveTo>
                    <a:pt x="341" y="1"/>
                  </a:moveTo>
                  <a:cubicBezTo>
                    <a:pt x="0" y="2381"/>
                    <a:pt x="154" y="4822"/>
                    <a:pt x="534" y="7189"/>
                  </a:cubicBezTo>
                  <a:cubicBezTo>
                    <a:pt x="721" y="8383"/>
                    <a:pt x="954" y="9556"/>
                    <a:pt x="1214" y="10737"/>
                  </a:cubicBezTo>
                  <a:cubicBezTo>
                    <a:pt x="1354" y="11317"/>
                    <a:pt x="1481" y="11904"/>
                    <a:pt x="1641" y="12484"/>
                  </a:cubicBezTo>
                  <a:cubicBezTo>
                    <a:pt x="1801" y="13071"/>
                    <a:pt x="1954" y="13651"/>
                    <a:pt x="2121" y="14224"/>
                  </a:cubicBezTo>
                  <a:cubicBezTo>
                    <a:pt x="1901" y="13044"/>
                    <a:pt x="1654" y="11877"/>
                    <a:pt x="1441" y="10690"/>
                  </a:cubicBezTo>
                  <a:cubicBezTo>
                    <a:pt x="1221" y="9510"/>
                    <a:pt x="1001" y="8336"/>
                    <a:pt x="814" y="7149"/>
                  </a:cubicBezTo>
                  <a:cubicBezTo>
                    <a:pt x="441" y="4782"/>
                    <a:pt x="221" y="2401"/>
                    <a:pt x="34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0" name="Google Shape;2103;p36"/>
            <p:cNvSpPr/>
            <p:nvPr/>
          </p:nvSpPr>
          <p:spPr>
            <a:xfrm>
              <a:off x="1281163" y="2198837"/>
              <a:ext cx="76498" cy="115097"/>
            </a:xfrm>
            <a:custGeom>
              <a:avLst/>
              <a:gdLst/>
              <a:ahLst/>
              <a:cxnLst/>
              <a:rect l="l" t="t" r="r" b="b"/>
              <a:pathLst>
                <a:path w="2735" h="4115" extrusionOk="0">
                  <a:moveTo>
                    <a:pt x="2498" y="0"/>
                  </a:moveTo>
                  <a:cubicBezTo>
                    <a:pt x="2128" y="0"/>
                    <a:pt x="1752" y="179"/>
                    <a:pt x="1461" y="420"/>
                  </a:cubicBezTo>
                  <a:cubicBezTo>
                    <a:pt x="1121" y="720"/>
                    <a:pt x="834" y="1087"/>
                    <a:pt x="628" y="1493"/>
                  </a:cubicBezTo>
                  <a:cubicBezTo>
                    <a:pt x="208" y="2294"/>
                    <a:pt x="1" y="3221"/>
                    <a:pt x="121" y="4114"/>
                  </a:cubicBezTo>
                  <a:cubicBezTo>
                    <a:pt x="221" y="3247"/>
                    <a:pt x="481" y="2407"/>
                    <a:pt x="888" y="1634"/>
                  </a:cubicBezTo>
                  <a:cubicBezTo>
                    <a:pt x="1074" y="1247"/>
                    <a:pt x="1321" y="893"/>
                    <a:pt x="1621" y="587"/>
                  </a:cubicBezTo>
                  <a:cubicBezTo>
                    <a:pt x="1908" y="287"/>
                    <a:pt x="2288" y="46"/>
                    <a:pt x="2735" y="26"/>
                  </a:cubicBezTo>
                  <a:cubicBezTo>
                    <a:pt x="2657" y="9"/>
                    <a:pt x="2577" y="0"/>
                    <a:pt x="249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1" name="Google Shape;2104;p36"/>
            <p:cNvSpPr/>
            <p:nvPr/>
          </p:nvSpPr>
          <p:spPr>
            <a:xfrm>
              <a:off x="1305245" y="2405479"/>
              <a:ext cx="104664" cy="86008"/>
            </a:xfrm>
            <a:custGeom>
              <a:avLst/>
              <a:gdLst/>
              <a:ahLst/>
              <a:cxnLst/>
              <a:rect l="l" t="t" r="r" b="b"/>
              <a:pathLst>
                <a:path w="3742" h="3075" extrusionOk="0">
                  <a:moveTo>
                    <a:pt x="0" y="0"/>
                  </a:moveTo>
                  <a:cubicBezTo>
                    <a:pt x="400" y="734"/>
                    <a:pt x="907" y="1401"/>
                    <a:pt x="1507" y="1981"/>
                  </a:cubicBezTo>
                  <a:cubicBezTo>
                    <a:pt x="2121" y="2548"/>
                    <a:pt x="2894" y="3015"/>
                    <a:pt x="3741" y="3075"/>
                  </a:cubicBezTo>
                  <a:cubicBezTo>
                    <a:pt x="2961" y="2794"/>
                    <a:pt x="2307" y="2308"/>
                    <a:pt x="1707" y="1768"/>
                  </a:cubicBezTo>
                  <a:cubicBezTo>
                    <a:pt x="1107" y="1227"/>
                    <a:pt x="587" y="594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2" name="Google Shape;2105;p36"/>
            <p:cNvSpPr/>
            <p:nvPr/>
          </p:nvSpPr>
          <p:spPr>
            <a:xfrm>
              <a:off x="2755965" y="2157525"/>
              <a:ext cx="81337" cy="27886"/>
            </a:xfrm>
            <a:custGeom>
              <a:avLst/>
              <a:gdLst/>
              <a:ahLst/>
              <a:cxnLst/>
              <a:rect l="l" t="t" r="r" b="b"/>
              <a:pathLst>
                <a:path w="2908" h="997" extrusionOk="0">
                  <a:moveTo>
                    <a:pt x="1647" y="1"/>
                  </a:moveTo>
                  <a:cubicBezTo>
                    <a:pt x="1611" y="1"/>
                    <a:pt x="1576" y="2"/>
                    <a:pt x="1541" y="3"/>
                  </a:cubicBezTo>
                  <a:cubicBezTo>
                    <a:pt x="1241" y="30"/>
                    <a:pt x="941" y="103"/>
                    <a:pt x="667" y="223"/>
                  </a:cubicBezTo>
                  <a:cubicBezTo>
                    <a:pt x="380" y="336"/>
                    <a:pt x="147" y="550"/>
                    <a:pt x="0" y="823"/>
                  </a:cubicBezTo>
                  <a:cubicBezTo>
                    <a:pt x="214" y="637"/>
                    <a:pt x="474" y="503"/>
                    <a:pt x="747" y="436"/>
                  </a:cubicBezTo>
                  <a:cubicBezTo>
                    <a:pt x="1014" y="363"/>
                    <a:pt x="1281" y="316"/>
                    <a:pt x="1554" y="296"/>
                  </a:cubicBezTo>
                  <a:cubicBezTo>
                    <a:pt x="1615" y="289"/>
                    <a:pt x="1677" y="285"/>
                    <a:pt x="1738" y="285"/>
                  </a:cubicBezTo>
                  <a:cubicBezTo>
                    <a:pt x="1942" y="285"/>
                    <a:pt x="2144" y="328"/>
                    <a:pt x="2334" y="410"/>
                  </a:cubicBezTo>
                  <a:cubicBezTo>
                    <a:pt x="2581" y="523"/>
                    <a:pt x="2781" y="737"/>
                    <a:pt x="2881" y="997"/>
                  </a:cubicBezTo>
                  <a:cubicBezTo>
                    <a:pt x="2908" y="690"/>
                    <a:pt x="2714" y="396"/>
                    <a:pt x="2448" y="210"/>
                  </a:cubicBezTo>
                  <a:cubicBezTo>
                    <a:pt x="2211" y="50"/>
                    <a:pt x="1923" y="1"/>
                    <a:pt x="164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3" name="Google Shape;2106;p36"/>
            <p:cNvSpPr/>
            <p:nvPr/>
          </p:nvSpPr>
          <p:spPr>
            <a:xfrm>
              <a:off x="2756525" y="2309598"/>
              <a:ext cx="90847" cy="117166"/>
            </a:xfrm>
            <a:custGeom>
              <a:avLst/>
              <a:gdLst/>
              <a:ahLst/>
              <a:cxnLst/>
              <a:rect l="l" t="t" r="r" b="b"/>
              <a:pathLst>
                <a:path w="3248" h="4189" extrusionOk="0">
                  <a:moveTo>
                    <a:pt x="3248" y="1"/>
                  </a:moveTo>
                  <a:lnTo>
                    <a:pt x="3248" y="1"/>
                  </a:lnTo>
                  <a:cubicBezTo>
                    <a:pt x="2688" y="701"/>
                    <a:pt x="2161" y="1401"/>
                    <a:pt x="1627" y="2101"/>
                  </a:cubicBezTo>
                  <a:cubicBezTo>
                    <a:pt x="1094" y="2802"/>
                    <a:pt x="547" y="3475"/>
                    <a:pt x="0" y="4189"/>
                  </a:cubicBezTo>
                  <a:cubicBezTo>
                    <a:pt x="694" y="3628"/>
                    <a:pt x="1321" y="2982"/>
                    <a:pt x="1861" y="2275"/>
                  </a:cubicBezTo>
                  <a:cubicBezTo>
                    <a:pt x="2414" y="1575"/>
                    <a:pt x="2881" y="814"/>
                    <a:pt x="324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4" name="Google Shape;2107;p36"/>
            <p:cNvSpPr/>
            <p:nvPr/>
          </p:nvSpPr>
          <p:spPr>
            <a:xfrm>
              <a:off x="1769463" y="2696619"/>
              <a:ext cx="111377" cy="73897"/>
            </a:xfrm>
            <a:custGeom>
              <a:avLst/>
              <a:gdLst/>
              <a:ahLst/>
              <a:cxnLst/>
              <a:rect l="l" t="t" r="r" b="b"/>
              <a:pathLst>
                <a:path w="3982" h="2642" extrusionOk="0">
                  <a:moveTo>
                    <a:pt x="1" y="1"/>
                  </a:moveTo>
                  <a:lnTo>
                    <a:pt x="1" y="1"/>
                  </a:lnTo>
                  <a:cubicBezTo>
                    <a:pt x="328" y="768"/>
                    <a:pt x="914" y="1428"/>
                    <a:pt x="1615" y="1888"/>
                  </a:cubicBezTo>
                  <a:cubicBezTo>
                    <a:pt x="2315" y="2341"/>
                    <a:pt x="3148" y="2635"/>
                    <a:pt x="3982" y="2642"/>
                  </a:cubicBezTo>
                  <a:cubicBezTo>
                    <a:pt x="3202" y="2421"/>
                    <a:pt x="2455" y="2088"/>
                    <a:pt x="1775" y="1641"/>
                  </a:cubicBezTo>
                  <a:cubicBezTo>
                    <a:pt x="1101" y="1188"/>
                    <a:pt x="501" y="634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5" name="Google Shape;2108;p36"/>
            <p:cNvSpPr/>
            <p:nvPr/>
          </p:nvSpPr>
          <p:spPr>
            <a:xfrm>
              <a:off x="1906740" y="2807240"/>
              <a:ext cx="12894" cy="156688"/>
            </a:xfrm>
            <a:custGeom>
              <a:avLst/>
              <a:gdLst/>
              <a:ahLst/>
              <a:cxnLst/>
              <a:rect l="l" t="t" r="r" b="b"/>
              <a:pathLst>
                <a:path w="461" h="5602" extrusionOk="0">
                  <a:moveTo>
                    <a:pt x="1" y="0"/>
                  </a:moveTo>
                  <a:lnTo>
                    <a:pt x="1" y="0"/>
                  </a:lnTo>
                  <a:cubicBezTo>
                    <a:pt x="128" y="920"/>
                    <a:pt x="181" y="1854"/>
                    <a:pt x="148" y="2788"/>
                  </a:cubicBezTo>
                  <a:cubicBezTo>
                    <a:pt x="134" y="3721"/>
                    <a:pt x="54" y="4655"/>
                    <a:pt x="54" y="5602"/>
                  </a:cubicBezTo>
                  <a:cubicBezTo>
                    <a:pt x="288" y="4681"/>
                    <a:pt x="414" y="3741"/>
                    <a:pt x="441" y="2801"/>
                  </a:cubicBezTo>
                  <a:cubicBezTo>
                    <a:pt x="461" y="1854"/>
                    <a:pt x="361" y="880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6" name="Google Shape;2109;p36"/>
            <p:cNvSpPr/>
            <p:nvPr/>
          </p:nvSpPr>
          <p:spPr>
            <a:xfrm>
              <a:off x="2160400" y="2550951"/>
              <a:ext cx="50206" cy="22264"/>
            </a:xfrm>
            <a:custGeom>
              <a:avLst/>
              <a:gdLst/>
              <a:ahLst/>
              <a:cxnLst/>
              <a:rect l="l" t="t" r="r" b="b"/>
              <a:pathLst>
                <a:path w="1795" h="796" extrusionOk="0">
                  <a:moveTo>
                    <a:pt x="1" y="1"/>
                  </a:moveTo>
                  <a:lnTo>
                    <a:pt x="1" y="1"/>
                  </a:lnTo>
                  <a:cubicBezTo>
                    <a:pt x="348" y="498"/>
                    <a:pt x="916" y="795"/>
                    <a:pt x="1518" y="795"/>
                  </a:cubicBezTo>
                  <a:cubicBezTo>
                    <a:pt x="1610" y="795"/>
                    <a:pt x="1702" y="788"/>
                    <a:pt x="1795" y="774"/>
                  </a:cubicBezTo>
                  <a:cubicBezTo>
                    <a:pt x="1475" y="614"/>
                    <a:pt x="1195" y="494"/>
                    <a:pt x="901" y="374"/>
                  </a:cubicBezTo>
                  <a:cubicBezTo>
                    <a:pt x="608" y="261"/>
                    <a:pt x="328" y="114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7" name="Google Shape;2110;p36"/>
            <p:cNvSpPr/>
            <p:nvPr/>
          </p:nvSpPr>
          <p:spPr>
            <a:xfrm>
              <a:off x="2097552" y="1826752"/>
              <a:ext cx="130788" cy="20334"/>
            </a:xfrm>
            <a:custGeom>
              <a:avLst/>
              <a:gdLst/>
              <a:ahLst/>
              <a:cxnLst/>
              <a:rect l="l" t="t" r="r" b="b"/>
              <a:pathLst>
                <a:path w="4676" h="727" extrusionOk="0">
                  <a:moveTo>
                    <a:pt x="1790" y="1"/>
                  </a:moveTo>
                  <a:cubicBezTo>
                    <a:pt x="1180" y="1"/>
                    <a:pt x="575" y="101"/>
                    <a:pt x="1" y="293"/>
                  </a:cubicBezTo>
                  <a:cubicBezTo>
                    <a:pt x="326" y="270"/>
                    <a:pt x="654" y="260"/>
                    <a:pt x="983" y="260"/>
                  </a:cubicBezTo>
                  <a:cubicBezTo>
                    <a:pt x="1441" y="260"/>
                    <a:pt x="1900" y="280"/>
                    <a:pt x="2355" y="319"/>
                  </a:cubicBezTo>
                  <a:cubicBezTo>
                    <a:pt x="3135" y="399"/>
                    <a:pt x="3908" y="539"/>
                    <a:pt x="4675" y="726"/>
                  </a:cubicBezTo>
                  <a:cubicBezTo>
                    <a:pt x="3968" y="333"/>
                    <a:pt x="3188" y="99"/>
                    <a:pt x="2381" y="33"/>
                  </a:cubicBezTo>
                  <a:cubicBezTo>
                    <a:pt x="2184" y="11"/>
                    <a:pt x="1987" y="1"/>
                    <a:pt x="179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8" name="Google Shape;2111;p36"/>
            <p:cNvSpPr/>
            <p:nvPr/>
          </p:nvSpPr>
          <p:spPr>
            <a:xfrm>
              <a:off x="1903580" y="2990192"/>
              <a:ext cx="65506" cy="52136"/>
            </a:xfrm>
            <a:custGeom>
              <a:avLst/>
              <a:gdLst/>
              <a:ahLst/>
              <a:cxnLst/>
              <a:rect l="l" t="t" r="r" b="b"/>
              <a:pathLst>
                <a:path w="2342" h="1864" extrusionOk="0">
                  <a:moveTo>
                    <a:pt x="247" y="1"/>
                  </a:moveTo>
                  <a:lnTo>
                    <a:pt x="247" y="1"/>
                  </a:lnTo>
                  <a:cubicBezTo>
                    <a:pt x="40" y="208"/>
                    <a:pt x="0" y="561"/>
                    <a:pt x="80" y="848"/>
                  </a:cubicBezTo>
                  <a:cubicBezTo>
                    <a:pt x="174" y="1148"/>
                    <a:pt x="367" y="1401"/>
                    <a:pt x="634" y="1575"/>
                  </a:cubicBezTo>
                  <a:cubicBezTo>
                    <a:pt x="983" y="1790"/>
                    <a:pt x="1362" y="1863"/>
                    <a:pt x="1736" y="1863"/>
                  </a:cubicBezTo>
                  <a:cubicBezTo>
                    <a:pt x="1941" y="1863"/>
                    <a:pt x="2145" y="1841"/>
                    <a:pt x="2341" y="1808"/>
                  </a:cubicBezTo>
                  <a:cubicBezTo>
                    <a:pt x="1788" y="1675"/>
                    <a:pt x="1221" y="1615"/>
                    <a:pt x="787" y="1335"/>
                  </a:cubicBezTo>
                  <a:cubicBezTo>
                    <a:pt x="574" y="1195"/>
                    <a:pt x="407" y="995"/>
                    <a:pt x="301" y="768"/>
                  </a:cubicBezTo>
                  <a:cubicBezTo>
                    <a:pt x="174" y="528"/>
                    <a:pt x="154" y="248"/>
                    <a:pt x="24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9" name="Google Shape;2112;p36"/>
            <p:cNvSpPr/>
            <p:nvPr/>
          </p:nvSpPr>
          <p:spPr>
            <a:xfrm>
              <a:off x="1995909" y="3054355"/>
              <a:ext cx="70149" cy="10657"/>
            </a:xfrm>
            <a:custGeom>
              <a:avLst/>
              <a:gdLst/>
              <a:ahLst/>
              <a:cxnLst/>
              <a:rect l="l" t="t" r="r" b="b"/>
              <a:pathLst>
                <a:path w="2508" h="381" extrusionOk="0">
                  <a:moveTo>
                    <a:pt x="0" y="1"/>
                  </a:moveTo>
                  <a:cubicBezTo>
                    <a:pt x="374" y="208"/>
                    <a:pt x="801" y="334"/>
                    <a:pt x="1234" y="368"/>
                  </a:cubicBezTo>
                  <a:cubicBezTo>
                    <a:pt x="1326" y="376"/>
                    <a:pt x="1419" y="381"/>
                    <a:pt x="1511" y="381"/>
                  </a:cubicBezTo>
                  <a:cubicBezTo>
                    <a:pt x="1847" y="381"/>
                    <a:pt x="2184" y="324"/>
                    <a:pt x="2508" y="214"/>
                  </a:cubicBezTo>
                  <a:cubicBezTo>
                    <a:pt x="2074" y="141"/>
                    <a:pt x="1674" y="108"/>
                    <a:pt x="1254" y="74"/>
                  </a:cubicBezTo>
                  <a:cubicBezTo>
                    <a:pt x="841" y="41"/>
                    <a:pt x="440" y="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0" name="Google Shape;2113;p36"/>
            <p:cNvSpPr/>
            <p:nvPr/>
          </p:nvSpPr>
          <p:spPr>
            <a:xfrm>
              <a:off x="1304490" y="2253490"/>
              <a:ext cx="170114" cy="128522"/>
            </a:xfrm>
            <a:custGeom>
              <a:avLst/>
              <a:gdLst/>
              <a:ahLst/>
              <a:cxnLst/>
              <a:rect l="l" t="t" r="r" b="b"/>
              <a:pathLst>
                <a:path w="6082" h="4595" extrusionOk="0">
                  <a:moveTo>
                    <a:pt x="3718" y="1"/>
                  </a:moveTo>
                  <a:cubicBezTo>
                    <a:pt x="3306" y="1"/>
                    <a:pt x="2844" y="76"/>
                    <a:pt x="2334" y="273"/>
                  </a:cubicBezTo>
                  <a:cubicBezTo>
                    <a:pt x="27" y="1173"/>
                    <a:pt x="0" y="4174"/>
                    <a:pt x="0" y="4301"/>
                  </a:cubicBezTo>
                  <a:cubicBezTo>
                    <a:pt x="0" y="4461"/>
                    <a:pt x="134" y="4594"/>
                    <a:pt x="294" y="4594"/>
                  </a:cubicBezTo>
                  <a:cubicBezTo>
                    <a:pt x="454" y="4594"/>
                    <a:pt x="587" y="4461"/>
                    <a:pt x="587" y="4301"/>
                  </a:cubicBezTo>
                  <a:cubicBezTo>
                    <a:pt x="587" y="4274"/>
                    <a:pt x="614" y="1573"/>
                    <a:pt x="2548" y="813"/>
                  </a:cubicBezTo>
                  <a:cubicBezTo>
                    <a:pt x="2982" y="644"/>
                    <a:pt x="3374" y="579"/>
                    <a:pt x="3719" y="579"/>
                  </a:cubicBezTo>
                  <a:cubicBezTo>
                    <a:pt x="4600" y="579"/>
                    <a:pt x="5187" y="998"/>
                    <a:pt x="5455" y="1180"/>
                  </a:cubicBezTo>
                  <a:cubicBezTo>
                    <a:pt x="5557" y="1263"/>
                    <a:pt x="5659" y="1331"/>
                    <a:pt x="5777" y="1331"/>
                  </a:cubicBezTo>
                  <a:cubicBezTo>
                    <a:pt x="5821" y="1331"/>
                    <a:pt x="5867" y="1322"/>
                    <a:pt x="5915" y="1300"/>
                  </a:cubicBezTo>
                  <a:cubicBezTo>
                    <a:pt x="6015" y="1247"/>
                    <a:pt x="6075" y="1140"/>
                    <a:pt x="6082" y="1027"/>
                  </a:cubicBezTo>
                  <a:cubicBezTo>
                    <a:pt x="6082" y="880"/>
                    <a:pt x="5975" y="753"/>
                    <a:pt x="5829" y="733"/>
                  </a:cubicBezTo>
                  <a:lnTo>
                    <a:pt x="5789" y="706"/>
                  </a:lnTo>
                  <a:cubicBezTo>
                    <a:pt x="5500" y="504"/>
                    <a:pt x="4781" y="1"/>
                    <a:pt x="371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1" name="Google Shape;2114;p36"/>
            <p:cNvSpPr/>
            <p:nvPr/>
          </p:nvSpPr>
          <p:spPr>
            <a:xfrm>
              <a:off x="1330978" y="2252567"/>
              <a:ext cx="110817" cy="179987"/>
            </a:xfrm>
            <a:custGeom>
              <a:avLst/>
              <a:gdLst/>
              <a:ahLst/>
              <a:cxnLst/>
              <a:rect l="l" t="t" r="r" b="b"/>
              <a:pathLst>
                <a:path w="3962" h="6435" extrusionOk="0">
                  <a:moveTo>
                    <a:pt x="2757" y="1"/>
                  </a:moveTo>
                  <a:cubicBezTo>
                    <a:pt x="2673" y="1"/>
                    <a:pt x="2587" y="41"/>
                    <a:pt x="2521" y="139"/>
                  </a:cubicBezTo>
                  <a:cubicBezTo>
                    <a:pt x="2501" y="166"/>
                    <a:pt x="0" y="3240"/>
                    <a:pt x="3448" y="6361"/>
                  </a:cubicBezTo>
                  <a:cubicBezTo>
                    <a:pt x="3501" y="6408"/>
                    <a:pt x="3568" y="6434"/>
                    <a:pt x="3641" y="6434"/>
                  </a:cubicBezTo>
                  <a:cubicBezTo>
                    <a:pt x="3721" y="6434"/>
                    <a:pt x="3801" y="6401"/>
                    <a:pt x="3855" y="6341"/>
                  </a:cubicBezTo>
                  <a:cubicBezTo>
                    <a:pt x="3961" y="6221"/>
                    <a:pt x="3955" y="6034"/>
                    <a:pt x="3841" y="5928"/>
                  </a:cubicBezTo>
                  <a:cubicBezTo>
                    <a:pt x="814" y="3193"/>
                    <a:pt x="2881" y="613"/>
                    <a:pt x="2974" y="506"/>
                  </a:cubicBezTo>
                  <a:cubicBezTo>
                    <a:pt x="3192" y="283"/>
                    <a:pt x="2981" y="1"/>
                    <a:pt x="275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2" name="Google Shape;2115;p36"/>
            <p:cNvSpPr/>
            <p:nvPr/>
          </p:nvSpPr>
          <p:spPr>
            <a:xfrm>
              <a:off x="1391449" y="2500773"/>
              <a:ext cx="116299" cy="99517"/>
            </a:xfrm>
            <a:custGeom>
              <a:avLst/>
              <a:gdLst/>
              <a:ahLst/>
              <a:cxnLst/>
              <a:rect l="l" t="t" r="r" b="b"/>
              <a:pathLst>
                <a:path w="4158" h="3558" extrusionOk="0">
                  <a:moveTo>
                    <a:pt x="2378" y="1"/>
                  </a:moveTo>
                  <a:cubicBezTo>
                    <a:pt x="796" y="1"/>
                    <a:pt x="1" y="1910"/>
                    <a:pt x="1119" y="3035"/>
                  </a:cubicBezTo>
                  <a:cubicBezTo>
                    <a:pt x="1482" y="3396"/>
                    <a:pt x="1927" y="3558"/>
                    <a:pt x="2364" y="3558"/>
                  </a:cubicBezTo>
                  <a:cubicBezTo>
                    <a:pt x="3280" y="3558"/>
                    <a:pt x="4158" y="2844"/>
                    <a:pt x="4153" y="1768"/>
                  </a:cubicBezTo>
                  <a:cubicBezTo>
                    <a:pt x="4153" y="795"/>
                    <a:pt x="3360" y="1"/>
                    <a:pt x="2386" y="1"/>
                  </a:cubicBezTo>
                  <a:cubicBezTo>
                    <a:pt x="2383" y="1"/>
                    <a:pt x="2381" y="1"/>
                    <a:pt x="2378" y="1"/>
                  </a:cubicBezTo>
                  <a:close/>
                </a:path>
              </a:pathLst>
            </a:custGeom>
            <a:solidFill>
              <a:srgbClr val="B39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3" name="Google Shape;2116;p36"/>
            <p:cNvSpPr/>
            <p:nvPr/>
          </p:nvSpPr>
          <p:spPr>
            <a:xfrm>
              <a:off x="1386247" y="2496466"/>
              <a:ext cx="125306" cy="107489"/>
            </a:xfrm>
            <a:custGeom>
              <a:avLst/>
              <a:gdLst/>
              <a:ahLst/>
              <a:cxnLst/>
              <a:rect l="l" t="t" r="r" b="b"/>
              <a:pathLst>
                <a:path w="4480" h="3843" extrusionOk="0">
                  <a:moveTo>
                    <a:pt x="2564" y="295"/>
                  </a:moveTo>
                  <a:cubicBezTo>
                    <a:pt x="2567" y="295"/>
                    <a:pt x="2569" y="295"/>
                    <a:pt x="2572" y="295"/>
                  </a:cubicBezTo>
                  <a:cubicBezTo>
                    <a:pt x="3466" y="302"/>
                    <a:pt x="4193" y="1029"/>
                    <a:pt x="4193" y="1922"/>
                  </a:cubicBezTo>
                  <a:cubicBezTo>
                    <a:pt x="4188" y="2901"/>
                    <a:pt x="3384" y="3550"/>
                    <a:pt x="2549" y="3550"/>
                  </a:cubicBezTo>
                  <a:cubicBezTo>
                    <a:pt x="2149" y="3550"/>
                    <a:pt x="1742" y="3401"/>
                    <a:pt x="1412" y="3069"/>
                  </a:cubicBezTo>
                  <a:cubicBezTo>
                    <a:pt x="394" y="2044"/>
                    <a:pt x="1122" y="295"/>
                    <a:pt x="2564" y="295"/>
                  </a:cubicBezTo>
                  <a:close/>
                  <a:moveTo>
                    <a:pt x="2548" y="0"/>
                  </a:moveTo>
                  <a:cubicBezTo>
                    <a:pt x="2076" y="0"/>
                    <a:pt x="1596" y="176"/>
                    <a:pt x="1205" y="568"/>
                  </a:cubicBezTo>
                  <a:cubicBezTo>
                    <a:pt x="0" y="1780"/>
                    <a:pt x="862" y="3843"/>
                    <a:pt x="2564" y="3843"/>
                  </a:cubicBezTo>
                  <a:cubicBezTo>
                    <a:pt x="2567" y="3843"/>
                    <a:pt x="2569" y="3843"/>
                    <a:pt x="2572" y="3843"/>
                  </a:cubicBezTo>
                  <a:cubicBezTo>
                    <a:pt x="3626" y="3836"/>
                    <a:pt x="4479" y="2976"/>
                    <a:pt x="4479" y="1922"/>
                  </a:cubicBezTo>
                  <a:cubicBezTo>
                    <a:pt x="4479" y="767"/>
                    <a:pt x="3534" y="0"/>
                    <a:pt x="254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4" name="Google Shape;2117;p36"/>
            <p:cNvSpPr/>
            <p:nvPr/>
          </p:nvSpPr>
          <p:spPr>
            <a:xfrm>
              <a:off x="1424426" y="2532127"/>
              <a:ext cx="54290" cy="50122"/>
            </a:xfrm>
            <a:custGeom>
              <a:avLst/>
              <a:gdLst/>
              <a:ahLst/>
              <a:cxnLst/>
              <a:rect l="l" t="t" r="r" b="b"/>
              <a:pathLst>
                <a:path w="1941" h="1792" extrusionOk="0">
                  <a:moveTo>
                    <a:pt x="300" y="0"/>
                  </a:moveTo>
                  <a:lnTo>
                    <a:pt x="300" y="0"/>
                  </a:lnTo>
                  <a:cubicBezTo>
                    <a:pt x="0" y="414"/>
                    <a:pt x="74" y="1061"/>
                    <a:pt x="474" y="1454"/>
                  </a:cubicBezTo>
                  <a:cubicBezTo>
                    <a:pt x="700" y="1676"/>
                    <a:pt x="1008" y="1792"/>
                    <a:pt x="1307" y="1792"/>
                  </a:cubicBezTo>
                  <a:cubicBezTo>
                    <a:pt x="1538" y="1792"/>
                    <a:pt x="1764" y="1723"/>
                    <a:pt x="1941" y="1581"/>
                  </a:cubicBezTo>
                  <a:lnTo>
                    <a:pt x="1941" y="1581"/>
                  </a:lnTo>
                  <a:cubicBezTo>
                    <a:pt x="1824" y="1611"/>
                    <a:pt x="1709" y="1626"/>
                    <a:pt x="1597" y="1626"/>
                  </a:cubicBezTo>
                  <a:cubicBezTo>
                    <a:pt x="775" y="1626"/>
                    <a:pt x="107" y="857"/>
                    <a:pt x="3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5" name="Google Shape;2118;p36"/>
            <p:cNvSpPr/>
            <p:nvPr/>
          </p:nvSpPr>
          <p:spPr>
            <a:xfrm>
              <a:off x="2737505" y="2471684"/>
              <a:ext cx="18097" cy="53563"/>
            </a:xfrm>
            <a:custGeom>
              <a:avLst/>
              <a:gdLst/>
              <a:ahLst/>
              <a:cxnLst/>
              <a:rect l="l" t="t" r="r" b="b"/>
              <a:pathLst>
                <a:path w="647" h="1915" extrusionOk="0">
                  <a:moveTo>
                    <a:pt x="274" y="1"/>
                  </a:moveTo>
                  <a:lnTo>
                    <a:pt x="274" y="1"/>
                  </a:lnTo>
                  <a:cubicBezTo>
                    <a:pt x="247" y="347"/>
                    <a:pt x="234" y="648"/>
                    <a:pt x="194" y="968"/>
                  </a:cubicBezTo>
                  <a:cubicBezTo>
                    <a:pt x="147" y="1281"/>
                    <a:pt x="73" y="1574"/>
                    <a:pt x="0" y="1915"/>
                  </a:cubicBezTo>
                  <a:cubicBezTo>
                    <a:pt x="527" y="1421"/>
                    <a:pt x="647" y="621"/>
                    <a:pt x="27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6" name="Google Shape;2119;p36"/>
            <p:cNvSpPr/>
            <p:nvPr/>
          </p:nvSpPr>
          <p:spPr>
            <a:xfrm>
              <a:off x="1680015" y="2029143"/>
              <a:ext cx="502061" cy="353932"/>
            </a:xfrm>
            <a:custGeom>
              <a:avLst/>
              <a:gdLst/>
              <a:ahLst/>
              <a:cxnLst/>
              <a:rect l="l" t="t" r="r" b="b"/>
              <a:pathLst>
                <a:path w="17950" h="12654" extrusionOk="0">
                  <a:moveTo>
                    <a:pt x="8729" y="0"/>
                  </a:moveTo>
                  <a:cubicBezTo>
                    <a:pt x="903" y="0"/>
                    <a:pt x="1" y="12654"/>
                    <a:pt x="8717" y="12654"/>
                  </a:cubicBezTo>
                  <a:cubicBezTo>
                    <a:pt x="8819" y="12654"/>
                    <a:pt x="8922" y="12652"/>
                    <a:pt x="9027" y="12649"/>
                  </a:cubicBezTo>
                  <a:cubicBezTo>
                    <a:pt x="17949" y="12342"/>
                    <a:pt x="17169" y="305"/>
                    <a:pt x="9000" y="5"/>
                  </a:cubicBezTo>
                  <a:cubicBezTo>
                    <a:pt x="8909" y="2"/>
                    <a:pt x="8818" y="0"/>
                    <a:pt x="8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7" name="Google Shape;2120;p36"/>
            <p:cNvSpPr/>
            <p:nvPr/>
          </p:nvSpPr>
          <p:spPr>
            <a:xfrm>
              <a:off x="1634424" y="2014235"/>
              <a:ext cx="440975" cy="203006"/>
            </a:xfrm>
            <a:custGeom>
              <a:avLst/>
              <a:gdLst/>
              <a:ahLst/>
              <a:cxnLst/>
              <a:rect l="l" t="t" r="r" b="b"/>
              <a:pathLst>
                <a:path w="15766" h="7258" extrusionOk="0">
                  <a:moveTo>
                    <a:pt x="10214" y="0"/>
                  </a:moveTo>
                  <a:cubicBezTo>
                    <a:pt x="9781" y="0"/>
                    <a:pt x="9328" y="39"/>
                    <a:pt x="8857" y="125"/>
                  </a:cubicBezTo>
                  <a:cubicBezTo>
                    <a:pt x="4922" y="845"/>
                    <a:pt x="3568" y="3686"/>
                    <a:pt x="2742" y="5453"/>
                  </a:cubicBezTo>
                  <a:cubicBezTo>
                    <a:pt x="2159" y="6708"/>
                    <a:pt x="1021" y="6890"/>
                    <a:pt x="411" y="6890"/>
                  </a:cubicBezTo>
                  <a:cubicBezTo>
                    <a:pt x="162" y="6890"/>
                    <a:pt x="1" y="6860"/>
                    <a:pt x="1" y="6860"/>
                  </a:cubicBezTo>
                  <a:lnTo>
                    <a:pt x="1" y="6860"/>
                  </a:lnTo>
                  <a:cubicBezTo>
                    <a:pt x="999" y="7135"/>
                    <a:pt x="1785" y="7257"/>
                    <a:pt x="2404" y="7257"/>
                  </a:cubicBezTo>
                  <a:cubicBezTo>
                    <a:pt x="4020" y="7257"/>
                    <a:pt x="4512" y="6430"/>
                    <a:pt x="4729" y="5346"/>
                  </a:cubicBezTo>
                  <a:cubicBezTo>
                    <a:pt x="5029" y="3846"/>
                    <a:pt x="6603" y="1358"/>
                    <a:pt x="10277" y="1025"/>
                  </a:cubicBezTo>
                  <a:cubicBezTo>
                    <a:pt x="10513" y="1004"/>
                    <a:pt x="10741" y="994"/>
                    <a:pt x="10962" y="994"/>
                  </a:cubicBezTo>
                  <a:cubicBezTo>
                    <a:pt x="14182" y="994"/>
                    <a:pt x="15765" y="3126"/>
                    <a:pt x="15765" y="3126"/>
                  </a:cubicBezTo>
                  <a:cubicBezTo>
                    <a:pt x="15477" y="2092"/>
                    <a:pt x="13392" y="0"/>
                    <a:pt x="102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8" name="Google Shape;2121;p36"/>
            <p:cNvSpPr/>
            <p:nvPr/>
          </p:nvSpPr>
          <p:spPr>
            <a:xfrm>
              <a:off x="2308697" y="2061504"/>
              <a:ext cx="359722" cy="279504"/>
            </a:xfrm>
            <a:custGeom>
              <a:avLst/>
              <a:gdLst/>
              <a:ahLst/>
              <a:cxnLst/>
              <a:rect l="l" t="t" r="r" b="b"/>
              <a:pathLst>
                <a:path w="12861" h="9993" extrusionOk="0">
                  <a:moveTo>
                    <a:pt x="5942" y="1"/>
                  </a:moveTo>
                  <a:cubicBezTo>
                    <a:pt x="5762" y="1"/>
                    <a:pt x="5578" y="10"/>
                    <a:pt x="5388" y="28"/>
                  </a:cubicBezTo>
                  <a:cubicBezTo>
                    <a:pt x="1507" y="409"/>
                    <a:pt x="0" y="4156"/>
                    <a:pt x="1027" y="6937"/>
                  </a:cubicBezTo>
                  <a:cubicBezTo>
                    <a:pt x="1567" y="8404"/>
                    <a:pt x="2794" y="9598"/>
                    <a:pt x="4742" y="9904"/>
                  </a:cubicBezTo>
                  <a:cubicBezTo>
                    <a:pt x="5108" y="9965"/>
                    <a:pt x="5480" y="9992"/>
                    <a:pt x="5852" y="9992"/>
                  </a:cubicBezTo>
                  <a:cubicBezTo>
                    <a:pt x="5893" y="9992"/>
                    <a:pt x="5934" y="9992"/>
                    <a:pt x="5975" y="9991"/>
                  </a:cubicBezTo>
                  <a:cubicBezTo>
                    <a:pt x="12861" y="9803"/>
                    <a:pt x="11859" y="1"/>
                    <a:pt x="59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9" name="Google Shape;2122;p36"/>
            <p:cNvSpPr/>
            <p:nvPr/>
          </p:nvSpPr>
          <p:spPr>
            <a:xfrm>
              <a:off x="2351603" y="2049645"/>
              <a:ext cx="346185" cy="149891"/>
            </a:xfrm>
            <a:custGeom>
              <a:avLst/>
              <a:gdLst/>
              <a:ahLst/>
              <a:cxnLst/>
              <a:rect l="l" t="t" r="r" b="b"/>
              <a:pathLst>
                <a:path w="12377" h="5359" extrusionOk="0">
                  <a:moveTo>
                    <a:pt x="4480" y="1"/>
                  </a:moveTo>
                  <a:cubicBezTo>
                    <a:pt x="1822" y="1"/>
                    <a:pt x="184" y="1868"/>
                    <a:pt x="0" y="2726"/>
                  </a:cubicBezTo>
                  <a:cubicBezTo>
                    <a:pt x="0" y="2726"/>
                    <a:pt x="1229" y="816"/>
                    <a:pt x="3948" y="816"/>
                  </a:cubicBezTo>
                  <a:cubicBezTo>
                    <a:pt x="4012" y="816"/>
                    <a:pt x="4076" y="817"/>
                    <a:pt x="4141" y="819"/>
                  </a:cubicBezTo>
                  <a:cubicBezTo>
                    <a:pt x="7002" y="913"/>
                    <a:pt x="8342" y="2786"/>
                    <a:pt x="8642" y="3953"/>
                  </a:cubicBezTo>
                  <a:cubicBezTo>
                    <a:pt x="8848" y="4751"/>
                    <a:pt x="9237" y="5359"/>
                    <a:pt x="10338" y="5359"/>
                  </a:cubicBezTo>
                  <a:cubicBezTo>
                    <a:pt x="10847" y="5359"/>
                    <a:pt x="11510" y="5229"/>
                    <a:pt x="12377" y="4927"/>
                  </a:cubicBezTo>
                  <a:lnTo>
                    <a:pt x="12377" y="4927"/>
                  </a:lnTo>
                  <a:cubicBezTo>
                    <a:pt x="12377" y="4927"/>
                    <a:pt x="12194" y="4973"/>
                    <a:pt x="11927" y="4973"/>
                  </a:cubicBezTo>
                  <a:cubicBezTo>
                    <a:pt x="11436" y="4973"/>
                    <a:pt x="10658" y="4819"/>
                    <a:pt x="10196" y="3947"/>
                  </a:cubicBezTo>
                  <a:cubicBezTo>
                    <a:pt x="9476" y="2593"/>
                    <a:pt x="8289" y="419"/>
                    <a:pt x="5201" y="46"/>
                  </a:cubicBezTo>
                  <a:cubicBezTo>
                    <a:pt x="4953" y="15"/>
                    <a:pt x="4712" y="1"/>
                    <a:pt x="44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0" name="Google Shape;2123;p36"/>
            <p:cNvSpPr/>
            <p:nvPr/>
          </p:nvSpPr>
          <p:spPr>
            <a:xfrm>
              <a:off x="1799699" y="2148799"/>
              <a:ext cx="261743" cy="225438"/>
            </a:xfrm>
            <a:custGeom>
              <a:avLst/>
              <a:gdLst/>
              <a:ahLst/>
              <a:cxnLst/>
              <a:rect l="l" t="t" r="r" b="b"/>
              <a:pathLst>
                <a:path w="9358" h="8060" extrusionOk="0">
                  <a:moveTo>
                    <a:pt x="4741" y="1"/>
                  </a:moveTo>
                  <a:cubicBezTo>
                    <a:pt x="4717" y="1"/>
                    <a:pt x="4693" y="1"/>
                    <a:pt x="4668" y="2"/>
                  </a:cubicBezTo>
                  <a:cubicBezTo>
                    <a:pt x="133" y="82"/>
                    <a:pt x="0" y="7897"/>
                    <a:pt x="4668" y="8057"/>
                  </a:cubicBezTo>
                  <a:cubicBezTo>
                    <a:pt x="4713" y="8059"/>
                    <a:pt x="4757" y="8059"/>
                    <a:pt x="4800" y="8059"/>
                  </a:cubicBezTo>
                  <a:cubicBezTo>
                    <a:pt x="9313" y="8059"/>
                    <a:pt x="9357" y="1"/>
                    <a:pt x="474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1" name="Google Shape;2124;p36"/>
            <p:cNvSpPr/>
            <p:nvPr/>
          </p:nvSpPr>
          <p:spPr>
            <a:xfrm>
              <a:off x="2332947" y="2148631"/>
              <a:ext cx="196909" cy="189916"/>
            </a:xfrm>
            <a:custGeom>
              <a:avLst/>
              <a:gdLst/>
              <a:ahLst/>
              <a:cxnLst/>
              <a:rect l="l" t="t" r="r" b="b"/>
              <a:pathLst>
                <a:path w="7040" h="6790" extrusionOk="0">
                  <a:moveTo>
                    <a:pt x="3143" y="1"/>
                  </a:moveTo>
                  <a:cubicBezTo>
                    <a:pt x="3124" y="1"/>
                    <a:pt x="3106" y="1"/>
                    <a:pt x="3088" y="1"/>
                  </a:cubicBezTo>
                  <a:cubicBezTo>
                    <a:pt x="994" y="41"/>
                    <a:pt x="0" y="2001"/>
                    <a:pt x="160" y="3822"/>
                  </a:cubicBezTo>
                  <a:cubicBezTo>
                    <a:pt x="700" y="5289"/>
                    <a:pt x="1927" y="6483"/>
                    <a:pt x="3875" y="6789"/>
                  </a:cubicBezTo>
                  <a:cubicBezTo>
                    <a:pt x="7040" y="6033"/>
                    <a:pt x="6831" y="1"/>
                    <a:pt x="314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2" name="Google Shape;2125;p36"/>
            <p:cNvSpPr/>
            <p:nvPr/>
          </p:nvSpPr>
          <p:spPr>
            <a:xfrm>
              <a:off x="2245849" y="2049421"/>
              <a:ext cx="165443" cy="378210"/>
            </a:xfrm>
            <a:custGeom>
              <a:avLst/>
              <a:gdLst/>
              <a:ahLst/>
              <a:cxnLst/>
              <a:rect l="l" t="t" r="r" b="b"/>
              <a:pathLst>
                <a:path w="5915" h="13522" extrusionOk="0">
                  <a:moveTo>
                    <a:pt x="1080" y="0"/>
                  </a:moveTo>
                  <a:lnTo>
                    <a:pt x="1080" y="0"/>
                  </a:lnTo>
                  <a:cubicBezTo>
                    <a:pt x="747" y="714"/>
                    <a:pt x="494" y="1467"/>
                    <a:pt x="320" y="2234"/>
                  </a:cubicBezTo>
                  <a:cubicBezTo>
                    <a:pt x="147" y="3008"/>
                    <a:pt x="47" y="3801"/>
                    <a:pt x="33" y="4595"/>
                  </a:cubicBezTo>
                  <a:cubicBezTo>
                    <a:pt x="0" y="6175"/>
                    <a:pt x="280" y="7822"/>
                    <a:pt x="1154" y="9223"/>
                  </a:cubicBezTo>
                  <a:cubicBezTo>
                    <a:pt x="1380" y="9576"/>
                    <a:pt x="1647" y="9896"/>
                    <a:pt x="1967" y="10176"/>
                  </a:cubicBezTo>
                  <a:cubicBezTo>
                    <a:pt x="2127" y="10316"/>
                    <a:pt x="2314" y="10436"/>
                    <a:pt x="2507" y="10536"/>
                  </a:cubicBezTo>
                  <a:cubicBezTo>
                    <a:pt x="2607" y="10590"/>
                    <a:pt x="2714" y="10637"/>
                    <a:pt x="2821" y="10670"/>
                  </a:cubicBezTo>
                  <a:lnTo>
                    <a:pt x="3134" y="10743"/>
                  </a:lnTo>
                  <a:cubicBezTo>
                    <a:pt x="3541" y="10810"/>
                    <a:pt x="3934" y="10843"/>
                    <a:pt x="4308" y="10897"/>
                  </a:cubicBezTo>
                  <a:cubicBezTo>
                    <a:pt x="4681" y="10943"/>
                    <a:pt x="5075" y="11010"/>
                    <a:pt x="5308" y="11163"/>
                  </a:cubicBezTo>
                  <a:cubicBezTo>
                    <a:pt x="5542" y="11310"/>
                    <a:pt x="5542" y="11630"/>
                    <a:pt x="5382" y="11944"/>
                  </a:cubicBezTo>
                  <a:cubicBezTo>
                    <a:pt x="5221" y="12264"/>
                    <a:pt x="4941" y="12524"/>
                    <a:pt x="4641" y="12737"/>
                  </a:cubicBezTo>
                  <a:cubicBezTo>
                    <a:pt x="4008" y="13177"/>
                    <a:pt x="3274" y="13451"/>
                    <a:pt x="2507" y="13511"/>
                  </a:cubicBezTo>
                  <a:cubicBezTo>
                    <a:pt x="2605" y="13518"/>
                    <a:pt x="2703" y="13522"/>
                    <a:pt x="2801" y="13522"/>
                  </a:cubicBezTo>
                  <a:cubicBezTo>
                    <a:pt x="3502" y="13522"/>
                    <a:pt x="4193" y="13334"/>
                    <a:pt x="4801" y="12977"/>
                  </a:cubicBezTo>
                  <a:cubicBezTo>
                    <a:pt x="5141" y="12770"/>
                    <a:pt x="5475" y="12510"/>
                    <a:pt x="5708" y="12137"/>
                  </a:cubicBezTo>
                  <a:cubicBezTo>
                    <a:pt x="5842" y="11950"/>
                    <a:pt x="5915" y="11717"/>
                    <a:pt x="5915" y="11490"/>
                  </a:cubicBezTo>
                  <a:cubicBezTo>
                    <a:pt x="5915" y="11223"/>
                    <a:pt x="5795" y="10977"/>
                    <a:pt x="5588" y="10810"/>
                  </a:cubicBezTo>
                  <a:cubicBezTo>
                    <a:pt x="5188" y="10503"/>
                    <a:pt x="4775" y="10443"/>
                    <a:pt x="4381" y="10383"/>
                  </a:cubicBezTo>
                  <a:cubicBezTo>
                    <a:pt x="3988" y="10330"/>
                    <a:pt x="3608" y="10276"/>
                    <a:pt x="3241" y="10203"/>
                  </a:cubicBezTo>
                  <a:cubicBezTo>
                    <a:pt x="2567" y="10090"/>
                    <a:pt x="2041" y="9530"/>
                    <a:pt x="1647" y="8909"/>
                  </a:cubicBezTo>
                  <a:cubicBezTo>
                    <a:pt x="847" y="7656"/>
                    <a:pt x="540" y="6102"/>
                    <a:pt x="480" y="4588"/>
                  </a:cubicBezTo>
                  <a:cubicBezTo>
                    <a:pt x="447" y="3034"/>
                    <a:pt x="647" y="1487"/>
                    <a:pt x="108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3" name="Google Shape;2126;p36"/>
            <p:cNvSpPr/>
            <p:nvPr/>
          </p:nvSpPr>
          <p:spPr>
            <a:xfrm>
              <a:off x="2256058" y="2399606"/>
              <a:ext cx="36613" cy="15635"/>
            </a:xfrm>
            <a:custGeom>
              <a:avLst/>
              <a:gdLst/>
              <a:ahLst/>
              <a:cxnLst/>
              <a:rect l="l" t="t" r="r" b="b"/>
              <a:pathLst>
                <a:path w="1309" h="559" extrusionOk="0">
                  <a:moveTo>
                    <a:pt x="615" y="0"/>
                  </a:moveTo>
                  <a:cubicBezTo>
                    <a:pt x="400" y="0"/>
                    <a:pt x="198" y="61"/>
                    <a:pt x="122" y="204"/>
                  </a:cubicBezTo>
                  <a:cubicBezTo>
                    <a:pt x="0" y="414"/>
                    <a:pt x="465" y="559"/>
                    <a:pt x="848" y="559"/>
                  </a:cubicBezTo>
                  <a:cubicBezTo>
                    <a:pt x="1095" y="559"/>
                    <a:pt x="1309" y="498"/>
                    <a:pt x="1309" y="357"/>
                  </a:cubicBezTo>
                  <a:cubicBezTo>
                    <a:pt x="1309" y="143"/>
                    <a:pt x="945" y="0"/>
                    <a:pt x="61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4" name="Google Shape;2127;p36"/>
            <p:cNvSpPr/>
            <p:nvPr/>
          </p:nvSpPr>
          <p:spPr>
            <a:xfrm>
              <a:off x="2230549" y="2383103"/>
              <a:ext cx="12531" cy="32110"/>
            </a:xfrm>
            <a:custGeom>
              <a:avLst/>
              <a:gdLst/>
              <a:ahLst/>
              <a:cxnLst/>
              <a:rect l="l" t="t" r="r" b="b"/>
              <a:pathLst>
                <a:path w="448" h="1148" extrusionOk="0">
                  <a:moveTo>
                    <a:pt x="447" y="0"/>
                  </a:moveTo>
                  <a:lnTo>
                    <a:pt x="447" y="0"/>
                  </a:lnTo>
                  <a:cubicBezTo>
                    <a:pt x="320" y="27"/>
                    <a:pt x="214" y="100"/>
                    <a:pt x="134" y="200"/>
                  </a:cubicBezTo>
                  <a:cubicBezTo>
                    <a:pt x="47" y="307"/>
                    <a:pt x="0" y="440"/>
                    <a:pt x="0" y="574"/>
                  </a:cubicBezTo>
                  <a:cubicBezTo>
                    <a:pt x="0" y="707"/>
                    <a:pt x="47" y="840"/>
                    <a:pt x="127" y="947"/>
                  </a:cubicBezTo>
                  <a:cubicBezTo>
                    <a:pt x="207" y="1047"/>
                    <a:pt x="320" y="1120"/>
                    <a:pt x="447" y="1147"/>
                  </a:cubicBezTo>
                  <a:cubicBezTo>
                    <a:pt x="354" y="914"/>
                    <a:pt x="287" y="740"/>
                    <a:pt x="287" y="574"/>
                  </a:cubicBezTo>
                  <a:cubicBezTo>
                    <a:pt x="294" y="487"/>
                    <a:pt x="307" y="400"/>
                    <a:pt x="334" y="314"/>
                  </a:cubicBezTo>
                  <a:cubicBezTo>
                    <a:pt x="360" y="214"/>
                    <a:pt x="400" y="114"/>
                    <a:pt x="44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5" name="Google Shape;2128;p36"/>
            <p:cNvSpPr/>
            <p:nvPr/>
          </p:nvSpPr>
          <p:spPr>
            <a:xfrm>
              <a:off x="2111537" y="2461419"/>
              <a:ext cx="208572" cy="100804"/>
            </a:xfrm>
            <a:custGeom>
              <a:avLst/>
              <a:gdLst/>
              <a:ahLst/>
              <a:cxnLst/>
              <a:rect l="l" t="t" r="r" b="b"/>
              <a:pathLst>
                <a:path w="7457" h="3604" extrusionOk="0">
                  <a:moveTo>
                    <a:pt x="1" y="1"/>
                  </a:moveTo>
                  <a:lnTo>
                    <a:pt x="1" y="1"/>
                  </a:lnTo>
                  <a:cubicBezTo>
                    <a:pt x="314" y="661"/>
                    <a:pt x="788" y="1235"/>
                    <a:pt x="1321" y="1735"/>
                  </a:cubicBezTo>
                  <a:cubicBezTo>
                    <a:pt x="1861" y="2242"/>
                    <a:pt x="2481" y="2655"/>
                    <a:pt x="3155" y="2968"/>
                  </a:cubicBezTo>
                  <a:cubicBezTo>
                    <a:pt x="3322" y="3048"/>
                    <a:pt x="3488" y="3122"/>
                    <a:pt x="3668" y="3182"/>
                  </a:cubicBezTo>
                  <a:cubicBezTo>
                    <a:pt x="3842" y="3242"/>
                    <a:pt x="4015" y="3315"/>
                    <a:pt x="4189" y="3362"/>
                  </a:cubicBezTo>
                  <a:cubicBezTo>
                    <a:pt x="4555" y="3442"/>
                    <a:pt x="4915" y="3542"/>
                    <a:pt x="5282" y="3562"/>
                  </a:cubicBezTo>
                  <a:cubicBezTo>
                    <a:pt x="5490" y="3590"/>
                    <a:pt x="5699" y="3603"/>
                    <a:pt x="5907" y="3603"/>
                  </a:cubicBezTo>
                  <a:cubicBezTo>
                    <a:pt x="6432" y="3603"/>
                    <a:pt x="6954" y="3521"/>
                    <a:pt x="7456" y="3402"/>
                  </a:cubicBezTo>
                  <a:cubicBezTo>
                    <a:pt x="6736" y="3328"/>
                    <a:pt x="6036" y="3282"/>
                    <a:pt x="5356" y="3115"/>
                  </a:cubicBezTo>
                  <a:cubicBezTo>
                    <a:pt x="4682" y="2968"/>
                    <a:pt x="4022" y="2742"/>
                    <a:pt x="3402" y="2442"/>
                  </a:cubicBezTo>
                  <a:cubicBezTo>
                    <a:pt x="2768" y="2155"/>
                    <a:pt x="2175" y="1801"/>
                    <a:pt x="1615" y="1395"/>
                  </a:cubicBezTo>
                  <a:cubicBezTo>
                    <a:pt x="1041" y="968"/>
                    <a:pt x="501" y="501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6" name="Google Shape;2129;p36"/>
            <p:cNvSpPr/>
            <p:nvPr/>
          </p:nvSpPr>
          <p:spPr>
            <a:xfrm>
              <a:off x="1627712" y="2374153"/>
              <a:ext cx="247171" cy="219173"/>
            </a:xfrm>
            <a:custGeom>
              <a:avLst/>
              <a:gdLst/>
              <a:ahLst/>
              <a:cxnLst/>
              <a:rect l="l" t="t" r="r" b="b"/>
              <a:pathLst>
                <a:path w="8837" h="7836" extrusionOk="0">
                  <a:moveTo>
                    <a:pt x="4415" y="0"/>
                  </a:moveTo>
                  <a:cubicBezTo>
                    <a:pt x="1975" y="0"/>
                    <a:pt x="1" y="1754"/>
                    <a:pt x="1" y="3921"/>
                  </a:cubicBezTo>
                  <a:cubicBezTo>
                    <a:pt x="1" y="6082"/>
                    <a:pt x="1975" y="7836"/>
                    <a:pt x="4415" y="7836"/>
                  </a:cubicBezTo>
                  <a:cubicBezTo>
                    <a:pt x="6856" y="7836"/>
                    <a:pt x="8837" y="6082"/>
                    <a:pt x="8837" y="3921"/>
                  </a:cubicBezTo>
                  <a:cubicBezTo>
                    <a:pt x="8837" y="1754"/>
                    <a:pt x="6856" y="0"/>
                    <a:pt x="4415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7" name="Google Shape;2130;p36"/>
            <p:cNvSpPr/>
            <p:nvPr/>
          </p:nvSpPr>
          <p:spPr>
            <a:xfrm>
              <a:off x="2503424" y="2352141"/>
              <a:ext cx="213020" cy="188770"/>
            </a:xfrm>
            <a:custGeom>
              <a:avLst/>
              <a:gdLst/>
              <a:ahLst/>
              <a:cxnLst/>
              <a:rect l="l" t="t" r="r" b="b"/>
              <a:pathLst>
                <a:path w="7616" h="6749" extrusionOk="0">
                  <a:moveTo>
                    <a:pt x="3808" y="0"/>
                  </a:moveTo>
                  <a:cubicBezTo>
                    <a:pt x="1707" y="0"/>
                    <a:pt x="0" y="1507"/>
                    <a:pt x="0" y="3374"/>
                  </a:cubicBezTo>
                  <a:cubicBezTo>
                    <a:pt x="0" y="5235"/>
                    <a:pt x="1707" y="6749"/>
                    <a:pt x="3808" y="6749"/>
                  </a:cubicBezTo>
                  <a:cubicBezTo>
                    <a:pt x="5908" y="6749"/>
                    <a:pt x="7616" y="5235"/>
                    <a:pt x="7616" y="3374"/>
                  </a:cubicBezTo>
                  <a:cubicBezTo>
                    <a:pt x="7616" y="1507"/>
                    <a:pt x="5908" y="0"/>
                    <a:pt x="3808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8" name="Google Shape;2131;p36"/>
            <p:cNvSpPr/>
            <p:nvPr/>
          </p:nvSpPr>
          <p:spPr>
            <a:xfrm>
              <a:off x="1688211" y="1847310"/>
              <a:ext cx="393706" cy="150003"/>
            </a:xfrm>
            <a:custGeom>
              <a:avLst/>
              <a:gdLst/>
              <a:ahLst/>
              <a:cxnLst/>
              <a:rect l="l" t="t" r="r" b="b"/>
              <a:pathLst>
                <a:path w="14076" h="5363" extrusionOk="0">
                  <a:moveTo>
                    <a:pt x="10533" y="1"/>
                  </a:moveTo>
                  <a:cubicBezTo>
                    <a:pt x="9142" y="1"/>
                    <a:pt x="7631" y="165"/>
                    <a:pt x="6674" y="365"/>
                  </a:cubicBezTo>
                  <a:cubicBezTo>
                    <a:pt x="4586" y="798"/>
                    <a:pt x="2579" y="2145"/>
                    <a:pt x="1232" y="3452"/>
                  </a:cubicBezTo>
                  <a:cubicBezTo>
                    <a:pt x="80" y="4564"/>
                    <a:pt x="0" y="5362"/>
                    <a:pt x="564" y="5362"/>
                  </a:cubicBezTo>
                  <a:cubicBezTo>
                    <a:pt x="663" y="5362"/>
                    <a:pt x="782" y="5338"/>
                    <a:pt x="919" y="5286"/>
                  </a:cubicBezTo>
                  <a:cubicBezTo>
                    <a:pt x="1839" y="4932"/>
                    <a:pt x="4053" y="3225"/>
                    <a:pt x="6674" y="2885"/>
                  </a:cubicBezTo>
                  <a:cubicBezTo>
                    <a:pt x="9288" y="2545"/>
                    <a:pt x="13022" y="2672"/>
                    <a:pt x="13549" y="2545"/>
                  </a:cubicBezTo>
                  <a:cubicBezTo>
                    <a:pt x="14075" y="2412"/>
                    <a:pt x="14015" y="1411"/>
                    <a:pt x="13842" y="885"/>
                  </a:cubicBezTo>
                  <a:cubicBezTo>
                    <a:pt x="13626" y="226"/>
                    <a:pt x="12162" y="1"/>
                    <a:pt x="10533" y="1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9" name="Google Shape;2132;p36"/>
            <p:cNvSpPr/>
            <p:nvPr/>
          </p:nvSpPr>
          <p:spPr>
            <a:xfrm>
              <a:off x="1681050" y="1839227"/>
              <a:ext cx="408698" cy="166198"/>
            </a:xfrm>
            <a:custGeom>
              <a:avLst/>
              <a:gdLst/>
              <a:ahLst/>
              <a:cxnLst/>
              <a:rect l="l" t="t" r="r" b="b"/>
              <a:pathLst>
                <a:path w="14612" h="5942" extrusionOk="0">
                  <a:moveTo>
                    <a:pt x="10537" y="574"/>
                  </a:moveTo>
                  <a:cubicBezTo>
                    <a:pt x="12344" y="574"/>
                    <a:pt x="13698" y="880"/>
                    <a:pt x="13818" y="1260"/>
                  </a:cubicBezTo>
                  <a:cubicBezTo>
                    <a:pt x="13945" y="1627"/>
                    <a:pt x="13978" y="2194"/>
                    <a:pt x="13838" y="2447"/>
                  </a:cubicBezTo>
                  <a:cubicBezTo>
                    <a:pt x="13818" y="2494"/>
                    <a:pt x="13785" y="2527"/>
                    <a:pt x="13738" y="2547"/>
                  </a:cubicBezTo>
                  <a:cubicBezTo>
                    <a:pt x="13565" y="2587"/>
                    <a:pt x="12804" y="2594"/>
                    <a:pt x="11998" y="2614"/>
                  </a:cubicBezTo>
                  <a:cubicBezTo>
                    <a:pt x="10530" y="2641"/>
                    <a:pt x="8510" y="2674"/>
                    <a:pt x="6896" y="2887"/>
                  </a:cubicBezTo>
                  <a:cubicBezTo>
                    <a:pt x="4956" y="3148"/>
                    <a:pt x="3229" y="4121"/>
                    <a:pt x="2088" y="4775"/>
                  </a:cubicBezTo>
                  <a:cubicBezTo>
                    <a:pt x="1761" y="4968"/>
                    <a:pt x="1421" y="5141"/>
                    <a:pt x="1075" y="5301"/>
                  </a:cubicBezTo>
                  <a:cubicBezTo>
                    <a:pt x="993" y="5336"/>
                    <a:pt x="907" y="5356"/>
                    <a:pt x="815" y="5356"/>
                  </a:cubicBezTo>
                  <a:cubicBezTo>
                    <a:pt x="802" y="5356"/>
                    <a:pt x="788" y="5356"/>
                    <a:pt x="775" y="5355"/>
                  </a:cubicBezTo>
                  <a:cubicBezTo>
                    <a:pt x="735" y="5268"/>
                    <a:pt x="861" y="4755"/>
                    <a:pt x="1688" y="3948"/>
                  </a:cubicBezTo>
                  <a:cubicBezTo>
                    <a:pt x="3262" y="2427"/>
                    <a:pt x="5242" y="1300"/>
                    <a:pt x="6996" y="940"/>
                  </a:cubicBezTo>
                  <a:cubicBezTo>
                    <a:pt x="8163" y="700"/>
                    <a:pt x="9350" y="574"/>
                    <a:pt x="10537" y="574"/>
                  </a:cubicBezTo>
                  <a:close/>
                  <a:moveTo>
                    <a:pt x="10819" y="0"/>
                  </a:moveTo>
                  <a:cubicBezTo>
                    <a:pt x="9246" y="0"/>
                    <a:pt x="7594" y="215"/>
                    <a:pt x="6869" y="367"/>
                  </a:cubicBezTo>
                  <a:cubicBezTo>
                    <a:pt x="5022" y="754"/>
                    <a:pt x="2935" y="1941"/>
                    <a:pt x="1288" y="3534"/>
                  </a:cubicBezTo>
                  <a:cubicBezTo>
                    <a:pt x="368" y="4415"/>
                    <a:pt x="1" y="5215"/>
                    <a:pt x="288" y="5675"/>
                  </a:cubicBezTo>
                  <a:cubicBezTo>
                    <a:pt x="404" y="5843"/>
                    <a:pt x="595" y="5942"/>
                    <a:pt x="801" y="5942"/>
                  </a:cubicBezTo>
                  <a:cubicBezTo>
                    <a:pt x="808" y="5942"/>
                    <a:pt x="815" y="5942"/>
                    <a:pt x="821" y="5942"/>
                  </a:cubicBezTo>
                  <a:cubicBezTo>
                    <a:pt x="981" y="5935"/>
                    <a:pt x="1135" y="5902"/>
                    <a:pt x="1288" y="5842"/>
                  </a:cubicBezTo>
                  <a:cubicBezTo>
                    <a:pt x="1561" y="5742"/>
                    <a:pt x="1921" y="5535"/>
                    <a:pt x="2375" y="5275"/>
                  </a:cubicBezTo>
                  <a:cubicBezTo>
                    <a:pt x="3475" y="4648"/>
                    <a:pt x="5136" y="3708"/>
                    <a:pt x="6970" y="3468"/>
                  </a:cubicBezTo>
                  <a:cubicBezTo>
                    <a:pt x="8550" y="3254"/>
                    <a:pt x="10550" y="3221"/>
                    <a:pt x="12004" y="3201"/>
                  </a:cubicBezTo>
                  <a:cubicBezTo>
                    <a:pt x="13078" y="3181"/>
                    <a:pt x="13658" y="3168"/>
                    <a:pt x="13871" y="3114"/>
                  </a:cubicBezTo>
                  <a:cubicBezTo>
                    <a:pt x="14078" y="3061"/>
                    <a:pt x="14251" y="2921"/>
                    <a:pt x="14345" y="2734"/>
                  </a:cubicBezTo>
                  <a:cubicBezTo>
                    <a:pt x="14612" y="2254"/>
                    <a:pt x="14505" y="1487"/>
                    <a:pt x="14372" y="1080"/>
                  </a:cubicBezTo>
                  <a:cubicBezTo>
                    <a:pt x="14096" y="246"/>
                    <a:pt x="12502" y="0"/>
                    <a:pt x="1081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0" name="Google Shape;2133;p36"/>
            <p:cNvSpPr/>
            <p:nvPr/>
          </p:nvSpPr>
          <p:spPr>
            <a:xfrm>
              <a:off x="2320640" y="1863449"/>
              <a:ext cx="350632" cy="133864"/>
            </a:xfrm>
            <a:custGeom>
              <a:avLst/>
              <a:gdLst/>
              <a:ahLst/>
              <a:cxnLst/>
              <a:rect l="l" t="t" r="r" b="b"/>
              <a:pathLst>
                <a:path w="12536" h="4786" extrusionOk="0">
                  <a:moveTo>
                    <a:pt x="3320" y="1"/>
                  </a:moveTo>
                  <a:cubicBezTo>
                    <a:pt x="1794" y="1"/>
                    <a:pt x="420" y="229"/>
                    <a:pt x="214" y="888"/>
                  </a:cubicBezTo>
                  <a:cubicBezTo>
                    <a:pt x="47" y="1415"/>
                    <a:pt x="0" y="2415"/>
                    <a:pt x="494" y="2542"/>
                  </a:cubicBezTo>
                  <a:cubicBezTo>
                    <a:pt x="980" y="2668"/>
                    <a:pt x="4461" y="2542"/>
                    <a:pt x="6895" y="2888"/>
                  </a:cubicBezTo>
                  <a:cubicBezTo>
                    <a:pt x="9329" y="3242"/>
                    <a:pt x="10830" y="4355"/>
                    <a:pt x="11677" y="4709"/>
                  </a:cubicBezTo>
                  <a:cubicBezTo>
                    <a:pt x="11804" y="4761"/>
                    <a:pt x="11915" y="4785"/>
                    <a:pt x="12008" y="4785"/>
                  </a:cubicBezTo>
                  <a:cubicBezTo>
                    <a:pt x="12535" y="4785"/>
                    <a:pt x="12463" y="3987"/>
                    <a:pt x="11397" y="2875"/>
                  </a:cubicBezTo>
                  <a:cubicBezTo>
                    <a:pt x="10136" y="1568"/>
                    <a:pt x="8842" y="808"/>
                    <a:pt x="6895" y="368"/>
                  </a:cubicBezTo>
                  <a:cubicBezTo>
                    <a:pt x="6001" y="163"/>
                    <a:pt x="4607" y="1"/>
                    <a:pt x="3320" y="1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1" name="Google Shape;2134;p36"/>
            <p:cNvSpPr/>
            <p:nvPr/>
          </p:nvSpPr>
          <p:spPr>
            <a:xfrm>
              <a:off x="2312613" y="1855477"/>
              <a:ext cx="366351" cy="149947"/>
            </a:xfrm>
            <a:custGeom>
              <a:avLst/>
              <a:gdLst/>
              <a:ahLst/>
              <a:cxnLst/>
              <a:rect l="l" t="t" r="r" b="b"/>
              <a:pathLst>
                <a:path w="13098" h="5361" extrusionOk="0">
                  <a:moveTo>
                    <a:pt x="3635" y="581"/>
                  </a:moveTo>
                  <a:cubicBezTo>
                    <a:pt x="4817" y="581"/>
                    <a:pt x="6137" y="712"/>
                    <a:pt x="7122" y="933"/>
                  </a:cubicBezTo>
                  <a:cubicBezTo>
                    <a:pt x="8949" y="1340"/>
                    <a:pt x="10203" y="2053"/>
                    <a:pt x="11470" y="3367"/>
                  </a:cubicBezTo>
                  <a:cubicBezTo>
                    <a:pt x="12257" y="4174"/>
                    <a:pt x="12364" y="4694"/>
                    <a:pt x="12330" y="4774"/>
                  </a:cubicBezTo>
                  <a:cubicBezTo>
                    <a:pt x="12244" y="4774"/>
                    <a:pt x="12150" y="4754"/>
                    <a:pt x="12070" y="4720"/>
                  </a:cubicBezTo>
                  <a:cubicBezTo>
                    <a:pt x="11817" y="4614"/>
                    <a:pt x="11570" y="4487"/>
                    <a:pt x="11330" y="4354"/>
                  </a:cubicBezTo>
                  <a:cubicBezTo>
                    <a:pt x="10450" y="3874"/>
                    <a:pt x="9103" y="3160"/>
                    <a:pt x="7222" y="2893"/>
                  </a:cubicBezTo>
                  <a:cubicBezTo>
                    <a:pt x="5715" y="2673"/>
                    <a:pt x="3828" y="2640"/>
                    <a:pt x="2461" y="2620"/>
                  </a:cubicBezTo>
                  <a:cubicBezTo>
                    <a:pt x="1714" y="2600"/>
                    <a:pt x="1001" y="2593"/>
                    <a:pt x="854" y="2553"/>
                  </a:cubicBezTo>
                  <a:cubicBezTo>
                    <a:pt x="814" y="2533"/>
                    <a:pt x="787" y="2507"/>
                    <a:pt x="767" y="2466"/>
                  </a:cubicBezTo>
                  <a:cubicBezTo>
                    <a:pt x="627" y="2226"/>
                    <a:pt x="661" y="1633"/>
                    <a:pt x="781" y="1260"/>
                  </a:cubicBezTo>
                  <a:cubicBezTo>
                    <a:pt x="928" y="781"/>
                    <a:pt x="2176" y="581"/>
                    <a:pt x="3635" y="581"/>
                  </a:cubicBezTo>
                  <a:close/>
                  <a:moveTo>
                    <a:pt x="3552" y="1"/>
                  </a:moveTo>
                  <a:cubicBezTo>
                    <a:pt x="1976" y="1"/>
                    <a:pt x="482" y="249"/>
                    <a:pt x="220" y="1093"/>
                  </a:cubicBezTo>
                  <a:cubicBezTo>
                    <a:pt x="94" y="1500"/>
                    <a:pt x="0" y="2280"/>
                    <a:pt x="260" y="2753"/>
                  </a:cubicBezTo>
                  <a:cubicBezTo>
                    <a:pt x="347" y="2927"/>
                    <a:pt x="507" y="3053"/>
                    <a:pt x="694" y="3107"/>
                  </a:cubicBezTo>
                  <a:cubicBezTo>
                    <a:pt x="907" y="3167"/>
                    <a:pt x="1421" y="3173"/>
                    <a:pt x="2454" y="3200"/>
                  </a:cubicBezTo>
                  <a:cubicBezTo>
                    <a:pt x="3801" y="3227"/>
                    <a:pt x="5662" y="3260"/>
                    <a:pt x="7142" y="3467"/>
                  </a:cubicBezTo>
                  <a:cubicBezTo>
                    <a:pt x="8923" y="3720"/>
                    <a:pt x="10156" y="4387"/>
                    <a:pt x="11063" y="4867"/>
                  </a:cubicBezTo>
                  <a:cubicBezTo>
                    <a:pt x="11363" y="5027"/>
                    <a:pt x="11630" y="5167"/>
                    <a:pt x="11857" y="5261"/>
                  </a:cubicBezTo>
                  <a:cubicBezTo>
                    <a:pt x="11997" y="5321"/>
                    <a:pt x="12144" y="5354"/>
                    <a:pt x="12297" y="5361"/>
                  </a:cubicBezTo>
                  <a:cubicBezTo>
                    <a:pt x="12304" y="5361"/>
                    <a:pt x="12310" y="5361"/>
                    <a:pt x="12317" y="5361"/>
                  </a:cubicBezTo>
                  <a:cubicBezTo>
                    <a:pt x="12509" y="5361"/>
                    <a:pt x="12688" y="5268"/>
                    <a:pt x="12797" y="5107"/>
                  </a:cubicBezTo>
                  <a:cubicBezTo>
                    <a:pt x="13097" y="4667"/>
                    <a:pt x="12764" y="3867"/>
                    <a:pt x="11890" y="2960"/>
                  </a:cubicBezTo>
                  <a:cubicBezTo>
                    <a:pt x="10537" y="1560"/>
                    <a:pt x="9190" y="806"/>
                    <a:pt x="7249" y="366"/>
                  </a:cubicBezTo>
                  <a:cubicBezTo>
                    <a:pt x="6572" y="218"/>
                    <a:pt x="5026" y="1"/>
                    <a:pt x="355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2" name="Google Shape;2135;p36"/>
            <p:cNvSpPr/>
            <p:nvPr/>
          </p:nvSpPr>
          <p:spPr>
            <a:xfrm>
              <a:off x="1726026" y="2351749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4" y="1"/>
                  </a:moveTo>
                  <a:cubicBezTo>
                    <a:pt x="153" y="1"/>
                    <a:pt x="0" y="154"/>
                    <a:pt x="0" y="334"/>
                  </a:cubicBezTo>
                  <a:cubicBezTo>
                    <a:pt x="0" y="521"/>
                    <a:pt x="153" y="668"/>
                    <a:pt x="334" y="668"/>
                  </a:cubicBezTo>
                  <a:cubicBezTo>
                    <a:pt x="520" y="668"/>
                    <a:pt x="667" y="521"/>
                    <a:pt x="667" y="334"/>
                  </a:cubicBezTo>
                  <a:cubicBezTo>
                    <a:pt x="667" y="154"/>
                    <a:pt x="520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3" name="Google Shape;2136;p36"/>
            <p:cNvSpPr/>
            <p:nvPr/>
          </p:nvSpPr>
          <p:spPr>
            <a:xfrm>
              <a:off x="2044576" y="2387383"/>
              <a:ext cx="20166" cy="18684"/>
            </a:xfrm>
            <a:custGeom>
              <a:avLst/>
              <a:gdLst/>
              <a:ahLst/>
              <a:cxnLst/>
              <a:rect l="l" t="t" r="r" b="b"/>
              <a:pathLst>
                <a:path w="721" h="668" extrusionOk="0">
                  <a:moveTo>
                    <a:pt x="361" y="1"/>
                  </a:moveTo>
                  <a:cubicBezTo>
                    <a:pt x="154" y="1"/>
                    <a:pt x="1" y="187"/>
                    <a:pt x="34" y="387"/>
                  </a:cubicBezTo>
                  <a:cubicBezTo>
                    <a:pt x="64" y="574"/>
                    <a:pt x="214" y="667"/>
                    <a:pt x="364" y="667"/>
                  </a:cubicBezTo>
                  <a:cubicBezTo>
                    <a:pt x="514" y="667"/>
                    <a:pt x="664" y="574"/>
                    <a:pt x="694" y="387"/>
                  </a:cubicBezTo>
                  <a:cubicBezTo>
                    <a:pt x="721" y="187"/>
                    <a:pt x="568" y="1"/>
                    <a:pt x="3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4" name="Google Shape;2137;p36"/>
            <p:cNvSpPr/>
            <p:nvPr/>
          </p:nvSpPr>
          <p:spPr>
            <a:xfrm>
              <a:off x="2123676" y="2320059"/>
              <a:ext cx="18684" cy="18684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334" y="0"/>
                  </a:moveTo>
                  <a:cubicBezTo>
                    <a:pt x="147" y="0"/>
                    <a:pt x="0" y="154"/>
                    <a:pt x="0" y="334"/>
                  </a:cubicBezTo>
                  <a:cubicBezTo>
                    <a:pt x="0" y="520"/>
                    <a:pt x="147" y="667"/>
                    <a:pt x="334" y="667"/>
                  </a:cubicBezTo>
                  <a:cubicBezTo>
                    <a:pt x="514" y="667"/>
                    <a:pt x="667" y="520"/>
                    <a:pt x="667" y="334"/>
                  </a:cubicBezTo>
                  <a:cubicBezTo>
                    <a:pt x="667" y="154"/>
                    <a:pt x="514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5" name="Google Shape;2138;p36"/>
            <p:cNvSpPr/>
            <p:nvPr/>
          </p:nvSpPr>
          <p:spPr>
            <a:xfrm>
              <a:off x="1795951" y="2398207"/>
              <a:ext cx="18488" cy="18488"/>
            </a:xfrm>
            <a:custGeom>
              <a:avLst/>
              <a:gdLst/>
              <a:ahLst/>
              <a:cxnLst/>
              <a:rect l="l" t="t" r="r" b="b"/>
              <a:pathLst>
                <a:path w="661" h="661" extrusionOk="0">
                  <a:moveTo>
                    <a:pt x="339" y="0"/>
                  </a:moveTo>
                  <a:cubicBezTo>
                    <a:pt x="335" y="0"/>
                    <a:pt x="331" y="0"/>
                    <a:pt x="328" y="0"/>
                  </a:cubicBezTo>
                  <a:cubicBezTo>
                    <a:pt x="324" y="0"/>
                    <a:pt x="320" y="0"/>
                    <a:pt x="316" y="0"/>
                  </a:cubicBezTo>
                  <a:cubicBezTo>
                    <a:pt x="141" y="0"/>
                    <a:pt x="1" y="151"/>
                    <a:pt x="1" y="327"/>
                  </a:cubicBezTo>
                  <a:cubicBezTo>
                    <a:pt x="1" y="507"/>
                    <a:pt x="147" y="660"/>
                    <a:pt x="328" y="660"/>
                  </a:cubicBezTo>
                  <a:cubicBezTo>
                    <a:pt x="514" y="660"/>
                    <a:pt x="661" y="507"/>
                    <a:pt x="661" y="327"/>
                  </a:cubicBezTo>
                  <a:cubicBezTo>
                    <a:pt x="661" y="144"/>
                    <a:pt x="514" y="0"/>
                    <a:pt x="33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6" name="Google Shape;2139;p36"/>
            <p:cNvSpPr/>
            <p:nvPr/>
          </p:nvSpPr>
          <p:spPr>
            <a:xfrm>
              <a:off x="1987126" y="2442959"/>
              <a:ext cx="18684" cy="18488"/>
            </a:xfrm>
            <a:custGeom>
              <a:avLst/>
              <a:gdLst/>
              <a:ahLst/>
              <a:cxnLst/>
              <a:rect l="l" t="t" r="r" b="b"/>
              <a:pathLst>
                <a:path w="668" h="661" extrusionOk="0">
                  <a:moveTo>
                    <a:pt x="334" y="1"/>
                  </a:moveTo>
                  <a:cubicBezTo>
                    <a:pt x="154" y="1"/>
                    <a:pt x="1" y="147"/>
                    <a:pt x="1" y="334"/>
                  </a:cubicBezTo>
                  <a:cubicBezTo>
                    <a:pt x="1" y="514"/>
                    <a:pt x="154" y="661"/>
                    <a:pt x="334" y="661"/>
                  </a:cubicBezTo>
                  <a:cubicBezTo>
                    <a:pt x="514" y="661"/>
                    <a:pt x="668" y="514"/>
                    <a:pt x="661" y="334"/>
                  </a:cubicBezTo>
                  <a:cubicBezTo>
                    <a:pt x="668" y="154"/>
                    <a:pt x="521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7" name="Google Shape;2140;p36"/>
            <p:cNvSpPr/>
            <p:nvPr/>
          </p:nvSpPr>
          <p:spPr>
            <a:xfrm>
              <a:off x="2149604" y="2415185"/>
              <a:ext cx="18488" cy="18488"/>
            </a:xfrm>
            <a:custGeom>
              <a:avLst/>
              <a:gdLst/>
              <a:ahLst/>
              <a:cxnLst/>
              <a:rect l="l" t="t" r="r" b="b"/>
              <a:pathLst>
                <a:path w="661" h="661" extrusionOk="0">
                  <a:moveTo>
                    <a:pt x="327" y="0"/>
                  </a:moveTo>
                  <a:cubicBezTo>
                    <a:pt x="147" y="0"/>
                    <a:pt x="0" y="147"/>
                    <a:pt x="7" y="327"/>
                  </a:cubicBezTo>
                  <a:cubicBezTo>
                    <a:pt x="0" y="507"/>
                    <a:pt x="147" y="660"/>
                    <a:pt x="327" y="660"/>
                  </a:cubicBezTo>
                  <a:cubicBezTo>
                    <a:pt x="514" y="660"/>
                    <a:pt x="660" y="514"/>
                    <a:pt x="660" y="327"/>
                  </a:cubicBezTo>
                  <a:cubicBezTo>
                    <a:pt x="660" y="147"/>
                    <a:pt x="514" y="0"/>
                    <a:pt x="32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8" name="Google Shape;2141;p36"/>
            <p:cNvSpPr/>
            <p:nvPr/>
          </p:nvSpPr>
          <p:spPr>
            <a:xfrm>
              <a:off x="2387041" y="2461419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4" y="1"/>
                  </a:moveTo>
                  <a:cubicBezTo>
                    <a:pt x="147" y="1"/>
                    <a:pt x="0" y="148"/>
                    <a:pt x="0" y="334"/>
                  </a:cubicBezTo>
                  <a:cubicBezTo>
                    <a:pt x="0" y="514"/>
                    <a:pt x="147" y="668"/>
                    <a:pt x="334" y="668"/>
                  </a:cubicBezTo>
                  <a:cubicBezTo>
                    <a:pt x="520" y="668"/>
                    <a:pt x="667" y="514"/>
                    <a:pt x="667" y="334"/>
                  </a:cubicBezTo>
                  <a:cubicBezTo>
                    <a:pt x="667" y="148"/>
                    <a:pt x="520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9" name="Google Shape;2142;p36"/>
            <p:cNvSpPr/>
            <p:nvPr/>
          </p:nvSpPr>
          <p:spPr>
            <a:xfrm>
              <a:off x="2225151" y="2301767"/>
              <a:ext cx="18656" cy="18320"/>
            </a:xfrm>
            <a:custGeom>
              <a:avLst/>
              <a:gdLst/>
              <a:ahLst/>
              <a:cxnLst/>
              <a:rect l="l" t="t" r="r" b="b"/>
              <a:pathLst>
                <a:path w="667" h="655" extrusionOk="0">
                  <a:moveTo>
                    <a:pt x="351" y="1"/>
                  </a:moveTo>
                  <a:cubicBezTo>
                    <a:pt x="348" y="1"/>
                    <a:pt x="344" y="1"/>
                    <a:pt x="340" y="1"/>
                  </a:cubicBezTo>
                  <a:cubicBezTo>
                    <a:pt x="153" y="1"/>
                    <a:pt x="7" y="147"/>
                    <a:pt x="7" y="334"/>
                  </a:cubicBezTo>
                  <a:cubicBezTo>
                    <a:pt x="0" y="510"/>
                    <a:pt x="147" y="654"/>
                    <a:pt x="328" y="654"/>
                  </a:cubicBezTo>
                  <a:cubicBezTo>
                    <a:pt x="332" y="654"/>
                    <a:pt x="336" y="654"/>
                    <a:pt x="340" y="654"/>
                  </a:cubicBezTo>
                  <a:cubicBezTo>
                    <a:pt x="344" y="654"/>
                    <a:pt x="348" y="654"/>
                    <a:pt x="352" y="654"/>
                  </a:cubicBezTo>
                  <a:cubicBezTo>
                    <a:pt x="526" y="654"/>
                    <a:pt x="667" y="510"/>
                    <a:pt x="660" y="334"/>
                  </a:cubicBezTo>
                  <a:cubicBezTo>
                    <a:pt x="667" y="151"/>
                    <a:pt x="526" y="1"/>
                    <a:pt x="35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0" name="Google Shape;2143;p36"/>
            <p:cNvSpPr/>
            <p:nvPr/>
          </p:nvSpPr>
          <p:spPr>
            <a:xfrm>
              <a:off x="2609738" y="2301767"/>
              <a:ext cx="18684" cy="18320"/>
            </a:xfrm>
            <a:custGeom>
              <a:avLst/>
              <a:gdLst/>
              <a:ahLst/>
              <a:cxnLst/>
              <a:rect l="l" t="t" r="r" b="b"/>
              <a:pathLst>
                <a:path w="668" h="655" extrusionOk="0">
                  <a:moveTo>
                    <a:pt x="322" y="1"/>
                  </a:moveTo>
                  <a:cubicBezTo>
                    <a:pt x="141" y="1"/>
                    <a:pt x="0" y="151"/>
                    <a:pt x="7" y="334"/>
                  </a:cubicBezTo>
                  <a:cubicBezTo>
                    <a:pt x="0" y="510"/>
                    <a:pt x="147" y="654"/>
                    <a:pt x="322" y="654"/>
                  </a:cubicBezTo>
                  <a:cubicBezTo>
                    <a:pt x="326" y="654"/>
                    <a:pt x="330" y="654"/>
                    <a:pt x="334" y="654"/>
                  </a:cubicBezTo>
                  <a:cubicBezTo>
                    <a:pt x="338" y="654"/>
                    <a:pt x="342" y="654"/>
                    <a:pt x="345" y="654"/>
                  </a:cubicBezTo>
                  <a:cubicBezTo>
                    <a:pt x="520" y="654"/>
                    <a:pt x="667" y="510"/>
                    <a:pt x="667" y="334"/>
                  </a:cubicBezTo>
                  <a:cubicBezTo>
                    <a:pt x="667" y="147"/>
                    <a:pt x="514" y="1"/>
                    <a:pt x="334" y="1"/>
                  </a:cubicBezTo>
                  <a:cubicBezTo>
                    <a:pt x="330" y="1"/>
                    <a:pt x="326" y="1"/>
                    <a:pt x="32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1" name="Google Shape;2144;p36"/>
            <p:cNvSpPr/>
            <p:nvPr/>
          </p:nvSpPr>
          <p:spPr>
            <a:xfrm>
              <a:off x="2459763" y="2373761"/>
              <a:ext cx="18684" cy="18684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334" y="1"/>
                  </a:moveTo>
                  <a:cubicBezTo>
                    <a:pt x="147" y="1"/>
                    <a:pt x="1" y="147"/>
                    <a:pt x="1" y="334"/>
                  </a:cubicBezTo>
                  <a:cubicBezTo>
                    <a:pt x="1" y="514"/>
                    <a:pt x="147" y="668"/>
                    <a:pt x="334" y="668"/>
                  </a:cubicBezTo>
                  <a:cubicBezTo>
                    <a:pt x="521" y="668"/>
                    <a:pt x="668" y="514"/>
                    <a:pt x="668" y="334"/>
                  </a:cubicBezTo>
                  <a:cubicBezTo>
                    <a:pt x="668" y="147"/>
                    <a:pt x="521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2" name="Google Shape;2145;p36"/>
            <p:cNvSpPr/>
            <p:nvPr/>
          </p:nvSpPr>
          <p:spPr>
            <a:xfrm>
              <a:off x="2485132" y="2452105"/>
              <a:ext cx="18684" cy="18684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334" y="0"/>
                  </a:moveTo>
                  <a:cubicBezTo>
                    <a:pt x="154" y="0"/>
                    <a:pt x="1" y="147"/>
                    <a:pt x="1" y="334"/>
                  </a:cubicBezTo>
                  <a:cubicBezTo>
                    <a:pt x="1" y="514"/>
                    <a:pt x="154" y="667"/>
                    <a:pt x="334" y="667"/>
                  </a:cubicBezTo>
                  <a:cubicBezTo>
                    <a:pt x="521" y="667"/>
                    <a:pt x="668" y="514"/>
                    <a:pt x="668" y="334"/>
                  </a:cubicBezTo>
                  <a:cubicBezTo>
                    <a:pt x="668" y="147"/>
                    <a:pt x="521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3" name="Google Shape;2146;p36"/>
            <p:cNvSpPr/>
            <p:nvPr/>
          </p:nvSpPr>
          <p:spPr>
            <a:xfrm>
              <a:off x="2656168" y="2331443"/>
              <a:ext cx="18684" cy="18656"/>
            </a:xfrm>
            <a:custGeom>
              <a:avLst/>
              <a:gdLst/>
              <a:ahLst/>
              <a:cxnLst/>
              <a:rect l="l" t="t" r="r" b="b"/>
              <a:pathLst>
                <a:path w="668" h="667" extrusionOk="0">
                  <a:moveTo>
                    <a:pt x="334" y="0"/>
                  </a:moveTo>
                  <a:cubicBezTo>
                    <a:pt x="147" y="0"/>
                    <a:pt x="1" y="153"/>
                    <a:pt x="1" y="333"/>
                  </a:cubicBezTo>
                  <a:cubicBezTo>
                    <a:pt x="1" y="520"/>
                    <a:pt x="147" y="667"/>
                    <a:pt x="334" y="667"/>
                  </a:cubicBezTo>
                  <a:cubicBezTo>
                    <a:pt x="514" y="667"/>
                    <a:pt x="668" y="520"/>
                    <a:pt x="668" y="333"/>
                  </a:cubicBezTo>
                  <a:cubicBezTo>
                    <a:pt x="668" y="153"/>
                    <a:pt x="514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4" name="Google Shape;2147;p36"/>
            <p:cNvSpPr/>
            <p:nvPr/>
          </p:nvSpPr>
          <p:spPr>
            <a:xfrm>
              <a:off x="2591278" y="2424303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3" y="1"/>
                  </a:moveTo>
                  <a:cubicBezTo>
                    <a:pt x="147" y="1"/>
                    <a:pt x="0" y="148"/>
                    <a:pt x="0" y="334"/>
                  </a:cubicBezTo>
                  <a:cubicBezTo>
                    <a:pt x="0" y="521"/>
                    <a:pt x="147" y="668"/>
                    <a:pt x="333" y="668"/>
                  </a:cubicBezTo>
                  <a:cubicBezTo>
                    <a:pt x="520" y="668"/>
                    <a:pt x="667" y="521"/>
                    <a:pt x="667" y="334"/>
                  </a:cubicBezTo>
                  <a:cubicBezTo>
                    <a:pt x="667" y="148"/>
                    <a:pt x="520" y="1"/>
                    <a:pt x="33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5" name="Google Shape;2148;p36"/>
            <p:cNvSpPr/>
            <p:nvPr/>
          </p:nvSpPr>
          <p:spPr>
            <a:xfrm>
              <a:off x="2550218" y="2351749"/>
              <a:ext cx="18684" cy="18684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334" y="1"/>
                  </a:moveTo>
                  <a:cubicBezTo>
                    <a:pt x="148" y="1"/>
                    <a:pt x="1" y="154"/>
                    <a:pt x="1" y="334"/>
                  </a:cubicBezTo>
                  <a:cubicBezTo>
                    <a:pt x="1" y="521"/>
                    <a:pt x="148" y="668"/>
                    <a:pt x="334" y="668"/>
                  </a:cubicBezTo>
                  <a:cubicBezTo>
                    <a:pt x="521" y="668"/>
                    <a:pt x="668" y="521"/>
                    <a:pt x="668" y="334"/>
                  </a:cubicBezTo>
                  <a:cubicBezTo>
                    <a:pt x="668" y="154"/>
                    <a:pt x="521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6" name="Google Shape;2149;p36"/>
            <p:cNvSpPr/>
            <p:nvPr/>
          </p:nvSpPr>
          <p:spPr>
            <a:xfrm>
              <a:off x="1865540" y="2452105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4" y="0"/>
                  </a:moveTo>
                  <a:cubicBezTo>
                    <a:pt x="147" y="0"/>
                    <a:pt x="0" y="147"/>
                    <a:pt x="0" y="334"/>
                  </a:cubicBezTo>
                  <a:cubicBezTo>
                    <a:pt x="0" y="514"/>
                    <a:pt x="147" y="667"/>
                    <a:pt x="334" y="667"/>
                  </a:cubicBezTo>
                  <a:cubicBezTo>
                    <a:pt x="514" y="667"/>
                    <a:pt x="667" y="514"/>
                    <a:pt x="667" y="334"/>
                  </a:cubicBezTo>
                  <a:cubicBezTo>
                    <a:pt x="667" y="147"/>
                    <a:pt x="514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7" name="Google Shape;2150;p36"/>
            <p:cNvSpPr/>
            <p:nvPr/>
          </p:nvSpPr>
          <p:spPr>
            <a:xfrm>
              <a:off x="1726026" y="2414989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4" y="0"/>
                  </a:moveTo>
                  <a:cubicBezTo>
                    <a:pt x="153" y="0"/>
                    <a:pt x="0" y="147"/>
                    <a:pt x="0" y="334"/>
                  </a:cubicBezTo>
                  <a:cubicBezTo>
                    <a:pt x="0" y="521"/>
                    <a:pt x="153" y="667"/>
                    <a:pt x="334" y="667"/>
                  </a:cubicBezTo>
                  <a:cubicBezTo>
                    <a:pt x="520" y="667"/>
                    <a:pt x="667" y="521"/>
                    <a:pt x="667" y="334"/>
                  </a:cubicBezTo>
                  <a:cubicBezTo>
                    <a:pt x="667" y="147"/>
                    <a:pt x="520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8" name="Google Shape;2151;p36"/>
            <p:cNvSpPr/>
            <p:nvPr/>
          </p:nvSpPr>
          <p:spPr>
            <a:xfrm>
              <a:off x="1911048" y="2399522"/>
              <a:ext cx="20166" cy="18656"/>
            </a:xfrm>
            <a:custGeom>
              <a:avLst/>
              <a:gdLst/>
              <a:ahLst/>
              <a:cxnLst/>
              <a:rect l="l" t="t" r="r" b="b"/>
              <a:pathLst>
                <a:path w="721" h="667" extrusionOk="0">
                  <a:moveTo>
                    <a:pt x="358" y="0"/>
                  </a:moveTo>
                  <a:cubicBezTo>
                    <a:pt x="209" y="0"/>
                    <a:pt x="60" y="93"/>
                    <a:pt x="34" y="280"/>
                  </a:cubicBezTo>
                  <a:cubicBezTo>
                    <a:pt x="0" y="480"/>
                    <a:pt x="154" y="667"/>
                    <a:pt x="360" y="667"/>
                  </a:cubicBezTo>
                  <a:cubicBezTo>
                    <a:pt x="567" y="667"/>
                    <a:pt x="720" y="480"/>
                    <a:pt x="687" y="280"/>
                  </a:cubicBezTo>
                  <a:cubicBezTo>
                    <a:pt x="657" y="93"/>
                    <a:pt x="507" y="0"/>
                    <a:pt x="35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9" name="Google Shape;2152;p36"/>
            <p:cNvSpPr/>
            <p:nvPr/>
          </p:nvSpPr>
          <p:spPr>
            <a:xfrm>
              <a:off x="1441012" y="1620305"/>
              <a:ext cx="459239" cy="1706030"/>
            </a:xfrm>
            <a:custGeom>
              <a:avLst/>
              <a:gdLst/>
              <a:ahLst/>
              <a:cxnLst/>
              <a:rect l="l" t="t" r="r" b="b"/>
              <a:pathLst>
                <a:path w="16419" h="60995" extrusionOk="0">
                  <a:moveTo>
                    <a:pt x="15398" y="0"/>
                  </a:moveTo>
                  <a:cubicBezTo>
                    <a:pt x="15336" y="0"/>
                    <a:pt x="15271" y="2"/>
                    <a:pt x="15205" y="5"/>
                  </a:cubicBezTo>
                  <a:cubicBezTo>
                    <a:pt x="12384" y="158"/>
                    <a:pt x="6082" y="3259"/>
                    <a:pt x="3335" y="10374"/>
                  </a:cubicBezTo>
                  <a:cubicBezTo>
                    <a:pt x="1" y="19003"/>
                    <a:pt x="1708" y="31867"/>
                    <a:pt x="5989" y="43116"/>
                  </a:cubicBezTo>
                  <a:cubicBezTo>
                    <a:pt x="10277" y="54373"/>
                    <a:pt x="8570" y="60994"/>
                    <a:pt x="8570" y="60994"/>
                  </a:cubicBezTo>
                  <a:cubicBezTo>
                    <a:pt x="10157" y="58120"/>
                    <a:pt x="10857" y="55240"/>
                    <a:pt x="11004" y="52292"/>
                  </a:cubicBezTo>
                  <a:cubicBezTo>
                    <a:pt x="11477" y="42403"/>
                    <a:pt x="5669" y="31873"/>
                    <a:pt x="6669" y="18897"/>
                  </a:cubicBezTo>
                  <a:cubicBezTo>
                    <a:pt x="7976" y="2059"/>
                    <a:pt x="16418" y="272"/>
                    <a:pt x="16418" y="265"/>
                  </a:cubicBezTo>
                  <a:cubicBezTo>
                    <a:pt x="16212" y="88"/>
                    <a:pt x="15866" y="0"/>
                    <a:pt x="15398" y="0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0" name="Google Shape;2153;p36"/>
            <p:cNvSpPr/>
            <p:nvPr/>
          </p:nvSpPr>
          <p:spPr>
            <a:xfrm>
              <a:off x="1441012" y="1612250"/>
              <a:ext cx="467826" cy="1722477"/>
            </a:xfrm>
            <a:custGeom>
              <a:avLst/>
              <a:gdLst/>
              <a:ahLst/>
              <a:cxnLst/>
              <a:rect l="l" t="t" r="r" b="b"/>
              <a:pathLst>
                <a:path w="16726" h="61583" extrusionOk="0">
                  <a:moveTo>
                    <a:pt x="15438" y="580"/>
                  </a:moveTo>
                  <a:lnTo>
                    <a:pt x="15438" y="580"/>
                  </a:lnTo>
                  <a:cubicBezTo>
                    <a:pt x="13158" y="1567"/>
                    <a:pt x="7443" y="5414"/>
                    <a:pt x="6382" y="19151"/>
                  </a:cubicBezTo>
                  <a:cubicBezTo>
                    <a:pt x="5836" y="26287"/>
                    <a:pt x="7289" y="32541"/>
                    <a:pt x="8703" y="38603"/>
                  </a:cubicBezTo>
                  <a:cubicBezTo>
                    <a:pt x="9843" y="43491"/>
                    <a:pt x="10924" y="48106"/>
                    <a:pt x="10710" y="52567"/>
                  </a:cubicBezTo>
                  <a:cubicBezTo>
                    <a:pt x="10584" y="55061"/>
                    <a:pt x="10070" y="57348"/>
                    <a:pt x="9123" y="59502"/>
                  </a:cubicBezTo>
                  <a:cubicBezTo>
                    <a:pt x="9357" y="56795"/>
                    <a:pt x="9270" y="51193"/>
                    <a:pt x="6269" y="43298"/>
                  </a:cubicBezTo>
                  <a:cubicBezTo>
                    <a:pt x="1608" y="31041"/>
                    <a:pt x="588" y="18584"/>
                    <a:pt x="3608" y="10762"/>
                  </a:cubicBezTo>
                  <a:cubicBezTo>
                    <a:pt x="6422" y="3460"/>
                    <a:pt x="12757" y="720"/>
                    <a:pt x="15218" y="586"/>
                  </a:cubicBezTo>
                  <a:lnTo>
                    <a:pt x="15405" y="586"/>
                  </a:lnTo>
                  <a:lnTo>
                    <a:pt x="15438" y="580"/>
                  </a:lnTo>
                  <a:close/>
                  <a:moveTo>
                    <a:pt x="15402" y="1"/>
                  </a:moveTo>
                  <a:cubicBezTo>
                    <a:pt x="15332" y="1"/>
                    <a:pt x="15259" y="2"/>
                    <a:pt x="15185" y="6"/>
                  </a:cubicBezTo>
                  <a:cubicBezTo>
                    <a:pt x="12611" y="153"/>
                    <a:pt x="5982" y="3000"/>
                    <a:pt x="3068" y="10562"/>
                  </a:cubicBezTo>
                  <a:cubicBezTo>
                    <a:pt x="1" y="18504"/>
                    <a:pt x="1014" y="31134"/>
                    <a:pt x="5722" y="43511"/>
                  </a:cubicBezTo>
                  <a:cubicBezTo>
                    <a:pt x="9917" y="54534"/>
                    <a:pt x="8296" y="61156"/>
                    <a:pt x="8283" y="61216"/>
                  </a:cubicBezTo>
                  <a:cubicBezTo>
                    <a:pt x="8243" y="61362"/>
                    <a:pt x="8316" y="61516"/>
                    <a:pt x="8456" y="61569"/>
                  </a:cubicBezTo>
                  <a:lnTo>
                    <a:pt x="8570" y="61583"/>
                  </a:lnTo>
                  <a:cubicBezTo>
                    <a:pt x="8670" y="61583"/>
                    <a:pt x="8763" y="61523"/>
                    <a:pt x="8816" y="61436"/>
                  </a:cubicBezTo>
                  <a:cubicBezTo>
                    <a:pt x="10323" y="58715"/>
                    <a:pt x="11137" y="55834"/>
                    <a:pt x="11290" y="52600"/>
                  </a:cubicBezTo>
                  <a:cubicBezTo>
                    <a:pt x="11510" y="48066"/>
                    <a:pt x="10423" y="43404"/>
                    <a:pt x="9270" y="38476"/>
                  </a:cubicBezTo>
                  <a:cubicBezTo>
                    <a:pt x="7869" y="32461"/>
                    <a:pt x="6416" y="26240"/>
                    <a:pt x="6956" y="19205"/>
                  </a:cubicBezTo>
                  <a:cubicBezTo>
                    <a:pt x="8223" y="2820"/>
                    <a:pt x="16392" y="860"/>
                    <a:pt x="16478" y="840"/>
                  </a:cubicBezTo>
                  <a:cubicBezTo>
                    <a:pt x="16585" y="820"/>
                    <a:pt x="16672" y="733"/>
                    <a:pt x="16705" y="626"/>
                  </a:cubicBezTo>
                  <a:cubicBezTo>
                    <a:pt x="16725" y="520"/>
                    <a:pt x="16685" y="406"/>
                    <a:pt x="16605" y="333"/>
                  </a:cubicBezTo>
                  <a:cubicBezTo>
                    <a:pt x="16345" y="114"/>
                    <a:pt x="15944" y="1"/>
                    <a:pt x="1540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1" name="Google Shape;2154;p36"/>
            <p:cNvSpPr/>
            <p:nvPr/>
          </p:nvSpPr>
          <p:spPr>
            <a:xfrm>
              <a:off x="1441012" y="1620613"/>
              <a:ext cx="425284" cy="1706086"/>
            </a:xfrm>
            <a:custGeom>
              <a:avLst/>
              <a:gdLst/>
              <a:ahLst/>
              <a:cxnLst/>
              <a:rect l="l" t="t" r="r" b="b"/>
              <a:pathLst>
                <a:path w="15205" h="60997" extrusionOk="0">
                  <a:moveTo>
                    <a:pt x="15205" y="1"/>
                  </a:moveTo>
                  <a:lnTo>
                    <a:pt x="15205" y="1"/>
                  </a:lnTo>
                  <a:cubicBezTo>
                    <a:pt x="12384" y="154"/>
                    <a:pt x="6082" y="3255"/>
                    <a:pt x="3335" y="10370"/>
                  </a:cubicBezTo>
                  <a:cubicBezTo>
                    <a:pt x="1" y="18999"/>
                    <a:pt x="1708" y="31862"/>
                    <a:pt x="5989" y="43112"/>
                  </a:cubicBezTo>
                  <a:cubicBezTo>
                    <a:pt x="10277" y="54368"/>
                    <a:pt x="8570" y="60997"/>
                    <a:pt x="8570" y="60997"/>
                  </a:cubicBezTo>
                  <a:cubicBezTo>
                    <a:pt x="10157" y="58116"/>
                    <a:pt x="10857" y="55235"/>
                    <a:pt x="11004" y="52294"/>
                  </a:cubicBezTo>
                  <a:lnTo>
                    <a:pt x="11004" y="52294"/>
                  </a:lnTo>
                  <a:cubicBezTo>
                    <a:pt x="10572" y="53778"/>
                    <a:pt x="10283" y="54382"/>
                    <a:pt x="10075" y="54382"/>
                  </a:cubicBezTo>
                  <a:cubicBezTo>
                    <a:pt x="9430" y="54382"/>
                    <a:pt x="9546" y="48616"/>
                    <a:pt x="8523" y="45226"/>
                  </a:cubicBezTo>
                  <a:cubicBezTo>
                    <a:pt x="7176" y="40731"/>
                    <a:pt x="2381" y="33243"/>
                    <a:pt x="2655" y="20193"/>
                  </a:cubicBezTo>
                  <a:cubicBezTo>
                    <a:pt x="2935" y="7136"/>
                    <a:pt x="15205" y="1"/>
                    <a:pt x="15205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2" name="Google Shape;2155;p36"/>
            <p:cNvSpPr/>
            <p:nvPr/>
          </p:nvSpPr>
          <p:spPr>
            <a:xfrm>
              <a:off x="2485132" y="1711460"/>
              <a:ext cx="358519" cy="1479277"/>
            </a:xfrm>
            <a:custGeom>
              <a:avLst/>
              <a:gdLst/>
              <a:ahLst/>
              <a:cxnLst/>
              <a:rect l="l" t="t" r="r" b="b"/>
              <a:pathLst>
                <a:path w="12818" h="52888" extrusionOk="0">
                  <a:moveTo>
                    <a:pt x="1" y="0"/>
                  </a:moveTo>
                  <a:cubicBezTo>
                    <a:pt x="2" y="1"/>
                    <a:pt x="6322" y="5876"/>
                    <a:pt x="7196" y="14077"/>
                  </a:cubicBezTo>
                  <a:cubicBezTo>
                    <a:pt x="8716" y="28241"/>
                    <a:pt x="1414" y="44359"/>
                    <a:pt x="9737" y="52888"/>
                  </a:cubicBezTo>
                  <a:lnTo>
                    <a:pt x="9737" y="52888"/>
                  </a:lnTo>
                  <a:cubicBezTo>
                    <a:pt x="9737" y="52887"/>
                    <a:pt x="6329" y="45432"/>
                    <a:pt x="7296" y="37117"/>
                  </a:cubicBezTo>
                  <a:cubicBezTo>
                    <a:pt x="8263" y="28794"/>
                    <a:pt x="12817" y="9829"/>
                    <a:pt x="1" y="0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3" name="Google Shape;2156;p36"/>
            <p:cNvSpPr/>
            <p:nvPr/>
          </p:nvSpPr>
          <p:spPr>
            <a:xfrm>
              <a:off x="2474224" y="1703348"/>
              <a:ext cx="337346" cy="1495584"/>
            </a:xfrm>
            <a:custGeom>
              <a:avLst/>
              <a:gdLst/>
              <a:ahLst/>
              <a:cxnLst/>
              <a:rect l="l" t="t" r="r" b="b"/>
              <a:pathLst>
                <a:path w="12061" h="53471" extrusionOk="0">
                  <a:moveTo>
                    <a:pt x="4125" y="4445"/>
                  </a:moveTo>
                  <a:cubicBezTo>
                    <a:pt x="10827" y="13327"/>
                    <a:pt x="8993" y="26070"/>
                    <a:pt x="7839" y="34132"/>
                  </a:cubicBezTo>
                  <a:cubicBezTo>
                    <a:pt x="7659" y="35306"/>
                    <a:pt x="7506" y="36413"/>
                    <a:pt x="7393" y="37373"/>
                  </a:cubicBezTo>
                  <a:cubicBezTo>
                    <a:pt x="6692" y="43382"/>
                    <a:pt x="8286" y="48990"/>
                    <a:pt x="9226" y="51670"/>
                  </a:cubicBezTo>
                  <a:cubicBezTo>
                    <a:pt x="5325" y="46356"/>
                    <a:pt x="6239" y="38560"/>
                    <a:pt x="7186" y="30351"/>
                  </a:cubicBezTo>
                  <a:cubicBezTo>
                    <a:pt x="7806" y="25063"/>
                    <a:pt x="8440" y="19582"/>
                    <a:pt x="7879" y="14334"/>
                  </a:cubicBezTo>
                  <a:cubicBezTo>
                    <a:pt x="7453" y="10386"/>
                    <a:pt x="5772" y="6952"/>
                    <a:pt x="4125" y="4445"/>
                  </a:cubicBezTo>
                  <a:close/>
                  <a:moveTo>
                    <a:pt x="408" y="0"/>
                  </a:moveTo>
                  <a:cubicBezTo>
                    <a:pt x="177" y="0"/>
                    <a:pt x="1" y="291"/>
                    <a:pt x="191" y="497"/>
                  </a:cubicBezTo>
                  <a:cubicBezTo>
                    <a:pt x="257" y="550"/>
                    <a:pt x="6446" y="6405"/>
                    <a:pt x="7293" y="14401"/>
                  </a:cubicBezTo>
                  <a:cubicBezTo>
                    <a:pt x="7853" y="19575"/>
                    <a:pt x="7219" y="25023"/>
                    <a:pt x="6612" y="30285"/>
                  </a:cubicBezTo>
                  <a:cubicBezTo>
                    <a:pt x="5559" y="39340"/>
                    <a:pt x="4572" y="47889"/>
                    <a:pt x="9920" y="53378"/>
                  </a:cubicBezTo>
                  <a:cubicBezTo>
                    <a:pt x="9973" y="53431"/>
                    <a:pt x="10047" y="53464"/>
                    <a:pt x="10127" y="53471"/>
                  </a:cubicBezTo>
                  <a:cubicBezTo>
                    <a:pt x="10347" y="53471"/>
                    <a:pt x="10487" y="53244"/>
                    <a:pt x="10393" y="53051"/>
                  </a:cubicBezTo>
                  <a:cubicBezTo>
                    <a:pt x="10360" y="52984"/>
                    <a:pt x="7026" y="45582"/>
                    <a:pt x="7973" y="37440"/>
                  </a:cubicBezTo>
                  <a:cubicBezTo>
                    <a:pt x="8079" y="36486"/>
                    <a:pt x="8246" y="35386"/>
                    <a:pt x="8413" y="34212"/>
                  </a:cubicBezTo>
                  <a:cubicBezTo>
                    <a:pt x="9773" y="24737"/>
                    <a:pt x="12061" y="8872"/>
                    <a:pt x="571" y="50"/>
                  </a:cubicBezTo>
                  <a:cubicBezTo>
                    <a:pt x="516" y="15"/>
                    <a:pt x="461" y="0"/>
                    <a:pt x="40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4" name="Google Shape;2157;p36"/>
            <p:cNvSpPr/>
            <p:nvPr/>
          </p:nvSpPr>
          <p:spPr>
            <a:xfrm>
              <a:off x="1536893" y="1783622"/>
              <a:ext cx="114929" cy="404027"/>
            </a:xfrm>
            <a:custGeom>
              <a:avLst/>
              <a:gdLst/>
              <a:ahLst/>
              <a:cxnLst/>
              <a:rect l="l" t="t" r="r" b="b"/>
              <a:pathLst>
                <a:path w="4109" h="14445" extrusionOk="0">
                  <a:moveTo>
                    <a:pt x="4108" y="1"/>
                  </a:moveTo>
                  <a:lnTo>
                    <a:pt x="4108" y="1"/>
                  </a:lnTo>
                  <a:cubicBezTo>
                    <a:pt x="3108" y="808"/>
                    <a:pt x="2394" y="1928"/>
                    <a:pt x="1887" y="3122"/>
                  </a:cubicBezTo>
                  <a:cubicBezTo>
                    <a:pt x="1381" y="4309"/>
                    <a:pt x="1047" y="5556"/>
                    <a:pt x="767" y="6803"/>
                  </a:cubicBezTo>
                  <a:cubicBezTo>
                    <a:pt x="207" y="9310"/>
                    <a:pt x="0" y="11884"/>
                    <a:pt x="147" y="14445"/>
                  </a:cubicBezTo>
                  <a:cubicBezTo>
                    <a:pt x="220" y="11891"/>
                    <a:pt x="494" y="9357"/>
                    <a:pt x="1054" y="6869"/>
                  </a:cubicBezTo>
                  <a:cubicBezTo>
                    <a:pt x="1327" y="5629"/>
                    <a:pt x="1641" y="4375"/>
                    <a:pt x="2094" y="3202"/>
                  </a:cubicBezTo>
                  <a:cubicBezTo>
                    <a:pt x="2554" y="2028"/>
                    <a:pt x="3181" y="901"/>
                    <a:pt x="410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5" name="Google Shape;2158;p36"/>
            <p:cNvSpPr/>
            <p:nvPr/>
          </p:nvSpPr>
          <p:spPr>
            <a:xfrm>
              <a:off x="1518796" y="2240596"/>
              <a:ext cx="18488" cy="134144"/>
            </a:xfrm>
            <a:custGeom>
              <a:avLst/>
              <a:gdLst/>
              <a:ahLst/>
              <a:cxnLst/>
              <a:rect l="l" t="t" r="r" b="b"/>
              <a:pathLst>
                <a:path w="661" h="4796" extrusionOk="0">
                  <a:moveTo>
                    <a:pt x="267" y="0"/>
                  </a:moveTo>
                  <a:cubicBezTo>
                    <a:pt x="67" y="794"/>
                    <a:pt x="0" y="1621"/>
                    <a:pt x="74" y="2434"/>
                  </a:cubicBezTo>
                  <a:cubicBezTo>
                    <a:pt x="134" y="3248"/>
                    <a:pt x="327" y="4048"/>
                    <a:pt x="661" y="4795"/>
                  </a:cubicBezTo>
                  <a:cubicBezTo>
                    <a:pt x="541" y="3995"/>
                    <a:pt x="427" y="3208"/>
                    <a:pt x="361" y="2408"/>
                  </a:cubicBezTo>
                  <a:cubicBezTo>
                    <a:pt x="294" y="1608"/>
                    <a:pt x="287" y="821"/>
                    <a:pt x="2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6" name="Google Shape;2159;p36"/>
            <p:cNvSpPr/>
            <p:nvPr/>
          </p:nvSpPr>
          <p:spPr>
            <a:xfrm>
              <a:off x="1539131" y="2432890"/>
              <a:ext cx="22600" cy="103909"/>
            </a:xfrm>
            <a:custGeom>
              <a:avLst/>
              <a:gdLst/>
              <a:ahLst/>
              <a:cxnLst/>
              <a:rect l="l" t="t" r="r" b="b"/>
              <a:pathLst>
                <a:path w="808" h="3715" extrusionOk="0">
                  <a:moveTo>
                    <a:pt x="80" y="1"/>
                  </a:moveTo>
                  <a:lnTo>
                    <a:pt x="80" y="1"/>
                  </a:lnTo>
                  <a:cubicBezTo>
                    <a:pt x="0" y="1281"/>
                    <a:pt x="254" y="2561"/>
                    <a:pt x="807" y="3715"/>
                  </a:cubicBezTo>
                  <a:cubicBezTo>
                    <a:pt x="740" y="3081"/>
                    <a:pt x="614" y="2468"/>
                    <a:pt x="494" y="1854"/>
                  </a:cubicBezTo>
                  <a:cubicBezTo>
                    <a:pt x="367" y="1234"/>
                    <a:pt x="260" y="621"/>
                    <a:pt x="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7" name="Google Shape;2160;p36"/>
            <p:cNvSpPr/>
            <p:nvPr/>
          </p:nvSpPr>
          <p:spPr>
            <a:xfrm>
              <a:off x="1566541" y="2574838"/>
              <a:ext cx="87686" cy="281099"/>
            </a:xfrm>
            <a:custGeom>
              <a:avLst/>
              <a:gdLst/>
              <a:ahLst/>
              <a:cxnLst/>
              <a:rect l="l" t="t" r="r" b="b"/>
              <a:pathLst>
                <a:path w="3135" h="10050" extrusionOk="0">
                  <a:moveTo>
                    <a:pt x="1" y="0"/>
                  </a:moveTo>
                  <a:lnTo>
                    <a:pt x="1" y="0"/>
                  </a:lnTo>
                  <a:cubicBezTo>
                    <a:pt x="354" y="1721"/>
                    <a:pt x="801" y="3421"/>
                    <a:pt x="1334" y="5095"/>
                  </a:cubicBezTo>
                  <a:cubicBezTo>
                    <a:pt x="1868" y="6775"/>
                    <a:pt x="2441" y="8429"/>
                    <a:pt x="3135" y="10050"/>
                  </a:cubicBezTo>
                  <a:cubicBezTo>
                    <a:pt x="2661" y="8356"/>
                    <a:pt x="2148" y="6689"/>
                    <a:pt x="1621" y="5015"/>
                  </a:cubicBezTo>
                  <a:cubicBezTo>
                    <a:pt x="1094" y="3335"/>
                    <a:pt x="567" y="1661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8" name="Google Shape;2161;p36"/>
            <p:cNvSpPr/>
            <p:nvPr/>
          </p:nvSpPr>
          <p:spPr>
            <a:xfrm>
              <a:off x="1667821" y="2913918"/>
              <a:ext cx="30236" cy="202223"/>
            </a:xfrm>
            <a:custGeom>
              <a:avLst/>
              <a:gdLst/>
              <a:ahLst/>
              <a:cxnLst/>
              <a:rect l="l" t="t" r="r" b="b"/>
              <a:pathLst>
                <a:path w="1081" h="7230" extrusionOk="0">
                  <a:moveTo>
                    <a:pt x="1" y="1"/>
                  </a:moveTo>
                  <a:lnTo>
                    <a:pt x="1" y="1"/>
                  </a:lnTo>
                  <a:cubicBezTo>
                    <a:pt x="207" y="1201"/>
                    <a:pt x="414" y="2401"/>
                    <a:pt x="581" y="3601"/>
                  </a:cubicBezTo>
                  <a:cubicBezTo>
                    <a:pt x="747" y="4802"/>
                    <a:pt x="867" y="6009"/>
                    <a:pt x="994" y="7229"/>
                  </a:cubicBezTo>
                  <a:cubicBezTo>
                    <a:pt x="1081" y="6002"/>
                    <a:pt x="1041" y="4775"/>
                    <a:pt x="867" y="3561"/>
                  </a:cubicBezTo>
                  <a:cubicBezTo>
                    <a:pt x="707" y="2348"/>
                    <a:pt x="421" y="1154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89" name="组合 788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790" name="图片 789" descr="01标示标准彩色图形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791" name="图片 790" descr="679ea5b50a417660f7076eba1cf8bbad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grpSp>
        <p:nvGrpSpPr>
          <p:cNvPr id="802" name="组合 801"/>
          <p:cNvGrpSpPr/>
          <p:nvPr/>
        </p:nvGrpSpPr>
        <p:grpSpPr>
          <a:xfrm>
            <a:off x="5466631" y="5427594"/>
            <a:ext cx="3148013" cy="747146"/>
            <a:chOff x="8809" y="6963"/>
            <a:chExt cx="4958" cy="1177"/>
          </a:xfrm>
        </p:grpSpPr>
        <p:sp>
          <p:nvSpPr>
            <p:cNvPr id="797" name="文本框 796"/>
            <p:cNvSpPr txBox="1"/>
            <p:nvPr>
              <p:custDataLst>
                <p:tags r:id="rId19"/>
              </p:custDataLst>
            </p:nvPr>
          </p:nvSpPr>
          <p:spPr>
            <a:xfrm>
              <a:off x="10233" y="6963"/>
              <a:ext cx="3533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noProof="0" dirty="0">
                  <a:ln>
                    <a:noFill/>
                  </a:ln>
                  <a:solidFill>
                    <a:srgbClr val="56342D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Matlab</a:t>
              </a:r>
              <a:r>
                <a:rPr lang="zh-CN" altLang="en-US" sz="2400" noProof="0" dirty="0">
                  <a:ln>
                    <a:noFill/>
                  </a:ln>
                  <a:solidFill>
                    <a:srgbClr val="56342D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的</a:t>
              </a:r>
              <a:r>
                <a:rPr lang="zh-CN" altLang="en-US" sz="2400" noProof="0" dirty="0">
                  <a:ln>
                    <a:noFill/>
                  </a:ln>
                  <a:solidFill>
                    <a:srgbClr val="56342D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安装</a:t>
              </a:r>
              <a:endParaRPr lang="zh-CN" altLang="en-US" sz="2400" noProof="0" dirty="0">
                <a:ln>
                  <a:noFill/>
                </a:ln>
                <a:solidFill>
                  <a:srgbClr val="56342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798" name="椭圆 797"/>
            <p:cNvSpPr/>
            <p:nvPr>
              <p:custDataLst>
                <p:tags r:id="rId20"/>
              </p:custDataLst>
            </p:nvPr>
          </p:nvSpPr>
          <p:spPr>
            <a:xfrm>
              <a:off x="8809" y="6976"/>
              <a:ext cx="1036" cy="1036"/>
            </a:xfrm>
            <a:prstGeom prst="ellipse">
              <a:avLst/>
            </a:prstGeom>
            <a:solidFill>
              <a:srgbClr val="5634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1EE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9" name="文本框 798"/>
            <p:cNvSpPr txBox="1"/>
            <p:nvPr>
              <p:custDataLst>
                <p:tags r:id="rId21"/>
              </p:custDataLst>
            </p:nvPr>
          </p:nvSpPr>
          <p:spPr>
            <a:xfrm>
              <a:off x="8900" y="7196"/>
              <a:ext cx="843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1EEE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05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1EEE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0" name="矩形 799"/>
            <p:cNvSpPr/>
            <p:nvPr>
              <p:custDataLst>
                <p:tags r:id="rId22"/>
              </p:custDataLst>
            </p:nvPr>
          </p:nvSpPr>
          <p:spPr>
            <a:xfrm>
              <a:off x="10265" y="7657"/>
              <a:ext cx="1550" cy="4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zh-CN" altLang="en-US" sz="1400" dirty="0">
                  <a:solidFill>
                    <a:srgbClr val="5634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安装指南</a:t>
              </a:r>
              <a:endParaRPr lang="zh-CN" altLang="en-US" sz="14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/>
        </p:nvSpPr>
        <p:spPr>
          <a:xfrm>
            <a:off x="0" y="3641552"/>
            <a:ext cx="2997200" cy="3216448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 rot="5400000" flipH="1">
            <a:off x="8512238" y="866077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5"/>
          <p:cNvSpPr/>
          <p:nvPr/>
        </p:nvSpPr>
        <p:spPr bwMode="auto">
          <a:xfrm rot="5400000" flipH="1">
            <a:off x="8808994" y="246686"/>
            <a:ext cx="4868287" cy="3184014"/>
          </a:xfrm>
          <a:custGeom>
            <a:avLst/>
            <a:gdLst>
              <a:gd name="T0" fmla="*/ 18 w 1619"/>
              <a:gd name="T1" fmla="*/ 36 h 1181"/>
              <a:gd name="T2" fmla="*/ 14 w 1619"/>
              <a:gd name="T3" fmla="*/ 108 h 1181"/>
              <a:gd name="T4" fmla="*/ 30 w 1619"/>
              <a:gd name="T5" fmla="*/ 285 h 1181"/>
              <a:gd name="T6" fmla="*/ 84 w 1619"/>
              <a:gd name="T7" fmla="*/ 425 h 1181"/>
              <a:gd name="T8" fmla="*/ 99 w 1619"/>
              <a:gd name="T9" fmla="*/ 448 h 1181"/>
              <a:gd name="T10" fmla="*/ 114 w 1619"/>
              <a:gd name="T11" fmla="*/ 469 h 1181"/>
              <a:gd name="T12" fmla="*/ 174 w 1619"/>
              <a:gd name="T13" fmla="*/ 519 h 1181"/>
              <a:gd name="T14" fmla="*/ 306 w 1619"/>
              <a:gd name="T15" fmla="*/ 572 h 1181"/>
              <a:gd name="T16" fmla="*/ 444 w 1619"/>
              <a:gd name="T17" fmla="*/ 615 h 1181"/>
              <a:gd name="T18" fmla="*/ 571 w 1619"/>
              <a:gd name="T19" fmla="*/ 681 h 1181"/>
              <a:gd name="T20" fmla="*/ 661 w 1619"/>
              <a:gd name="T21" fmla="*/ 794 h 1181"/>
              <a:gd name="T22" fmla="*/ 728 w 1619"/>
              <a:gd name="T23" fmla="*/ 921 h 1181"/>
              <a:gd name="T24" fmla="*/ 876 w 1619"/>
              <a:gd name="T25" fmla="*/ 1072 h 1181"/>
              <a:gd name="T26" fmla="*/ 907 w 1619"/>
              <a:gd name="T27" fmla="*/ 1090 h 1181"/>
              <a:gd name="T28" fmla="*/ 1003 w 1619"/>
              <a:gd name="T29" fmla="*/ 1135 h 1181"/>
              <a:gd name="T30" fmla="*/ 1054 w 1619"/>
              <a:gd name="T31" fmla="*/ 1150 h 1181"/>
              <a:gd name="T32" fmla="*/ 1353 w 1619"/>
              <a:gd name="T33" fmla="*/ 1143 h 1181"/>
              <a:gd name="T34" fmla="*/ 1554 w 1619"/>
              <a:gd name="T35" fmla="*/ 1068 h 1181"/>
              <a:gd name="T36" fmla="*/ 1619 w 1619"/>
              <a:gd name="T37" fmla="*/ 1037 h 1181"/>
              <a:gd name="T38" fmla="*/ 1491 w 1619"/>
              <a:gd name="T39" fmla="*/ 1104 h 1181"/>
              <a:gd name="T40" fmla="*/ 1356 w 1619"/>
              <a:gd name="T41" fmla="*/ 1154 h 1181"/>
              <a:gd name="T42" fmla="*/ 1068 w 1619"/>
              <a:gd name="T43" fmla="*/ 1168 h 1181"/>
              <a:gd name="T44" fmla="*/ 1051 w 1619"/>
              <a:gd name="T45" fmla="*/ 1164 h 1181"/>
              <a:gd name="T46" fmla="*/ 998 w 1619"/>
              <a:gd name="T47" fmla="*/ 1149 h 1181"/>
              <a:gd name="T48" fmla="*/ 899 w 1619"/>
              <a:gd name="T49" fmla="*/ 1102 h 1181"/>
              <a:gd name="T50" fmla="*/ 869 w 1619"/>
              <a:gd name="T51" fmla="*/ 1083 h 1181"/>
              <a:gd name="T52" fmla="*/ 760 w 1619"/>
              <a:gd name="T53" fmla="*/ 986 h 1181"/>
              <a:gd name="T54" fmla="*/ 654 w 1619"/>
              <a:gd name="T55" fmla="*/ 798 h 1181"/>
              <a:gd name="T56" fmla="*/ 606 w 1619"/>
              <a:gd name="T57" fmla="*/ 723 h 1181"/>
              <a:gd name="T58" fmla="*/ 595 w 1619"/>
              <a:gd name="T59" fmla="*/ 709 h 1181"/>
              <a:gd name="T60" fmla="*/ 442 w 1619"/>
              <a:gd name="T61" fmla="*/ 619 h 1181"/>
              <a:gd name="T62" fmla="*/ 304 w 1619"/>
              <a:gd name="T63" fmla="*/ 580 h 1181"/>
              <a:gd name="T64" fmla="*/ 168 w 1619"/>
              <a:gd name="T65" fmla="*/ 530 h 1181"/>
              <a:gd name="T66" fmla="*/ 104 w 1619"/>
              <a:gd name="T67" fmla="*/ 477 h 1181"/>
              <a:gd name="T68" fmla="*/ 88 w 1619"/>
              <a:gd name="T69" fmla="*/ 455 h 1181"/>
              <a:gd name="T70" fmla="*/ 74 w 1619"/>
              <a:gd name="T71" fmla="*/ 432 h 1181"/>
              <a:gd name="T72" fmla="*/ 60 w 1619"/>
              <a:gd name="T73" fmla="*/ 408 h 1181"/>
              <a:gd name="T74" fmla="*/ 49 w 1619"/>
              <a:gd name="T75" fmla="*/ 383 h 1181"/>
              <a:gd name="T76" fmla="*/ 39 w 1619"/>
              <a:gd name="T77" fmla="*/ 357 h 1181"/>
              <a:gd name="T78" fmla="*/ 28 w 1619"/>
              <a:gd name="T79" fmla="*/ 323 h 1181"/>
              <a:gd name="T80" fmla="*/ 21 w 1619"/>
              <a:gd name="T81" fmla="*/ 296 h 1181"/>
              <a:gd name="T82" fmla="*/ 21 w 1619"/>
              <a:gd name="T83" fmla="*/ 0 h 1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619" h="1181">
                <a:moveTo>
                  <a:pt x="22" y="0"/>
                </a:moveTo>
                <a:cubicBezTo>
                  <a:pt x="18" y="36"/>
                  <a:pt x="18" y="36"/>
                  <a:pt x="18" y="36"/>
                </a:cubicBezTo>
                <a:cubicBezTo>
                  <a:pt x="16" y="72"/>
                  <a:pt x="16" y="72"/>
                  <a:pt x="16" y="72"/>
                </a:cubicBezTo>
                <a:cubicBezTo>
                  <a:pt x="15" y="84"/>
                  <a:pt x="14" y="96"/>
                  <a:pt x="14" y="108"/>
                </a:cubicBezTo>
                <a:cubicBezTo>
                  <a:pt x="14" y="120"/>
                  <a:pt x="14" y="132"/>
                  <a:pt x="14" y="143"/>
                </a:cubicBezTo>
                <a:cubicBezTo>
                  <a:pt x="15" y="191"/>
                  <a:pt x="20" y="239"/>
                  <a:pt x="30" y="285"/>
                </a:cubicBezTo>
                <a:cubicBezTo>
                  <a:pt x="40" y="332"/>
                  <a:pt x="57" y="376"/>
                  <a:pt x="80" y="418"/>
                </a:cubicBezTo>
                <a:cubicBezTo>
                  <a:pt x="84" y="425"/>
                  <a:pt x="84" y="425"/>
                  <a:pt x="84" y="425"/>
                </a:cubicBezTo>
                <a:cubicBezTo>
                  <a:pt x="86" y="428"/>
                  <a:pt x="87" y="430"/>
                  <a:pt x="89" y="433"/>
                </a:cubicBezTo>
                <a:cubicBezTo>
                  <a:pt x="99" y="448"/>
                  <a:pt x="99" y="448"/>
                  <a:pt x="99" y="448"/>
                </a:cubicBezTo>
                <a:cubicBezTo>
                  <a:pt x="102" y="453"/>
                  <a:pt x="106" y="457"/>
                  <a:pt x="109" y="462"/>
                </a:cubicBezTo>
                <a:cubicBezTo>
                  <a:pt x="114" y="469"/>
                  <a:pt x="114" y="469"/>
                  <a:pt x="114" y="469"/>
                </a:cubicBezTo>
                <a:cubicBezTo>
                  <a:pt x="116" y="472"/>
                  <a:pt x="118" y="474"/>
                  <a:pt x="120" y="476"/>
                </a:cubicBezTo>
                <a:cubicBezTo>
                  <a:pt x="135" y="493"/>
                  <a:pt x="154" y="508"/>
                  <a:pt x="174" y="519"/>
                </a:cubicBezTo>
                <a:cubicBezTo>
                  <a:pt x="194" y="531"/>
                  <a:pt x="216" y="541"/>
                  <a:pt x="238" y="549"/>
                </a:cubicBezTo>
                <a:cubicBezTo>
                  <a:pt x="260" y="558"/>
                  <a:pt x="283" y="565"/>
                  <a:pt x="306" y="572"/>
                </a:cubicBezTo>
                <a:cubicBezTo>
                  <a:pt x="375" y="593"/>
                  <a:pt x="375" y="593"/>
                  <a:pt x="375" y="593"/>
                </a:cubicBezTo>
                <a:cubicBezTo>
                  <a:pt x="398" y="600"/>
                  <a:pt x="421" y="607"/>
                  <a:pt x="444" y="615"/>
                </a:cubicBezTo>
                <a:cubicBezTo>
                  <a:pt x="466" y="623"/>
                  <a:pt x="488" y="633"/>
                  <a:pt x="510" y="643"/>
                </a:cubicBezTo>
                <a:cubicBezTo>
                  <a:pt x="532" y="654"/>
                  <a:pt x="552" y="666"/>
                  <a:pt x="571" y="681"/>
                </a:cubicBezTo>
                <a:cubicBezTo>
                  <a:pt x="590" y="696"/>
                  <a:pt x="607" y="714"/>
                  <a:pt x="622" y="733"/>
                </a:cubicBezTo>
                <a:cubicBezTo>
                  <a:pt x="637" y="752"/>
                  <a:pt x="649" y="773"/>
                  <a:pt x="661" y="794"/>
                </a:cubicBezTo>
                <a:cubicBezTo>
                  <a:pt x="672" y="816"/>
                  <a:pt x="683" y="837"/>
                  <a:pt x="694" y="858"/>
                </a:cubicBezTo>
                <a:cubicBezTo>
                  <a:pt x="705" y="880"/>
                  <a:pt x="716" y="901"/>
                  <a:pt x="728" y="921"/>
                </a:cubicBezTo>
                <a:cubicBezTo>
                  <a:pt x="753" y="961"/>
                  <a:pt x="784" y="998"/>
                  <a:pt x="819" y="1029"/>
                </a:cubicBezTo>
                <a:cubicBezTo>
                  <a:pt x="837" y="1045"/>
                  <a:pt x="856" y="1059"/>
                  <a:pt x="876" y="1072"/>
                </a:cubicBezTo>
                <a:cubicBezTo>
                  <a:pt x="891" y="1081"/>
                  <a:pt x="891" y="1081"/>
                  <a:pt x="891" y="1081"/>
                </a:cubicBezTo>
                <a:cubicBezTo>
                  <a:pt x="896" y="1084"/>
                  <a:pt x="901" y="1087"/>
                  <a:pt x="907" y="1090"/>
                </a:cubicBezTo>
                <a:cubicBezTo>
                  <a:pt x="917" y="1096"/>
                  <a:pt x="927" y="1101"/>
                  <a:pt x="938" y="1107"/>
                </a:cubicBezTo>
                <a:cubicBezTo>
                  <a:pt x="959" y="1117"/>
                  <a:pt x="981" y="1127"/>
                  <a:pt x="1003" y="1135"/>
                </a:cubicBezTo>
                <a:cubicBezTo>
                  <a:pt x="1014" y="1139"/>
                  <a:pt x="1026" y="1142"/>
                  <a:pt x="1037" y="1145"/>
                </a:cubicBezTo>
                <a:cubicBezTo>
                  <a:pt x="1043" y="1147"/>
                  <a:pt x="1048" y="1148"/>
                  <a:pt x="1054" y="1150"/>
                </a:cubicBezTo>
                <a:cubicBezTo>
                  <a:pt x="1060" y="1151"/>
                  <a:pt x="1066" y="1153"/>
                  <a:pt x="1071" y="1154"/>
                </a:cubicBezTo>
                <a:cubicBezTo>
                  <a:pt x="1164" y="1174"/>
                  <a:pt x="1261" y="1167"/>
                  <a:pt x="1353" y="1143"/>
                </a:cubicBezTo>
                <a:cubicBezTo>
                  <a:pt x="1399" y="1132"/>
                  <a:pt x="1444" y="1116"/>
                  <a:pt x="1489" y="1097"/>
                </a:cubicBezTo>
                <a:cubicBezTo>
                  <a:pt x="1511" y="1088"/>
                  <a:pt x="1532" y="1078"/>
                  <a:pt x="1554" y="1068"/>
                </a:cubicBezTo>
                <a:cubicBezTo>
                  <a:pt x="1576" y="1058"/>
                  <a:pt x="1597" y="1047"/>
                  <a:pt x="1618" y="1036"/>
                </a:cubicBezTo>
                <a:cubicBezTo>
                  <a:pt x="1619" y="1037"/>
                  <a:pt x="1619" y="1037"/>
                  <a:pt x="1619" y="1037"/>
                </a:cubicBezTo>
                <a:cubicBezTo>
                  <a:pt x="1598" y="1049"/>
                  <a:pt x="1577" y="1061"/>
                  <a:pt x="1556" y="1072"/>
                </a:cubicBezTo>
                <a:cubicBezTo>
                  <a:pt x="1535" y="1083"/>
                  <a:pt x="1513" y="1094"/>
                  <a:pt x="1491" y="1104"/>
                </a:cubicBezTo>
                <a:cubicBezTo>
                  <a:pt x="1469" y="1114"/>
                  <a:pt x="1447" y="1123"/>
                  <a:pt x="1425" y="1132"/>
                </a:cubicBezTo>
                <a:cubicBezTo>
                  <a:pt x="1402" y="1140"/>
                  <a:pt x="1379" y="1148"/>
                  <a:pt x="1356" y="1154"/>
                </a:cubicBezTo>
                <a:cubicBezTo>
                  <a:pt x="1309" y="1167"/>
                  <a:pt x="1262" y="1175"/>
                  <a:pt x="1213" y="1178"/>
                </a:cubicBezTo>
                <a:cubicBezTo>
                  <a:pt x="1165" y="1181"/>
                  <a:pt x="1116" y="1178"/>
                  <a:pt x="1068" y="1168"/>
                </a:cubicBezTo>
                <a:cubicBezTo>
                  <a:pt x="1065" y="1168"/>
                  <a:pt x="1062" y="1167"/>
                  <a:pt x="1059" y="1166"/>
                </a:cubicBezTo>
                <a:cubicBezTo>
                  <a:pt x="1051" y="1164"/>
                  <a:pt x="1051" y="1164"/>
                  <a:pt x="1051" y="1164"/>
                </a:cubicBezTo>
                <a:cubicBezTo>
                  <a:pt x="1045" y="1163"/>
                  <a:pt x="1039" y="1161"/>
                  <a:pt x="1033" y="1160"/>
                </a:cubicBezTo>
                <a:cubicBezTo>
                  <a:pt x="1021" y="1156"/>
                  <a:pt x="1010" y="1153"/>
                  <a:pt x="998" y="1149"/>
                </a:cubicBezTo>
                <a:cubicBezTo>
                  <a:pt x="975" y="1141"/>
                  <a:pt x="953" y="1131"/>
                  <a:pt x="931" y="1120"/>
                </a:cubicBezTo>
                <a:cubicBezTo>
                  <a:pt x="921" y="1114"/>
                  <a:pt x="910" y="1109"/>
                  <a:pt x="899" y="1102"/>
                </a:cubicBezTo>
                <a:cubicBezTo>
                  <a:pt x="894" y="1099"/>
                  <a:pt x="889" y="1096"/>
                  <a:pt x="884" y="1093"/>
                </a:cubicBezTo>
                <a:cubicBezTo>
                  <a:pt x="869" y="1083"/>
                  <a:pt x="869" y="1083"/>
                  <a:pt x="869" y="1083"/>
                </a:cubicBezTo>
                <a:cubicBezTo>
                  <a:pt x="848" y="1070"/>
                  <a:pt x="829" y="1055"/>
                  <a:pt x="811" y="1039"/>
                </a:cubicBezTo>
                <a:cubicBezTo>
                  <a:pt x="793" y="1023"/>
                  <a:pt x="776" y="1005"/>
                  <a:pt x="760" y="986"/>
                </a:cubicBezTo>
                <a:cubicBezTo>
                  <a:pt x="745" y="967"/>
                  <a:pt x="731" y="947"/>
                  <a:pt x="719" y="927"/>
                </a:cubicBezTo>
                <a:cubicBezTo>
                  <a:pt x="694" y="885"/>
                  <a:pt x="675" y="840"/>
                  <a:pt x="654" y="798"/>
                </a:cubicBezTo>
                <a:cubicBezTo>
                  <a:pt x="643" y="777"/>
                  <a:pt x="631" y="756"/>
                  <a:pt x="617" y="737"/>
                </a:cubicBezTo>
                <a:cubicBezTo>
                  <a:pt x="614" y="732"/>
                  <a:pt x="610" y="727"/>
                  <a:pt x="606" y="723"/>
                </a:cubicBezTo>
                <a:cubicBezTo>
                  <a:pt x="601" y="716"/>
                  <a:pt x="601" y="716"/>
                  <a:pt x="601" y="716"/>
                </a:cubicBezTo>
                <a:cubicBezTo>
                  <a:pt x="595" y="709"/>
                  <a:pt x="595" y="709"/>
                  <a:pt x="595" y="709"/>
                </a:cubicBezTo>
                <a:cubicBezTo>
                  <a:pt x="586" y="701"/>
                  <a:pt x="578" y="693"/>
                  <a:pt x="568" y="685"/>
                </a:cubicBezTo>
                <a:cubicBezTo>
                  <a:pt x="531" y="655"/>
                  <a:pt x="487" y="635"/>
                  <a:pt x="442" y="619"/>
                </a:cubicBezTo>
                <a:cubicBezTo>
                  <a:pt x="419" y="612"/>
                  <a:pt x="397" y="605"/>
                  <a:pt x="373" y="598"/>
                </a:cubicBezTo>
                <a:cubicBezTo>
                  <a:pt x="304" y="580"/>
                  <a:pt x="304" y="580"/>
                  <a:pt x="304" y="580"/>
                </a:cubicBezTo>
                <a:cubicBezTo>
                  <a:pt x="281" y="573"/>
                  <a:pt x="258" y="567"/>
                  <a:pt x="235" y="559"/>
                </a:cubicBezTo>
                <a:cubicBezTo>
                  <a:pt x="212" y="551"/>
                  <a:pt x="189" y="542"/>
                  <a:pt x="168" y="530"/>
                </a:cubicBezTo>
                <a:cubicBezTo>
                  <a:pt x="147" y="518"/>
                  <a:pt x="127" y="503"/>
                  <a:pt x="110" y="484"/>
                </a:cubicBezTo>
                <a:cubicBezTo>
                  <a:pt x="108" y="482"/>
                  <a:pt x="106" y="479"/>
                  <a:pt x="104" y="477"/>
                </a:cubicBezTo>
                <a:cubicBezTo>
                  <a:pt x="99" y="470"/>
                  <a:pt x="99" y="470"/>
                  <a:pt x="99" y="470"/>
                </a:cubicBezTo>
                <a:cubicBezTo>
                  <a:pt x="95" y="465"/>
                  <a:pt x="92" y="460"/>
                  <a:pt x="88" y="455"/>
                </a:cubicBezTo>
                <a:cubicBezTo>
                  <a:pt x="78" y="439"/>
                  <a:pt x="78" y="439"/>
                  <a:pt x="78" y="439"/>
                </a:cubicBezTo>
                <a:cubicBezTo>
                  <a:pt x="77" y="437"/>
                  <a:pt x="75" y="434"/>
                  <a:pt x="74" y="432"/>
                </a:cubicBezTo>
                <a:cubicBezTo>
                  <a:pt x="69" y="424"/>
                  <a:pt x="69" y="424"/>
                  <a:pt x="69" y="424"/>
                </a:cubicBezTo>
                <a:cubicBezTo>
                  <a:pt x="60" y="408"/>
                  <a:pt x="60" y="408"/>
                  <a:pt x="60" y="408"/>
                </a:cubicBezTo>
                <a:cubicBezTo>
                  <a:pt x="53" y="391"/>
                  <a:pt x="53" y="391"/>
                  <a:pt x="53" y="391"/>
                </a:cubicBezTo>
                <a:cubicBezTo>
                  <a:pt x="49" y="383"/>
                  <a:pt x="49" y="383"/>
                  <a:pt x="49" y="383"/>
                </a:cubicBezTo>
                <a:cubicBezTo>
                  <a:pt x="48" y="380"/>
                  <a:pt x="47" y="377"/>
                  <a:pt x="46" y="374"/>
                </a:cubicBezTo>
                <a:cubicBezTo>
                  <a:pt x="39" y="357"/>
                  <a:pt x="39" y="357"/>
                  <a:pt x="39" y="357"/>
                </a:cubicBezTo>
                <a:cubicBezTo>
                  <a:pt x="37" y="352"/>
                  <a:pt x="35" y="346"/>
                  <a:pt x="33" y="340"/>
                </a:cubicBezTo>
                <a:cubicBezTo>
                  <a:pt x="32" y="334"/>
                  <a:pt x="30" y="329"/>
                  <a:pt x="28" y="323"/>
                </a:cubicBezTo>
                <a:cubicBezTo>
                  <a:pt x="24" y="305"/>
                  <a:pt x="24" y="305"/>
                  <a:pt x="24" y="305"/>
                </a:cubicBezTo>
                <a:cubicBezTo>
                  <a:pt x="23" y="302"/>
                  <a:pt x="22" y="299"/>
                  <a:pt x="21" y="296"/>
                </a:cubicBezTo>
                <a:cubicBezTo>
                  <a:pt x="20" y="287"/>
                  <a:pt x="20" y="287"/>
                  <a:pt x="20" y="287"/>
                </a:cubicBezTo>
                <a:cubicBezTo>
                  <a:pt x="0" y="192"/>
                  <a:pt x="4" y="94"/>
                  <a:pt x="21" y="0"/>
                </a:cubicBezTo>
                <a:lnTo>
                  <a:pt x="22" y="0"/>
                </a:lnTo>
                <a:close/>
              </a:path>
            </a:pathLst>
          </a:custGeom>
          <a:solidFill>
            <a:srgbClr val="56342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3497580" y="1772920"/>
            <a:ext cx="51987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7200" noProof="0" dirty="0">
                <a:ln>
                  <a:noFill/>
                </a:ln>
                <a:solidFill>
                  <a:srgbClr val="56342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Matlab</a:t>
            </a:r>
            <a:r>
              <a:rPr lang="zh-CN" altLang="en-US" sz="7200" noProof="0" dirty="0">
                <a:ln>
                  <a:noFill/>
                </a:ln>
                <a:solidFill>
                  <a:srgbClr val="56342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介绍</a:t>
            </a:r>
            <a:endParaRPr lang="zh-CN" altLang="en-US" sz="72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4955540" y="4157980"/>
            <a:ext cx="2282825" cy="523875"/>
          </a:xfrm>
          <a:prstGeom prst="roundRect">
            <a:avLst>
              <a:gd name="adj" fmla="val 50000"/>
            </a:avLst>
          </a:prstGeom>
          <a:solidFill>
            <a:srgbClr val="56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spc="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PART.01</a:t>
            </a:r>
            <a:endParaRPr lang="zh-CN" altLang="en-US" sz="2400" spc="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961429" y="3244611"/>
            <a:ext cx="427041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什么是</a:t>
            </a:r>
            <a:r>
              <a:rPr lang="en-US" altLang="zh-CN" sz="24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matlab</a:t>
            </a:r>
            <a:r>
              <a:rPr lang="zh-CN" altLang="en-US" sz="24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？</a:t>
            </a:r>
            <a:endParaRPr lang="en-US" altLang="zh-CN" sz="24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oogle Shape;5325;p73"/>
          <p:cNvGrpSpPr/>
          <p:nvPr/>
        </p:nvGrpSpPr>
        <p:grpSpPr>
          <a:xfrm>
            <a:off x="387985" y="2548255"/>
            <a:ext cx="2879725" cy="3684270"/>
            <a:chOff x="2085475" y="1288302"/>
            <a:chExt cx="2385152" cy="2958638"/>
          </a:xfrm>
        </p:grpSpPr>
        <p:sp>
          <p:nvSpPr>
            <p:cNvPr id="3" name="Google Shape;5326;p73"/>
            <p:cNvSpPr/>
            <p:nvPr/>
          </p:nvSpPr>
          <p:spPr>
            <a:xfrm>
              <a:off x="2981953" y="2561162"/>
              <a:ext cx="1488674" cy="1562265"/>
            </a:xfrm>
            <a:custGeom>
              <a:avLst/>
              <a:gdLst/>
              <a:ahLst/>
              <a:cxnLst/>
              <a:rect l="l" t="t" r="r" b="b"/>
              <a:pathLst>
                <a:path w="85852" h="90096" extrusionOk="0">
                  <a:moveTo>
                    <a:pt x="42274" y="1"/>
                  </a:moveTo>
                  <a:cubicBezTo>
                    <a:pt x="40828" y="1"/>
                    <a:pt x="39323" y="46"/>
                    <a:pt x="37765" y="142"/>
                  </a:cubicBezTo>
                  <a:cubicBezTo>
                    <a:pt x="36220" y="231"/>
                    <a:pt x="34745" y="357"/>
                    <a:pt x="33342" y="531"/>
                  </a:cubicBezTo>
                  <a:cubicBezTo>
                    <a:pt x="8743" y="3499"/>
                    <a:pt x="5318" y="18397"/>
                    <a:pt x="2675" y="39326"/>
                  </a:cubicBezTo>
                  <a:cubicBezTo>
                    <a:pt x="0" y="60513"/>
                    <a:pt x="11409" y="90096"/>
                    <a:pt x="44529" y="90096"/>
                  </a:cubicBezTo>
                  <a:cubicBezTo>
                    <a:pt x="45997" y="90096"/>
                    <a:pt x="47508" y="90038"/>
                    <a:pt x="49063" y="89918"/>
                  </a:cubicBezTo>
                  <a:cubicBezTo>
                    <a:pt x="85681" y="87101"/>
                    <a:pt x="85851" y="53231"/>
                    <a:pt x="81372" y="35244"/>
                  </a:cubicBezTo>
                  <a:cubicBezTo>
                    <a:pt x="77796" y="20906"/>
                    <a:pt x="73134" y="5891"/>
                    <a:pt x="54718" y="1367"/>
                  </a:cubicBezTo>
                  <a:cubicBezTo>
                    <a:pt x="54223" y="1245"/>
                    <a:pt x="53712" y="1127"/>
                    <a:pt x="53189" y="1022"/>
                  </a:cubicBezTo>
                  <a:lnTo>
                    <a:pt x="53185" y="1022"/>
                  </a:lnTo>
                  <a:cubicBezTo>
                    <a:pt x="50356" y="446"/>
                    <a:pt x="47222" y="94"/>
                    <a:pt x="43748" y="17"/>
                  </a:cubicBezTo>
                  <a:cubicBezTo>
                    <a:pt x="43264" y="6"/>
                    <a:pt x="42773" y="1"/>
                    <a:pt x="42274" y="1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" name="Google Shape;5327;p73"/>
            <p:cNvSpPr/>
            <p:nvPr/>
          </p:nvSpPr>
          <p:spPr>
            <a:xfrm>
              <a:off x="2997403" y="2555058"/>
              <a:ext cx="1447491" cy="1574489"/>
            </a:xfrm>
            <a:custGeom>
              <a:avLst/>
              <a:gdLst/>
              <a:ahLst/>
              <a:cxnLst/>
              <a:rect l="l" t="t" r="r" b="b"/>
              <a:pathLst>
                <a:path w="83477" h="90801" extrusionOk="0">
                  <a:moveTo>
                    <a:pt x="41321" y="709"/>
                  </a:moveTo>
                  <a:cubicBezTo>
                    <a:pt x="41840" y="709"/>
                    <a:pt x="42346" y="717"/>
                    <a:pt x="42845" y="737"/>
                  </a:cubicBezTo>
                  <a:cubicBezTo>
                    <a:pt x="46197" y="806"/>
                    <a:pt x="49351" y="1143"/>
                    <a:pt x="52221" y="1731"/>
                  </a:cubicBezTo>
                  <a:lnTo>
                    <a:pt x="52250" y="1731"/>
                  </a:lnTo>
                  <a:cubicBezTo>
                    <a:pt x="52797" y="1840"/>
                    <a:pt x="53283" y="1954"/>
                    <a:pt x="53742" y="2063"/>
                  </a:cubicBezTo>
                  <a:cubicBezTo>
                    <a:pt x="71461" y="6421"/>
                    <a:pt x="76338" y="20451"/>
                    <a:pt x="80136" y="35681"/>
                  </a:cubicBezTo>
                  <a:cubicBezTo>
                    <a:pt x="83176" y="47895"/>
                    <a:pt x="83476" y="65051"/>
                    <a:pt x="75186" y="76536"/>
                  </a:cubicBezTo>
                  <a:cubicBezTo>
                    <a:pt x="69458" y="84477"/>
                    <a:pt x="60357" y="88977"/>
                    <a:pt x="48143" y="89913"/>
                  </a:cubicBezTo>
                  <a:cubicBezTo>
                    <a:pt x="46636" y="90030"/>
                    <a:pt x="45155" y="90088"/>
                    <a:pt x="43701" y="90088"/>
                  </a:cubicBezTo>
                  <a:cubicBezTo>
                    <a:pt x="31554" y="90088"/>
                    <a:pt x="21320" y="86038"/>
                    <a:pt x="13909" y="78254"/>
                  </a:cubicBezTo>
                  <a:cubicBezTo>
                    <a:pt x="3073" y="66879"/>
                    <a:pt x="722" y="50891"/>
                    <a:pt x="2136" y="39723"/>
                  </a:cubicBezTo>
                  <a:cubicBezTo>
                    <a:pt x="4832" y="18359"/>
                    <a:pt x="8404" y="4143"/>
                    <a:pt x="32487" y="1232"/>
                  </a:cubicBezTo>
                  <a:cubicBezTo>
                    <a:pt x="33841" y="1070"/>
                    <a:pt x="35386" y="936"/>
                    <a:pt x="36894" y="847"/>
                  </a:cubicBezTo>
                  <a:cubicBezTo>
                    <a:pt x="38398" y="758"/>
                    <a:pt x="39882" y="709"/>
                    <a:pt x="41321" y="709"/>
                  </a:cubicBezTo>
                  <a:close/>
                  <a:moveTo>
                    <a:pt x="41397" y="1"/>
                  </a:moveTo>
                  <a:cubicBezTo>
                    <a:pt x="39918" y="1"/>
                    <a:pt x="38395" y="46"/>
                    <a:pt x="36853" y="138"/>
                  </a:cubicBezTo>
                  <a:cubicBezTo>
                    <a:pt x="35268" y="231"/>
                    <a:pt x="33772" y="360"/>
                    <a:pt x="32410" y="527"/>
                  </a:cubicBezTo>
                  <a:cubicBezTo>
                    <a:pt x="20820" y="1925"/>
                    <a:pt x="13256" y="5999"/>
                    <a:pt x="8582" y="13353"/>
                  </a:cubicBezTo>
                  <a:cubicBezTo>
                    <a:pt x="4163" y="20317"/>
                    <a:pt x="2680" y="29755"/>
                    <a:pt x="1431" y="39634"/>
                  </a:cubicBezTo>
                  <a:cubicBezTo>
                    <a:pt x="0" y="50960"/>
                    <a:pt x="2392" y="67188"/>
                    <a:pt x="13398" y="78741"/>
                  </a:cubicBezTo>
                  <a:cubicBezTo>
                    <a:pt x="20946" y="86678"/>
                    <a:pt x="31364" y="90801"/>
                    <a:pt x="43712" y="90801"/>
                  </a:cubicBezTo>
                  <a:cubicBezTo>
                    <a:pt x="45184" y="90801"/>
                    <a:pt x="46680" y="90740"/>
                    <a:pt x="48200" y="90623"/>
                  </a:cubicBezTo>
                  <a:cubicBezTo>
                    <a:pt x="60633" y="89666"/>
                    <a:pt x="69908" y="85069"/>
                    <a:pt x="75766" y="76953"/>
                  </a:cubicBezTo>
                  <a:cubicBezTo>
                    <a:pt x="79783" y="71383"/>
                    <a:pt x="82114" y="64289"/>
                    <a:pt x="82690" y="55865"/>
                  </a:cubicBezTo>
                  <a:cubicBezTo>
                    <a:pt x="83136" y="49363"/>
                    <a:pt x="82475" y="42131"/>
                    <a:pt x="80825" y="35511"/>
                  </a:cubicBezTo>
                  <a:cubicBezTo>
                    <a:pt x="76974" y="20062"/>
                    <a:pt x="72012" y="5825"/>
                    <a:pt x="53916" y="1374"/>
                  </a:cubicBezTo>
                  <a:cubicBezTo>
                    <a:pt x="53446" y="1256"/>
                    <a:pt x="52955" y="1147"/>
                    <a:pt x="52400" y="1033"/>
                  </a:cubicBezTo>
                  <a:cubicBezTo>
                    <a:pt x="52371" y="1025"/>
                    <a:pt x="52347" y="1021"/>
                    <a:pt x="52319" y="1021"/>
                  </a:cubicBezTo>
                  <a:cubicBezTo>
                    <a:pt x="49420" y="425"/>
                    <a:pt x="46238" y="93"/>
                    <a:pt x="42861" y="16"/>
                  </a:cubicBezTo>
                  <a:cubicBezTo>
                    <a:pt x="42379" y="6"/>
                    <a:pt x="41890" y="1"/>
                    <a:pt x="4139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" name="Google Shape;5328;p73"/>
            <p:cNvSpPr/>
            <p:nvPr/>
          </p:nvSpPr>
          <p:spPr>
            <a:xfrm>
              <a:off x="2981953" y="2570370"/>
              <a:ext cx="1488674" cy="1553057"/>
            </a:xfrm>
            <a:custGeom>
              <a:avLst/>
              <a:gdLst/>
              <a:ahLst/>
              <a:cxnLst/>
              <a:rect l="l" t="t" r="r" b="b"/>
              <a:pathLst>
                <a:path w="85852" h="89565" extrusionOk="0">
                  <a:moveTo>
                    <a:pt x="33342" y="0"/>
                  </a:moveTo>
                  <a:cubicBezTo>
                    <a:pt x="8743" y="2968"/>
                    <a:pt x="5318" y="17866"/>
                    <a:pt x="2675" y="38795"/>
                  </a:cubicBezTo>
                  <a:cubicBezTo>
                    <a:pt x="0" y="59982"/>
                    <a:pt x="11409" y="89565"/>
                    <a:pt x="44529" y="89565"/>
                  </a:cubicBezTo>
                  <a:cubicBezTo>
                    <a:pt x="45997" y="89565"/>
                    <a:pt x="47508" y="89507"/>
                    <a:pt x="49063" y="89387"/>
                  </a:cubicBezTo>
                  <a:cubicBezTo>
                    <a:pt x="85681" y="86570"/>
                    <a:pt x="85851" y="52700"/>
                    <a:pt x="81372" y="34713"/>
                  </a:cubicBezTo>
                  <a:cubicBezTo>
                    <a:pt x="77796" y="20375"/>
                    <a:pt x="73134" y="5360"/>
                    <a:pt x="54718" y="836"/>
                  </a:cubicBezTo>
                  <a:lnTo>
                    <a:pt x="54718" y="836"/>
                  </a:lnTo>
                  <a:cubicBezTo>
                    <a:pt x="55569" y="1594"/>
                    <a:pt x="56501" y="2291"/>
                    <a:pt x="57393" y="2911"/>
                  </a:cubicBezTo>
                  <a:cubicBezTo>
                    <a:pt x="63056" y="6892"/>
                    <a:pt x="68330" y="9892"/>
                    <a:pt x="71590" y="15997"/>
                  </a:cubicBezTo>
                  <a:cubicBezTo>
                    <a:pt x="76098" y="24445"/>
                    <a:pt x="78177" y="31276"/>
                    <a:pt x="77893" y="36169"/>
                  </a:cubicBezTo>
                  <a:cubicBezTo>
                    <a:pt x="77820" y="37470"/>
                    <a:pt x="77095" y="38828"/>
                    <a:pt x="75915" y="39387"/>
                  </a:cubicBezTo>
                  <a:cubicBezTo>
                    <a:pt x="75559" y="39552"/>
                    <a:pt x="75192" y="39623"/>
                    <a:pt x="74820" y="39623"/>
                  </a:cubicBezTo>
                  <a:cubicBezTo>
                    <a:pt x="73630" y="39623"/>
                    <a:pt x="72398" y="38891"/>
                    <a:pt x="71375" y="38159"/>
                  </a:cubicBezTo>
                  <a:cubicBezTo>
                    <a:pt x="67216" y="35183"/>
                    <a:pt x="63296" y="31888"/>
                    <a:pt x="59655" y="28296"/>
                  </a:cubicBezTo>
                  <a:cubicBezTo>
                    <a:pt x="57766" y="26427"/>
                    <a:pt x="55922" y="24445"/>
                    <a:pt x="54685" y="22082"/>
                  </a:cubicBezTo>
                  <a:cubicBezTo>
                    <a:pt x="53270" y="19394"/>
                    <a:pt x="52719" y="16325"/>
                    <a:pt x="51390" y="13597"/>
                  </a:cubicBezTo>
                  <a:cubicBezTo>
                    <a:pt x="50076" y="10890"/>
                    <a:pt x="47610" y="8367"/>
                    <a:pt x="44616" y="8367"/>
                  </a:cubicBezTo>
                  <a:cubicBezTo>
                    <a:pt x="44588" y="8367"/>
                    <a:pt x="44559" y="8367"/>
                    <a:pt x="44530" y="8367"/>
                  </a:cubicBezTo>
                  <a:cubicBezTo>
                    <a:pt x="43604" y="8381"/>
                    <a:pt x="42652" y="8633"/>
                    <a:pt x="41737" y="8633"/>
                  </a:cubicBezTo>
                  <a:cubicBezTo>
                    <a:pt x="41311" y="8633"/>
                    <a:pt x="40893" y="8579"/>
                    <a:pt x="40489" y="8420"/>
                  </a:cubicBezTo>
                  <a:cubicBezTo>
                    <a:pt x="39686" y="8108"/>
                    <a:pt x="39086" y="7423"/>
                    <a:pt x="38519" y="6766"/>
                  </a:cubicBezTo>
                  <a:cubicBezTo>
                    <a:pt x="37161" y="5177"/>
                    <a:pt x="34165" y="2562"/>
                    <a:pt x="33342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" name="Google Shape;5329;p73"/>
            <p:cNvSpPr/>
            <p:nvPr/>
          </p:nvSpPr>
          <p:spPr>
            <a:xfrm>
              <a:off x="4075830" y="2670890"/>
              <a:ext cx="176174" cy="221952"/>
            </a:xfrm>
            <a:custGeom>
              <a:avLst/>
              <a:gdLst/>
              <a:ahLst/>
              <a:cxnLst/>
              <a:rect l="l" t="t" r="r" b="b"/>
              <a:pathLst>
                <a:path w="10160" h="12800" extrusionOk="0">
                  <a:moveTo>
                    <a:pt x="92" y="1"/>
                  </a:moveTo>
                  <a:cubicBezTo>
                    <a:pt x="71" y="1"/>
                    <a:pt x="53" y="6"/>
                    <a:pt x="41" y="17"/>
                  </a:cubicBezTo>
                  <a:cubicBezTo>
                    <a:pt x="1" y="49"/>
                    <a:pt x="74" y="158"/>
                    <a:pt x="195" y="248"/>
                  </a:cubicBezTo>
                  <a:cubicBezTo>
                    <a:pt x="1266" y="1022"/>
                    <a:pt x="2283" y="1873"/>
                    <a:pt x="3240" y="2785"/>
                  </a:cubicBezTo>
                  <a:cubicBezTo>
                    <a:pt x="5145" y="4622"/>
                    <a:pt x="6791" y="6713"/>
                    <a:pt x="8129" y="9000"/>
                  </a:cubicBezTo>
                  <a:cubicBezTo>
                    <a:pt x="8794" y="10143"/>
                    <a:pt x="9381" y="11331"/>
                    <a:pt x="9888" y="12555"/>
                  </a:cubicBezTo>
                  <a:cubicBezTo>
                    <a:pt x="9946" y="12697"/>
                    <a:pt x="10029" y="12799"/>
                    <a:pt x="10089" y="12799"/>
                  </a:cubicBezTo>
                  <a:cubicBezTo>
                    <a:pt x="10092" y="12799"/>
                    <a:pt x="10096" y="12799"/>
                    <a:pt x="10099" y="12798"/>
                  </a:cubicBezTo>
                  <a:cubicBezTo>
                    <a:pt x="10160" y="12790"/>
                    <a:pt x="10160" y="12644"/>
                    <a:pt x="10099" y="12474"/>
                  </a:cubicBezTo>
                  <a:cubicBezTo>
                    <a:pt x="9641" y="11217"/>
                    <a:pt x="9077" y="10001"/>
                    <a:pt x="8417" y="8838"/>
                  </a:cubicBezTo>
                  <a:cubicBezTo>
                    <a:pt x="7099" y="6499"/>
                    <a:pt x="5425" y="4383"/>
                    <a:pt x="3451" y="2562"/>
                  </a:cubicBezTo>
                  <a:cubicBezTo>
                    <a:pt x="2470" y="1654"/>
                    <a:pt x="1416" y="823"/>
                    <a:pt x="301" y="86"/>
                  </a:cubicBezTo>
                  <a:cubicBezTo>
                    <a:pt x="220" y="31"/>
                    <a:pt x="144" y="1"/>
                    <a:pt x="9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" name="Google Shape;5330;p73"/>
            <p:cNvSpPr/>
            <p:nvPr/>
          </p:nvSpPr>
          <p:spPr>
            <a:xfrm>
              <a:off x="4274702" y="2918054"/>
              <a:ext cx="60465" cy="131160"/>
            </a:xfrm>
            <a:custGeom>
              <a:avLst/>
              <a:gdLst/>
              <a:ahLst/>
              <a:cxnLst/>
              <a:rect l="l" t="t" r="r" b="b"/>
              <a:pathLst>
                <a:path w="3487" h="7564" extrusionOk="0">
                  <a:moveTo>
                    <a:pt x="91" y="1"/>
                  </a:moveTo>
                  <a:cubicBezTo>
                    <a:pt x="82" y="1"/>
                    <a:pt x="74" y="2"/>
                    <a:pt x="65" y="4"/>
                  </a:cubicBezTo>
                  <a:cubicBezTo>
                    <a:pt x="16" y="24"/>
                    <a:pt x="0" y="97"/>
                    <a:pt x="28" y="162"/>
                  </a:cubicBezTo>
                  <a:lnTo>
                    <a:pt x="855" y="1982"/>
                  </a:lnTo>
                  <a:cubicBezTo>
                    <a:pt x="1135" y="2586"/>
                    <a:pt x="1395" y="3198"/>
                    <a:pt x="1666" y="3802"/>
                  </a:cubicBezTo>
                  <a:cubicBezTo>
                    <a:pt x="1942" y="4402"/>
                    <a:pt x="2209" y="5010"/>
                    <a:pt x="2461" y="5626"/>
                  </a:cubicBezTo>
                  <a:lnTo>
                    <a:pt x="3247" y="7459"/>
                  </a:lnTo>
                  <a:cubicBezTo>
                    <a:pt x="3275" y="7521"/>
                    <a:pt x="3330" y="7563"/>
                    <a:pt x="3381" y="7563"/>
                  </a:cubicBezTo>
                  <a:cubicBezTo>
                    <a:pt x="3389" y="7563"/>
                    <a:pt x="3397" y="7562"/>
                    <a:pt x="3405" y="7560"/>
                  </a:cubicBezTo>
                  <a:cubicBezTo>
                    <a:pt x="3462" y="7544"/>
                    <a:pt x="3486" y="7459"/>
                    <a:pt x="3462" y="7378"/>
                  </a:cubicBezTo>
                  <a:cubicBezTo>
                    <a:pt x="3247" y="6745"/>
                    <a:pt x="3024" y="6117"/>
                    <a:pt x="2773" y="5497"/>
                  </a:cubicBezTo>
                  <a:cubicBezTo>
                    <a:pt x="2518" y="4880"/>
                    <a:pt x="2266" y="4260"/>
                    <a:pt x="1991" y="3652"/>
                  </a:cubicBezTo>
                  <a:cubicBezTo>
                    <a:pt x="1719" y="3044"/>
                    <a:pt x="1439" y="2444"/>
                    <a:pt x="1139" y="1844"/>
                  </a:cubicBezTo>
                  <a:cubicBezTo>
                    <a:pt x="839" y="1248"/>
                    <a:pt x="531" y="660"/>
                    <a:pt x="203" y="77"/>
                  </a:cubicBezTo>
                  <a:cubicBezTo>
                    <a:pt x="186" y="29"/>
                    <a:pt x="139" y="1"/>
                    <a:pt x="9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5331;p73"/>
            <p:cNvSpPr/>
            <p:nvPr/>
          </p:nvSpPr>
          <p:spPr>
            <a:xfrm>
              <a:off x="4370228" y="3250167"/>
              <a:ext cx="28264" cy="371267"/>
            </a:xfrm>
            <a:custGeom>
              <a:avLst/>
              <a:gdLst/>
              <a:ahLst/>
              <a:cxnLst/>
              <a:rect l="l" t="t" r="r" b="b"/>
              <a:pathLst>
                <a:path w="1630" h="21411" extrusionOk="0">
                  <a:moveTo>
                    <a:pt x="72" y="1"/>
                  </a:moveTo>
                  <a:cubicBezTo>
                    <a:pt x="71" y="1"/>
                    <a:pt x="70" y="1"/>
                    <a:pt x="69" y="1"/>
                  </a:cubicBezTo>
                  <a:cubicBezTo>
                    <a:pt x="4" y="5"/>
                    <a:pt x="0" y="195"/>
                    <a:pt x="57" y="418"/>
                  </a:cubicBezTo>
                  <a:cubicBezTo>
                    <a:pt x="511" y="2084"/>
                    <a:pt x="831" y="3787"/>
                    <a:pt x="1014" y="5510"/>
                  </a:cubicBezTo>
                  <a:cubicBezTo>
                    <a:pt x="1204" y="7229"/>
                    <a:pt x="1285" y="8960"/>
                    <a:pt x="1265" y="10687"/>
                  </a:cubicBezTo>
                  <a:cubicBezTo>
                    <a:pt x="1265" y="12422"/>
                    <a:pt x="1180" y="14153"/>
                    <a:pt x="1058" y="15880"/>
                  </a:cubicBezTo>
                  <a:cubicBezTo>
                    <a:pt x="937" y="17611"/>
                    <a:pt x="783" y="19337"/>
                    <a:pt x="633" y="21073"/>
                  </a:cubicBezTo>
                  <a:cubicBezTo>
                    <a:pt x="616" y="21247"/>
                    <a:pt x="637" y="21389"/>
                    <a:pt x="685" y="21409"/>
                  </a:cubicBezTo>
                  <a:cubicBezTo>
                    <a:pt x="689" y="21410"/>
                    <a:pt x="692" y="21411"/>
                    <a:pt x="695" y="21411"/>
                  </a:cubicBezTo>
                  <a:cubicBezTo>
                    <a:pt x="745" y="21411"/>
                    <a:pt x="800" y="21271"/>
                    <a:pt x="823" y="21093"/>
                  </a:cubicBezTo>
                  <a:cubicBezTo>
                    <a:pt x="1030" y="19362"/>
                    <a:pt x="1233" y="17635"/>
                    <a:pt x="1370" y="15904"/>
                  </a:cubicBezTo>
                  <a:cubicBezTo>
                    <a:pt x="1508" y="14169"/>
                    <a:pt x="1610" y="12430"/>
                    <a:pt x="1618" y="10695"/>
                  </a:cubicBezTo>
                  <a:cubicBezTo>
                    <a:pt x="1630" y="8948"/>
                    <a:pt x="1537" y="7204"/>
                    <a:pt x="1342" y="5473"/>
                  </a:cubicBezTo>
                  <a:cubicBezTo>
                    <a:pt x="1139" y="3738"/>
                    <a:pt x="783" y="2028"/>
                    <a:pt x="276" y="358"/>
                  </a:cubicBezTo>
                  <a:cubicBezTo>
                    <a:pt x="216" y="157"/>
                    <a:pt x="136" y="1"/>
                    <a:pt x="7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5332;p73"/>
            <p:cNvSpPr/>
            <p:nvPr/>
          </p:nvSpPr>
          <p:spPr>
            <a:xfrm>
              <a:off x="3927382" y="2960502"/>
              <a:ext cx="246661" cy="279608"/>
            </a:xfrm>
            <a:custGeom>
              <a:avLst/>
              <a:gdLst/>
              <a:ahLst/>
              <a:cxnLst/>
              <a:rect l="l" t="t" r="r" b="b"/>
              <a:pathLst>
                <a:path w="14225" h="16125" extrusionOk="0">
                  <a:moveTo>
                    <a:pt x="65" y="0"/>
                  </a:moveTo>
                  <a:cubicBezTo>
                    <a:pt x="53" y="0"/>
                    <a:pt x="43" y="3"/>
                    <a:pt x="37" y="8"/>
                  </a:cubicBezTo>
                  <a:cubicBezTo>
                    <a:pt x="0" y="45"/>
                    <a:pt x="85" y="178"/>
                    <a:pt x="231" y="304"/>
                  </a:cubicBezTo>
                  <a:cubicBezTo>
                    <a:pt x="1541" y="1435"/>
                    <a:pt x="2809" y="2607"/>
                    <a:pt x="4042" y="3819"/>
                  </a:cubicBezTo>
                  <a:cubicBezTo>
                    <a:pt x="5274" y="5031"/>
                    <a:pt x="6458" y="6292"/>
                    <a:pt x="7593" y="7597"/>
                  </a:cubicBezTo>
                  <a:cubicBezTo>
                    <a:pt x="8732" y="8898"/>
                    <a:pt x="9827" y="10240"/>
                    <a:pt x="10872" y="11614"/>
                  </a:cubicBezTo>
                  <a:cubicBezTo>
                    <a:pt x="11918" y="12988"/>
                    <a:pt x="12916" y="14399"/>
                    <a:pt x="13860" y="15850"/>
                  </a:cubicBezTo>
                  <a:cubicBezTo>
                    <a:pt x="13969" y="16008"/>
                    <a:pt x="14085" y="16124"/>
                    <a:pt x="14150" y="16124"/>
                  </a:cubicBezTo>
                  <a:cubicBezTo>
                    <a:pt x="14155" y="16124"/>
                    <a:pt x="14160" y="16124"/>
                    <a:pt x="14164" y="16122"/>
                  </a:cubicBezTo>
                  <a:cubicBezTo>
                    <a:pt x="14225" y="16102"/>
                    <a:pt x="14176" y="15927"/>
                    <a:pt x="14055" y="15729"/>
                  </a:cubicBezTo>
                  <a:cubicBezTo>
                    <a:pt x="13143" y="14249"/>
                    <a:pt x="12174" y="12810"/>
                    <a:pt x="11136" y="11416"/>
                  </a:cubicBezTo>
                  <a:cubicBezTo>
                    <a:pt x="10098" y="10021"/>
                    <a:pt x="9012" y="8663"/>
                    <a:pt x="7860" y="7362"/>
                  </a:cubicBezTo>
                  <a:cubicBezTo>
                    <a:pt x="6713" y="6061"/>
                    <a:pt x="5505" y="4808"/>
                    <a:pt x="4261" y="3596"/>
                  </a:cubicBezTo>
                  <a:cubicBezTo>
                    <a:pt x="3008" y="2396"/>
                    <a:pt x="1703" y="1249"/>
                    <a:pt x="353" y="158"/>
                  </a:cubicBezTo>
                  <a:cubicBezTo>
                    <a:pt x="238" y="64"/>
                    <a:pt x="123" y="0"/>
                    <a:pt x="6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5333;p73"/>
            <p:cNvSpPr/>
            <p:nvPr/>
          </p:nvSpPr>
          <p:spPr>
            <a:xfrm>
              <a:off x="4080200" y="3044532"/>
              <a:ext cx="116282" cy="163447"/>
            </a:xfrm>
            <a:custGeom>
              <a:avLst/>
              <a:gdLst/>
              <a:ahLst/>
              <a:cxnLst/>
              <a:rect l="l" t="t" r="r" b="b"/>
              <a:pathLst>
                <a:path w="6706" h="9426" extrusionOk="0">
                  <a:moveTo>
                    <a:pt x="88" y="0"/>
                  </a:moveTo>
                  <a:cubicBezTo>
                    <a:pt x="67" y="0"/>
                    <a:pt x="49" y="6"/>
                    <a:pt x="37" y="19"/>
                  </a:cubicBezTo>
                  <a:cubicBezTo>
                    <a:pt x="0" y="51"/>
                    <a:pt x="37" y="140"/>
                    <a:pt x="114" y="209"/>
                  </a:cubicBezTo>
                  <a:cubicBezTo>
                    <a:pt x="823" y="817"/>
                    <a:pt x="1492" y="1466"/>
                    <a:pt x="2120" y="2155"/>
                  </a:cubicBezTo>
                  <a:cubicBezTo>
                    <a:pt x="3373" y="3533"/>
                    <a:pt x="4443" y="5062"/>
                    <a:pt x="5307" y="6711"/>
                  </a:cubicBezTo>
                  <a:cubicBezTo>
                    <a:pt x="5740" y="7534"/>
                    <a:pt x="6121" y="8386"/>
                    <a:pt x="6446" y="9253"/>
                  </a:cubicBezTo>
                  <a:cubicBezTo>
                    <a:pt x="6490" y="9353"/>
                    <a:pt x="6551" y="9426"/>
                    <a:pt x="6608" y="9426"/>
                  </a:cubicBezTo>
                  <a:cubicBezTo>
                    <a:pt x="6613" y="9426"/>
                    <a:pt x="6619" y="9425"/>
                    <a:pt x="6624" y="9423"/>
                  </a:cubicBezTo>
                  <a:cubicBezTo>
                    <a:pt x="6685" y="9407"/>
                    <a:pt x="6705" y="9302"/>
                    <a:pt x="6665" y="9180"/>
                  </a:cubicBezTo>
                  <a:cubicBezTo>
                    <a:pt x="6381" y="8280"/>
                    <a:pt x="6024" y="7405"/>
                    <a:pt x="5603" y="6557"/>
                  </a:cubicBezTo>
                  <a:cubicBezTo>
                    <a:pt x="5177" y="5714"/>
                    <a:pt x="4690" y="4903"/>
                    <a:pt x="4151" y="4125"/>
                  </a:cubicBezTo>
                  <a:cubicBezTo>
                    <a:pt x="3600" y="3359"/>
                    <a:pt x="3000" y="2629"/>
                    <a:pt x="2347" y="1944"/>
                  </a:cubicBezTo>
                  <a:cubicBezTo>
                    <a:pt x="1695" y="1259"/>
                    <a:pt x="989" y="631"/>
                    <a:pt x="235" y="63"/>
                  </a:cubicBezTo>
                  <a:cubicBezTo>
                    <a:pt x="184" y="23"/>
                    <a:pt x="130" y="0"/>
                    <a:pt x="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5334;p73"/>
            <p:cNvSpPr/>
            <p:nvPr/>
          </p:nvSpPr>
          <p:spPr>
            <a:xfrm>
              <a:off x="4137699" y="3052404"/>
              <a:ext cx="61592" cy="82521"/>
            </a:xfrm>
            <a:custGeom>
              <a:avLst/>
              <a:gdLst/>
              <a:ahLst/>
              <a:cxnLst/>
              <a:rect l="l" t="t" r="r" b="b"/>
              <a:pathLst>
                <a:path w="3552" h="4759" extrusionOk="0">
                  <a:moveTo>
                    <a:pt x="107" y="0"/>
                  </a:moveTo>
                  <a:cubicBezTo>
                    <a:pt x="81" y="0"/>
                    <a:pt x="55" y="10"/>
                    <a:pt x="37" y="31"/>
                  </a:cubicBezTo>
                  <a:cubicBezTo>
                    <a:pt x="0" y="71"/>
                    <a:pt x="4" y="136"/>
                    <a:pt x="45" y="173"/>
                  </a:cubicBezTo>
                  <a:cubicBezTo>
                    <a:pt x="389" y="485"/>
                    <a:pt x="726" y="821"/>
                    <a:pt x="1038" y="1170"/>
                  </a:cubicBezTo>
                  <a:cubicBezTo>
                    <a:pt x="1354" y="1515"/>
                    <a:pt x="1646" y="1879"/>
                    <a:pt x="1922" y="2260"/>
                  </a:cubicBezTo>
                  <a:cubicBezTo>
                    <a:pt x="2197" y="2633"/>
                    <a:pt x="2453" y="3027"/>
                    <a:pt x="2680" y="3436"/>
                  </a:cubicBezTo>
                  <a:cubicBezTo>
                    <a:pt x="2907" y="3845"/>
                    <a:pt x="3126" y="4263"/>
                    <a:pt x="3320" y="4693"/>
                  </a:cubicBezTo>
                  <a:cubicBezTo>
                    <a:pt x="3340" y="4732"/>
                    <a:pt x="3381" y="4758"/>
                    <a:pt x="3424" y="4758"/>
                  </a:cubicBezTo>
                  <a:cubicBezTo>
                    <a:pt x="3434" y="4758"/>
                    <a:pt x="3444" y="4757"/>
                    <a:pt x="3454" y="4754"/>
                  </a:cubicBezTo>
                  <a:cubicBezTo>
                    <a:pt x="3519" y="4737"/>
                    <a:pt x="3551" y="4672"/>
                    <a:pt x="3531" y="4612"/>
                  </a:cubicBezTo>
                  <a:cubicBezTo>
                    <a:pt x="3381" y="4154"/>
                    <a:pt x="3195" y="3708"/>
                    <a:pt x="2968" y="3278"/>
                  </a:cubicBezTo>
                  <a:cubicBezTo>
                    <a:pt x="2745" y="2852"/>
                    <a:pt x="2489" y="2443"/>
                    <a:pt x="2205" y="2050"/>
                  </a:cubicBezTo>
                  <a:cubicBezTo>
                    <a:pt x="1914" y="1665"/>
                    <a:pt x="1601" y="1296"/>
                    <a:pt x="1261" y="951"/>
                  </a:cubicBezTo>
                  <a:cubicBezTo>
                    <a:pt x="924" y="611"/>
                    <a:pt x="556" y="298"/>
                    <a:pt x="166" y="19"/>
                  </a:cubicBezTo>
                  <a:cubicBezTo>
                    <a:pt x="149" y="6"/>
                    <a:pt x="128" y="0"/>
                    <a:pt x="10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5335;p73"/>
            <p:cNvSpPr/>
            <p:nvPr/>
          </p:nvSpPr>
          <p:spPr>
            <a:xfrm>
              <a:off x="3574565" y="2631389"/>
              <a:ext cx="104196" cy="96792"/>
            </a:xfrm>
            <a:custGeom>
              <a:avLst/>
              <a:gdLst/>
              <a:ahLst/>
              <a:cxnLst/>
              <a:rect l="l" t="t" r="r" b="b"/>
              <a:pathLst>
                <a:path w="6009" h="5582" extrusionOk="0">
                  <a:moveTo>
                    <a:pt x="468" y="1"/>
                  </a:moveTo>
                  <a:cubicBezTo>
                    <a:pt x="358" y="1"/>
                    <a:pt x="248" y="6"/>
                    <a:pt x="139" y="16"/>
                  </a:cubicBezTo>
                  <a:cubicBezTo>
                    <a:pt x="62" y="24"/>
                    <a:pt x="1" y="57"/>
                    <a:pt x="5" y="114"/>
                  </a:cubicBezTo>
                  <a:cubicBezTo>
                    <a:pt x="9" y="170"/>
                    <a:pt x="70" y="211"/>
                    <a:pt x="147" y="211"/>
                  </a:cubicBezTo>
                  <a:cubicBezTo>
                    <a:pt x="173" y="210"/>
                    <a:pt x="200" y="210"/>
                    <a:pt x="226" y="210"/>
                  </a:cubicBezTo>
                  <a:cubicBezTo>
                    <a:pt x="879" y="210"/>
                    <a:pt x="1512" y="401"/>
                    <a:pt x="2085" y="701"/>
                  </a:cubicBezTo>
                  <a:cubicBezTo>
                    <a:pt x="2681" y="1014"/>
                    <a:pt x="3216" y="1435"/>
                    <a:pt x="3658" y="1950"/>
                  </a:cubicBezTo>
                  <a:cubicBezTo>
                    <a:pt x="4112" y="2461"/>
                    <a:pt x="4501" y="3024"/>
                    <a:pt x="4825" y="3624"/>
                  </a:cubicBezTo>
                  <a:cubicBezTo>
                    <a:pt x="5166" y="4224"/>
                    <a:pt x="5461" y="4853"/>
                    <a:pt x="5766" y="5477"/>
                  </a:cubicBezTo>
                  <a:cubicBezTo>
                    <a:pt x="5797" y="5540"/>
                    <a:pt x="5849" y="5582"/>
                    <a:pt x="5902" y="5582"/>
                  </a:cubicBezTo>
                  <a:cubicBezTo>
                    <a:pt x="5911" y="5582"/>
                    <a:pt x="5919" y="5580"/>
                    <a:pt x="5928" y="5578"/>
                  </a:cubicBezTo>
                  <a:cubicBezTo>
                    <a:pt x="5988" y="5558"/>
                    <a:pt x="6009" y="5469"/>
                    <a:pt x="5976" y="5384"/>
                  </a:cubicBezTo>
                  <a:cubicBezTo>
                    <a:pt x="5721" y="4731"/>
                    <a:pt x="5433" y="4090"/>
                    <a:pt x="5113" y="3470"/>
                  </a:cubicBezTo>
                  <a:cubicBezTo>
                    <a:pt x="4784" y="2850"/>
                    <a:pt x="4399" y="2246"/>
                    <a:pt x="3921" y="1715"/>
                  </a:cubicBezTo>
                  <a:cubicBezTo>
                    <a:pt x="3443" y="1180"/>
                    <a:pt x="2867" y="742"/>
                    <a:pt x="2227" y="422"/>
                  </a:cubicBezTo>
                  <a:cubicBezTo>
                    <a:pt x="1681" y="157"/>
                    <a:pt x="1074" y="1"/>
                    <a:pt x="46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5336;p73"/>
            <p:cNvSpPr/>
            <p:nvPr/>
          </p:nvSpPr>
          <p:spPr>
            <a:xfrm>
              <a:off x="3654780" y="2645955"/>
              <a:ext cx="43957" cy="65823"/>
            </a:xfrm>
            <a:custGeom>
              <a:avLst/>
              <a:gdLst/>
              <a:ahLst/>
              <a:cxnLst/>
              <a:rect l="l" t="t" r="r" b="b"/>
              <a:pathLst>
                <a:path w="2535" h="3796" extrusionOk="0">
                  <a:moveTo>
                    <a:pt x="106" y="0"/>
                  </a:moveTo>
                  <a:cubicBezTo>
                    <a:pt x="76" y="0"/>
                    <a:pt x="46" y="15"/>
                    <a:pt x="29" y="44"/>
                  </a:cubicBezTo>
                  <a:cubicBezTo>
                    <a:pt x="0" y="80"/>
                    <a:pt x="4" y="133"/>
                    <a:pt x="37" y="165"/>
                  </a:cubicBezTo>
                  <a:cubicBezTo>
                    <a:pt x="321" y="388"/>
                    <a:pt x="588" y="632"/>
                    <a:pt x="831" y="899"/>
                  </a:cubicBezTo>
                  <a:cubicBezTo>
                    <a:pt x="1079" y="1159"/>
                    <a:pt x="1298" y="1446"/>
                    <a:pt x="1484" y="1751"/>
                  </a:cubicBezTo>
                  <a:cubicBezTo>
                    <a:pt x="1679" y="2051"/>
                    <a:pt x="1845" y="2367"/>
                    <a:pt x="1975" y="2699"/>
                  </a:cubicBezTo>
                  <a:cubicBezTo>
                    <a:pt x="2116" y="3032"/>
                    <a:pt x="2226" y="3376"/>
                    <a:pt x="2299" y="3729"/>
                  </a:cubicBezTo>
                  <a:cubicBezTo>
                    <a:pt x="2320" y="3768"/>
                    <a:pt x="2361" y="3795"/>
                    <a:pt x="2407" y="3795"/>
                  </a:cubicBezTo>
                  <a:cubicBezTo>
                    <a:pt x="2413" y="3795"/>
                    <a:pt x="2419" y="3795"/>
                    <a:pt x="2425" y="3794"/>
                  </a:cubicBezTo>
                  <a:cubicBezTo>
                    <a:pt x="2481" y="3790"/>
                    <a:pt x="2534" y="3745"/>
                    <a:pt x="2530" y="3692"/>
                  </a:cubicBezTo>
                  <a:cubicBezTo>
                    <a:pt x="2493" y="3315"/>
                    <a:pt x="2412" y="2942"/>
                    <a:pt x="2287" y="2582"/>
                  </a:cubicBezTo>
                  <a:cubicBezTo>
                    <a:pt x="2027" y="1860"/>
                    <a:pt x="1606" y="1211"/>
                    <a:pt x="1054" y="676"/>
                  </a:cubicBezTo>
                  <a:cubicBezTo>
                    <a:pt x="779" y="417"/>
                    <a:pt x="475" y="190"/>
                    <a:pt x="142" y="7"/>
                  </a:cubicBezTo>
                  <a:cubicBezTo>
                    <a:pt x="131" y="3"/>
                    <a:pt x="118" y="0"/>
                    <a:pt x="10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5337;p73"/>
            <p:cNvSpPr/>
            <p:nvPr/>
          </p:nvSpPr>
          <p:spPr>
            <a:xfrm>
              <a:off x="3758525" y="2733574"/>
              <a:ext cx="116213" cy="134246"/>
            </a:xfrm>
            <a:custGeom>
              <a:avLst/>
              <a:gdLst/>
              <a:ahLst/>
              <a:cxnLst/>
              <a:rect l="l" t="t" r="r" b="b"/>
              <a:pathLst>
                <a:path w="6702" h="7742" extrusionOk="0">
                  <a:moveTo>
                    <a:pt x="112" y="0"/>
                  </a:moveTo>
                  <a:cubicBezTo>
                    <a:pt x="74" y="0"/>
                    <a:pt x="43" y="13"/>
                    <a:pt x="29" y="38"/>
                  </a:cubicBezTo>
                  <a:cubicBezTo>
                    <a:pt x="1" y="82"/>
                    <a:pt x="49" y="155"/>
                    <a:pt x="135" y="200"/>
                  </a:cubicBezTo>
                  <a:cubicBezTo>
                    <a:pt x="885" y="565"/>
                    <a:pt x="1594" y="1011"/>
                    <a:pt x="2251" y="1522"/>
                  </a:cubicBezTo>
                  <a:cubicBezTo>
                    <a:pt x="3572" y="2543"/>
                    <a:pt x="4667" y="3824"/>
                    <a:pt x="5474" y="5288"/>
                  </a:cubicBezTo>
                  <a:cubicBezTo>
                    <a:pt x="5875" y="6017"/>
                    <a:pt x="6203" y="6787"/>
                    <a:pt x="6455" y="7582"/>
                  </a:cubicBezTo>
                  <a:cubicBezTo>
                    <a:pt x="6481" y="7672"/>
                    <a:pt x="6538" y="7741"/>
                    <a:pt x="6595" y="7741"/>
                  </a:cubicBezTo>
                  <a:cubicBezTo>
                    <a:pt x="6600" y="7741"/>
                    <a:pt x="6604" y="7741"/>
                    <a:pt x="6609" y="7740"/>
                  </a:cubicBezTo>
                  <a:cubicBezTo>
                    <a:pt x="6669" y="7732"/>
                    <a:pt x="6702" y="7635"/>
                    <a:pt x="6669" y="7521"/>
                  </a:cubicBezTo>
                  <a:cubicBezTo>
                    <a:pt x="6467" y="6690"/>
                    <a:pt x="6163" y="5888"/>
                    <a:pt x="5765" y="5129"/>
                  </a:cubicBezTo>
                  <a:cubicBezTo>
                    <a:pt x="4963" y="3605"/>
                    <a:pt x="3828" y="2288"/>
                    <a:pt x="2441" y="1270"/>
                  </a:cubicBezTo>
                  <a:cubicBezTo>
                    <a:pt x="1748" y="763"/>
                    <a:pt x="1002" y="346"/>
                    <a:pt x="212" y="22"/>
                  </a:cubicBezTo>
                  <a:cubicBezTo>
                    <a:pt x="176" y="8"/>
                    <a:pt x="142" y="0"/>
                    <a:pt x="11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5338;p73"/>
            <p:cNvSpPr/>
            <p:nvPr/>
          </p:nvSpPr>
          <p:spPr>
            <a:xfrm>
              <a:off x="3821088" y="2746873"/>
              <a:ext cx="74181" cy="103277"/>
            </a:xfrm>
            <a:custGeom>
              <a:avLst/>
              <a:gdLst/>
              <a:ahLst/>
              <a:cxnLst/>
              <a:rect l="l" t="t" r="r" b="b"/>
              <a:pathLst>
                <a:path w="4278" h="5956" extrusionOk="0">
                  <a:moveTo>
                    <a:pt x="107" y="0"/>
                  </a:moveTo>
                  <a:cubicBezTo>
                    <a:pt x="78" y="0"/>
                    <a:pt x="49" y="13"/>
                    <a:pt x="29" y="37"/>
                  </a:cubicBezTo>
                  <a:cubicBezTo>
                    <a:pt x="1" y="90"/>
                    <a:pt x="17" y="155"/>
                    <a:pt x="70" y="187"/>
                  </a:cubicBezTo>
                  <a:cubicBezTo>
                    <a:pt x="552" y="528"/>
                    <a:pt x="1002" y="905"/>
                    <a:pt x="1420" y="1322"/>
                  </a:cubicBezTo>
                  <a:cubicBezTo>
                    <a:pt x="2251" y="2157"/>
                    <a:pt x="2932" y="3126"/>
                    <a:pt x="3434" y="4192"/>
                  </a:cubicBezTo>
                  <a:cubicBezTo>
                    <a:pt x="3678" y="4727"/>
                    <a:pt x="3884" y="5279"/>
                    <a:pt x="4042" y="5850"/>
                  </a:cubicBezTo>
                  <a:cubicBezTo>
                    <a:pt x="4054" y="5909"/>
                    <a:pt x="4107" y="5956"/>
                    <a:pt x="4169" y="5956"/>
                  </a:cubicBezTo>
                  <a:cubicBezTo>
                    <a:pt x="4171" y="5956"/>
                    <a:pt x="4174" y="5956"/>
                    <a:pt x="4176" y="5956"/>
                  </a:cubicBezTo>
                  <a:cubicBezTo>
                    <a:pt x="4237" y="5952"/>
                    <a:pt x="4278" y="5875"/>
                    <a:pt x="4257" y="5797"/>
                  </a:cubicBezTo>
                  <a:cubicBezTo>
                    <a:pt x="4152" y="5198"/>
                    <a:pt x="3973" y="4614"/>
                    <a:pt x="3730" y="4054"/>
                  </a:cubicBezTo>
                  <a:cubicBezTo>
                    <a:pt x="3487" y="3499"/>
                    <a:pt x="3187" y="2968"/>
                    <a:pt x="2838" y="2469"/>
                  </a:cubicBezTo>
                  <a:cubicBezTo>
                    <a:pt x="2486" y="1975"/>
                    <a:pt x="2080" y="1517"/>
                    <a:pt x="1638" y="1099"/>
                  </a:cubicBezTo>
                  <a:cubicBezTo>
                    <a:pt x="1193" y="690"/>
                    <a:pt x="702" y="329"/>
                    <a:pt x="175" y="25"/>
                  </a:cubicBezTo>
                  <a:cubicBezTo>
                    <a:pt x="155" y="8"/>
                    <a:pt x="131" y="0"/>
                    <a:pt x="10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5339;p73"/>
            <p:cNvSpPr/>
            <p:nvPr/>
          </p:nvSpPr>
          <p:spPr>
            <a:xfrm>
              <a:off x="3740544" y="2561439"/>
              <a:ext cx="552869" cy="759821"/>
            </a:xfrm>
            <a:custGeom>
              <a:avLst/>
              <a:gdLst/>
              <a:ahLst/>
              <a:cxnLst/>
              <a:rect l="l" t="t" r="r" b="b"/>
              <a:pathLst>
                <a:path w="31884" h="43819" extrusionOk="0">
                  <a:moveTo>
                    <a:pt x="0" y="1"/>
                  </a:moveTo>
                  <a:lnTo>
                    <a:pt x="0" y="1"/>
                  </a:lnTo>
                  <a:cubicBezTo>
                    <a:pt x="11590" y="3000"/>
                    <a:pt x="19921" y="10216"/>
                    <a:pt x="24809" y="21526"/>
                  </a:cubicBezTo>
                  <a:cubicBezTo>
                    <a:pt x="28859" y="30883"/>
                    <a:pt x="29094" y="40089"/>
                    <a:pt x="29094" y="42120"/>
                  </a:cubicBezTo>
                  <a:cubicBezTo>
                    <a:pt x="29094" y="42379"/>
                    <a:pt x="29090" y="42525"/>
                    <a:pt x="29090" y="42537"/>
                  </a:cubicBezTo>
                  <a:cubicBezTo>
                    <a:pt x="29070" y="43222"/>
                    <a:pt x="29609" y="43798"/>
                    <a:pt x="30298" y="43818"/>
                  </a:cubicBezTo>
                  <a:lnTo>
                    <a:pt x="30339" y="43818"/>
                  </a:lnTo>
                  <a:cubicBezTo>
                    <a:pt x="31008" y="43818"/>
                    <a:pt x="31555" y="43287"/>
                    <a:pt x="31579" y="42618"/>
                  </a:cubicBezTo>
                  <a:cubicBezTo>
                    <a:pt x="31596" y="42172"/>
                    <a:pt x="31883" y="31673"/>
                    <a:pt x="27128" y="20622"/>
                  </a:cubicBezTo>
                  <a:cubicBezTo>
                    <a:pt x="24197" y="13816"/>
                    <a:pt x="18915" y="5992"/>
                    <a:pt x="9441" y="1006"/>
                  </a:cubicBezTo>
                  <a:lnTo>
                    <a:pt x="9433" y="1006"/>
                  </a:lnTo>
                  <a:cubicBezTo>
                    <a:pt x="6608" y="430"/>
                    <a:pt x="3474" y="78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5340;p73"/>
            <p:cNvSpPr/>
            <p:nvPr/>
          </p:nvSpPr>
          <p:spPr>
            <a:xfrm>
              <a:off x="3687743" y="2554209"/>
              <a:ext cx="611634" cy="773225"/>
            </a:xfrm>
            <a:custGeom>
              <a:avLst/>
              <a:gdLst/>
              <a:ahLst/>
              <a:cxnLst/>
              <a:rect l="l" t="t" r="r" b="b"/>
              <a:pathLst>
                <a:path w="35273" h="44592" extrusionOk="0">
                  <a:moveTo>
                    <a:pt x="5944" y="912"/>
                  </a:moveTo>
                  <a:lnTo>
                    <a:pt x="5944" y="912"/>
                  </a:lnTo>
                  <a:cubicBezTo>
                    <a:pt x="8100" y="1054"/>
                    <a:pt x="10249" y="1338"/>
                    <a:pt x="12369" y="1763"/>
                  </a:cubicBezTo>
                  <a:cubicBezTo>
                    <a:pt x="20197" y="5898"/>
                    <a:pt x="26075" y="12429"/>
                    <a:pt x="29845" y="21181"/>
                  </a:cubicBezTo>
                  <a:cubicBezTo>
                    <a:pt x="34559" y="32131"/>
                    <a:pt x="34284" y="42585"/>
                    <a:pt x="34272" y="43023"/>
                  </a:cubicBezTo>
                  <a:cubicBezTo>
                    <a:pt x="34255" y="43506"/>
                    <a:pt x="33862" y="43883"/>
                    <a:pt x="33384" y="43883"/>
                  </a:cubicBezTo>
                  <a:lnTo>
                    <a:pt x="33360" y="43883"/>
                  </a:lnTo>
                  <a:cubicBezTo>
                    <a:pt x="32861" y="43858"/>
                    <a:pt x="32476" y="43441"/>
                    <a:pt x="32492" y="42942"/>
                  </a:cubicBezTo>
                  <a:cubicBezTo>
                    <a:pt x="32496" y="42893"/>
                    <a:pt x="32496" y="42756"/>
                    <a:pt x="32496" y="42537"/>
                  </a:cubicBezTo>
                  <a:cubicBezTo>
                    <a:pt x="32496" y="40741"/>
                    <a:pt x="32289" y="31295"/>
                    <a:pt x="28183" y="21801"/>
                  </a:cubicBezTo>
                  <a:cubicBezTo>
                    <a:pt x="23659" y="11351"/>
                    <a:pt x="16188" y="4330"/>
                    <a:pt x="5944" y="912"/>
                  </a:cubicBezTo>
                  <a:close/>
                  <a:moveTo>
                    <a:pt x="1" y="0"/>
                  </a:moveTo>
                  <a:lnTo>
                    <a:pt x="2952" y="766"/>
                  </a:lnTo>
                  <a:cubicBezTo>
                    <a:pt x="14424" y="3734"/>
                    <a:pt x="22694" y="10909"/>
                    <a:pt x="27530" y="22089"/>
                  </a:cubicBezTo>
                  <a:cubicBezTo>
                    <a:pt x="31580" y="31450"/>
                    <a:pt x="31787" y="40765"/>
                    <a:pt x="31787" y="42537"/>
                  </a:cubicBezTo>
                  <a:cubicBezTo>
                    <a:pt x="31787" y="42752"/>
                    <a:pt x="31783" y="42885"/>
                    <a:pt x="31783" y="42942"/>
                  </a:cubicBezTo>
                  <a:cubicBezTo>
                    <a:pt x="31762" y="43830"/>
                    <a:pt x="32460" y="44564"/>
                    <a:pt x="33343" y="44592"/>
                  </a:cubicBezTo>
                  <a:lnTo>
                    <a:pt x="33384" y="44592"/>
                  </a:lnTo>
                  <a:cubicBezTo>
                    <a:pt x="33386" y="44592"/>
                    <a:pt x="33389" y="44592"/>
                    <a:pt x="33391" y="44592"/>
                  </a:cubicBezTo>
                  <a:cubicBezTo>
                    <a:pt x="34251" y="44592"/>
                    <a:pt x="34953" y="43904"/>
                    <a:pt x="34977" y="43043"/>
                  </a:cubicBezTo>
                  <a:cubicBezTo>
                    <a:pt x="34993" y="42602"/>
                    <a:pt x="35273" y="31989"/>
                    <a:pt x="30498" y="20897"/>
                  </a:cubicBezTo>
                  <a:cubicBezTo>
                    <a:pt x="26663" y="11995"/>
                    <a:pt x="20679" y="5343"/>
                    <a:pt x="12701" y="1135"/>
                  </a:cubicBezTo>
                  <a:lnTo>
                    <a:pt x="12636" y="1070"/>
                  </a:lnTo>
                  <a:lnTo>
                    <a:pt x="12507" y="1070"/>
                  </a:lnTo>
                  <a:cubicBezTo>
                    <a:pt x="9608" y="474"/>
                    <a:pt x="6426" y="142"/>
                    <a:pt x="3049" y="6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5341;p73"/>
            <p:cNvSpPr/>
            <p:nvPr/>
          </p:nvSpPr>
          <p:spPr>
            <a:xfrm>
              <a:off x="3844306" y="2582091"/>
              <a:ext cx="87723" cy="24918"/>
            </a:xfrm>
            <a:custGeom>
              <a:avLst/>
              <a:gdLst/>
              <a:ahLst/>
              <a:cxnLst/>
              <a:rect l="l" t="t" r="r" b="b"/>
              <a:pathLst>
                <a:path w="5059" h="1437" extrusionOk="0">
                  <a:moveTo>
                    <a:pt x="3645" y="0"/>
                  </a:moveTo>
                  <a:cubicBezTo>
                    <a:pt x="2029" y="0"/>
                    <a:pt x="434" y="720"/>
                    <a:pt x="352" y="759"/>
                  </a:cubicBezTo>
                  <a:cubicBezTo>
                    <a:pt x="1" y="913"/>
                    <a:pt x="112" y="1436"/>
                    <a:pt x="494" y="1436"/>
                  </a:cubicBezTo>
                  <a:cubicBezTo>
                    <a:pt x="495" y="1436"/>
                    <a:pt x="497" y="1436"/>
                    <a:pt x="498" y="1436"/>
                  </a:cubicBezTo>
                  <a:cubicBezTo>
                    <a:pt x="547" y="1436"/>
                    <a:pt x="599" y="1424"/>
                    <a:pt x="644" y="1404"/>
                  </a:cubicBezTo>
                  <a:cubicBezTo>
                    <a:pt x="664" y="1397"/>
                    <a:pt x="2179" y="711"/>
                    <a:pt x="3640" y="711"/>
                  </a:cubicBezTo>
                  <a:cubicBezTo>
                    <a:pt x="3960" y="711"/>
                    <a:pt x="4278" y="744"/>
                    <a:pt x="4576" y="824"/>
                  </a:cubicBezTo>
                  <a:cubicBezTo>
                    <a:pt x="4606" y="832"/>
                    <a:pt x="4636" y="836"/>
                    <a:pt x="4665" y="836"/>
                  </a:cubicBezTo>
                  <a:cubicBezTo>
                    <a:pt x="4824" y="836"/>
                    <a:pt x="4969" y="730"/>
                    <a:pt x="5010" y="569"/>
                  </a:cubicBezTo>
                  <a:cubicBezTo>
                    <a:pt x="5059" y="378"/>
                    <a:pt x="4945" y="188"/>
                    <a:pt x="4759" y="135"/>
                  </a:cubicBezTo>
                  <a:cubicBezTo>
                    <a:pt x="4399" y="39"/>
                    <a:pt x="4021" y="0"/>
                    <a:pt x="364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5342;p73"/>
            <p:cNvSpPr/>
            <p:nvPr/>
          </p:nvSpPr>
          <p:spPr>
            <a:xfrm>
              <a:off x="3934717" y="2629117"/>
              <a:ext cx="64730" cy="28230"/>
            </a:xfrm>
            <a:custGeom>
              <a:avLst/>
              <a:gdLst/>
              <a:ahLst/>
              <a:cxnLst/>
              <a:rect l="l" t="t" r="r" b="b"/>
              <a:pathLst>
                <a:path w="3733" h="1628" extrusionOk="0">
                  <a:moveTo>
                    <a:pt x="3315" y="1"/>
                  </a:moveTo>
                  <a:cubicBezTo>
                    <a:pt x="1856" y="1"/>
                    <a:pt x="367" y="934"/>
                    <a:pt x="299" y="974"/>
                  </a:cubicBezTo>
                  <a:cubicBezTo>
                    <a:pt x="0" y="1164"/>
                    <a:pt x="135" y="1627"/>
                    <a:pt x="489" y="1627"/>
                  </a:cubicBezTo>
                  <a:cubicBezTo>
                    <a:pt x="490" y="1627"/>
                    <a:pt x="492" y="1627"/>
                    <a:pt x="493" y="1627"/>
                  </a:cubicBezTo>
                  <a:cubicBezTo>
                    <a:pt x="562" y="1627"/>
                    <a:pt x="627" y="1607"/>
                    <a:pt x="684" y="1570"/>
                  </a:cubicBezTo>
                  <a:cubicBezTo>
                    <a:pt x="696" y="1562"/>
                    <a:pt x="2050" y="711"/>
                    <a:pt x="3327" y="711"/>
                  </a:cubicBezTo>
                  <a:lnTo>
                    <a:pt x="3376" y="711"/>
                  </a:lnTo>
                  <a:cubicBezTo>
                    <a:pt x="3570" y="711"/>
                    <a:pt x="3732" y="553"/>
                    <a:pt x="3732" y="358"/>
                  </a:cubicBezTo>
                  <a:cubicBezTo>
                    <a:pt x="3732" y="164"/>
                    <a:pt x="3578" y="1"/>
                    <a:pt x="3380" y="1"/>
                  </a:cubicBezTo>
                  <a:cubicBezTo>
                    <a:pt x="3358" y="1"/>
                    <a:pt x="3337" y="1"/>
                    <a:pt x="331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5343;p73"/>
            <p:cNvSpPr/>
            <p:nvPr/>
          </p:nvSpPr>
          <p:spPr>
            <a:xfrm>
              <a:off x="3995216" y="2673265"/>
              <a:ext cx="57586" cy="30466"/>
            </a:xfrm>
            <a:custGeom>
              <a:avLst/>
              <a:gdLst/>
              <a:ahLst/>
              <a:cxnLst/>
              <a:rect l="l" t="t" r="r" b="b"/>
              <a:pathLst>
                <a:path w="3321" h="1757" extrusionOk="0">
                  <a:moveTo>
                    <a:pt x="2698" y="0"/>
                  </a:moveTo>
                  <a:cubicBezTo>
                    <a:pt x="1308" y="0"/>
                    <a:pt x="249" y="1107"/>
                    <a:pt x="203" y="1161"/>
                  </a:cubicBezTo>
                  <a:cubicBezTo>
                    <a:pt x="0" y="1388"/>
                    <a:pt x="154" y="1748"/>
                    <a:pt x="458" y="1757"/>
                  </a:cubicBezTo>
                  <a:cubicBezTo>
                    <a:pt x="555" y="1757"/>
                    <a:pt x="649" y="1716"/>
                    <a:pt x="718" y="1647"/>
                  </a:cubicBezTo>
                  <a:cubicBezTo>
                    <a:pt x="729" y="1636"/>
                    <a:pt x="1612" y="709"/>
                    <a:pt x="2699" y="709"/>
                  </a:cubicBezTo>
                  <a:cubicBezTo>
                    <a:pt x="2761" y="709"/>
                    <a:pt x="2823" y="712"/>
                    <a:pt x="2886" y="719"/>
                  </a:cubicBezTo>
                  <a:cubicBezTo>
                    <a:pt x="2906" y="722"/>
                    <a:pt x="2925" y="723"/>
                    <a:pt x="2944" y="723"/>
                  </a:cubicBezTo>
                  <a:cubicBezTo>
                    <a:pt x="3123" y="723"/>
                    <a:pt x="3278" y="589"/>
                    <a:pt x="3296" y="403"/>
                  </a:cubicBezTo>
                  <a:cubicBezTo>
                    <a:pt x="3320" y="200"/>
                    <a:pt x="3162" y="21"/>
                    <a:pt x="2959" y="13"/>
                  </a:cubicBezTo>
                  <a:cubicBezTo>
                    <a:pt x="2871" y="4"/>
                    <a:pt x="2784" y="0"/>
                    <a:pt x="269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5344;p73"/>
            <p:cNvSpPr/>
            <p:nvPr/>
          </p:nvSpPr>
          <p:spPr>
            <a:xfrm>
              <a:off x="4046942" y="2722008"/>
              <a:ext cx="52107" cy="32200"/>
            </a:xfrm>
            <a:custGeom>
              <a:avLst/>
              <a:gdLst/>
              <a:ahLst/>
              <a:cxnLst/>
              <a:rect l="l" t="t" r="r" b="b"/>
              <a:pathLst>
                <a:path w="3005" h="1857" extrusionOk="0">
                  <a:moveTo>
                    <a:pt x="2578" y="1"/>
                  </a:moveTo>
                  <a:cubicBezTo>
                    <a:pt x="1586" y="1"/>
                    <a:pt x="305" y="1106"/>
                    <a:pt x="163" y="1232"/>
                  </a:cubicBezTo>
                  <a:cubicBezTo>
                    <a:pt x="13" y="1362"/>
                    <a:pt x="1" y="1589"/>
                    <a:pt x="130" y="1735"/>
                  </a:cubicBezTo>
                  <a:cubicBezTo>
                    <a:pt x="199" y="1812"/>
                    <a:pt x="293" y="1856"/>
                    <a:pt x="394" y="1856"/>
                  </a:cubicBezTo>
                  <a:cubicBezTo>
                    <a:pt x="483" y="1856"/>
                    <a:pt x="568" y="1824"/>
                    <a:pt x="633" y="1763"/>
                  </a:cubicBezTo>
                  <a:cubicBezTo>
                    <a:pt x="1097" y="1350"/>
                    <a:pt x="2020" y="711"/>
                    <a:pt x="2563" y="711"/>
                  </a:cubicBezTo>
                  <a:cubicBezTo>
                    <a:pt x="2580" y="711"/>
                    <a:pt x="2596" y="712"/>
                    <a:pt x="2611" y="713"/>
                  </a:cubicBezTo>
                  <a:cubicBezTo>
                    <a:pt x="2621" y="714"/>
                    <a:pt x="2631" y="714"/>
                    <a:pt x="2641" y="714"/>
                  </a:cubicBezTo>
                  <a:cubicBezTo>
                    <a:pt x="2823" y="714"/>
                    <a:pt x="2977" y="573"/>
                    <a:pt x="2988" y="385"/>
                  </a:cubicBezTo>
                  <a:cubicBezTo>
                    <a:pt x="3005" y="190"/>
                    <a:pt x="2855" y="20"/>
                    <a:pt x="2660" y="4"/>
                  </a:cubicBezTo>
                  <a:cubicBezTo>
                    <a:pt x="2633" y="2"/>
                    <a:pt x="2606" y="1"/>
                    <a:pt x="257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5345;p73"/>
            <p:cNvSpPr/>
            <p:nvPr/>
          </p:nvSpPr>
          <p:spPr>
            <a:xfrm>
              <a:off x="4098476" y="2789062"/>
              <a:ext cx="52245" cy="31854"/>
            </a:xfrm>
            <a:custGeom>
              <a:avLst/>
              <a:gdLst/>
              <a:ahLst/>
              <a:cxnLst/>
              <a:rect l="l" t="t" r="r" b="b"/>
              <a:pathLst>
                <a:path w="3013" h="1837" extrusionOk="0">
                  <a:moveTo>
                    <a:pt x="2613" y="1"/>
                  </a:moveTo>
                  <a:cubicBezTo>
                    <a:pt x="2539" y="1"/>
                    <a:pt x="2463" y="24"/>
                    <a:pt x="2400" y="73"/>
                  </a:cubicBezTo>
                  <a:cubicBezTo>
                    <a:pt x="1711" y="592"/>
                    <a:pt x="292" y="1139"/>
                    <a:pt x="280" y="1147"/>
                  </a:cubicBezTo>
                  <a:cubicBezTo>
                    <a:pt x="93" y="1212"/>
                    <a:pt x="0" y="1423"/>
                    <a:pt x="73" y="1605"/>
                  </a:cubicBezTo>
                  <a:cubicBezTo>
                    <a:pt x="126" y="1743"/>
                    <a:pt x="260" y="1832"/>
                    <a:pt x="410" y="1836"/>
                  </a:cubicBezTo>
                  <a:cubicBezTo>
                    <a:pt x="450" y="1832"/>
                    <a:pt x="495" y="1824"/>
                    <a:pt x="535" y="1808"/>
                  </a:cubicBezTo>
                  <a:cubicBezTo>
                    <a:pt x="596" y="1784"/>
                    <a:pt x="2059" y="1220"/>
                    <a:pt x="2826" y="640"/>
                  </a:cubicBezTo>
                  <a:cubicBezTo>
                    <a:pt x="2980" y="523"/>
                    <a:pt x="3012" y="300"/>
                    <a:pt x="2895" y="142"/>
                  </a:cubicBezTo>
                  <a:cubicBezTo>
                    <a:pt x="2825" y="49"/>
                    <a:pt x="2720" y="1"/>
                    <a:pt x="261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5346;p73"/>
            <p:cNvSpPr/>
            <p:nvPr/>
          </p:nvSpPr>
          <p:spPr>
            <a:xfrm>
              <a:off x="4143179" y="2869970"/>
              <a:ext cx="54638" cy="30085"/>
            </a:xfrm>
            <a:custGeom>
              <a:avLst/>
              <a:gdLst/>
              <a:ahLst/>
              <a:cxnLst/>
              <a:rect l="l" t="t" r="r" b="b"/>
              <a:pathLst>
                <a:path w="3151" h="1735" extrusionOk="0">
                  <a:moveTo>
                    <a:pt x="2757" y="0"/>
                  </a:moveTo>
                  <a:cubicBezTo>
                    <a:pt x="2671" y="0"/>
                    <a:pt x="2585" y="32"/>
                    <a:pt x="2518" y="97"/>
                  </a:cubicBezTo>
                  <a:cubicBezTo>
                    <a:pt x="1764" y="786"/>
                    <a:pt x="446" y="1025"/>
                    <a:pt x="430" y="1029"/>
                  </a:cubicBezTo>
                  <a:cubicBezTo>
                    <a:pt x="0" y="1102"/>
                    <a:pt x="53" y="1735"/>
                    <a:pt x="491" y="1735"/>
                  </a:cubicBezTo>
                  <a:lnTo>
                    <a:pt x="556" y="1731"/>
                  </a:lnTo>
                  <a:cubicBezTo>
                    <a:pt x="617" y="1719"/>
                    <a:pt x="2088" y="1451"/>
                    <a:pt x="2992" y="620"/>
                  </a:cubicBezTo>
                  <a:cubicBezTo>
                    <a:pt x="3138" y="486"/>
                    <a:pt x="3150" y="263"/>
                    <a:pt x="3020" y="117"/>
                  </a:cubicBezTo>
                  <a:cubicBezTo>
                    <a:pt x="2950" y="40"/>
                    <a:pt x="2853" y="0"/>
                    <a:pt x="275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5347;p73"/>
            <p:cNvSpPr/>
            <p:nvPr/>
          </p:nvSpPr>
          <p:spPr>
            <a:xfrm>
              <a:off x="4169535" y="2930729"/>
              <a:ext cx="55835" cy="26270"/>
            </a:xfrm>
            <a:custGeom>
              <a:avLst/>
              <a:gdLst/>
              <a:ahLst/>
              <a:cxnLst/>
              <a:rect l="l" t="t" r="r" b="b"/>
              <a:pathLst>
                <a:path w="3220" h="1515" extrusionOk="0">
                  <a:moveTo>
                    <a:pt x="2820" y="1"/>
                  </a:moveTo>
                  <a:cubicBezTo>
                    <a:pt x="2746" y="1"/>
                    <a:pt x="2671" y="24"/>
                    <a:pt x="2607" y="71"/>
                  </a:cubicBezTo>
                  <a:cubicBezTo>
                    <a:pt x="1841" y="627"/>
                    <a:pt x="430" y="805"/>
                    <a:pt x="418" y="809"/>
                  </a:cubicBezTo>
                  <a:cubicBezTo>
                    <a:pt x="1" y="878"/>
                    <a:pt x="33" y="1494"/>
                    <a:pt x="459" y="1514"/>
                  </a:cubicBezTo>
                  <a:lnTo>
                    <a:pt x="503" y="1514"/>
                  </a:lnTo>
                  <a:cubicBezTo>
                    <a:pt x="572" y="1502"/>
                    <a:pt x="2113" y="1312"/>
                    <a:pt x="3029" y="643"/>
                  </a:cubicBezTo>
                  <a:cubicBezTo>
                    <a:pt x="3187" y="525"/>
                    <a:pt x="3219" y="302"/>
                    <a:pt x="3106" y="144"/>
                  </a:cubicBezTo>
                  <a:cubicBezTo>
                    <a:pt x="3036" y="50"/>
                    <a:pt x="2929" y="1"/>
                    <a:pt x="282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5348;p73"/>
            <p:cNvSpPr/>
            <p:nvPr/>
          </p:nvSpPr>
          <p:spPr>
            <a:xfrm>
              <a:off x="4193569" y="2995477"/>
              <a:ext cx="55141" cy="24085"/>
            </a:xfrm>
            <a:custGeom>
              <a:avLst/>
              <a:gdLst/>
              <a:ahLst/>
              <a:cxnLst/>
              <a:rect l="l" t="t" r="r" b="b"/>
              <a:pathLst>
                <a:path w="3180" h="1389" extrusionOk="0">
                  <a:moveTo>
                    <a:pt x="2774" y="0"/>
                  </a:moveTo>
                  <a:cubicBezTo>
                    <a:pt x="2715" y="0"/>
                    <a:pt x="2655" y="15"/>
                    <a:pt x="2599" y="46"/>
                  </a:cubicBezTo>
                  <a:cubicBezTo>
                    <a:pt x="1886" y="452"/>
                    <a:pt x="341" y="679"/>
                    <a:pt x="325" y="679"/>
                  </a:cubicBezTo>
                  <a:cubicBezTo>
                    <a:pt x="131" y="707"/>
                    <a:pt x="1" y="890"/>
                    <a:pt x="25" y="1084"/>
                  </a:cubicBezTo>
                  <a:cubicBezTo>
                    <a:pt x="50" y="1259"/>
                    <a:pt x="200" y="1388"/>
                    <a:pt x="378" y="1388"/>
                  </a:cubicBezTo>
                  <a:lnTo>
                    <a:pt x="427" y="1384"/>
                  </a:lnTo>
                  <a:cubicBezTo>
                    <a:pt x="500" y="1372"/>
                    <a:pt x="2121" y="1133"/>
                    <a:pt x="2952" y="663"/>
                  </a:cubicBezTo>
                  <a:cubicBezTo>
                    <a:pt x="3122" y="565"/>
                    <a:pt x="3179" y="351"/>
                    <a:pt x="3086" y="180"/>
                  </a:cubicBezTo>
                  <a:cubicBezTo>
                    <a:pt x="3020" y="65"/>
                    <a:pt x="2899" y="0"/>
                    <a:pt x="277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5349;p73"/>
            <p:cNvSpPr/>
            <p:nvPr/>
          </p:nvSpPr>
          <p:spPr>
            <a:xfrm>
              <a:off x="4214377" y="3070212"/>
              <a:ext cx="54777" cy="26045"/>
            </a:xfrm>
            <a:custGeom>
              <a:avLst/>
              <a:gdLst/>
              <a:ahLst/>
              <a:cxnLst/>
              <a:rect l="l" t="t" r="r" b="b"/>
              <a:pathLst>
                <a:path w="3159" h="1502" extrusionOk="0">
                  <a:moveTo>
                    <a:pt x="2757" y="1"/>
                  </a:moveTo>
                  <a:cubicBezTo>
                    <a:pt x="2679" y="1"/>
                    <a:pt x="2600" y="26"/>
                    <a:pt x="2535" y="78"/>
                  </a:cubicBezTo>
                  <a:cubicBezTo>
                    <a:pt x="1764" y="686"/>
                    <a:pt x="366" y="792"/>
                    <a:pt x="354" y="792"/>
                  </a:cubicBezTo>
                  <a:cubicBezTo>
                    <a:pt x="155" y="800"/>
                    <a:pt x="1" y="962"/>
                    <a:pt x="9" y="1160"/>
                  </a:cubicBezTo>
                  <a:cubicBezTo>
                    <a:pt x="17" y="1350"/>
                    <a:pt x="171" y="1501"/>
                    <a:pt x="363" y="1501"/>
                  </a:cubicBezTo>
                  <a:cubicBezTo>
                    <a:pt x="368" y="1501"/>
                    <a:pt x="373" y="1501"/>
                    <a:pt x="378" y="1501"/>
                  </a:cubicBezTo>
                  <a:lnTo>
                    <a:pt x="402" y="1501"/>
                  </a:lnTo>
                  <a:cubicBezTo>
                    <a:pt x="467" y="1497"/>
                    <a:pt x="2036" y="1379"/>
                    <a:pt x="2976" y="633"/>
                  </a:cubicBezTo>
                  <a:cubicBezTo>
                    <a:pt x="3135" y="512"/>
                    <a:pt x="3159" y="289"/>
                    <a:pt x="3037" y="135"/>
                  </a:cubicBezTo>
                  <a:cubicBezTo>
                    <a:pt x="2965" y="47"/>
                    <a:pt x="2861" y="1"/>
                    <a:pt x="275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5350;p73"/>
            <p:cNvSpPr/>
            <p:nvPr/>
          </p:nvSpPr>
          <p:spPr>
            <a:xfrm>
              <a:off x="4226757" y="3139191"/>
              <a:ext cx="56043" cy="21658"/>
            </a:xfrm>
            <a:custGeom>
              <a:avLst/>
              <a:gdLst/>
              <a:ahLst/>
              <a:cxnLst/>
              <a:rect l="l" t="t" r="r" b="b"/>
              <a:pathLst>
                <a:path w="3232" h="1249" extrusionOk="0">
                  <a:moveTo>
                    <a:pt x="2823" y="1"/>
                  </a:moveTo>
                  <a:cubicBezTo>
                    <a:pt x="2756" y="1"/>
                    <a:pt x="2688" y="20"/>
                    <a:pt x="2627" y="61"/>
                  </a:cubicBezTo>
                  <a:cubicBezTo>
                    <a:pt x="2015" y="477"/>
                    <a:pt x="1153" y="537"/>
                    <a:pt x="704" y="537"/>
                  </a:cubicBezTo>
                  <a:cubicBezTo>
                    <a:pt x="523" y="537"/>
                    <a:pt x="409" y="527"/>
                    <a:pt x="406" y="527"/>
                  </a:cubicBezTo>
                  <a:cubicBezTo>
                    <a:pt x="394" y="526"/>
                    <a:pt x="382" y="525"/>
                    <a:pt x="370" y="525"/>
                  </a:cubicBezTo>
                  <a:cubicBezTo>
                    <a:pt x="190" y="525"/>
                    <a:pt x="36" y="665"/>
                    <a:pt x="21" y="847"/>
                  </a:cubicBezTo>
                  <a:cubicBezTo>
                    <a:pt x="0" y="1042"/>
                    <a:pt x="146" y="1220"/>
                    <a:pt x="341" y="1236"/>
                  </a:cubicBezTo>
                  <a:cubicBezTo>
                    <a:pt x="357" y="1236"/>
                    <a:pt x="495" y="1248"/>
                    <a:pt x="702" y="1248"/>
                  </a:cubicBezTo>
                  <a:cubicBezTo>
                    <a:pt x="1237" y="1248"/>
                    <a:pt x="2250" y="1171"/>
                    <a:pt x="3020" y="648"/>
                  </a:cubicBezTo>
                  <a:cubicBezTo>
                    <a:pt x="3187" y="543"/>
                    <a:pt x="3231" y="320"/>
                    <a:pt x="3118" y="158"/>
                  </a:cubicBezTo>
                  <a:cubicBezTo>
                    <a:pt x="3049" y="56"/>
                    <a:pt x="2937" y="1"/>
                    <a:pt x="282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5351;p73"/>
            <p:cNvSpPr/>
            <p:nvPr/>
          </p:nvSpPr>
          <p:spPr>
            <a:xfrm>
              <a:off x="4234838" y="3203210"/>
              <a:ext cx="56251" cy="19993"/>
            </a:xfrm>
            <a:custGeom>
              <a:avLst/>
              <a:gdLst/>
              <a:ahLst/>
              <a:cxnLst/>
              <a:rect l="l" t="t" r="r" b="b"/>
              <a:pathLst>
                <a:path w="3244" h="1153" extrusionOk="0">
                  <a:moveTo>
                    <a:pt x="2836" y="1"/>
                  </a:moveTo>
                  <a:cubicBezTo>
                    <a:pt x="2770" y="1"/>
                    <a:pt x="2703" y="19"/>
                    <a:pt x="2644" y="58"/>
                  </a:cubicBezTo>
                  <a:cubicBezTo>
                    <a:pt x="2163" y="371"/>
                    <a:pt x="1556" y="442"/>
                    <a:pt x="1103" y="442"/>
                  </a:cubicBezTo>
                  <a:cubicBezTo>
                    <a:pt x="730" y="442"/>
                    <a:pt x="462" y="394"/>
                    <a:pt x="455" y="394"/>
                  </a:cubicBezTo>
                  <a:cubicBezTo>
                    <a:pt x="430" y="389"/>
                    <a:pt x="405" y="387"/>
                    <a:pt x="381" y="387"/>
                  </a:cubicBezTo>
                  <a:cubicBezTo>
                    <a:pt x="215" y="387"/>
                    <a:pt x="69" y="504"/>
                    <a:pt x="37" y="674"/>
                  </a:cubicBezTo>
                  <a:cubicBezTo>
                    <a:pt x="1" y="864"/>
                    <a:pt x="126" y="1051"/>
                    <a:pt x="317" y="1087"/>
                  </a:cubicBezTo>
                  <a:cubicBezTo>
                    <a:pt x="576" y="1132"/>
                    <a:pt x="844" y="1152"/>
                    <a:pt x="1107" y="1152"/>
                  </a:cubicBezTo>
                  <a:cubicBezTo>
                    <a:pt x="1659" y="1152"/>
                    <a:pt x="2409" y="1063"/>
                    <a:pt x="3033" y="649"/>
                  </a:cubicBezTo>
                  <a:cubicBezTo>
                    <a:pt x="3195" y="544"/>
                    <a:pt x="3244" y="325"/>
                    <a:pt x="3134" y="159"/>
                  </a:cubicBezTo>
                  <a:cubicBezTo>
                    <a:pt x="3065" y="56"/>
                    <a:pt x="2951" y="1"/>
                    <a:pt x="283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5352;p73"/>
            <p:cNvSpPr/>
            <p:nvPr/>
          </p:nvSpPr>
          <p:spPr>
            <a:xfrm>
              <a:off x="4237647" y="3259964"/>
              <a:ext cx="57239" cy="19681"/>
            </a:xfrm>
            <a:custGeom>
              <a:avLst/>
              <a:gdLst/>
              <a:ahLst/>
              <a:cxnLst/>
              <a:rect l="l" t="t" r="r" b="b"/>
              <a:pathLst>
                <a:path w="3301" h="1135" extrusionOk="0">
                  <a:moveTo>
                    <a:pt x="2895" y="0"/>
                  </a:moveTo>
                  <a:cubicBezTo>
                    <a:pt x="2828" y="0"/>
                    <a:pt x="2760" y="20"/>
                    <a:pt x="2701" y="60"/>
                  </a:cubicBezTo>
                  <a:cubicBezTo>
                    <a:pt x="2266" y="342"/>
                    <a:pt x="1802" y="421"/>
                    <a:pt x="1415" y="421"/>
                  </a:cubicBezTo>
                  <a:cubicBezTo>
                    <a:pt x="910" y="421"/>
                    <a:pt x="536" y="285"/>
                    <a:pt x="532" y="283"/>
                  </a:cubicBezTo>
                  <a:cubicBezTo>
                    <a:pt x="491" y="269"/>
                    <a:pt x="449" y="262"/>
                    <a:pt x="408" y="262"/>
                  </a:cubicBezTo>
                  <a:cubicBezTo>
                    <a:pt x="263" y="262"/>
                    <a:pt x="127" y="348"/>
                    <a:pt x="74" y="490"/>
                  </a:cubicBezTo>
                  <a:cubicBezTo>
                    <a:pt x="1" y="672"/>
                    <a:pt x="98" y="879"/>
                    <a:pt x="280" y="948"/>
                  </a:cubicBezTo>
                  <a:cubicBezTo>
                    <a:pt x="635" y="1070"/>
                    <a:pt x="1008" y="1135"/>
                    <a:pt x="1381" y="1135"/>
                  </a:cubicBezTo>
                  <a:cubicBezTo>
                    <a:pt x="1393" y="1135"/>
                    <a:pt x="1404" y="1134"/>
                    <a:pt x="1415" y="1134"/>
                  </a:cubicBezTo>
                  <a:cubicBezTo>
                    <a:pt x="1423" y="1134"/>
                    <a:pt x="1430" y="1134"/>
                    <a:pt x="1437" y="1134"/>
                  </a:cubicBezTo>
                  <a:cubicBezTo>
                    <a:pt x="2021" y="1134"/>
                    <a:pt x="2597" y="968"/>
                    <a:pt x="3090" y="652"/>
                  </a:cubicBezTo>
                  <a:cubicBezTo>
                    <a:pt x="3256" y="547"/>
                    <a:pt x="3301" y="324"/>
                    <a:pt x="3191" y="161"/>
                  </a:cubicBezTo>
                  <a:cubicBezTo>
                    <a:pt x="3122" y="57"/>
                    <a:pt x="3010" y="0"/>
                    <a:pt x="289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5353;p73"/>
            <p:cNvSpPr/>
            <p:nvPr/>
          </p:nvSpPr>
          <p:spPr>
            <a:xfrm>
              <a:off x="4215018" y="3291193"/>
              <a:ext cx="113958" cy="155418"/>
            </a:xfrm>
            <a:custGeom>
              <a:avLst/>
              <a:gdLst/>
              <a:ahLst/>
              <a:cxnLst/>
              <a:rect l="l" t="t" r="r" b="b"/>
              <a:pathLst>
                <a:path w="6572" h="8963" extrusionOk="0">
                  <a:moveTo>
                    <a:pt x="3265" y="4784"/>
                  </a:moveTo>
                  <a:cubicBezTo>
                    <a:pt x="4614" y="4784"/>
                    <a:pt x="4809" y="7046"/>
                    <a:pt x="3345" y="7109"/>
                  </a:cubicBezTo>
                  <a:cubicBezTo>
                    <a:pt x="3325" y="7109"/>
                    <a:pt x="3305" y="7110"/>
                    <a:pt x="3286" y="7110"/>
                  </a:cubicBezTo>
                  <a:cubicBezTo>
                    <a:pt x="1845" y="7110"/>
                    <a:pt x="1862" y="4914"/>
                    <a:pt x="3142" y="4790"/>
                  </a:cubicBezTo>
                  <a:cubicBezTo>
                    <a:pt x="3184" y="4786"/>
                    <a:pt x="3225" y="4784"/>
                    <a:pt x="3265" y="4784"/>
                  </a:cubicBezTo>
                  <a:close/>
                  <a:moveTo>
                    <a:pt x="3464" y="0"/>
                  </a:moveTo>
                  <a:cubicBezTo>
                    <a:pt x="2728" y="0"/>
                    <a:pt x="1735" y="35"/>
                    <a:pt x="1735" y="35"/>
                  </a:cubicBezTo>
                  <a:cubicBezTo>
                    <a:pt x="1735" y="35"/>
                    <a:pt x="0" y="8860"/>
                    <a:pt x="604" y="8888"/>
                  </a:cubicBezTo>
                  <a:cubicBezTo>
                    <a:pt x="913" y="8905"/>
                    <a:pt x="2266" y="8962"/>
                    <a:pt x="3563" y="8962"/>
                  </a:cubicBezTo>
                  <a:cubicBezTo>
                    <a:pt x="4788" y="8962"/>
                    <a:pt x="5963" y="8911"/>
                    <a:pt x="6162" y="8726"/>
                  </a:cubicBezTo>
                  <a:cubicBezTo>
                    <a:pt x="6572" y="8345"/>
                    <a:pt x="4480" y="120"/>
                    <a:pt x="4220" y="35"/>
                  </a:cubicBezTo>
                  <a:cubicBezTo>
                    <a:pt x="4137" y="9"/>
                    <a:pt x="3833" y="0"/>
                    <a:pt x="34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5354;p73"/>
            <p:cNvSpPr/>
            <p:nvPr/>
          </p:nvSpPr>
          <p:spPr>
            <a:xfrm>
              <a:off x="4211932" y="3285020"/>
              <a:ext cx="120704" cy="167973"/>
            </a:xfrm>
            <a:custGeom>
              <a:avLst/>
              <a:gdLst/>
              <a:ahLst/>
              <a:cxnLst/>
              <a:rect l="l" t="t" r="r" b="b"/>
              <a:pathLst>
                <a:path w="6961" h="9687" extrusionOk="0">
                  <a:moveTo>
                    <a:pt x="3454" y="5494"/>
                  </a:moveTo>
                  <a:cubicBezTo>
                    <a:pt x="3680" y="5494"/>
                    <a:pt x="3890" y="5603"/>
                    <a:pt x="4017" y="5790"/>
                  </a:cubicBezTo>
                  <a:cubicBezTo>
                    <a:pt x="4208" y="6062"/>
                    <a:pt x="4212" y="6528"/>
                    <a:pt x="4098" y="6751"/>
                  </a:cubicBezTo>
                  <a:cubicBezTo>
                    <a:pt x="3989" y="6974"/>
                    <a:pt x="3790" y="7092"/>
                    <a:pt x="3507" y="7108"/>
                  </a:cubicBezTo>
                  <a:lnTo>
                    <a:pt x="3462" y="7108"/>
                  </a:lnTo>
                  <a:cubicBezTo>
                    <a:pt x="2813" y="7108"/>
                    <a:pt x="2736" y="6504"/>
                    <a:pt x="2728" y="6382"/>
                  </a:cubicBezTo>
                  <a:cubicBezTo>
                    <a:pt x="2708" y="6054"/>
                    <a:pt x="2854" y="5539"/>
                    <a:pt x="3357" y="5494"/>
                  </a:cubicBezTo>
                  <a:lnTo>
                    <a:pt x="3442" y="5494"/>
                  </a:lnTo>
                  <a:cubicBezTo>
                    <a:pt x="3446" y="5494"/>
                    <a:pt x="3450" y="5494"/>
                    <a:pt x="3454" y="5494"/>
                  </a:cubicBezTo>
                  <a:close/>
                  <a:moveTo>
                    <a:pt x="3430" y="4782"/>
                  </a:moveTo>
                  <a:cubicBezTo>
                    <a:pt x="3382" y="4782"/>
                    <a:pt x="3333" y="4785"/>
                    <a:pt x="3284" y="4789"/>
                  </a:cubicBezTo>
                  <a:cubicBezTo>
                    <a:pt x="2392" y="4878"/>
                    <a:pt x="1966" y="5762"/>
                    <a:pt x="2019" y="6439"/>
                  </a:cubicBezTo>
                  <a:cubicBezTo>
                    <a:pt x="2067" y="7112"/>
                    <a:pt x="2542" y="7821"/>
                    <a:pt x="3462" y="7821"/>
                  </a:cubicBezTo>
                  <a:lnTo>
                    <a:pt x="3539" y="7821"/>
                  </a:lnTo>
                  <a:cubicBezTo>
                    <a:pt x="4074" y="7797"/>
                    <a:pt x="4475" y="7594"/>
                    <a:pt x="4735" y="7075"/>
                  </a:cubicBezTo>
                  <a:cubicBezTo>
                    <a:pt x="4990" y="6561"/>
                    <a:pt x="4901" y="5831"/>
                    <a:pt x="4601" y="5393"/>
                  </a:cubicBezTo>
                  <a:cubicBezTo>
                    <a:pt x="4329" y="4999"/>
                    <a:pt x="3909" y="4782"/>
                    <a:pt x="3430" y="4782"/>
                  </a:cubicBezTo>
                  <a:close/>
                  <a:moveTo>
                    <a:pt x="3620" y="712"/>
                  </a:moveTo>
                  <a:cubicBezTo>
                    <a:pt x="3859" y="712"/>
                    <a:pt x="4056" y="715"/>
                    <a:pt x="4180" y="723"/>
                  </a:cubicBezTo>
                  <a:cubicBezTo>
                    <a:pt x="4634" y="1777"/>
                    <a:pt x="6093" y="7817"/>
                    <a:pt x="6044" y="8835"/>
                  </a:cubicBezTo>
                  <a:cubicBezTo>
                    <a:pt x="5715" y="8930"/>
                    <a:pt x="4800" y="8965"/>
                    <a:pt x="3767" y="8965"/>
                  </a:cubicBezTo>
                  <a:cubicBezTo>
                    <a:pt x="2827" y="8965"/>
                    <a:pt x="1791" y="8936"/>
                    <a:pt x="1009" y="8900"/>
                  </a:cubicBezTo>
                  <a:cubicBezTo>
                    <a:pt x="932" y="8020"/>
                    <a:pt x="1528" y="4234"/>
                    <a:pt x="2205" y="739"/>
                  </a:cubicBezTo>
                  <a:cubicBezTo>
                    <a:pt x="2710" y="722"/>
                    <a:pt x="3224" y="712"/>
                    <a:pt x="3620" y="712"/>
                  </a:cubicBezTo>
                  <a:close/>
                  <a:moveTo>
                    <a:pt x="3548" y="0"/>
                  </a:moveTo>
                  <a:cubicBezTo>
                    <a:pt x="3049" y="0"/>
                    <a:pt x="2439" y="17"/>
                    <a:pt x="1897" y="38"/>
                  </a:cubicBezTo>
                  <a:lnTo>
                    <a:pt x="1617" y="46"/>
                  </a:lnTo>
                  <a:lnTo>
                    <a:pt x="1561" y="322"/>
                  </a:lnTo>
                  <a:cubicBezTo>
                    <a:pt x="807" y="4165"/>
                    <a:pt x="0" y="8859"/>
                    <a:pt x="446" y="9435"/>
                  </a:cubicBezTo>
                  <a:cubicBezTo>
                    <a:pt x="523" y="9532"/>
                    <a:pt x="636" y="9593"/>
                    <a:pt x="762" y="9601"/>
                  </a:cubicBezTo>
                  <a:cubicBezTo>
                    <a:pt x="1334" y="9629"/>
                    <a:pt x="2509" y="9686"/>
                    <a:pt x="3661" y="9686"/>
                  </a:cubicBezTo>
                  <a:cubicBezTo>
                    <a:pt x="4994" y="9686"/>
                    <a:pt x="6296" y="9609"/>
                    <a:pt x="6583" y="9346"/>
                  </a:cubicBezTo>
                  <a:cubicBezTo>
                    <a:pt x="6762" y="9183"/>
                    <a:pt x="6960" y="9001"/>
                    <a:pt x="6259" y="5815"/>
                  </a:cubicBezTo>
                  <a:cubicBezTo>
                    <a:pt x="6008" y="4643"/>
                    <a:pt x="5667" y="3277"/>
                    <a:pt x="5359" y="2142"/>
                  </a:cubicBezTo>
                  <a:cubicBezTo>
                    <a:pt x="4812" y="152"/>
                    <a:pt x="4775" y="135"/>
                    <a:pt x="4512" y="54"/>
                  </a:cubicBezTo>
                  <a:cubicBezTo>
                    <a:pt x="4385" y="15"/>
                    <a:pt x="4014" y="0"/>
                    <a:pt x="354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5355;p73"/>
            <p:cNvSpPr/>
            <p:nvPr/>
          </p:nvSpPr>
          <p:spPr>
            <a:xfrm>
              <a:off x="3454798" y="2454937"/>
              <a:ext cx="150164" cy="162597"/>
            </a:xfrm>
            <a:custGeom>
              <a:avLst/>
              <a:gdLst/>
              <a:ahLst/>
              <a:cxnLst/>
              <a:rect l="l" t="t" r="r" b="b"/>
              <a:pathLst>
                <a:path w="8660" h="9377" extrusionOk="0">
                  <a:moveTo>
                    <a:pt x="6648" y="0"/>
                  </a:moveTo>
                  <a:cubicBezTo>
                    <a:pt x="5402" y="0"/>
                    <a:pt x="3800" y="300"/>
                    <a:pt x="2506" y="1542"/>
                  </a:cubicBezTo>
                  <a:cubicBezTo>
                    <a:pt x="0" y="3945"/>
                    <a:pt x="912" y="8786"/>
                    <a:pt x="1050" y="9228"/>
                  </a:cubicBezTo>
                  <a:cubicBezTo>
                    <a:pt x="1648" y="9327"/>
                    <a:pt x="2253" y="9377"/>
                    <a:pt x="2858" y="9377"/>
                  </a:cubicBezTo>
                  <a:cubicBezTo>
                    <a:pt x="3463" y="9377"/>
                    <a:pt x="4068" y="9327"/>
                    <a:pt x="4666" y="9228"/>
                  </a:cubicBezTo>
                  <a:cubicBezTo>
                    <a:pt x="4666" y="9228"/>
                    <a:pt x="3620" y="4120"/>
                    <a:pt x="5311" y="2085"/>
                  </a:cubicBezTo>
                  <a:cubicBezTo>
                    <a:pt x="6719" y="397"/>
                    <a:pt x="8099" y="255"/>
                    <a:pt x="8525" y="255"/>
                  </a:cubicBezTo>
                  <a:cubicBezTo>
                    <a:pt x="8612" y="255"/>
                    <a:pt x="8659" y="261"/>
                    <a:pt x="8659" y="261"/>
                  </a:cubicBezTo>
                  <a:cubicBezTo>
                    <a:pt x="8659" y="261"/>
                    <a:pt x="7809" y="0"/>
                    <a:pt x="6648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5356;p73"/>
            <p:cNvSpPr/>
            <p:nvPr/>
          </p:nvSpPr>
          <p:spPr>
            <a:xfrm>
              <a:off x="3450081" y="2448695"/>
              <a:ext cx="163464" cy="175047"/>
            </a:xfrm>
            <a:custGeom>
              <a:avLst/>
              <a:gdLst/>
              <a:ahLst/>
              <a:cxnLst/>
              <a:rect l="l" t="t" r="r" b="b"/>
              <a:pathLst>
                <a:path w="9427" h="10095" extrusionOk="0">
                  <a:moveTo>
                    <a:pt x="6943" y="720"/>
                  </a:moveTo>
                  <a:cubicBezTo>
                    <a:pt x="6996" y="720"/>
                    <a:pt x="7048" y="721"/>
                    <a:pt x="7099" y="722"/>
                  </a:cubicBezTo>
                  <a:cubicBezTo>
                    <a:pt x="6552" y="1014"/>
                    <a:pt x="5931" y="1480"/>
                    <a:pt x="5311" y="2218"/>
                  </a:cubicBezTo>
                  <a:cubicBezTo>
                    <a:pt x="3783" y="4054"/>
                    <a:pt x="4318" y="8051"/>
                    <a:pt x="4525" y="9292"/>
                  </a:cubicBezTo>
                  <a:cubicBezTo>
                    <a:pt x="4066" y="9351"/>
                    <a:pt x="3605" y="9381"/>
                    <a:pt x="3144" y="9381"/>
                  </a:cubicBezTo>
                  <a:cubicBezTo>
                    <a:pt x="2631" y="9381"/>
                    <a:pt x="2118" y="9344"/>
                    <a:pt x="1610" y="9271"/>
                  </a:cubicBezTo>
                  <a:cubicBezTo>
                    <a:pt x="1383" y="8189"/>
                    <a:pt x="925" y="4176"/>
                    <a:pt x="3025" y="2161"/>
                  </a:cubicBezTo>
                  <a:cubicBezTo>
                    <a:pt x="4236" y="996"/>
                    <a:pt x="5755" y="720"/>
                    <a:pt x="6943" y="720"/>
                  </a:cubicBezTo>
                  <a:close/>
                  <a:moveTo>
                    <a:pt x="6917" y="1"/>
                  </a:moveTo>
                  <a:cubicBezTo>
                    <a:pt x="5604" y="1"/>
                    <a:pt x="3912" y="323"/>
                    <a:pt x="2526" y="1650"/>
                  </a:cubicBezTo>
                  <a:cubicBezTo>
                    <a:pt x="1" y="4082"/>
                    <a:pt x="738" y="8902"/>
                    <a:pt x="982" y="9693"/>
                  </a:cubicBezTo>
                  <a:cubicBezTo>
                    <a:pt x="1022" y="9815"/>
                    <a:pt x="1124" y="9908"/>
                    <a:pt x="1249" y="9936"/>
                  </a:cubicBezTo>
                  <a:cubicBezTo>
                    <a:pt x="1851" y="10042"/>
                    <a:pt x="2461" y="10094"/>
                    <a:pt x="3074" y="10094"/>
                  </a:cubicBezTo>
                  <a:cubicBezTo>
                    <a:pt x="3097" y="10094"/>
                    <a:pt x="3120" y="10094"/>
                    <a:pt x="3142" y="10094"/>
                  </a:cubicBezTo>
                  <a:cubicBezTo>
                    <a:pt x="3763" y="10094"/>
                    <a:pt x="4387" y="10042"/>
                    <a:pt x="4999" y="9936"/>
                  </a:cubicBezTo>
                  <a:cubicBezTo>
                    <a:pt x="5198" y="9900"/>
                    <a:pt x="5327" y="9709"/>
                    <a:pt x="5287" y="9515"/>
                  </a:cubicBezTo>
                  <a:cubicBezTo>
                    <a:pt x="5279" y="9466"/>
                    <a:pt x="4326" y="4508"/>
                    <a:pt x="5858" y="2676"/>
                  </a:cubicBezTo>
                  <a:cubicBezTo>
                    <a:pt x="7172" y="1098"/>
                    <a:pt x="8422" y="969"/>
                    <a:pt x="8786" y="969"/>
                  </a:cubicBezTo>
                  <a:cubicBezTo>
                    <a:pt x="8846" y="969"/>
                    <a:pt x="8882" y="972"/>
                    <a:pt x="8891" y="973"/>
                  </a:cubicBezTo>
                  <a:cubicBezTo>
                    <a:pt x="8903" y="974"/>
                    <a:pt x="8916" y="975"/>
                    <a:pt x="8928" y="975"/>
                  </a:cubicBezTo>
                  <a:cubicBezTo>
                    <a:pt x="9319" y="975"/>
                    <a:pt x="9426" y="414"/>
                    <a:pt x="9041" y="284"/>
                  </a:cubicBezTo>
                  <a:cubicBezTo>
                    <a:pt x="8966" y="259"/>
                    <a:pt x="8094" y="1"/>
                    <a:pt x="691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5357;p73"/>
            <p:cNvSpPr/>
            <p:nvPr/>
          </p:nvSpPr>
          <p:spPr>
            <a:xfrm>
              <a:off x="3511101" y="2441082"/>
              <a:ext cx="223547" cy="186717"/>
            </a:xfrm>
            <a:custGeom>
              <a:avLst/>
              <a:gdLst/>
              <a:ahLst/>
              <a:cxnLst/>
              <a:rect l="l" t="t" r="r" b="b"/>
              <a:pathLst>
                <a:path w="12892" h="10768" extrusionOk="0">
                  <a:moveTo>
                    <a:pt x="5082" y="1"/>
                  </a:moveTo>
                  <a:cubicBezTo>
                    <a:pt x="3472" y="1"/>
                    <a:pt x="1720" y="494"/>
                    <a:pt x="0" y="1749"/>
                  </a:cubicBezTo>
                  <a:cubicBezTo>
                    <a:pt x="0" y="1749"/>
                    <a:pt x="1621" y="897"/>
                    <a:pt x="3801" y="897"/>
                  </a:cubicBezTo>
                  <a:cubicBezTo>
                    <a:pt x="4312" y="897"/>
                    <a:pt x="4853" y="944"/>
                    <a:pt x="5412" y="1060"/>
                  </a:cubicBezTo>
                  <a:cubicBezTo>
                    <a:pt x="7569" y="1505"/>
                    <a:pt x="8963" y="6163"/>
                    <a:pt x="8696" y="10177"/>
                  </a:cubicBezTo>
                  <a:cubicBezTo>
                    <a:pt x="8696" y="10177"/>
                    <a:pt x="9886" y="10768"/>
                    <a:pt x="11390" y="10768"/>
                  </a:cubicBezTo>
                  <a:cubicBezTo>
                    <a:pt x="11836" y="10768"/>
                    <a:pt x="12308" y="10716"/>
                    <a:pt x="12786" y="10582"/>
                  </a:cubicBezTo>
                  <a:cubicBezTo>
                    <a:pt x="12786" y="10582"/>
                    <a:pt x="12892" y="5255"/>
                    <a:pt x="11128" y="2855"/>
                  </a:cubicBezTo>
                  <a:cubicBezTo>
                    <a:pt x="10028" y="1356"/>
                    <a:pt x="7750" y="1"/>
                    <a:pt x="5082" y="1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5358;p73"/>
            <p:cNvSpPr/>
            <p:nvPr/>
          </p:nvSpPr>
          <p:spPr>
            <a:xfrm>
              <a:off x="3503714" y="2434684"/>
              <a:ext cx="237610" cy="199323"/>
            </a:xfrm>
            <a:custGeom>
              <a:avLst/>
              <a:gdLst/>
              <a:ahLst/>
              <a:cxnLst/>
              <a:rect l="l" t="t" r="r" b="b"/>
              <a:pathLst>
                <a:path w="13703" h="11495" extrusionOk="0">
                  <a:moveTo>
                    <a:pt x="5539" y="711"/>
                  </a:moveTo>
                  <a:cubicBezTo>
                    <a:pt x="8073" y="711"/>
                    <a:pt x="10223" y="1997"/>
                    <a:pt x="11270" y="3431"/>
                  </a:cubicBezTo>
                  <a:cubicBezTo>
                    <a:pt x="12718" y="5409"/>
                    <a:pt x="12851" y="9573"/>
                    <a:pt x="12859" y="10671"/>
                  </a:cubicBezTo>
                  <a:cubicBezTo>
                    <a:pt x="12505" y="10749"/>
                    <a:pt x="12155" y="10780"/>
                    <a:pt x="11819" y="10780"/>
                  </a:cubicBezTo>
                  <a:cubicBezTo>
                    <a:pt x="10774" y="10780"/>
                    <a:pt x="9880" y="10475"/>
                    <a:pt x="9487" y="10319"/>
                  </a:cubicBezTo>
                  <a:cubicBezTo>
                    <a:pt x="9697" y="6289"/>
                    <a:pt x="8307" y="1579"/>
                    <a:pt x="5911" y="1080"/>
                  </a:cubicBezTo>
                  <a:cubicBezTo>
                    <a:pt x="5359" y="966"/>
                    <a:pt x="4797" y="909"/>
                    <a:pt x="4235" y="909"/>
                  </a:cubicBezTo>
                  <a:cubicBezTo>
                    <a:pt x="4079" y="909"/>
                    <a:pt x="3923" y="913"/>
                    <a:pt x="3767" y="922"/>
                  </a:cubicBezTo>
                  <a:cubicBezTo>
                    <a:pt x="4372" y="777"/>
                    <a:pt x="4965" y="711"/>
                    <a:pt x="5539" y="711"/>
                  </a:cubicBezTo>
                  <a:close/>
                  <a:moveTo>
                    <a:pt x="5523" y="0"/>
                  </a:moveTo>
                  <a:cubicBezTo>
                    <a:pt x="3845" y="0"/>
                    <a:pt x="2018" y="518"/>
                    <a:pt x="220" y="1830"/>
                  </a:cubicBezTo>
                  <a:cubicBezTo>
                    <a:pt x="53" y="1935"/>
                    <a:pt x="1" y="2154"/>
                    <a:pt x="106" y="2320"/>
                  </a:cubicBezTo>
                  <a:cubicBezTo>
                    <a:pt x="172" y="2428"/>
                    <a:pt x="287" y="2487"/>
                    <a:pt x="406" y="2487"/>
                  </a:cubicBezTo>
                  <a:cubicBezTo>
                    <a:pt x="471" y="2487"/>
                    <a:pt x="537" y="2469"/>
                    <a:pt x="597" y="2434"/>
                  </a:cubicBezTo>
                  <a:cubicBezTo>
                    <a:pt x="613" y="2424"/>
                    <a:pt x="2168" y="1621"/>
                    <a:pt x="4242" y="1621"/>
                  </a:cubicBezTo>
                  <a:cubicBezTo>
                    <a:pt x="4727" y="1621"/>
                    <a:pt x="5241" y="1665"/>
                    <a:pt x="5769" y="1773"/>
                  </a:cubicBezTo>
                  <a:cubicBezTo>
                    <a:pt x="7589" y="2154"/>
                    <a:pt x="9049" y="6403"/>
                    <a:pt x="8769" y="10521"/>
                  </a:cubicBezTo>
                  <a:cubicBezTo>
                    <a:pt x="8757" y="10663"/>
                    <a:pt x="8834" y="10797"/>
                    <a:pt x="8960" y="10862"/>
                  </a:cubicBezTo>
                  <a:cubicBezTo>
                    <a:pt x="9029" y="10894"/>
                    <a:pt x="10253" y="11494"/>
                    <a:pt x="11810" y="11494"/>
                  </a:cubicBezTo>
                  <a:cubicBezTo>
                    <a:pt x="12316" y="11494"/>
                    <a:pt x="12819" y="11429"/>
                    <a:pt x="13309" y="11291"/>
                  </a:cubicBezTo>
                  <a:cubicBezTo>
                    <a:pt x="13459" y="11247"/>
                    <a:pt x="13565" y="11113"/>
                    <a:pt x="13573" y="10955"/>
                  </a:cubicBezTo>
                  <a:cubicBezTo>
                    <a:pt x="13573" y="10732"/>
                    <a:pt x="13703" y="5547"/>
                    <a:pt x="11846" y="3010"/>
                  </a:cubicBezTo>
                  <a:cubicBezTo>
                    <a:pt x="10685" y="1426"/>
                    <a:pt x="8308" y="0"/>
                    <a:pt x="55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5359;p73"/>
            <p:cNvSpPr/>
            <p:nvPr/>
          </p:nvSpPr>
          <p:spPr>
            <a:xfrm>
              <a:off x="3666103" y="2489236"/>
              <a:ext cx="37749" cy="129460"/>
            </a:xfrm>
            <a:custGeom>
              <a:avLst/>
              <a:gdLst/>
              <a:ahLst/>
              <a:cxnLst/>
              <a:rect l="l" t="t" r="r" b="b"/>
              <a:pathLst>
                <a:path w="2177" h="7466" extrusionOk="0">
                  <a:moveTo>
                    <a:pt x="96" y="0"/>
                  </a:moveTo>
                  <a:cubicBezTo>
                    <a:pt x="84" y="0"/>
                    <a:pt x="73" y="2"/>
                    <a:pt x="61" y="5"/>
                  </a:cubicBezTo>
                  <a:cubicBezTo>
                    <a:pt x="12" y="26"/>
                    <a:pt x="0" y="99"/>
                    <a:pt x="32" y="163"/>
                  </a:cubicBezTo>
                  <a:cubicBezTo>
                    <a:pt x="304" y="723"/>
                    <a:pt x="555" y="1295"/>
                    <a:pt x="770" y="1878"/>
                  </a:cubicBezTo>
                  <a:cubicBezTo>
                    <a:pt x="997" y="2454"/>
                    <a:pt x="1188" y="3046"/>
                    <a:pt x="1346" y="3650"/>
                  </a:cubicBezTo>
                  <a:cubicBezTo>
                    <a:pt x="1508" y="4250"/>
                    <a:pt x="1638" y="4858"/>
                    <a:pt x="1735" y="5470"/>
                  </a:cubicBezTo>
                  <a:cubicBezTo>
                    <a:pt x="1832" y="6082"/>
                    <a:pt x="1901" y="6702"/>
                    <a:pt x="1942" y="7323"/>
                  </a:cubicBezTo>
                  <a:cubicBezTo>
                    <a:pt x="1942" y="7391"/>
                    <a:pt x="1986" y="7452"/>
                    <a:pt x="2055" y="7464"/>
                  </a:cubicBezTo>
                  <a:cubicBezTo>
                    <a:pt x="2059" y="7465"/>
                    <a:pt x="2062" y="7465"/>
                    <a:pt x="2065" y="7465"/>
                  </a:cubicBezTo>
                  <a:cubicBezTo>
                    <a:pt x="2122" y="7465"/>
                    <a:pt x="2169" y="7399"/>
                    <a:pt x="2169" y="7318"/>
                  </a:cubicBezTo>
                  <a:cubicBezTo>
                    <a:pt x="2177" y="6686"/>
                    <a:pt x="2140" y="6050"/>
                    <a:pt x="2059" y="5425"/>
                  </a:cubicBezTo>
                  <a:cubicBezTo>
                    <a:pt x="1970" y="4797"/>
                    <a:pt x="1849" y="4173"/>
                    <a:pt x="1691" y="3561"/>
                  </a:cubicBezTo>
                  <a:cubicBezTo>
                    <a:pt x="1516" y="2948"/>
                    <a:pt x="1309" y="2344"/>
                    <a:pt x="1066" y="1761"/>
                  </a:cubicBezTo>
                  <a:cubicBezTo>
                    <a:pt x="819" y="1177"/>
                    <a:pt x="527" y="609"/>
                    <a:pt x="199" y="66"/>
                  </a:cubicBezTo>
                  <a:cubicBezTo>
                    <a:pt x="179" y="24"/>
                    <a:pt x="140" y="0"/>
                    <a:pt x="9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5360;p73"/>
            <p:cNvSpPr/>
            <p:nvPr/>
          </p:nvSpPr>
          <p:spPr>
            <a:xfrm>
              <a:off x="3496345" y="2537840"/>
              <a:ext cx="16386" cy="69013"/>
            </a:xfrm>
            <a:custGeom>
              <a:avLst/>
              <a:gdLst/>
              <a:ahLst/>
              <a:cxnLst/>
              <a:rect l="l" t="t" r="r" b="b"/>
              <a:pathLst>
                <a:path w="945" h="3980" extrusionOk="0">
                  <a:moveTo>
                    <a:pt x="410" y="1"/>
                  </a:moveTo>
                  <a:cubicBezTo>
                    <a:pt x="381" y="1"/>
                    <a:pt x="355" y="13"/>
                    <a:pt x="345" y="36"/>
                  </a:cubicBezTo>
                  <a:cubicBezTo>
                    <a:pt x="203" y="348"/>
                    <a:pt x="105" y="677"/>
                    <a:pt x="57" y="1013"/>
                  </a:cubicBezTo>
                  <a:cubicBezTo>
                    <a:pt x="8" y="1353"/>
                    <a:pt x="0" y="1698"/>
                    <a:pt x="28" y="2043"/>
                  </a:cubicBezTo>
                  <a:cubicBezTo>
                    <a:pt x="65" y="2383"/>
                    <a:pt x="142" y="2720"/>
                    <a:pt x="255" y="3044"/>
                  </a:cubicBezTo>
                  <a:cubicBezTo>
                    <a:pt x="373" y="3368"/>
                    <a:pt x="531" y="3672"/>
                    <a:pt x="730" y="3952"/>
                  </a:cubicBezTo>
                  <a:cubicBezTo>
                    <a:pt x="751" y="3971"/>
                    <a:pt x="778" y="3980"/>
                    <a:pt x="805" y="3980"/>
                  </a:cubicBezTo>
                  <a:cubicBezTo>
                    <a:pt x="826" y="3980"/>
                    <a:pt x="846" y="3975"/>
                    <a:pt x="864" y="3964"/>
                  </a:cubicBezTo>
                  <a:cubicBezTo>
                    <a:pt x="912" y="3928"/>
                    <a:pt x="945" y="3871"/>
                    <a:pt x="924" y="3830"/>
                  </a:cubicBezTo>
                  <a:cubicBezTo>
                    <a:pt x="778" y="3547"/>
                    <a:pt x="661" y="3247"/>
                    <a:pt x="568" y="2939"/>
                  </a:cubicBezTo>
                  <a:cubicBezTo>
                    <a:pt x="474" y="2634"/>
                    <a:pt x="410" y="2322"/>
                    <a:pt x="381" y="2006"/>
                  </a:cubicBezTo>
                  <a:cubicBezTo>
                    <a:pt x="341" y="1690"/>
                    <a:pt x="337" y="1370"/>
                    <a:pt x="365" y="1054"/>
                  </a:cubicBezTo>
                  <a:cubicBezTo>
                    <a:pt x="389" y="733"/>
                    <a:pt x="442" y="413"/>
                    <a:pt x="523" y="101"/>
                  </a:cubicBezTo>
                  <a:cubicBezTo>
                    <a:pt x="535" y="72"/>
                    <a:pt x="515" y="32"/>
                    <a:pt x="462" y="12"/>
                  </a:cubicBezTo>
                  <a:cubicBezTo>
                    <a:pt x="445" y="4"/>
                    <a:pt x="427" y="1"/>
                    <a:pt x="41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5361;p73"/>
            <p:cNvSpPr/>
            <p:nvPr/>
          </p:nvSpPr>
          <p:spPr>
            <a:xfrm>
              <a:off x="2090261" y="2785958"/>
              <a:ext cx="852036" cy="1139411"/>
            </a:xfrm>
            <a:custGeom>
              <a:avLst/>
              <a:gdLst/>
              <a:ahLst/>
              <a:cxnLst/>
              <a:rect l="l" t="t" r="r" b="b"/>
              <a:pathLst>
                <a:path w="49137" h="65710" extrusionOk="0">
                  <a:moveTo>
                    <a:pt x="49137" y="0"/>
                  </a:moveTo>
                  <a:lnTo>
                    <a:pt x="49137" y="0"/>
                  </a:lnTo>
                  <a:cubicBezTo>
                    <a:pt x="45934" y="523"/>
                    <a:pt x="36996" y="6008"/>
                    <a:pt x="30262" y="11951"/>
                  </a:cubicBezTo>
                  <a:cubicBezTo>
                    <a:pt x="29958" y="12215"/>
                    <a:pt x="29662" y="12474"/>
                    <a:pt x="29374" y="12742"/>
                  </a:cubicBezTo>
                  <a:cubicBezTo>
                    <a:pt x="22560" y="18984"/>
                    <a:pt x="20160" y="20241"/>
                    <a:pt x="15936" y="23164"/>
                  </a:cubicBezTo>
                  <a:cubicBezTo>
                    <a:pt x="11708" y="26087"/>
                    <a:pt x="7391" y="30736"/>
                    <a:pt x="4893" y="36379"/>
                  </a:cubicBezTo>
                  <a:cubicBezTo>
                    <a:pt x="2396" y="42026"/>
                    <a:pt x="0" y="46635"/>
                    <a:pt x="1148" y="52205"/>
                  </a:cubicBezTo>
                  <a:cubicBezTo>
                    <a:pt x="1525" y="54030"/>
                    <a:pt x="2068" y="55477"/>
                    <a:pt x="2741" y="56673"/>
                  </a:cubicBezTo>
                  <a:cubicBezTo>
                    <a:pt x="4123" y="59125"/>
                    <a:pt x="6061" y="60483"/>
                    <a:pt x="8254" y="61712"/>
                  </a:cubicBezTo>
                  <a:cubicBezTo>
                    <a:pt x="11107" y="63306"/>
                    <a:pt x="15499" y="65710"/>
                    <a:pt x="21177" y="65710"/>
                  </a:cubicBezTo>
                  <a:cubicBezTo>
                    <a:pt x="21994" y="65710"/>
                    <a:pt x="22838" y="65660"/>
                    <a:pt x="23707" y="65551"/>
                  </a:cubicBezTo>
                  <a:cubicBezTo>
                    <a:pt x="30619" y="64687"/>
                    <a:pt x="30051" y="64245"/>
                    <a:pt x="30242" y="61152"/>
                  </a:cubicBezTo>
                  <a:cubicBezTo>
                    <a:pt x="30428" y="58063"/>
                    <a:pt x="30526" y="54411"/>
                    <a:pt x="30526" y="54411"/>
                  </a:cubicBezTo>
                  <a:cubicBezTo>
                    <a:pt x="30526" y="54411"/>
                    <a:pt x="35532" y="50166"/>
                    <a:pt x="38167" y="46915"/>
                  </a:cubicBezTo>
                  <a:cubicBezTo>
                    <a:pt x="40802" y="43660"/>
                    <a:pt x="42817" y="40778"/>
                    <a:pt x="42817" y="40778"/>
                  </a:cubicBezTo>
                  <a:cubicBezTo>
                    <a:pt x="42817" y="40778"/>
                    <a:pt x="41585" y="27858"/>
                    <a:pt x="44353" y="15527"/>
                  </a:cubicBezTo>
                  <a:cubicBezTo>
                    <a:pt x="47118" y="3199"/>
                    <a:pt x="49137" y="1"/>
                    <a:pt x="49137" y="0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5362;p73"/>
            <p:cNvSpPr/>
            <p:nvPr/>
          </p:nvSpPr>
          <p:spPr>
            <a:xfrm>
              <a:off x="2085475" y="2779767"/>
              <a:ext cx="863289" cy="1151636"/>
            </a:xfrm>
            <a:custGeom>
              <a:avLst/>
              <a:gdLst/>
              <a:ahLst/>
              <a:cxnLst/>
              <a:rect l="l" t="t" r="r" b="b"/>
              <a:pathLst>
                <a:path w="49786" h="66415" extrusionOk="0">
                  <a:moveTo>
                    <a:pt x="48732" y="884"/>
                  </a:moveTo>
                  <a:lnTo>
                    <a:pt x="48732" y="884"/>
                  </a:lnTo>
                  <a:cubicBezTo>
                    <a:pt x="48022" y="2384"/>
                    <a:pt x="46368" y="6507"/>
                    <a:pt x="44285" y="15811"/>
                  </a:cubicBezTo>
                  <a:cubicBezTo>
                    <a:pt x="41686" y="27388"/>
                    <a:pt x="42606" y="39635"/>
                    <a:pt x="42728" y="41037"/>
                  </a:cubicBezTo>
                  <a:cubicBezTo>
                    <a:pt x="42339" y="41585"/>
                    <a:pt x="40482" y="44187"/>
                    <a:pt x="38163" y="47045"/>
                  </a:cubicBezTo>
                  <a:cubicBezTo>
                    <a:pt x="35577" y="50231"/>
                    <a:pt x="30623" y="54452"/>
                    <a:pt x="30571" y="54492"/>
                  </a:cubicBezTo>
                  <a:cubicBezTo>
                    <a:pt x="30494" y="54561"/>
                    <a:pt x="30449" y="54654"/>
                    <a:pt x="30445" y="54756"/>
                  </a:cubicBezTo>
                  <a:cubicBezTo>
                    <a:pt x="30445" y="54792"/>
                    <a:pt x="30348" y="58440"/>
                    <a:pt x="30161" y="61489"/>
                  </a:cubicBezTo>
                  <a:cubicBezTo>
                    <a:pt x="30145" y="61740"/>
                    <a:pt x="30137" y="61971"/>
                    <a:pt x="30125" y="62190"/>
                  </a:cubicBezTo>
                  <a:cubicBezTo>
                    <a:pt x="30019" y="64501"/>
                    <a:pt x="30003" y="64801"/>
                    <a:pt x="23939" y="65555"/>
                  </a:cubicBezTo>
                  <a:cubicBezTo>
                    <a:pt x="23076" y="65663"/>
                    <a:pt x="22240" y="65712"/>
                    <a:pt x="21432" y="65712"/>
                  </a:cubicBezTo>
                  <a:cubicBezTo>
                    <a:pt x="15760" y="65712"/>
                    <a:pt x="11429" y="63286"/>
                    <a:pt x="8700" y="61761"/>
                  </a:cubicBezTo>
                  <a:cubicBezTo>
                    <a:pt x="6410" y="60475"/>
                    <a:pt x="4618" y="59154"/>
                    <a:pt x="3325" y="56855"/>
                  </a:cubicBezTo>
                  <a:cubicBezTo>
                    <a:pt x="2636" y="55631"/>
                    <a:pt x="2125" y="54204"/>
                    <a:pt x="1768" y="52489"/>
                  </a:cubicBezTo>
                  <a:cubicBezTo>
                    <a:pt x="739" y="47499"/>
                    <a:pt x="2652" y="43235"/>
                    <a:pt x="4865" y="38289"/>
                  </a:cubicBezTo>
                  <a:lnTo>
                    <a:pt x="5494" y="36878"/>
                  </a:lnTo>
                  <a:cubicBezTo>
                    <a:pt x="7719" y="31835"/>
                    <a:pt x="11696" y="27072"/>
                    <a:pt x="16415" y="23817"/>
                  </a:cubicBezTo>
                  <a:cubicBezTo>
                    <a:pt x="17173" y="23290"/>
                    <a:pt x="17874" y="22812"/>
                    <a:pt x="18551" y="22357"/>
                  </a:cubicBezTo>
                  <a:cubicBezTo>
                    <a:pt x="21628" y="20282"/>
                    <a:pt x="24283" y="18494"/>
                    <a:pt x="29894" y="13358"/>
                  </a:cubicBezTo>
                  <a:cubicBezTo>
                    <a:pt x="30177" y="13095"/>
                    <a:pt x="30469" y="12835"/>
                    <a:pt x="30769" y="12572"/>
                  </a:cubicBezTo>
                  <a:cubicBezTo>
                    <a:pt x="37170" y="6925"/>
                    <a:pt x="45221" y="1967"/>
                    <a:pt x="48732" y="884"/>
                  </a:cubicBezTo>
                  <a:close/>
                  <a:moveTo>
                    <a:pt x="49409" y="1"/>
                  </a:moveTo>
                  <a:cubicBezTo>
                    <a:pt x="49391" y="1"/>
                    <a:pt x="49374" y="2"/>
                    <a:pt x="49356" y="5"/>
                  </a:cubicBezTo>
                  <a:cubicBezTo>
                    <a:pt x="45870" y="576"/>
                    <a:pt x="36789" y="6313"/>
                    <a:pt x="30303" y="12041"/>
                  </a:cubicBezTo>
                  <a:cubicBezTo>
                    <a:pt x="29999" y="12304"/>
                    <a:pt x="29699" y="12568"/>
                    <a:pt x="29411" y="12835"/>
                  </a:cubicBezTo>
                  <a:cubicBezTo>
                    <a:pt x="23841" y="17931"/>
                    <a:pt x="21206" y="19710"/>
                    <a:pt x="18158" y="21770"/>
                  </a:cubicBezTo>
                  <a:cubicBezTo>
                    <a:pt x="17473" y="22224"/>
                    <a:pt x="16775" y="22702"/>
                    <a:pt x="16009" y="23229"/>
                  </a:cubicBezTo>
                  <a:cubicBezTo>
                    <a:pt x="11189" y="26561"/>
                    <a:pt x="7119" y="31430"/>
                    <a:pt x="4845" y="36590"/>
                  </a:cubicBezTo>
                  <a:lnTo>
                    <a:pt x="4217" y="37993"/>
                  </a:lnTo>
                  <a:cubicBezTo>
                    <a:pt x="1951" y="43056"/>
                    <a:pt x="1" y="47418"/>
                    <a:pt x="1075" y="52631"/>
                  </a:cubicBezTo>
                  <a:cubicBezTo>
                    <a:pt x="1444" y="54423"/>
                    <a:pt x="1975" y="55915"/>
                    <a:pt x="2705" y="57204"/>
                  </a:cubicBezTo>
                  <a:cubicBezTo>
                    <a:pt x="4079" y="59644"/>
                    <a:pt x="5960" y="61039"/>
                    <a:pt x="8356" y="62377"/>
                  </a:cubicBezTo>
                  <a:cubicBezTo>
                    <a:pt x="10970" y="63840"/>
                    <a:pt x="15572" y="66414"/>
                    <a:pt x="21490" y="66414"/>
                  </a:cubicBezTo>
                  <a:cubicBezTo>
                    <a:pt x="21521" y="66414"/>
                    <a:pt x="21551" y="66415"/>
                    <a:pt x="21581" y="66415"/>
                  </a:cubicBezTo>
                  <a:cubicBezTo>
                    <a:pt x="22402" y="66415"/>
                    <a:pt x="23219" y="66362"/>
                    <a:pt x="24028" y="66260"/>
                  </a:cubicBezTo>
                  <a:cubicBezTo>
                    <a:pt x="30319" y="65474"/>
                    <a:pt x="30704" y="65068"/>
                    <a:pt x="30834" y="62219"/>
                  </a:cubicBezTo>
                  <a:cubicBezTo>
                    <a:pt x="30846" y="62008"/>
                    <a:pt x="30854" y="61781"/>
                    <a:pt x="30871" y="61538"/>
                  </a:cubicBezTo>
                  <a:cubicBezTo>
                    <a:pt x="31037" y="58830"/>
                    <a:pt x="31134" y="55668"/>
                    <a:pt x="31154" y="54934"/>
                  </a:cubicBezTo>
                  <a:cubicBezTo>
                    <a:pt x="31937" y="54261"/>
                    <a:pt x="36319" y="50450"/>
                    <a:pt x="38715" y="47495"/>
                  </a:cubicBezTo>
                  <a:cubicBezTo>
                    <a:pt x="41330" y="44272"/>
                    <a:pt x="43360" y="41370"/>
                    <a:pt x="43381" y="41341"/>
                  </a:cubicBezTo>
                  <a:cubicBezTo>
                    <a:pt x="43429" y="41273"/>
                    <a:pt x="43454" y="41187"/>
                    <a:pt x="43450" y="41106"/>
                  </a:cubicBezTo>
                  <a:cubicBezTo>
                    <a:pt x="43433" y="40973"/>
                    <a:pt x="42254" y="28094"/>
                    <a:pt x="44978" y="15965"/>
                  </a:cubicBezTo>
                  <a:cubicBezTo>
                    <a:pt x="47686" y="3884"/>
                    <a:pt x="49693" y="576"/>
                    <a:pt x="49713" y="548"/>
                  </a:cubicBezTo>
                  <a:cubicBezTo>
                    <a:pt x="49786" y="430"/>
                    <a:pt x="49786" y="276"/>
                    <a:pt x="49705" y="163"/>
                  </a:cubicBezTo>
                  <a:cubicBezTo>
                    <a:pt x="49641" y="60"/>
                    <a:pt x="49528" y="1"/>
                    <a:pt x="4940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5363;p73"/>
            <p:cNvSpPr/>
            <p:nvPr/>
          </p:nvSpPr>
          <p:spPr>
            <a:xfrm>
              <a:off x="2137773" y="2785958"/>
              <a:ext cx="804524" cy="1139411"/>
            </a:xfrm>
            <a:custGeom>
              <a:avLst/>
              <a:gdLst/>
              <a:ahLst/>
              <a:cxnLst/>
              <a:rect l="l" t="t" r="r" b="b"/>
              <a:pathLst>
                <a:path w="46397" h="65710" extrusionOk="0">
                  <a:moveTo>
                    <a:pt x="46397" y="0"/>
                  </a:moveTo>
                  <a:cubicBezTo>
                    <a:pt x="43194" y="523"/>
                    <a:pt x="34256" y="6004"/>
                    <a:pt x="27522" y="11951"/>
                  </a:cubicBezTo>
                  <a:cubicBezTo>
                    <a:pt x="29261" y="12020"/>
                    <a:pt x="31000" y="12729"/>
                    <a:pt x="31953" y="14164"/>
                  </a:cubicBezTo>
                  <a:cubicBezTo>
                    <a:pt x="32594" y="15125"/>
                    <a:pt x="32821" y="16309"/>
                    <a:pt x="32918" y="17456"/>
                  </a:cubicBezTo>
                  <a:cubicBezTo>
                    <a:pt x="33039" y="18944"/>
                    <a:pt x="32958" y="20505"/>
                    <a:pt x="32237" y="21806"/>
                  </a:cubicBezTo>
                  <a:cubicBezTo>
                    <a:pt x="30453" y="25041"/>
                    <a:pt x="26002" y="25167"/>
                    <a:pt x="22362" y="25799"/>
                  </a:cubicBezTo>
                  <a:cubicBezTo>
                    <a:pt x="19102" y="26366"/>
                    <a:pt x="16013" y="27656"/>
                    <a:pt x="13318" y="29569"/>
                  </a:cubicBezTo>
                  <a:cubicBezTo>
                    <a:pt x="13641" y="29579"/>
                    <a:pt x="13964" y="29584"/>
                    <a:pt x="14287" y="29584"/>
                  </a:cubicBezTo>
                  <a:cubicBezTo>
                    <a:pt x="17340" y="29584"/>
                    <a:pt x="20381" y="29135"/>
                    <a:pt x="23306" y="28247"/>
                  </a:cubicBezTo>
                  <a:lnTo>
                    <a:pt x="23306" y="28247"/>
                  </a:lnTo>
                  <a:cubicBezTo>
                    <a:pt x="20675" y="31693"/>
                    <a:pt x="19171" y="35865"/>
                    <a:pt x="18993" y="40194"/>
                  </a:cubicBezTo>
                  <a:cubicBezTo>
                    <a:pt x="18851" y="43940"/>
                    <a:pt x="19690" y="47852"/>
                    <a:pt x="18352" y="51350"/>
                  </a:cubicBezTo>
                  <a:cubicBezTo>
                    <a:pt x="16686" y="55706"/>
                    <a:pt x="11882" y="58141"/>
                    <a:pt x="7163" y="58141"/>
                  </a:cubicBezTo>
                  <a:cubicBezTo>
                    <a:pt x="6314" y="58141"/>
                    <a:pt x="5467" y="58062"/>
                    <a:pt x="4642" y="57901"/>
                  </a:cubicBezTo>
                  <a:cubicBezTo>
                    <a:pt x="3082" y="57601"/>
                    <a:pt x="1545" y="57054"/>
                    <a:pt x="1" y="56673"/>
                  </a:cubicBezTo>
                  <a:lnTo>
                    <a:pt x="1" y="56673"/>
                  </a:lnTo>
                  <a:cubicBezTo>
                    <a:pt x="1383" y="59125"/>
                    <a:pt x="3321" y="60483"/>
                    <a:pt x="5514" y="61712"/>
                  </a:cubicBezTo>
                  <a:cubicBezTo>
                    <a:pt x="8367" y="63306"/>
                    <a:pt x="12759" y="65710"/>
                    <a:pt x="18437" y="65710"/>
                  </a:cubicBezTo>
                  <a:cubicBezTo>
                    <a:pt x="19254" y="65710"/>
                    <a:pt x="20098" y="65660"/>
                    <a:pt x="20967" y="65551"/>
                  </a:cubicBezTo>
                  <a:cubicBezTo>
                    <a:pt x="27879" y="64687"/>
                    <a:pt x="27311" y="64245"/>
                    <a:pt x="27502" y="61152"/>
                  </a:cubicBezTo>
                  <a:cubicBezTo>
                    <a:pt x="27688" y="58063"/>
                    <a:pt x="27786" y="54411"/>
                    <a:pt x="27786" y="54411"/>
                  </a:cubicBezTo>
                  <a:cubicBezTo>
                    <a:pt x="27786" y="54411"/>
                    <a:pt x="32792" y="50166"/>
                    <a:pt x="35427" y="46915"/>
                  </a:cubicBezTo>
                  <a:cubicBezTo>
                    <a:pt x="38062" y="43660"/>
                    <a:pt x="40077" y="40778"/>
                    <a:pt x="40077" y="40778"/>
                  </a:cubicBezTo>
                  <a:cubicBezTo>
                    <a:pt x="40077" y="40778"/>
                    <a:pt x="38845" y="27858"/>
                    <a:pt x="41613" y="15527"/>
                  </a:cubicBezTo>
                  <a:cubicBezTo>
                    <a:pt x="44378" y="3199"/>
                    <a:pt x="46397" y="1"/>
                    <a:pt x="46397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5364;p73"/>
            <p:cNvSpPr/>
            <p:nvPr/>
          </p:nvSpPr>
          <p:spPr>
            <a:xfrm>
              <a:off x="2499433" y="3272449"/>
              <a:ext cx="126963" cy="636257"/>
            </a:xfrm>
            <a:custGeom>
              <a:avLst/>
              <a:gdLst/>
              <a:ahLst/>
              <a:cxnLst/>
              <a:rect l="l" t="t" r="r" b="b"/>
              <a:pathLst>
                <a:path w="7322" h="36693" extrusionOk="0">
                  <a:moveTo>
                    <a:pt x="4267" y="1"/>
                  </a:moveTo>
                  <a:cubicBezTo>
                    <a:pt x="3111" y="1"/>
                    <a:pt x="1893" y="2218"/>
                    <a:pt x="1059" y="5672"/>
                  </a:cubicBezTo>
                  <a:cubicBezTo>
                    <a:pt x="455" y="8165"/>
                    <a:pt x="49" y="11303"/>
                    <a:pt x="17" y="14712"/>
                  </a:cubicBezTo>
                  <a:cubicBezTo>
                    <a:pt x="1" y="16139"/>
                    <a:pt x="9" y="17432"/>
                    <a:pt x="37" y="18620"/>
                  </a:cubicBezTo>
                  <a:cubicBezTo>
                    <a:pt x="183" y="24847"/>
                    <a:pt x="901" y="28134"/>
                    <a:pt x="2032" y="31929"/>
                  </a:cubicBezTo>
                  <a:cubicBezTo>
                    <a:pt x="3018" y="35243"/>
                    <a:pt x="3854" y="36693"/>
                    <a:pt x="4801" y="36693"/>
                  </a:cubicBezTo>
                  <a:cubicBezTo>
                    <a:pt x="5142" y="36693"/>
                    <a:pt x="5497" y="36505"/>
                    <a:pt x="5879" y="36149"/>
                  </a:cubicBezTo>
                  <a:cubicBezTo>
                    <a:pt x="7322" y="34799"/>
                    <a:pt x="6880" y="27705"/>
                    <a:pt x="6929" y="26355"/>
                  </a:cubicBezTo>
                  <a:cubicBezTo>
                    <a:pt x="6973" y="25001"/>
                    <a:pt x="6929" y="24725"/>
                    <a:pt x="6065" y="18859"/>
                  </a:cubicBezTo>
                  <a:cubicBezTo>
                    <a:pt x="5988" y="18357"/>
                    <a:pt x="5936" y="17809"/>
                    <a:pt x="5887" y="17230"/>
                  </a:cubicBezTo>
                  <a:cubicBezTo>
                    <a:pt x="5559" y="13054"/>
                    <a:pt x="5895" y="7184"/>
                    <a:pt x="5664" y="3507"/>
                  </a:cubicBezTo>
                  <a:cubicBezTo>
                    <a:pt x="5554" y="1760"/>
                    <a:pt x="5315" y="516"/>
                    <a:pt x="4821" y="179"/>
                  </a:cubicBezTo>
                  <a:cubicBezTo>
                    <a:pt x="4639" y="59"/>
                    <a:pt x="4454" y="1"/>
                    <a:pt x="4267" y="1"/>
                  </a:cubicBezTo>
                  <a:close/>
                </a:path>
              </a:pathLst>
            </a:custGeom>
            <a:solidFill>
              <a:srgbClr val="547F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5365;p73"/>
            <p:cNvSpPr/>
            <p:nvPr/>
          </p:nvSpPr>
          <p:spPr>
            <a:xfrm>
              <a:off x="2493260" y="3266328"/>
              <a:ext cx="133917" cy="648551"/>
            </a:xfrm>
            <a:custGeom>
              <a:avLst/>
              <a:gdLst/>
              <a:ahLst/>
              <a:cxnLst/>
              <a:rect l="l" t="t" r="r" b="b"/>
              <a:pathLst>
                <a:path w="7723" h="37402" extrusionOk="0">
                  <a:moveTo>
                    <a:pt x="4617" y="711"/>
                  </a:moveTo>
                  <a:cubicBezTo>
                    <a:pt x="4747" y="715"/>
                    <a:pt x="4873" y="755"/>
                    <a:pt x="4978" y="832"/>
                  </a:cubicBezTo>
                  <a:cubicBezTo>
                    <a:pt x="5169" y="958"/>
                    <a:pt x="5513" y="1525"/>
                    <a:pt x="5667" y="3889"/>
                  </a:cubicBezTo>
                  <a:cubicBezTo>
                    <a:pt x="5773" y="5555"/>
                    <a:pt x="5756" y="7679"/>
                    <a:pt x="5744" y="9929"/>
                  </a:cubicBezTo>
                  <a:cubicBezTo>
                    <a:pt x="5728" y="12588"/>
                    <a:pt x="5712" y="15333"/>
                    <a:pt x="5890" y="17615"/>
                  </a:cubicBezTo>
                  <a:cubicBezTo>
                    <a:pt x="5939" y="18251"/>
                    <a:pt x="6000" y="18791"/>
                    <a:pt x="6073" y="19261"/>
                  </a:cubicBezTo>
                  <a:lnTo>
                    <a:pt x="6089" y="19391"/>
                  </a:lnTo>
                  <a:cubicBezTo>
                    <a:pt x="6940" y="25159"/>
                    <a:pt x="6969" y="25382"/>
                    <a:pt x="6928" y="26696"/>
                  </a:cubicBezTo>
                  <a:cubicBezTo>
                    <a:pt x="6924" y="26935"/>
                    <a:pt x="6928" y="27344"/>
                    <a:pt x="6940" y="27859"/>
                  </a:cubicBezTo>
                  <a:cubicBezTo>
                    <a:pt x="6981" y="30064"/>
                    <a:pt x="7070" y="35233"/>
                    <a:pt x="5992" y="36242"/>
                  </a:cubicBezTo>
                  <a:cubicBezTo>
                    <a:pt x="5585" y="36617"/>
                    <a:pt x="5315" y="36690"/>
                    <a:pt x="5154" y="36690"/>
                  </a:cubicBezTo>
                  <a:cubicBezTo>
                    <a:pt x="5085" y="36690"/>
                    <a:pt x="5037" y="36676"/>
                    <a:pt x="5006" y="36668"/>
                  </a:cubicBezTo>
                  <a:cubicBezTo>
                    <a:pt x="3985" y="36392"/>
                    <a:pt x="3040" y="33222"/>
                    <a:pt x="2728" y="32180"/>
                  </a:cubicBezTo>
                  <a:cubicBezTo>
                    <a:pt x="1553" y="28228"/>
                    <a:pt x="888" y="24952"/>
                    <a:pt x="746" y="18969"/>
                  </a:cubicBezTo>
                  <a:cubicBezTo>
                    <a:pt x="722" y="17777"/>
                    <a:pt x="709" y="16504"/>
                    <a:pt x="726" y="15073"/>
                  </a:cubicBezTo>
                  <a:cubicBezTo>
                    <a:pt x="762" y="11863"/>
                    <a:pt x="1115" y="8766"/>
                    <a:pt x="1759" y="6110"/>
                  </a:cubicBezTo>
                  <a:cubicBezTo>
                    <a:pt x="2611" y="2592"/>
                    <a:pt x="3669" y="1039"/>
                    <a:pt x="4386" y="755"/>
                  </a:cubicBezTo>
                  <a:cubicBezTo>
                    <a:pt x="4459" y="727"/>
                    <a:pt x="4536" y="711"/>
                    <a:pt x="4617" y="711"/>
                  </a:cubicBezTo>
                  <a:close/>
                  <a:moveTo>
                    <a:pt x="4619" y="0"/>
                  </a:moveTo>
                  <a:cubicBezTo>
                    <a:pt x="4455" y="0"/>
                    <a:pt x="4290" y="33"/>
                    <a:pt x="4127" y="98"/>
                  </a:cubicBezTo>
                  <a:cubicBezTo>
                    <a:pt x="2971" y="548"/>
                    <a:pt x="1857" y="2681"/>
                    <a:pt x="1070" y="5944"/>
                  </a:cubicBezTo>
                  <a:cubicBezTo>
                    <a:pt x="418" y="8652"/>
                    <a:pt x="53" y="11802"/>
                    <a:pt x="16" y="15061"/>
                  </a:cubicBezTo>
                  <a:cubicBezTo>
                    <a:pt x="0" y="16504"/>
                    <a:pt x="8" y="17789"/>
                    <a:pt x="36" y="18985"/>
                  </a:cubicBezTo>
                  <a:cubicBezTo>
                    <a:pt x="178" y="25050"/>
                    <a:pt x="851" y="28374"/>
                    <a:pt x="2047" y="32383"/>
                  </a:cubicBezTo>
                  <a:cubicBezTo>
                    <a:pt x="3020" y="35646"/>
                    <a:pt x="3823" y="37085"/>
                    <a:pt x="4820" y="37357"/>
                  </a:cubicBezTo>
                  <a:cubicBezTo>
                    <a:pt x="4929" y="37385"/>
                    <a:pt x="5043" y="37402"/>
                    <a:pt x="5161" y="37402"/>
                  </a:cubicBezTo>
                  <a:cubicBezTo>
                    <a:pt x="5582" y="37402"/>
                    <a:pt x="6016" y="37191"/>
                    <a:pt x="6478" y="36761"/>
                  </a:cubicBezTo>
                  <a:cubicBezTo>
                    <a:pt x="7629" y="35683"/>
                    <a:pt x="7723" y="31840"/>
                    <a:pt x="7650" y="27847"/>
                  </a:cubicBezTo>
                  <a:cubicBezTo>
                    <a:pt x="7641" y="27340"/>
                    <a:pt x="7633" y="26939"/>
                    <a:pt x="7637" y="26716"/>
                  </a:cubicBezTo>
                  <a:cubicBezTo>
                    <a:pt x="7682" y="25342"/>
                    <a:pt x="7633" y="25005"/>
                    <a:pt x="6790" y="19281"/>
                  </a:cubicBezTo>
                  <a:lnTo>
                    <a:pt x="6770" y="19155"/>
                  </a:lnTo>
                  <a:cubicBezTo>
                    <a:pt x="6705" y="18705"/>
                    <a:pt x="6648" y="18178"/>
                    <a:pt x="6600" y="17558"/>
                  </a:cubicBezTo>
                  <a:cubicBezTo>
                    <a:pt x="6421" y="15308"/>
                    <a:pt x="6437" y="12576"/>
                    <a:pt x="6458" y="9933"/>
                  </a:cubicBezTo>
                  <a:cubicBezTo>
                    <a:pt x="6466" y="7675"/>
                    <a:pt x="6482" y="5539"/>
                    <a:pt x="6377" y="3844"/>
                  </a:cubicBezTo>
                  <a:cubicBezTo>
                    <a:pt x="6239" y="1696"/>
                    <a:pt x="5939" y="613"/>
                    <a:pt x="5371" y="240"/>
                  </a:cubicBezTo>
                  <a:cubicBezTo>
                    <a:pt x="5133" y="81"/>
                    <a:pt x="4878" y="0"/>
                    <a:pt x="461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5366;p73"/>
            <p:cNvSpPr/>
            <p:nvPr/>
          </p:nvSpPr>
          <p:spPr>
            <a:xfrm>
              <a:off x="2381487" y="3274720"/>
              <a:ext cx="201543" cy="47442"/>
            </a:xfrm>
            <a:custGeom>
              <a:avLst/>
              <a:gdLst/>
              <a:ahLst/>
              <a:cxnLst/>
              <a:rect l="l" t="t" r="r" b="b"/>
              <a:pathLst>
                <a:path w="11623" h="2736" extrusionOk="0">
                  <a:moveTo>
                    <a:pt x="10629" y="0"/>
                  </a:moveTo>
                  <a:cubicBezTo>
                    <a:pt x="8825" y="0"/>
                    <a:pt x="7558" y="532"/>
                    <a:pt x="5094" y="1542"/>
                  </a:cubicBezTo>
                  <a:lnTo>
                    <a:pt x="5094" y="1542"/>
                  </a:lnTo>
                  <a:lnTo>
                    <a:pt x="11623" y="48"/>
                  </a:lnTo>
                  <a:cubicBezTo>
                    <a:pt x="11270" y="16"/>
                    <a:pt x="10941" y="0"/>
                    <a:pt x="10629" y="0"/>
                  </a:cubicBezTo>
                  <a:close/>
                  <a:moveTo>
                    <a:pt x="5094" y="1542"/>
                  </a:moveTo>
                  <a:lnTo>
                    <a:pt x="0" y="2708"/>
                  </a:lnTo>
                  <a:cubicBezTo>
                    <a:pt x="0" y="2708"/>
                    <a:pt x="148" y="2736"/>
                    <a:pt x="446" y="2736"/>
                  </a:cubicBezTo>
                  <a:cubicBezTo>
                    <a:pt x="1109" y="2736"/>
                    <a:pt x="2517" y="2597"/>
                    <a:pt x="4703" y="1702"/>
                  </a:cubicBezTo>
                  <a:cubicBezTo>
                    <a:pt x="4837" y="1648"/>
                    <a:pt x="4967" y="1594"/>
                    <a:pt x="5094" y="1542"/>
                  </a:cubicBezTo>
                  <a:close/>
                </a:path>
              </a:pathLst>
            </a:custGeom>
            <a:solidFill>
              <a:srgbClr val="88CA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" name="Google Shape;5367;p73"/>
            <p:cNvSpPr/>
            <p:nvPr/>
          </p:nvSpPr>
          <p:spPr>
            <a:xfrm>
              <a:off x="2374811" y="3268565"/>
              <a:ext cx="214617" cy="59736"/>
            </a:xfrm>
            <a:custGeom>
              <a:avLst/>
              <a:gdLst/>
              <a:ahLst/>
              <a:cxnLst/>
              <a:rect l="l" t="t" r="r" b="b"/>
              <a:pathLst>
                <a:path w="12377" h="3445" extrusionOk="0">
                  <a:moveTo>
                    <a:pt x="11008" y="1"/>
                  </a:moveTo>
                  <a:cubicBezTo>
                    <a:pt x="9174" y="1"/>
                    <a:pt x="7878" y="532"/>
                    <a:pt x="5469" y="1514"/>
                  </a:cubicBezTo>
                  <a:lnTo>
                    <a:pt x="4958" y="1725"/>
                  </a:lnTo>
                  <a:cubicBezTo>
                    <a:pt x="2788" y="2609"/>
                    <a:pt x="1407" y="2732"/>
                    <a:pt x="804" y="2732"/>
                  </a:cubicBezTo>
                  <a:cubicBezTo>
                    <a:pt x="573" y="2732"/>
                    <a:pt x="457" y="2714"/>
                    <a:pt x="454" y="2714"/>
                  </a:cubicBezTo>
                  <a:cubicBezTo>
                    <a:pt x="432" y="2710"/>
                    <a:pt x="410" y="2708"/>
                    <a:pt x="388" y="2708"/>
                  </a:cubicBezTo>
                  <a:cubicBezTo>
                    <a:pt x="219" y="2708"/>
                    <a:pt x="69" y="2829"/>
                    <a:pt x="37" y="2998"/>
                  </a:cubicBezTo>
                  <a:cubicBezTo>
                    <a:pt x="0" y="3192"/>
                    <a:pt x="126" y="3379"/>
                    <a:pt x="321" y="3415"/>
                  </a:cubicBezTo>
                  <a:cubicBezTo>
                    <a:pt x="456" y="3436"/>
                    <a:pt x="595" y="3445"/>
                    <a:pt x="732" y="3445"/>
                  </a:cubicBezTo>
                  <a:cubicBezTo>
                    <a:pt x="758" y="3445"/>
                    <a:pt x="785" y="3444"/>
                    <a:pt x="811" y="3444"/>
                  </a:cubicBezTo>
                  <a:cubicBezTo>
                    <a:pt x="1512" y="3444"/>
                    <a:pt x="2976" y="3298"/>
                    <a:pt x="5226" y="2382"/>
                  </a:cubicBezTo>
                  <a:lnTo>
                    <a:pt x="5736" y="2175"/>
                  </a:lnTo>
                  <a:cubicBezTo>
                    <a:pt x="8116" y="1202"/>
                    <a:pt x="9311" y="713"/>
                    <a:pt x="11004" y="713"/>
                  </a:cubicBezTo>
                  <a:cubicBezTo>
                    <a:pt x="11307" y="713"/>
                    <a:pt x="11626" y="729"/>
                    <a:pt x="11971" y="760"/>
                  </a:cubicBezTo>
                  <a:cubicBezTo>
                    <a:pt x="11979" y="760"/>
                    <a:pt x="11987" y="761"/>
                    <a:pt x="11995" y="761"/>
                  </a:cubicBezTo>
                  <a:cubicBezTo>
                    <a:pt x="12180" y="761"/>
                    <a:pt x="12341" y="622"/>
                    <a:pt x="12360" y="436"/>
                  </a:cubicBezTo>
                  <a:cubicBezTo>
                    <a:pt x="12377" y="241"/>
                    <a:pt x="12231" y="67"/>
                    <a:pt x="12036" y="51"/>
                  </a:cubicBezTo>
                  <a:cubicBezTo>
                    <a:pt x="11671" y="17"/>
                    <a:pt x="11331" y="1"/>
                    <a:pt x="1100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" name="Google Shape;5368;p73"/>
            <p:cNvSpPr/>
            <p:nvPr/>
          </p:nvSpPr>
          <p:spPr>
            <a:xfrm>
              <a:off x="2551523" y="2936954"/>
              <a:ext cx="209641" cy="155418"/>
            </a:xfrm>
            <a:custGeom>
              <a:avLst/>
              <a:gdLst/>
              <a:ahLst/>
              <a:cxnLst/>
              <a:rect l="l" t="t" r="r" b="b"/>
              <a:pathLst>
                <a:path w="12090" h="8963" extrusionOk="0">
                  <a:moveTo>
                    <a:pt x="11986" y="0"/>
                  </a:moveTo>
                  <a:cubicBezTo>
                    <a:pt x="11931" y="0"/>
                    <a:pt x="11854" y="22"/>
                    <a:pt x="11773" y="65"/>
                  </a:cubicBezTo>
                  <a:cubicBezTo>
                    <a:pt x="10687" y="604"/>
                    <a:pt x="9624" y="1192"/>
                    <a:pt x="8591" y="1832"/>
                  </a:cubicBezTo>
                  <a:cubicBezTo>
                    <a:pt x="7557" y="2477"/>
                    <a:pt x="6548" y="3158"/>
                    <a:pt x="5575" y="3880"/>
                  </a:cubicBezTo>
                  <a:cubicBezTo>
                    <a:pt x="4602" y="4605"/>
                    <a:pt x="3661" y="5375"/>
                    <a:pt x="2749" y="6178"/>
                  </a:cubicBezTo>
                  <a:cubicBezTo>
                    <a:pt x="1837" y="6989"/>
                    <a:pt x="969" y="7836"/>
                    <a:pt x="138" y="8720"/>
                  </a:cubicBezTo>
                  <a:cubicBezTo>
                    <a:pt x="53" y="8805"/>
                    <a:pt x="1" y="8906"/>
                    <a:pt x="37" y="8947"/>
                  </a:cubicBezTo>
                  <a:cubicBezTo>
                    <a:pt x="47" y="8957"/>
                    <a:pt x="61" y="8962"/>
                    <a:pt x="79" y="8962"/>
                  </a:cubicBezTo>
                  <a:cubicBezTo>
                    <a:pt x="128" y="8962"/>
                    <a:pt x="204" y="8922"/>
                    <a:pt x="276" y="8854"/>
                  </a:cubicBezTo>
                  <a:cubicBezTo>
                    <a:pt x="1140" y="8010"/>
                    <a:pt x="2044" y="7200"/>
                    <a:pt x="2956" y="6413"/>
                  </a:cubicBezTo>
                  <a:cubicBezTo>
                    <a:pt x="3868" y="5631"/>
                    <a:pt x="4808" y="4873"/>
                    <a:pt x="5781" y="4163"/>
                  </a:cubicBezTo>
                  <a:cubicBezTo>
                    <a:pt x="6758" y="3446"/>
                    <a:pt x="7756" y="2761"/>
                    <a:pt x="8769" y="2112"/>
                  </a:cubicBezTo>
                  <a:cubicBezTo>
                    <a:pt x="9783" y="1463"/>
                    <a:pt x="10816" y="847"/>
                    <a:pt x="11878" y="264"/>
                  </a:cubicBezTo>
                  <a:cubicBezTo>
                    <a:pt x="12004" y="191"/>
                    <a:pt x="12089" y="101"/>
                    <a:pt x="12069" y="41"/>
                  </a:cubicBezTo>
                  <a:cubicBezTo>
                    <a:pt x="12060" y="14"/>
                    <a:pt x="12030" y="0"/>
                    <a:pt x="1198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" name="Google Shape;5369;p73"/>
            <p:cNvSpPr/>
            <p:nvPr/>
          </p:nvSpPr>
          <p:spPr>
            <a:xfrm>
              <a:off x="2630749" y="3184292"/>
              <a:ext cx="65458" cy="66291"/>
            </a:xfrm>
            <a:custGeom>
              <a:avLst/>
              <a:gdLst/>
              <a:ahLst/>
              <a:cxnLst/>
              <a:rect l="l" t="t" r="r" b="b"/>
              <a:pathLst>
                <a:path w="3775" h="3823" extrusionOk="0">
                  <a:moveTo>
                    <a:pt x="3655" y="0"/>
                  </a:moveTo>
                  <a:cubicBezTo>
                    <a:pt x="3641" y="0"/>
                    <a:pt x="3626" y="3"/>
                    <a:pt x="3612" y="10"/>
                  </a:cubicBezTo>
                  <a:cubicBezTo>
                    <a:pt x="3215" y="200"/>
                    <a:pt x="2842" y="427"/>
                    <a:pt x="2489" y="687"/>
                  </a:cubicBezTo>
                  <a:cubicBezTo>
                    <a:pt x="2141" y="950"/>
                    <a:pt x="1808" y="1234"/>
                    <a:pt x="1504" y="1546"/>
                  </a:cubicBezTo>
                  <a:cubicBezTo>
                    <a:pt x="1200" y="1862"/>
                    <a:pt x="921" y="2203"/>
                    <a:pt x="665" y="2559"/>
                  </a:cubicBezTo>
                  <a:cubicBezTo>
                    <a:pt x="418" y="2916"/>
                    <a:pt x="199" y="3297"/>
                    <a:pt x="17" y="3694"/>
                  </a:cubicBezTo>
                  <a:cubicBezTo>
                    <a:pt x="0" y="3735"/>
                    <a:pt x="21" y="3784"/>
                    <a:pt x="57" y="3804"/>
                  </a:cubicBezTo>
                  <a:cubicBezTo>
                    <a:pt x="74" y="3817"/>
                    <a:pt x="94" y="3822"/>
                    <a:pt x="113" y="3822"/>
                  </a:cubicBezTo>
                  <a:cubicBezTo>
                    <a:pt x="142" y="3822"/>
                    <a:pt x="171" y="3808"/>
                    <a:pt x="191" y="3784"/>
                  </a:cubicBezTo>
                  <a:cubicBezTo>
                    <a:pt x="414" y="3423"/>
                    <a:pt x="657" y="3074"/>
                    <a:pt x="921" y="2742"/>
                  </a:cubicBezTo>
                  <a:cubicBezTo>
                    <a:pt x="1176" y="2409"/>
                    <a:pt x="1456" y="2089"/>
                    <a:pt x="1756" y="1793"/>
                  </a:cubicBezTo>
                  <a:cubicBezTo>
                    <a:pt x="2047" y="1489"/>
                    <a:pt x="2364" y="1209"/>
                    <a:pt x="2692" y="946"/>
                  </a:cubicBezTo>
                  <a:cubicBezTo>
                    <a:pt x="3024" y="682"/>
                    <a:pt x="3365" y="435"/>
                    <a:pt x="3722" y="208"/>
                  </a:cubicBezTo>
                  <a:cubicBezTo>
                    <a:pt x="3762" y="172"/>
                    <a:pt x="3774" y="115"/>
                    <a:pt x="3754" y="66"/>
                  </a:cubicBezTo>
                  <a:cubicBezTo>
                    <a:pt x="3736" y="24"/>
                    <a:pt x="3696" y="0"/>
                    <a:pt x="365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" name="Google Shape;5370;p73"/>
            <p:cNvSpPr/>
            <p:nvPr/>
          </p:nvSpPr>
          <p:spPr>
            <a:xfrm>
              <a:off x="2570510" y="3626306"/>
              <a:ext cx="25247" cy="226668"/>
            </a:xfrm>
            <a:custGeom>
              <a:avLst/>
              <a:gdLst/>
              <a:ahLst/>
              <a:cxnLst/>
              <a:rect l="l" t="t" r="r" b="b"/>
              <a:pathLst>
                <a:path w="1456" h="13072" extrusionOk="0">
                  <a:moveTo>
                    <a:pt x="70" y="0"/>
                  </a:moveTo>
                  <a:cubicBezTo>
                    <a:pt x="67" y="0"/>
                    <a:pt x="64" y="0"/>
                    <a:pt x="61" y="1"/>
                  </a:cubicBezTo>
                  <a:cubicBezTo>
                    <a:pt x="12" y="13"/>
                    <a:pt x="0" y="118"/>
                    <a:pt x="41" y="232"/>
                  </a:cubicBezTo>
                  <a:cubicBezTo>
                    <a:pt x="389" y="1229"/>
                    <a:pt x="649" y="2255"/>
                    <a:pt x="807" y="3301"/>
                  </a:cubicBezTo>
                  <a:cubicBezTo>
                    <a:pt x="973" y="4346"/>
                    <a:pt x="1062" y="5400"/>
                    <a:pt x="1074" y="6458"/>
                  </a:cubicBezTo>
                  <a:cubicBezTo>
                    <a:pt x="1107" y="7512"/>
                    <a:pt x="1078" y="8575"/>
                    <a:pt x="1018" y="9637"/>
                  </a:cubicBezTo>
                  <a:cubicBezTo>
                    <a:pt x="957" y="10695"/>
                    <a:pt x="884" y="11753"/>
                    <a:pt x="807" y="12819"/>
                  </a:cubicBezTo>
                  <a:cubicBezTo>
                    <a:pt x="803" y="12945"/>
                    <a:pt x="831" y="13062"/>
                    <a:pt x="892" y="13070"/>
                  </a:cubicBezTo>
                  <a:cubicBezTo>
                    <a:pt x="895" y="13071"/>
                    <a:pt x="899" y="13071"/>
                    <a:pt x="902" y="13071"/>
                  </a:cubicBezTo>
                  <a:cubicBezTo>
                    <a:pt x="960" y="13071"/>
                    <a:pt x="1019" y="12973"/>
                    <a:pt x="1034" y="12839"/>
                  </a:cubicBezTo>
                  <a:cubicBezTo>
                    <a:pt x="1160" y="11777"/>
                    <a:pt x="1281" y="10723"/>
                    <a:pt x="1350" y="9657"/>
                  </a:cubicBezTo>
                  <a:cubicBezTo>
                    <a:pt x="1415" y="8587"/>
                    <a:pt x="1455" y="7517"/>
                    <a:pt x="1431" y="6446"/>
                  </a:cubicBezTo>
                  <a:cubicBezTo>
                    <a:pt x="1403" y="5372"/>
                    <a:pt x="1297" y="4302"/>
                    <a:pt x="1115" y="3244"/>
                  </a:cubicBezTo>
                  <a:cubicBezTo>
                    <a:pt x="928" y="2186"/>
                    <a:pt x="629" y="1152"/>
                    <a:pt x="219" y="159"/>
                  </a:cubicBezTo>
                  <a:cubicBezTo>
                    <a:pt x="181" y="63"/>
                    <a:pt x="121" y="0"/>
                    <a:pt x="70" y="0"/>
                  </a:cubicBezTo>
                  <a:close/>
                </a:path>
              </a:pathLst>
            </a:custGeom>
            <a:solidFill>
              <a:srgbClr val="4F1E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" name="Google Shape;5371;p73"/>
            <p:cNvSpPr/>
            <p:nvPr/>
          </p:nvSpPr>
          <p:spPr>
            <a:xfrm>
              <a:off x="2563262" y="3699273"/>
              <a:ext cx="6971" cy="128593"/>
            </a:xfrm>
            <a:custGeom>
              <a:avLst/>
              <a:gdLst/>
              <a:ahLst/>
              <a:cxnLst/>
              <a:rect l="l" t="t" r="r" b="b"/>
              <a:pathLst>
                <a:path w="402" h="7416" extrusionOk="0">
                  <a:moveTo>
                    <a:pt x="286" y="0"/>
                  </a:moveTo>
                  <a:cubicBezTo>
                    <a:pt x="236" y="0"/>
                    <a:pt x="195" y="48"/>
                    <a:pt x="191" y="110"/>
                  </a:cubicBezTo>
                  <a:cubicBezTo>
                    <a:pt x="151" y="710"/>
                    <a:pt x="114" y="1306"/>
                    <a:pt x="90" y="1902"/>
                  </a:cubicBezTo>
                  <a:lnTo>
                    <a:pt x="29" y="3690"/>
                  </a:lnTo>
                  <a:lnTo>
                    <a:pt x="5" y="5477"/>
                  </a:lnTo>
                  <a:cubicBezTo>
                    <a:pt x="1" y="6077"/>
                    <a:pt x="5" y="6673"/>
                    <a:pt x="17" y="7273"/>
                  </a:cubicBezTo>
                  <a:cubicBezTo>
                    <a:pt x="1" y="7342"/>
                    <a:pt x="53" y="7411"/>
                    <a:pt x="130" y="7415"/>
                  </a:cubicBezTo>
                  <a:cubicBezTo>
                    <a:pt x="203" y="7415"/>
                    <a:pt x="260" y="7350"/>
                    <a:pt x="248" y="7277"/>
                  </a:cubicBezTo>
                  <a:cubicBezTo>
                    <a:pt x="280" y="6677"/>
                    <a:pt x="313" y="6081"/>
                    <a:pt x="333" y="5489"/>
                  </a:cubicBezTo>
                  <a:lnTo>
                    <a:pt x="382" y="3698"/>
                  </a:lnTo>
                  <a:lnTo>
                    <a:pt x="402" y="1910"/>
                  </a:lnTo>
                  <a:cubicBezTo>
                    <a:pt x="402" y="1314"/>
                    <a:pt x="398" y="714"/>
                    <a:pt x="382" y="118"/>
                  </a:cubicBezTo>
                  <a:cubicBezTo>
                    <a:pt x="386" y="61"/>
                    <a:pt x="345" y="13"/>
                    <a:pt x="292" y="1"/>
                  </a:cubicBezTo>
                  <a:cubicBezTo>
                    <a:pt x="290" y="0"/>
                    <a:pt x="288" y="0"/>
                    <a:pt x="286" y="0"/>
                  </a:cubicBezTo>
                  <a:close/>
                </a:path>
              </a:pathLst>
            </a:custGeom>
            <a:solidFill>
              <a:srgbClr val="4F1E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" name="Google Shape;5372;p73"/>
            <p:cNvSpPr/>
            <p:nvPr/>
          </p:nvSpPr>
          <p:spPr>
            <a:xfrm>
              <a:off x="2297769" y="3851639"/>
              <a:ext cx="229460" cy="57482"/>
            </a:xfrm>
            <a:custGeom>
              <a:avLst/>
              <a:gdLst/>
              <a:ahLst/>
              <a:cxnLst/>
              <a:rect l="l" t="t" r="r" b="b"/>
              <a:pathLst>
                <a:path w="13233" h="3315" extrusionOk="0">
                  <a:moveTo>
                    <a:pt x="93" y="0"/>
                  </a:moveTo>
                  <a:cubicBezTo>
                    <a:pt x="69" y="0"/>
                    <a:pt x="49" y="7"/>
                    <a:pt x="37" y="23"/>
                  </a:cubicBezTo>
                  <a:cubicBezTo>
                    <a:pt x="0" y="71"/>
                    <a:pt x="61" y="156"/>
                    <a:pt x="167" y="221"/>
                  </a:cubicBezTo>
                  <a:cubicBezTo>
                    <a:pt x="1107" y="829"/>
                    <a:pt x="2100" y="1352"/>
                    <a:pt x="3134" y="1782"/>
                  </a:cubicBezTo>
                  <a:cubicBezTo>
                    <a:pt x="4164" y="2212"/>
                    <a:pt x="5230" y="2552"/>
                    <a:pt x="6320" y="2808"/>
                  </a:cubicBezTo>
                  <a:cubicBezTo>
                    <a:pt x="7415" y="3055"/>
                    <a:pt x="8526" y="3213"/>
                    <a:pt x="9644" y="3282"/>
                  </a:cubicBezTo>
                  <a:cubicBezTo>
                    <a:pt x="10013" y="3303"/>
                    <a:pt x="10383" y="3314"/>
                    <a:pt x="10752" y="3314"/>
                  </a:cubicBezTo>
                  <a:cubicBezTo>
                    <a:pt x="11499" y="3314"/>
                    <a:pt x="12246" y="3270"/>
                    <a:pt x="12989" y="3180"/>
                  </a:cubicBezTo>
                  <a:cubicBezTo>
                    <a:pt x="13127" y="3168"/>
                    <a:pt x="13232" y="3112"/>
                    <a:pt x="13232" y="3051"/>
                  </a:cubicBezTo>
                  <a:cubicBezTo>
                    <a:pt x="13232" y="2996"/>
                    <a:pt x="13138" y="2952"/>
                    <a:pt x="13013" y="2952"/>
                  </a:cubicBezTo>
                  <a:cubicBezTo>
                    <a:pt x="12999" y="2952"/>
                    <a:pt x="12984" y="2952"/>
                    <a:pt x="12969" y="2953"/>
                  </a:cubicBezTo>
                  <a:cubicBezTo>
                    <a:pt x="12417" y="2994"/>
                    <a:pt x="11866" y="3014"/>
                    <a:pt x="11315" y="3014"/>
                  </a:cubicBezTo>
                  <a:cubicBezTo>
                    <a:pt x="10764" y="3014"/>
                    <a:pt x="10214" y="2994"/>
                    <a:pt x="9665" y="2953"/>
                  </a:cubicBezTo>
                  <a:cubicBezTo>
                    <a:pt x="8566" y="2876"/>
                    <a:pt x="7472" y="2710"/>
                    <a:pt x="6401" y="2463"/>
                  </a:cubicBezTo>
                  <a:cubicBezTo>
                    <a:pt x="5323" y="2224"/>
                    <a:pt x="4269" y="1899"/>
                    <a:pt x="3247" y="1490"/>
                  </a:cubicBezTo>
                  <a:cubicBezTo>
                    <a:pt x="2222" y="1089"/>
                    <a:pt x="1225" y="610"/>
                    <a:pt x="268" y="59"/>
                  </a:cubicBezTo>
                  <a:cubicBezTo>
                    <a:pt x="202" y="25"/>
                    <a:pt x="139" y="0"/>
                    <a:pt x="9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" name="Google Shape;5373;p73"/>
            <p:cNvSpPr/>
            <p:nvPr/>
          </p:nvSpPr>
          <p:spPr>
            <a:xfrm>
              <a:off x="2393295" y="3846611"/>
              <a:ext cx="116074" cy="17236"/>
            </a:xfrm>
            <a:custGeom>
              <a:avLst/>
              <a:gdLst/>
              <a:ahLst/>
              <a:cxnLst/>
              <a:rect l="l" t="t" r="r" b="b"/>
              <a:pathLst>
                <a:path w="6694" h="994" extrusionOk="0">
                  <a:moveTo>
                    <a:pt x="122" y="1"/>
                  </a:moveTo>
                  <a:cubicBezTo>
                    <a:pt x="82" y="1"/>
                    <a:pt x="44" y="21"/>
                    <a:pt x="21" y="57"/>
                  </a:cubicBezTo>
                  <a:cubicBezTo>
                    <a:pt x="0" y="114"/>
                    <a:pt x="33" y="175"/>
                    <a:pt x="90" y="187"/>
                  </a:cubicBezTo>
                  <a:cubicBezTo>
                    <a:pt x="600" y="398"/>
                    <a:pt x="1123" y="568"/>
                    <a:pt x="1663" y="690"/>
                  </a:cubicBezTo>
                  <a:cubicBezTo>
                    <a:pt x="2198" y="811"/>
                    <a:pt x="2745" y="900"/>
                    <a:pt x="3292" y="953"/>
                  </a:cubicBezTo>
                  <a:cubicBezTo>
                    <a:pt x="3629" y="980"/>
                    <a:pt x="3968" y="994"/>
                    <a:pt x="4306" y="994"/>
                  </a:cubicBezTo>
                  <a:cubicBezTo>
                    <a:pt x="4521" y="994"/>
                    <a:pt x="4736" y="988"/>
                    <a:pt x="4950" y="977"/>
                  </a:cubicBezTo>
                  <a:cubicBezTo>
                    <a:pt x="5502" y="945"/>
                    <a:pt x="6049" y="868"/>
                    <a:pt x="6588" y="750"/>
                  </a:cubicBezTo>
                  <a:cubicBezTo>
                    <a:pt x="6649" y="742"/>
                    <a:pt x="6693" y="685"/>
                    <a:pt x="6693" y="625"/>
                  </a:cubicBezTo>
                  <a:cubicBezTo>
                    <a:pt x="6683" y="567"/>
                    <a:pt x="6630" y="525"/>
                    <a:pt x="6573" y="525"/>
                  </a:cubicBezTo>
                  <a:cubicBezTo>
                    <a:pt x="6566" y="525"/>
                    <a:pt x="6559" y="526"/>
                    <a:pt x="6551" y="527"/>
                  </a:cubicBezTo>
                  <a:cubicBezTo>
                    <a:pt x="6016" y="592"/>
                    <a:pt x="5477" y="633"/>
                    <a:pt x="4934" y="649"/>
                  </a:cubicBezTo>
                  <a:cubicBezTo>
                    <a:pt x="4798" y="653"/>
                    <a:pt x="4662" y="655"/>
                    <a:pt x="4526" y="655"/>
                  </a:cubicBezTo>
                  <a:cubicBezTo>
                    <a:pt x="4125" y="655"/>
                    <a:pt x="3724" y="638"/>
                    <a:pt x="3325" y="604"/>
                  </a:cubicBezTo>
                  <a:cubicBezTo>
                    <a:pt x="2790" y="564"/>
                    <a:pt x="2254" y="491"/>
                    <a:pt x="1727" y="386"/>
                  </a:cubicBezTo>
                  <a:cubicBezTo>
                    <a:pt x="1196" y="284"/>
                    <a:pt x="673" y="159"/>
                    <a:pt x="150" y="4"/>
                  </a:cubicBezTo>
                  <a:cubicBezTo>
                    <a:pt x="141" y="2"/>
                    <a:pt x="132" y="1"/>
                    <a:pt x="12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" name="Google Shape;5374;p73"/>
            <p:cNvSpPr/>
            <p:nvPr/>
          </p:nvSpPr>
          <p:spPr>
            <a:xfrm>
              <a:off x="2431044" y="3808619"/>
              <a:ext cx="51465" cy="11652"/>
            </a:xfrm>
            <a:custGeom>
              <a:avLst/>
              <a:gdLst/>
              <a:ahLst/>
              <a:cxnLst/>
              <a:rect l="l" t="t" r="r" b="b"/>
              <a:pathLst>
                <a:path w="2968" h="672" extrusionOk="0">
                  <a:moveTo>
                    <a:pt x="119" y="1"/>
                  </a:moveTo>
                  <a:cubicBezTo>
                    <a:pt x="93" y="1"/>
                    <a:pt x="65" y="24"/>
                    <a:pt x="37" y="59"/>
                  </a:cubicBezTo>
                  <a:cubicBezTo>
                    <a:pt x="8" y="100"/>
                    <a:pt x="0" y="148"/>
                    <a:pt x="21" y="164"/>
                  </a:cubicBezTo>
                  <a:cubicBezTo>
                    <a:pt x="223" y="327"/>
                    <a:pt x="454" y="452"/>
                    <a:pt x="702" y="533"/>
                  </a:cubicBezTo>
                  <a:cubicBezTo>
                    <a:pt x="949" y="614"/>
                    <a:pt x="1208" y="663"/>
                    <a:pt x="1472" y="671"/>
                  </a:cubicBezTo>
                  <a:cubicBezTo>
                    <a:pt x="1731" y="671"/>
                    <a:pt x="1995" y="635"/>
                    <a:pt x="2246" y="566"/>
                  </a:cubicBezTo>
                  <a:cubicBezTo>
                    <a:pt x="2498" y="493"/>
                    <a:pt x="2733" y="375"/>
                    <a:pt x="2939" y="221"/>
                  </a:cubicBezTo>
                  <a:cubicBezTo>
                    <a:pt x="2968" y="205"/>
                    <a:pt x="2968" y="160"/>
                    <a:pt x="2935" y="104"/>
                  </a:cubicBezTo>
                  <a:cubicBezTo>
                    <a:pt x="2912" y="56"/>
                    <a:pt x="2871" y="23"/>
                    <a:pt x="2841" y="23"/>
                  </a:cubicBezTo>
                  <a:cubicBezTo>
                    <a:pt x="2836" y="23"/>
                    <a:pt x="2830" y="24"/>
                    <a:pt x="2826" y="27"/>
                  </a:cubicBezTo>
                  <a:cubicBezTo>
                    <a:pt x="2611" y="124"/>
                    <a:pt x="2392" y="197"/>
                    <a:pt x="2165" y="246"/>
                  </a:cubicBezTo>
                  <a:cubicBezTo>
                    <a:pt x="1945" y="293"/>
                    <a:pt x="1721" y="316"/>
                    <a:pt x="1497" y="316"/>
                  </a:cubicBezTo>
                  <a:cubicBezTo>
                    <a:pt x="1259" y="316"/>
                    <a:pt x="1021" y="290"/>
                    <a:pt x="787" y="237"/>
                  </a:cubicBezTo>
                  <a:cubicBezTo>
                    <a:pt x="560" y="185"/>
                    <a:pt x="337" y="108"/>
                    <a:pt x="130" y="2"/>
                  </a:cubicBezTo>
                  <a:cubicBezTo>
                    <a:pt x="126" y="1"/>
                    <a:pt x="123" y="1"/>
                    <a:pt x="11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" name="Google Shape;5375;p73"/>
            <p:cNvSpPr/>
            <p:nvPr/>
          </p:nvSpPr>
          <p:spPr>
            <a:xfrm>
              <a:off x="2126328" y="3603504"/>
              <a:ext cx="53078" cy="137402"/>
            </a:xfrm>
            <a:custGeom>
              <a:avLst/>
              <a:gdLst/>
              <a:ahLst/>
              <a:cxnLst/>
              <a:rect l="l" t="t" r="r" b="b"/>
              <a:pathLst>
                <a:path w="3061" h="7924" extrusionOk="0">
                  <a:moveTo>
                    <a:pt x="300" y="0"/>
                  </a:moveTo>
                  <a:cubicBezTo>
                    <a:pt x="254" y="0"/>
                    <a:pt x="213" y="47"/>
                    <a:pt x="195" y="120"/>
                  </a:cubicBezTo>
                  <a:cubicBezTo>
                    <a:pt x="49" y="821"/>
                    <a:pt x="0" y="1535"/>
                    <a:pt x="53" y="2248"/>
                  </a:cubicBezTo>
                  <a:cubicBezTo>
                    <a:pt x="101" y="2962"/>
                    <a:pt x="243" y="3667"/>
                    <a:pt x="470" y="4348"/>
                  </a:cubicBezTo>
                  <a:cubicBezTo>
                    <a:pt x="709" y="5021"/>
                    <a:pt x="1026" y="5666"/>
                    <a:pt x="1415" y="6270"/>
                  </a:cubicBezTo>
                  <a:cubicBezTo>
                    <a:pt x="1808" y="6865"/>
                    <a:pt x="2286" y="7405"/>
                    <a:pt x="2830" y="7871"/>
                  </a:cubicBezTo>
                  <a:cubicBezTo>
                    <a:pt x="2870" y="7903"/>
                    <a:pt x="2915" y="7924"/>
                    <a:pt x="2954" y="7924"/>
                  </a:cubicBezTo>
                  <a:cubicBezTo>
                    <a:pt x="2978" y="7924"/>
                    <a:pt x="2999" y="7916"/>
                    <a:pt x="3016" y="7899"/>
                  </a:cubicBezTo>
                  <a:cubicBezTo>
                    <a:pt x="3061" y="7855"/>
                    <a:pt x="3049" y="7769"/>
                    <a:pt x="2980" y="7701"/>
                  </a:cubicBezTo>
                  <a:cubicBezTo>
                    <a:pt x="2489" y="7214"/>
                    <a:pt x="2059" y="6675"/>
                    <a:pt x="1695" y="6091"/>
                  </a:cubicBezTo>
                  <a:cubicBezTo>
                    <a:pt x="1326" y="5507"/>
                    <a:pt x="1026" y="4883"/>
                    <a:pt x="807" y="4230"/>
                  </a:cubicBezTo>
                  <a:cubicBezTo>
                    <a:pt x="576" y="3582"/>
                    <a:pt x="426" y="2905"/>
                    <a:pt x="361" y="2220"/>
                  </a:cubicBezTo>
                  <a:cubicBezTo>
                    <a:pt x="288" y="1535"/>
                    <a:pt x="296" y="841"/>
                    <a:pt x="385" y="156"/>
                  </a:cubicBezTo>
                  <a:cubicBezTo>
                    <a:pt x="401" y="96"/>
                    <a:pt x="373" y="31"/>
                    <a:pt x="316" y="2"/>
                  </a:cubicBezTo>
                  <a:cubicBezTo>
                    <a:pt x="311" y="1"/>
                    <a:pt x="305" y="0"/>
                    <a:pt x="3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" name="Google Shape;5376;p73"/>
            <p:cNvSpPr/>
            <p:nvPr/>
          </p:nvSpPr>
          <p:spPr>
            <a:xfrm>
              <a:off x="2388509" y="3327278"/>
              <a:ext cx="109745" cy="20999"/>
            </a:xfrm>
            <a:custGeom>
              <a:avLst/>
              <a:gdLst/>
              <a:ahLst/>
              <a:cxnLst/>
              <a:rect l="l" t="t" r="r" b="b"/>
              <a:pathLst>
                <a:path w="6329" h="1211" extrusionOk="0">
                  <a:moveTo>
                    <a:pt x="6199" y="0"/>
                  </a:moveTo>
                  <a:cubicBezTo>
                    <a:pt x="6180" y="0"/>
                    <a:pt x="6161" y="4"/>
                    <a:pt x="6142" y="13"/>
                  </a:cubicBezTo>
                  <a:cubicBezTo>
                    <a:pt x="5676" y="216"/>
                    <a:pt x="5194" y="386"/>
                    <a:pt x="4699" y="520"/>
                  </a:cubicBezTo>
                  <a:cubicBezTo>
                    <a:pt x="4209" y="662"/>
                    <a:pt x="3702" y="759"/>
                    <a:pt x="3195" y="816"/>
                  </a:cubicBezTo>
                  <a:cubicBezTo>
                    <a:pt x="2838" y="861"/>
                    <a:pt x="2477" y="885"/>
                    <a:pt x="2116" y="885"/>
                  </a:cubicBezTo>
                  <a:cubicBezTo>
                    <a:pt x="1965" y="885"/>
                    <a:pt x="1814" y="881"/>
                    <a:pt x="1663" y="872"/>
                  </a:cubicBezTo>
                  <a:cubicBezTo>
                    <a:pt x="1152" y="860"/>
                    <a:pt x="637" y="804"/>
                    <a:pt x="135" y="714"/>
                  </a:cubicBezTo>
                  <a:cubicBezTo>
                    <a:pt x="128" y="713"/>
                    <a:pt x="121" y="713"/>
                    <a:pt x="115" y="713"/>
                  </a:cubicBezTo>
                  <a:cubicBezTo>
                    <a:pt x="70" y="713"/>
                    <a:pt x="31" y="737"/>
                    <a:pt x="13" y="779"/>
                  </a:cubicBezTo>
                  <a:cubicBezTo>
                    <a:pt x="1" y="832"/>
                    <a:pt x="33" y="889"/>
                    <a:pt x="90" y="901"/>
                  </a:cubicBezTo>
                  <a:cubicBezTo>
                    <a:pt x="593" y="1051"/>
                    <a:pt x="1116" y="1148"/>
                    <a:pt x="1643" y="1189"/>
                  </a:cubicBezTo>
                  <a:cubicBezTo>
                    <a:pt x="1860" y="1204"/>
                    <a:pt x="2077" y="1211"/>
                    <a:pt x="2294" y="1211"/>
                  </a:cubicBezTo>
                  <a:cubicBezTo>
                    <a:pt x="2608" y="1211"/>
                    <a:pt x="2922" y="1195"/>
                    <a:pt x="3236" y="1164"/>
                  </a:cubicBezTo>
                  <a:cubicBezTo>
                    <a:pt x="3763" y="1099"/>
                    <a:pt x="4282" y="994"/>
                    <a:pt x="4792" y="840"/>
                  </a:cubicBezTo>
                  <a:cubicBezTo>
                    <a:pt x="5295" y="682"/>
                    <a:pt x="5782" y="475"/>
                    <a:pt x="6244" y="216"/>
                  </a:cubicBezTo>
                  <a:cubicBezTo>
                    <a:pt x="6305" y="191"/>
                    <a:pt x="6329" y="122"/>
                    <a:pt x="6305" y="62"/>
                  </a:cubicBezTo>
                  <a:cubicBezTo>
                    <a:pt x="6285" y="22"/>
                    <a:pt x="6243" y="0"/>
                    <a:pt x="619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" name="Google Shape;5377;p73"/>
            <p:cNvSpPr/>
            <p:nvPr/>
          </p:nvSpPr>
          <p:spPr>
            <a:xfrm>
              <a:off x="2426258" y="3367489"/>
              <a:ext cx="38044" cy="7508"/>
            </a:xfrm>
            <a:custGeom>
              <a:avLst/>
              <a:gdLst/>
              <a:ahLst/>
              <a:cxnLst/>
              <a:rect l="l" t="t" r="r" b="b"/>
              <a:pathLst>
                <a:path w="2194" h="433" extrusionOk="0">
                  <a:moveTo>
                    <a:pt x="2121" y="1"/>
                  </a:moveTo>
                  <a:lnTo>
                    <a:pt x="1602" y="29"/>
                  </a:lnTo>
                  <a:cubicBezTo>
                    <a:pt x="1428" y="49"/>
                    <a:pt x="1257" y="61"/>
                    <a:pt x="1083" y="70"/>
                  </a:cubicBezTo>
                  <a:lnTo>
                    <a:pt x="568" y="110"/>
                  </a:lnTo>
                  <a:lnTo>
                    <a:pt x="45" y="159"/>
                  </a:lnTo>
                  <a:cubicBezTo>
                    <a:pt x="25" y="159"/>
                    <a:pt x="9" y="187"/>
                    <a:pt x="5" y="244"/>
                  </a:cubicBezTo>
                  <a:cubicBezTo>
                    <a:pt x="1" y="297"/>
                    <a:pt x="13" y="345"/>
                    <a:pt x="33" y="349"/>
                  </a:cubicBezTo>
                  <a:cubicBezTo>
                    <a:pt x="212" y="386"/>
                    <a:pt x="386" y="410"/>
                    <a:pt x="568" y="418"/>
                  </a:cubicBezTo>
                  <a:cubicBezTo>
                    <a:pt x="687" y="426"/>
                    <a:pt x="806" y="432"/>
                    <a:pt x="922" y="432"/>
                  </a:cubicBezTo>
                  <a:cubicBezTo>
                    <a:pt x="985" y="432"/>
                    <a:pt x="1047" y="431"/>
                    <a:pt x="1107" y="426"/>
                  </a:cubicBezTo>
                  <a:cubicBezTo>
                    <a:pt x="1286" y="410"/>
                    <a:pt x="1464" y="386"/>
                    <a:pt x="1643" y="357"/>
                  </a:cubicBezTo>
                  <a:cubicBezTo>
                    <a:pt x="1821" y="329"/>
                    <a:pt x="1995" y="284"/>
                    <a:pt x="2170" y="224"/>
                  </a:cubicBezTo>
                  <a:cubicBezTo>
                    <a:pt x="2190" y="215"/>
                    <a:pt x="2194" y="171"/>
                    <a:pt x="2182" y="110"/>
                  </a:cubicBezTo>
                  <a:cubicBezTo>
                    <a:pt x="2174" y="49"/>
                    <a:pt x="2149" y="1"/>
                    <a:pt x="212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" name="Google Shape;5378;p73"/>
            <p:cNvSpPr/>
            <p:nvPr/>
          </p:nvSpPr>
          <p:spPr>
            <a:xfrm>
              <a:off x="2723258" y="2771271"/>
              <a:ext cx="219039" cy="840522"/>
            </a:xfrm>
            <a:custGeom>
              <a:avLst/>
              <a:gdLst/>
              <a:ahLst/>
              <a:cxnLst/>
              <a:rect l="l" t="t" r="r" b="b"/>
              <a:pathLst>
                <a:path w="12632" h="48473" extrusionOk="0">
                  <a:moveTo>
                    <a:pt x="12632" y="0"/>
                  </a:moveTo>
                  <a:cubicBezTo>
                    <a:pt x="10114" y="264"/>
                    <a:pt x="8160" y="1095"/>
                    <a:pt x="6628" y="2514"/>
                  </a:cubicBezTo>
                  <a:cubicBezTo>
                    <a:pt x="3973" y="4938"/>
                    <a:pt x="2566" y="9081"/>
                    <a:pt x="1662" y="14926"/>
                  </a:cubicBezTo>
                  <a:cubicBezTo>
                    <a:pt x="1123" y="18372"/>
                    <a:pt x="689" y="21745"/>
                    <a:pt x="430" y="25049"/>
                  </a:cubicBezTo>
                  <a:cubicBezTo>
                    <a:pt x="0" y="30566"/>
                    <a:pt x="49" y="35872"/>
                    <a:pt x="924" y="40899"/>
                  </a:cubicBezTo>
                  <a:cubicBezTo>
                    <a:pt x="2187" y="48103"/>
                    <a:pt x="5360" y="48472"/>
                    <a:pt x="5997" y="48472"/>
                  </a:cubicBezTo>
                  <a:cubicBezTo>
                    <a:pt x="6070" y="48472"/>
                    <a:pt x="6109" y="48468"/>
                    <a:pt x="6109" y="48468"/>
                  </a:cubicBezTo>
                  <a:cubicBezTo>
                    <a:pt x="6004" y="46234"/>
                    <a:pt x="6454" y="25381"/>
                    <a:pt x="7848" y="16374"/>
                  </a:cubicBezTo>
                  <a:cubicBezTo>
                    <a:pt x="9243" y="7370"/>
                    <a:pt x="12632" y="4"/>
                    <a:pt x="12632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" name="Google Shape;5379;p73"/>
            <p:cNvSpPr/>
            <p:nvPr/>
          </p:nvSpPr>
          <p:spPr>
            <a:xfrm>
              <a:off x="2716287" y="2765115"/>
              <a:ext cx="232547" cy="852781"/>
            </a:xfrm>
            <a:custGeom>
              <a:avLst/>
              <a:gdLst/>
              <a:ahLst/>
              <a:cxnLst/>
              <a:rect l="l" t="t" r="r" b="b"/>
              <a:pathLst>
                <a:path w="13411" h="49180" extrusionOk="0">
                  <a:moveTo>
                    <a:pt x="12454" y="789"/>
                  </a:moveTo>
                  <a:lnTo>
                    <a:pt x="12454" y="789"/>
                  </a:lnTo>
                  <a:cubicBezTo>
                    <a:pt x="11639" y="2702"/>
                    <a:pt x="9061" y="9160"/>
                    <a:pt x="7902" y="16680"/>
                  </a:cubicBezTo>
                  <a:cubicBezTo>
                    <a:pt x="6584" y="25160"/>
                    <a:pt x="6086" y="44748"/>
                    <a:pt x="6146" y="48450"/>
                  </a:cubicBezTo>
                  <a:cubicBezTo>
                    <a:pt x="5814" y="48405"/>
                    <a:pt x="5250" y="48247"/>
                    <a:pt x="4618" y="47728"/>
                  </a:cubicBezTo>
                  <a:cubicBezTo>
                    <a:pt x="3657" y="46946"/>
                    <a:pt x="2376" y="45178"/>
                    <a:pt x="1683" y="41193"/>
                  </a:cubicBezTo>
                  <a:cubicBezTo>
                    <a:pt x="876" y="36592"/>
                    <a:pt x="714" y="31436"/>
                    <a:pt x="1185" y="25432"/>
                  </a:cubicBezTo>
                  <a:cubicBezTo>
                    <a:pt x="1424" y="22412"/>
                    <a:pt x="1825" y="19108"/>
                    <a:pt x="2413" y="15330"/>
                  </a:cubicBezTo>
                  <a:cubicBezTo>
                    <a:pt x="3386" y="9075"/>
                    <a:pt x="4882" y="5309"/>
                    <a:pt x="7273" y="3128"/>
                  </a:cubicBezTo>
                  <a:cubicBezTo>
                    <a:pt x="8635" y="1871"/>
                    <a:pt x="10338" y="1101"/>
                    <a:pt x="12454" y="789"/>
                  </a:cubicBezTo>
                  <a:close/>
                  <a:moveTo>
                    <a:pt x="13031" y="1"/>
                  </a:moveTo>
                  <a:cubicBezTo>
                    <a:pt x="13020" y="1"/>
                    <a:pt x="13009" y="1"/>
                    <a:pt x="12997" y="3"/>
                  </a:cubicBezTo>
                  <a:cubicBezTo>
                    <a:pt x="10427" y="270"/>
                    <a:pt x="8396" y="1121"/>
                    <a:pt x="6791" y="2609"/>
                  </a:cubicBezTo>
                  <a:cubicBezTo>
                    <a:pt x="4278" y="4904"/>
                    <a:pt x="2705" y="8795"/>
                    <a:pt x="1712" y="15225"/>
                  </a:cubicBezTo>
                  <a:cubicBezTo>
                    <a:pt x="1120" y="19015"/>
                    <a:pt x="718" y="22335"/>
                    <a:pt x="475" y="25375"/>
                  </a:cubicBezTo>
                  <a:cubicBezTo>
                    <a:pt x="1" y="31440"/>
                    <a:pt x="167" y="36653"/>
                    <a:pt x="978" y="41315"/>
                  </a:cubicBezTo>
                  <a:cubicBezTo>
                    <a:pt x="2275" y="48729"/>
                    <a:pt x="5595" y="49179"/>
                    <a:pt x="6390" y="49179"/>
                  </a:cubicBezTo>
                  <a:lnTo>
                    <a:pt x="6556" y="49175"/>
                  </a:lnTo>
                  <a:cubicBezTo>
                    <a:pt x="6738" y="49151"/>
                    <a:pt x="6872" y="48989"/>
                    <a:pt x="6868" y="48806"/>
                  </a:cubicBezTo>
                  <a:cubicBezTo>
                    <a:pt x="6754" y="46411"/>
                    <a:pt x="7237" y="25594"/>
                    <a:pt x="8603" y="16785"/>
                  </a:cubicBezTo>
                  <a:cubicBezTo>
                    <a:pt x="9973" y="7940"/>
                    <a:pt x="13322" y="582"/>
                    <a:pt x="13358" y="505"/>
                  </a:cubicBezTo>
                  <a:cubicBezTo>
                    <a:pt x="13411" y="388"/>
                    <a:pt x="13395" y="254"/>
                    <a:pt x="13322" y="148"/>
                  </a:cubicBezTo>
                  <a:cubicBezTo>
                    <a:pt x="13255" y="56"/>
                    <a:pt x="13145" y="1"/>
                    <a:pt x="1303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5380;p73"/>
            <p:cNvSpPr/>
            <p:nvPr/>
          </p:nvSpPr>
          <p:spPr>
            <a:xfrm>
              <a:off x="2723258" y="2771271"/>
              <a:ext cx="219039" cy="840522"/>
            </a:xfrm>
            <a:custGeom>
              <a:avLst/>
              <a:gdLst/>
              <a:ahLst/>
              <a:cxnLst/>
              <a:rect l="l" t="t" r="r" b="b"/>
              <a:pathLst>
                <a:path w="12632" h="48473" extrusionOk="0">
                  <a:moveTo>
                    <a:pt x="12632" y="0"/>
                  </a:moveTo>
                  <a:cubicBezTo>
                    <a:pt x="10114" y="264"/>
                    <a:pt x="8160" y="1095"/>
                    <a:pt x="6628" y="2514"/>
                  </a:cubicBezTo>
                  <a:cubicBezTo>
                    <a:pt x="6875" y="2574"/>
                    <a:pt x="7111" y="2684"/>
                    <a:pt x="7317" y="2834"/>
                  </a:cubicBezTo>
                  <a:cubicBezTo>
                    <a:pt x="7929" y="3284"/>
                    <a:pt x="8079" y="4172"/>
                    <a:pt x="7897" y="4913"/>
                  </a:cubicBezTo>
                  <a:cubicBezTo>
                    <a:pt x="7715" y="5651"/>
                    <a:pt x="7269" y="6296"/>
                    <a:pt x="6875" y="6948"/>
                  </a:cubicBezTo>
                  <a:cubicBezTo>
                    <a:pt x="4086" y="11562"/>
                    <a:pt x="3697" y="17168"/>
                    <a:pt x="3146" y="22531"/>
                  </a:cubicBezTo>
                  <a:cubicBezTo>
                    <a:pt x="3026" y="23731"/>
                    <a:pt x="2481" y="25273"/>
                    <a:pt x="1339" y="25273"/>
                  </a:cubicBezTo>
                  <a:cubicBezTo>
                    <a:pt x="1288" y="25273"/>
                    <a:pt x="1237" y="25270"/>
                    <a:pt x="1184" y="25264"/>
                  </a:cubicBezTo>
                  <a:cubicBezTo>
                    <a:pt x="924" y="25231"/>
                    <a:pt x="677" y="25122"/>
                    <a:pt x="430" y="25049"/>
                  </a:cubicBezTo>
                  <a:lnTo>
                    <a:pt x="430" y="25049"/>
                  </a:lnTo>
                  <a:cubicBezTo>
                    <a:pt x="0" y="30566"/>
                    <a:pt x="49" y="35872"/>
                    <a:pt x="924" y="40899"/>
                  </a:cubicBezTo>
                  <a:cubicBezTo>
                    <a:pt x="2187" y="48103"/>
                    <a:pt x="5360" y="48472"/>
                    <a:pt x="5997" y="48472"/>
                  </a:cubicBezTo>
                  <a:cubicBezTo>
                    <a:pt x="6070" y="48472"/>
                    <a:pt x="6109" y="48468"/>
                    <a:pt x="6109" y="48468"/>
                  </a:cubicBezTo>
                  <a:cubicBezTo>
                    <a:pt x="6004" y="46234"/>
                    <a:pt x="6454" y="25381"/>
                    <a:pt x="7848" y="16374"/>
                  </a:cubicBezTo>
                  <a:cubicBezTo>
                    <a:pt x="9243" y="7370"/>
                    <a:pt x="12632" y="4"/>
                    <a:pt x="12632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" name="Google Shape;5381;p73"/>
            <p:cNvSpPr/>
            <p:nvPr/>
          </p:nvSpPr>
          <p:spPr>
            <a:xfrm>
              <a:off x="2809074" y="2821054"/>
              <a:ext cx="67158" cy="296427"/>
            </a:xfrm>
            <a:custGeom>
              <a:avLst/>
              <a:gdLst/>
              <a:ahLst/>
              <a:cxnLst/>
              <a:rect l="l" t="t" r="r" b="b"/>
              <a:pathLst>
                <a:path w="3873" h="17095" extrusionOk="0">
                  <a:moveTo>
                    <a:pt x="3811" y="1"/>
                  </a:moveTo>
                  <a:cubicBezTo>
                    <a:pt x="3763" y="1"/>
                    <a:pt x="3679" y="80"/>
                    <a:pt x="3613" y="202"/>
                  </a:cubicBezTo>
                  <a:cubicBezTo>
                    <a:pt x="2891" y="1438"/>
                    <a:pt x="2287" y="2744"/>
                    <a:pt x="1813" y="4094"/>
                  </a:cubicBezTo>
                  <a:cubicBezTo>
                    <a:pt x="1343" y="5448"/>
                    <a:pt x="970" y="6834"/>
                    <a:pt x="694" y="8237"/>
                  </a:cubicBezTo>
                  <a:cubicBezTo>
                    <a:pt x="431" y="9643"/>
                    <a:pt x="244" y="11062"/>
                    <a:pt x="139" y="12489"/>
                  </a:cubicBezTo>
                  <a:cubicBezTo>
                    <a:pt x="29" y="13912"/>
                    <a:pt x="1" y="15343"/>
                    <a:pt x="29" y="16766"/>
                  </a:cubicBezTo>
                  <a:cubicBezTo>
                    <a:pt x="37" y="16940"/>
                    <a:pt x="78" y="17090"/>
                    <a:pt x="139" y="17094"/>
                  </a:cubicBezTo>
                  <a:cubicBezTo>
                    <a:pt x="140" y="17094"/>
                    <a:pt x="142" y="17095"/>
                    <a:pt x="144" y="17095"/>
                  </a:cubicBezTo>
                  <a:cubicBezTo>
                    <a:pt x="202" y="17095"/>
                    <a:pt x="252" y="16955"/>
                    <a:pt x="260" y="16766"/>
                  </a:cubicBezTo>
                  <a:cubicBezTo>
                    <a:pt x="281" y="15347"/>
                    <a:pt x="345" y="13928"/>
                    <a:pt x="467" y="12517"/>
                  </a:cubicBezTo>
                  <a:cubicBezTo>
                    <a:pt x="581" y="11103"/>
                    <a:pt x="771" y="9696"/>
                    <a:pt x="1039" y="8306"/>
                  </a:cubicBezTo>
                  <a:cubicBezTo>
                    <a:pt x="1298" y="6911"/>
                    <a:pt x="1655" y="5537"/>
                    <a:pt x="2109" y="4195"/>
                  </a:cubicBezTo>
                  <a:cubicBezTo>
                    <a:pt x="2555" y="2853"/>
                    <a:pt x="3114" y="1548"/>
                    <a:pt x="3779" y="299"/>
                  </a:cubicBezTo>
                  <a:cubicBezTo>
                    <a:pt x="3848" y="166"/>
                    <a:pt x="3872" y="44"/>
                    <a:pt x="3832" y="7"/>
                  </a:cubicBezTo>
                  <a:cubicBezTo>
                    <a:pt x="3826" y="3"/>
                    <a:pt x="3819" y="1"/>
                    <a:pt x="3811" y="1"/>
                  </a:cubicBezTo>
                  <a:close/>
                </a:path>
              </a:pathLst>
            </a:custGeom>
            <a:solidFill>
              <a:srgbClr val="4F1E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" name="Google Shape;5382;p73"/>
            <p:cNvSpPr/>
            <p:nvPr/>
          </p:nvSpPr>
          <p:spPr>
            <a:xfrm>
              <a:off x="2795722" y="3142520"/>
              <a:ext cx="15138" cy="51465"/>
            </a:xfrm>
            <a:custGeom>
              <a:avLst/>
              <a:gdLst/>
              <a:ahLst/>
              <a:cxnLst/>
              <a:rect l="l" t="t" r="r" b="b"/>
              <a:pathLst>
                <a:path w="873" h="2968" extrusionOk="0">
                  <a:moveTo>
                    <a:pt x="737" y="1"/>
                  </a:moveTo>
                  <a:cubicBezTo>
                    <a:pt x="726" y="1"/>
                    <a:pt x="717" y="4"/>
                    <a:pt x="710" y="11"/>
                  </a:cubicBezTo>
                  <a:cubicBezTo>
                    <a:pt x="532" y="201"/>
                    <a:pt x="382" y="420"/>
                    <a:pt x="272" y="655"/>
                  </a:cubicBezTo>
                  <a:cubicBezTo>
                    <a:pt x="167" y="894"/>
                    <a:pt x="90" y="1146"/>
                    <a:pt x="41" y="1405"/>
                  </a:cubicBezTo>
                  <a:cubicBezTo>
                    <a:pt x="5" y="1665"/>
                    <a:pt x="1" y="1928"/>
                    <a:pt x="25" y="2192"/>
                  </a:cubicBezTo>
                  <a:cubicBezTo>
                    <a:pt x="53" y="2451"/>
                    <a:pt x="126" y="2702"/>
                    <a:pt x="240" y="2941"/>
                  </a:cubicBezTo>
                  <a:cubicBezTo>
                    <a:pt x="248" y="2957"/>
                    <a:pt x="273" y="2968"/>
                    <a:pt x="305" y="2968"/>
                  </a:cubicBezTo>
                  <a:cubicBezTo>
                    <a:pt x="322" y="2968"/>
                    <a:pt x="341" y="2965"/>
                    <a:pt x="361" y="2958"/>
                  </a:cubicBezTo>
                  <a:cubicBezTo>
                    <a:pt x="414" y="2937"/>
                    <a:pt x="463" y="2897"/>
                    <a:pt x="451" y="2864"/>
                  </a:cubicBezTo>
                  <a:cubicBezTo>
                    <a:pt x="402" y="2633"/>
                    <a:pt x="370" y="2398"/>
                    <a:pt x="353" y="2159"/>
                  </a:cubicBezTo>
                  <a:cubicBezTo>
                    <a:pt x="341" y="1928"/>
                    <a:pt x="353" y="1693"/>
                    <a:pt x="390" y="1462"/>
                  </a:cubicBezTo>
                  <a:cubicBezTo>
                    <a:pt x="418" y="1227"/>
                    <a:pt x="475" y="996"/>
                    <a:pt x="564" y="777"/>
                  </a:cubicBezTo>
                  <a:cubicBezTo>
                    <a:pt x="641" y="554"/>
                    <a:pt x="742" y="335"/>
                    <a:pt x="860" y="128"/>
                  </a:cubicBezTo>
                  <a:cubicBezTo>
                    <a:pt x="872" y="108"/>
                    <a:pt x="856" y="71"/>
                    <a:pt x="815" y="39"/>
                  </a:cubicBezTo>
                  <a:cubicBezTo>
                    <a:pt x="788" y="14"/>
                    <a:pt x="759" y="1"/>
                    <a:pt x="737" y="1"/>
                  </a:cubicBezTo>
                  <a:close/>
                </a:path>
              </a:pathLst>
            </a:custGeom>
            <a:solidFill>
              <a:srgbClr val="4F1E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" name="Google Shape;5383;p73"/>
            <p:cNvSpPr/>
            <p:nvPr/>
          </p:nvSpPr>
          <p:spPr>
            <a:xfrm>
              <a:off x="2499433" y="3147896"/>
              <a:ext cx="396271" cy="447441"/>
            </a:xfrm>
            <a:custGeom>
              <a:avLst/>
              <a:gdLst/>
              <a:ahLst/>
              <a:cxnLst/>
              <a:rect l="l" t="t" r="r" b="b"/>
              <a:pathLst>
                <a:path w="22853" h="25804" extrusionOk="0">
                  <a:moveTo>
                    <a:pt x="20136" y="1"/>
                  </a:moveTo>
                  <a:cubicBezTo>
                    <a:pt x="20116" y="219"/>
                    <a:pt x="20087" y="548"/>
                    <a:pt x="20063" y="892"/>
                  </a:cubicBezTo>
                  <a:cubicBezTo>
                    <a:pt x="19986" y="1788"/>
                    <a:pt x="19500" y="2595"/>
                    <a:pt x="18746" y="3081"/>
                  </a:cubicBezTo>
                  <a:cubicBezTo>
                    <a:pt x="18105" y="3499"/>
                    <a:pt x="17347" y="3973"/>
                    <a:pt x="16824" y="4257"/>
                  </a:cubicBezTo>
                  <a:cubicBezTo>
                    <a:pt x="16707" y="4318"/>
                    <a:pt x="16601" y="4379"/>
                    <a:pt x="16508" y="4415"/>
                  </a:cubicBezTo>
                  <a:cubicBezTo>
                    <a:pt x="15969" y="4662"/>
                    <a:pt x="14813" y="5007"/>
                    <a:pt x="13990" y="5242"/>
                  </a:cubicBezTo>
                  <a:cubicBezTo>
                    <a:pt x="13921" y="5262"/>
                    <a:pt x="13851" y="5271"/>
                    <a:pt x="13783" y="5271"/>
                  </a:cubicBezTo>
                  <a:cubicBezTo>
                    <a:pt x="13376" y="5271"/>
                    <a:pt x="13023" y="4938"/>
                    <a:pt x="13034" y="4504"/>
                  </a:cubicBezTo>
                  <a:cubicBezTo>
                    <a:pt x="13038" y="4006"/>
                    <a:pt x="13074" y="3527"/>
                    <a:pt x="13074" y="3527"/>
                  </a:cubicBezTo>
                  <a:lnTo>
                    <a:pt x="13074" y="3527"/>
                  </a:lnTo>
                  <a:cubicBezTo>
                    <a:pt x="10447" y="4512"/>
                    <a:pt x="8793" y="7910"/>
                    <a:pt x="6596" y="9969"/>
                  </a:cubicBezTo>
                  <a:cubicBezTo>
                    <a:pt x="6308" y="10236"/>
                    <a:pt x="5996" y="10480"/>
                    <a:pt x="5664" y="10694"/>
                  </a:cubicBezTo>
                  <a:cubicBezTo>
                    <a:pt x="4849" y="11238"/>
                    <a:pt x="3860" y="11732"/>
                    <a:pt x="2895" y="12142"/>
                  </a:cubicBezTo>
                  <a:cubicBezTo>
                    <a:pt x="2251" y="12421"/>
                    <a:pt x="1622" y="12657"/>
                    <a:pt x="1059" y="12855"/>
                  </a:cubicBezTo>
                  <a:cubicBezTo>
                    <a:pt x="455" y="15348"/>
                    <a:pt x="49" y="18486"/>
                    <a:pt x="13" y="21895"/>
                  </a:cubicBezTo>
                  <a:cubicBezTo>
                    <a:pt x="1" y="23322"/>
                    <a:pt x="9" y="24615"/>
                    <a:pt x="33" y="25803"/>
                  </a:cubicBezTo>
                  <a:cubicBezTo>
                    <a:pt x="905" y="25600"/>
                    <a:pt x="2218" y="25276"/>
                    <a:pt x="3487" y="24895"/>
                  </a:cubicBezTo>
                  <a:cubicBezTo>
                    <a:pt x="4188" y="24684"/>
                    <a:pt x="4987" y="24538"/>
                    <a:pt x="5887" y="24413"/>
                  </a:cubicBezTo>
                  <a:cubicBezTo>
                    <a:pt x="7772" y="24161"/>
                    <a:pt x="10123" y="24036"/>
                    <a:pt x="13074" y="23760"/>
                  </a:cubicBezTo>
                  <a:cubicBezTo>
                    <a:pt x="17436" y="23355"/>
                    <a:pt x="20087" y="21401"/>
                    <a:pt x="21283" y="19325"/>
                  </a:cubicBezTo>
                  <a:cubicBezTo>
                    <a:pt x="22479" y="17254"/>
                    <a:pt x="21936" y="16200"/>
                    <a:pt x="21936" y="16200"/>
                  </a:cubicBezTo>
                  <a:cubicBezTo>
                    <a:pt x="22471" y="15563"/>
                    <a:pt x="22767" y="14756"/>
                    <a:pt x="22779" y="13925"/>
                  </a:cubicBezTo>
                  <a:cubicBezTo>
                    <a:pt x="22783" y="12543"/>
                    <a:pt x="21936" y="11566"/>
                    <a:pt x="21936" y="11566"/>
                  </a:cubicBezTo>
                  <a:cubicBezTo>
                    <a:pt x="21936" y="11566"/>
                    <a:pt x="22852" y="10585"/>
                    <a:pt x="22771" y="8680"/>
                  </a:cubicBezTo>
                  <a:cubicBezTo>
                    <a:pt x="22690" y="6774"/>
                    <a:pt x="21936" y="5960"/>
                    <a:pt x="21936" y="5960"/>
                  </a:cubicBezTo>
                  <a:cubicBezTo>
                    <a:pt x="21936" y="5960"/>
                    <a:pt x="22374" y="4415"/>
                    <a:pt x="21936" y="2291"/>
                  </a:cubicBezTo>
                  <a:cubicBezTo>
                    <a:pt x="21502" y="167"/>
                    <a:pt x="20136" y="1"/>
                    <a:pt x="20136" y="1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" name="Google Shape;5384;p73"/>
            <p:cNvSpPr/>
            <p:nvPr/>
          </p:nvSpPr>
          <p:spPr>
            <a:xfrm>
              <a:off x="2493260" y="3140942"/>
              <a:ext cx="408340" cy="462111"/>
            </a:xfrm>
            <a:custGeom>
              <a:avLst/>
              <a:gdLst/>
              <a:ahLst/>
              <a:cxnLst/>
              <a:rect l="l" t="t" r="r" b="b"/>
              <a:pathLst>
                <a:path w="23549" h="26650" extrusionOk="0">
                  <a:moveTo>
                    <a:pt x="20808" y="892"/>
                  </a:moveTo>
                  <a:cubicBezTo>
                    <a:pt x="21165" y="1095"/>
                    <a:pt x="21704" y="1585"/>
                    <a:pt x="21943" y="2761"/>
                  </a:cubicBezTo>
                  <a:cubicBezTo>
                    <a:pt x="22349" y="4763"/>
                    <a:pt x="21951" y="6247"/>
                    <a:pt x="21947" y="6263"/>
                  </a:cubicBezTo>
                  <a:lnTo>
                    <a:pt x="21903" y="6450"/>
                  </a:lnTo>
                  <a:lnTo>
                    <a:pt x="22028" y="6600"/>
                  </a:lnTo>
                  <a:cubicBezTo>
                    <a:pt x="22041" y="6604"/>
                    <a:pt x="22701" y="7374"/>
                    <a:pt x="22774" y="9097"/>
                  </a:cubicBezTo>
                  <a:cubicBezTo>
                    <a:pt x="22843" y="10820"/>
                    <a:pt x="22065" y="11687"/>
                    <a:pt x="22033" y="11720"/>
                  </a:cubicBezTo>
                  <a:lnTo>
                    <a:pt x="21818" y="11955"/>
                  </a:lnTo>
                  <a:lnTo>
                    <a:pt x="22024" y="12198"/>
                  </a:lnTo>
                  <a:cubicBezTo>
                    <a:pt x="22033" y="12210"/>
                    <a:pt x="22782" y="13110"/>
                    <a:pt x="22778" y="14322"/>
                  </a:cubicBezTo>
                  <a:cubicBezTo>
                    <a:pt x="22774" y="15530"/>
                    <a:pt x="22045" y="16341"/>
                    <a:pt x="22033" y="16357"/>
                  </a:cubicBezTo>
                  <a:lnTo>
                    <a:pt x="21862" y="16540"/>
                  </a:lnTo>
                  <a:lnTo>
                    <a:pt x="21976" y="16763"/>
                  </a:lnTo>
                  <a:cubicBezTo>
                    <a:pt x="21984" y="16775"/>
                    <a:pt x="22397" y="17695"/>
                    <a:pt x="21331" y="19552"/>
                  </a:cubicBezTo>
                  <a:cubicBezTo>
                    <a:pt x="19973" y="21915"/>
                    <a:pt x="17079" y="23468"/>
                    <a:pt x="13394" y="23808"/>
                  </a:cubicBezTo>
                  <a:cubicBezTo>
                    <a:pt x="12283" y="23914"/>
                    <a:pt x="11262" y="23995"/>
                    <a:pt x="10313" y="24072"/>
                  </a:cubicBezTo>
                  <a:cubicBezTo>
                    <a:pt x="8736" y="24197"/>
                    <a:pt x="7378" y="24303"/>
                    <a:pt x="6198" y="24465"/>
                  </a:cubicBezTo>
                  <a:cubicBezTo>
                    <a:pt x="5189" y="24599"/>
                    <a:pt x="4411" y="24753"/>
                    <a:pt x="3742" y="24955"/>
                  </a:cubicBezTo>
                  <a:cubicBezTo>
                    <a:pt x="2671" y="25280"/>
                    <a:pt x="1577" y="25559"/>
                    <a:pt x="738" y="25758"/>
                  </a:cubicBezTo>
                  <a:cubicBezTo>
                    <a:pt x="718" y="24692"/>
                    <a:pt x="718" y="23561"/>
                    <a:pt x="726" y="22304"/>
                  </a:cubicBezTo>
                  <a:cubicBezTo>
                    <a:pt x="762" y="19171"/>
                    <a:pt x="1103" y="16142"/>
                    <a:pt x="1719" y="13532"/>
                  </a:cubicBezTo>
                  <a:cubicBezTo>
                    <a:pt x="2311" y="13313"/>
                    <a:pt x="2874" y="13094"/>
                    <a:pt x="3385" y="12871"/>
                  </a:cubicBezTo>
                  <a:cubicBezTo>
                    <a:pt x="4524" y="12385"/>
                    <a:pt x="5477" y="11890"/>
                    <a:pt x="6219" y="11391"/>
                  </a:cubicBezTo>
                  <a:cubicBezTo>
                    <a:pt x="6563" y="11164"/>
                    <a:pt x="6892" y="10909"/>
                    <a:pt x="7191" y="10625"/>
                  </a:cubicBezTo>
                  <a:cubicBezTo>
                    <a:pt x="7998" y="9875"/>
                    <a:pt x="8732" y="8943"/>
                    <a:pt x="9441" y="8043"/>
                  </a:cubicBezTo>
                  <a:cubicBezTo>
                    <a:pt x="10544" y="6648"/>
                    <a:pt x="11679" y="5209"/>
                    <a:pt x="13045" y="4492"/>
                  </a:cubicBezTo>
                  <a:lnTo>
                    <a:pt x="13045" y="4492"/>
                  </a:lnTo>
                  <a:cubicBezTo>
                    <a:pt x="13037" y="4617"/>
                    <a:pt x="13033" y="4759"/>
                    <a:pt x="13033" y="4897"/>
                  </a:cubicBezTo>
                  <a:cubicBezTo>
                    <a:pt x="13025" y="5246"/>
                    <a:pt x="13183" y="5582"/>
                    <a:pt x="13459" y="5797"/>
                  </a:cubicBezTo>
                  <a:cubicBezTo>
                    <a:pt x="13655" y="5948"/>
                    <a:pt x="13893" y="6027"/>
                    <a:pt x="14136" y="6027"/>
                  </a:cubicBezTo>
                  <a:cubicBezTo>
                    <a:pt x="14239" y="6027"/>
                    <a:pt x="14342" y="6013"/>
                    <a:pt x="14444" y="5984"/>
                  </a:cubicBezTo>
                  <a:cubicBezTo>
                    <a:pt x="15307" y="5736"/>
                    <a:pt x="16454" y="5396"/>
                    <a:pt x="17010" y="5144"/>
                  </a:cubicBezTo>
                  <a:lnTo>
                    <a:pt x="17350" y="4966"/>
                  </a:lnTo>
                  <a:cubicBezTo>
                    <a:pt x="17971" y="4634"/>
                    <a:pt x="18834" y="4078"/>
                    <a:pt x="19292" y="3782"/>
                  </a:cubicBezTo>
                  <a:cubicBezTo>
                    <a:pt x="20135" y="3231"/>
                    <a:pt x="20679" y="2327"/>
                    <a:pt x="20772" y="1322"/>
                  </a:cubicBezTo>
                  <a:lnTo>
                    <a:pt x="20808" y="892"/>
                  </a:lnTo>
                  <a:close/>
                  <a:moveTo>
                    <a:pt x="20168" y="0"/>
                  </a:moveTo>
                  <a:lnTo>
                    <a:pt x="20062" y="1265"/>
                  </a:lnTo>
                  <a:cubicBezTo>
                    <a:pt x="19993" y="2047"/>
                    <a:pt x="19568" y="2753"/>
                    <a:pt x="18907" y="3182"/>
                  </a:cubicBezTo>
                  <a:cubicBezTo>
                    <a:pt x="18137" y="3685"/>
                    <a:pt x="17448" y="4107"/>
                    <a:pt x="17014" y="4346"/>
                  </a:cubicBezTo>
                  <a:lnTo>
                    <a:pt x="16718" y="4496"/>
                  </a:lnTo>
                  <a:cubicBezTo>
                    <a:pt x="16317" y="4678"/>
                    <a:pt x="15437" y="4962"/>
                    <a:pt x="14245" y="5303"/>
                  </a:cubicBezTo>
                  <a:cubicBezTo>
                    <a:pt x="14210" y="5313"/>
                    <a:pt x="14174" y="5318"/>
                    <a:pt x="14139" y="5318"/>
                  </a:cubicBezTo>
                  <a:cubicBezTo>
                    <a:pt x="14051" y="5318"/>
                    <a:pt x="13966" y="5287"/>
                    <a:pt x="13897" y="5230"/>
                  </a:cubicBezTo>
                  <a:cubicBezTo>
                    <a:pt x="13795" y="5153"/>
                    <a:pt x="13738" y="5035"/>
                    <a:pt x="13742" y="4913"/>
                  </a:cubicBezTo>
                  <a:cubicBezTo>
                    <a:pt x="13751" y="4427"/>
                    <a:pt x="13783" y="3961"/>
                    <a:pt x="13783" y="3953"/>
                  </a:cubicBezTo>
                  <a:lnTo>
                    <a:pt x="13819" y="3401"/>
                  </a:lnTo>
                  <a:lnTo>
                    <a:pt x="13305" y="3596"/>
                  </a:lnTo>
                  <a:cubicBezTo>
                    <a:pt x="11521" y="4265"/>
                    <a:pt x="10183" y="5959"/>
                    <a:pt x="8886" y="7601"/>
                  </a:cubicBezTo>
                  <a:cubicBezTo>
                    <a:pt x="8189" y="8485"/>
                    <a:pt x="7471" y="9397"/>
                    <a:pt x="6705" y="10110"/>
                  </a:cubicBezTo>
                  <a:cubicBezTo>
                    <a:pt x="6433" y="10366"/>
                    <a:pt x="6137" y="10597"/>
                    <a:pt x="5825" y="10800"/>
                  </a:cubicBezTo>
                  <a:cubicBezTo>
                    <a:pt x="5120" y="11270"/>
                    <a:pt x="4208" y="11752"/>
                    <a:pt x="3109" y="12218"/>
                  </a:cubicBezTo>
                  <a:cubicBezTo>
                    <a:pt x="2554" y="12458"/>
                    <a:pt x="1946" y="12697"/>
                    <a:pt x="1297" y="12924"/>
                  </a:cubicBezTo>
                  <a:lnTo>
                    <a:pt x="1115" y="12989"/>
                  </a:lnTo>
                  <a:lnTo>
                    <a:pt x="1070" y="13175"/>
                  </a:lnTo>
                  <a:cubicBezTo>
                    <a:pt x="418" y="15883"/>
                    <a:pt x="53" y="19033"/>
                    <a:pt x="16" y="22292"/>
                  </a:cubicBezTo>
                  <a:cubicBezTo>
                    <a:pt x="0" y="23735"/>
                    <a:pt x="8" y="25020"/>
                    <a:pt x="36" y="26216"/>
                  </a:cubicBezTo>
                  <a:lnTo>
                    <a:pt x="49" y="26650"/>
                  </a:lnTo>
                  <a:lnTo>
                    <a:pt x="470" y="26553"/>
                  </a:lnTo>
                  <a:cubicBezTo>
                    <a:pt x="1350" y="26346"/>
                    <a:pt x="2659" y="26022"/>
                    <a:pt x="3944" y="25641"/>
                  </a:cubicBezTo>
                  <a:cubicBezTo>
                    <a:pt x="4581" y="25450"/>
                    <a:pt x="5327" y="25296"/>
                    <a:pt x="6287" y="25170"/>
                  </a:cubicBezTo>
                  <a:cubicBezTo>
                    <a:pt x="7455" y="25012"/>
                    <a:pt x="8809" y="24903"/>
                    <a:pt x="10370" y="24781"/>
                  </a:cubicBezTo>
                  <a:cubicBezTo>
                    <a:pt x="11322" y="24704"/>
                    <a:pt x="12352" y="24619"/>
                    <a:pt x="13459" y="24518"/>
                  </a:cubicBezTo>
                  <a:cubicBezTo>
                    <a:pt x="17375" y="24153"/>
                    <a:pt x="20468" y="22475"/>
                    <a:pt x="21947" y="19904"/>
                  </a:cubicBezTo>
                  <a:cubicBezTo>
                    <a:pt x="22924" y="18202"/>
                    <a:pt x="22819" y="17123"/>
                    <a:pt x="22693" y="16674"/>
                  </a:cubicBezTo>
                  <a:cubicBezTo>
                    <a:pt x="23200" y="15997"/>
                    <a:pt x="23480" y="15174"/>
                    <a:pt x="23488" y="14326"/>
                  </a:cubicBezTo>
                  <a:cubicBezTo>
                    <a:pt x="23492" y="13220"/>
                    <a:pt x="23014" y="12364"/>
                    <a:pt x="22738" y="11971"/>
                  </a:cubicBezTo>
                  <a:cubicBezTo>
                    <a:pt x="23026" y="11545"/>
                    <a:pt x="23549" y="10637"/>
                    <a:pt x="23484" y="9073"/>
                  </a:cubicBezTo>
                  <a:cubicBezTo>
                    <a:pt x="23419" y="7508"/>
                    <a:pt x="22916" y="6616"/>
                    <a:pt x="22677" y="6276"/>
                  </a:cubicBezTo>
                  <a:cubicBezTo>
                    <a:pt x="22778" y="5797"/>
                    <a:pt x="23001" y="4411"/>
                    <a:pt x="22641" y="2623"/>
                  </a:cubicBezTo>
                  <a:cubicBezTo>
                    <a:pt x="22162" y="276"/>
                    <a:pt x="20602" y="57"/>
                    <a:pt x="20533" y="49"/>
                  </a:cubicBezTo>
                  <a:lnTo>
                    <a:pt x="20168" y="0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" name="Google Shape;5385;p73"/>
            <p:cNvSpPr/>
            <p:nvPr/>
          </p:nvSpPr>
          <p:spPr>
            <a:xfrm>
              <a:off x="2499433" y="3147896"/>
              <a:ext cx="396271" cy="447441"/>
            </a:xfrm>
            <a:custGeom>
              <a:avLst/>
              <a:gdLst/>
              <a:ahLst/>
              <a:cxnLst/>
              <a:rect l="l" t="t" r="r" b="b"/>
              <a:pathLst>
                <a:path w="22853" h="25804" extrusionOk="0">
                  <a:moveTo>
                    <a:pt x="20136" y="1"/>
                  </a:moveTo>
                  <a:cubicBezTo>
                    <a:pt x="20116" y="219"/>
                    <a:pt x="20087" y="548"/>
                    <a:pt x="20063" y="892"/>
                  </a:cubicBezTo>
                  <a:cubicBezTo>
                    <a:pt x="19986" y="1788"/>
                    <a:pt x="19500" y="2595"/>
                    <a:pt x="18746" y="3081"/>
                  </a:cubicBezTo>
                  <a:cubicBezTo>
                    <a:pt x="18105" y="3495"/>
                    <a:pt x="17347" y="3973"/>
                    <a:pt x="16824" y="4257"/>
                  </a:cubicBezTo>
                  <a:cubicBezTo>
                    <a:pt x="16585" y="6665"/>
                    <a:pt x="16617" y="9024"/>
                    <a:pt x="16171" y="11469"/>
                  </a:cubicBezTo>
                  <a:cubicBezTo>
                    <a:pt x="15726" y="13909"/>
                    <a:pt x="14716" y="16358"/>
                    <a:pt x="12795" y="17922"/>
                  </a:cubicBezTo>
                  <a:cubicBezTo>
                    <a:pt x="10561" y="19747"/>
                    <a:pt x="7500" y="20087"/>
                    <a:pt x="4630" y="20355"/>
                  </a:cubicBezTo>
                  <a:cubicBezTo>
                    <a:pt x="4415" y="20374"/>
                    <a:pt x="4190" y="20389"/>
                    <a:pt x="3965" y="20389"/>
                  </a:cubicBezTo>
                  <a:cubicBezTo>
                    <a:pt x="3300" y="20389"/>
                    <a:pt x="2643" y="20260"/>
                    <a:pt x="2279" y="19739"/>
                  </a:cubicBezTo>
                  <a:cubicBezTo>
                    <a:pt x="1055" y="17991"/>
                    <a:pt x="2315" y="14801"/>
                    <a:pt x="2895" y="12142"/>
                  </a:cubicBezTo>
                  <a:lnTo>
                    <a:pt x="2895" y="12142"/>
                  </a:lnTo>
                  <a:cubicBezTo>
                    <a:pt x="2251" y="12421"/>
                    <a:pt x="1622" y="12657"/>
                    <a:pt x="1059" y="12855"/>
                  </a:cubicBezTo>
                  <a:cubicBezTo>
                    <a:pt x="455" y="15348"/>
                    <a:pt x="49" y="18486"/>
                    <a:pt x="13" y="21895"/>
                  </a:cubicBezTo>
                  <a:cubicBezTo>
                    <a:pt x="1" y="23322"/>
                    <a:pt x="9" y="24615"/>
                    <a:pt x="33" y="25803"/>
                  </a:cubicBezTo>
                  <a:cubicBezTo>
                    <a:pt x="905" y="25600"/>
                    <a:pt x="2218" y="25276"/>
                    <a:pt x="3487" y="24895"/>
                  </a:cubicBezTo>
                  <a:cubicBezTo>
                    <a:pt x="4188" y="24684"/>
                    <a:pt x="4987" y="24538"/>
                    <a:pt x="5887" y="24413"/>
                  </a:cubicBezTo>
                  <a:cubicBezTo>
                    <a:pt x="7772" y="24161"/>
                    <a:pt x="10123" y="24036"/>
                    <a:pt x="13074" y="23760"/>
                  </a:cubicBezTo>
                  <a:cubicBezTo>
                    <a:pt x="17436" y="23355"/>
                    <a:pt x="20087" y="21401"/>
                    <a:pt x="21283" y="19325"/>
                  </a:cubicBezTo>
                  <a:cubicBezTo>
                    <a:pt x="22479" y="17254"/>
                    <a:pt x="21936" y="16200"/>
                    <a:pt x="21936" y="16200"/>
                  </a:cubicBezTo>
                  <a:cubicBezTo>
                    <a:pt x="22471" y="15563"/>
                    <a:pt x="22767" y="14756"/>
                    <a:pt x="22779" y="13925"/>
                  </a:cubicBezTo>
                  <a:cubicBezTo>
                    <a:pt x="22783" y="12543"/>
                    <a:pt x="21936" y="11566"/>
                    <a:pt x="21936" y="11566"/>
                  </a:cubicBezTo>
                  <a:cubicBezTo>
                    <a:pt x="21936" y="11566"/>
                    <a:pt x="22852" y="10585"/>
                    <a:pt x="22771" y="8680"/>
                  </a:cubicBezTo>
                  <a:cubicBezTo>
                    <a:pt x="22690" y="6774"/>
                    <a:pt x="21936" y="5960"/>
                    <a:pt x="21936" y="5960"/>
                  </a:cubicBezTo>
                  <a:cubicBezTo>
                    <a:pt x="21936" y="5960"/>
                    <a:pt x="22374" y="4415"/>
                    <a:pt x="21936" y="2291"/>
                  </a:cubicBezTo>
                  <a:cubicBezTo>
                    <a:pt x="21502" y="167"/>
                    <a:pt x="20136" y="1"/>
                    <a:pt x="20136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" name="Google Shape;5386;p73"/>
            <p:cNvSpPr/>
            <p:nvPr/>
          </p:nvSpPr>
          <p:spPr>
            <a:xfrm>
              <a:off x="2657661" y="3495320"/>
              <a:ext cx="145535" cy="29946"/>
            </a:xfrm>
            <a:custGeom>
              <a:avLst/>
              <a:gdLst/>
              <a:ahLst/>
              <a:cxnLst/>
              <a:rect l="l" t="t" r="r" b="b"/>
              <a:pathLst>
                <a:path w="8393" h="1727" extrusionOk="0">
                  <a:moveTo>
                    <a:pt x="8262" y="1"/>
                  </a:moveTo>
                  <a:cubicBezTo>
                    <a:pt x="8228" y="1"/>
                    <a:pt x="8190" y="11"/>
                    <a:pt x="8153" y="31"/>
                  </a:cubicBezTo>
                  <a:cubicBezTo>
                    <a:pt x="7573" y="388"/>
                    <a:pt x="6945" y="667"/>
                    <a:pt x="6296" y="866"/>
                  </a:cubicBezTo>
                  <a:cubicBezTo>
                    <a:pt x="5640" y="1069"/>
                    <a:pt x="4967" y="1202"/>
                    <a:pt x="4290" y="1279"/>
                  </a:cubicBezTo>
                  <a:cubicBezTo>
                    <a:pt x="3605" y="1361"/>
                    <a:pt x="2916" y="1405"/>
                    <a:pt x="2226" y="1409"/>
                  </a:cubicBezTo>
                  <a:cubicBezTo>
                    <a:pt x="1767" y="1420"/>
                    <a:pt x="1306" y="1422"/>
                    <a:pt x="843" y="1422"/>
                  </a:cubicBezTo>
                  <a:cubicBezTo>
                    <a:pt x="611" y="1422"/>
                    <a:pt x="379" y="1421"/>
                    <a:pt x="147" y="1421"/>
                  </a:cubicBezTo>
                  <a:cubicBezTo>
                    <a:pt x="74" y="1421"/>
                    <a:pt x="13" y="1454"/>
                    <a:pt x="5" y="1506"/>
                  </a:cubicBezTo>
                  <a:cubicBezTo>
                    <a:pt x="1" y="1555"/>
                    <a:pt x="58" y="1608"/>
                    <a:pt x="139" y="1612"/>
                  </a:cubicBezTo>
                  <a:cubicBezTo>
                    <a:pt x="832" y="1669"/>
                    <a:pt x="1525" y="1713"/>
                    <a:pt x="2226" y="1725"/>
                  </a:cubicBezTo>
                  <a:cubicBezTo>
                    <a:pt x="2297" y="1726"/>
                    <a:pt x="2367" y="1727"/>
                    <a:pt x="2437" y="1727"/>
                  </a:cubicBezTo>
                  <a:cubicBezTo>
                    <a:pt x="3068" y="1727"/>
                    <a:pt x="3699" y="1694"/>
                    <a:pt x="4330" y="1628"/>
                  </a:cubicBezTo>
                  <a:cubicBezTo>
                    <a:pt x="5032" y="1547"/>
                    <a:pt x="5725" y="1397"/>
                    <a:pt x="6398" y="1182"/>
                  </a:cubicBezTo>
                  <a:cubicBezTo>
                    <a:pt x="7067" y="959"/>
                    <a:pt x="7703" y="635"/>
                    <a:pt x="8283" y="225"/>
                  </a:cubicBezTo>
                  <a:cubicBezTo>
                    <a:pt x="8352" y="173"/>
                    <a:pt x="8392" y="104"/>
                    <a:pt x="8356" y="47"/>
                  </a:cubicBezTo>
                  <a:cubicBezTo>
                    <a:pt x="8338" y="16"/>
                    <a:pt x="8303" y="1"/>
                    <a:pt x="826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" name="Google Shape;5387;p73"/>
            <p:cNvSpPr/>
            <p:nvPr/>
          </p:nvSpPr>
          <p:spPr>
            <a:xfrm>
              <a:off x="2685717" y="3466761"/>
              <a:ext cx="106502" cy="26946"/>
            </a:xfrm>
            <a:custGeom>
              <a:avLst/>
              <a:gdLst/>
              <a:ahLst/>
              <a:cxnLst/>
              <a:rect l="l" t="t" r="r" b="b"/>
              <a:pathLst>
                <a:path w="6142" h="1554" extrusionOk="0">
                  <a:moveTo>
                    <a:pt x="6013" y="0"/>
                  </a:moveTo>
                  <a:cubicBezTo>
                    <a:pt x="5993" y="0"/>
                    <a:pt x="5974" y="5"/>
                    <a:pt x="5955" y="16"/>
                  </a:cubicBezTo>
                  <a:cubicBezTo>
                    <a:pt x="5505" y="247"/>
                    <a:pt x="5043" y="446"/>
                    <a:pt x="4569" y="620"/>
                  </a:cubicBezTo>
                  <a:cubicBezTo>
                    <a:pt x="4099" y="794"/>
                    <a:pt x="3616" y="932"/>
                    <a:pt x="3122" y="1029"/>
                  </a:cubicBezTo>
                  <a:cubicBezTo>
                    <a:pt x="2631" y="1143"/>
                    <a:pt x="2133" y="1212"/>
                    <a:pt x="1630" y="1236"/>
                  </a:cubicBezTo>
                  <a:cubicBezTo>
                    <a:pt x="1363" y="1255"/>
                    <a:pt x="1095" y="1264"/>
                    <a:pt x="826" y="1264"/>
                  </a:cubicBezTo>
                  <a:cubicBezTo>
                    <a:pt x="590" y="1264"/>
                    <a:pt x="354" y="1257"/>
                    <a:pt x="118" y="1244"/>
                  </a:cubicBezTo>
                  <a:cubicBezTo>
                    <a:pt x="115" y="1244"/>
                    <a:pt x="111" y="1244"/>
                    <a:pt x="108" y="1244"/>
                  </a:cubicBezTo>
                  <a:cubicBezTo>
                    <a:pt x="60" y="1244"/>
                    <a:pt x="20" y="1272"/>
                    <a:pt x="8" y="1317"/>
                  </a:cubicBezTo>
                  <a:cubicBezTo>
                    <a:pt x="0" y="1374"/>
                    <a:pt x="41" y="1423"/>
                    <a:pt x="98" y="1431"/>
                  </a:cubicBezTo>
                  <a:cubicBezTo>
                    <a:pt x="562" y="1512"/>
                    <a:pt x="1037" y="1553"/>
                    <a:pt x="1512" y="1553"/>
                  </a:cubicBezTo>
                  <a:cubicBezTo>
                    <a:pt x="1556" y="1553"/>
                    <a:pt x="1599" y="1553"/>
                    <a:pt x="1642" y="1552"/>
                  </a:cubicBezTo>
                  <a:cubicBezTo>
                    <a:pt x="2161" y="1536"/>
                    <a:pt x="2680" y="1479"/>
                    <a:pt x="3191" y="1378"/>
                  </a:cubicBezTo>
                  <a:cubicBezTo>
                    <a:pt x="3702" y="1268"/>
                    <a:pt x="4200" y="1118"/>
                    <a:pt x="4687" y="928"/>
                  </a:cubicBezTo>
                  <a:cubicBezTo>
                    <a:pt x="5169" y="733"/>
                    <a:pt x="5631" y="494"/>
                    <a:pt x="6065" y="210"/>
                  </a:cubicBezTo>
                  <a:cubicBezTo>
                    <a:pt x="6118" y="182"/>
                    <a:pt x="6142" y="117"/>
                    <a:pt x="6118" y="60"/>
                  </a:cubicBezTo>
                  <a:cubicBezTo>
                    <a:pt x="6093" y="22"/>
                    <a:pt x="6053" y="0"/>
                    <a:pt x="601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" name="Google Shape;5388;p73"/>
            <p:cNvSpPr/>
            <p:nvPr/>
          </p:nvSpPr>
          <p:spPr>
            <a:xfrm>
              <a:off x="2753412" y="3429948"/>
              <a:ext cx="45847" cy="23756"/>
            </a:xfrm>
            <a:custGeom>
              <a:avLst/>
              <a:gdLst/>
              <a:ahLst/>
              <a:cxnLst/>
              <a:rect l="l" t="t" r="r" b="b"/>
              <a:pathLst>
                <a:path w="2644" h="1370" extrusionOk="0">
                  <a:moveTo>
                    <a:pt x="2526" y="0"/>
                  </a:moveTo>
                  <a:cubicBezTo>
                    <a:pt x="2522" y="0"/>
                    <a:pt x="2517" y="1"/>
                    <a:pt x="2514" y="2"/>
                  </a:cubicBezTo>
                  <a:cubicBezTo>
                    <a:pt x="2299" y="75"/>
                    <a:pt x="2080" y="157"/>
                    <a:pt x="1869" y="250"/>
                  </a:cubicBezTo>
                  <a:lnTo>
                    <a:pt x="1241" y="534"/>
                  </a:lnTo>
                  <a:lnTo>
                    <a:pt x="624" y="846"/>
                  </a:lnTo>
                  <a:cubicBezTo>
                    <a:pt x="418" y="951"/>
                    <a:pt x="219" y="1069"/>
                    <a:pt x="25" y="1198"/>
                  </a:cubicBezTo>
                  <a:cubicBezTo>
                    <a:pt x="4" y="1206"/>
                    <a:pt x="0" y="1251"/>
                    <a:pt x="20" y="1296"/>
                  </a:cubicBezTo>
                  <a:cubicBezTo>
                    <a:pt x="39" y="1339"/>
                    <a:pt x="73" y="1370"/>
                    <a:pt x="95" y="1370"/>
                  </a:cubicBezTo>
                  <a:cubicBezTo>
                    <a:pt x="97" y="1370"/>
                    <a:pt x="99" y="1369"/>
                    <a:pt x="102" y="1369"/>
                  </a:cubicBezTo>
                  <a:cubicBezTo>
                    <a:pt x="325" y="1300"/>
                    <a:pt x="543" y="1215"/>
                    <a:pt x="758" y="1129"/>
                  </a:cubicBezTo>
                  <a:lnTo>
                    <a:pt x="1391" y="850"/>
                  </a:lnTo>
                  <a:lnTo>
                    <a:pt x="2007" y="546"/>
                  </a:lnTo>
                  <a:cubicBezTo>
                    <a:pt x="2218" y="440"/>
                    <a:pt x="2412" y="331"/>
                    <a:pt x="2611" y="209"/>
                  </a:cubicBezTo>
                  <a:cubicBezTo>
                    <a:pt x="2635" y="193"/>
                    <a:pt x="2643" y="140"/>
                    <a:pt x="2615" y="88"/>
                  </a:cubicBezTo>
                  <a:cubicBezTo>
                    <a:pt x="2594" y="38"/>
                    <a:pt x="2556" y="0"/>
                    <a:pt x="252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" name="Google Shape;5389;p73"/>
            <p:cNvSpPr/>
            <p:nvPr/>
          </p:nvSpPr>
          <p:spPr>
            <a:xfrm>
              <a:off x="2535778" y="3539294"/>
              <a:ext cx="94555" cy="23253"/>
            </a:xfrm>
            <a:custGeom>
              <a:avLst/>
              <a:gdLst/>
              <a:ahLst/>
              <a:cxnLst/>
              <a:rect l="l" t="t" r="r" b="b"/>
              <a:pathLst>
                <a:path w="5453" h="1341" extrusionOk="0">
                  <a:moveTo>
                    <a:pt x="3985" y="0"/>
                  </a:moveTo>
                  <a:cubicBezTo>
                    <a:pt x="3519" y="4"/>
                    <a:pt x="3057" y="45"/>
                    <a:pt x="2603" y="126"/>
                  </a:cubicBezTo>
                  <a:cubicBezTo>
                    <a:pt x="2149" y="215"/>
                    <a:pt x="1703" y="349"/>
                    <a:pt x="1273" y="515"/>
                  </a:cubicBezTo>
                  <a:cubicBezTo>
                    <a:pt x="844" y="689"/>
                    <a:pt x="434" y="908"/>
                    <a:pt x="53" y="1168"/>
                  </a:cubicBezTo>
                  <a:cubicBezTo>
                    <a:pt x="13" y="1196"/>
                    <a:pt x="1" y="1249"/>
                    <a:pt x="21" y="1289"/>
                  </a:cubicBezTo>
                  <a:cubicBezTo>
                    <a:pt x="40" y="1323"/>
                    <a:pt x="74" y="1341"/>
                    <a:pt x="108" y="1341"/>
                  </a:cubicBezTo>
                  <a:cubicBezTo>
                    <a:pt x="124" y="1341"/>
                    <a:pt x="140" y="1337"/>
                    <a:pt x="155" y="1330"/>
                  </a:cubicBezTo>
                  <a:cubicBezTo>
                    <a:pt x="552" y="1131"/>
                    <a:pt x="961" y="957"/>
                    <a:pt x="1379" y="811"/>
                  </a:cubicBezTo>
                  <a:cubicBezTo>
                    <a:pt x="1796" y="661"/>
                    <a:pt x="2230" y="547"/>
                    <a:pt x="2668" y="474"/>
                  </a:cubicBezTo>
                  <a:cubicBezTo>
                    <a:pt x="3102" y="385"/>
                    <a:pt x="3544" y="341"/>
                    <a:pt x="3990" y="333"/>
                  </a:cubicBezTo>
                  <a:cubicBezTo>
                    <a:pt x="4099" y="329"/>
                    <a:pt x="4209" y="327"/>
                    <a:pt x="4319" y="327"/>
                  </a:cubicBezTo>
                  <a:cubicBezTo>
                    <a:pt x="4655" y="327"/>
                    <a:pt x="4990" y="346"/>
                    <a:pt x="5323" y="385"/>
                  </a:cubicBezTo>
                  <a:cubicBezTo>
                    <a:pt x="5380" y="385"/>
                    <a:pt x="5429" y="349"/>
                    <a:pt x="5441" y="292"/>
                  </a:cubicBezTo>
                  <a:cubicBezTo>
                    <a:pt x="5453" y="231"/>
                    <a:pt x="5416" y="174"/>
                    <a:pt x="5360" y="162"/>
                  </a:cubicBezTo>
                  <a:cubicBezTo>
                    <a:pt x="4906" y="57"/>
                    <a:pt x="4448" y="0"/>
                    <a:pt x="398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" name="Google Shape;5390;p73"/>
            <p:cNvSpPr/>
            <p:nvPr/>
          </p:nvSpPr>
          <p:spPr>
            <a:xfrm>
              <a:off x="2789462" y="2690328"/>
              <a:ext cx="1096668" cy="1550387"/>
            </a:xfrm>
            <a:custGeom>
              <a:avLst/>
              <a:gdLst/>
              <a:ahLst/>
              <a:cxnLst/>
              <a:rect l="l" t="t" r="r" b="b"/>
              <a:pathLst>
                <a:path w="63245" h="89411" extrusionOk="0">
                  <a:moveTo>
                    <a:pt x="29877" y="1"/>
                  </a:moveTo>
                  <a:cubicBezTo>
                    <a:pt x="21249" y="1"/>
                    <a:pt x="14014" y="1807"/>
                    <a:pt x="10484" y="4344"/>
                  </a:cubicBezTo>
                  <a:cubicBezTo>
                    <a:pt x="8757" y="5588"/>
                    <a:pt x="7371" y="7465"/>
                    <a:pt x="6260" y="9735"/>
                  </a:cubicBezTo>
                  <a:cubicBezTo>
                    <a:pt x="3978" y="14414"/>
                    <a:pt x="2851" y="20770"/>
                    <a:pt x="2247" y="26798"/>
                  </a:cubicBezTo>
                  <a:cubicBezTo>
                    <a:pt x="1351" y="35757"/>
                    <a:pt x="2162" y="47853"/>
                    <a:pt x="1707" y="56002"/>
                  </a:cubicBezTo>
                  <a:cubicBezTo>
                    <a:pt x="1258" y="64150"/>
                    <a:pt x="1614" y="74896"/>
                    <a:pt x="1797" y="75525"/>
                  </a:cubicBezTo>
                  <a:cubicBezTo>
                    <a:pt x="1979" y="76153"/>
                    <a:pt x="1" y="80097"/>
                    <a:pt x="1797" y="82335"/>
                  </a:cubicBezTo>
                  <a:cubicBezTo>
                    <a:pt x="3588" y="84577"/>
                    <a:pt x="12458" y="89324"/>
                    <a:pt x="25443" y="89409"/>
                  </a:cubicBezTo>
                  <a:cubicBezTo>
                    <a:pt x="25579" y="89410"/>
                    <a:pt x="25715" y="89411"/>
                    <a:pt x="25853" y="89411"/>
                  </a:cubicBezTo>
                  <a:cubicBezTo>
                    <a:pt x="33566" y="89411"/>
                    <a:pt x="43646" y="87860"/>
                    <a:pt x="50820" y="86223"/>
                  </a:cubicBezTo>
                  <a:cubicBezTo>
                    <a:pt x="55733" y="85108"/>
                    <a:pt x="59272" y="83953"/>
                    <a:pt x="59746" y="83231"/>
                  </a:cubicBezTo>
                  <a:cubicBezTo>
                    <a:pt x="60824" y="81565"/>
                    <a:pt x="60605" y="80604"/>
                    <a:pt x="60439" y="75525"/>
                  </a:cubicBezTo>
                  <a:cubicBezTo>
                    <a:pt x="60423" y="75136"/>
                    <a:pt x="60403" y="74714"/>
                    <a:pt x="60378" y="74272"/>
                  </a:cubicBezTo>
                  <a:cubicBezTo>
                    <a:pt x="60018" y="68098"/>
                    <a:pt x="62527" y="60120"/>
                    <a:pt x="62888" y="47403"/>
                  </a:cubicBezTo>
                  <a:cubicBezTo>
                    <a:pt x="63245" y="34679"/>
                    <a:pt x="62349" y="18289"/>
                    <a:pt x="57691" y="11507"/>
                  </a:cubicBezTo>
                  <a:cubicBezTo>
                    <a:pt x="53037" y="4721"/>
                    <a:pt x="47954" y="2451"/>
                    <a:pt x="43539" y="1482"/>
                  </a:cubicBezTo>
                  <a:cubicBezTo>
                    <a:pt x="38829" y="450"/>
                    <a:pt x="34180" y="1"/>
                    <a:pt x="29877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" name="Google Shape;5391;p73"/>
            <p:cNvSpPr/>
            <p:nvPr/>
          </p:nvSpPr>
          <p:spPr>
            <a:xfrm>
              <a:off x="2791439" y="2683860"/>
              <a:ext cx="1098628" cy="1563080"/>
            </a:xfrm>
            <a:custGeom>
              <a:avLst/>
              <a:gdLst/>
              <a:ahLst/>
              <a:cxnLst/>
              <a:rect l="l" t="t" r="r" b="b"/>
              <a:pathLst>
                <a:path w="63358" h="90143" extrusionOk="0">
                  <a:moveTo>
                    <a:pt x="29565" y="777"/>
                  </a:moveTo>
                  <a:cubicBezTo>
                    <a:pt x="34316" y="777"/>
                    <a:pt x="39152" y="1283"/>
                    <a:pt x="43348" y="2195"/>
                  </a:cubicBezTo>
                  <a:cubicBezTo>
                    <a:pt x="46968" y="2990"/>
                    <a:pt x="52343" y="4875"/>
                    <a:pt x="57285" y="12071"/>
                  </a:cubicBezTo>
                  <a:cubicBezTo>
                    <a:pt x="59056" y="14657"/>
                    <a:pt x="63106" y="23304"/>
                    <a:pt x="62417" y="47760"/>
                  </a:cubicBezTo>
                  <a:cubicBezTo>
                    <a:pt x="62231" y="54364"/>
                    <a:pt x="61448" y="59784"/>
                    <a:pt x="60820" y="64142"/>
                  </a:cubicBezTo>
                  <a:cubicBezTo>
                    <a:pt x="60212" y="68350"/>
                    <a:pt x="59737" y="71662"/>
                    <a:pt x="59908" y="74661"/>
                  </a:cubicBezTo>
                  <a:cubicBezTo>
                    <a:pt x="59936" y="75103"/>
                    <a:pt x="59956" y="75521"/>
                    <a:pt x="59964" y="75910"/>
                  </a:cubicBezTo>
                  <a:cubicBezTo>
                    <a:pt x="59989" y="76595"/>
                    <a:pt x="60017" y="77207"/>
                    <a:pt x="60037" y="77754"/>
                  </a:cubicBezTo>
                  <a:cubicBezTo>
                    <a:pt x="60171" y="81233"/>
                    <a:pt x="60204" y="82060"/>
                    <a:pt x="59332" y="83409"/>
                  </a:cubicBezTo>
                  <a:cubicBezTo>
                    <a:pt x="59012" y="83896"/>
                    <a:pt x="56154" y="84990"/>
                    <a:pt x="50624" y="86247"/>
                  </a:cubicBezTo>
                  <a:cubicBezTo>
                    <a:pt x="44146" y="87727"/>
                    <a:pt x="33793" y="89429"/>
                    <a:pt x="25714" y="89429"/>
                  </a:cubicBezTo>
                  <a:lnTo>
                    <a:pt x="25337" y="89429"/>
                  </a:lnTo>
                  <a:cubicBezTo>
                    <a:pt x="12831" y="89344"/>
                    <a:pt x="3803" y="84792"/>
                    <a:pt x="1958" y="82485"/>
                  </a:cubicBezTo>
                  <a:cubicBezTo>
                    <a:pt x="779" y="81006"/>
                    <a:pt x="1423" y="78606"/>
                    <a:pt x="1808" y="77171"/>
                  </a:cubicBezTo>
                  <a:cubicBezTo>
                    <a:pt x="2011" y="76404"/>
                    <a:pt x="2096" y="76060"/>
                    <a:pt x="2027" y="75809"/>
                  </a:cubicBezTo>
                  <a:cubicBezTo>
                    <a:pt x="1857" y="75140"/>
                    <a:pt x="1504" y="64446"/>
                    <a:pt x="1950" y="56395"/>
                  </a:cubicBezTo>
                  <a:cubicBezTo>
                    <a:pt x="2137" y="52945"/>
                    <a:pt x="2100" y="48839"/>
                    <a:pt x="2064" y="44485"/>
                  </a:cubicBezTo>
                  <a:cubicBezTo>
                    <a:pt x="2019" y="38534"/>
                    <a:pt x="1970" y="32372"/>
                    <a:pt x="2481" y="27207"/>
                  </a:cubicBezTo>
                  <a:cubicBezTo>
                    <a:pt x="3227" y="19773"/>
                    <a:pt x="4528" y="14231"/>
                    <a:pt x="6466" y="10267"/>
                  </a:cubicBezTo>
                  <a:cubicBezTo>
                    <a:pt x="7613" y="7911"/>
                    <a:pt x="9004" y="6144"/>
                    <a:pt x="10581" y="5009"/>
                  </a:cubicBezTo>
                  <a:cubicBezTo>
                    <a:pt x="14675" y="2066"/>
                    <a:pt x="22000" y="777"/>
                    <a:pt x="29565" y="777"/>
                  </a:cubicBezTo>
                  <a:close/>
                  <a:moveTo>
                    <a:pt x="29705" y="0"/>
                  </a:moveTo>
                  <a:cubicBezTo>
                    <a:pt x="20930" y="0"/>
                    <a:pt x="13703" y="1882"/>
                    <a:pt x="10163" y="4429"/>
                  </a:cubicBezTo>
                  <a:cubicBezTo>
                    <a:pt x="8489" y="5637"/>
                    <a:pt x="7030" y="7494"/>
                    <a:pt x="5826" y="9958"/>
                  </a:cubicBezTo>
                  <a:cubicBezTo>
                    <a:pt x="3856" y="13996"/>
                    <a:pt x="2530" y="19615"/>
                    <a:pt x="1776" y="27134"/>
                  </a:cubicBezTo>
                  <a:cubicBezTo>
                    <a:pt x="1253" y="32336"/>
                    <a:pt x="1306" y="38518"/>
                    <a:pt x="1354" y="44497"/>
                  </a:cubicBezTo>
                  <a:cubicBezTo>
                    <a:pt x="1391" y="48835"/>
                    <a:pt x="1427" y="52929"/>
                    <a:pt x="1241" y="56354"/>
                  </a:cubicBezTo>
                  <a:cubicBezTo>
                    <a:pt x="803" y="64300"/>
                    <a:pt x="1131" y="75261"/>
                    <a:pt x="1334" y="75987"/>
                  </a:cubicBezTo>
                  <a:cubicBezTo>
                    <a:pt x="1358" y="76113"/>
                    <a:pt x="1225" y="76599"/>
                    <a:pt x="1119" y="76984"/>
                  </a:cubicBezTo>
                  <a:cubicBezTo>
                    <a:pt x="698" y="78549"/>
                    <a:pt x="0" y="81168"/>
                    <a:pt x="1403" y="82927"/>
                  </a:cubicBezTo>
                  <a:cubicBezTo>
                    <a:pt x="3385" y="85400"/>
                    <a:pt x="12429" y="90050"/>
                    <a:pt x="25325" y="90143"/>
                  </a:cubicBezTo>
                  <a:lnTo>
                    <a:pt x="25714" y="90143"/>
                  </a:lnTo>
                  <a:cubicBezTo>
                    <a:pt x="33854" y="90143"/>
                    <a:pt x="44268" y="88432"/>
                    <a:pt x="50783" y="86944"/>
                  </a:cubicBezTo>
                  <a:cubicBezTo>
                    <a:pt x="53896" y="86235"/>
                    <a:pt x="59219" y="84893"/>
                    <a:pt x="59928" y="83799"/>
                  </a:cubicBezTo>
                  <a:cubicBezTo>
                    <a:pt x="60921" y="82262"/>
                    <a:pt x="60885" y="81306"/>
                    <a:pt x="60743" y="77730"/>
                  </a:cubicBezTo>
                  <a:cubicBezTo>
                    <a:pt x="60727" y="77183"/>
                    <a:pt x="60698" y="76575"/>
                    <a:pt x="60678" y="75890"/>
                  </a:cubicBezTo>
                  <a:cubicBezTo>
                    <a:pt x="60670" y="75500"/>
                    <a:pt x="60641" y="75075"/>
                    <a:pt x="60617" y="74629"/>
                  </a:cubicBezTo>
                  <a:cubicBezTo>
                    <a:pt x="60451" y="71698"/>
                    <a:pt x="60921" y="68414"/>
                    <a:pt x="61525" y="64251"/>
                  </a:cubicBezTo>
                  <a:cubicBezTo>
                    <a:pt x="62154" y="59877"/>
                    <a:pt x="62940" y="54429"/>
                    <a:pt x="63126" y="47785"/>
                  </a:cubicBezTo>
                  <a:cubicBezTo>
                    <a:pt x="63358" y="39572"/>
                    <a:pt x="63313" y="19603"/>
                    <a:pt x="57873" y="11677"/>
                  </a:cubicBezTo>
                  <a:cubicBezTo>
                    <a:pt x="52789" y="4267"/>
                    <a:pt x="47235" y="2325"/>
                    <a:pt x="43502" y="1506"/>
                  </a:cubicBezTo>
                  <a:cubicBezTo>
                    <a:pt x="38699" y="454"/>
                    <a:pt x="34015" y="0"/>
                    <a:pt x="2970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" name="Google Shape;5392;p73"/>
            <p:cNvSpPr/>
            <p:nvPr/>
          </p:nvSpPr>
          <p:spPr>
            <a:xfrm>
              <a:off x="3165965" y="3038255"/>
              <a:ext cx="63759" cy="1146833"/>
            </a:xfrm>
            <a:custGeom>
              <a:avLst/>
              <a:gdLst/>
              <a:ahLst/>
              <a:cxnLst/>
              <a:rect l="l" t="t" r="r" b="b"/>
              <a:pathLst>
                <a:path w="3677" h="66138" extrusionOk="0">
                  <a:moveTo>
                    <a:pt x="2900" y="0"/>
                  </a:moveTo>
                  <a:cubicBezTo>
                    <a:pt x="2571" y="0"/>
                    <a:pt x="2276" y="228"/>
                    <a:pt x="2205" y="563"/>
                  </a:cubicBezTo>
                  <a:cubicBezTo>
                    <a:pt x="276" y="9469"/>
                    <a:pt x="73" y="27055"/>
                    <a:pt x="33" y="42840"/>
                  </a:cubicBezTo>
                  <a:cubicBezTo>
                    <a:pt x="0" y="56907"/>
                    <a:pt x="1111" y="65432"/>
                    <a:pt x="1127" y="65521"/>
                  </a:cubicBezTo>
                  <a:cubicBezTo>
                    <a:pt x="1168" y="65874"/>
                    <a:pt x="1468" y="66137"/>
                    <a:pt x="1824" y="66137"/>
                  </a:cubicBezTo>
                  <a:lnTo>
                    <a:pt x="1922" y="66133"/>
                  </a:lnTo>
                  <a:cubicBezTo>
                    <a:pt x="2311" y="66081"/>
                    <a:pt x="2586" y="65724"/>
                    <a:pt x="2534" y="65331"/>
                  </a:cubicBezTo>
                  <a:cubicBezTo>
                    <a:pt x="2522" y="65250"/>
                    <a:pt x="1419" y="56814"/>
                    <a:pt x="1455" y="42840"/>
                  </a:cubicBezTo>
                  <a:cubicBezTo>
                    <a:pt x="1492" y="27132"/>
                    <a:pt x="1695" y="9640"/>
                    <a:pt x="3596" y="863"/>
                  </a:cubicBezTo>
                  <a:cubicBezTo>
                    <a:pt x="3677" y="478"/>
                    <a:pt x="3430" y="97"/>
                    <a:pt x="3049" y="16"/>
                  </a:cubicBezTo>
                  <a:cubicBezTo>
                    <a:pt x="2999" y="5"/>
                    <a:pt x="2949" y="0"/>
                    <a:pt x="29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" name="Google Shape;5393;p73"/>
            <p:cNvSpPr/>
            <p:nvPr/>
          </p:nvSpPr>
          <p:spPr>
            <a:xfrm>
              <a:off x="3159844" y="3032116"/>
              <a:ext cx="76573" cy="1159162"/>
            </a:xfrm>
            <a:custGeom>
              <a:avLst/>
              <a:gdLst/>
              <a:ahLst/>
              <a:cxnLst/>
              <a:rect l="l" t="t" r="r" b="b"/>
              <a:pathLst>
                <a:path w="4416" h="66849" extrusionOk="0">
                  <a:moveTo>
                    <a:pt x="3252" y="710"/>
                  </a:moveTo>
                  <a:lnTo>
                    <a:pt x="3325" y="718"/>
                  </a:lnTo>
                  <a:cubicBezTo>
                    <a:pt x="3515" y="759"/>
                    <a:pt x="3637" y="945"/>
                    <a:pt x="3596" y="1140"/>
                  </a:cubicBezTo>
                  <a:cubicBezTo>
                    <a:pt x="1691" y="9945"/>
                    <a:pt x="1488" y="27461"/>
                    <a:pt x="1456" y="43190"/>
                  </a:cubicBezTo>
                  <a:cubicBezTo>
                    <a:pt x="1419" y="57233"/>
                    <a:pt x="2522" y="65652"/>
                    <a:pt x="2534" y="65733"/>
                  </a:cubicBezTo>
                  <a:cubicBezTo>
                    <a:pt x="2558" y="65924"/>
                    <a:pt x="2425" y="66106"/>
                    <a:pt x="2230" y="66131"/>
                  </a:cubicBezTo>
                  <a:cubicBezTo>
                    <a:pt x="2213" y="66133"/>
                    <a:pt x="2196" y="66134"/>
                    <a:pt x="2179" y="66134"/>
                  </a:cubicBezTo>
                  <a:cubicBezTo>
                    <a:pt x="2005" y="66134"/>
                    <a:pt x="1855" y="66004"/>
                    <a:pt x="1829" y="65827"/>
                  </a:cubicBezTo>
                  <a:cubicBezTo>
                    <a:pt x="1817" y="65742"/>
                    <a:pt x="710" y="57172"/>
                    <a:pt x="738" y="43194"/>
                  </a:cubicBezTo>
                  <a:cubicBezTo>
                    <a:pt x="779" y="27429"/>
                    <a:pt x="981" y="9864"/>
                    <a:pt x="2903" y="994"/>
                  </a:cubicBezTo>
                  <a:cubicBezTo>
                    <a:pt x="2939" y="828"/>
                    <a:pt x="3085" y="710"/>
                    <a:pt x="3252" y="710"/>
                  </a:cubicBezTo>
                  <a:close/>
                  <a:moveTo>
                    <a:pt x="3246" y="0"/>
                  </a:moveTo>
                  <a:cubicBezTo>
                    <a:pt x="2756" y="0"/>
                    <a:pt x="2315" y="341"/>
                    <a:pt x="2210" y="840"/>
                  </a:cubicBezTo>
                  <a:cubicBezTo>
                    <a:pt x="272" y="9783"/>
                    <a:pt x="69" y="27388"/>
                    <a:pt x="29" y="43194"/>
                  </a:cubicBezTo>
                  <a:cubicBezTo>
                    <a:pt x="0" y="57293"/>
                    <a:pt x="1115" y="65839"/>
                    <a:pt x="1123" y="65920"/>
                  </a:cubicBezTo>
                  <a:cubicBezTo>
                    <a:pt x="1196" y="66447"/>
                    <a:pt x="1646" y="66840"/>
                    <a:pt x="2177" y="66848"/>
                  </a:cubicBezTo>
                  <a:lnTo>
                    <a:pt x="2319" y="66836"/>
                  </a:lnTo>
                  <a:cubicBezTo>
                    <a:pt x="2903" y="66759"/>
                    <a:pt x="3312" y="66224"/>
                    <a:pt x="3239" y="65640"/>
                  </a:cubicBezTo>
                  <a:cubicBezTo>
                    <a:pt x="3227" y="65555"/>
                    <a:pt x="2129" y="57188"/>
                    <a:pt x="2165" y="43198"/>
                  </a:cubicBezTo>
                  <a:cubicBezTo>
                    <a:pt x="2198" y="27506"/>
                    <a:pt x="2400" y="10034"/>
                    <a:pt x="4293" y="1290"/>
                  </a:cubicBezTo>
                  <a:cubicBezTo>
                    <a:pt x="4415" y="714"/>
                    <a:pt x="4050" y="147"/>
                    <a:pt x="3475" y="25"/>
                  </a:cubicBezTo>
                  <a:cubicBezTo>
                    <a:pt x="3398" y="8"/>
                    <a:pt x="3321" y="0"/>
                    <a:pt x="324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" name="Google Shape;5394;p73"/>
            <p:cNvSpPr/>
            <p:nvPr/>
          </p:nvSpPr>
          <p:spPr>
            <a:xfrm>
              <a:off x="3188109" y="3091541"/>
              <a:ext cx="37836" cy="16525"/>
            </a:xfrm>
            <a:custGeom>
              <a:avLst/>
              <a:gdLst/>
              <a:ahLst/>
              <a:cxnLst/>
              <a:rect l="l" t="t" r="r" b="b"/>
              <a:pathLst>
                <a:path w="2182" h="953" extrusionOk="0">
                  <a:moveTo>
                    <a:pt x="404" y="0"/>
                  </a:moveTo>
                  <a:cubicBezTo>
                    <a:pt x="278" y="0"/>
                    <a:pt x="157" y="67"/>
                    <a:pt x="93" y="186"/>
                  </a:cubicBezTo>
                  <a:cubicBezTo>
                    <a:pt x="0" y="356"/>
                    <a:pt x="61" y="571"/>
                    <a:pt x="235" y="668"/>
                  </a:cubicBezTo>
                  <a:cubicBezTo>
                    <a:pt x="260" y="680"/>
                    <a:pt x="754" y="952"/>
                    <a:pt x="1516" y="952"/>
                  </a:cubicBezTo>
                  <a:lnTo>
                    <a:pt x="1845" y="936"/>
                  </a:lnTo>
                  <a:cubicBezTo>
                    <a:pt x="2039" y="911"/>
                    <a:pt x="2181" y="737"/>
                    <a:pt x="2165" y="547"/>
                  </a:cubicBezTo>
                  <a:cubicBezTo>
                    <a:pt x="2146" y="361"/>
                    <a:pt x="1992" y="224"/>
                    <a:pt x="1813" y="224"/>
                  </a:cubicBezTo>
                  <a:cubicBezTo>
                    <a:pt x="1800" y="224"/>
                    <a:pt x="1788" y="225"/>
                    <a:pt x="1776" y="226"/>
                  </a:cubicBezTo>
                  <a:cubicBezTo>
                    <a:pt x="1689" y="235"/>
                    <a:pt x="1606" y="239"/>
                    <a:pt x="1526" y="239"/>
                  </a:cubicBezTo>
                  <a:cubicBezTo>
                    <a:pt x="955" y="239"/>
                    <a:pt x="583" y="48"/>
                    <a:pt x="576" y="44"/>
                  </a:cubicBezTo>
                  <a:cubicBezTo>
                    <a:pt x="521" y="15"/>
                    <a:pt x="462" y="0"/>
                    <a:pt x="40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" name="Google Shape;5395;p73"/>
            <p:cNvSpPr/>
            <p:nvPr/>
          </p:nvSpPr>
          <p:spPr>
            <a:xfrm>
              <a:off x="3183670" y="3125041"/>
              <a:ext cx="37767" cy="16629"/>
            </a:xfrm>
            <a:custGeom>
              <a:avLst/>
              <a:gdLst/>
              <a:ahLst/>
              <a:cxnLst/>
              <a:rect l="l" t="t" r="r" b="b"/>
              <a:pathLst>
                <a:path w="2178" h="959" extrusionOk="0">
                  <a:moveTo>
                    <a:pt x="405" y="1"/>
                  </a:moveTo>
                  <a:cubicBezTo>
                    <a:pt x="283" y="1"/>
                    <a:pt x="164" y="63"/>
                    <a:pt x="98" y="175"/>
                  </a:cubicBezTo>
                  <a:cubicBezTo>
                    <a:pt x="1" y="338"/>
                    <a:pt x="49" y="552"/>
                    <a:pt x="211" y="654"/>
                  </a:cubicBezTo>
                  <a:cubicBezTo>
                    <a:pt x="236" y="670"/>
                    <a:pt x="730" y="958"/>
                    <a:pt x="1468" y="958"/>
                  </a:cubicBezTo>
                  <a:cubicBezTo>
                    <a:pt x="1485" y="958"/>
                    <a:pt x="1501" y="959"/>
                    <a:pt x="1518" y="959"/>
                  </a:cubicBezTo>
                  <a:cubicBezTo>
                    <a:pt x="1627" y="959"/>
                    <a:pt x="1736" y="948"/>
                    <a:pt x="1845" y="933"/>
                  </a:cubicBezTo>
                  <a:cubicBezTo>
                    <a:pt x="2040" y="909"/>
                    <a:pt x="2178" y="731"/>
                    <a:pt x="2153" y="532"/>
                  </a:cubicBezTo>
                  <a:cubicBezTo>
                    <a:pt x="2127" y="356"/>
                    <a:pt x="1973" y="225"/>
                    <a:pt x="1797" y="225"/>
                  </a:cubicBezTo>
                  <a:cubicBezTo>
                    <a:pt x="1782" y="225"/>
                    <a:pt x="1767" y="226"/>
                    <a:pt x="1752" y="228"/>
                  </a:cubicBezTo>
                  <a:cubicBezTo>
                    <a:pt x="1654" y="243"/>
                    <a:pt x="1555" y="250"/>
                    <a:pt x="1456" y="250"/>
                  </a:cubicBezTo>
                  <a:cubicBezTo>
                    <a:pt x="1153" y="250"/>
                    <a:pt x="852" y="180"/>
                    <a:pt x="576" y="46"/>
                  </a:cubicBezTo>
                  <a:cubicBezTo>
                    <a:pt x="522" y="15"/>
                    <a:pt x="463" y="1"/>
                    <a:pt x="40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" name="Google Shape;5396;p73"/>
            <p:cNvSpPr/>
            <p:nvPr/>
          </p:nvSpPr>
          <p:spPr>
            <a:xfrm>
              <a:off x="3179525" y="3159635"/>
              <a:ext cx="37975" cy="17167"/>
            </a:xfrm>
            <a:custGeom>
              <a:avLst/>
              <a:gdLst/>
              <a:ahLst/>
              <a:cxnLst/>
              <a:rect l="l" t="t" r="r" b="b"/>
              <a:pathLst>
                <a:path w="2190" h="990" extrusionOk="0">
                  <a:moveTo>
                    <a:pt x="405" y="1"/>
                  </a:moveTo>
                  <a:cubicBezTo>
                    <a:pt x="293" y="1"/>
                    <a:pt x="183" y="55"/>
                    <a:pt x="118" y="155"/>
                  </a:cubicBezTo>
                  <a:cubicBezTo>
                    <a:pt x="0" y="313"/>
                    <a:pt x="37" y="536"/>
                    <a:pt x="203" y="645"/>
                  </a:cubicBezTo>
                  <a:cubicBezTo>
                    <a:pt x="570" y="872"/>
                    <a:pt x="995" y="990"/>
                    <a:pt x="1426" y="990"/>
                  </a:cubicBezTo>
                  <a:cubicBezTo>
                    <a:pt x="1433" y="990"/>
                    <a:pt x="1440" y="990"/>
                    <a:pt x="1448" y="990"/>
                  </a:cubicBezTo>
                  <a:cubicBezTo>
                    <a:pt x="1590" y="990"/>
                    <a:pt x="1727" y="977"/>
                    <a:pt x="1865" y="957"/>
                  </a:cubicBezTo>
                  <a:cubicBezTo>
                    <a:pt x="2056" y="925"/>
                    <a:pt x="2190" y="742"/>
                    <a:pt x="2157" y="552"/>
                  </a:cubicBezTo>
                  <a:cubicBezTo>
                    <a:pt x="2132" y="377"/>
                    <a:pt x="1982" y="251"/>
                    <a:pt x="1810" y="251"/>
                  </a:cubicBezTo>
                  <a:cubicBezTo>
                    <a:pt x="1791" y="251"/>
                    <a:pt x="1771" y="253"/>
                    <a:pt x="1752" y="256"/>
                  </a:cubicBezTo>
                  <a:cubicBezTo>
                    <a:pt x="1643" y="274"/>
                    <a:pt x="1539" y="282"/>
                    <a:pt x="1443" y="282"/>
                  </a:cubicBezTo>
                  <a:cubicBezTo>
                    <a:pt x="944" y="282"/>
                    <a:pt x="626" y="76"/>
                    <a:pt x="609" y="65"/>
                  </a:cubicBezTo>
                  <a:cubicBezTo>
                    <a:pt x="546" y="22"/>
                    <a:pt x="475" y="1"/>
                    <a:pt x="40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" name="Google Shape;5397;p73"/>
            <p:cNvSpPr/>
            <p:nvPr/>
          </p:nvSpPr>
          <p:spPr>
            <a:xfrm>
              <a:off x="3176005" y="3196586"/>
              <a:ext cx="38686" cy="14514"/>
            </a:xfrm>
            <a:custGeom>
              <a:avLst/>
              <a:gdLst/>
              <a:ahLst/>
              <a:cxnLst/>
              <a:rect l="l" t="t" r="r" b="b"/>
              <a:pathLst>
                <a:path w="2231" h="837" extrusionOk="0">
                  <a:moveTo>
                    <a:pt x="409" y="0"/>
                  </a:moveTo>
                  <a:cubicBezTo>
                    <a:pt x="274" y="0"/>
                    <a:pt x="146" y="77"/>
                    <a:pt x="86" y="209"/>
                  </a:cubicBezTo>
                  <a:cubicBezTo>
                    <a:pt x="1" y="387"/>
                    <a:pt x="78" y="598"/>
                    <a:pt x="260" y="679"/>
                  </a:cubicBezTo>
                  <a:cubicBezTo>
                    <a:pt x="276" y="691"/>
                    <a:pt x="605" y="837"/>
                    <a:pt x="1099" y="837"/>
                  </a:cubicBezTo>
                  <a:cubicBezTo>
                    <a:pt x="1387" y="837"/>
                    <a:pt x="1675" y="788"/>
                    <a:pt x="1947" y="695"/>
                  </a:cubicBezTo>
                  <a:cubicBezTo>
                    <a:pt x="2129" y="630"/>
                    <a:pt x="2230" y="427"/>
                    <a:pt x="2170" y="245"/>
                  </a:cubicBezTo>
                  <a:cubicBezTo>
                    <a:pt x="2118" y="94"/>
                    <a:pt x="1981" y="2"/>
                    <a:pt x="1835" y="2"/>
                  </a:cubicBezTo>
                  <a:cubicBezTo>
                    <a:pt x="1797" y="2"/>
                    <a:pt x="1758" y="9"/>
                    <a:pt x="1720" y="22"/>
                  </a:cubicBezTo>
                  <a:cubicBezTo>
                    <a:pt x="1484" y="101"/>
                    <a:pt x="1272" y="127"/>
                    <a:pt x="1095" y="127"/>
                  </a:cubicBezTo>
                  <a:cubicBezTo>
                    <a:pt x="773" y="127"/>
                    <a:pt x="568" y="41"/>
                    <a:pt x="552" y="30"/>
                  </a:cubicBezTo>
                  <a:cubicBezTo>
                    <a:pt x="505" y="10"/>
                    <a:pt x="457" y="0"/>
                    <a:pt x="40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" name="Google Shape;5398;p73"/>
            <p:cNvSpPr/>
            <p:nvPr/>
          </p:nvSpPr>
          <p:spPr>
            <a:xfrm>
              <a:off x="3173058" y="3233937"/>
              <a:ext cx="38755" cy="15277"/>
            </a:xfrm>
            <a:custGeom>
              <a:avLst/>
              <a:gdLst/>
              <a:ahLst/>
              <a:cxnLst/>
              <a:rect l="l" t="t" r="r" b="b"/>
              <a:pathLst>
                <a:path w="2235" h="881" extrusionOk="0">
                  <a:moveTo>
                    <a:pt x="1828" y="0"/>
                  </a:moveTo>
                  <a:cubicBezTo>
                    <a:pt x="1782" y="0"/>
                    <a:pt x="1736" y="10"/>
                    <a:pt x="1691" y="29"/>
                  </a:cubicBezTo>
                  <a:cubicBezTo>
                    <a:pt x="1441" y="138"/>
                    <a:pt x="1230" y="173"/>
                    <a:pt x="1062" y="173"/>
                  </a:cubicBezTo>
                  <a:cubicBezTo>
                    <a:pt x="781" y="173"/>
                    <a:pt x="622" y="75"/>
                    <a:pt x="605" y="65"/>
                  </a:cubicBezTo>
                  <a:cubicBezTo>
                    <a:pt x="544" y="22"/>
                    <a:pt x="474" y="1"/>
                    <a:pt x="404" y="1"/>
                  </a:cubicBezTo>
                  <a:cubicBezTo>
                    <a:pt x="291" y="1"/>
                    <a:pt x="180" y="55"/>
                    <a:pt x="110" y="154"/>
                  </a:cubicBezTo>
                  <a:cubicBezTo>
                    <a:pt x="1" y="317"/>
                    <a:pt x="41" y="536"/>
                    <a:pt x="199" y="649"/>
                  </a:cubicBezTo>
                  <a:cubicBezTo>
                    <a:pt x="219" y="661"/>
                    <a:pt x="540" y="880"/>
                    <a:pt x="1071" y="880"/>
                  </a:cubicBezTo>
                  <a:cubicBezTo>
                    <a:pt x="1383" y="876"/>
                    <a:pt x="1687" y="811"/>
                    <a:pt x="1971" y="685"/>
                  </a:cubicBezTo>
                  <a:cubicBezTo>
                    <a:pt x="2149" y="608"/>
                    <a:pt x="2234" y="398"/>
                    <a:pt x="2157" y="219"/>
                  </a:cubicBezTo>
                  <a:cubicBezTo>
                    <a:pt x="2099" y="82"/>
                    <a:pt x="1966" y="0"/>
                    <a:pt x="182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" name="Google Shape;5399;p73"/>
            <p:cNvSpPr/>
            <p:nvPr/>
          </p:nvSpPr>
          <p:spPr>
            <a:xfrm>
              <a:off x="3169884" y="3266883"/>
              <a:ext cx="39466" cy="17617"/>
            </a:xfrm>
            <a:custGeom>
              <a:avLst/>
              <a:gdLst/>
              <a:ahLst/>
              <a:cxnLst/>
              <a:rect l="l" t="t" r="r" b="b"/>
              <a:pathLst>
                <a:path w="2276" h="1016" extrusionOk="0">
                  <a:moveTo>
                    <a:pt x="480" y="1"/>
                  </a:moveTo>
                  <a:cubicBezTo>
                    <a:pt x="229" y="1"/>
                    <a:pt x="0" y="288"/>
                    <a:pt x="179" y="557"/>
                  </a:cubicBezTo>
                  <a:cubicBezTo>
                    <a:pt x="334" y="756"/>
                    <a:pt x="694" y="1015"/>
                    <a:pt x="1205" y="1015"/>
                  </a:cubicBezTo>
                  <a:cubicBezTo>
                    <a:pt x="1493" y="1011"/>
                    <a:pt x="1781" y="938"/>
                    <a:pt x="2036" y="800"/>
                  </a:cubicBezTo>
                  <a:cubicBezTo>
                    <a:pt x="2206" y="711"/>
                    <a:pt x="2275" y="500"/>
                    <a:pt x="2186" y="326"/>
                  </a:cubicBezTo>
                  <a:cubicBezTo>
                    <a:pt x="2125" y="204"/>
                    <a:pt x="2000" y="132"/>
                    <a:pt x="1870" y="132"/>
                  </a:cubicBezTo>
                  <a:cubicBezTo>
                    <a:pt x="1818" y="132"/>
                    <a:pt x="1766" y="144"/>
                    <a:pt x="1716" y="168"/>
                  </a:cubicBezTo>
                  <a:cubicBezTo>
                    <a:pt x="1510" y="272"/>
                    <a:pt x="1338" y="308"/>
                    <a:pt x="1200" y="308"/>
                  </a:cubicBezTo>
                  <a:cubicBezTo>
                    <a:pt x="910" y="308"/>
                    <a:pt x="764" y="151"/>
                    <a:pt x="739" y="123"/>
                  </a:cubicBezTo>
                  <a:cubicBezTo>
                    <a:pt x="661" y="37"/>
                    <a:pt x="569" y="1"/>
                    <a:pt x="4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" name="Google Shape;5400;p73"/>
            <p:cNvSpPr/>
            <p:nvPr/>
          </p:nvSpPr>
          <p:spPr>
            <a:xfrm>
              <a:off x="3168202" y="3314585"/>
              <a:ext cx="35738" cy="14271"/>
            </a:xfrm>
            <a:custGeom>
              <a:avLst/>
              <a:gdLst/>
              <a:ahLst/>
              <a:cxnLst/>
              <a:rect l="l" t="t" r="r" b="b"/>
              <a:pathLst>
                <a:path w="2061" h="823" extrusionOk="0">
                  <a:moveTo>
                    <a:pt x="405" y="0"/>
                  </a:moveTo>
                  <a:cubicBezTo>
                    <a:pt x="268" y="0"/>
                    <a:pt x="139" y="80"/>
                    <a:pt x="82" y="214"/>
                  </a:cubicBezTo>
                  <a:cubicBezTo>
                    <a:pt x="1" y="392"/>
                    <a:pt x="82" y="603"/>
                    <a:pt x="264" y="680"/>
                  </a:cubicBezTo>
                  <a:cubicBezTo>
                    <a:pt x="479" y="774"/>
                    <a:pt x="716" y="822"/>
                    <a:pt x="953" y="822"/>
                  </a:cubicBezTo>
                  <a:cubicBezTo>
                    <a:pt x="963" y="822"/>
                    <a:pt x="972" y="822"/>
                    <a:pt x="982" y="822"/>
                  </a:cubicBezTo>
                  <a:cubicBezTo>
                    <a:pt x="1258" y="818"/>
                    <a:pt x="1529" y="777"/>
                    <a:pt x="1793" y="696"/>
                  </a:cubicBezTo>
                  <a:cubicBezTo>
                    <a:pt x="1967" y="627"/>
                    <a:pt x="2060" y="441"/>
                    <a:pt x="2007" y="263"/>
                  </a:cubicBezTo>
                  <a:cubicBezTo>
                    <a:pt x="1962" y="108"/>
                    <a:pt x="1822" y="8"/>
                    <a:pt x="1666" y="8"/>
                  </a:cubicBezTo>
                  <a:cubicBezTo>
                    <a:pt x="1642" y="8"/>
                    <a:pt x="1618" y="10"/>
                    <a:pt x="1594" y="15"/>
                  </a:cubicBezTo>
                  <a:cubicBezTo>
                    <a:pt x="1419" y="66"/>
                    <a:pt x="1199" y="112"/>
                    <a:pt x="982" y="112"/>
                  </a:cubicBezTo>
                  <a:cubicBezTo>
                    <a:pt x="832" y="112"/>
                    <a:pt x="683" y="90"/>
                    <a:pt x="552" y="32"/>
                  </a:cubicBezTo>
                  <a:cubicBezTo>
                    <a:pt x="504" y="10"/>
                    <a:pt x="454" y="0"/>
                    <a:pt x="40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" name="Google Shape;5401;p73"/>
            <p:cNvSpPr/>
            <p:nvPr/>
          </p:nvSpPr>
          <p:spPr>
            <a:xfrm>
              <a:off x="3166174" y="3359686"/>
              <a:ext cx="36206" cy="16612"/>
            </a:xfrm>
            <a:custGeom>
              <a:avLst/>
              <a:gdLst/>
              <a:ahLst/>
              <a:cxnLst/>
              <a:rect l="l" t="t" r="r" b="b"/>
              <a:pathLst>
                <a:path w="2088" h="958" extrusionOk="0">
                  <a:moveTo>
                    <a:pt x="408" y="0"/>
                  </a:moveTo>
                  <a:cubicBezTo>
                    <a:pt x="334" y="0"/>
                    <a:pt x="261" y="23"/>
                    <a:pt x="199" y="70"/>
                  </a:cubicBezTo>
                  <a:cubicBezTo>
                    <a:pt x="37" y="183"/>
                    <a:pt x="0" y="410"/>
                    <a:pt x="122" y="568"/>
                  </a:cubicBezTo>
                  <a:cubicBezTo>
                    <a:pt x="138" y="588"/>
                    <a:pt x="422" y="957"/>
                    <a:pt x="1050" y="957"/>
                  </a:cubicBezTo>
                  <a:cubicBezTo>
                    <a:pt x="1310" y="953"/>
                    <a:pt x="1569" y="901"/>
                    <a:pt x="1812" y="799"/>
                  </a:cubicBezTo>
                  <a:cubicBezTo>
                    <a:pt x="1995" y="730"/>
                    <a:pt x="2088" y="524"/>
                    <a:pt x="2019" y="341"/>
                  </a:cubicBezTo>
                  <a:cubicBezTo>
                    <a:pt x="1966" y="200"/>
                    <a:pt x="1829" y="112"/>
                    <a:pt x="1685" y="112"/>
                  </a:cubicBezTo>
                  <a:cubicBezTo>
                    <a:pt x="1644" y="112"/>
                    <a:pt x="1602" y="119"/>
                    <a:pt x="1561" y="134"/>
                  </a:cubicBezTo>
                  <a:cubicBezTo>
                    <a:pt x="1344" y="219"/>
                    <a:pt x="1175" y="247"/>
                    <a:pt x="1045" y="247"/>
                  </a:cubicBezTo>
                  <a:cubicBezTo>
                    <a:pt x="802" y="247"/>
                    <a:pt x="699" y="148"/>
                    <a:pt x="685" y="134"/>
                  </a:cubicBezTo>
                  <a:cubicBezTo>
                    <a:pt x="616" y="46"/>
                    <a:pt x="512" y="0"/>
                    <a:pt x="40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" name="Google Shape;5402;p73"/>
            <p:cNvSpPr/>
            <p:nvPr/>
          </p:nvSpPr>
          <p:spPr>
            <a:xfrm>
              <a:off x="3166243" y="3410579"/>
              <a:ext cx="36067" cy="16109"/>
            </a:xfrm>
            <a:custGeom>
              <a:avLst/>
              <a:gdLst/>
              <a:ahLst/>
              <a:cxnLst/>
              <a:rect l="l" t="t" r="r" b="b"/>
              <a:pathLst>
                <a:path w="2080" h="929" extrusionOk="0">
                  <a:moveTo>
                    <a:pt x="402" y="1"/>
                  </a:moveTo>
                  <a:cubicBezTo>
                    <a:pt x="297" y="1"/>
                    <a:pt x="193" y="47"/>
                    <a:pt x="122" y="134"/>
                  </a:cubicBezTo>
                  <a:cubicBezTo>
                    <a:pt x="0" y="288"/>
                    <a:pt x="25" y="511"/>
                    <a:pt x="183" y="629"/>
                  </a:cubicBezTo>
                  <a:cubicBezTo>
                    <a:pt x="203" y="649"/>
                    <a:pt x="568" y="929"/>
                    <a:pt x="1168" y="929"/>
                  </a:cubicBezTo>
                  <a:cubicBezTo>
                    <a:pt x="1379" y="929"/>
                    <a:pt x="1585" y="897"/>
                    <a:pt x="1788" y="832"/>
                  </a:cubicBezTo>
                  <a:cubicBezTo>
                    <a:pt x="1975" y="775"/>
                    <a:pt x="2080" y="576"/>
                    <a:pt x="2023" y="386"/>
                  </a:cubicBezTo>
                  <a:cubicBezTo>
                    <a:pt x="1974" y="235"/>
                    <a:pt x="1835" y="137"/>
                    <a:pt x="1685" y="137"/>
                  </a:cubicBezTo>
                  <a:cubicBezTo>
                    <a:pt x="1649" y="137"/>
                    <a:pt x="1613" y="143"/>
                    <a:pt x="1577" y="155"/>
                  </a:cubicBezTo>
                  <a:cubicBezTo>
                    <a:pt x="1421" y="203"/>
                    <a:pt x="1282" y="221"/>
                    <a:pt x="1160" y="221"/>
                  </a:cubicBezTo>
                  <a:cubicBezTo>
                    <a:pt x="827" y="221"/>
                    <a:pt x="631" y="85"/>
                    <a:pt x="617" y="74"/>
                  </a:cubicBezTo>
                  <a:cubicBezTo>
                    <a:pt x="552" y="25"/>
                    <a:pt x="477" y="1"/>
                    <a:pt x="40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" name="Google Shape;5403;p73"/>
            <p:cNvSpPr/>
            <p:nvPr/>
          </p:nvSpPr>
          <p:spPr>
            <a:xfrm>
              <a:off x="3162654" y="3474321"/>
              <a:ext cx="39726" cy="14860"/>
            </a:xfrm>
            <a:custGeom>
              <a:avLst/>
              <a:gdLst/>
              <a:ahLst/>
              <a:cxnLst/>
              <a:rect l="l" t="t" r="r" b="b"/>
              <a:pathLst>
                <a:path w="2291" h="857" extrusionOk="0">
                  <a:moveTo>
                    <a:pt x="1888" y="0"/>
                  </a:moveTo>
                  <a:cubicBezTo>
                    <a:pt x="1844" y="0"/>
                    <a:pt x="1799" y="8"/>
                    <a:pt x="1756" y="26"/>
                  </a:cubicBezTo>
                  <a:cubicBezTo>
                    <a:pt x="1528" y="119"/>
                    <a:pt x="1315" y="149"/>
                    <a:pt x="1135" y="149"/>
                  </a:cubicBezTo>
                  <a:cubicBezTo>
                    <a:pt x="802" y="149"/>
                    <a:pt x="577" y="46"/>
                    <a:pt x="556" y="38"/>
                  </a:cubicBezTo>
                  <a:cubicBezTo>
                    <a:pt x="507" y="14"/>
                    <a:pt x="455" y="2"/>
                    <a:pt x="403" y="2"/>
                  </a:cubicBezTo>
                  <a:cubicBezTo>
                    <a:pt x="273" y="2"/>
                    <a:pt x="147" y="76"/>
                    <a:pt x="86" y="204"/>
                  </a:cubicBezTo>
                  <a:cubicBezTo>
                    <a:pt x="1" y="378"/>
                    <a:pt x="74" y="589"/>
                    <a:pt x="248" y="674"/>
                  </a:cubicBezTo>
                  <a:cubicBezTo>
                    <a:pt x="523" y="796"/>
                    <a:pt x="817" y="857"/>
                    <a:pt x="1115" y="857"/>
                  </a:cubicBezTo>
                  <a:cubicBezTo>
                    <a:pt x="1125" y="857"/>
                    <a:pt x="1134" y="857"/>
                    <a:pt x="1144" y="857"/>
                  </a:cubicBezTo>
                  <a:cubicBezTo>
                    <a:pt x="1444" y="857"/>
                    <a:pt x="1744" y="800"/>
                    <a:pt x="2019" y="687"/>
                  </a:cubicBezTo>
                  <a:cubicBezTo>
                    <a:pt x="2202" y="614"/>
                    <a:pt x="2291" y="407"/>
                    <a:pt x="2218" y="224"/>
                  </a:cubicBezTo>
                  <a:cubicBezTo>
                    <a:pt x="2162" y="85"/>
                    <a:pt x="2029" y="0"/>
                    <a:pt x="18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" name="Google Shape;5404;p73"/>
            <p:cNvSpPr/>
            <p:nvPr/>
          </p:nvSpPr>
          <p:spPr>
            <a:xfrm>
              <a:off x="3161596" y="3521312"/>
              <a:ext cx="37350" cy="17357"/>
            </a:xfrm>
            <a:custGeom>
              <a:avLst/>
              <a:gdLst/>
              <a:ahLst/>
              <a:cxnLst/>
              <a:rect l="l" t="t" r="r" b="b"/>
              <a:pathLst>
                <a:path w="2154" h="1001" extrusionOk="0">
                  <a:moveTo>
                    <a:pt x="407" y="1"/>
                  </a:moveTo>
                  <a:cubicBezTo>
                    <a:pt x="353" y="1"/>
                    <a:pt x="297" y="13"/>
                    <a:pt x="244" y="40"/>
                  </a:cubicBezTo>
                  <a:cubicBezTo>
                    <a:pt x="70" y="129"/>
                    <a:pt x="1" y="344"/>
                    <a:pt x="90" y="518"/>
                  </a:cubicBezTo>
                  <a:cubicBezTo>
                    <a:pt x="212" y="733"/>
                    <a:pt x="410" y="891"/>
                    <a:pt x="649" y="960"/>
                  </a:cubicBezTo>
                  <a:cubicBezTo>
                    <a:pt x="747" y="984"/>
                    <a:pt x="848" y="1001"/>
                    <a:pt x="949" y="1001"/>
                  </a:cubicBezTo>
                  <a:cubicBezTo>
                    <a:pt x="1241" y="1001"/>
                    <a:pt x="1570" y="883"/>
                    <a:pt x="1934" y="660"/>
                  </a:cubicBezTo>
                  <a:cubicBezTo>
                    <a:pt x="2101" y="555"/>
                    <a:pt x="2153" y="336"/>
                    <a:pt x="2048" y="170"/>
                  </a:cubicBezTo>
                  <a:cubicBezTo>
                    <a:pt x="1982" y="62"/>
                    <a:pt x="1867" y="3"/>
                    <a:pt x="1749" y="3"/>
                  </a:cubicBezTo>
                  <a:cubicBezTo>
                    <a:pt x="1685" y="3"/>
                    <a:pt x="1620" y="21"/>
                    <a:pt x="1561" y="56"/>
                  </a:cubicBezTo>
                  <a:cubicBezTo>
                    <a:pt x="1260" y="241"/>
                    <a:pt x="1065" y="285"/>
                    <a:pt x="947" y="285"/>
                  </a:cubicBezTo>
                  <a:cubicBezTo>
                    <a:pt x="909" y="285"/>
                    <a:pt x="880" y="281"/>
                    <a:pt x="856" y="275"/>
                  </a:cubicBezTo>
                  <a:cubicBezTo>
                    <a:pt x="803" y="267"/>
                    <a:pt x="755" y="239"/>
                    <a:pt x="726" y="194"/>
                  </a:cubicBezTo>
                  <a:cubicBezTo>
                    <a:pt x="661" y="71"/>
                    <a:pt x="537" y="1"/>
                    <a:pt x="40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" name="Google Shape;5405;p73"/>
            <p:cNvSpPr/>
            <p:nvPr/>
          </p:nvSpPr>
          <p:spPr>
            <a:xfrm>
              <a:off x="3160694" y="3583736"/>
              <a:ext cx="38183" cy="17219"/>
            </a:xfrm>
            <a:custGeom>
              <a:avLst/>
              <a:gdLst/>
              <a:ahLst/>
              <a:cxnLst/>
              <a:rect l="l" t="t" r="r" b="b"/>
              <a:pathLst>
                <a:path w="2202" h="993" extrusionOk="0">
                  <a:moveTo>
                    <a:pt x="408" y="0"/>
                  </a:moveTo>
                  <a:cubicBezTo>
                    <a:pt x="343" y="0"/>
                    <a:pt x="277" y="18"/>
                    <a:pt x="219" y="56"/>
                  </a:cubicBezTo>
                  <a:cubicBezTo>
                    <a:pt x="53" y="157"/>
                    <a:pt x="0" y="376"/>
                    <a:pt x="105" y="542"/>
                  </a:cubicBezTo>
                  <a:cubicBezTo>
                    <a:pt x="255" y="757"/>
                    <a:pt x="478" y="911"/>
                    <a:pt x="738" y="968"/>
                  </a:cubicBezTo>
                  <a:cubicBezTo>
                    <a:pt x="823" y="984"/>
                    <a:pt x="908" y="992"/>
                    <a:pt x="993" y="992"/>
                  </a:cubicBezTo>
                  <a:cubicBezTo>
                    <a:pt x="1305" y="992"/>
                    <a:pt x="1638" y="883"/>
                    <a:pt x="1986" y="656"/>
                  </a:cubicBezTo>
                  <a:cubicBezTo>
                    <a:pt x="2153" y="550"/>
                    <a:pt x="2201" y="332"/>
                    <a:pt x="2100" y="165"/>
                  </a:cubicBezTo>
                  <a:cubicBezTo>
                    <a:pt x="2032" y="59"/>
                    <a:pt x="1918" y="0"/>
                    <a:pt x="1799" y="0"/>
                  </a:cubicBezTo>
                  <a:cubicBezTo>
                    <a:pt x="1733" y="0"/>
                    <a:pt x="1666" y="18"/>
                    <a:pt x="1605" y="56"/>
                  </a:cubicBezTo>
                  <a:cubicBezTo>
                    <a:pt x="1335" y="231"/>
                    <a:pt x="1137" y="284"/>
                    <a:pt x="997" y="284"/>
                  </a:cubicBezTo>
                  <a:cubicBezTo>
                    <a:pt x="806" y="284"/>
                    <a:pt x="722" y="185"/>
                    <a:pt x="705" y="161"/>
                  </a:cubicBezTo>
                  <a:cubicBezTo>
                    <a:pt x="638" y="57"/>
                    <a:pt x="524" y="0"/>
                    <a:pt x="40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" name="Google Shape;5406;p73"/>
            <p:cNvSpPr/>
            <p:nvPr/>
          </p:nvSpPr>
          <p:spPr>
            <a:xfrm>
              <a:off x="3160833" y="3649472"/>
              <a:ext cx="37767" cy="18120"/>
            </a:xfrm>
            <a:custGeom>
              <a:avLst/>
              <a:gdLst/>
              <a:ahLst/>
              <a:cxnLst/>
              <a:rect l="l" t="t" r="r" b="b"/>
              <a:pathLst>
                <a:path w="2178" h="1045" extrusionOk="0">
                  <a:moveTo>
                    <a:pt x="399" y="1"/>
                  </a:moveTo>
                  <a:cubicBezTo>
                    <a:pt x="320" y="1"/>
                    <a:pt x="241" y="27"/>
                    <a:pt x="174" y="80"/>
                  </a:cubicBezTo>
                  <a:cubicBezTo>
                    <a:pt x="24" y="201"/>
                    <a:pt x="0" y="424"/>
                    <a:pt x="126" y="578"/>
                  </a:cubicBezTo>
                  <a:cubicBezTo>
                    <a:pt x="162" y="623"/>
                    <a:pt x="487" y="1008"/>
                    <a:pt x="1006" y="1044"/>
                  </a:cubicBezTo>
                  <a:lnTo>
                    <a:pt x="1083" y="1044"/>
                  </a:lnTo>
                  <a:cubicBezTo>
                    <a:pt x="1411" y="1044"/>
                    <a:pt x="1731" y="902"/>
                    <a:pt x="2031" y="611"/>
                  </a:cubicBezTo>
                  <a:cubicBezTo>
                    <a:pt x="2173" y="477"/>
                    <a:pt x="2177" y="250"/>
                    <a:pt x="2039" y="112"/>
                  </a:cubicBezTo>
                  <a:cubicBezTo>
                    <a:pt x="1970" y="39"/>
                    <a:pt x="1877" y="2"/>
                    <a:pt x="1783" y="2"/>
                  </a:cubicBezTo>
                  <a:cubicBezTo>
                    <a:pt x="1694" y="2"/>
                    <a:pt x="1605" y="35"/>
                    <a:pt x="1537" y="100"/>
                  </a:cubicBezTo>
                  <a:cubicBezTo>
                    <a:pt x="1381" y="252"/>
                    <a:pt x="1282" y="336"/>
                    <a:pt x="1097" y="336"/>
                  </a:cubicBezTo>
                  <a:cubicBezTo>
                    <a:pt x="1084" y="336"/>
                    <a:pt x="1071" y="336"/>
                    <a:pt x="1058" y="335"/>
                  </a:cubicBezTo>
                  <a:cubicBezTo>
                    <a:pt x="843" y="319"/>
                    <a:pt x="681" y="136"/>
                    <a:pt x="673" y="132"/>
                  </a:cubicBezTo>
                  <a:cubicBezTo>
                    <a:pt x="602" y="45"/>
                    <a:pt x="501" y="1"/>
                    <a:pt x="39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" name="Google Shape;5407;p73"/>
            <p:cNvSpPr/>
            <p:nvPr/>
          </p:nvSpPr>
          <p:spPr>
            <a:xfrm>
              <a:off x="3159775" y="3718538"/>
              <a:ext cx="38599" cy="17028"/>
            </a:xfrm>
            <a:custGeom>
              <a:avLst/>
              <a:gdLst/>
              <a:ahLst/>
              <a:cxnLst/>
              <a:rect l="l" t="t" r="r" b="b"/>
              <a:pathLst>
                <a:path w="2226" h="982" extrusionOk="0">
                  <a:moveTo>
                    <a:pt x="1819" y="1"/>
                  </a:moveTo>
                  <a:cubicBezTo>
                    <a:pt x="1748" y="1"/>
                    <a:pt x="1676" y="21"/>
                    <a:pt x="1614" y="65"/>
                  </a:cubicBezTo>
                  <a:cubicBezTo>
                    <a:pt x="1396" y="221"/>
                    <a:pt x="1211" y="271"/>
                    <a:pt x="1061" y="271"/>
                  </a:cubicBezTo>
                  <a:cubicBezTo>
                    <a:pt x="830" y="271"/>
                    <a:pt x="686" y="149"/>
                    <a:pt x="649" y="110"/>
                  </a:cubicBezTo>
                  <a:cubicBezTo>
                    <a:pt x="579" y="37"/>
                    <a:pt x="486" y="1"/>
                    <a:pt x="393" y="1"/>
                  </a:cubicBezTo>
                  <a:cubicBezTo>
                    <a:pt x="305" y="1"/>
                    <a:pt x="216" y="34"/>
                    <a:pt x="146" y="102"/>
                  </a:cubicBezTo>
                  <a:cubicBezTo>
                    <a:pt x="4" y="235"/>
                    <a:pt x="0" y="458"/>
                    <a:pt x="130" y="600"/>
                  </a:cubicBezTo>
                  <a:cubicBezTo>
                    <a:pt x="381" y="848"/>
                    <a:pt x="718" y="981"/>
                    <a:pt x="1067" y="981"/>
                  </a:cubicBezTo>
                  <a:cubicBezTo>
                    <a:pt x="1350" y="981"/>
                    <a:pt x="1679" y="892"/>
                    <a:pt x="2023" y="645"/>
                  </a:cubicBezTo>
                  <a:cubicBezTo>
                    <a:pt x="2185" y="535"/>
                    <a:pt x="2226" y="313"/>
                    <a:pt x="2112" y="150"/>
                  </a:cubicBezTo>
                  <a:cubicBezTo>
                    <a:pt x="2043" y="53"/>
                    <a:pt x="1932" y="1"/>
                    <a:pt x="181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" name="Google Shape;5408;p73"/>
            <p:cNvSpPr/>
            <p:nvPr/>
          </p:nvSpPr>
          <p:spPr>
            <a:xfrm>
              <a:off x="3159567" y="3777060"/>
              <a:ext cx="38599" cy="15519"/>
            </a:xfrm>
            <a:custGeom>
              <a:avLst/>
              <a:gdLst/>
              <a:ahLst/>
              <a:cxnLst/>
              <a:rect l="l" t="t" r="r" b="b"/>
              <a:pathLst>
                <a:path w="2226" h="895" extrusionOk="0">
                  <a:moveTo>
                    <a:pt x="400" y="0"/>
                  </a:moveTo>
                  <a:cubicBezTo>
                    <a:pt x="289" y="0"/>
                    <a:pt x="181" y="51"/>
                    <a:pt x="114" y="148"/>
                  </a:cubicBezTo>
                  <a:cubicBezTo>
                    <a:pt x="0" y="310"/>
                    <a:pt x="37" y="529"/>
                    <a:pt x="195" y="647"/>
                  </a:cubicBezTo>
                  <a:cubicBezTo>
                    <a:pt x="447" y="806"/>
                    <a:pt x="744" y="895"/>
                    <a:pt x="1043" y="895"/>
                  </a:cubicBezTo>
                  <a:cubicBezTo>
                    <a:pt x="1056" y="895"/>
                    <a:pt x="1070" y="894"/>
                    <a:pt x="1083" y="894"/>
                  </a:cubicBezTo>
                  <a:cubicBezTo>
                    <a:pt x="1395" y="890"/>
                    <a:pt x="1703" y="817"/>
                    <a:pt x="1983" y="679"/>
                  </a:cubicBezTo>
                  <a:cubicBezTo>
                    <a:pt x="2153" y="586"/>
                    <a:pt x="2226" y="379"/>
                    <a:pt x="2145" y="201"/>
                  </a:cubicBezTo>
                  <a:cubicBezTo>
                    <a:pt x="2081" y="74"/>
                    <a:pt x="1957" y="1"/>
                    <a:pt x="1826" y="1"/>
                  </a:cubicBezTo>
                  <a:cubicBezTo>
                    <a:pt x="1772" y="1"/>
                    <a:pt x="1718" y="13"/>
                    <a:pt x="1666" y="39"/>
                  </a:cubicBezTo>
                  <a:cubicBezTo>
                    <a:pt x="1442" y="149"/>
                    <a:pt x="1244" y="184"/>
                    <a:pt x="1082" y="184"/>
                  </a:cubicBezTo>
                  <a:cubicBezTo>
                    <a:pt x="795" y="184"/>
                    <a:pt x="620" y="73"/>
                    <a:pt x="604" y="63"/>
                  </a:cubicBezTo>
                  <a:cubicBezTo>
                    <a:pt x="541" y="21"/>
                    <a:pt x="470" y="0"/>
                    <a:pt x="4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" name="Google Shape;5409;p73"/>
            <p:cNvSpPr/>
            <p:nvPr/>
          </p:nvSpPr>
          <p:spPr>
            <a:xfrm>
              <a:off x="3159706" y="3835080"/>
              <a:ext cx="38738" cy="17513"/>
            </a:xfrm>
            <a:custGeom>
              <a:avLst/>
              <a:gdLst/>
              <a:ahLst/>
              <a:cxnLst/>
              <a:rect l="l" t="t" r="r" b="b"/>
              <a:pathLst>
                <a:path w="2234" h="1010" extrusionOk="0">
                  <a:moveTo>
                    <a:pt x="407" y="0"/>
                  </a:moveTo>
                  <a:cubicBezTo>
                    <a:pt x="338" y="0"/>
                    <a:pt x="268" y="20"/>
                    <a:pt x="207" y="61"/>
                  </a:cubicBezTo>
                  <a:cubicBezTo>
                    <a:pt x="41" y="175"/>
                    <a:pt x="0" y="398"/>
                    <a:pt x="114" y="560"/>
                  </a:cubicBezTo>
                  <a:cubicBezTo>
                    <a:pt x="284" y="783"/>
                    <a:pt x="527" y="937"/>
                    <a:pt x="803" y="990"/>
                  </a:cubicBezTo>
                  <a:cubicBezTo>
                    <a:pt x="880" y="1002"/>
                    <a:pt x="953" y="1010"/>
                    <a:pt x="1030" y="1010"/>
                  </a:cubicBezTo>
                  <a:cubicBezTo>
                    <a:pt x="1346" y="1010"/>
                    <a:pt x="1679" y="888"/>
                    <a:pt x="2031" y="649"/>
                  </a:cubicBezTo>
                  <a:cubicBezTo>
                    <a:pt x="2193" y="540"/>
                    <a:pt x="2234" y="321"/>
                    <a:pt x="2120" y="159"/>
                  </a:cubicBezTo>
                  <a:cubicBezTo>
                    <a:pt x="2051" y="59"/>
                    <a:pt x="1941" y="5"/>
                    <a:pt x="1829" y="5"/>
                  </a:cubicBezTo>
                  <a:cubicBezTo>
                    <a:pt x="1759" y="5"/>
                    <a:pt x="1688" y="26"/>
                    <a:pt x="1626" y="69"/>
                  </a:cubicBezTo>
                  <a:cubicBezTo>
                    <a:pt x="1368" y="243"/>
                    <a:pt x="1172" y="298"/>
                    <a:pt x="1029" y="298"/>
                  </a:cubicBezTo>
                  <a:cubicBezTo>
                    <a:pt x="827" y="298"/>
                    <a:pt x="728" y="190"/>
                    <a:pt x="702" y="155"/>
                  </a:cubicBezTo>
                  <a:cubicBezTo>
                    <a:pt x="631" y="54"/>
                    <a:pt x="520" y="0"/>
                    <a:pt x="40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" name="Google Shape;5410;p73"/>
            <p:cNvSpPr/>
            <p:nvPr/>
          </p:nvSpPr>
          <p:spPr>
            <a:xfrm>
              <a:off x="3160694" y="3896585"/>
              <a:ext cx="37402" cy="18797"/>
            </a:xfrm>
            <a:custGeom>
              <a:avLst/>
              <a:gdLst/>
              <a:ahLst/>
              <a:cxnLst/>
              <a:rect l="l" t="t" r="r" b="b"/>
              <a:pathLst>
                <a:path w="2157" h="1084" extrusionOk="0">
                  <a:moveTo>
                    <a:pt x="1767" y="1"/>
                  </a:moveTo>
                  <a:cubicBezTo>
                    <a:pt x="1678" y="1"/>
                    <a:pt x="1589" y="33"/>
                    <a:pt x="1520" y="98"/>
                  </a:cubicBezTo>
                  <a:cubicBezTo>
                    <a:pt x="1303" y="305"/>
                    <a:pt x="1123" y="368"/>
                    <a:pt x="983" y="368"/>
                  </a:cubicBezTo>
                  <a:cubicBezTo>
                    <a:pt x="823" y="368"/>
                    <a:pt x="718" y="285"/>
                    <a:pt x="677" y="244"/>
                  </a:cubicBezTo>
                  <a:cubicBezTo>
                    <a:pt x="606" y="155"/>
                    <a:pt x="502" y="109"/>
                    <a:pt x="396" y="109"/>
                  </a:cubicBezTo>
                  <a:cubicBezTo>
                    <a:pt x="308" y="109"/>
                    <a:pt x="220" y="141"/>
                    <a:pt x="150" y="207"/>
                  </a:cubicBezTo>
                  <a:cubicBezTo>
                    <a:pt x="0" y="349"/>
                    <a:pt x="4" y="593"/>
                    <a:pt x="162" y="730"/>
                  </a:cubicBezTo>
                  <a:cubicBezTo>
                    <a:pt x="377" y="945"/>
                    <a:pt x="661" y="1071"/>
                    <a:pt x="965" y="1083"/>
                  </a:cubicBezTo>
                  <a:lnTo>
                    <a:pt x="993" y="1083"/>
                  </a:lnTo>
                  <a:cubicBezTo>
                    <a:pt x="1350" y="1083"/>
                    <a:pt x="1691" y="921"/>
                    <a:pt x="2019" y="609"/>
                  </a:cubicBezTo>
                  <a:cubicBezTo>
                    <a:pt x="2157" y="471"/>
                    <a:pt x="2157" y="248"/>
                    <a:pt x="2023" y="110"/>
                  </a:cubicBezTo>
                  <a:cubicBezTo>
                    <a:pt x="1954" y="37"/>
                    <a:pt x="1861" y="1"/>
                    <a:pt x="176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" name="Google Shape;5411;p73"/>
            <p:cNvSpPr/>
            <p:nvPr/>
          </p:nvSpPr>
          <p:spPr>
            <a:xfrm>
              <a:off x="3162862" y="3953235"/>
              <a:ext cx="38616" cy="17115"/>
            </a:xfrm>
            <a:custGeom>
              <a:avLst/>
              <a:gdLst/>
              <a:ahLst/>
              <a:cxnLst/>
              <a:rect l="l" t="t" r="r" b="b"/>
              <a:pathLst>
                <a:path w="2227" h="987" extrusionOk="0">
                  <a:moveTo>
                    <a:pt x="1821" y="0"/>
                  </a:moveTo>
                  <a:cubicBezTo>
                    <a:pt x="1750" y="0"/>
                    <a:pt x="1678" y="22"/>
                    <a:pt x="1614" y="66"/>
                  </a:cubicBezTo>
                  <a:cubicBezTo>
                    <a:pt x="1390" y="223"/>
                    <a:pt x="1204" y="273"/>
                    <a:pt x="1057" y="273"/>
                  </a:cubicBezTo>
                  <a:cubicBezTo>
                    <a:pt x="832" y="273"/>
                    <a:pt x="698" y="154"/>
                    <a:pt x="662" y="115"/>
                  </a:cubicBezTo>
                  <a:cubicBezTo>
                    <a:pt x="591" y="39"/>
                    <a:pt x="496" y="2"/>
                    <a:pt x="400" y="2"/>
                  </a:cubicBezTo>
                  <a:cubicBezTo>
                    <a:pt x="315" y="2"/>
                    <a:pt x="229" y="31"/>
                    <a:pt x="159" y="90"/>
                  </a:cubicBezTo>
                  <a:cubicBezTo>
                    <a:pt x="17" y="220"/>
                    <a:pt x="1" y="443"/>
                    <a:pt x="130" y="593"/>
                  </a:cubicBezTo>
                  <a:cubicBezTo>
                    <a:pt x="370" y="844"/>
                    <a:pt x="706" y="986"/>
                    <a:pt x="1059" y="986"/>
                  </a:cubicBezTo>
                  <a:cubicBezTo>
                    <a:pt x="1343" y="986"/>
                    <a:pt x="1671" y="897"/>
                    <a:pt x="2024" y="646"/>
                  </a:cubicBezTo>
                  <a:cubicBezTo>
                    <a:pt x="2186" y="532"/>
                    <a:pt x="2226" y="309"/>
                    <a:pt x="2109" y="151"/>
                  </a:cubicBezTo>
                  <a:cubicBezTo>
                    <a:pt x="2040" y="52"/>
                    <a:pt x="1931" y="0"/>
                    <a:pt x="182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5412;p73"/>
            <p:cNvSpPr/>
            <p:nvPr/>
          </p:nvSpPr>
          <p:spPr>
            <a:xfrm>
              <a:off x="3165463" y="4011670"/>
              <a:ext cx="38686" cy="16317"/>
            </a:xfrm>
            <a:custGeom>
              <a:avLst/>
              <a:gdLst/>
              <a:ahLst/>
              <a:cxnLst/>
              <a:rect l="l" t="t" r="r" b="b"/>
              <a:pathLst>
                <a:path w="2231" h="941" extrusionOk="0">
                  <a:moveTo>
                    <a:pt x="406" y="1"/>
                  </a:moveTo>
                  <a:cubicBezTo>
                    <a:pt x="290" y="1"/>
                    <a:pt x="177" y="57"/>
                    <a:pt x="110" y="162"/>
                  </a:cubicBezTo>
                  <a:cubicBezTo>
                    <a:pt x="1" y="328"/>
                    <a:pt x="49" y="547"/>
                    <a:pt x="212" y="656"/>
                  </a:cubicBezTo>
                  <a:cubicBezTo>
                    <a:pt x="499" y="835"/>
                    <a:pt x="832" y="932"/>
                    <a:pt x="1172" y="940"/>
                  </a:cubicBezTo>
                  <a:cubicBezTo>
                    <a:pt x="1488" y="940"/>
                    <a:pt x="1797" y="835"/>
                    <a:pt x="2048" y="640"/>
                  </a:cubicBezTo>
                  <a:cubicBezTo>
                    <a:pt x="2198" y="523"/>
                    <a:pt x="2230" y="300"/>
                    <a:pt x="2113" y="146"/>
                  </a:cubicBezTo>
                  <a:cubicBezTo>
                    <a:pt x="2043" y="52"/>
                    <a:pt x="1936" y="2"/>
                    <a:pt x="1828" y="2"/>
                  </a:cubicBezTo>
                  <a:cubicBezTo>
                    <a:pt x="1754" y="2"/>
                    <a:pt x="1681" y="25"/>
                    <a:pt x="1618" y="73"/>
                  </a:cubicBezTo>
                  <a:cubicBezTo>
                    <a:pt x="1469" y="187"/>
                    <a:pt x="1308" y="225"/>
                    <a:pt x="1160" y="225"/>
                  </a:cubicBezTo>
                  <a:cubicBezTo>
                    <a:pt x="866" y="225"/>
                    <a:pt x="621" y="74"/>
                    <a:pt x="605" y="61"/>
                  </a:cubicBezTo>
                  <a:cubicBezTo>
                    <a:pt x="543" y="20"/>
                    <a:pt x="474" y="1"/>
                    <a:pt x="40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" name="Google Shape;5413;p73"/>
            <p:cNvSpPr/>
            <p:nvPr/>
          </p:nvSpPr>
          <p:spPr>
            <a:xfrm>
              <a:off x="3168913" y="4063985"/>
              <a:ext cx="38668" cy="16230"/>
            </a:xfrm>
            <a:custGeom>
              <a:avLst/>
              <a:gdLst/>
              <a:ahLst/>
              <a:cxnLst/>
              <a:rect l="l" t="t" r="r" b="b"/>
              <a:pathLst>
                <a:path w="2230" h="936" extrusionOk="0">
                  <a:moveTo>
                    <a:pt x="1821" y="1"/>
                  </a:moveTo>
                  <a:cubicBezTo>
                    <a:pt x="1762" y="1"/>
                    <a:pt x="1702" y="16"/>
                    <a:pt x="1646" y="47"/>
                  </a:cubicBezTo>
                  <a:cubicBezTo>
                    <a:pt x="1417" y="180"/>
                    <a:pt x="1221" y="223"/>
                    <a:pt x="1064" y="223"/>
                  </a:cubicBezTo>
                  <a:cubicBezTo>
                    <a:pt x="808" y="223"/>
                    <a:pt x="655" y="109"/>
                    <a:pt x="625" y="84"/>
                  </a:cubicBezTo>
                  <a:cubicBezTo>
                    <a:pt x="559" y="29"/>
                    <a:pt x="477" y="2"/>
                    <a:pt x="396" y="2"/>
                  </a:cubicBezTo>
                  <a:cubicBezTo>
                    <a:pt x="299" y="2"/>
                    <a:pt x="201" y="41"/>
                    <a:pt x="130" y="116"/>
                  </a:cubicBezTo>
                  <a:cubicBezTo>
                    <a:pt x="0" y="266"/>
                    <a:pt x="17" y="489"/>
                    <a:pt x="167" y="619"/>
                  </a:cubicBezTo>
                  <a:cubicBezTo>
                    <a:pt x="418" y="822"/>
                    <a:pt x="731" y="935"/>
                    <a:pt x="1057" y="935"/>
                  </a:cubicBezTo>
                  <a:cubicBezTo>
                    <a:pt x="1063" y="935"/>
                    <a:pt x="1069" y="935"/>
                    <a:pt x="1075" y="935"/>
                  </a:cubicBezTo>
                  <a:cubicBezTo>
                    <a:pt x="1342" y="935"/>
                    <a:pt x="1650" y="862"/>
                    <a:pt x="1999" y="660"/>
                  </a:cubicBezTo>
                  <a:cubicBezTo>
                    <a:pt x="2169" y="562"/>
                    <a:pt x="2230" y="347"/>
                    <a:pt x="2133" y="177"/>
                  </a:cubicBezTo>
                  <a:cubicBezTo>
                    <a:pt x="2064" y="65"/>
                    <a:pt x="1944" y="1"/>
                    <a:pt x="182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" name="Google Shape;5414;p73"/>
            <p:cNvSpPr/>
            <p:nvPr/>
          </p:nvSpPr>
          <p:spPr>
            <a:xfrm>
              <a:off x="2897993" y="2690328"/>
              <a:ext cx="988137" cy="1495107"/>
            </a:xfrm>
            <a:custGeom>
              <a:avLst/>
              <a:gdLst/>
              <a:ahLst/>
              <a:cxnLst/>
              <a:rect l="l" t="t" r="r" b="b"/>
              <a:pathLst>
                <a:path w="56986" h="86223" extrusionOk="0">
                  <a:moveTo>
                    <a:pt x="23618" y="1"/>
                  </a:moveTo>
                  <a:cubicBezTo>
                    <a:pt x="14990" y="1"/>
                    <a:pt x="7755" y="1807"/>
                    <a:pt x="4225" y="4344"/>
                  </a:cubicBezTo>
                  <a:cubicBezTo>
                    <a:pt x="2498" y="5588"/>
                    <a:pt x="1112" y="7465"/>
                    <a:pt x="1" y="9735"/>
                  </a:cubicBezTo>
                  <a:cubicBezTo>
                    <a:pt x="70" y="10080"/>
                    <a:pt x="159" y="10437"/>
                    <a:pt x="248" y="10789"/>
                  </a:cubicBezTo>
                  <a:cubicBezTo>
                    <a:pt x="893" y="13234"/>
                    <a:pt x="3666" y="15958"/>
                    <a:pt x="5879" y="17203"/>
                  </a:cubicBezTo>
                  <a:cubicBezTo>
                    <a:pt x="9694" y="19339"/>
                    <a:pt x="16480" y="21954"/>
                    <a:pt x="17347" y="26243"/>
                  </a:cubicBezTo>
                  <a:cubicBezTo>
                    <a:pt x="23112" y="22436"/>
                    <a:pt x="26732" y="20352"/>
                    <a:pt x="33575" y="19396"/>
                  </a:cubicBezTo>
                  <a:lnTo>
                    <a:pt x="33575" y="19396"/>
                  </a:lnTo>
                  <a:cubicBezTo>
                    <a:pt x="31742" y="30588"/>
                    <a:pt x="34069" y="41996"/>
                    <a:pt x="36384" y="53091"/>
                  </a:cubicBezTo>
                  <a:cubicBezTo>
                    <a:pt x="37564" y="58762"/>
                    <a:pt x="38751" y="64429"/>
                    <a:pt x="39935" y="70093"/>
                  </a:cubicBezTo>
                  <a:cubicBezTo>
                    <a:pt x="40499" y="72809"/>
                    <a:pt x="41074" y="75561"/>
                    <a:pt x="42323" y="78038"/>
                  </a:cubicBezTo>
                  <a:cubicBezTo>
                    <a:pt x="43434" y="80252"/>
                    <a:pt x="45104" y="82432"/>
                    <a:pt x="44832" y="84893"/>
                  </a:cubicBezTo>
                  <a:cubicBezTo>
                    <a:pt x="44784" y="85319"/>
                    <a:pt x="44678" y="85773"/>
                    <a:pt x="44561" y="86223"/>
                  </a:cubicBezTo>
                  <a:cubicBezTo>
                    <a:pt x="49474" y="85108"/>
                    <a:pt x="53013" y="83953"/>
                    <a:pt x="53487" y="83231"/>
                  </a:cubicBezTo>
                  <a:cubicBezTo>
                    <a:pt x="54565" y="81565"/>
                    <a:pt x="54346" y="80604"/>
                    <a:pt x="54180" y="75525"/>
                  </a:cubicBezTo>
                  <a:cubicBezTo>
                    <a:pt x="54164" y="75136"/>
                    <a:pt x="54144" y="74714"/>
                    <a:pt x="54119" y="74272"/>
                  </a:cubicBezTo>
                  <a:cubicBezTo>
                    <a:pt x="53759" y="68098"/>
                    <a:pt x="56268" y="60120"/>
                    <a:pt x="56629" y="47403"/>
                  </a:cubicBezTo>
                  <a:cubicBezTo>
                    <a:pt x="56986" y="34679"/>
                    <a:pt x="56090" y="18289"/>
                    <a:pt x="51432" y="11507"/>
                  </a:cubicBezTo>
                  <a:cubicBezTo>
                    <a:pt x="46778" y="4721"/>
                    <a:pt x="41695" y="2451"/>
                    <a:pt x="37280" y="1482"/>
                  </a:cubicBezTo>
                  <a:cubicBezTo>
                    <a:pt x="32570" y="450"/>
                    <a:pt x="27921" y="1"/>
                    <a:pt x="23618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" name="Google Shape;5415;p73"/>
            <p:cNvSpPr/>
            <p:nvPr/>
          </p:nvSpPr>
          <p:spPr>
            <a:xfrm>
              <a:off x="2789462" y="3999914"/>
              <a:ext cx="1054706" cy="240801"/>
            </a:xfrm>
            <a:custGeom>
              <a:avLst/>
              <a:gdLst/>
              <a:ahLst/>
              <a:cxnLst/>
              <a:rect l="l" t="t" r="r" b="b"/>
              <a:pathLst>
                <a:path w="60825" h="13887" extrusionOk="0">
                  <a:moveTo>
                    <a:pt x="60439" y="1"/>
                  </a:moveTo>
                  <a:lnTo>
                    <a:pt x="60439" y="1"/>
                  </a:lnTo>
                  <a:cubicBezTo>
                    <a:pt x="47856" y="5168"/>
                    <a:pt x="37146" y="6890"/>
                    <a:pt x="28457" y="6890"/>
                  </a:cubicBezTo>
                  <a:cubicBezTo>
                    <a:pt x="11081" y="6890"/>
                    <a:pt x="1793" y="1"/>
                    <a:pt x="1793" y="1"/>
                  </a:cubicBezTo>
                  <a:lnTo>
                    <a:pt x="1793" y="1"/>
                  </a:lnTo>
                  <a:cubicBezTo>
                    <a:pt x="1975" y="629"/>
                    <a:pt x="1" y="4573"/>
                    <a:pt x="1793" y="6811"/>
                  </a:cubicBezTo>
                  <a:cubicBezTo>
                    <a:pt x="3588" y="9053"/>
                    <a:pt x="12454" y="13796"/>
                    <a:pt x="25443" y="13885"/>
                  </a:cubicBezTo>
                  <a:cubicBezTo>
                    <a:pt x="25576" y="13886"/>
                    <a:pt x="25710" y="13886"/>
                    <a:pt x="25845" y="13886"/>
                  </a:cubicBezTo>
                  <a:cubicBezTo>
                    <a:pt x="38843" y="13886"/>
                    <a:pt x="58591" y="9480"/>
                    <a:pt x="59746" y="7711"/>
                  </a:cubicBezTo>
                  <a:cubicBezTo>
                    <a:pt x="60824" y="6041"/>
                    <a:pt x="60605" y="5080"/>
                    <a:pt x="60439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" name="Google Shape;5416;p73"/>
            <p:cNvSpPr/>
            <p:nvPr/>
          </p:nvSpPr>
          <p:spPr>
            <a:xfrm>
              <a:off x="2791439" y="3993741"/>
              <a:ext cx="1056387" cy="253199"/>
            </a:xfrm>
            <a:custGeom>
              <a:avLst/>
              <a:gdLst/>
              <a:ahLst/>
              <a:cxnLst/>
              <a:rect l="l" t="t" r="r" b="b"/>
              <a:pathLst>
                <a:path w="60922" h="14602" extrusionOk="0">
                  <a:moveTo>
                    <a:pt x="59985" y="876"/>
                  </a:moveTo>
                  <a:cubicBezTo>
                    <a:pt x="60001" y="1362"/>
                    <a:pt x="60021" y="1804"/>
                    <a:pt x="60037" y="2213"/>
                  </a:cubicBezTo>
                  <a:cubicBezTo>
                    <a:pt x="60171" y="5692"/>
                    <a:pt x="60204" y="6519"/>
                    <a:pt x="59332" y="7868"/>
                  </a:cubicBezTo>
                  <a:cubicBezTo>
                    <a:pt x="58384" y="9328"/>
                    <a:pt x="39395" y="13888"/>
                    <a:pt x="25746" y="13888"/>
                  </a:cubicBezTo>
                  <a:lnTo>
                    <a:pt x="25337" y="13888"/>
                  </a:lnTo>
                  <a:cubicBezTo>
                    <a:pt x="12831" y="13803"/>
                    <a:pt x="3803" y="9251"/>
                    <a:pt x="1958" y="6944"/>
                  </a:cubicBezTo>
                  <a:cubicBezTo>
                    <a:pt x="779" y="5465"/>
                    <a:pt x="1423" y="3065"/>
                    <a:pt x="1808" y="1630"/>
                  </a:cubicBezTo>
                  <a:cubicBezTo>
                    <a:pt x="1873" y="1370"/>
                    <a:pt x="1930" y="1163"/>
                    <a:pt x="1970" y="985"/>
                  </a:cubicBezTo>
                  <a:cubicBezTo>
                    <a:pt x="3499" y="1990"/>
                    <a:pt x="8485" y="4905"/>
                    <a:pt x="16783" y="6514"/>
                  </a:cubicBezTo>
                  <a:cubicBezTo>
                    <a:pt x="19927" y="7128"/>
                    <a:pt x="23769" y="7580"/>
                    <a:pt x="28256" y="7580"/>
                  </a:cubicBezTo>
                  <a:cubicBezTo>
                    <a:pt x="36675" y="7580"/>
                    <a:pt x="47365" y="5987"/>
                    <a:pt x="59985" y="876"/>
                  </a:cubicBezTo>
                  <a:close/>
                  <a:moveTo>
                    <a:pt x="1680" y="0"/>
                  </a:moveTo>
                  <a:cubicBezTo>
                    <a:pt x="1610" y="0"/>
                    <a:pt x="1539" y="22"/>
                    <a:pt x="1476" y="65"/>
                  </a:cubicBezTo>
                  <a:cubicBezTo>
                    <a:pt x="1354" y="146"/>
                    <a:pt x="1298" y="300"/>
                    <a:pt x="1334" y="446"/>
                  </a:cubicBezTo>
                  <a:cubicBezTo>
                    <a:pt x="1358" y="572"/>
                    <a:pt x="1225" y="1058"/>
                    <a:pt x="1119" y="1443"/>
                  </a:cubicBezTo>
                  <a:cubicBezTo>
                    <a:pt x="698" y="3008"/>
                    <a:pt x="0" y="5627"/>
                    <a:pt x="1403" y="7386"/>
                  </a:cubicBezTo>
                  <a:cubicBezTo>
                    <a:pt x="3385" y="9859"/>
                    <a:pt x="12429" y="14509"/>
                    <a:pt x="25325" y="14602"/>
                  </a:cubicBezTo>
                  <a:lnTo>
                    <a:pt x="25702" y="14602"/>
                  </a:lnTo>
                  <a:cubicBezTo>
                    <a:pt x="38435" y="14602"/>
                    <a:pt x="58639" y="10240"/>
                    <a:pt x="59928" y="8258"/>
                  </a:cubicBezTo>
                  <a:cubicBezTo>
                    <a:pt x="60921" y="6721"/>
                    <a:pt x="60889" y="5765"/>
                    <a:pt x="60747" y="2185"/>
                  </a:cubicBezTo>
                  <a:cubicBezTo>
                    <a:pt x="60727" y="1638"/>
                    <a:pt x="60698" y="1030"/>
                    <a:pt x="60678" y="349"/>
                  </a:cubicBezTo>
                  <a:cubicBezTo>
                    <a:pt x="60674" y="231"/>
                    <a:pt x="60613" y="126"/>
                    <a:pt x="60516" y="57"/>
                  </a:cubicBezTo>
                  <a:cubicBezTo>
                    <a:pt x="60457" y="23"/>
                    <a:pt x="60390" y="5"/>
                    <a:pt x="60321" y="5"/>
                  </a:cubicBezTo>
                  <a:cubicBezTo>
                    <a:pt x="60276" y="5"/>
                    <a:pt x="60231" y="12"/>
                    <a:pt x="60187" y="28"/>
                  </a:cubicBezTo>
                  <a:cubicBezTo>
                    <a:pt x="47459" y="5256"/>
                    <a:pt x="36703" y="6873"/>
                    <a:pt x="28265" y="6873"/>
                  </a:cubicBezTo>
                  <a:cubicBezTo>
                    <a:pt x="23846" y="6873"/>
                    <a:pt x="20063" y="6430"/>
                    <a:pt x="16966" y="5829"/>
                  </a:cubicBezTo>
                  <a:cubicBezTo>
                    <a:pt x="7200" y="3936"/>
                    <a:pt x="1942" y="114"/>
                    <a:pt x="1893" y="73"/>
                  </a:cubicBezTo>
                  <a:cubicBezTo>
                    <a:pt x="1831" y="25"/>
                    <a:pt x="1756" y="0"/>
                    <a:pt x="168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" name="Google Shape;5417;p73"/>
            <p:cNvSpPr/>
            <p:nvPr/>
          </p:nvSpPr>
          <p:spPr>
            <a:xfrm>
              <a:off x="3524106" y="2951208"/>
              <a:ext cx="29114" cy="248673"/>
            </a:xfrm>
            <a:custGeom>
              <a:avLst/>
              <a:gdLst/>
              <a:ahLst/>
              <a:cxnLst/>
              <a:rect l="l" t="t" r="r" b="b"/>
              <a:pathLst>
                <a:path w="1679" h="14341" extrusionOk="0">
                  <a:moveTo>
                    <a:pt x="461" y="1"/>
                  </a:moveTo>
                  <a:cubicBezTo>
                    <a:pt x="414" y="1"/>
                    <a:pt x="365" y="95"/>
                    <a:pt x="353" y="220"/>
                  </a:cubicBezTo>
                  <a:cubicBezTo>
                    <a:pt x="240" y="1387"/>
                    <a:pt x="134" y="2547"/>
                    <a:pt x="77" y="3718"/>
                  </a:cubicBezTo>
                  <a:cubicBezTo>
                    <a:pt x="21" y="4886"/>
                    <a:pt x="0" y="6057"/>
                    <a:pt x="57" y="7233"/>
                  </a:cubicBezTo>
                  <a:cubicBezTo>
                    <a:pt x="114" y="8409"/>
                    <a:pt x="252" y="9576"/>
                    <a:pt x="475" y="10731"/>
                  </a:cubicBezTo>
                  <a:cubicBezTo>
                    <a:pt x="702" y="11883"/>
                    <a:pt x="1014" y="13018"/>
                    <a:pt x="1415" y="14120"/>
                  </a:cubicBezTo>
                  <a:cubicBezTo>
                    <a:pt x="1464" y="14245"/>
                    <a:pt x="1531" y="14341"/>
                    <a:pt x="1589" y="14341"/>
                  </a:cubicBezTo>
                  <a:cubicBezTo>
                    <a:pt x="1593" y="14341"/>
                    <a:pt x="1597" y="14340"/>
                    <a:pt x="1602" y="14339"/>
                  </a:cubicBezTo>
                  <a:cubicBezTo>
                    <a:pt x="1662" y="14323"/>
                    <a:pt x="1679" y="14193"/>
                    <a:pt x="1630" y="14043"/>
                  </a:cubicBezTo>
                  <a:cubicBezTo>
                    <a:pt x="1281" y="12937"/>
                    <a:pt x="1006" y="11810"/>
                    <a:pt x="799" y="10671"/>
                  </a:cubicBezTo>
                  <a:cubicBezTo>
                    <a:pt x="588" y="9527"/>
                    <a:pt x="462" y="8372"/>
                    <a:pt x="414" y="7213"/>
                  </a:cubicBezTo>
                  <a:cubicBezTo>
                    <a:pt x="345" y="6057"/>
                    <a:pt x="357" y="4890"/>
                    <a:pt x="394" y="3726"/>
                  </a:cubicBezTo>
                  <a:cubicBezTo>
                    <a:pt x="426" y="2567"/>
                    <a:pt x="487" y="1404"/>
                    <a:pt x="544" y="236"/>
                  </a:cubicBezTo>
                  <a:cubicBezTo>
                    <a:pt x="548" y="114"/>
                    <a:pt x="519" y="13"/>
                    <a:pt x="467" y="1"/>
                  </a:cubicBezTo>
                  <a:cubicBezTo>
                    <a:pt x="465" y="1"/>
                    <a:pt x="463" y="1"/>
                    <a:pt x="4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" name="Google Shape;5418;p73"/>
            <p:cNvSpPr/>
            <p:nvPr/>
          </p:nvSpPr>
          <p:spPr>
            <a:xfrm>
              <a:off x="3483756" y="3099794"/>
              <a:ext cx="21033" cy="113906"/>
            </a:xfrm>
            <a:custGeom>
              <a:avLst/>
              <a:gdLst/>
              <a:ahLst/>
              <a:cxnLst/>
              <a:rect l="l" t="t" r="r" b="b"/>
              <a:pathLst>
                <a:path w="1213" h="6569" extrusionOk="0">
                  <a:moveTo>
                    <a:pt x="318" y="1"/>
                  </a:moveTo>
                  <a:cubicBezTo>
                    <a:pt x="267" y="1"/>
                    <a:pt x="223" y="39"/>
                    <a:pt x="215" y="87"/>
                  </a:cubicBezTo>
                  <a:cubicBezTo>
                    <a:pt x="102" y="622"/>
                    <a:pt x="37" y="1165"/>
                    <a:pt x="17" y="1708"/>
                  </a:cubicBezTo>
                  <a:cubicBezTo>
                    <a:pt x="0" y="2256"/>
                    <a:pt x="25" y="2803"/>
                    <a:pt x="86" y="3346"/>
                  </a:cubicBezTo>
                  <a:cubicBezTo>
                    <a:pt x="154" y="3889"/>
                    <a:pt x="260" y="4428"/>
                    <a:pt x="402" y="4960"/>
                  </a:cubicBezTo>
                  <a:cubicBezTo>
                    <a:pt x="548" y="5482"/>
                    <a:pt x="742" y="5997"/>
                    <a:pt x="977" y="6488"/>
                  </a:cubicBezTo>
                  <a:cubicBezTo>
                    <a:pt x="994" y="6538"/>
                    <a:pt x="1041" y="6569"/>
                    <a:pt x="1092" y="6569"/>
                  </a:cubicBezTo>
                  <a:cubicBezTo>
                    <a:pt x="1102" y="6569"/>
                    <a:pt x="1113" y="6568"/>
                    <a:pt x="1123" y="6565"/>
                  </a:cubicBezTo>
                  <a:cubicBezTo>
                    <a:pt x="1184" y="6536"/>
                    <a:pt x="1213" y="6468"/>
                    <a:pt x="1188" y="6403"/>
                  </a:cubicBezTo>
                  <a:cubicBezTo>
                    <a:pt x="1006" y="5900"/>
                    <a:pt x="852" y="5389"/>
                    <a:pt x="722" y="4874"/>
                  </a:cubicBezTo>
                  <a:cubicBezTo>
                    <a:pt x="592" y="4356"/>
                    <a:pt x="499" y="3833"/>
                    <a:pt x="438" y="3306"/>
                  </a:cubicBezTo>
                  <a:cubicBezTo>
                    <a:pt x="369" y="2779"/>
                    <a:pt x="333" y="2248"/>
                    <a:pt x="333" y="1716"/>
                  </a:cubicBezTo>
                  <a:cubicBezTo>
                    <a:pt x="329" y="1181"/>
                    <a:pt x="353" y="650"/>
                    <a:pt x="410" y="119"/>
                  </a:cubicBezTo>
                  <a:cubicBezTo>
                    <a:pt x="418" y="67"/>
                    <a:pt x="386" y="14"/>
                    <a:pt x="333" y="2"/>
                  </a:cubicBezTo>
                  <a:cubicBezTo>
                    <a:pt x="328" y="1"/>
                    <a:pt x="323" y="1"/>
                    <a:pt x="31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" name="Google Shape;5419;p73"/>
            <p:cNvSpPr/>
            <p:nvPr/>
          </p:nvSpPr>
          <p:spPr>
            <a:xfrm>
              <a:off x="3442920" y="3135133"/>
              <a:ext cx="21103" cy="91625"/>
            </a:xfrm>
            <a:custGeom>
              <a:avLst/>
              <a:gdLst/>
              <a:ahLst/>
              <a:cxnLst/>
              <a:rect l="l" t="t" r="r" b="b"/>
              <a:pathLst>
                <a:path w="1217" h="5284" extrusionOk="0">
                  <a:moveTo>
                    <a:pt x="229" y="0"/>
                  </a:moveTo>
                  <a:cubicBezTo>
                    <a:pt x="185" y="0"/>
                    <a:pt x="145" y="30"/>
                    <a:pt x="138" y="72"/>
                  </a:cubicBezTo>
                  <a:cubicBezTo>
                    <a:pt x="53" y="510"/>
                    <a:pt x="4" y="951"/>
                    <a:pt x="0" y="1393"/>
                  </a:cubicBezTo>
                  <a:cubicBezTo>
                    <a:pt x="0" y="1843"/>
                    <a:pt x="37" y="2285"/>
                    <a:pt x="102" y="2727"/>
                  </a:cubicBezTo>
                  <a:cubicBezTo>
                    <a:pt x="179" y="3165"/>
                    <a:pt x="288" y="3599"/>
                    <a:pt x="434" y="4020"/>
                  </a:cubicBezTo>
                  <a:cubicBezTo>
                    <a:pt x="580" y="4442"/>
                    <a:pt x="766" y="4847"/>
                    <a:pt x="989" y="5232"/>
                  </a:cubicBezTo>
                  <a:cubicBezTo>
                    <a:pt x="1009" y="5264"/>
                    <a:pt x="1046" y="5283"/>
                    <a:pt x="1084" y="5283"/>
                  </a:cubicBezTo>
                  <a:cubicBezTo>
                    <a:pt x="1100" y="5283"/>
                    <a:pt x="1116" y="5280"/>
                    <a:pt x="1131" y="5273"/>
                  </a:cubicBezTo>
                  <a:cubicBezTo>
                    <a:pt x="1188" y="5248"/>
                    <a:pt x="1216" y="5184"/>
                    <a:pt x="1192" y="5127"/>
                  </a:cubicBezTo>
                  <a:cubicBezTo>
                    <a:pt x="1022" y="4730"/>
                    <a:pt x="872" y="4328"/>
                    <a:pt x="746" y="3919"/>
                  </a:cubicBezTo>
                  <a:cubicBezTo>
                    <a:pt x="616" y="3509"/>
                    <a:pt x="519" y="3092"/>
                    <a:pt x="454" y="2666"/>
                  </a:cubicBezTo>
                  <a:cubicBezTo>
                    <a:pt x="373" y="2245"/>
                    <a:pt x="329" y="1819"/>
                    <a:pt x="316" y="1389"/>
                  </a:cubicBezTo>
                  <a:cubicBezTo>
                    <a:pt x="296" y="959"/>
                    <a:pt x="300" y="530"/>
                    <a:pt x="333" y="100"/>
                  </a:cubicBezTo>
                  <a:cubicBezTo>
                    <a:pt x="333" y="51"/>
                    <a:pt x="296" y="11"/>
                    <a:pt x="252" y="3"/>
                  </a:cubicBezTo>
                  <a:cubicBezTo>
                    <a:pt x="244" y="1"/>
                    <a:pt x="236" y="0"/>
                    <a:pt x="22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" name="Google Shape;5420;p73"/>
            <p:cNvSpPr/>
            <p:nvPr/>
          </p:nvSpPr>
          <p:spPr>
            <a:xfrm>
              <a:off x="3237164" y="4075984"/>
              <a:ext cx="163950" cy="14704"/>
            </a:xfrm>
            <a:custGeom>
              <a:avLst/>
              <a:gdLst/>
              <a:ahLst/>
              <a:cxnLst/>
              <a:rect l="l" t="t" r="r" b="b"/>
              <a:pathLst>
                <a:path w="9455" h="848" extrusionOk="0">
                  <a:moveTo>
                    <a:pt x="136" y="1"/>
                  </a:moveTo>
                  <a:cubicBezTo>
                    <a:pt x="77" y="1"/>
                    <a:pt x="27" y="22"/>
                    <a:pt x="17" y="65"/>
                  </a:cubicBezTo>
                  <a:cubicBezTo>
                    <a:pt x="1" y="113"/>
                    <a:pt x="57" y="174"/>
                    <a:pt x="143" y="195"/>
                  </a:cubicBezTo>
                  <a:cubicBezTo>
                    <a:pt x="888" y="369"/>
                    <a:pt x="1642" y="519"/>
                    <a:pt x="2400" y="616"/>
                  </a:cubicBezTo>
                  <a:cubicBezTo>
                    <a:pt x="3163" y="713"/>
                    <a:pt x="3933" y="795"/>
                    <a:pt x="4699" y="823"/>
                  </a:cubicBezTo>
                  <a:cubicBezTo>
                    <a:pt x="5080" y="839"/>
                    <a:pt x="5463" y="847"/>
                    <a:pt x="5847" y="847"/>
                  </a:cubicBezTo>
                  <a:cubicBezTo>
                    <a:pt x="6230" y="847"/>
                    <a:pt x="6614" y="839"/>
                    <a:pt x="6998" y="823"/>
                  </a:cubicBezTo>
                  <a:cubicBezTo>
                    <a:pt x="7768" y="790"/>
                    <a:pt x="8534" y="718"/>
                    <a:pt x="9292" y="612"/>
                  </a:cubicBezTo>
                  <a:cubicBezTo>
                    <a:pt x="9385" y="596"/>
                    <a:pt x="9454" y="547"/>
                    <a:pt x="9454" y="486"/>
                  </a:cubicBezTo>
                  <a:cubicBezTo>
                    <a:pt x="9454" y="430"/>
                    <a:pt x="9381" y="384"/>
                    <a:pt x="9290" y="384"/>
                  </a:cubicBezTo>
                  <a:cubicBezTo>
                    <a:pt x="9282" y="384"/>
                    <a:pt x="9275" y="384"/>
                    <a:pt x="9268" y="385"/>
                  </a:cubicBezTo>
                  <a:cubicBezTo>
                    <a:pt x="8510" y="446"/>
                    <a:pt x="7743" y="474"/>
                    <a:pt x="6989" y="495"/>
                  </a:cubicBezTo>
                  <a:cubicBezTo>
                    <a:pt x="6772" y="500"/>
                    <a:pt x="6554" y="503"/>
                    <a:pt x="6336" y="503"/>
                  </a:cubicBezTo>
                  <a:cubicBezTo>
                    <a:pt x="5796" y="503"/>
                    <a:pt x="5254" y="488"/>
                    <a:pt x="4711" y="470"/>
                  </a:cubicBezTo>
                  <a:cubicBezTo>
                    <a:pt x="3953" y="446"/>
                    <a:pt x="3191" y="377"/>
                    <a:pt x="2437" y="304"/>
                  </a:cubicBezTo>
                  <a:cubicBezTo>
                    <a:pt x="1683" y="227"/>
                    <a:pt x="929" y="126"/>
                    <a:pt x="179" y="4"/>
                  </a:cubicBezTo>
                  <a:cubicBezTo>
                    <a:pt x="165" y="2"/>
                    <a:pt x="150" y="1"/>
                    <a:pt x="13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" name="Google Shape;5421;p73"/>
            <p:cNvSpPr/>
            <p:nvPr/>
          </p:nvSpPr>
          <p:spPr>
            <a:xfrm>
              <a:off x="3267457" y="4045258"/>
              <a:ext cx="98509" cy="9641"/>
            </a:xfrm>
            <a:custGeom>
              <a:avLst/>
              <a:gdLst/>
              <a:ahLst/>
              <a:cxnLst/>
              <a:rect l="l" t="t" r="r" b="b"/>
              <a:pathLst>
                <a:path w="5681" h="556" extrusionOk="0">
                  <a:moveTo>
                    <a:pt x="114" y="0"/>
                  </a:moveTo>
                  <a:cubicBezTo>
                    <a:pt x="62" y="0"/>
                    <a:pt x="21" y="33"/>
                    <a:pt x="13" y="82"/>
                  </a:cubicBezTo>
                  <a:cubicBezTo>
                    <a:pt x="1" y="134"/>
                    <a:pt x="37" y="183"/>
                    <a:pt x="86" y="195"/>
                  </a:cubicBezTo>
                  <a:cubicBezTo>
                    <a:pt x="540" y="280"/>
                    <a:pt x="994" y="357"/>
                    <a:pt x="1452" y="402"/>
                  </a:cubicBezTo>
                  <a:cubicBezTo>
                    <a:pt x="1906" y="446"/>
                    <a:pt x="2356" y="507"/>
                    <a:pt x="2818" y="523"/>
                  </a:cubicBezTo>
                  <a:cubicBezTo>
                    <a:pt x="3280" y="540"/>
                    <a:pt x="3734" y="556"/>
                    <a:pt x="4197" y="556"/>
                  </a:cubicBezTo>
                  <a:cubicBezTo>
                    <a:pt x="4659" y="556"/>
                    <a:pt x="5113" y="536"/>
                    <a:pt x="5575" y="499"/>
                  </a:cubicBezTo>
                  <a:cubicBezTo>
                    <a:pt x="5632" y="495"/>
                    <a:pt x="5676" y="450"/>
                    <a:pt x="5676" y="394"/>
                  </a:cubicBezTo>
                  <a:cubicBezTo>
                    <a:pt x="5680" y="329"/>
                    <a:pt x="5632" y="276"/>
                    <a:pt x="5571" y="276"/>
                  </a:cubicBezTo>
                  <a:lnTo>
                    <a:pt x="4201" y="223"/>
                  </a:lnTo>
                  <a:cubicBezTo>
                    <a:pt x="3747" y="215"/>
                    <a:pt x="3297" y="191"/>
                    <a:pt x="2839" y="171"/>
                  </a:cubicBezTo>
                  <a:cubicBezTo>
                    <a:pt x="2384" y="150"/>
                    <a:pt x="1930" y="122"/>
                    <a:pt x="1476" y="94"/>
                  </a:cubicBezTo>
                  <a:lnTo>
                    <a:pt x="114" y="0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" name="Google Shape;5422;p73"/>
            <p:cNvSpPr/>
            <p:nvPr/>
          </p:nvSpPr>
          <p:spPr>
            <a:xfrm>
              <a:off x="2928303" y="2862410"/>
              <a:ext cx="172221" cy="139431"/>
            </a:xfrm>
            <a:custGeom>
              <a:avLst/>
              <a:gdLst/>
              <a:ahLst/>
              <a:cxnLst/>
              <a:rect l="l" t="t" r="r" b="b"/>
              <a:pathLst>
                <a:path w="9932" h="8041" extrusionOk="0">
                  <a:moveTo>
                    <a:pt x="125" y="1"/>
                  </a:moveTo>
                  <a:cubicBezTo>
                    <a:pt x="76" y="1"/>
                    <a:pt x="32" y="90"/>
                    <a:pt x="24" y="209"/>
                  </a:cubicBezTo>
                  <a:cubicBezTo>
                    <a:pt x="0" y="1320"/>
                    <a:pt x="511" y="2378"/>
                    <a:pt x="1257" y="3192"/>
                  </a:cubicBezTo>
                  <a:cubicBezTo>
                    <a:pt x="2003" y="4007"/>
                    <a:pt x="2939" y="4591"/>
                    <a:pt x="3880" y="5110"/>
                  </a:cubicBezTo>
                  <a:lnTo>
                    <a:pt x="6746" y="6573"/>
                  </a:lnTo>
                  <a:cubicBezTo>
                    <a:pt x="7702" y="7052"/>
                    <a:pt x="8667" y="7526"/>
                    <a:pt x="9628" y="7992"/>
                  </a:cubicBezTo>
                  <a:cubicBezTo>
                    <a:pt x="9693" y="8024"/>
                    <a:pt x="9758" y="8040"/>
                    <a:pt x="9808" y="8040"/>
                  </a:cubicBezTo>
                  <a:cubicBezTo>
                    <a:pt x="9848" y="8040"/>
                    <a:pt x="9879" y="8030"/>
                    <a:pt x="9896" y="8008"/>
                  </a:cubicBezTo>
                  <a:cubicBezTo>
                    <a:pt x="9932" y="7956"/>
                    <a:pt x="9855" y="7862"/>
                    <a:pt x="9733" y="7789"/>
                  </a:cubicBezTo>
                  <a:cubicBezTo>
                    <a:pt x="8793" y="7279"/>
                    <a:pt x="7844" y="6776"/>
                    <a:pt x="6896" y="6281"/>
                  </a:cubicBezTo>
                  <a:lnTo>
                    <a:pt x="4050" y="4794"/>
                  </a:lnTo>
                  <a:cubicBezTo>
                    <a:pt x="3118" y="4303"/>
                    <a:pt x="2189" y="3736"/>
                    <a:pt x="1484" y="2982"/>
                  </a:cubicBezTo>
                  <a:cubicBezTo>
                    <a:pt x="783" y="2228"/>
                    <a:pt x="256" y="1255"/>
                    <a:pt x="219" y="205"/>
                  </a:cubicBezTo>
                  <a:cubicBezTo>
                    <a:pt x="219" y="103"/>
                    <a:pt x="183" y="10"/>
                    <a:pt x="134" y="2"/>
                  </a:cubicBezTo>
                  <a:cubicBezTo>
                    <a:pt x="131" y="1"/>
                    <a:pt x="128" y="1"/>
                    <a:pt x="12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" name="Google Shape;5423;p73"/>
            <p:cNvSpPr/>
            <p:nvPr/>
          </p:nvSpPr>
          <p:spPr>
            <a:xfrm>
              <a:off x="2879301" y="3762165"/>
              <a:ext cx="102289" cy="194503"/>
            </a:xfrm>
            <a:custGeom>
              <a:avLst/>
              <a:gdLst/>
              <a:ahLst/>
              <a:cxnLst/>
              <a:rect l="l" t="t" r="r" b="b"/>
              <a:pathLst>
                <a:path w="5899" h="11217" extrusionOk="0">
                  <a:moveTo>
                    <a:pt x="5793" y="0"/>
                  </a:moveTo>
                  <a:cubicBezTo>
                    <a:pt x="5736" y="0"/>
                    <a:pt x="5679" y="97"/>
                    <a:pt x="5660" y="225"/>
                  </a:cubicBezTo>
                  <a:cubicBezTo>
                    <a:pt x="5518" y="1242"/>
                    <a:pt x="5291" y="2252"/>
                    <a:pt x="4979" y="3233"/>
                  </a:cubicBezTo>
                  <a:cubicBezTo>
                    <a:pt x="4675" y="4214"/>
                    <a:pt x="4281" y="5166"/>
                    <a:pt x="3803" y="6078"/>
                  </a:cubicBezTo>
                  <a:cubicBezTo>
                    <a:pt x="3341" y="6995"/>
                    <a:pt x="2798" y="7870"/>
                    <a:pt x="2173" y="8685"/>
                  </a:cubicBezTo>
                  <a:cubicBezTo>
                    <a:pt x="1553" y="9512"/>
                    <a:pt x="864" y="10282"/>
                    <a:pt x="114" y="10992"/>
                  </a:cubicBezTo>
                  <a:cubicBezTo>
                    <a:pt x="41" y="11065"/>
                    <a:pt x="1" y="11150"/>
                    <a:pt x="29" y="11194"/>
                  </a:cubicBezTo>
                  <a:cubicBezTo>
                    <a:pt x="40" y="11209"/>
                    <a:pt x="57" y="11216"/>
                    <a:pt x="79" y="11216"/>
                  </a:cubicBezTo>
                  <a:cubicBezTo>
                    <a:pt x="124" y="11216"/>
                    <a:pt x="186" y="11188"/>
                    <a:pt x="248" y="11134"/>
                  </a:cubicBezTo>
                  <a:cubicBezTo>
                    <a:pt x="1046" y="10457"/>
                    <a:pt x="1772" y="9698"/>
                    <a:pt x="2421" y="8880"/>
                  </a:cubicBezTo>
                  <a:cubicBezTo>
                    <a:pt x="3065" y="8053"/>
                    <a:pt x="3637" y="7169"/>
                    <a:pt x="4123" y="6245"/>
                  </a:cubicBezTo>
                  <a:cubicBezTo>
                    <a:pt x="4598" y="5308"/>
                    <a:pt x="4991" y="4335"/>
                    <a:pt x="5295" y="3330"/>
                  </a:cubicBezTo>
                  <a:cubicBezTo>
                    <a:pt x="5595" y="2325"/>
                    <a:pt x="5789" y="1295"/>
                    <a:pt x="5883" y="249"/>
                  </a:cubicBezTo>
                  <a:cubicBezTo>
                    <a:pt x="5899" y="123"/>
                    <a:pt x="5866" y="18"/>
                    <a:pt x="5806" y="2"/>
                  </a:cubicBezTo>
                  <a:cubicBezTo>
                    <a:pt x="5801" y="1"/>
                    <a:pt x="5797" y="0"/>
                    <a:pt x="579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" name="Google Shape;5424;p73"/>
            <p:cNvSpPr/>
            <p:nvPr/>
          </p:nvSpPr>
          <p:spPr>
            <a:xfrm>
              <a:off x="2948609" y="3804787"/>
              <a:ext cx="52887" cy="105757"/>
            </a:xfrm>
            <a:custGeom>
              <a:avLst/>
              <a:gdLst/>
              <a:ahLst/>
              <a:cxnLst/>
              <a:rect l="l" t="t" r="r" b="b"/>
              <a:pathLst>
                <a:path w="3050" h="6099" extrusionOk="0">
                  <a:moveTo>
                    <a:pt x="2935" y="1"/>
                  </a:moveTo>
                  <a:cubicBezTo>
                    <a:pt x="2880" y="1"/>
                    <a:pt x="2828" y="38"/>
                    <a:pt x="2814" y="94"/>
                  </a:cubicBezTo>
                  <a:cubicBezTo>
                    <a:pt x="2644" y="608"/>
                    <a:pt x="2453" y="1119"/>
                    <a:pt x="2259" y="1622"/>
                  </a:cubicBezTo>
                  <a:cubicBezTo>
                    <a:pt x="2068" y="2125"/>
                    <a:pt x="1833" y="2615"/>
                    <a:pt x="1610" y="3106"/>
                  </a:cubicBezTo>
                  <a:cubicBezTo>
                    <a:pt x="1387" y="3600"/>
                    <a:pt x="1132" y="4074"/>
                    <a:pt x="868" y="4545"/>
                  </a:cubicBezTo>
                  <a:cubicBezTo>
                    <a:pt x="605" y="5019"/>
                    <a:pt x="325" y="5485"/>
                    <a:pt x="29" y="5939"/>
                  </a:cubicBezTo>
                  <a:cubicBezTo>
                    <a:pt x="1" y="5980"/>
                    <a:pt x="5" y="6041"/>
                    <a:pt x="41" y="6077"/>
                  </a:cubicBezTo>
                  <a:cubicBezTo>
                    <a:pt x="59" y="6091"/>
                    <a:pt x="80" y="6098"/>
                    <a:pt x="102" y="6098"/>
                  </a:cubicBezTo>
                  <a:cubicBezTo>
                    <a:pt x="135" y="6098"/>
                    <a:pt x="168" y="6082"/>
                    <a:pt x="187" y="6053"/>
                  </a:cubicBezTo>
                  <a:cubicBezTo>
                    <a:pt x="528" y="5619"/>
                    <a:pt x="844" y="5169"/>
                    <a:pt x="1136" y="4703"/>
                  </a:cubicBezTo>
                  <a:cubicBezTo>
                    <a:pt x="1424" y="4237"/>
                    <a:pt x="1687" y="3754"/>
                    <a:pt x="1930" y="3260"/>
                  </a:cubicBezTo>
                  <a:cubicBezTo>
                    <a:pt x="2169" y="2761"/>
                    <a:pt x="2384" y="2254"/>
                    <a:pt x="2567" y="1739"/>
                  </a:cubicBezTo>
                  <a:cubicBezTo>
                    <a:pt x="2753" y="1221"/>
                    <a:pt x="2907" y="690"/>
                    <a:pt x="3029" y="154"/>
                  </a:cubicBezTo>
                  <a:cubicBezTo>
                    <a:pt x="3049" y="94"/>
                    <a:pt x="3021" y="33"/>
                    <a:pt x="2964" y="4"/>
                  </a:cubicBezTo>
                  <a:cubicBezTo>
                    <a:pt x="2954" y="2"/>
                    <a:pt x="2945" y="1"/>
                    <a:pt x="29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" name="Google Shape;5425;p73"/>
            <p:cNvSpPr/>
            <p:nvPr/>
          </p:nvSpPr>
          <p:spPr>
            <a:xfrm>
              <a:off x="2837893" y="2947844"/>
              <a:ext cx="68493" cy="530517"/>
            </a:xfrm>
            <a:custGeom>
              <a:avLst/>
              <a:gdLst/>
              <a:ahLst/>
              <a:cxnLst/>
              <a:rect l="l" t="t" r="r" b="b"/>
              <a:pathLst>
                <a:path w="3950" h="30595" extrusionOk="0">
                  <a:moveTo>
                    <a:pt x="3888" y="0"/>
                  </a:moveTo>
                  <a:cubicBezTo>
                    <a:pt x="3837" y="0"/>
                    <a:pt x="3731" y="184"/>
                    <a:pt x="3645" y="426"/>
                  </a:cubicBezTo>
                  <a:cubicBezTo>
                    <a:pt x="2753" y="2773"/>
                    <a:pt x="2028" y="5177"/>
                    <a:pt x="1468" y="7626"/>
                  </a:cubicBezTo>
                  <a:cubicBezTo>
                    <a:pt x="913" y="10074"/>
                    <a:pt x="520" y="12555"/>
                    <a:pt x="285" y="15052"/>
                  </a:cubicBezTo>
                  <a:cubicBezTo>
                    <a:pt x="62" y="17553"/>
                    <a:pt x="1" y="20067"/>
                    <a:pt x="106" y="22572"/>
                  </a:cubicBezTo>
                  <a:cubicBezTo>
                    <a:pt x="208" y="25081"/>
                    <a:pt x="487" y="27578"/>
                    <a:pt x="937" y="30047"/>
                  </a:cubicBezTo>
                  <a:cubicBezTo>
                    <a:pt x="990" y="30347"/>
                    <a:pt x="1071" y="30586"/>
                    <a:pt x="1136" y="30594"/>
                  </a:cubicBezTo>
                  <a:cubicBezTo>
                    <a:pt x="1137" y="30595"/>
                    <a:pt x="1139" y="30595"/>
                    <a:pt x="1140" y="30595"/>
                  </a:cubicBezTo>
                  <a:cubicBezTo>
                    <a:pt x="1201" y="30595"/>
                    <a:pt x="1212" y="30336"/>
                    <a:pt x="1160" y="30015"/>
                  </a:cubicBezTo>
                  <a:cubicBezTo>
                    <a:pt x="763" y="27546"/>
                    <a:pt x="524" y="25061"/>
                    <a:pt x="435" y="22564"/>
                  </a:cubicBezTo>
                  <a:cubicBezTo>
                    <a:pt x="256" y="17570"/>
                    <a:pt x="706" y="12575"/>
                    <a:pt x="1772" y="7690"/>
                  </a:cubicBezTo>
                  <a:cubicBezTo>
                    <a:pt x="2308" y="5250"/>
                    <a:pt x="2993" y="2846"/>
                    <a:pt x="3828" y="491"/>
                  </a:cubicBezTo>
                  <a:cubicBezTo>
                    <a:pt x="3909" y="248"/>
                    <a:pt x="3949" y="41"/>
                    <a:pt x="3901" y="4"/>
                  </a:cubicBezTo>
                  <a:cubicBezTo>
                    <a:pt x="3897" y="1"/>
                    <a:pt x="3893" y="0"/>
                    <a:pt x="38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" name="Google Shape;5426;p73"/>
            <p:cNvSpPr/>
            <p:nvPr/>
          </p:nvSpPr>
          <p:spPr>
            <a:xfrm>
              <a:off x="2868411" y="2985853"/>
              <a:ext cx="51396" cy="222247"/>
            </a:xfrm>
            <a:custGeom>
              <a:avLst/>
              <a:gdLst/>
              <a:ahLst/>
              <a:cxnLst/>
              <a:rect l="l" t="t" r="r" b="b"/>
              <a:pathLst>
                <a:path w="2964" h="12817" extrusionOk="0">
                  <a:moveTo>
                    <a:pt x="2891" y="1"/>
                  </a:moveTo>
                  <a:cubicBezTo>
                    <a:pt x="2844" y="1"/>
                    <a:pt x="2783" y="68"/>
                    <a:pt x="2745" y="164"/>
                  </a:cubicBezTo>
                  <a:cubicBezTo>
                    <a:pt x="2343" y="1149"/>
                    <a:pt x="1987" y="2150"/>
                    <a:pt x="1670" y="3163"/>
                  </a:cubicBezTo>
                  <a:cubicBezTo>
                    <a:pt x="1358" y="4181"/>
                    <a:pt x="1087" y="5211"/>
                    <a:pt x="856" y="6248"/>
                  </a:cubicBezTo>
                  <a:cubicBezTo>
                    <a:pt x="629" y="7290"/>
                    <a:pt x="442" y="8336"/>
                    <a:pt x="296" y="9390"/>
                  </a:cubicBezTo>
                  <a:cubicBezTo>
                    <a:pt x="150" y="10444"/>
                    <a:pt x="53" y="11506"/>
                    <a:pt x="4" y="12568"/>
                  </a:cubicBezTo>
                  <a:cubicBezTo>
                    <a:pt x="0" y="12694"/>
                    <a:pt x="33" y="12807"/>
                    <a:pt x="94" y="12816"/>
                  </a:cubicBezTo>
                  <a:cubicBezTo>
                    <a:pt x="97" y="12816"/>
                    <a:pt x="100" y="12817"/>
                    <a:pt x="103" y="12817"/>
                  </a:cubicBezTo>
                  <a:cubicBezTo>
                    <a:pt x="161" y="12817"/>
                    <a:pt x="216" y="12719"/>
                    <a:pt x="231" y="12585"/>
                  </a:cubicBezTo>
                  <a:cubicBezTo>
                    <a:pt x="333" y="11531"/>
                    <a:pt x="466" y="10481"/>
                    <a:pt x="621" y="9439"/>
                  </a:cubicBezTo>
                  <a:cubicBezTo>
                    <a:pt x="779" y="8393"/>
                    <a:pt x="977" y="7359"/>
                    <a:pt x="1200" y="6325"/>
                  </a:cubicBezTo>
                  <a:cubicBezTo>
                    <a:pt x="1423" y="5292"/>
                    <a:pt x="1674" y="4270"/>
                    <a:pt x="1970" y="3257"/>
                  </a:cubicBezTo>
                  <a:cubicBezTo>
                    <a:pt x="2258" y="2243"/>
                    <a:pt x="2578" y="1234"/>
                    <a:pt x="2923" y="229"/>
                  </a:cubicBezTo>
                  <a:cubicBezTo>
                    <a:pt x="2960" y="127"/>
                    <a:pt x="2964" y="34"/>
                    <a:pt x="2911" y="6"/>
                  </a:cubicBezTo>
                  <a:cubicBezTo>
                    <a:pt x="2905" y="2"/>
                    <a:pt x="2898" y="1"/>
                    <a:pt x="289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" name="Google Shape;5427;p73"/>
            <p:cNvSpPr/>
            <p:nvPr/>
          </p:nvSpPr>
          <p:spPr>
            <a:xfrm>
              <a:off x="3153463" y="3086737"/>
              <a:ext cx="94902" cy="122299"/>
            </a:xfrm>
            <a:custGeom>
              <a:avLst/>
              <a:gdLst/>
              <a:ahLst/>
              <a:cxnLst/>
              <a:rect l="l" t="t" r="r" b="b"/>
              <a:pathLst>
                <a:path w="5473" h="7053" extrusionOk="0">
                  <a:moveTo>
                    <a:pt x="2832" y="4057"/>
                  </a:moveTo>
                  <a:cubicBezTo>
                    <a:pt x="2874" y="4057"/>
                    <a:pt x="2918" y="4060"/>
                    <a:pt x="2963" y="4067"/>
                  </a:cubicBezTo>
                  <a:cubicBezTo>
                    <a:pt x="3924" y="4209"/>
                    <a:pt x="4041" y="5640"/>
                    <a:pt x="2825" y="5810"/>
                  </a:cubicBezTo>
                  <a:cubicBezTo>
                    <a:pt x="2779" y="5816"/>
                    <a:pt x="2735" y="5819"/>
                    <a:pt x="2693" y="5819"/>
                  </a:cubicBezTo>
                  <a:cubicBezTo>
                    <a:pt x="1667" y="5819"/>
                    <a:pt x="1849" y="4057"/>
                    <a:pt x="2832" y="4057"/>
                  </a:cubicBezTo>
                  <a:close/>
                  <a:moveTo>
                    <a:pt x="2501" y="1"/>
                  </a:moveTo>
                  <a:cubicBezTo>
                    <a:pt x="1930" y="1"/>
                    <a:pt x="0" y="6086"/>
                    <a:pt x="389" y="6552"/>
                  </a:cubicBezTo>
                  <a:cubicBezTo>
                    <a:pt x="627" y="6837"/>
                    <a:pt x="2066" y="7052"/>
                    <a:pt x="3273" y="7052"/>
                  </a:cubicBezTo>
                  <a:cubicBezTo>
                    <a:pt x="4039" y="7052"/>
                    <a:pt x="4712" y="6965"/>
                    <a:pt x="4925" y="6754"/>
                  </a:cubicBezTo>
                  <a:cubicBezTo>
                    <a:pt x="5472" y="6215"/>
                    <a:pt x="4317" y="301"/>
                    <a:pt x="3916" y="167"/>
                  </a:cubicBezTo>
                  <a:cubicBezTo>
                    <a:pt x="3518" y="33"/>
                    <a:pt x="2505" y="1"/>
                    <a:pt x="2505" y="1"/>
                  </a:cubicBezTo>
                  <a:cubicBezTo>
                    <a:pt x="2504" y="1"/>
                    <a:pt x="2503" y="1"/>
                    <a:pt x="25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" name="Google Shape;5428;p73"/>
            <p:cNvSpPr/>
            <p:nvPr/>
          </p:nvSpPr>
          <p:spPr>
            <a:xfrm>
              <a:off x="3145851" y="3080547"/>
              <a:ext cx="109467" cy="134714"/>
            </a:xfrm>
            <a:custGeom>
              <a:avLst/>
              <a:gdLst/>
              <a:ahLst/>
              <a:cxnLst/>
              <a:rect l="l" t="t" r="r" b="b"/>
              <a:pathLst>
                <a:path w="6313" h="7769" extrusionOk="0">
                  <a:moveTo>
                    <a:pt x="3268" y="4764"/>
                  </a:moveTo>
                  <a:lnTo>
                    <a:pt x="3345" y="4772"/>
                  </a:lnTo>
                  <a:cubicBezTo>
                    <a:pt x="3605" y="4797"/>
                    <a:pt x="3799" y="5020"/>
                    <a:pt x="3795" y="5279"/>
                  </a:cubicBezTo>
                  <a:cubicBezTo>
                    <a:pt x="3791" y="5563"/>
                    <a:pt x="3580" y="5766"/>
                    <a:pt x="3215" y="5814"/>
                  </a:cubicBezTo>
                  <a:cubicBezTo>
                    <a:pt x="3188" y="5817"/>
                    <a:pt x="3163" y="5819"/>
                    <a:pt x="3140" y="5819"/>
                  </a:cubicBezTo>
                  <a:cubicBezTo>
                    <a:pt x="2977" y="5819"/>
                    <a:pt x="2910" y="5749"/>
                    <a:pt x="2871" y="5688"/>
                  </a:cubicBezTo>
                  <a:cubicBezTo>
                    <a:pt x="2757" y="5510"/>
                    <a:pt x="2802" y="5149"/>
                    <a:pt x="2919" y="4975"/>
                  </a:cubicBezTo>
                  <a:cubicBezTo>
                    <a:pt x="3037" y="4797"/>
                    <a:pt x="3175" y="4764"/>
                    <a:pt x="3268" y="4764"/>
                  </a:cubicBezTo>
                  <a:close/>
                  <a:moveTo>
                    <a:pt x="3270" y="4052"/>
                  </a:moveTo>
                  <a:cubicBezTo>
                    <a:pt x="2888" y="4052"/>
                    <a:pt x="2527" y="4249"/>
                    <a:pt x="2324" y="4582"/>
                  </a:cubicBezTo>
                  <a:cubicBezTo>
                    <a:pt x="2032" y="5036"/>
                    <a:pt x="2007" y="5660"/>
                    <a:pt x="2271" y="6070"/>
                  </a:cubicBezTo>
                  <a:cubicBezTo>
                    <a:pt x="2453" y="6359"/>
                    <a:pt x="2771" y="6532"/>
                    <a:pt x="3111" y="6532"/>
                  </a:cubicBezTo>
                  <a:cubicBezTo>
                    <a:pt x="3119" y="6532"/>
                    <a:pt x="3127" y="6532"/>
                    <a:pt x="3134" y="6532"/>
                  </a:cubicBezTo>
                  <a:cubicBezTo>
                    <a:pt x="3191" y="6528"/>
                    <a:pt x="3252" y="6524"/>
                    <a:pt x="3309" y="6515"/>
                  </a:cubicBezTo>
                  <a:cubicBezTo>
                    <a:pt x="4132" y="6402"/>
                    <a:pt x="4500" y="5814"/>
                    <a:pt x="4505" y="5283"/>
                  </a:cubicBezTo>
                  <a:cubicBezTo>
                    <a:pt x="4509" y="4671"/>
                    <a:pt x="4059" y="4152"/>
                    <a:pt x="3451" y="4067"/>
                  </a:cubicBezTo>
                  <a:cubicBezTo>
                    <a:pt x="3390" y="4057"/>
                    <a:pt x="3330" y="4052"/>
                    <a:pt x="3270" y="4052"/>
                  </a:cubicBezTo>
                  <a:close/>
                  <a:moveTo>
                    <a:pt x="3029" y="719"/>
                  </a:moveTo>
                  <a:cubicBezTo>
                    <a:pt x="3373" y="731"/>
                    <a:pt x="3888" y="775"/>
                    <a:pt x="4156" y="832"/>
                  </a:cubicBezTo>
                  <a:cubicBezTo>
                    <a:pt x="4565" y="1578"/>
                    <a:pt x="5400" y="6317"/>
                    <a:pt x="5113" y="6860"/>
                  </a:cubicBezTo>
                  <a:cubicBezTo>
                    <a:pt x="4967" y="6995"/>
                    <a:pt x="4387" y="7054"/>
                    <a:pt x="3709" y="7054"/>
                  </a:cubicBezTo>
                  <a:cubicBezTo>
                    <a:pt x="2691" y="7054"/>
                    <a:pt x="1453" y="6920"/>
                    <a:pt x="1132" y="6706"/>
                  </a:cubicBezTo>
                  <a:cubicBezTo>
                    <a:pt x="1034" y="5928"/>
                    <a:pt x="2494" y="1339"/>
                    <a:pt x="3029" y="719"/>
                  </a:cubicBezTo>
                  <a:close/>
                  <a:moveTo>
                    <a:pt x="2954" y="1"/>
                  </a:moveTo>
                  <a:cubicBezTo>
                    <a:pt x="2649" y="1"/>
                    <a:pt x="2415" y="296"/>
                    <a:pt x="2170" y="787"/>
                  </a:cubicBezTo>
                  <a:cubicBezTo>
                    <a:pt x="1643" y="1833"/>
                    <a:pt x="1" y="6471"/>
                    <a:pt x="552" y="7140"/>
                  </a:cubicBezTo>
                  <a:cubicBezTo>
                    <a:pt x="945" y="7610"/>
                    <a:pt x="2619" y="7723"/>
                    <a:pt x="3126" y="7752"/>
                  </a:cubicBezTo>
                  <a:cubicBezTo>
                    <a:pt x="3321" y="7760"/>
                    <a:pt x="3519" y="7768"/>
                    <a:pt x="3726" y="7768"/>
                  </a:cubicBezTo>
                  <a:cubicBezTo>
                    <a:pt x="4496" y="7768"/>
                    <a:pt x="5291" y="7679"/>
                    <a:pt x="5611" y="7363"/>
                  </a:cubicBezTo>
                  <a:cubicBezTo>
                    <a:pt x="6313" y="6670"/>
                    <a:pt x="5307" y="2263"/>
                    <a:pt x="5259" y="2077"/>
                  </a:cubicBezTo>
                  <a:cubicBezTo>
                    <a:pt x="4853" y="317"/>
                    <a:pt x="4646" y="244"/>
                    <a:pt x="4472" y="183"/>
                  </a:cubicBezTo>
                  <a:cubicBezTo>
                    <a:pt x="4034" y="37"/>
                    <a:pt x="3061" y="9"/>
                    <a:pt x="2960" y="1"/>
                  </a:cubicBezTo>
                  <a:cubicBezTo>
                    <a:pt x="2958" y="1"/>
                    <a:pt x="2956" y="1"/>
                    <a:pt x="295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" name="Google Shape;5429;p73"/>
            <p:cNvSpPr/>
            <p:nvPr/>
          </p:nvSpPr>
          <p:spPr>
            <a:xfrm>
              <a:off x="2809004" y="3649472"/>
              <a:ext cx="295820" cy="244945"/>
            </a:xfrm>
            <a:custGeom>
              <a:avLst/>
              <a:gdLst/>
              <a:ahLst/>
              <a:cxnLst/>
              <a:rect l="l" t="t" r="r" b="b"/>
              <a:pathLst>
                <a:path w="17060" h="14126" extrusionOk="0">
                  <a:moveTo>
                    <a:pt x="5697" y="1"/>
                  </a:moveTo>
                  <a:cubicBezTo>
                    <a:pt x="5616" y="1"/>
                    <a:pt x="5537" y="28"/>
                    <a:pt x="5473" y="80"/>
                  </a:cubicBezTo>
                  <a:cubicBezTo>
                    <a:pt x="5380" y="157"/>
                    <a:pt x="5332" y="270"/>
                    <a:pt x="5340" y="388"/>
                  </a:cubicBezTo>
                  <a:cubicBezTo>
                    <a:pt x="5352" y="465"/>
                    <a:pt x="5984" y="8394"/>
                    <a:pt x="167" y="13510"/>
                  </a:cubicBezTo>
                  <a:cubicBezTo>
                    <a:pt x="17" y="13635"/>
                    <a:pt x="1" y="13862"/>
                    <a:pt x="131" y="14008"/>
                  </a:cubicBezTo>
                  <a:cubicBezTo>
                    <a:pt x="199" y="14085"/>
                    <a:pt x="297" y="14126"/>
                    <a:pt x="398" y="14126"/>
                  </a:cubicBezTo>
                  <a:cubicBezTo>
                    <a:pt x="483" y="14126"/>
                    <a:pt x="568" y="14098"/>
                    <a:pt x="633" y="14041"/>
                  </a:cubicBezTo>
                  <a:cubicBezTo>
                    <a:pt x="5863" y="9448"/>
                    <a:pt x="6110" y="2710"/>
                    <a:pt x="6069" y="829"/>
                  </a:cubicBezTo>
                  <a:lnTo>
                    <a:pt x="6069" y="829"/>
                  </a:lnTo>
                  <a:cubicBezTo>
                    <a:pt x="9386" y="1696"/>
                    <a:pt x="13274" y="1825"/>
                    <a:pt x="15311" y="1825"/>
                  </a:cubicBezTo>
                  <a:cubicBezTo>
                    <a:pt x="16122" y="1825"/>
                    <a:pt x="16639" y="1805"/>
                    <a:pt x="16711" y="1802"/>
                  </a:cubicBezTo>
                  <a:cubicBezTo>
                    <a:pt x="16905" y="1794"/>
                    <a:pt x="17059" y="1628"/>
                    <a:pt x="17051" y="1434"/>
                  </a:cubicBezTo>
                  <a:cubicBezTo>
                    <a:pt x="17043" y="1240"/>
                    <a:pt x="16885" y="1093"/>
                    <a:pt x="16697" y="1093"/>
                  </a:cubicBezTo>
                  <a:cubicBezTo>
                    <a:pt x="16692" y="1093"/>
                    <a:pt x="16687" y="1093"/>
                    <a:pt x="16682" y="1093"/>
                  </a:cubicBezTo>
                  <a:cubicBezTo>
                    <a:pt x="16664" y="1093"/>
                    <a:pt x="16190" y="1111"/>
                    <a:pt x="15419" y="1111"/>
                  </a:cubicBezTo>
                  <a:cubicBezTo>
                    <a:pt x="13351" y="1111"/>
                    <a:pt x="9140" y="980"/>
                    <a:pt x="5798" y="15"/>
                  </a:cubicBezTo>
                  <a:cubicBezTo>
                    <a:pt x="5765" y="5"/>
                    <a:pt x="5731" y="1"/>
                    <a:pt x="569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" name="Google Shape;5430;p73"/>
            <p:cNvSpPr/>
            <p:nvPr/>
          </p:nvSpPr>
          <p:spPr>
            <a:xfrm>
              <a:off x="2810478" y="3659530"/>
              <a:ext cx="166273" cy="296965"/>
            </a:xfrm>
            <a:custGeom>
              <a:avLst/>
              <a:gdLst/>
              <a:ahLst/>
              <a:cxnLst/>
              <a:rect l="l" t="t" r="r" b="b"/>
              <a:pathLst>
                <a:path w="9589" h="17126" extrusionOk="0">
                  <a:moveTo>
                    <a:pt x="8227" y="0"/>
                  </a:moveTo>
                  <a:cubicBezTo>
                    <a:pt x="8214" y="0"/>
                    <a:pt x="8202" y="1"/>
                    <a:pt x="8190" y="2"/>
                  </a:cubicBezTo>
                  <a:cubicBezTo>
                    <a:pt x="7995" y="22"/>
                    <a:pt x="7853" y="197"/>
                    <a:pt x="7869" y="391"/>
                  </a:cubicBezTo>
                  <a:cubicBezTo>
                    <a:pt x="7886" y="497"/>
                    <a:pt x="8838" y="11077"/>
                    <a:pt x="220" y="16469"/>
                  </a:cubicBezTo>
                  <a:cubicBezTo>
                    <a:pt x="50" y="16574"/>
                    <a:pt x="1" y="16793"/>
                    <a:pt x="106" y="16955"/>
                  </a:cubicBezTo>
                  <a:cubicBezTo>
                    <a:pt x="171" y="17061"/>
                    <a:pt x="285" y="17121"/>
                    <a:pt x="406" y="17126"/>
                  </a:cubicBezTo>
                  <a:cubicBezTo>
                    <a:pt x="471" y="17126"/>
                    <a:pt x="536" y="17105"/>
                    <a:pt x="593" y="17069"/>
                  </a:cubicBezTo>
                  <a:cubicBezTo>
                    <a:pt x="9588" y="11454"/>
                    <a:pt x="8591" y="432"/>
                    <a:pt x="8579" y="322"/>
                  </a:cubicBezTo>
                  <a:cubicBezTo>
                    <a:pt x="8560" y="137"/>
                    <a:pt x="8406" y="0"/>
                    <a:pt x="822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" name="Google Shape;5431;p73"/>
            <p:cNvSpPr/>
            <p:nvPr/>
          </p:nvSpPr>
          <p:spPr>
            <a:xfrm>
              <a:off x="3270768" y="3655229"/>
              <a:ext cx="445465" cy="324258"/>
            </a:xfrm>
            <a:custGeom>
              <a:avLst/>
              <a:gdLst/>
              <a:ahLst/>
              <a:cxnLst/>
              <a:rect l="l" t="t" r="r" b="b"/>
              <a:pathLst>
                <a:path w="25690" h="18700" extrusionOk="0">
                  <a:moveTo>
                    <a:pt x="12260" y="0"/>
                  </a:moveTo>
                  <a:cubicBezTo>
                    <a:pt x="12230" y="0"/>
                    <a:pt x="12200" y="4"/>
                    <a:pt x="12170" y="11"/>
                  </a:cubicBezTo>
                  <a:cubicBezTo>
                    <a:pt x="9261" y="790"/>
                    <a:pt x="6670" y="1010"/>
                    <a:pt x="4671" y="1010"/>
                  </a:cubicBezTo>
                  <a:cubicBezTo>
                    <a:pt x="2101" y="1010"/>
                    <a:pt x="510" y="646"/>
                    <a:pt x="483" y="639"/>
                  </a:cubicBezTo>
                  <a:cubicBezTo>
                    <a:pt x="452" y="631"/>
                    <a:pt x="421" y="627"/>
                    <a:pt x="390" y="627"/>
                  </a:cubicBezTo>
                  <a:cubicBezTo>
                    <a:pt x="232" y="627"/>
                    <a:pt x="86" y="736"/>
                    <a:pt x="45" y="899"/>
                  </a:cubicBezTo>
                  <a:cubicBezTo>
                    <a:pt x="0" y="1093"/>
                    <a:pt x="122" y="1288"/>
                    <a:pt x="317" y="1329"/>
                  </a:cubicBezTo>
                  <a:cubicBezTo>
                    <a:pt x="435" y="1359"/>
                    <a:pt x="2053" y="1730"/>
                    <a:pt x="4657" y="1730"/>
                  </a:cubicBezTo>
                  <a:cubicBezTo>
                    <a:pt x="6610" y="1730"/>
                    <a:pt x="9118" y="1521"/>
                    <a:pt x="11963" y="802"/>
                  </a:cubicBezTo>
                  <a:cubicBezTo>
                    <a:pt x="12308" y="3092"/>
                    <a:pt x="14485" y="14224"/>
                    <a:pt x="24660" y="15549"/>
                  </a:cubicBezTo>
                  <a:lnTo>
                    <a:pt x="24960" y="18379"/>
                  </a:lnTo>
                  <a:cubicBezTo>
                    <a:pt x="24980" y="18561"/>
                    <a:pt x="25130" y="18699"/>
                    <a:pt x="25312" y="18699"/>
                  </a:cubicBezTo>
                  <a:lnTo>
                    <a:pt x="25349" y="18695"/>
                  </a:lnTo>
                  <a:cubicBezTo>
                    <a:pt x="25544" y="18675"/>
                    <a:pt x="25689" y="18500"/>
                    <a:pt x="25669" y="18306"/>
                  </a:cubicBezTo>
                  <a:lnTo>
                    <a:pt x="25333" y="15193"/>
                  </a:lnTo>
                  <a:cubicBezTo>
                    <a:pt x="25321" y="15026"/>
                    <a:pt x="25187" y="14893"/>
                    <a:pt x="25021" y="14880"/>
                  </a:cubicBezTo>
                  <a:cubicBezTo>
                    <a:pt x="14047" y="13664"/>
                    <a:pt x="12624" y="453"/>
                    <a:pt x="12616" y="319"/>
                  </a:cubicBezTo>
                  <a:cubicBezTo>
                    <a:pt x="12604" y="218"/>
                    <a:pt x="12547" y="120"/>
                    <a:pt x="12462" y="64"/>
                  </a:cubicBezTo>
                  <a:cubicBezTo>
                    <a:pt x="12402" y="21"/>
                    <a:pt x="12332" y="0"/>
                    <a:pt x="1226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" name="Google Shape;5432;p73"/>
            <p:cNvSpPr/>
            <p:nvPr/>
          </p:nvSpPr>
          <p:spPr>
            <a:xfrm>
              <a:off x="3428580" y="3665425"/>
              <a:ext cx="288208" cy="305982"/>
            </a:xfrm>
            <a:custGeom>
              <a:avLst/>
              <a:gdLst/>
              <a:ahLst/>
              <a:cxnLst/>
              <a:rect l="l" t="t" r="r" b="b"/>
              <a:pathLst>
                <a:path w="16621" h="17646" extrusionOk="0">
                  <a:moveTo>
                    <a:pt x="387" y="0"/>
                  </a:moveTo>
                  <a:cubicBezTo>
                    <a:pt x="373" y="0"/>
                    <a:pt x="359" y="1"/>
                    <a:pt x="345" y="3"/>
                  </a:cubicBezTo>
                  <a:cubicBezTo>
                    <a:pt x="142" y="23"/>
                    <a:pt x="0" y="209"/>
                    <a:pt x="33" y="412"/>
                  </a:cubicBezTo>
                  <a:cubicBezTo>
                    <a:pt x="57" y="680"/>
                    <a:pt x="799" y="7101"/>
                    <a:pt x="5663" y="12756"/>
                  </a:cubicBezTo>
                  <a:cubicBezTo>
                    <a:pt x="9393" y="17081"/>
                    <a:pt x="13394" y="17645"/>
                    <a:pt x="15218" y="17645"/>
                  </a:cubicBezTo>
                  <a:cubicBezTo>
                    <a:pt x="15246" y="17645"/>
                    <a:pt x="15274" y="17645"/>
                    <a:pt x="15302" y="17645"/>
                  </a:cubicBezTo>
                  <a:cubicBezTo>
                    <a:pt x="15610" y="17645"/>
                    <a:pt x="15915" y="17625"/>
                    <a:pt x="16220" y="17580"/>
                  </a:cubicBezTo>
                  <a:cubicBezTo>
                    <a:pt x="16621" y="17461"/>
                    <a:pt x="16528" y="16874"/>
                    <a:pt x="16123" y="16874"/>
                  </a:cubicBezTo>
                  <a:cubicBezTo>
                    <a:pt x="16114" y="16874"/>
                    <a:pt x="16106" y="16874"/>
                    <a:pt x="16098" y="16875"/>
                  </a:cubicBezTo>
                  <a:cubicBezTo>
                    <a:pt x="16092" y="16877"/>
                    <a:pt x="15781" y="16928"/>
                    <a:pt x="15250" y="16928"/>
                  </a:cubicBezTo>
                  <a:cubicBezTo>
                    <a:pt x="14684" y="16928"/>
                    <a:pt x="13869" y="16870"/>
                    <a:pt x="12908" y="16631"/>
                  </a:cubicBezTo>
                  <a:cubicBezTo>
                    <a:pt x="11193" y="16210"/>
                    <a:pt x="8631" y="15111"/>
                    <a:pt x="6198" y="12290"/>
                  </a:cubicBezTo>
                  <a:cubicBezTo>
                    <a:pt x="1488" y="6813"/>
                    <a:pt x="746" y="396"/>
                    <a:pt x="738" y="335"/>
                  </a:cubicBezTo>
                  <a:cubicBezTo>
                    <a:pt x="727" y="147"/>
                    <a:pt x="572" y="0"/>
                    <a:pt x="38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" name="Google Shape;5433;p73"/>
            <p:cNvSpPr/>
            <p:nvPr/>
          </p:nvSpPr>
          <p:spPr>
            <a:xfrm>
              <a:off x="2852666" y="4027883"/>
              <a:ext cx="33969" cy="136119"/>
            </a:xfrm>
            <a:custGeom>
              <a:avLst/>
              <a:gdLst/>
              <a:ahLst/>
              <a:cxnLst/>
              <a:rect l="l" t="t" r="r" b="b"/>
              <a:pathLst>
                <a:path w="1959" h="7850" extrusionOk="0">
                  <a:moveTo>
                    <a:pt x="1563" y="0"/>
                  </a:moveTo>
                  <a:cubicBezTo>
                    <a:pt x="1409" y="0"/>
                    <a:pt x="1264" y="102"/>
                    <a:pt x="1220" y="261"/>
                  </a:cubicBezTo>
                  <a:cubicBezTo>
                    <a:pt x="1172" y="443"/>
                    <a:pt x="0" y="4728"/>
                    <a:pt x="880" y="7598"/>
                  </a:cubicBezTo>
                  <a:cubicBezTo>
                    <a:pt x="929" y="7744"/>
                    <a:pt x="1062" y="7849"/>
                    <a:pt x="1220" y="7849"/>
                  </a:cubicBezTo>
                  <a:lnTo>
                    <a:pt x="1326" y="7833"/>
                  </a:lnTo>
                  <a:cubicBezTo>
                    <a:pt x="1516" y="7776"/>
                    <a:pt x="1618" y="7578"/>
                    <a:pt x="1561" y="7387"/>
                  </a:cubicBezTo>
                  <a:cubicBezTo>
                    <a:pt x="738" y="4724"/>
                    <a:pt x="1893" y="492"/>
                    <a:pt x="1906" y="451"/>
                  </a:cubicBezTo>
                  <a:cubicBezTo>
                    <a:pt x="1958" y="261"/>
                    <a:pt x="1849" y="66"/>
                    <a:pt x="1658" y="13"/>
                  </a:cubicBezTo>
                  <a:cubicBezTo>
                    <a:pt x="1627" y="4"/>
                    <a:pt x="1595" y="0"/>
                    <a:pt x="156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" name="Google Shape;5434;p73"/>
            <p:cNvSpPr/>
            <p:nvPr/>
          </p:nvSpPr>
          <p:spPr>
            <a:xfrm>
              <a:off x="2927592" y="4057361"/>
              <a:ext cx="28351" cy="140801"/>
            </a:xfrm>
            <a:custGeom>
              <a:avLst/>
              <a:gdLst/>
              <a:ahLst/>
              <a:cxnLst/>
              <a:rect l="l" t="t" r="r" b="b"/>
              <a:pathLst>
                <a:path w="1635" h="8120" extrusionOk="0">
                  <a:moveTo>
                    <a:pt x="1237" y="0"/>
                  </a:moveTo>
                  <a:cubicBezTo>
                    <a:pt x="1071" y="0"/>
                    <a:pt x="924" y="118"/>
                    <a:pt x="892" y="288"/>
                  </a:cubicBezTo>
                  <a:cubicBezTo>
                    <a:pt x="852" y="466"/>
                    <a:pt x="1" y="4722"/>
                    <a:pt x="896" y="7864"/>
                  </a:cubicBezTo>
                  <a:cubicBezTo>
                    <a:pt x="941" y="8014"/>
                    <a:pt x="1079" y="8120"/>
                    <a:pt x="1237" y="8120"/>
                  </a:cubicBezTo>
                  <a:cubicBezTo>
                    <a:pt x="1269" y="8120"/>
                    <a:pt x="1306" y="8115"/>
                    <a:pt x="1338" y="8107"/>
                  </a:cubicBezTo>
                  <a:cubicBezTo>
                    <a:pt x="1525" y="8051"/>
                    <a:pt x="1634" y="7852"/>
                    <a:pt x="1582" y="7665"/>
                  </a:cubicBezTo>
                  <a:cubicBezTo>
                    <a:pt x="730" y="4694"/>
                    <a:pt x="1578" y="470"/>
                    <a:pt x="1586" y="429"/>
                  </a:cubicBezTo>
                  <a:cubicBezTo>
                    <a:pt x="1626" y="235"/>
                    <a:pt x="1501" y="44"/>
                    <a:pt x="1310" y="8"/>
                  </a:cubicBezTo>
                  <a:cubicBezTo>
                    <a:pt x="1285" y="3"/>
                    <a:pt x="1261" y="0"/>
                    <a:pt x="123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" name="Google Shape;5435;p73"/>
            <p:cNvSpPr/>
            <p:nvPr/>
          </p:nvSpPr>
          <p:spPr>
            <a:xfrm>
              <a:off x="3033661" y="4085105"/>
              <a:ext cx="20825" cy="141807"/>
            </a:xfrm>
            <a:custGeom>
              <a:avLst/>
              <a:gdLst/>
              <a:ahLst/>
              <a:cxnLst/>
              <a:rect l="l" t="t" r="r" b="b"/>
              <a:pathLst>
                <a:path w="1201" h="8178" extrusionOk="0">
                  <a:moveTo>
                    <a:pt x="371" y="1"/>
                  </a:moveTo>
                  <a:cubicBezTo>
                    <a:pt x="183" y="1"/>
                    <a:pt x="29" y="157"/>
                    <a:pt x="25" y="350"/>
                  </a:cubicBezTo>
                  <a:cubicBezTo>
                    <a:pt x="25" y="394"/>
                    <a:pt x="1" y="4513"/>
                    <a:pt x="471" y="7869"/>
                  </a:cubicBezTo>
                  <a:cubicBezTo>
                    <a:pt x="495" y="8044"/>
                    <a:pt x="645" y="8173"/>
                    <a:pt x="820" y="8178"/>
                  </a:cubicBezTo>
                  <a:lnTo>
                    <a:pt x="872" y="8173"/>
                  </a:lnTo>
                  <a:cubicBezTo>
                    <a:pt x="1063" y="8145"/>
                    <a:pt x="1201" y="7967"/>
                    <a:pt x="1176" y="7772"/>
                  </a:cubicBezTo>
                  <a:cubicBezTo>
                    <a:pt x="714" y="4468"/>
                    <a:pt x="735" y="394"/>
                    <a:pt x="735" y="354"/>
                  </a:cubicBezTo>
                  <a:cubicBezTo>
                    <a:pt x="735" y="159"/>
                    <a:pt x="581" y="1"/>
                    <a:pt x="386" y="1"/>
                  </a:cubicBezTo>
                  <a:lnTo>
                    <a:pt x="378" y="1"/>
                  </a:lnTo>
                  <a:cubicBezTo>
                    <a:pt x="375" y="1"/>
                    <a:pt x="373" y="1"/>
                    <a:pt x="37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" name="Google Shape;5436;p73"/>
            <p:cNvSpPr/>
            <p:nvPr/>
          </p:nvSpPr>
          <p:spPr>
            <a:xfrm>
              <a:off x="3131164" y="4103538"/>
              <a:ext cx="17097" cy="138495"/>
            </a:xfrm>
            <a:custGeom>
              <a:avLst/>
              <a:gdLst/>
              <a:ahLst/>
              <a:cxnLst/>
              <a:rect l="l" t="t" r="r" b="b"/>
              <a:pathLst>
                <a:path w="986" h="7987" extrusionOk="0">
                  <a:moveTo>
                    <a:pt x="353" y="0"/>
                  </a:moveTo>
                  <a:cubicBezTo>
                    <a:pt x="155" y="4"/>
                    <a:pt x="0" y="162"/>
                    <a:pt x="0" y="361"/>
                  </a:cubicBezTo>
                  <a:cubicBezTo>
                    <a:pt x="9" y="397"/>
                    <a:pt x="94" y="4013"/>
                    <a:pt x="264" y="7646"/>
                  </a:cubicBezTo>
                  <a:cubicBezTo>
                    <a:pt x="272" y="7836"/>
                    <a:pt x="430" y="7986"/>
                    <a:pt x="621" y="7986"/>
                  </a:cubicBezTo>
                  <a:lnTo>
                    <a:pt x="641" y="7986"/>
                  </a:lnTo>
                  <a:cubicBezTo>
                    <a:pt x="836" y="7974"/>
                    <a:pt x="986" y="7808"/>
                    <a:pt x="981" y="7613"/>
                  </a:cubicBezTo>
                  <a:cubicBezTo>
                    <a:pt x="807" y="3989"/>
                    <a:pt x="718" y="381"/>
                    <a:pt x="718" y="345"/>
                  </a:cubicBezTo>
                  <a:cubicBezTo>
                    <a:pt x="710" y="154"/>
                    <a:pt x="552" y="0"/>
                    <a:pt x="36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" name="Google Shape;5437;p73"/>
            <p:cNvSpPr/>
            <p:nvPr/>
          </p:nvSpPr>
          <p:spPr>
            <a:xfrm>
              <a:off x="3216286" y="4111601"/>
              <a:ext cx="20895" cy="135339"/>
            </a:xfrm>
            <a:custGeom>
              <a:avLst/>
              <a:gdLst/>
              <a:ahLst/>
              <a:cxnLst/>
              <a:rect l="l" t="t" r="r" b="b"/>
              <a:pathLst>
                <a:path w="1205" h="7805" extrusionOk="0">
                  <a:moveTo>
                    <a:pt x="364" y="1"/>
                  </a:moveTo>
                  <a:cubicBezTo>
                    <a:pt x="359" y="1"/>
                    <a:pt x="354" y="1"/>
                    <a:pt x="349" y="1"/>
                  </a:cubicBezTo>
                  <a:cubicBezTo>
                    <a:pt x="151" y="9"/>
                    <a:pt x="1" y="176"/>
                    <a:pt x="9" y="370"/>
                  </a:cubicBezTo>
                  <a:cubicBezTo>
                    <a:pt x="9" y="423"/>
                    <a:pt x="211" y="5287"/>
                    <a:pt x="475" y="7493"/>
                  </a:cubicBezTo>
                  <a:cubicBezTo>
                    <a:pt x="499" y="7667"/>
                    <a:pt x="649" y="7801"/>
                    <a:pt x="828" y="7805"/>
                  </a:cubicBezTo>
                  <a:lnTo>
                    <a:pt x="868" y="7801"/>
                  </a:lnTo>
                  <a:cubicBezTo>
                    <a:pt x="1063" y="7776"/>
                    <a:pt x="1205" y="7598"/>
                    <a:pt x="1184" y="7404"/>
                  </a:cubicBezTo>
                  <a:cubicBezTo>
                    <a:pt x="921" y="5227"/>
                    <a:pt x="718" y="390"/>
                    <a:pt x="718" y="342"/>
                  </a:cubicBezTo>
                  <a:cubicBezTo>
                    <a:pt x="710" y="148"/>
                    <a:pt x="552" y="1"/>
                    <a:pt x="36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" name="Google Shape;5438;p73"/>
            <p:cNvSpPr/>
            <p:nvPr/>
          </p:nvSpPr>
          <p:spPr>
            <a:xfrm>
              <a:off x="3312384" y="4112676"/>
              <a:ext cx="22577" cy="130692"/>
            </a:xfrm>
            <a:custGeom>
              <a:avLst/>
              <a:gdLst/>
              <a:ahLst/>
              <a:cxnLst/>
              <a:rect l="l" t="t" r="r" b="b"/>
              <a:pathLst>
                <a:path w="1302" h="7537" extrusionOk="0">
                  <a:moveTo>
                    <a:pt x="393" y="0"/>
                  </a:moveTo>
                  <a:cubicBezTo>
                    <a:pt x="203" y="4"/>
                    <a:pt x="45" y="158"/>
                    <a:pt x="41" y="349"/>
                  </a:cubicBezTo>
                  <a:cubicBezTo>
                    <a:pt x="41" y="389"/>
                    <a:pt x="0" y="4180"/>
                    <a:pt x="568" y="7248"/>
                  </a:cubicBezTo>
                  <a:cubicBezTo>
                    <a:pt x="600" y="7414"/>
                    <a:pt x="746" y="7536"/>
                    <a:pt x="916" y="7536"/>
                  </a:cubicBezTo>
                  <a:lnTo>
                    <a:pt x="981" y="7532"/>
                  </a:lnTo>
                  <a:cubicBezTo>
                    <a:pt x="1176" y="7496"/>
                    <a:pt x="1301" y="7309"/>
                    <a:pt x="1265" y="7115"/>
                  </a:cubicBezTo>
                  <a:cubicBezTo>
                    <a:pt x="714" y="4119"/>
                    <a:pt x="750" y="397"/>
                    <a:pt x="750" y="361"/>
                  </a:cubicBezTo>
                  <a:cubicBezTo>
                    <a:pt x="754" y="162"/>
                    <a:pt x="596" y="0"/>
                    <a:pt x="39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" name="Google Shape;5439;p73"/>
            <p:cNvSpPr/>
            <p:nvPr/>
          </p:nvSpPr>
          <p:spPr>
            <a:xfrm>
              <a:off x="3416060" y="4103503"/>
              <a:ext cx="27917" cy="128958"/>
            </a:xfrm>
            <a:custGeom>
              <a:avLst/>
              <a:gdLst/>
              <a:ahLst/>
              <a:cxnLst/>
              <a:rect l="l" t="t" r="r" b="b"/>
              <a:pathLst>
                <a:path w="1610" h="7437" extrusionOk="0">
                  <a:moveTo>
                    <a:pt x="394" y="1"/>
                  </a:moveTo>
                  <a:cubicBezTo>
                    <a:pt x="367" y="1"/>
                    <a:pt x="340" y="4"/>
                    <a:pt x="313" y="10"/>
                  </a:cubicBezTo>
                  <a:cubicBezTo>
                    <a:pt x="118" y="55"/>
                    <a:pt x="1" y="245"/>
                    <a:pt x="45" y="440"/>
                  </a:cubicBezTo>
                  <a:cubicBezTo>
                    <a:pt x="57" y="472"/>
                    <a:pt x="897" y="4092"/>
                    <a:pt x="730" y="7060"/>
                  </a:cubicBezTo>
                  <a:cubicBezTo>
                    <a:pt x="722" y="7254"/>
                    <a:pt x="872" y="7421"/>
                    <a:pt x="1063" y="7437"/>
                  </a:cubicBezTo>
                  <a:lnTo>
                    <a:pt x="1083" y="7437"/>
                  </a:lnTo>
                  <a:cubicBezTo>
                    <a:pt x="1274" y="7437"/>
                    <a:pt x="1432" y="7287"/>
                    <a:pt x="1440" y="7096"/>
                  </a:cubicBezTo>
                  <a:cubicBezTo>
                    <a:pt x="1610" y="4032"/>
                    <a:pt x="775" y="428"/>
                    <a:pt x="738" y="278"/>
                  </a:cubicBezTo>
                  <a:cubicBezTo>
                    <a:pt x="700" y="111"/>
                    <a:pt x="555" y="1"/>
                    <a:pt x="39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" name="Google Shape;5440;p73"/>
            <p:cNvSpPr/>
            <p:nvPr/>
          </p:nvSpPr>
          <p:spPr>
            <a:xfrm>
              <a:off x="3514239" y="4090325"/>
              <a:ext cx="36102" cy="125628"/>
            </a:xfrm>
            <a:custGeom>
              <a:avLst/>
              <a:gdLst/>
              <a:ahLst/>
              <a:cxnLst/>
              <a:rect l="l" t="t" r="r" b="b"/>
              <a:pathLst>
                <a:path w="2082" h="7245" extrusionOk="0">
                  <a:moveTo>
                    <a:pt x="437" y="1"/>
                  </a:moveTo>
                  <a:cubicBezTo>
                    <a:pt x="217" y="1"/>
                    <a:pt x="0" y="200"/>
                    <a:pt x="83" y="470"/>
                  </a:cubicBezTo>
                  <a:cubicBezTo>
                    <a:pt x="99" y="495"/>
                    <a:pt x="1368" y="3438"/>
                    <a:pt x="1206" y="6875"/>
                  </a:cubicBezTo>
                  <a:cubicBezTo>
                    <a:pt x="1194" y="7070"/>
                    <a:pt x="1344" y="7236"/>
                    <a:pt x="1538" y="7244"/>
                  </a:cubicBezTo>
                  <a:lnTo>
                    <a:pt x="1558" y="7244"/>
                  </a:lnTo>
                  <a:cubicBezTo>
                    <a:pt x="1749" y="7244"/>
                    <a:pt x="1903" y="7094"/>
                    <a:pt x="1915" y="6904"/>
                  </a:cubicBezTo>
                  <a:cubicBezTo>
                    <a:pt x="2081" y="3308"/>
                    <a:pt x="792" y="308"/>
                    <a:pt x="740" y="178"/>
                  </a:cubicBezTo>
                  <a:cubicBezTo>
                    <a:pt x="665" y="54"/>
                    <a:pt x="550" y="1"/>
                    <a:pt x="43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" name="Google Shape;5441;p73"/>
            <p:cNvSpPr/>
            <p:nvPr/>
          </p:nvSpPr>
          <p:spPr>
            <a:xfrm>
              <a:off x="3605708" y="4069308"/>
              <a:ext cx="46211" cy="128143"/>
            </a:xfrm>
            <a:custGeom>
              <a:avLst/>
              <a:gdLst/>
              <a:ahLst/>
              <a:cxnLst/>
              <a:rect l="l" t="t" r="r" b="b"/>
              <a:pathLst>
                <a:path w="2665" h="7390" extrusionOk="0">
                  <a:moveTo>
                    <a:pt x="400" y="0"/>
                  </a:moveTo>
                  <a:cubicBezTo>
                    <a:pt x="331" y="0"/>
                    <a:pt x="262" y="20"/>
                    <a:pt x="199" y="61"/>
                  </a:cubicBezTo>
                  <a:cubicBezTo>
                    <a:pt x="41" y="170"/>
                    <a:pt x="1" y="393"/>
                    <a:pt x="110" y="555"/>
                  </a:cubicBezTo>
                  <a:cubicBezTo>
                    <a:pt x="126" y="580"/>
                    <a:pt x="1914" y="3283"/>
                    <a:pt x="1262" y="6981"/>
                  </a:cubicBezTo>
                  <a:cubicBezTo>
                    <a:pt x="1221" y="7175"/>
                    <a:pt x="1355" y="7362"/>
                    <a:pt x="1549" y="7390"/>
                  </a:cubicBezTo>
                  <a:lnTo>
                    <a:pt x="1610" y="7390"/>
                  </a:lnTo>
                  <a:cubicBezTo>
                    <a:pt x="1780" y="7390"/>
                    <a:pt x="1926" y="7268"/>
                    <a:pt x="1959" y="7102"/>
                  </a:cubicBezTo>
                  <a:cubicBezTo>
                    <a:pt x="2664" y="3109"/>
                    <a:pt x="779" y="271"/>
                    <a:pt x="698" y="154"/>
                  </a:cubicBezTo>
                  <a:cubicBezTo>
                    <a:pt x="627" y="55"/>
                    <a:pt x="515" y="0"/>
                    <a:pt x="4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" name="Google Shape;5442;p73"/>
            <p:cNvSpPr/>
            <p:nvPr/>
          </p:nvSpPr>
          <p:spPr>
            <a:xfrm>
              <a:off x="3714031" y="4037247"/>
              <a:ext cx="40576" cy="134420"/>
            </a:xfrm>
            <a:custGeom>
              <a:avLst/>
              <a:gdLst/>
              <a:ahLst/>
              <a:cxnLst/>
              <a:rect l="l" t="t" r="r" b="b"/>
              <a:pathLst>
                <a:path w="2340" h="7752" extrusionOk="0">
                  <a:moveTo>
                    <a:pt x="401" y="0"/>
                  </a:moveTo>
                  <a:cubicBezTo>
                    <a:pt x="348" y="0"/>
                    <a:pt x="294" y="12"/>
                    <a:pt x="244" y="37"/>
                  </a:cubicBezTo>
                  <a:cubicBezTo>
                    <a:pt x="70" y="126"/>
                    <a:pt x="1" y="341"/>
                    <a:pt x="86" y="515"/>
                  </a:cubicBezTo>
                  <a:cubicBezTo>
                    <a:pt x="102" y="544"/>
                    <a:pt x="1594" y="3564"/>
                    <a:pt x="799" y="7330"/>
                  </a:cubicBezTo>
                  <a:cubicBezTo>
                    <a:pt x="759" y="7524"/>
                    <a:pt x="885" y="7711"/>
                    <a:pt x="1079" y="7751"/>
                  </a:cubicBezTo>
                  <a:lnTo>
                    <a:pt x="1148" y="7751"/>
                  </a:lnTo>
                  <a:cubicBezTo>
                    <a:pt x="1314" y="7751"/>
                    <a:pt x="1460" y="7638"/>
                    <a:pt x="1501" y="7476"/>
                  </a:cubicBezTo>
                  <a:cubicBezTo>
                    <a:pt x="2340" y="3466"/>
                    <a:pt x="783" y="325"/>
                    <a:pt x="718" y="195"/>
                  </a:cubicBezTo>
                  <a:cubicBezTo>
                    <a:pt x="655" y="71"/>
                    <a:pt x="530" y="0"/>
                    <a:pt x="4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" name="Google Shape;5443;p73"/>
            <p:cNvSpPr/>
            <p:nvPr/>
          </p:nvSpPr>
          <p:spPr>
            <a:xfrm>
              <a:off x="2921194" y="2624540"/>
              <a:ext cx="754966" cy="457845"/>
            </a:xfrm>
            <a:custGeom>
              <a:avLst/>
              <a:gdLst/>
              <a:ahLst/>
              <a:cxnLst/>
              <a:rect l="l" t="t" r="r" b="b"/>
              <a:pathLst>
                <a:path w="43539" h="26404" extrusionOk="0">
                  <a:moveTo>
                    <a:pt x="22073" y="1"/>
                  </a:moveTo>
                  <a:cubicBezTo>
                    <a:pt x="16054" y="1"/>
                    <a:pt x="10184" y="928"/>
                    <a:pt x="6183" y="3298"/>
                  </a:cubicBezTo>
                  <a:cubicBezTo>
                    <a:pt x="1" y="6954"/>
                    <a:pt x="406" y="13457"/>
                    <a:pt x="5198" y="16606"/>
                  </a:cubicBezTo>
                  <a:cubicBezTo>
                    <a:pt x="9993" y="19760"/>
                    <a:pt x="15190" y="22699"/>
                    <a:pt x="16496" y="26396"/>
                  </a:cubicBezTo>
                  <a:cubicBezTo>
                    <a:pt x="16498" y="26401"/>
                    <a:pt x="16501" y="26404"/>
                    <a:pt x="16506" y="26404"/>
                  </a:cubicBezTo>
                  <a:cubicBezTo>
                    <a:pt x="16696" y="26404"/>
                    <a:pt x="19158" y="22988"/>
                    <a:pt x="24632" y="20920"/>
                  </a:cubicBezTo>
                  <a:cubicBezTo>
                    <a:pt x="30258" y="18795"/>
                    <a:pt x="38066" y="17547"/>
                    <a:pt x="40802" y="12281"/>
                  </a:cubicBezTo>
                  <a:cubicBezTo>
                    <a:pt x="43539" y="7015"/>
                    <a:pt x="40527" y="2065"/>
                    <a:pt x="31766" y="744"/>
                  </a:cubicBezTo>
                  <a:cubicBezTo>
                    <a:pt x="28676" y="276"/>
                    <a:pt x="25353" y="1"/>
                    <a:pt x="22073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" name="Google Shape;5444;p73"/>
            <p:cNvSpPr/>
            <p:nvPr/>
          </p:nvSpPr>
          <p:spPr>
            <a:xfrm>
              <a:off x="2941152" y="2618592"/>
              <a:ext cx="716523" cy="470001"/>
            </a:xfrm>
            <a:custGeom>
              <a:avLst/>
              <a:gdLst/>
              <a:ahLst/>
              <a:cxnLst/>
              <a:rect l="l" t="t" r="r" b="b"/>
              <a:pathLst>
                <a:path w="41322" h="27105" extrusionOk="0">
                  <a:moveTo>
                    <a:pt x="20959" y="710"/>
                  </a:moveTo>
                  <a:cubicBezTo>
                    <a:pt x="24170" y="714"/>
                    <a:pt x="27381" y="957"/>
                    <a:pt x="30559" y="1435"/>
                  </a:cubicBezTo>
                  <a:cubicBezTo>
                    <a:pt x="35156" y="2129"/>
                    <a:pt x="38391" y="3892"/>
                    <a:pt x="39668" y="6409"/>
                  </a:cubicBezTo>
                  <a:cubicBezTo>
                    <a:pt x="40580" y="8201"/>
                    <a:pt x="40466" y="10293"/>
                    <a:pt x="39335" y="12462"/>
                  </a:cubicBezTo>
                  <a:cubicBezTo>
                    <a:pt x="37264" y="16451"/>
                    <a:pt x="32188" y="18056"/>
                    <a:pt x="27283" y="19613"/>
                  </a:cubicBezTo>
                  <a:cubicBezTo>
                    <a:pt x="25897" y="20050"/>
                    <a:pt x="24591" y="20464"/>
                    <a:pt x="23359" y="20930"/>
                  </a:cubicBezTo>
                  <a:cubicBezTo>
                    <a:pt x="18892" y="22617"/>
                    <a:pt x="16439" y="25146"/>
                    <a:pt x="15487" y="26131"/>
                  </a:cubicBezTo>
                  <a:cubicBezTo>
                    <a:pt x="14096" y="23018"/>
                    <a:pt x="10184" y="20492"/>
                    <a:pt x="6053" y="17829"/>
                  </a:cubicBezTo>
                  <a:lnTo>
                    <a:pt x="4241" y="16653"/>
                  </a:lnTo>
                  <a:cubicBezTo>
                    <a:pt x="2016" y="15186"/>
                    <a:pt x="719" y="12896"/>
                    <a:pt x="775" y="10524"/>
                  </a:cubicBezTo>
                  <a:cubicBezTo>
                    <a:pt x="836" y="7938"/>
                    <a:pt x="2413" y="5599"/>
                    <a:pt x="5210" y="3945"/>
                  </a:cubicBezTo>
                  <a:cubicBezTo>
                    <a:pt x="9223" y="1577"/>
                    <a:pt x="15110" y="710"/>
                    <a:pt x="20959" y="710"/>
                  </a:cubicBezTo>
                  <a:close/>
                  <a:moveTo>
                    <a:pt x="20988" y="1"/>
                  </a:moveTo>
                  <a:cubicBezTo>
                    <a:pt x="15015" y="1"/>
                    <a:pt x="8978" y="891"/>
                    <a:pt x="4849" y="3329"/>
                  </a:cubicBezTo>
                  <a:cubicBezTo>
                    <a:pt x="1829" y="5112"/>
                    <a:pt x="131" y="7662"/>
                    <a:pt x="66" y="10512"/>
                  </a:cubicBezTo>
                  <a:cubicBezTo>
                    <a:pt x="1" y="13127"/>
                    <a:pt x="1420" y="15648"/>
                    <a:pt x="3852" y="17245"/>
                  </a:cubicBezTo>
                  <a:lnTo>
                    <a:pt x="5668" y="18425"/>
                  </a:lnTo>
                  <a:cubicBezTo>
                    <a:pt x="9913" y="21161"/>
                    <a:pt x="13914" y="23739"/>
                    <a:pt x="15008" y="26857"/>
                  </a:cubicBezTo>
                  <a:cubicBezTo>
                    <a:pt x="15053" y="26978"/>
                    <a:pt x="15154" y="27068"/>
                    <a:pt x="15276" y="27096"/>
                  </a:cubicBezTo>
                  <a:lnTo>
                    <a:pt x="15369" y="27104"/>
                  </a:lnTo>
                  <a:cubicBezTo>
                    <a:pt x="15539" y="27104"/>
                    <a:pt x="15661" y="26978"/>
                    <a:pt x="15965" y="26658"/>
                  </a:cubicBezTo>
                  <a:cubicBezTo>
                    <a:pt x="16865" y="25726"/>
                    <a:pt x="19240" y="23245"/>
                    <a:pt x="23606" y="21591"/>
                  </a:cubicBezTo>
                  <a:cubicBezTo>
                    <a:pt x="24823" y="21137"/>
                    <a:pt x="26120" y="20727"/>
                    <a:pt x="27498" y="20290"/>
                  </a:cubicBezTo>
                  <a:cubicBezTo>
                    <a:pt x="32310" y="18765"/>
                    <a:pt x="37754" y="17039"/>
                    <a:pt x="39972" y="12790"/>
                  </a:cubicBezTo>
                  <a:cubicBezTo>
                    <a:pt x="41208" y="10411"/>
                    <a:pt x="41322" y="8092"/>
                    <a:pt x="40300" y="6085"/>
                  </a:cubicBezTo>
                  <a:cubicBezTo>
                    <a:pt x="38918" y="3361"/>
                    <a:pt x="35496" y="1460"/>
                    <a:pt x="30668" y="730"/>
                  </a:cubicBezTo>
                  <a:cubicBezTo>
                    <a:pt x="27696" y="283"/>
                    <a:pt x="24352" y="1"/>
                    <a:pt x="2098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" name="Google Shape;5445;p73"/>
            <p:cNvSpPr/>
            <p:nvPr/>
          </p:nvSpPr>
          <p:spPr>
            <a:xfrm>
              <a:off x="3016165" y="2644984"/>
              <a:ext cx="584150" cy="385121"/>
            </a:xfrm>
            <a:custGeom>
              <a:avLst/>
              <a:gdLst/>
              <a:ahLst/>
              <a:cxnLst/>
              <a:rect l="l" t="t" r="r" b="b"/>
              <a:pathLst>
                <a:path w="33688" h="22210" extrusionOk="0">
                  <a:moveTo>
                    <a:pt x="16722" y="0"/>
                  </a:moveTo>
                  <a:cubicBezTo>
                    <a:pt x="8491" y="0"/>
                    <a:pt x="1615" y="1886"/>
                    <a:pt x="815" y="6018"/>
                  </a:cubicBezTo>
                  <a:cubicBezTo>
                    <a:pt x="0" y="10230"/>
                    <a:pt x="3770" y="12496"/>
                    <a:pt x="6458" y="14973"/>
                  </a:cubicBezTo>
                  <a:lnTo>
                    <a:pt x="6462" y="14973"/>
                  </a:lnTo>
                  <a:cubicBezTo>
                    <a:pt x="6924" y="15387"/>
                    <a:pt x="7354" y="15837"/>
                    <a:pt x="7755" y="16315"/>
                  </a:cubicBezTo>
                  <a:cubicBezTo>
                    <a:pt x="10265" y="19396"/>
                    <a:pt x="10950" y="22209"/>
                    <a:pt x="10950" y="22209"/>
                  </a:cubicBezTo>
                  <a:cubicBezTo>
                    <a:pt x="10950" y="22209"/>
                    <a:pt x="12847" y="18914"/>
                    <a:pt x="19155" y="16862"/>
                  </a:cubicBezTo>
                  <a:cubicBezTo>
                    <a:pt x="25462" y="14811"/>
                    <a:pt x="31150" y="12963"/>
                    <a:pt x="32658" y="9298"/>
                  </a:cubicBezTo>
                  <a:cubicBezTo>
                    <a:pt x="33688" y="6793"/>
                    <a:pt x="33051" y="3890"/>
                    <a:pt x="29253" y="2021"/>
                  </a:cubicBezTo>
                  <a:cubicBezTo>
                    <a:pt x="27497" y="1154"/>
                    <a:pt x="25057" y="505"/>
                    <a:pt x="21806" y="226"/>
                  </a:cubicBezTo>
                  <a:cubicBezTo>
                    <a:pt x="20082" y="76"/>
                    <a:pt x="18375" y="0"/>
                    <a:pt x="16722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" name="Google Shape;5446;p73"/>
            <p:cNvSpPr/>
            <p:nvPr/>
          </p:nvSpPr>
          <p:spPr>
            <a:xfrm>
              <a:off x="3011813" y="2639019"/>
              <a:ext cx="598559" cy="397207"/>
            </a:xfrm>
            <a:custGeom>
              <a:avLst/>
              <a:gdLst/>
              <a:ahLst/>
              <a:cxnLst/>
              <a:rect l="l" t="t" r="r" b="b"/>
              <a:pathLst>
                <a:path w="34519" h="22907" extrusionOk="0">
                  <a:moveTo>
                    <a:pt x="16941" y="698"/>
                  </a:moveTo>
                  <a:cubicBezTo>
                    <a:pt x="18552" y="698"/>
                    <a:pt x="20252" y="772"/>
                    <a:pt x="22020" y="926"/>
                  </a:cubicBezTo>
                  <a:cubicBezTo>
                    <a:pt x="25045" y="1186"/>
                    <a:pt x="27509" y="1778"/>
                    <a:pt x="29346" y="2686"/>
                  </a:cubicBezTo>
                  <a:cubicBezTo>
                    <a:pt x="33882" y="4915"/>
                    <a:pt x="33116" y="8199"/>
                    <a:pt x="32581" y="9504"/>
                  </a:cubicBezTo>
                  <a:cubicBezTo>
                    <a:pt x="31137" y="13015"/>
                    <a:pt x="25385" y="14888"/>
                    <a:pt x="19292" y="16866"/>
                  </a:cubicBezTo>
                  <a:cubicBezTo>
                    <a:pt x="14497" y="18435"/>
                    <a:pt x="12198" y="20693"/>
                    <a:pt x="11326" y="21767"/>
                  </a:cubicBezTo>
                  <a:cubicBezTo>
                    <a:pt x="10970" y="20721"/>
                    <a:pt x="10090" y="18658"/>
                    <a:pt x="8282" y="16436"/>
                  </a:cubicBezTo>
                  <a:cubicBezTo>
                    <a:pt x="7873" y="15946"/>
                    <a:pt x="7427" y="15484"/>
                    <a:pt x="6948" y="15054"/>
                  </a:cubicBezTo>
                  <a:lnTo>
                    <a:pt x="6920" y="15029"/>
                  </a:lnTo>
                  <a:cubicBezTo>
                    <a:pt x="6486" y="14632"/>
                    <a:pt x="6020" y="14231"/>
                    <a:pt x="5566" y="13846"/>
                  </a:cubicBezTo>
                  <a:cubicBezTo>
                    <a:pt x="3211" y="11835"/>
                    <a:pt x="774" y="9751"/>
                    <a:pt x="1419" y="6435"/>
                  </a:cubicBezTo>
                  <a:cubicBezTo>
                    <a:pt x="2106" y="2868"/>
                    <a:pt x="8244" y="698"/>
                    <a:pt x="16941" y="698"/>
                  </a:cubicBezTo>
                  <a:close/>
                  <a:moveTo>
                    <a:pt x="17065" y="0"/>
                  </a:moveTo>
                  <a:cubicBezTo>
                    <a:pt x="8936" y="0"/>
                    <a:pt x="1586" y="1826"/>
                    <a:pt x="718" y="6302"/>
                  </a:cubicBezTo>
                  <a:cubicBezTo>
                    <a:pt x="0" y="10031"/>
                    <a:pt x="2708" y="12346"/>
                    <a:pt x="5108" y="14389"/>
                  </a:cubicBezTo>
                  <a:cubicBezTo>
                    <a:pt x="5582" y="14798"/>
                    <a:pt x="6036" y="15184"/>
                    <a:pt x="6462" y="15581"/>
                  </a:cubicBezTo>
                  <a:lnTo>
                    <a:pt x="6498" y="15609"/>
                  </a:lnTo>
                  <a:cubicBezTo>
                    <a:pt x="6940" y="16006"/>
                    <a:pt x="7350" y="16432"/>
                    <a:pt x="7731" y="16886"/>
                  </a:cubicBezTo>
                  <a:cubicBezTo>
                    <a:pt x="10159" y="19862"/>
                    <a:pt x="10848" y="22614"/>
                    <a:pt x="10852" y="22638"/>
                  </a:cubicBezTo>
                  <a:cubicBezTo>
                    <a:pt x="10889" y="22780"/>
                    <a:pt x="11006" y="22886"/>
                    <a:pt x="11152" y="22906"/>
                  </a:cubicBezTo>
                  <a:lnTo>
                    <a:pt x="11201" y="22906"/>
                  </a:lnTo>
                  <a:cubicBezTo>
                    <a:pt x="11326" y="22906"/>
                    <a:pt x="11440" y="22841"/>
                    <a:pt x="11505" y="22736"/>
                  </a:cubicBezTo>
                  <a:cubicBezTo>
                    <a:pt x="11525" y="22703"/>
                    <a:pt x="13438" y="19533"/>
                    <a:pt x="19519" y="17551"/>
                  </a:cubicBezTo>
                  <a:cubicBezTo>
                    <a:pt x="26034" y="15427"/>
                    <a:pt x="31669" y="13594"/>
                    <a:pt x="33233" y="9780"/>
                  </a:cubicBezTo>
                  <a:cubicBezTo>
                    <a:pt x="34518" y="6671"/>
                    <a:pt x="33181" y="3784"/>
                    <a:pt x="29662" y="2049"/>
                  </a:cubicBezTo>
                  <a:cubicBezTo>
                    <a:pt x="27748" y="1105"/>
                    <a:pt x="25199" y="488"/>
                    <a:pt x="22085" y="221"/>
                  </a:cubicBezTo>
                  <a:cubicBezTo>
                    <a:pt x="20412" y="76"/>
                    <a:pt x="18722" y="0"/>
                    <a:pt x="1706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" name="Google Shape;5447;p73"/>
            <p:cNvSpPr/>
            <p:nvPr/>
          </p:nvSpPr>
          <p:spPr>
            <a:xfrm>
              <a:off x="3128216" y="2680028"/>
              <a:ext cx="472099" cy="350077"/>
            </a:xfrm>
            <a:custGeom>
              <a:avLst/>
              <a:gdLst/>
              <a:ahLst/>
              <a:cxnLst/>
              <a:rect l="l" t="t" r="r" b="b"/>
              <a:pathLst>
                <a:path w="27226" h="20189" extrusionOk="0">
                  <a:moveTo>
                    <a:pt x="22791" y="0"/>
                  </a:moveTo>
                  <a:lnTo>
                    <a:pt x="22791" y="0"/>
                  </a:lnTo>
                  <a:cubicBezTo>
                    <a:pt x="22965" y="187"/>
                    <a:pt x="23119" y="394"/>
                    <a:pt x="23253" y="613"/>
                  </a:cubicBezTo>
                  <a:cubicBezTo>
                    <a:pt x="24611" y="2899"/>
                    <a:pt x="24595" y="6069"/>
                    <a:pt x="22904" y="8177"/>
                  </a:cubicBezTo>
                  <a:cubicBezTo>
                    <a:pt x="21044" y="10496"/>
                    <a:pt x="17837" y="11315"/>
                    <a:pt x="15056" y="11862"/>
                  </a:cubicBezTo>
                  <a:cubicBezTo>
                    <a:pt x="12024" y="12462"/>
                    <a:pt x="9365" y="13528"/>
                    <a:pt x="7098" y="15729"/>
                  </a:cubicBezTo>
                  <a:cubicBezTo>
                    <a:pt x="6587" y="16230"/>
                    <a:pt x="5965" y="16809"/>
                    <a:pt x="5296" y="16809"/>
                  </a:cubicBezTo>
                  <a:cubicBezTo>
                    <a:pt x="5186" y="16809"/>
                    <a:pt x="5075" y="16793"/>
                    <a:pt x="4962" y="16759"/>
                  </a:cubicBezTo>
                  <a:cubicBezTo>
                    <a:pt x="4581" y="16645"/>
                    <a:pt x="4301" y="16337"/>
                    <a:pt x="4038" y="16049"/>
                  </a:cubicBezTo>
                  <a:cubicBezTo>
                    <a:pt x="3109" y="15020"/>
                    <a:pt x="2124" y="14010"/>
                    <a:pt x="908" y="13354"/>
                  </a:cubicBezTo>
                  <a:cubicBezTo>
                    <a:pt x="616" y="13196"/>
                    <a:pt x="312" y="13062"/>
                    <a:pt x="0" y="12952"/>
                  </a:cubicBezTo>
                  <a:lnTo>
                    <a:pt x="0" y="12952"/>
                  </a:lnTo>
                  <a:cubicBezTo>
                    <a:pt x="462" y="13366"/>
                    <a:pt x="892" y="13816"/>
                    <a:pt x="1293" y="14294"/>
                  </a:cubicBezTo>
                  <a:cubicBezTo>
                    <a:pt x="3803" y="17375"/>
                    <a:pt x="4488" y="20188"/>
                    <a:pt x="4488" y="20188"/>
                  </a:cubicBezTo>
                  <a:cubicBezTo>
                    <a:pt x="4488" y="20188"/>
                    <a:pt x="6385" y="16893"/>
                    <a:pt x="12693" y="14841"/>
                  </a:cubicBezTo>
                  <a:cubicBezTo>
                    <a:pt x="19000" y="12790"/>
                    <a:pt x="24688" y="10942"/>
                    <a:pt x="26196" y="7277"/>
                  </a:cubicBezTo>
                  <a:cubicBezTo>
                    <a:pt x="27226" y="4772"/>
                    <a:pt x="26589" y="1869"/>
                    <a:pt x="22791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" name="Google Shape;5448;p73"/>
            <p:cNvSpPr/>
            <p:nvPr/>
          </p:nvSpPr>
          <p:spPr>
            <a:xfrm>
              <a:off x="3484033" y="2724765"/>
              <a:ext cx="84723" cy="127484"/>
            </a:xfrm>
            <a:custGeom>
              <a:avLst/>
              <a:gdLst/>
              <a:ahLst/>
              <a:cxnLst/>
              <a:rect l="l" t="t" r="r" b="b"/>
              <a:pathLst>
                <a:path w="4886" h="7352" extrusionOk="0">
                  <a:moveTo>
                    <a:pt x="3714" y="0"/>
                  </a:moveTo>
                  <a:cubicBezTo>
                    <a:pt x="3691" y="0"/>
                    <a:pt x="3671" y="8"/>
                    <a:pt x="3657" y="23"/>
                  </a:cubicBezTo>
                  <a:cubicBezTo>
                    <a:pt x="3617" y="72"/>
                    <a:pt x="3641" y="161"/>
                    <a:pt x="3710" y="238"/>
                  </a:cubicBezTo>
                  <a:cubicBezTo>
                    <a:pt x="4257" y="777"/>
                    <a:pt x="4513" y="1555"/>
                    <a:pt x="4529" y="2321"/>
                  </a:cubicBezTo>
                  <a:cubicBezTo>
                    <a:pt x="4549" y="3092"/>
                    <a:pt x="4334" y="3854"/>
                    <a:pt x="3921" y="4502"/>
                  </a:cubicBezTo>
                  <a:cubicBezTo>
                    <a:pt x="3503" y="5159"/>
                    <a:pt x="2919" y="5690"/>
                    <a:pt x="2263" y="6120"/>
                  </a:cubicBezTo>
                  <a:cubicBezTo>
                    <a:pt x="1602" y="6550"/>
                    <a:pt x="880" y="6886"/>
                    <a:pt x="130" y="7158"/>
                  </a:cubicBezTo>
                  <a:cubicBezTo>
                    <a:pt x="53" y="7186"/>
                    <a:pt x="1" y="7239"/>
                    <a:pt x="13" y="7291"/>
                  </a:cubicBezTo>
                  <a:cubicBezTo>
                    <a:pt x="19" y="7327"/>
                    <a:pt x="61" y="7351"/>
                    <a:pt x="119" y="7351"/>
                  </a:cubicBezTo>
                  <a:cubicBezTo>
                    <a:pt x="141" y="7351"/>
                    <a:pt x="166" y="7348"/>
                    <a:pt x="191" y="7340"/>
                  </a:cubicBezTo>
                  <a:cubicBezTo>
                    <a:pt x="965" y="7117"/>
                    <a:pt x="1736" y="6813"/>
                    <a:pt x="2429" y="6383"/>
                  </a:cubicBezTo>
                  <a:cubicBezTo>
                    <a:pt x="3122" y="5954"/>
                    <a:pt x="3759" y="5394"/>
                    <a:pt x="4213" y="4697"/>
                  </a:cubicBezTo>
                  <a:cubicBezTo>
                    <a:pt x="4663" y="3983"/>
                    <a:pt x="4886" y="3152"/>
                    <a:pt x="4857" y="2309"/>
                  </a:cubicBezTo>
                  <a:cubicBezTo>
                    <a:pt x="4825" y="1478"/>
                    <a:pt x="4500" y="627"/>
                    <a:pt x="3868" y="72"/>
                  </a:cubicBezTo>
                  <a:cubicBezTo>
                    <a:pt x="3815" y="26"/>
                    <a:pt x="3758" y="0"/>
                    <a:pt x="37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" name="Google Shape;5449;p73"/>
            <p:cNvSpPr/>
            <p:nvPr/>
          </p:nvSpPr>
          <p:spPr>
            <a:xfrm>
              <a:off x="3500350" y="2749457"/>
              <a:ext cx="42258" cy="75429"/>
            </a:xfrm>
            <a:custGeom>
              <a:avLst/>
              <a:gdLst/>
              <a:ahLst/>
              <a:cxnLst/>
              <a:rect l="l" t="t" r="r" b="b"/>
              <a:pathLst>
                <a:path w="2437" h="4350" extrusionOk="0">
                  <a:moveTo>
                    <a:pt x="1821" y="0"/>
                  </a:moveTo>
                  <a:cubicBezTo>
                    <a:pt x="1793" y="0"/>
                    <a:pt x="1766" y="11"/>
                    <a:pt x="1747" y="34"/>
                  </a:cubicBezTo>
                  <a:cubicBezTo>
                    <a:pt x="1703" y="75"/>
                    <a:pt x="1699" y="139"/>
                    <a:pt x="1731" y="188"/>
                  </a:cubicBezTo>
                  <a:cubicBezTo>
                    <a:pt x="1991" y="484"/>
                    <a:pt x="2096" y="885"/>
                    <a:pt x="2096" y="1283"/>
                  </a:cubicBezTo>
                  <a:cubicBezTo>
                    <a:pt x="2096" y="1680"/>
                    <a:pt x="1995" y="2073"/>
                    <a:pt x="1792" y="2418"/>
                  </a:cubicBezTo>
                  <a:cubicBezTo>
                    <a:pt x="1589" y="2774"/>
                    <a:pt x="1326" y="3095"/>
                    <a:pt x="1018" y="3362"/>
                  </a:cubicBezTo>
                  <a:cubicBezTo>
                    <a:pt x="714" y="3646"/>
                    <a:pt x="377" y="3909"/>
                    <a:pt x="45" y="4181"/>
                  </a:cubicBezTo>
                  <a:cubicBezTo>
                    <a:pt x="8" y="4209"/>
                    <a:pt x="0" y="4262"/>
                    <a:pt x="29" y="4303"/>
                  </a:cubicBezTo>
                  <a:cubicBezTo>
                    <a:pt x="45" y="4332"/>
                    <a:pt x="75" y="4349"/>
                    <a:pt x="106" y="4349"/>
                  </a:cubicBezTo>
                  <a:cubicBezTo>
                    <a:pt x="123" y="4349"/>
                    <a:pt x="139" y="4345"/>
                    <a:pt x="154" y="4335"/>
                  </a:cubicBezTo>
                  <a:cubicBezTo>
                    <a:pt x="519" y="4112"/>
                    <a:pt x="892" y="3881"/>
                    <a:pt x="1224" y="3597"/>
                  </a:cubicBezTo>
                  <a:cubicBezTo>
                    <a:pt x="1569" y="3314"/>
                    <a:pt x="1865" y="2973"/>
                    <a:pt x="2100" y="2592"/>
                  </a:cubicBezTo>
                  <a:cubicBezTo>
                    <a:pt x="2327" y="2191"/>
                    <a:pt x="2436" y="1733"/>
                    <a:pt x="2424" y="1270"/>
                  </a:cubicBezTo>
                  <a:cubicBezTo>
                    <a:pt x="2416" y="816"/>
                    <a:pt x="2238" y="342"/>
                    <a:pt x="1893" y="30"/>
                  </a:cubicBezTo>
                  <a:cubicBezTo>
                    <a:pt x="1873" y="10"/>
                    <a:pt x="1847" y="0"/>
                    <a:pt x="182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" name="Google Shape;5450;p73"/>
            <p:cNvSpPr/>
            <p:nvPr/>
          </p:nvSpPr>
          <p:spPr>
            <a:xfrm>
              <a:off x="3049475" y="2734631"/>
              <a:ext cx="88451" cy="135894"/>
            </a:xfrm>
            <a:custGeom>
              <a:avLst/>
              <a:gdLst/>
              <a:ahLst/>
              <a:cxnLst/>
              <a:rect l="l" t="t" r="r" b="b"/>
              <a:pathLst>
                <a:path w="5101" h="7837" extrusionOk="0">
                  <a:moveTo>
                    <a:pt x="280" y="1"/>
                  </a:moveTo>
                  <a:cubicBezTo>
                    <a:pt x="229" y="1"/>
                    <a:pt x="183" y="61"/>
                    <a:pt x="171" y="147"/>
                  </a:cubicBezTo>
                  <a:cubicBezTo>
                    <a:pt x="82" y="950"/>
                    <a:pt x="1" y="1765"/>
                    <a:pt x="90" y="2575"/>
                  </a:cubicBezTo>
                  <a:cubicBezTo>
                    <a:pt x="183" y="3386"/>
                    <a:pt x="463" y="4217"/>
                    <a:pt x="990" y="4870"/>
                  </a:cubicBezTo>
                  <a:cubicBezTo>
                    <a:pt x="1517" y="5527"/>
                    <a:pt x="2206" y="6001"/>
                    <a:pt x="2879" y="6431"/>
                  </a:cubicBezTo>
                  <a:cubicBezTo>
                    <a:pt x="3552" y="6864"/>
                    <a:pt x="4245" y="7258"/>
                    <a:pt x="4845" y="7772"/>
                  </a:cubicBezTo>
                  <a:cubicBezTo>
                    <a:pt x="4896" y="7813"/>
                    <a:pt x="4947" y="7837"/>
                    <a:pt x="4991" y="7837"/>
                  </a:cubicBezTo>
                  <a:cubicBezTo>
                    <a:pt x="5014" y="7837"/>
                    <a:pt x="5034" y="7831"/>
                    <a:pt x="5052" y="7817"/>
                  </a:cubicBezTo>
                  <a:cubicBezTo>
                    <a:pt x="5101" y="7776"/>
                    <a:pt x="5076" y="7679"/>
                    <a:pt x="4995" y="7602"/>
                  </a:cubicBezTo>
                  <a:cubicBezTo>
                    <a:pt x="4407" y="7030"/>
                    <a:pt x="3718" y="6589"/>
                    <a:pt x="3058" y="6155"/>
                  </a:cubicBezTo>
                  <a:cubicBezTo>
                    <a:pt x="2393" y="5717"/>
                    <a:pt x="1760" y="5231"/>
                    <a:pt x="1262" y="4651"/>
                  </a:cubicBezTo>
                  <a:cubicBezTo>
                    <a:pt x="763" y="4067"/>
                    <a:pt x="512" y="3317"/>
                    <a:pt x="406" y="2543"/>
                  </a:cubicBezTo>
                  <a:cubicBezTo>
                    <a:pt x="301" y="1765"/>
                    <a:pt x="329" y="966"/>
                    <a:pt x="366" y="163"/>
                  </a:cubicBezTo>
                  <a:cubicBezTo>
                    <a:pt x="370" y="82"/>
                    <a:pt x="333" y="5"/>
                    <a:pt x="285" y="1"/>
                  </a:cubicBezTo>
                  <a:cubicBezTo>
                    <a:pt x="283" y="1"/>
                    <a:pt x="281" y="1"/>
                    <a:pt x="2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" name="Google Shape;5451;p73"/>
            <p:cNvSpPr/>
            <p:nvPr/>
          </p:nvSpPr>
          <p:spPr>
            <a:xfrm>
              <a:off x="3205535" y="2894125"/>
              <a:ext cx="203155" cy="83544"/>
            </a:xfrm>
            <a:custGeom>
              <a:avLst/>
              <a:gdLst/>
              <a:ahLst/>
              <a:cxnLst/>
              <a:rect l="l" t="t" r="r" b="b"/>
              <a:pathLst>
                <a:path w="11716" h="4818" extrusionOk="0">
                  <a:moveTo>
                    <a:pt x="11534" y="0"/>
                  </a:moveTo>
                  <a:cubicBezTo>
                    <a:pt x="11512" y="0"/>
                    <a:pt x="11489" y="2"/>
                    <a:pt x="11465" y="5"/>
                  </a:cubicBezTo>
                  <a:cubicBezTo>
                    <a:pt x="10439" y="115"/>
                    <a:pt x="9421" y="297"/>
                    <a:pt x="8420" y="553"/>
                  </a:cubicBezTo>
                  <a:cubicBezTo>
                    <a:pt x="7423" y="812"/>
                    <a:pt x="6438" y="1136"/>
                    <a:pt x="5477" y="1517"/>
                  </a:cubicBezTo>
                  <a:cubicBezTo>
                    <a:pt x="4524" y="1915"/>
                    <a:pt x="3596" y="2365"/>
                    <a:pt x="2696" y="2875"/>
                  </a:cubicBezTo>
                  <a:cubicBezTo>
                    <a:pt x="1800" y="3386"/>
                    <a:pt x="945" y="3966"/>
                    <a:pt x="130" y="4602"/>
                  </a:cubicBezTo>
                  <a:cubicBezTo>
                    <a:pt x="45" y="4667"/>
                    <a:pt x="0" y="4744"/>
                    <a:pt x="25" y="4789"/>
                  </a:cubicBezTo>
                  <a:cubicBezTo>
                    <a:pt x="34" y="4808"/>
                    <a:pt x="56" y="4817"/>
                    <a:pt x="84" y="4817"/>
                  </a:cubicBezTo>
                  <a:cubicBezTo>
                    <a:pt x="128" y="4817"/>
                    <a:pt x="187" y="4796"/>
                    <a:pt x="244" y="4756"/>
                  </a:cubicBezTo>
                  <a:cubicBezTo>
                    <a:pt x="1083" y="4173"/>
                    <a:pt x="1950" y="3638"/>
                    <a:pt x="2846" y="3147"/>
                  </a:cubicBezTo>
                  <a:cubicBezTo>
                    <a:pt x="4638" y="2174"/>
                    <a:pt x="6539" y="1412"/>
                    <a:pt x="8509" y="873"/>
                  </a:cubicBezTo>
                  <a:cubicBezTo>
                    <a:pt x="9490" y="601"/>
                    <a:pt x="10488" y="386"/>
                    <a:pt x="11497" y="228"/>
                  </a:cubicBezTo>
                  <a:cubicBezTo>
                    <a:pt x="11619" y="208"/>
                    <a:pt x="11716" y="159"/>
                    <a:pt x="11716" y="95"/>
                  </a:cubicBezTo>
                  <a:cubicBezTo>
                    <a:pt x="11716" y="38"/>
                    <a:pt x="11639" y="0"/>
                    <a:pt x="115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" name="Google Shape;5452;p73"/>
            <p:cNvSpPr/>
            <p:nvPr/>
          </p:nvSpPr>
          <p:spPr>
            <a:xfrm>
              <a:off x="3524106" y="2724487"/>
              <a:ext cx="103624" cy="169585"/>
            </a:xfrm>
            <a:custGeom>
              <a:avLst/>
              <a:gdLst/>
              <a:ahLst/>
              <a:cxnLst/>
              <a:rect l="l" t="t" r="r" b="b"/>
              <a:pathLst>
                <a:path w="5976" h="9780" extrusionOk="0">
                  <a:moveTo>
                    <a:pt x="5251" y="1"/>
                  </a:moveTo>
                  <a:cubicBezTo>
                    <a:pt x="5242" y="1"/>
                    <a:pt x="5234" y="2"/>
                    <a:pt x="5226" y="6"/>
                  </a:cubicBezTo>
                  <a:cubicBezTo>
                    <a:pt x="5169" y="31"/>
                    <a:pt x="5165" y="140"/>
                    <a:pt x="5218" y="258"/>
                  </a:cubicBezTo>
                  <a:cubicBezTo>
                    <a:pt x="5595" y="1133"/>
                    <a:pt x="5655" y="2123"/>
                    <a:pt x="5489" y="3055"/>
                  </a:cubicBezTo>
                  <a:cubicBezTo>
                    <a:pt x="5327" y="3999"/>
                    <a:pt x="4958" y="4895"/>
                    <a:pt x="4411" y="5682"/>
                  </a:cubicBezTo>
                  <a:cubicBezTo>
                    <a:pt x="3880" y="6480"/>
                    <a:pt x="3199" y="7170"/>
                    <a:pt x="2465" y="7802"/>
                  </a:cubicBezTo>
                  <a:cubicBezTo>
                    <a:pt x="1731" y="8438"/>
                    <a:pt x="941" y="9006"/>
                    <a:pt x="138" y="9565"/>
                  </a:cubicBezTo>
                  <a:cubicBezTo>
                    <a:pt x="53" y="9626"/>
                    <a:pt x="0" y="9703"/>
                    <a:pt x="29" y="9748"/>
                  </a:cubicBezTo>
                  <a:cubicBezTo>
                    <a:pt x="39" y="9769"/>
                    <a:pt x="64" y="9779"/>
                    <a:pt x="96" y="9779"/>
                  </a:cubicBezTo>
                  <a:cubicBezTo>
                    <a:pt x="137" y="9779"/>
                    <a:pt x="191" y="9762"/>
                    <a:pt x="244" y="9728"/>
                  </a:cubicBezTo>
                  <a:cubicBezTo>
                    <a:pt x="1075" y="9213"/>
                    <a:pt x="1906" y="8674"/>
                    <a:pt x="2668" y="8045"/>
                  </a:cubicBezTo>
                  <a:cubicBezTo>
                    <a:pt x="3426" y="7417"/>
                    <a:pt x="4135" y="6707"/>
                    <a:pt x="4703" y="5885"/>
                  </a:cubicBezTo>
                  <a:cubicBezTo>
                    <a:pt x="5270" y="5049"/>
                    <a:pt x="5651" y="4105"/>
                    <a:pt x="5818" y="3112"/>
                  </a:cubicBezTo>
                  <a:cubicBezTo>
                    <a:pt x="5976" y="2119"/>
                    <a:pt x="5870" y="1069"/>
                    <a:pt x="5420" y="161"/>
                  </a:cubicBezTo>
                  <a:cubicBezTo>
                    <a:pt x="5372" y="70"/>
                    <a:pt x="5305" y="1"/>
                    <a:pt x="525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" name="Google Shape;5453;p73"/>
            <p:cNvSpPr/>
            <p:nvPr/>
          </p:nvSpPr>
          <p:spPr>
            <a:xfrm>
              <a:off x="3446284" y="2907893"/>
              <a:ext cx="49159" cy="22108"/>
            </a:xfrm>
            <a:custGeom>
              <a:avLst/>
              <a:gdLst/>
              <a:ahLst/>
              <a:cxnLst/>
              <a:rect l="l" t="t" r="r" b="b"/>
              <a:pathLst>
                <a:path w="2835" h="1275" extrusionOk="0">
                  <a:moveTo>
                    <a:pt x="2705" y="1"/>
                  </a:moveTo>
                  <a:cubicBezTo>
                    <a:pt x="2702" y="1"/>
                    <a:pt x="2699" y="1"/>
                    <a:pt x="2697" y="2"/>
                  </a:cubicBezTo>
                  <a:lnTo>
                    <a:pt x="2036" y="294"/>
                  </a:lnTo>
                  <a:cubicBezTo>
                    <a:pt x="1821" y="395"/>
                    <a:pt x="1598" y="476"/>
                    <a:pt x="1379" y="569"/>
                  </a:cubicBezTo>
                  <a:cubicBezTo>
                    <a:pt x="1160" y="667"/>
                    <a:pt x="937" y="752"/>
                    <a:pt x="710" y="833"/>
                  </a:cubicBezTo>
                  <a:lnTo>
                    <a:pt x="37" y="1088"/>
                  </a:lnTo>
                  <a:cubicBezTo>
                    <a:pt x="9" y="1092"/>
                    <a:pt x="1" y="1129"/>
                    <a:pt x="9" y="1186"/>
                  </a:cubicBezTo>
                  <a:cubicBezTo>
                    <a:pt x="21" y="1238"/>
                    <a:pt x="49" y="1275"/>
                    <a:pt x="82" y="1275"/>
                  </a:cubicBezTo>
                  <a:cubicBezTo>
                    <a:pt x="325" y="1242"/>
                    <a:pt x="568" y="1194"/>
                    <a:pt x="803" y="1133"/>
                  </a:cubicBezTo>
                  <a:cubicBezTo>
                    <a:pt x="1043" y="1064"/>
                    <a:pt x="1282" y="995"/>
                    <a:pt x="1509" y="902"/>
                  </a:cubicBezTo>
                  <a:cubicBezTo>
                    <a:pt x="1736" y="804"/>
                    <a:pt x="1959" y="703"/>
                    <a:pt x="2178" y="590"/>
                  </a:cubicBezTo>
                  <a:cubicBezTo>
                    <a:pt x="2397" y="476"/>
                    <a:pt x="2607" y="346"/>
                    <a:pt x="2806" y="200"/>
                  </a:cubicBezTo>
                  <a:cubicBezTo>
                    <a:pt x="2834" y="184"/>
                    <a:pt x="2834" y="132"/>
                    <a:pt x="2802" y="79"/>
                  </a:cubicBezTo>
                  <a:cubicBezTo>
                    <a:pt x="2776" y="35"/>
                    <a:pt x="2734" y="1"/>
                    <a:pt x="270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" name="Google Shape;5454;p73"/>
            <p:cNvSpPr/>
            <p:nvPr/>
          </p:nvSpPr>
          <p:spPr>
            <a:xfrm>
              <a:off x="3232308" y="2948191"/>
              <a:ext cx="181741" cy="79539"/>
            </a:xfrm>
            <a:custGeom>
              <a:avLst/>
              <a:gdLst/>
              <a:ahLst/>
              <a:cxnLst/>
              <a:rect l="l" t="t" r="r" b="b"/>
              <a:pathLst>
                <a:path w="10481" h="4587" extrusionOk="0">
                  <a:moveTo>
                    <a:pt x="10311" y="1"/>
                  </a:moveTo>
                  <a:cubicBezTo>
                    <a:pt x="10293" y="1"/>
                    <a:pt x="10273" y="2"/>
                    <a:pt x="10253" y="5"/>
                  </a:cubicBezTo>
                  <a:cubicBezTo>
                    <a:pt x="9321" y="118"/>
                    <a:pt x="8384" y="244"/>
                    <a:pt x="7456" y="422"/>
                  </a:cubicBezTo>
                  <a:cubicBezTo>
                    <a:pt x="6524" y="601"/>
                    <a:pt x="5607" y="844"/>
                    <a:pt x="4707" y="1152"/>
                  </a:cubicBezTo>
                  <a:cubicBezTo>
                    <a:pt x="3812" y="1472"/>
                    <a:pt x="2956" y="1902"/>
                    <a:pt x="2162" y="2429"/>
                  </a:cubicBezTo>
                  <a:cubicBezTo>
                    <a:pt x="1359" y="2952"/>
                    <a:pt x="658" y="3609"/>
                    <a:pt x="82" y="4375"/>
                  </a:cubicBezTo>
                  <a:cubicBezTo>
                    <a:pt x="25" y="4456"/>
                    <a:pt x="1" y="4529"/>
                    <a:pt x="41" y="4569"/>
                  </a:cubicBezTo>
                  <a:cubicBezTo>
                    <a:pt x="53" y="4581"/>
                    <a:pt x="69" y="4587"/>
                    <a:pt x="87" y="4587"/>
                  </a:cubicBezTo>
                  <a:cubicBezTo>
                    <a:pt x="130" y="4587"/>
                    <a:pt x="186" y="4554"/>
                    <a:pt x="232" y="4496"/>
                  </a:cubicBezTo>
                  <a:cubicBezTo>
                    <a:pt x="836" y="3787"/>
                    <a:pt x="1545" y="3179"/>
                    <a:pt x="2332" y="2684"/>
                  </a:cubicBezTo>
                  <a:cubicBezTo>
                    <a:pt x="3114" y="2190"/>
                    <a:pt x="3953" y="1788"/>
                    <a:pt x="4829" y="1484"/>
                  </a:cubicBezTo>
                  <a:cubicBezTo>
                    <a:pt x="5709" y="1176"/>
                    <a:pt x="6609" y="929"/>
                    <a:pt x="7521" y="747"/>
                  </a:cubicBezTo>
                  <a:cubicBezTo>
                    <a:pt x="8437" y="552"/>
                    <a:pt x="9361" y="390"/>
                    <a:pt x="10281" y="228"/>
                  </a:cubicBezTo>
                  <a:cubicBezTo>
                    <a:pt x="10399" y="207"/>
                    <a:pt x="10480" y="155"/>
                    <a:pt x="10480" y="90"/>
                  </a:cubicBezTo>
                  <a:cubicBezTo>
                    <a:pt x="10480" y="35"/>
                    <a:pt x="10408" y="1"/>
                    <a:pt x="1031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" name="Google Shape;5455;p73"/>
            <p:cNvSpPr/>
            <p:nvPr/>
          </p:nvSpPr>
          <p:spPr>
            <a:xfrm>
              <a:off x="3079560" y="2994627"/>
              <a:ext cx="85018" cy="447389"/>
            </a:xfrm>
            <a:custGeom>
              <a:avLst/>
              <a:gdLst/>
              <a:ahLst/>
              <a:cxnLst/>
              <a:rect l="l" t="t" r="r" b="b"/>
              <a:pathLst>
                <a:path w="4903" h="25801" extrusionOk="0">
                  <a:moveTo>
                    <a:pt x="4415" y="1"/>
                  </a:moveTo>
                  <a:cubicBezTo>
                    <a:pt x="4243" y="1"/>
                    <a:pt x="4084" y="111"/>
                    <a:pt x="4026" y="286"/>
                  </a:cubicBezTo>
                  <a:lnTo>
                    <a:pt x="3990" y="351"/>
                  </a:lnTo>
                  <a:cubicBezTo>
                    <a:pt x="2831" y="2435"/>
                    <a:pt x="2470" y="5844"/>
                    <a:pt x="2940" y="10218"/>
                  </a:cubicBezTo>
                  <a:cubicBezTo>
                    <a:pt x="3402" y="14499"/>
                    <a:pt x="2186" y="17912"/>
                    <a:pt x="1209" y="20652"/>
                  </a:cubicBezTo>
                  <a:cubicBezTo>
                    <a:pt x="560" y="22464"/>
                    <a:pt x="1" y="24025"/>
                    <a:pt x="90" y="25399"/>
                  </a:cubicBezTo>
                  <a:cubicBezTo>
                    <a:pt x="102" y="25626"/>
                    <a:pt x="289" y="25801"/>
                    <a:pt x="516" y="25801"/>
                  </a:cubicBezTo>
                  <a:lnTo>
                    <a:pt x="540" y="25801"/>
                  </a:lnTo>
                  <a:cubicBezTo>
                    <a:pt x="775" y="25784"/>
                    <a:pt x="954" y="25586"/>
                    <a:pt x="941" y="25351"/>
                  </a:cubicBezTo>
                  <a:cubicBezTo>
                    <a:pt x="864" y="24147"/>
                    <a:pt x="1395" y="22663"/>
                    <a:pt x="2012" y="20940"/>
                  </a:cubicBezTo>
                  <a:cubicBezTo>
                    <a:pt x="3017" y="18119"/>
                    <a:pt x="4274" y="14600"/>
                    <a:pt x="3787" y="10129"/>
                  </a:cubicBezTo>
                  <a:cubicBezTo>
                    <a:pt x="3341" y="5990"/>
                    <a:pt x="3678" y="2662"/>
                    <a:pt x="4736" y="764"/>
                  </a:cubicBezTo>
                  <a:cubicBezTo>
                    <a:pt x="4772" y="708"/>
                    <a:pt x="4801" y="647"/>
                    <a:pt x="4821" y="586"/>
                  </a:cubicBezTo>
                  <a:cubicBezTo>
                    <a:pt x="4902" y="359"/>
                    <a:pt x="4784" y="112"/>
                    <a:pt x="4557" y="27"/>
                  </a:cubicBezTo>
                  <a:cubicBezTo>
                    <a:pt x="4510" y="9"/>
                    <a:pt x="4462" y="1"/>
                    <a:pt x="441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" name="Google Shape;5456;p73"/>
            <p:cNvSpPr/>
            <p:nvPr/>
          </p:nvSpPr>
          <p:spPr>
            <a:xfrm>
              <a:off x="3256081" y="3006904"/>
              <a:ext cx="94902" cy="435113"/>
            </a:xfrm>
            <a:custGeom>
              <a:avLst/>
              <a:gdLst/>
              <a:ahLst/>
              <a:cxnLst/>
              <a:rect l="l" t="t" r="r" b="b"/>
              <a:pathLst>
                <a:path w="5473" h="25093" extrusionOk="0">
                  <a:moveTo>
                    <a:pt x="471" y="0"/>
                  </a:moveTo>
                  <a:cubicBezTo>
                    <a:pt x="358" y="0"/>
                    <a:pt x="245" y="46"/>
                    <a:pt x="162" y="137"/>
                  </a:cubicBezTo>
                  <a:cubicBezTo>
                    <a:pt x="0" y="308"/>
                    <a:pt x="8" y="575"/>
                    <a:pt x="174" y="737"/>
                  </a:cubicBezTo>
                  <a:cubicBezTo>
                    <a:pt x="203" y="766"/>
                    <a:pt x="2826" y="3320"/>
                    <a:pt x="2639" y="9449"/>
                  </a:cubicBezTo>
                  <a:cubicBezTo>
                    <a:pt x="2420" y="16426"/>
                    <a:pt x="3028" y="21169"/>
                    <a:pt x="4593" y="24833"/>
                  </a:cubicBezTo>
                  <a:cubicBezTo>
                    <a:pt x="4662" y="24991"/>
                    <a:pt x="4816" y="25093"/>
                    <a:pt x="4990" y="25093"/>
                  </a:cubicBezTo>
                  <a:cubicBezTo>
                    <a:pt x="5047" y="25093"/>
                    <a:pt x="5104" y="25081"/>
                    <a:pt x="5157" y="25056"/>
                  </a:cubicBezTo>
                  <a:cubicBezTo>
                    <a:pt x="5375" y="24967"/>
                    <a:pt x="5473" y="24716"/>
                    <a:pt x="5380" y="24501"/>
                  </a:cubicBezTo>
                  <a:cubicBezTo>
                    <a:pt x="3863" y="20958"/>
                    <a:pt x="3276" y="16324"/>
                    <a:pt x="3490" y="9481"/>
                  </a:cubicBezTo>
                  <a:cubicBezTo>
                    <a:pt x="3693" y="2922"/>
                    <a:pt x="880" y="227"/>
                    <a:pt x="758" y="113"/>
                  </a:cubicBezTo>
                  <a:cubicBezTo>
                    <a:pt x="677" y="38"/>
                    <a:pt x="574" y="0"/>
                    <a:pt x="47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" name="Google Shape;5457;p73"/>
            <p:cNvSpPr/>
            <p:nvPr/>
          </p:nvSpPr>
          <p:spPr>
            <a:xfrm>
              <a:off x="3057903" y="2637337"/>
              <a:ext cx="458487" cy="256615"/>
            </a:xfrm>
            <a:custGeom>
              <a:avLst/>
              <a:gdLst/>
              <a:ahLst/>
              <a:cxnLst/>
              <a:rect l="l" t="t" r="r" b="b"/>
              <a:pathLst>
                <a:path w="26441" h="14799" extrusionOk="0">
                  <a:moveTo>
                    <a:pt x="15342" y="0"/>
                  </a:moveTo>
                  <a:cubicBezTo>
                    <a:pt x="14596" y="0"/>
                    <a:pt x="13822" y="14"/>
                    <a:pt x="13022" y="38"/>
                  </a:cubicBezTo>
                  <a:cubicBezTo>
                    <a:pt x="5515" y="273"/>
                    <a:pt x="1684" y="1530"/>
                    <a:pt x="938" y="4469"/>
                  </a:cubicBezTo>
                  <a:cubicBezTo>
                    <a:pt x="1" y="8190"/>
                    <a:pt x="3880" y="14799"/>
                    <a:pt x="12818" y="14799"/>
                  </a:cubicBezTo>
                  <a:cubicBezTo>
                    <a:pt x="13043" y="14799"/>
                    <a:pt x="13272" y="14795"/>
                    <a:pt x="13505" y="14786"/>
                  </a:cubicBezTo>
                  <a:cubicBezTo>
                    <a:pt x="23266" y="14425"/>
                    <a:pt x="26440" y="7404"/>
                    <a:pt x="26116" y="3987"/>
                  </a:cubicBezTo>
                  <a:cubicBezTo>
                    <a:pt x="25826" y="937"/>
                    <a:pt x="21598" y="0"/>
                    <a:pt x="153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" name="Google Shape;5458;p73"/>
            <p:cNvSpPr/>
            <p:nvPr/>
          </p:nvSpPr>
          <p:spPr>
            <a:xfrm>
              <a:off x="3059810" y="2631146"/>
              <a:ext cx="459666" cy="268978"/>
            </a:xfrm>
            <a:custGeom>
              <a:avLst/>
              <a:gdLst/>
              <a:ahLst/>
              <a:cxnLst/>
              <a:rect l="l" t="t" r="r" b="b"/>
              <a:pathLst>
                <a:path w="26509" h="15512" extrusionOk="0">
                  <a:moveTo>
                    <a:pt x="15200" y="715"/>
                  </a:moveTo>
                  <a:cubicBezTo>
                    <a:pt x="22168" y="715"/>
                    <a:pt x="25415" y="1866"/>
                    <a:pt x="25653" y="4376"/>
                  </a:cubicBezTo>
                  <a:cubicBezTo>
                    <a:pt x="25791" y="5835"/>
                    <a:pt x="25244" y="8341"/>
                    <a:pt x="23245" y="10619"/>
                  </a:cubicBezTo>
                  <a:cubicBezTo>
                    <a:pt x="21677" y="12411"/>
                    <a:pt x="18685" y="14596"/>
                    <a:pt x="13387" y="14786"/>
                  </a:cubicBezTo>
                  <a:cubicBezTo>
                    <a:pt x="13152" y="14795"/>
                    <a:pt x="12922" y="14799"/>
                    <a:pt x="12696" y="14799"/>
                  </a:cubicBezTo>
                  <a:cubicBezTo>
                    <a:pt x="7113" y="14799"/>
                    <a:pt x="4161" y="12221"/>
                    <a:pt x="2879" y="10631"/>
                  </a:cubicBezTo>
                  <a:cubicBezTo>
                    <a:pt x="1399" y="8803"/>
                    <a:pt x="743" y="6610"/>
                    <a:pt x="1172" y="4911"/>
                  </a:cubicBezTo>
                  <a:cubicBezTo>
                    <a:pt x="1849" y="2232"/>
                    <a:pt x="5364" y="983"/>
                    <a:pt x="12924" y="752"/>
                  </a:cubicBezTo>
                  <a:cubicBezTo>
                    <a:pt x="13723" y="728"/>
                    <a:pt x="14481" y="715"/>
                    <a:pt x="15200" y="715"/>
                  </a:cubicBezTo>
                  <a:close/>
                  <a:moveTo>
                    <a:pt x="15420" y="0"/>
                  </a:moveTo>
                  <a:cubicBezTo>
                    <a:pt x="14588" y="0"/>
                    <a:pt x="13744" y="17"/>
                    <a:pt x="12904" y="43"/>
                  </a:cubicBezTo>
                  <a:cubicBezTo>
                    <a:pt x="4967" y="286"/>
                    <a:pt x="1253" y="1688"/>
                    <a:pt x="483" y="4741"/>
                  </a:cubicBezTo>
                  <a:cubicBezTo>
                    <a:pt x="1" y="6650"/>
                    <a:pt x="706" y="9078"/>
                    <a:pt x="2328" y="11085"/>
                  </a:cubicBezTo>
                  <a:cubicBezTo>
                    <a:pt x="3690" y="12767"/>
                    <a:pt x="6815" y="15512"/>
                    <a:pt x="12689" y="15512"/>
                  </a:cubicBezTo>
                  <a:lnTo>
                    <a:pt x="13411" y="15504"/>
                  </a:lnTo>
                  <a:cubicBezTo>
                    <a:pt x="18965" y="15293"/>
                    <a:pt x="22114" y="12982"/>
                    <a:pt x="23781" y="11085"/>
                  </a:cubicBezTo>
                  <a:cubicBezTo>
                    <a:pt x="25925" y="8641"/>
                    <a:pt x="26509" y="5908"/>
                    <a:pt x="26355" y="4307"/>
                  </a:cubicBezTo>
                  <a:cubicBezTo>
                    <a:pt x="26020" y="733"/>
                    <a:pt x="20963" y="0"/>
                    <a:pt x="1542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" name="Google Shape;5459;p73"/>
            <p:cNvSpPr/>
            <p:nvPr/>
          </p:nvSpPr>
          <p:spPr>
            <a:xfrm>
              <a:off x="3064804" y="2688819"/>
              <a:ext cx="60898" cy="54482"/>
            </a:xfrm>
            <a:custGeom>
              <a:avLst/>
              <a:gdLst/>
              <a:ahLst/>
              <a:cxnLst/>
              <a:rect l="l" t="t" r="r" b="b"/>
              <a:pathLst>
                <a:path w="3512" h="3142" extrusionOk="0">
                  <a:moveTo>
                    <a:pt x="3117" y="1"/>
                  </a:moveTo>
                  <a:cubicBezTo>
                    <a:pt x="3083" y="1"/>
                    <a:pt x="3048" y="6"/>
                    <a:pt x="3013" y="16"/>
                  </a:cubicBezTo>
                  <a:cubicBezTo>
                    <a:pt x="2932" y="41"/>
                    <a:pt x="1010" y="624"/>
                    <a:pt x="86" y="2635"/>
                  </a:cubicBezTo>
                  <a:cubicBezTo>
                    <a:pt x="1" y="2813"/>
                    <a:pt x="78" y="3024"/>
                    <a:pt x="256" y="3105"/>
                  </a:cubicBezTo>
                  <a:cubicBezTo>
                    <a:pt x="305" y="3130"/>
                    <a:pt x="353" y="3142"/>
                    <a:pt x="410" y="3142"/>
                  </a:cubicBezTo>
                  <a:cubicBezTo>
                    <a:pt x="548" y="3142"/>
                    <a:pt x="674" y="3061"/>
                    <a:pt x="726" y="2935"/>
                  </a:cubicBezTo>
                  <a:cubicBezTo>
                    <a:pt x="1517" y="1224"/>
                    <a:pt x="3199" y="705"/>
                    <a:pt x="3215" y="697"/>
                  </a:cubicBezTo>
                  <a:cubicBezTo>
                    <a:pt x="3406" y="641"/>
                    <a:pt x="3511" y="442"/>
                    <a:pt x="3455" y="255"/>
                  </a:cubicBezTo>
                  <a:cubicBezTo>
                    <a:pt x="3411" y="100"/>
                    <a:pt x="3271" y="1"/>
                    <a:pt x="311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" name="Google Shape;5460;p73"/>
            <p:cNvSpPr/>
            <p:nvPr/>
          </p:nvSpPr>
          <p:spPr>
            <a:xfrm>
              <a:off x="3071133" y="2721245"/>
              <a:ext cx="50910" cy="56216"/>
            </a:xfrm>
            <a:custGeom>
              <a:avLst/>
              <a:gdLst/>
              <a:ahLst/>
              <a:cxnLst/>
              <a:rect l="l" t="t" r="r" b="b"/>
              <a:pathLst>
                <a:path w="2936" h="3242" extrusionOk="0">
                  <a:moveTo>
                    <a:pt x="2526" y="0"/>
                  </a:moveTo>
                  <a:cubicBezTo>
                    <a:pt x="2465" y="0"/>
                    <a:pt x="2404" y="15"/>
                    <a:pt x="2348" y="48"/>
                  </a:cubicBezTo>
                  <a:cubicBezTo>
                    <a:pt x="2279" y="88"/>
                    <a:pt x="653" y="1061"/>
                    <a:pt x="69" y="2772"/>
                  </a:cubicBezTo>
                  <a:cubicBezTo>
                    <a:pt x="0" y="2954"/>
                    <a:pt x="98" y="3161"/>
                    <a:pt x="288" y="3222"/>
                  </a:cubicBezTo>
                  <a:cubicBezTo>
                    <a:pt x="325" y="3234"/>
                    <a:pt x="361" y="3242"/>
                    <a:pt x="402" y="3242"/>
                  </a:cubicBezTo>
                  <a:cubicBezTo>
                    <a:pt x="556" y="3238"/>
                    <a:pt x="690" y="3141"/>
                    <a:pt x="738" y="2999"/>
                  </a:cubicBezTo>
                  <a:cubicBezTo>
                    <a:pt x="1233" y="1547"/>
                    <a:pt x="2692" y="668"/>
                    <a:pt x="2708" y="664"/>
                  </a:cubicBezTo>
                  <a:cubicBezTo>
                    <a:pt x="2879" y="562"/>
                    <a:pt x="2935" y="348"/>
                    <a:pt x="2834" y="177"/>
                  </a:cubicBezTo>
                  <a:cubicBezTo>
                    <a:pt x="2769" y="63"/>
                    <a:pt x="2649" y="0"/>
                    <a:pt x="252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" name="Google Shape;5461;p73"/>
            <p:cNvSpPr/>
            <p:nvPr/>
          </p:nvSpPr>
          <p:spPr>
            <a:xfrm>
              <a:off x="3088421" y="2759185"/>
              <a:ext cx="48379" cy="53147"/>
            </a:xfrm>
            <a:custGeom>
              <a:avLst/>
              <a:gdLst/>
              <a:ahLst/>
              <a:cxnLst/>
              <a:rect l="l" t="t" r="r" b="b"/>
              <a:pathLst>
                <a:path w="2790" h="3065" extrusionOk="0">
                  <a:moveTo>
                    <a:pt x="2378" y="0"/>
                  </a:moveTo>
                  <a:cubicBezTo>
                    <a:pt x="2299" y="0"/>
                    <a:pt x="2220" y="26"/>
                    <a:pt x="2153" y="81"/>
                  </a:cubicBezTo>
                  <a:cubicBezTo>
                    <a:pt x="2080" y="122"/>
                    <a:pt x="512" y="1188"/>
                    <a:pt x="62" y="2607"/>
                  </a:cubicBezTo>
                  <a:cubicBezTo>
                    <a:pt x="1" y="2793"/>
                    <a:pt x="106" y="2992"/>
                    <a:pt x="293" y="3052"/>
                  </a:cubicBezTo>
                  <a:cubicBezTo>
                    <a:pt x="329" y="3061"/>
                    <a:pt x="362" y="3065"/>
                    <a:pt x="398" y="3065"/>
                  </a:cubicBezTo>
                  <a:cubicBezTo>
                    <a:pt x="552" y="3065"/>
                    <a:pt x="690" y="2963"/>
                    <a:pt x="739" y="2817"/>
                  </a:cubicBezTo>
                  <a:cubicBezTo>
                    <a:pt x="1107" y="1642"/>
                    <a:pt x="2534" y="681"/>
                    <a:pt x="2542" y="669"/>
                  </a:cubicBezTo>
                  <a:cubicBezTo>
                    <a:pt x="2729" y="572"/>
                    <a:pt x="2790" y="332"/>
                    <a:pt x="2672" y="158"/>
                  </a:cubicBezTo>
                  <a:cubicBezTo>
                    <a:pt x="2605" y="55"/>
                    <a:pt x="2493" y="0"/>
                    <a:pt x="237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" name="Google Shape;5462;p73"/>
            <p:cNvSpPr/>
            <p:nvPr/>
          </p:nvSpPr>
          <p:spPr>
            <a:xfrm>
              <a:off x="3118367" y="2792426"/>
              <a:ext cx="39102" cy="54274"/>
            </a:xfrm>
            <a:custGeom>
              <a:avLst/>
              <a:gdLst/>
              <a:ahLst/>
              <a:cxnLst/>
              <a:rect l="l" t="t" r="r" b="b"/>
              <a:pathLst>
                <a:path w="2255" h="3130" extrusionOk="0">
                  <a:moveTo>
                    <a:pt x="1860" y="0"/>
                  </a:moveTo>
                  <a:cubicBezTo>
                    <a:pt x="1768" y="0"/>
                    <a:pt x="1676" y="36"/>
                    <a:pt x="1606" y="106"/>
                  </a:cubicBezTo>
                  <a:cubicBezTo>
                    <a:pt x="1561" y="154"/>
                    <a:pt x="451" y="1306"/>
                    <a:pt x="53" y="2680"/>
                  </a:cubicBezTo>
                  <a:cubicBezTo>
                    <a:pt x="1" y="2866"/>
                    <a:pt x="110" y="3065"/>
                    <a:pt x="297" y="3114"/>
                  </a:cubicBezTo>
                  <a:cubicBezTo>
                    <a:pt x="329" y="3126"/>
                    <a:pt x="361" y="3130"/>
                    <a:pt x="394" y="3130"/>
                  </a:cubicBezTo>
                  <a:cubicBezTo>
                    <a:pt x="552" y="3130"/>
                    <a:pt x="694" y="3029"/>
                    <a:pt x="738" y="2879"/>
                  </a:cubicBezTo>
                  <a:cubicBezTo>
                    <a:pt x="1083" y="1675"/>
                    <a:pt x="2109" y="613"/>
                    <a:pt x="2117" y="600"/>
                  </a:cubicBezTo>
                  <a:cubicBezTo>
                    <a:pt x="2255" y="458"/>
                    <a:pt x="2251" y="236"/>
                    <a:pt x="2109" y="102"/>
                  </a:cubicBezTo>
                  <a:cubicBezTo>
                    <a:pt x="2039" y="34"/>
                    <a:pt x="1949" y="0"/>
                    <a:pt x="186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" name="Google Shape;5463;p73"/>
            <p:cNvSpPr/>
            <p:nvPr/>
          </p:nvSpPr>
          <p:spPr>
            <a:xfrm>
              <a:off x="3157035" y="2818262"/>
              <a:ext cx="28836" cy="55228"/>
            </a:xfrm>
            <a:custGeom>
              <a:avLst/>
              <a:gdLst/>
              <a:ahLst/>
              <a:cxnLst/>
              <a:rect l="l" t="t" r="r" b="b"/>
              <a:pathLst>
                <a:path w="1663" h="3185" extrusionOk="0">
                  <a:moveTo>
                    <a:pt x="1258" y="0"/>
                  </a:moveTo>
                  <a:cubicBezTo>
                    <a:pt x="1114" y="0"/>
                    <a:pt x="978" y="92"/>
                    <a:pt x="925" y="237"/>
                  </a:cubicBezTo>
                  <a:cubicBezTo>
                    <a:pt x="920" y="250"/>
                    <a:pt x="381" y="1762"/>
                    <a:pt x="65" y="2714"/>
                  </a:cubicBezTo>
                  <a:cubicBezTo>
                    <a:pt x="0" y="2901"/>
                    <a:pt x="98" y="3103"/>
                    <a:pt x="288" y="3164"/>
                  </a:cubicBezTo>
                  <a:cubicBezTo>
                    <a:pt x="325" y="3180"/>
                    <a:pt x="361" y="3184"/>
                    <a:pt x="402" y="3184"/>
                  </a:cubicBezTo>
                  <a:cubicBezTo>
                    <a:pt x="552" y="3184"/>
                    <a:pt x="689" y="3087"/>
                    <a:pt x="738" y="2941"/>
                  </a:cubicBezTo>
                  <a:cubicBezTo>
                    <a:pt x="1054" y="1993"/>
                    <a:pt x="1589" y="489"/>
                    <a:pt x="1597" y="472"/>
                  </a:cubicBezTo>
                  <a:cubicBezTo>
                    <a:pt x="1662" y="290"/>
                    <a:pt x="1565" y="87"/>
                    <a:pt x="1379" y="22"/>
                  </a:cubicBezTo>
                  <a:cubicBezTo>
                    <a:pt x="1339" y="7"/>
                    <a:pt x="1298" y="0"/>
                    <a:pt x="125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" name="Google Shape;5464;p73"/>
            <p:cNvSpPr/>
            <p:nvPr/>
          </p:nvSpPr>
          <p:spPr>
            <a:xfrm>
              <a:off x="3209957" y="2839677"/>
              <a:ext cx="21536" cy="53286"/>
            </a:xfrm>
            <a:custGeom>
              <a:avLst/>
              <a:gdLst/>
              <a:ahLst/>
              <a:cxnLst/>
              <a:rect l="l" t="t" r="r" b="b"/>
              <a:pathLst>
                <a:path w="1242" h="3073" extrusionOk="0">
                  <a:moveTo>
                    <a:pt x="840" y="0"/>
                  </a:moveTo>
                  <a:cubicBezTo>
                    <a:pt x="694" y="0"/>
                    <a:pt x="555" y="95"/>
                    <a:pt x="503" y="243"/>
                  </a:cubicBezTo>
                  <a:cubicBezTo>
                    <a:pt x="483" y="300"/>
                    <a:pt x="49" y="1617"/>
                    <a:pt x="9" y="2699"/>
                  </a:cubicBezTo>
                  <a:cubicBezTo>
                    <a:pt x="1" y="2898"/>
                    <a:pt x="151" y="3060"/>
                    <a:pt x="349" y="3072"/>
                  </a:cubicBezTo>
                  <a:lnTo>
                    <a:pt x="362" y="3072"/>
                  </a:lnTo>
                  <a:cubicBezTo>
                    <a:pt x="552" y="3068"/>
                    <a:pt x="706" y="2918"/>
                    <a:pt x="718" y="2732"/>
                  </a:cubicBezTo>
                  <a:cubicBezTo>
                    <a:pt x="751" y="1747"/>
                    <a:pt x="1172" y="482"/>
                    <a:pt x="1180" y="470"/>
                  </a:cubicBezTo>
                  <a:cubicBezTo>
                    <a:pt x="1241" y="283"/>
                    <a:pt x="1140" y="85"/>
                    <a:pt x="953" y="20"/>
                  </a:cubicBezTo>
                  <a:cubicBezTo>
                    <a:pt x="916" y="7"/>
                    <a:pt x="878" y="0"/>
                    <a:pt x="84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" name="Google Shape;5465;p73"/>
            <p:cNvSpPr/>
            <p:nvPr/>
          </p:nvSpPr>
          <p:spPr>
            <a:xfrm>
              <a:off x="3267821" y="2846457"/>
              <a:ext cx="14843" cy="53667"/>
            </a:xfrm>
            <a:custGeom>
              <a:avLst/>
              <a:gdLst/>
              <a:ahLst/>
              <a:cxnLst/>
              <a:rect l="l" t="t" r="r" b="b"/>
              <a:pathLst>
                <a:path w="856" h="3095" extrusionOk="0">
                  <a:moveTo>
                    <a:pt x="473" y="1"/>
                  </a:moveTo>
                  <a:cubicBezTo>
                    <a:pt x="291" y="1"/>
                    <a:pt x="137" y="142"/>
                    <a:pt x="122" y="330"/>
                  </a:cubicBezTo>
                  <a:cubicBezTo>
                    <a:pt x="118" y="391"/>
                    <a:pt x="0" y="1891"/>
                    <a:pt x="126" y="2787"/>
                  </a:cubicBezTo>
                  <a:cubicBezTo>
                    <a:pt x="146" y="2961"/>
                    <a:pt x="300" y="3095"/>
                    <a:pt x="478" y="3095"/>
                  </a:cubicBezTo>
                  <a:lnTo>
                    <a:pt x="527" y="3091"/>
                  </a:lnTo>
                  <a:cubicBezTo>
                    <a:pt x="722" y="3062"/>
                    <a:pt x="855" y="2884"/>
                    <a:pt x="831" y="2689"/>
                  </a:cubicBezTo>
                  <a:cubicBezTo>
                    <a:pt x="714" y="1871"/>
                    <a:pt x="831" y="399"/>
                    <a:pt x="831" y="383"/>
                  </a:cubicBezTo>
                  <a:cubicBezTo>
                    <a:pt x="847" y="188"/>
                    <a:pt x="701" y="18"/>
                    <a:pt x="503" y="2"/>
                  </a:cubicBezTo>
                  <a:cubicBezTo>
                    <a:pt x="493" y="1"/>
                    <a:pt x="483" y="1"/>
                    <a:pt x="47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" name="Google Shape;5466;p73"/>
            <p:cNvSpPr/>
            <p:nvPr/>
          </p:nvSpPr>
          <p:spPr>
            <a:xfrm>
              <a:off x="3319979" y="2841550"/>
              <a:ext cx="20531" cy="54430"/>
            </a:xfrm>
            <a:custGeom>
              <a:avLst/>
              <a:gdLst/>
              <a:ahLst/>
              <a:cxnLst/>
              <a:rect l="l" t="t" r="r" b="b"/>
              <a:pathLst>
                <a:path w="1184" h="3139" extrusionOk="0">
                  <a:moveTo>
                    <a:pt x="399" y="0"/>
                  </a:moveTo>
                  <a:cubicBezTo>
                    <a:pt x="367" y="0"/>
                    <a:pt x="336" y="4"/>
                    <a:pt x="304" y="13"/>
                  </a:cubicBezTo>
                  <a:cubicBezTo>
                    <a:pt x="114" y="66"/>
                    <a:pt x="0" y="265"/>
                    <a:pt x="57" y="455"/>
                  </a:cubicBezTo>
                  <a:cubicBezTo>
                    <a:pt x="170" y="860"/>
                    <a:pt x="442" y="2060"/>
                    <a:pt x="357" y="2745"/>
                  </a:cubicBezTo>
                  <a:cubicBezTo>
                    <a:pt x="332" y="2940"/>
                    <a:pt x="470" y="3114"/>
                    <a:pt x="665" y="3139"/>
                  </a:cubicBezTo>
                  <a:lnTo>
                    <a:pt x="714" y="3139"/>
                  </a:lnTo>
                  <a:cubicBezTo>
                    <a:pt x="716" y="3139"/>
                    <a:pt x="719" y="3139"/>
                    <a:pt x="721" y="3139"/>
                  </a:cubicBezTo>
                  <a:cubicBezTo>
                    <a:pt x="892" y="3139"/>
                    <a:pt x="1042" y="3006"/>
                    <a:pt x="1062" y="2831"/>
                  </a:cubicBezTo>
                  <a:cubicBezTo>
                    <a:pt x="1184" y="1862"/>
                    <a:pt x="762" y="333"/>
                    <a:pt x="742" y="269"/>
                  </a:cubicBezTo>
                  <a:cubicBezTo>
                    <a:pt x="701" y="106"/>
                    <a:pt x="556" y="0"/>
                    <a:pt x="39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" name="Google Shape;5467;p73"/>
            <p:cNvSpPr/>
            <p:nvPr/>
          </p:nvSpPr>
          <p:spPr>
            <a:xfrm>
              <a:off x="3365809" y="2826863"/>
              <a:ext cx="27363" cy="54361"/>
            </a:xfrm>
            <a:custGeom>
              <a:avLst/>
              <a:gdLst/>
              <a:ahLst/>
              <a:cxnLst/>
              <a:rect l="l" t="t" r="r" b="b"/>
              <a:pathLst>
                <a:path w="1578" h="3135" extrusionOk="0">
                  <a:moveTo>
                    <a:pt x="405" y="0"/>
                  </a:moveTo>
                  <a:cubicBezTo>
                    <a:pt x="342" y="0"/>
                    <a:pt x="278" y="17"/>
                    <a:pt x="219" y="53"/>
                  </a:cubicBezTo>
                  <a:cubicBezTo>
                    <a:pt x="53" y="155"/>
                    <a:pt x="0" y="374"/>
                    <a:pt x="101" y="540"/>
                  </a:cubicBezTo>
                  <a:cubicBezTo>
                    <a:pt x="110" y="556"/>
                    <a:pt x="827" y="1744"/>
                    <a:pt x="860" y="2790"/>
                  </a:cubicBezTo>
                  <a:cubicBezTo>
                    <a:pt x="868" y="2984"/>
                    <a:pt x="1022" y="3134"/>
                    <a:pt x="1216" y="3134"/>
                  </a:cubicBezTo>
                  <a:lnTo>
                    <a:pt x="1224" y="3134"/>
                  </a:lnTo>
                  <a:cubicBezTo>
                    <a:pt x="1423" y="3130"/>
                    <a:pt x="1577" y="2968"/>
                    <a:pt x="1569" y="2770"/>
                  </a:cubicBezTo>
                  <a:cubicBezTo>
                    <a:pt x="1528" y="1533"/>
                    <a:pt x="746" y="228"/>
                    <a:pt x="710" y="171"/>
                  </a:cubicBezTo>
                  <a:cubicBezTo>
                    <a:pt x="643" y="62"/>
                    <a:pt x="526" y="0"/>
                    <a:pt x="40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" name="Google Shape;5468;p73"/>
            <p:cNvSpPr/>
            <p:nvPr/>
          </p:nvSpPr>
          <p:spPr>
            <a:xfrm>
              <a:off x="3406506" y="2800020"/>
              <a:ext cx="39171" cy="52037"/>
            </a:xfrm>
            <a:custGeom>
              <a:avLst/>
              <a:gdLst/>
              <a:ahLst/>
              <a:cxnLst/>
              <a:rect l="l" t="t" r="r" b="b"/>
              <a:pathLst>
                <a:path w="2259" h="3001" extrusionOk="0">
                  <a:moveTo>
                    <a:pt x="396" y="1"/>
                  </a:moveTo>
                  <a:cubicBezTo>
                    <a:pt x="297" y="1"/>
                    <a:pt x="199" y="42"/>
                    <a:pt x="130" y="122"/>
                  </a:cubicBezTo>
                  <a:cubicBezTo>
                    <a:pt x="0" y="272"/>
                    <a:pt x="17" y="495"/>
                    <a:pt x="166" y="625"/>
                  </a:cubicBezTo>
                  <a:cubicBezTo>
                    <a:pt x="175" y="637"/>
                    <a:pt x="1346" y="1654"/>
                    <a:pt x="1525" y="2704"/>
                  </a:cubicBezTo>
                  <a:cubicBezTo>
                    <a:pt x="1553" y="2874"/>
                    <a:pt x="1699" y="3000"/>
                    <a:pt x="1873" y="3000"/>
                  </a:cubicBezTo>
                  <a:lnTo>
                    <a:pt x="1934" y="2996"/>
                  </a:lnTo>
                  <a:cubicBezTo>
                    <a:pt x="2129" y="2964"/>
                    <a:pt x="2258" y="2777"/>
                    <a:pt x="2222" y="2587"/>
                  </a:cubicBezTo>
                  <a:cubicBezTo>
                    <a:pt x="2007" y="1277"/>
                    <a:pt x="681" y="134"/>
                    <a:pt x="629" y="85"/>
                  </a:cubicBezTo>
                  <a:cubicBezTo>
                    <a:pt x="561" y="29"/>
                    <a:pt x="478" y="1"/>
                    <a:pt x="39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" name="Google Shape;5469;p73"/>
            <p:cNvSpPr/>
            <p:nvPr/>
          </p:nvSpPr>
          <p:spPr>
            <a:xfrm>
              <a:off x="3436244" y="2762011"/>
              <a:ext cx="51881" cy="46038"/>
            </a:xfrm>
            <a:custGeom>
              <a:avLst/>
              <a:gdLst/>
              <a:ahLst/>
              <a:cxnLst/>
              <a:rect l="l" t="t" r="r" b="b"/>
              <a:pathLst>
                <a:path w="2992" h="2655" extrusionOk="0">
                  <a:moveTo>
                    <a:pt x="406" y="1"/>
                  </a:moveTo>
                  <a:cubicBezTo>
                    <a:pt x="277" y="1"/>
                    <a:pt x="152" y="71"/>
                    <a:pt x="89" y="194"/>
                  </a:cubicBezTo>
                  <a:cubicBezTo>
                    <a:pt x="0" y="368"/>
                    <a:pt x="69" y="579"/>
                    <a:pt x="243" y="668"/>
                  </a:cubicBezTo>
                  <a:cubicBezTo>
                    <a:pt x="260" y="680"/>
                    <a:pt x="1820" y="1491"/>
                    <a:pt x="2266" y="2448"/>
                  </a:cubicBezTo>
                  <a:cubicBezTo>
                    <a:pt x="2323" y="2573"/>
                    <a:pt x="2449" y="2654"/>
                    <a:pt x="2586" y="2654"/>
                  </a:cubicBezTo>
                  <a:cubicBezTo>
                    <a:pt x="2639" y="2650"/>
                    <a:pt x="2688" y="2642"/>
                    <a:pt x="2736" y="2618"/>
                  </a:cubicBezTo>
                  <a:cubicBezTo>
                    <a:pt x="2915" y="2537"/>
                    <a:pt x="2992" y="2326"/>
                    <a:pt x="2911" y="2148"/>
                  </a:cubicBezTo>
                  <a:cubicBezTo>
                    <a:pt x="2363" y="968"/>
                    <a:pt x="641" y="76"/>
                    <a:pt x="568" y="40"/>
                  </a:cubicBezTo>
                  <a:cubicBezTo>
                    <a:pt x="516" y="13"/>
                    <a:pt x="461" y="1"/>
                    <a:pt x="40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" name="Google Shape;5470;p73"/>
            <p:cNvSpPr/>
            <p:nvPr/>
          </p:nvSpPr>
          <p:spPr>
            <a:xfrm>
              <a:off x="3455856" y="2716286"/>
              <a:ext cx="59823" cy="27016"/>
            </a:xfrm>
            <a:custGeom>
              <a:avLst/>
              <a:gdLst/>
              <a:ahLst/>
              <a:cxnLst/>
              <a:rect l="l" t="t" r="r" b="b"/>
              <a:pathLst>
                <a:path w="3450" h="1558" extrusionOk="0">
                  <a:moveTo>
                    <a:pt x="363" y="0"/>
                  </a:moveTo>
                  <a:cubicBezTo>
                    <a:pt x="178" y="0"/>
                    <a:pt x="20" y="147"/>
                    <a:pt x="12" y="338"/>
                  </a:cubicBezTo>
                  <a:cubicBezTo>
                    <a:pt x="0" y="532"/>
                    <a:pt x="150" y="698"/>
                    <a:pt x="345" y="711"/>
                  </a:cubicBezTo>
                  <a:cubicBezTo>
                    <a:pt x="855" y="743"/>
                    <a:pt x="2303" y="934"/>
                    <a:pt x="2801" y="1452"/>
                  </a:cubicBezTo>
                  <a:cubicBezTo>
                    <a:pt x="2870" y="1517"/>
                    <a:pt x="2963" y="1558"/>
                    <a:pt x="3061" y="1558"/>
                  </a:cubicBezTo>
                  <a:cubicBezTo>
                    <a:pt x="3154" y="1554"/>
                    <a:pt x="3243" y="1517"/>
                    <a:pt x="3308" y="1456"/>
                  </a:cubicBezTo>
                  <a:cubicBezTo>
                    <a:pt x="3446" y="1315"/>
                    <a:pt x="3450" y="1092"/>
                    <a:pt x="3316" y="950"/>
                  </a:cubicBezTo>
                  <a:cubicBezTo>
                    <a:pt x="2530" y="155"/>
                    <a:pt x="604" y="17"/>
                    <a:pt x="385" y="1"/>
                  </a:cubicBezTo>
                  <a:cubicBezTo>
                    <a:pt x="378" y="1"/>
                    <a:pt x="370" y="0"/>
                    <a:pt x="36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" name="Google Shape;5471;p73"/>
            <p:cNvSpPr/>
            <p:nvPr/>
          </p:nvSpPr>
          <p:spPr>
            <a:xfrm>
              <a:off x="3452613" y="2675502"/>
              <a:ext cx="60829" cy="17201"/>
            </a:xfrm>
            <a:custGeom>
              <a:avLst/>
              <a:gdLst/>
              <a:ahLst/>
              <a:cxnLst/>
              <a:rect l="l" t="t" r="r" b="b"/>
              <a:pathLst>
                <a:path w="3508" h="992" extrusionOk="0">
                  <a:moveTo>
                    <a:pt x="1752" y="1"/>
                  </a:moveTo>
                  <a:cubicBezTo>
                    <a:pt x="916" y="1"/>
                    <a:pt x="288" y="297"/>
                    <a:pt x="248" y="318"/>
                  </a:cubicBezTo>
                  <a:cubicBezTo>
                    <a:pt x="74" y="403"/>
                    <a:pt x="1" y="614"/>
                    <a:pt x="86" y="788"/>
                  </a:cubicBezTo>
                  <a:cubicBezTo>
                    <a:pt x="147" y="915"/>
                    <a:pt x="275" y="988"/>
                    <a:pt x="407" y="988"/>
                  </a:cubicBezTo>
                  <a:cubicBezTo>
                    <a:pt x="457" y="988"/>
                    <a:pt x="508" y="977"/>
                    <a:pt x="556" y="955"/>
                  </a:cubicBezTo>
                  <a:cubicBezTo>
                    <a:pt x="567" y="952"/>
                    <a:pt x="1078" y="710"/>
                    <a:pt x="1755" y="710"/>
                  </a:cubicBezTo>
                  <a:cubicBezTo>
                    <a:pt x="2095" y="710"/>
                    <a:pt x="2477" y="771"/>
                    <a:pt x="2859" y="955"/>
                  </a:cubicBezTo>
                  <a:cubicBezTo>
                    <a:pt x="2903" y="979"/>
                    <a:pt x="2956" y="991"/>
                    <a:pt x="3009" y="991"/>
                  </a:cubicBezTo>
                  <a:cubicBezTo>
                    <a:pt x="3390" y="991"/>
                    <a:pt x="3507" y="480"/>
                    <a:pt x="3167" y="318"/>
                  </a:cubicBezTo>
                  <a:cubicBezTo>
                    <a:pt x="2674" y="80"/>
                    <a:pt x="2185" y="1"/>
                    <a:pt x="175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" name="Google Shape;5472;p73"/>
            <p:cNvSpPr/>
            <p:nvPr/>
          </p:nvSpPr>
          <p:spPr>
            <a:xfrm>
              <a:off x="3426880" y="2647134"/>
              <a:ext cx="39032" cy="28056"/>
            </a:xfrm>
            <a:custGeom>
              <a:avLst/>
              <a:gdLst/>
              <a:ahLst/>
              <a:cxnLst/>
              <a:rect l="l" t="t" r="r" b="b"/>
              <a:pathLst>
                <a:path w="2251" h="1618" extrusionOk="0">
                  <a:moveTo>
                    <a:pt x="1885" y="0"/>
                  </a:moveTo>
                  <a:cubicBezTo>
                    <a:pt x="1883" y="0"/>
                    <a:pt x="1880" y="0"/>
                    <a:pt x="1878" y="0"/>
                  </a:cubicBezTo>
                  <a:cubicBezTo>
                    <a:pt x="804" y="29"/>
                    <a:pt x="135" y="1026"/>
                    <a:pt x="106" y="1066"/>
                  </a:cubicBezTo>
                  <a:cubicBezTo>
                    <a:pt x="1" y="1228"/>
                    <a:pt x="45" y="1447"/>
                    <a:pt x="208" y="1557"/>
                  </a:cubicBezTo>
                  <a:cubicBezTo>
                    <a:pt x="264" y="1597"/>
                    <a:pt x="333" y="1618"/>
                    <a:pt x="406" y="1618"/>
                  </a:cubicBezTo>
                  <a:cubicBezTo>
                    <a:pt x="524" y="1618"/>
                    <a:pt x="633" y="1557"/>
                    <a:pt x="698" y="1460"/>
                  </a:cubicBezTo>
                  <a:cubicBezTo>
                    <a:pt x="702" y="1451"/>
                    <a:pt x="1201" y="730"/>
                    <a:pt x="1898" y="710"/>
                  </a:cubicBezTo>
                  <a:cubicBezTo>
                    <a:pt x="2097" y="706"/>
                    <a:pt x="2251" y="543"/>
                    <a:pt x="2243" y="345"/>
                  </a:cubicBezTo>
                  <a:cubicBezTo>
                    <a:pt x="2239" y="153"/>
                    <a:pt x="2081" y="0"/>
                    <a:pt x="188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" name="Google Shape;5473;p73"/>
            <p:cNvSpPr/>
            <p:nvPr/>
          </p:nvSpPr>
          <p:spPr>
            <a:xfrm>
              <a:off x="3090346" y="2667144"/>
              <a:ext cx="45049" cy="16768"/>
            </a:xfrm>
            <a:custGeom>
              <a:avLst/>
              <a:gdLst/>
              <a:ahLst/>
              <a:cxnLst/>
              <a:rect l="l" t="t" r="r" b="b"/>
              <a:pathLst>
                <a:path w="2598" h="967" extrusionOk="0">
                  <a:moveTo>
                    <a:pt x="1435" y="1"/>
                  </a:moveTo>
                  <a:cubicBezTo>
                    <a:pt x="844" y="1"/>
                    <a:pt x="348" y="286"/>
                    <a:pt x="319" y="302"/>
                  </a:cubicBezTo>
                  <a:cubicBezTo>
                    <a:pt x="1" y="479"/>
                    <a:pt x="128" y="966"/>
                    <a:pt x="493" y="966"/>
                  </a:cubicBezTo>
                  <a:cubicBezTo>
                    <a:pt x="495" y="966"/>
                    <a:pt x="496" y="966"/>
                    <a:pt x="498" y="966"/>
                  </a:cubicBezTo>
                  <a:cubicBezTo>
                    <a:pt x="559" y="966"/>
                    <a:pt x="619" y="950"/>
                    <a:pt x="672" y="914"/>
                  </a:cubicBezTo>
                  <a:cubicBezTo>
                    <a:pt x="680" y="914"/>
                    <a:pt x="1039" y="713"/>
                    <a:pt x="1431" y="713"/>
                  </a:cubicBezTo>
                  <a:cubicBezTo>
                    <a:pt x="1617" y="713"/>
                    <a:pt x="1810" y="758"/>
                    <a:pt x="1977" y="889"/>
                  </a:cubicBezTo>
                  <a:cubicBezTo>
                    <a:pt x="2041" y="941"/>
                    <a:pt x="2120" y="967"/>
                    <a:pt x="2197" y="967"/>
                  </a:cubicBezTo>
                  <a:cubicBezTo>
                    <a:pt x="2302" y="967"/>
                    <a:pt x="2406" y="921"/>
                    <a:pt x="2476" y="833"/>
                  </a:cubicBezTo>
                  <a:cubicBezTo>
                    <a:pt x="2598" y="679"/>
                    <a:pt x="2569" y="456"/>
                    <a:pt x="2415" y="334"/>
                  </a:cubicBezTo>
                  <a:cubicBezTo>
                    <a:pt x="2099" y="83"/>
                    <a:pt x="1753" y="1"/>
                    <a:pt x="14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" name="Google Shape;5474;p73"/>
            <p:cNvSpPr/>
            <p:nvPr/>
          </p:nvSpPr>
          <p:spPr>
            <a:xfrm>
              <a:off x="3122737" y="3240058"/>
              <a:ext cx="821881" cy="823841"/>
            </a:xfrm>
            <a:custGeom>
              <a:avLst/>
              <a:gdLst/>
              <a:ahLst/>
              <a:cxnLst/>
              <a:rect l="l" t="t" r="r" b="b"/>
              <a:pathLst>
                <a:path w="47398" h="47511" extrusionOk="0">
                  <a:moveTo>
                    <a:pt x="24254" y="0"/>
                  </a:moveTo>
                  <a:cubicBezTo>
                    <a:pt x="15830" y="0"/>
                    <a:pt x="8452" y="4621"/>
                    <a:pt x="4402" y="11533"/>
                  </a:cubicBezTo>
                  <a:cubicBezTo>
                    <a:pt x="118" y="18899"/>
                    <a:pt x="0" y="27971"/>
                    <a:pt x="4098" y="35443"/>
                  </a:cubicBezTo>
                  <a:cubicBezTo>
                    <a:pt x="8075" y="42646"/>
                    <a:pt x="15607" y="47511"/>
                    <a:pt x="24254" y="47511"/>
                  </a:cubicBezTo>
                  <a:cubicBezTo>
                    <a:pt x="37032" y="47511"/>
                    <a:pt x="47397" y="36882"/>
                    <a:pt x="47397" y="23755"/>
                  </a:cubicBezTo>
                  <a:cubicBezTo>
                    <a:pt x="47397" y="10641"/>
                    <a:pt x="37032" y="0"/>
                    <a:pt x="24254" y="0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" name="Google Shape;5475;p73"/>
            <p:cNvSpPr/>
            <p:nvPr/>
          </p:nvSpPr>
          <p:spPr>
            <a:xfrm>
              <a:off x="3116338" y="3233937"/>
              <a:ext cx="834470" cy="836152"/>
            </a:xfrm>
            <a:custGeom>
              <a:avLst/>
              <a:gdLst/>
              <a:ahLst/>
              <a:cxnLst/>
              <a:rect l="l" t="t" r="r" b="b"/>
              <a:pathLst>
                <a:path w="48124" h="48221" extrusionOk="0">
                  <a:moveTo>
                    <a:pt x="24623" y="714"/>
                  </a:moveTo>
                  <a:cubicBezTo>
                    <a:pt x="37190" y="714"/>
                    <a:pt x="47410" y="11209"/>
                    <a:pt x="47410" y="24108"/>
                  </a:cubicBezTo>
                  <a:cubicBezTo>
                    <a:pt x="47410" y="37012"/>
                    <a:pt x="37190" y="47511"/>
                    <a:pt x="24623" y="47511"/>
                  </a:cubicBezTo>
                  <a:cubicBezTo>
                    <a:pt x="16422" y="47511"/>
                    <a:pt x="8821" y="42955"/>
                    <a:pt x="4780" y="35629"/>
                  </a:cubicBezTo>
                  <a:cubicBezTo>
                    <a:pt x="750" y="28264"/>
                    <a:pt x="864" y="19325"/>
                    <a:pt x="5080" y="12065"/>
                  </a:cubicBezTo>
                  <a:cubicBezTo>
                    <a:pt x="9247" y="4954"/>
                    <a:pt x="16556" y="714"/>
                    <a:pt x="24623" y="714"/>
                  </a:cubicBezTo>
                  <a:close/>
                  <a:moveTo>
                    <a:pt x="24623" y="0"/>
                  </a:moveTo>
                  <a:cubicBezTo>
                    <a:pt x="16296" y="0"/>
                    <a:pt x="8760" y="4379"/>
                    <a:pt x="4471" y="11704"/>
                  </a:cubicBezTo>
                  <a:cubicBezTo>
                    <a:pt x="118" y="19179"/>
                    <a:pt x="0" y="28385"/>
                    <a:pt x="4155" y="35966"/>
                  </a:cubicBezTo>
                  <a:cubicBezTo>
                    <a:pt x="8327" y="43526"/>
                    <a:pt x="16167" y="48220"/>
                    <a:pt x="24623" y="48220"/>
                  </a:cubicBezTo>
                  <a:cubicBezTo>
                    <a:pt x="37579" y="48220"/>
                    <a:pt x="48123" y="37401"/>
                    <a:pt x="48123" y="24108"/>
                  </a:cubicBezTo>
                  <a:cubicBezTo>
                    <a:pt x="48123" y="10816"/>
                    <a:pt x="37579" y="0"/>
                    <a:pt x="246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" name="Google Shape;5476;p73"/>
            <p:cNvSpPr/>
            <p:nvPr/>
          </p:nvSpPr>
          <p:spPr>
            <a:xfrm>
              <a:off x="3193796" y="3240058"/>
              <a:ext cx="750822" cy="823841"/>
            </a:xfrm>
            <a:custGeom>
              <a:avLst/>
              <a:gdLst/>
              <a:ahLst/>
              <a:cxnLst/>
              <a:rect l="l" t="t" r="r" b="b"/>
              <a:pathLst>
                <a:path w="43300" h="47511" extrusionOk="0">
                  <a:moveTo>
                    <a:pt x="20156" y="0"/>
                  </a:moveTo>
                  <a:cubicBezTo>
                    <a:pt x="11732" y="0"/>
                    <a:pt x="4354" y="4621"/>
                    <a:pt x="304" y="11533"/>
                  </a:cubicBezTo>
                  <a:cubicBezTo>
                    <a:pt x="2684" y="8642"/>
                    <a:pt x="5884" y="6299"/>
                    <a:pt x="10372" y="6299"/>
                  </a:cubicBezTo>
                  <a:cubicBezTo>
                    <a:pt x="12146" y="6299"/>
                    <a:pt x="14120" y="6665"/>
                    <a:pt x="16325" y="7508"/>
                  </a:cubicBezTo>
                  <a:cubicBezTo>
                    <a:pt x="22248" y="9766"/>
                    <a:pt x="21579" y="19698"/>
                    <a:pt x="21782" y="26042"/>
                  </a:cubicBezTo>
                  <a:cubicBezTo>
                    <a:pt x="21838" y="27797"/>
                    <a:pt x="21842" y="29605"/>
                    <a:pt x="21251" y="31255"/>
                  </a:cubicBezTo>
                  <a:cubicBezTo>
                    <a:pt x="20655" y="32909"/>
                    <a:pt x="19357" y="34417"/>
                    <a:pt x="17635" y="34778"/>
                  </a:cubicBezTo>
                  <a:cubicBezTo>
                    <a:pt x="16548" y="35013"/>
                    <a:pt x="15352" y="34790"/>
                    <a:pt x="14355" y="35288"/>
                  </a:cubicBezTo>
                  <a:cubicBezTo>
                    <a:pt x="13710" y="35621"/>
                    <a:pt x="13248" y="36201"/>
                    <a:pt x="12721" y="36699"/>
                  </a:cubicBezTo>
                  <a:cubicBezTo>
                    <a:pt x="11325" y="38007"/>
                    <a:pt x="9498" y="38584"/>
                    <a:pt x="7604" y="38584"/>
                  </a:cubicBezTo>
                  <a:cubicBezTo>
                    <a:pt x="5235" y="38584"/>
                    <a:pt x="2763" y="37681"/>
                    <a:pt x="904" y="36176"/>
                  </a:cubicBezTo>
                  <a:cubicBezTo>
                    <a:pt x="604" y="35937"/>
                    <a:pt x="313" y="35682"/>
                    <a:pt x="0" y="35443"/>
                  </a:cubicBezTo>
                  <a:lnTo>
                    <a:pt x="0" y="35443"/>
                  </a:lnTo>
                  <a:cubicBezTo>
                    <a:pt x="3977" y="42646"/>
                    <a:pt x="11509" y="47511"/>
                    <a:pt x="20156" y="47511"/>
                  </a:cubicBezTo>
                  <a:cubicBezTo>
                    <a:pt x="32934" y="47511"/>
                    <a:pt x="43299" y="36882"/>
                    <a:pt x="43299" y="23755"/>
                  </a:cubicBezTo>
                  <a:cubicBezTo>
                    <a:pt x="43299" y="10641"/>
                    <a:pt x="32934" y="0"/>
                    <a:pt x="20156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" name="Google Shape;5477;p73"/>
            <p:cNvSpPr/>
            <p:nvPr/>
          </p:nvSpPr>
          <p:spPr>
            <a:xfrm>
              <a:off x="3566485" y="3284899"/>
              <a:ext cx="53026" cy="198439"/>
            </a:xfrm>
            <a:custGeom>
              <a:avLst/>
              <a:gdLst/>
              <a:ahLst/>
              <a:cxnLst/>
              <a:rect l="l" t="t" r="r" b="b"/>
              <a:pathLst>
                <a:path w="3058" h="11444" extrusionOk="0">
                  <a:moveTo>
                    <a:pt x="86" y="0"/>
                  </a:moveTo>
                  <a:cubicBezTo>
                    <a:pt x="29" y="0"/>
                    <a:pt x="1" y="86"/>
                    <a:pt x="9" y="191"/>
                  </a:cubicBezTo>
                  <a:cubicBezTo>
                    <a:pt x="86" y="1140"/>
                    <a:pt x="208" y="2088"/>
                    <a:pt x="382" y="3033"/>
                  </a:cubicBezTo>
                  <a:cubicBezTo>
                    <a:pt x="552" y="3981"/>
                    <a:pt x="751" y="4918"/>
                    <a:pt x="978" y="5842"/>
                  </a:cubicBezTo>
                  <a:cubicBezTo>
                    <a:pt x="1213" y="6766"/>
                    <a:pt x="1480" y="7686"/>
                    <a:pt x="1784" y="8594"/>
                  </a:cubicBezTo>
                  <a:cubicBezTo>
                    <a:pt x="2089" y="9503"/>
                    <a:pt x="2429" y="10394"/>
                    <a:pt x="2802" y="11274"/>
                  </a:cubicBezTo>
                  <a:cubicBezTo>
                    <a:pt x="2842" y="11375"/>
                    <a:pt x="2907" y="11444"/>
                    <a:pt x="2963" y="11444"/>
                  </a:cubicBezTo>
                  <a:cubicBezTo>
                    <a:pt x="2971" y="11444"/>
                    <a:pt x="2978" y="11443"/>
                    <a:pt x="2984" y="11440"/>
                  </a:cubicBezTo>
                  <a:cubicBezTo>
                    <a:pt x="3045" y="11420"/>
                    <a:pt x="3057" y="11315"/>
                    <a:pt x="3017" y="11193"/>
                  </a:cubicBezTo>
                  <a:cubicBezTo>
                    <a:pt x="2684" y="10301"/>
                    <a:pt x="2388" y="9393"/>
                    <a:pt x="2097" y="8493"/>
                  </a:cubicBezTo>
                  <a:cubicBezTo>
                    <a:pt x="1809" y="7589"/>
                    <a:pt x="1566" y="6673"/>
                    <a:pt x="1322" y="5757"/>
                  </a:cubicBezTo>
                  <a:cubicBezTo>
                    <a:pt x="1079" y="4837"/>
                    <a:pt x="872" y="3912"/>
                    <a:pt x="690" y="2980"/>
                  </a:cubicBezTo>
                  <a:cubicBezTo>
                    <a:pt x="508" y="2048"/>
                    <a:pt x="341" y="1107"/>
                    <a:pt x="199" y="171"/>
                  </a:cubicBezTo>
                  <a:cubicBezTo>
                    <a:pt x="183" y="77"/>
                    <a:pt x="143" y="0"/>
                    <a:pt x="8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" name="Google Shape;5478;p73"/>
            <p:cNvSpPr/>
            <p:nvPr/>
          </p:nvSpPr>
          <p:spPr>
            <a:xfrm>
              <a:off x="3553983" y="3342884"/>
              <a:ext cx="40211" cy="126911"/>
            </a:xfrm>
            <a:custGeom>
              <a:avLst/>
              <a:gdLst/>
              <a:ahLst/>
              <a:cxnLst/>
              <a:rect l="l" t="t" r="r" b="b"/>
              <a:pathLst>
                <a:path w="2319" h="7319" extrusionOk="0">
                  <a:moveTo>
                    <a:pt x="97" y="1"/>
                  </a:moveTo>
                  <a:cubicBezTo>
                    <a:pt x="94" y="1"/>
                    <a:pt x="92" y="1"/>
                    <a:pt x="89" y="1"/>
                  </a:cubicBezTo>
                  <a:cubicBezTo>
                    <a:pt x="33" y="5"/>
                    <a:pt x="0" y="66"/>
                    <a:pt x="12" y="139"/>
                  </a:cubicBezTo>
                  <a:cubicBezTo>
                    <a:pt x="118" y="739"/>
                    <a:pt x="239" y="1347"/>
                    <a:pt x="385" y="1947"/>
                  </a:cubicBezTo>
                  <a:cubicBezTo>
                    <a:pt x="535" y="2543"/>
                    <a:pt x="681" y="3147"/>
                    <a:pt x="860" y="3734"/>
                  </a:cubicBezTo>
                  <a:cubicBezTo>
                    <a:pt x="1034" y="4322"/>
                    <a:pt x="1216" y="4910"/>
                    <a:pt x="1419" y="5494"/>
                  </a:cubicBezTo>
                  <a:cubicBezTo>
                    <a:pt x="1622" y="6073"/>
                    <a:pt x="1845" y="6653"/>
                    <a:pt x="2080" y="7221"/>
                  </a:cubicBezTo>
                  <a:cubicBezTo>
                    <a:pt x="2098" y="7280"/>
                    <a:pt x="2154" y="7319"/>
                    <a:pt x="2213" y="7319"/>
                  </a:cubicBezTo>
                  <a:cubicBezTo>
                    <a:pt x="2219" y="7319"/>
                    <a:pt x="2224" y="7319"/>
                    <a:pt x="2230" y="7318"/>
                  </a:cubicBezTo>
                  <a:cubicBezTo>
                    <a:pt x="2287" y="7298"/>
                    <a:pt x="2319" y="7221"/>
                    <a:pt x="2291" y="7140"/>
                  </a:cubicBezTo>
                  <a:lnTo>
                    <a:pt x="1735" y="5392"/>
                  </a:lnTo>
                  <a:cubicBezTo>
                    <a:pt x="1549" y="4809"/>
                    <a:pt x="1387" y="4221"/>
                    <a:pt x="1204" y="3633"/>
                  </a:cubicBezTo>
                  <a:cubicBezTo>
                    <a:pt x="1022" y="3045"/>
                    <a:pt x="852" y="2457"/>
                    <a:pt x="689" y="1866"/>
                  </a:cubicBezTo>
                  <a:lnTo>
                    <a:pt x="199" y="90"/>
                  </a:lnTo>
                  <a:cubicBezTo>
                    <a:pt x="191" y="40"/>
                    <a:pt x="147" y="1"/>
                    <a:pt x="9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" name="Google Shape;5479;p73"/>
            <p:cNvSpPr/>
            <p:nvPr/>
          </p:nvSpPr>
          <p:spPr>
            <a:xfrm>
              <a:off x="3623013" y="3555386"/>
              <a:ext cx="42188" cy="215051"/>
            </a:xfrm>
            <a:custGeom>
              <a:avLst/>
              <a:gdLst/>
              <a:ahLst/>
              <a:cxnLst/>
              <a:rect l="l" t="t" r="r" b="b"/>
              <a:pathLst>
                <a:path w="2433" h="12402" extrusionOk="0">
                  <a:moveTo>
                    <a:pt x="89" y="0"/>
                  </a:moveTo>
                  <a:cubicBezTo>
                    <a:pt x="33" y="0"/>
                    <a:pt x="0" y="94"/>
                    <a:pt x="8" y="211"/>
                  </a:cubicBezTo>
                  <a:cubicBezTo>
                    <a:pt x="93" y="1225"/>
                    <a:pt x="203" y="2234"/>
                    <a:pt x="345" y="3239"/>
                  </a:cubicBezTo>
                  <a:cubicBezTo>
                    <a:pt x="487" y="4249"/>
                    <a:pt x="641" y="5258"/>
                    <a:pt x="819" y="6255"/>
                  </a:cubicBezTo>
                  <a:cubicBezTo>
                    <a:pt x="1005" y="7257"/>
                    <a:pt x="1208" y="8254"/>
                    <a:pt x="1431" y="9247"/>
                  </a:cubicBezTo>
                  <a:cubicBezTo>
                    <a:pt x="1654" y="10240"/>
                    <a:pt x="1905" y="11225"/>
                    <a:pt x="2181" y="12206"/>
                  </a:cubicBezTo>
                  <a:cubicBezTo>
                    <a:pt x="2212" y="12323"/>
                    <a:pt x="2269" y="12402"/>
                    <a:pt x="2330" y="12402"/>
                  </a:cubicBezTo>
                  <a:cubicBezTo>
                    <a:pt x="2333" y="12402"/>
                    <a:pt x="2336" y="12401"/>
                    <a:pt x="2339" y="12401"/>
                  </a:cubicBezTo>
                  <a:cubicBezTo>
                    <a:pt x="2404" y="12397"/>
                    <a:pt x="2432" y="12279"/>
                    <a:pt x="2400" y="12150"/>
                  </a:cubicBezTo>
                  <a:cubicBezTo>
                    <a:pt x="2177" y="11161"/>
                    <a:pt x="1958" y="10167"/>
                    <a:pt x="1751" y="9178"/>
                  </a:cubicBezTo>
                  <a:cubicBezTo>
                    <a:pt x="1541" y="8185"/>
                    <a:pt x="1346" y="7192"/>
                    <a:pt x="1168" y="6195"/>
                  </a:cubicBezTo>
                  <a:cubicBezTo>
                    <a:pt x="981" y="5193"/>
                    <a:pt x="811" y="4196"/>
                    <a:pt x="653" y="3195"/>
                  </a:cubicBezTo>
                  <a:cubicBezTo>
                    <a:pt x="495" y="2194"/>
                    <a:pt x="345" y="1192"/>
                    <a:pt x="203" y="191"/>
                  </a:cubicBezTo>
                  <a:cubicBezTo>
                    <a:pt x="187" y="86"/>
                    <a:pt x="146" y="0"/>
                    <a:pt x="8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" name="Google Shape;5480;p73"/>
            <p:cNvSpPr/>
            <p:nvPr/>
          </p:nvSpPr>
          <p:spPr>
            <a:xfrm>
              <a:off x="3375779" y="3273090"/>
              <a:ext cx="98786" cy="234697"/>
            </a:xfrm>
            <a:custGeom>
              <a:avLst/>
              <a:gdLst/>
              <a:ahLst/>
              <a:cxnLst/>
              <a:rect l="l" t="t" r="r" b="b"/>
              <a:pathLst>
                <a:path w="5697" h="13535" extrusionOk="0">
                  <a:moveTo>
                    <a:pt x="5617" y="1"/>
                  </a:moveTo>
                  <a:cubicBezTo>
                    <a:pt x="5569" y="1"/>
                    <a:pt x="5498" y="29"/>
                    <a:pt x="5425" y="81"/>
                  </a:cubicBezTo>
                  <a:cubicBezTo>
                    <a:pt x="4423" y="791"/>
                    <a:pt x="3674" y="1800"/>
                    <a:pt x="3106" y="2875"/>
                  </a:cubicBezTo>
                  <a:cubicBezTo>
                    <a:pt x="2543" y="3949"/>
                    <a:pt x="2105" y="5080"/>
                    <a:pt x="1707" y="6219"/>
                  </a:cubicBezTo>
                  <a:cubicBezTo>
                    <a:pt x="1314" y="7358"/>
                    <a:pt x="982" y="8521"/>
                    <a:pt x="690" y="9689"/>
                  </a:cubicBezTo>
                  <a:cubicBezTo>
                    <a:pt x="406" y="10861"/>
                    <a:pt x="183" y="12048"/>
                    <a:pt x="21" y="13244"/>
                  </a:cubicBezTo>
                  <a:cubicBezTo>
                    <a:pt x="1" y="13390"/>
                    <a:pt x="21" y="13512"/>
                    <a:pt x="82" y="13532"/>
                  </a:cubicBezTo>
                  <a:cubicBezTo>
                    <a:pt x="86" y="13534"/>
                    <a:pt x="91" y="13534"/>
                    <a:pt x="96" y="13534"/>
                  </a:cubicBezTo>
                  <a:cubicBezTo>
                    <a:pt x="153" y="13534"/>
                    <a:pt x="218" y="13423"/>
                    <a:pt x="244" y="13277"/>
                  </a:cubicBezTo>
                  <a:cubicBezTo>
                    <a:pt x="451" y="12097"/>
                    <a:pt x="714" y="10933"/>
                    <a:pt x="1010" y="9770"/>
                  </a:cubicBezTo>
                  <a:cubicBezTo>
                    <a:pt x="1306" y="8611"/>
                    <a:pt x="1659" y="7467"/>
                    <a:pt x="2044" y="6336"/>
                  </a:cubicBezTo>
                  <a:cubicBezTo>
                    <a:pt x="2429" y="5205"/>
                    <a:pt x="2847" y="4074"/>
                    <a:pt x="3386" y="3020"/>
                  </a:cubicBezTo>
                  <a:cubicBezTo>
                    <a:pt x="3929" y="1966"/>
                    <a:pt x="4606" y="969"/>
                    <a:pt x="5542" y="235"/>
                  </a:cubicBezTo>
                  <a:cubicBezTo>
                    <a:pt x="5636" y="163"/>
                    <a:pt x="5696" y="77"/>
                    <a:pt x="5672" y="29"/>
                  </a:cubicBezTo>
                  <a:cubicBezTo>
                    <a:pt x="5663" y="10"/>
                    <a:pt x="5644" y="1"/>
                    <a:pt x="561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" name="Google Shape;5481;p73"/>
            <p:cNvSpPr/>
            <p:nvPr/>
          </p:nvSpPr>
          <p:spPr>
            <a:xfrm>
              <a:off x="3340215" y="3646091"/>
              <a:ext cx="10075" cy="53182"/>
            </a:xfrm>
            <a:custGeom>
              <a:avLst/>
              <a:gdLst/>
              <a:ahLst/>
              <a:cxnLst/>
              <a:rect l="l" t="t" r="r" b="b"/>
              <a:pathLst>
                <a:path w="581" h="3067" extrusionOk="0">
                  <a:moveTo>
                    <a:pt x="335" y="1"/>
                  </a:moveTo>
                  <a:cubicBezTo>
                    <a:pt x="306" y="1"/>
                    <a:pt x="281" y="11"/>
                    <a:pt x="276" y="27"/>
                  </a:cubicBezTo>
                  <a:cubicBezTo>
                    <a:pt x="175" y="262"/>
                    <a:pt x="102" y="514"/>
                    <a:pt x="57" y="765"/>
                  </a:cubicBezTo>
                  <a:cubicBezTo>
                    <a:pt x="17" y="1024"/>
                    <a:pt x="1" y="1280"/>
                    <a:pt x="1" y="1543"/>
                  </a:cubicBezTo>
                  <a:cubicBezTo>
                    <a:pt x="13" y="1799"/>
                    <a:pt x="45" y="2058"/>
                    <a:pt x="102" y="2314"/>
                  </a:cubicBezTo>
                  <a:cubicBezTo>
                    <a:pt x="159" y="2565"/>
                    <a:pt x="244" y="2808"/>
                    <a:pt x="361" y="3043"/>
                  </a:cubicBezTo>
                  <a:cubicBezTo>
                    <a:pt x="366" y="3058"/>
                    <a:pt x="386" y="3067"/>
                    <a:pt x="415" y="3067"/>
                  </a:cubicBezTo>
                  <a:cubicBezTo>
                    <a:pt x="433" y="3067"/>
                    <a:pt x="455" y="3063"/>
                    <a:pt x="479" y="3055"/>
                  </a:cubicBezTo>
                  <a:cubicBezTo>
                    <a:pt x="540" y="3035"/>
                    <a:pt x="580" y="2991"/>
                    <a:pt x="572" y="2962"/>
                  </a:cubicBezTo>
                  <a:cubicBezTo>
                    <a:pt x="511" y="2723"/>
                    <a:pt x="463" y="2488"/>
                    <a:pt x="426" y="2245"/>
                  </a:cubicBezTo>
                  <a:cubicBezTo>
                    <a:pt x="382" y="2010"/>
                    <a:pt x="357" y="1770"/>
                    <a:pt x="357" y="1531"/>
                  </a:cubicBezTo>
                  <a:cubicBezTo>
                    <a:pt x="341" y="1288"/>
                    <a:pt x="345" y="1049"/>
                    <a:pt x="365" y="806"/>
                  </a:cubicBezTo>
                  <a:cubicBezTo>
                    <a:pt x="386" y="562"/>
                    <a:pt x="418" y="327"/>
                    <a:pt x="459" y="84"/>
                  </a:cubicBezTo>
                  <a:cubicBezTo>
                    <a:pt x="463" y="56"/>
                    <a:pt x="438" y="31"/>
                    <a:pt x="386" y="11"/>
                  </a:cubicBezTo>
                  <a:cubicBezTo>
                    <a:pt x="369" y="4"/>
                    <a:pt x="351" y="1"/>
                    <a:pt x="3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" name="Google Shape;5482;p73"/>
            <p:cNvSpPr/>
            <p:nvPr/>
          </p:nvSpPr>
          <p:spPr>
            <a:xfrm>
              <a:off x="3354486" y="3802325"/>
              <a:ext cx="101942" cy="217600"/>
            </a:xfrm>
            <a:custGeom>
              <a:avLst/>
              <a:gdLst/>
              <a:ahLst/>
              <a:cxnLst/>
              <a:rect l="l" t="t" r="r" b="b"/>
              <a:pathLst>
                <a:path w="5879" h="12549" extrusionOk="0">
                  <a:moveTo>
                    <a:pt x="77" y="0"/>
                  </a:moveTo>
                  <a:cubicBezTo>
                    <a:pt x="76" y="0"/>
                    <a:pt x="75" y="0"/>
                    <a:pt x="73" y="1"/>
                  </a:cubicBezTo>
                  <a:cubicBezTo>
                    <a:pt x="25" y="5"/>
                    <a:pt x="0" y="110"/>
                    <a:pt x="21" y="240"/>
                  </a:cubicBezTo>
                  <a:cubicBezTo>
                    <a:pt x="223" y="1354"/>
                    <a:pt x="430" y="2469"/>
                    <a:pt x="698" y="3580"/>
                  </a:cubicBezTo>
                  <a:cubicBezTo>
                    <a:pt x="965" y="4687"/>
                    <a:pt x="1298" y="5777"/>
                    <a:pt x="1703" y="6847"/>
                  </a:cubicBezTo>
                  <a:cubicBezTo>
                    <a:pt x="2117" y="7914"/>
                    <a:pt x="2644" y="8939"/>
                    <a:pt x="3272" y="9896"/>
                  </a:cubicBezTo>
                  <a:cubicBezTo>
                    <a:pt x="3900" y="10857"/>
                    <a:pt x="4675" y="11716"/>
                    <a:pt x="5562" y="12446"/>
                  </a:cubicBezTo>
                  <a:cubicBezTo>
                    <a:pt x="5645" y="12508"/>
                    <a:pt x="5726" y="12548"/>
                    <a:pt x="5781" y="12548"/>
                  </a:cubicBezTo>
                  <a:cubicBezTo>
                    <a:pt x="5801" y="12548"/>
                    <a:pt x="5818" y="12543"/>
                    <a:pt x="5830" y="12531"/>
                  </a:cubicBezTo>
                  <a:cubicBezTo>
                    <a:pt x="5879" y="12486"/>
                    <a:pt x="5826" y="12369"/>
                    <a:pt x="5708" y="12271"/>
                  </a:cubicBezTo>
                  <a:cubicBezTo>
                    <a:pt x="4877" y="11521"/>
                    <a:pt x="4148" y="10662"/>
                    <a:pt x="3548" y="9713"/>
                  </a:cubicBezTo>
                  <a:cubicBezTo>
                    <a:pt x="2939" y="8769"/>
                    <a:pt x="2433" y="7768"/>
                    <a:pt x="2031" y="6722"/>
                  </a:cubicBezTo>
                  <a:cubicBezTo>
                    <a:pt x="1622" y="5668"/>
                    <a:pt x="1277" y="4593"/>
                    <a:pt x="1002" y="3503"/>
                  </a:cubicBezTo>
                  <a:cubicBezTo>
                    <a:pt x="714" y="2408"/>
                    <a:pt x="463" y="1302"/>
                    <a:pt x="207" y="199"/>
                  </a:cubicBezTo>
                  <a:cubicBezTo>
                    <a:pt x="183" y="88"/>
                    <a:pt x="129" y="0"/>
                    <a:pt x="7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" name="Google Shape;5483;p73"/>
            <p:cNvSpPr/>
            <p:nvPr/>
          </p:nvSpPr>
          <p:spPr>
            <a:xfrm>
              <a:off x="3343596" y="3865720"/>
              <a:ext cx="63759" cy="143645"/>
            </a:xfrm>
            <a:custGeom>
              <a:avLst/>
              <a:gdLst/>
              <a:ahLst/>
              <a:cxnLst/>
              <a:rect l="l" t="t" r="r" b="b"/>
              <a:pathLst>
                <a:path w="3677" h="8284" extrusionOk="0">
                  <a:moveTo>
                    <a:pt x="117" y="1"/>
                  </a:moveTo>
                  <a:cubicBezTo>
                    <a:pt x="66" y="1"/>
                    <a:pt x="24" y="61"/>
                    <a:pt x="24" y="147"/>
                  </a:cubicBezTo>
                  <a:cubicBezTo>
                    <a:pt x="0" y="897"/>
                    <a:pt x="57" y="1651"/>
                    <a:pt x="203" y="2389"/>
                  </a:cubicBezTo>
                  <a:cubicBezTo>
                    <a:pt x="353" y="3131"/>
                    <a:pt x="572" y="3852"/>
                    <a:pt x="860" y="4549"/>
                  </a:cubicBezTo>
                  <a:cubicBezTo>
                    <a:pt x="1155" y="5243"/>
                    <a:pt x="1524" y="5903"/>
                    <a:pt x="1954" y="6524"/>
                  </a:cubicBezTo>
                  <a:cubicBezTo>
                    <a:pt x="2384" y="7144"/>
                    <a:pt x="2882" y="7715"/>
                    <a:pt x="3438" y="8222"/>
                  </a:cubicBezTo>
                  <a:cubicBezTo>
                    <a:pt x="3482" y="8261"/>
                    <a:pt x="3532" y="8284"/>
                    <a:pt x="3573" y="8284"/>
                  </a:cubicBezTo>
                  <a:cubicBezTo>
                    <a:pt x="3596" y="8284"/>
                    <a:pt x="3617" y="8277"/>
                    <a:pt x="3632" y="8263"/>
                  </a:cubicBezTo>
                  <a:cubicBezTo>
                    <a:pt x="3677" y="8222"/>
                    <a:pt x="3661" y="8133"/>
                    <a:pt x="3596" y="8060"/>
                  </a:cubicBezTo>
                  <a:cubicBezTo>
                    <a:pt x="3089" y="7529"/>
                    <a:pt x="2627" y="6953"/>
                    <a:pt x="2222" y="6341"/>
                  </a:cubicBezTo>
                  <a:cubicBezTo>
                    <a:pt x="1411" y="5117"/>
                    <a:pt x="831" y="3755"/>
                    <a:pt x="511" y="2324"/>
                  </a:cubicBezTo>
                  <a:cubicBezTo>
                    <a:pt x="345" y="1606"/>
                    <a:pt x="247" y="877"/>
                    <a:pt x="215" y="147"/>
                  </a:cubicBezTo>
                  <a:cubicBezTo>
                    <a:pt x="211" y="70"/>
                    <a:pt x="170" y="9"/>
                    <a:pt x="122" y="1"/>
                  </a:cubicBezTo>
                  <a:cubicBezTo>
                    <a:pt x="120" y="1"/>
                    <a:pt x="118" y="1"/>
                    <a:pt x="11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" name="Google Shape;5484;p73"/>
            <p:cNvSpPr/>
            <p:nvPr/>
          </p:nvSpPr>
          <p:spPr>
            <a:xfrm>
              <a:off x="3181849" y="3668026"/>
              <a:ext cx="163586" cy="82070"/>
            </a:xfrm>
            <a:custGeom>
              <a:avLst/>
              <a:gdLst/>
              <a:ahLst/>
              <a:cxnLst/>
              <a:rect l="l" t="t" r="r" b="b"/>
              <a:pathLst>
                <a:path w="9434" h="4733" extrusionOk="0">
                  <a:moveTo>
                    <a:pt x="96" y="1"/>
                  </a:moveTo>
                  <a:cubicBezTo>
                    <a:pt x="76" y="1"/>
                    <a:pt x="59" y="7"/>
                    <a:pt x="45" y="19"/>
                  </a:cubicBezTo>
                  <a:cubicBezTo>
                    <a:pt x="0" y="51"/>
                    <a:pt x="29" y="132"/>
                    <a:pt x="98" y="205"/>
                  </a:cubicBezTo>
                  <a:cubicBezTo>
                    <a:pt x="718" y="809"/>
                    <a:pt x="1354" y="1405"/>
                    <a:pt x="2027" y="1957"/>
                  </a:cubicBezTo>
                  <a:cubicBezTo>
                    <a:pt x="2704" y="2520"/>
                    <a:pt x="3422" y="3023"/>
                    <a:pt x="4180" y="3469"/>
                  </a:cubicBezTo>
                  <a:cubicBezTo>
                    <a:pt x="4946" y="3907"/>
                    <a:pt x="5765" y="4243"/>
                    <a:pt x="6616" y="4478"/>
                  </a:cubicBezTo>
                  <a:cubicBezTo>
                    <a:pt x="7236" y="4641"/>
                    <a:pt x="7881" y="4732"/>
                    <a:pt x="8523" y="4732"/>
                  </a:cubicBezTo>
                  <a:cubicBezTo>
                    <a:pt x="8762" y="4732"/>
                    <a:pt x="9001" y="4719"/>
                    <a:pt x="9239" y="4693"/>
                  </a:cubicBezTo>
                  <a:cubicBezTo>
                    <a:pt x="9352" y="4681"/>
                    <a:pt x="9434" y="4628"/>
                    <a:pt x="9434" y="4567"/>
                  </a:cubicBezTo>
                  <a:cubicBezTo>
                    <a:pt x="9434" y="4509"/>
                    <a:pt x="9344" y="4466"/>
                    <a:pt x="9241" y="4466"/>
                  </a:cubicBezTo>
                  <a:cubicBezTo>
                    <a:pt x="9236" y="4466"/>
                    <a:pt x="9231" y="4466"/>
                    <a:pt x="9227" y="4466"/>
                  </a:cubicBezTo>
                  <a:cubicBezTo>
                    <a:pt x="9116" y="4471"/>
                    <a:pt x="9006" y="4473"/>
                    <a:pt x="8896" y="4473"/>
                  </a:cubicBezTo>
                  <a:cubicBezTo>
                    <a:pt x="8152" y="4473"/>
                    <a:pt x="7414" y="4366"/>
                    <a:pt x="6701" y="4158"/>
                  </a:cubicBezTo>
                  <a:cubicBezTo>
                    <a:pt x="5882" y="3923"/>
                    <a:pt x="5092" y="3590"/>
                    <a:pt x="4354" y="3161"/>
                  </a:cubicBezTo>
                  <a:cubicBezTo>
                    <a:pt x="3608" y="2735"/>
                    <a:pt x="2895" y="2253"/>
                    <a:pt x="2222" y="1717"/>
                  </a:cubicBezTo>
                  <a:cubicBezTo>
                    <a:pt x="1545" y="1190"/>
                    <a:pt x="884" y="627"/>
                    <a:pt x="227" y="64"/>
                  </a:cubicBezTo>
                  <a:cubicBezTo>
                    <a:pt x="182" y="23"/>
                    <a:pt x="134" y="1"/>
                    <a:pt x="9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" name="Google Shape;5485;p73"/>
            <p:cNvSpPr/>
            <p:nvPr/>
          </p:nvSpPr>
          <p:spPr>
            <a:xfrm>
              <a:off x="3665531" y="3786441"/>
              <a:ext cx="15138" cy="31784"/>
            </a:xfrm>
            <a:custGeom>
              <a:avLst/>
              <a:gdLst/>
              <a:ahLst/>
              <a:cxnLst/>
              <a:rect l="l" t="t" r="r" b="b"/>
              <a:pathLst>
                <a:path w="873" h="1833" extrusionOk="0">
                  <a:moveTo>
                    <a:pt x="138" y="0"/>
                  </a:moveTo>
                  <a:cubicBezTo>
                    <a:pt x="124" y="0"/>
                    <a:pt x="107" y="2"/>
                    <a:pt x="90" y="4"/>
                  </a:cubicBezTo>
                  <a:cubicBezTo>
                    <a:pt x="41" y="17"/>
                    <a:pt x="1" y="41"/>
                    <a:pt x="1" y="57"/>
                  </a:cubicBezTo>
                  <a:cubicBezTo>
                    <a:pt x="9" y="215"/>
                    <a:pt x="29" y="373"/>
                    <a:pt x="65" y="531"/>
                  </a:cubicBezTo>
                  <a:cubicBezTo>
                    <a:pt x="106" y="685"/>
                    <a:pt x="147" y="839"/>
                    <a:pt x="207" y="989"/>
                  </a:cubicBezTo>
                  <a:cubicBezTo>
                    <a:pt x="268" y="1135"/>
                    <a:pt x="333" y="1281"/>
                    <a:pt x="406" y="1423"/>
                  </a:cubicBezTo>
                  <a:cubicBezTo>
                    <a:pt x="479" y="1565"/>
                    <a:pt x="568" y="1699"/>
                    <a:pt x="670" y="1825"/>
                  </a:cubicBezTo>
                  <a:cubicBezTo>
                    <a:pt x="672" y="1830"/>
                    <a:pt x="679" y="1833"/>
                    <a:pt x="689" y="1833"/>
                  </a:cubicBezTo>
                  <a:cubicBezTo>
                    <a:pt x="707" y="1833"/>
                    <a:pt x="738" y="1823"/>
                    <a:pt x="775" y="1804"/>
                  </a:cubicBezTo>
                  <a:cubicBezTo>
                    <a:pt x="832" y="1772"/>
                    <a:pt x="872" y="1731"/>
                    <a:pt x="864" y="1711"/>
                  </a:cubicBezTo>
                  <a:cubicBezTo>
                    <a:pt x="815" y="1565"/>
                    <a:pt x="763" y="1419"/>
                    <a:pt x="702" y="1281"/>
                  </a:cubicBezTo>
                  <a:cubicBezTo>
                    <a:pt x="641" y="1144"/>
                    <a:pt x="597" y="1002"/>
                    <a:pt x="536" y="860"/>
                  </a:cubicBezTo>
                  <a:cubicBezTo>
                    <a:pt x="475" y="718"/>
                    <a:pt x="418" y="584"/>
                    <a:pt x="365" y="434"/>
                  </a:cubicBezTo>
                  <a:lnTo>
                    <a:pt x="187" y="17"/>
                  </a:lnTo>
                  <a:cubicBezTo>
                    <a:pt x="184" y="6"/>
                    <a:pt x="165" y="0"/>
                    <a:pt x="13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" name="Google Shape;5486;p73"/>
            <p:cNvSpPr/>
            <p:nvPr/>
          </p:nvSpPr>
          <p:spPr>
            <a:xfrm>
              <a:off x="3535845" y="3888279"/>
              <a:ext cx="108063" cy="20583"/>
            </a:xfrm>
            <a:custGeom>
              <a:avLst/>
              <a:gdLst/>
              <a:ahLst/>
              <a:cxnLst/>
              <a:rect l="l" t="t" r="r" b="b"/>
              <a:pathLst>
                <a:path w="6232" h="1187" extrusionOk="0">
                  <a:moveTo>
                    <a:pt x="134" y="1"/>
                  </a:moveTo>
                  <a:cubicBezTo>
                    <a:pt x="53" y="1"/>
                    <a:pt x="0" y="163"/>
                    <a:pt x="94" y="188"/>
                  </a:cubicBezTo>
                  <a:cubicBezTo>
                    <a:pt x="560" y="403"/>
                    <a:pt x="1046" y="585"/>
                    <a:pt x="1541" y="727"/>
                  </a:cubicBezTo>
                  <a:cubicBezTo>
                    <a:pt x="2035" y="865"/>
                    <a:pt x="2538" y="978"/>
                    <a:pt x="3045" y="1063"/>
                  </a:cubicBezTo>
                  <a:cubicBezTo>
                    <a:pt x="3556" y="1128"/>
                    <a:pt x="4074" y="1169"/>
                    <a:pt x="4585" y="1185"/>
                  </a:cubicBezTo>
                  <a:cubicBezTo>
                    <a:pt x="4637" y="1186"/>
                    <a:pt x="4688" y="1186"/>
                    <a:pt x="4740" y="1186"/>
                  </a:cubicBezTo>
                  <a:cubicBezTo>
                    <a:pt x="5203" y="1186"/>
                    <a:pt x="5666" y="1153"/>
                    <a:pt x="6126" y="1088"/>
                  </a:cubicBezTo>
                  <a:cubicBezTo>
                    <a:pt x="6186" y="1084"/>
                    <a:pt x="6231" y="1031"/>
                    <a:pt x="6231" y="970"/>
                  </a:cubicBezTo>
                  <a:cubicBezTo>
                    <a:pt x="6227" y="908"/>
                    <a:pt x="6175" y="860"/>
                    <a:pt x="6113" y="860"/>
                  </a:cubicBezTo>
                  <a:cubicBezTo>
                    <a:pt x="6110" y="860"/>
                    <a:pt x="6108" y="861"/>
                    <a:pt x="6105" y="861"/>
                  </a:cubicBezTo>
                  <a:cubicBezTo>
                    <a:pt x="5879" y="870"/>
                    <a:pt x="5652" y="874"/>
                    <a:pt x="5424" y="874"/>
                  </a:cubicBezTo>
                  <a:cubicBezTo>
                    <a:pt x="5147" y="874"/>
                    <a:pt x="4870" y="868"/>
                    <a:pt x="4593" y="857"/>
                  </a:cubicBezTo>
                  <a:cubicBezTo>
                    <a:pt x="4095" y="836"/>
                    <a:pt x="3596" y="788"/>
                    <a:pt x="3102" y="707"/>
                  </a:cubicBezTo>
                  <a:cubicBezTo>
                    <a:pt x="2603" y="642"/>
                    <a:pt x="2108" y="549"/>
                    <a:pt x="1622" y="423"/>
                  </a:cubicBezTo>
                  <a:cubicBezTo>
                    <a:pt x="1127" y="309"/>
                    <a:pt x="641" y="168"/>
                    <a:pt x="167" y="9"/>
                  </a:cubicBezTo>
                  <a:cubicBezTo>
                    <a:pt x="155" y="3"/>
                    <a:pt x="145" y="1"/>
                    <a:pt x="1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" name="Google Shape;5487;p73"/>
            <p:cNvSpPr/>
            <p:nvPr/>
          </p:nvSpPr>
          <p:spPr>
            <a:xfrm>
              <a:off x="3342955" y="3236867"/>
              <a:ext cx="287879" cy="825627"/>
            </a:xfrm>
            <a:custGeom>
              <a:avLst/>
              <a:gdLst/>
              <a:ahLst/>
              <a:cxnLst/>
              <a:rect l="l" t="t" r="r" b="b"/>
              <a:pathLst>
                <a:path w="16602" h="47614" extrusionOk="0">
                  <a:moveTo>
                    <a:pt x="14337" y="1"/>
                  </a:moveTo>
                  <a:cubicBezTo>
                    <a:pt x="14329" y="1"/>
                    <a:pt x="14322" y="1"/>
                    <a:pt x="14315" y="2"/>
                  </a:cubicBezTo>
                  <a:cubicBezTo>
                    <a:pt x="12097" y="111"/>
                    <a:pt x="9847" y="1562"/>
                    <a:pt x="7800" y="4226"/>
                  </a:cubicBezTo>
                  <a:cubicBezTo>
                    <a:pt x="3422" y="9929"/>
                    <a:pt x="1" y="21677"/>
                    <a:pt x="2299" y="32221"/>
                  </a:cubicBezTo>
                  <a:cubicBezTo>
                    <a:pt x="5360" y="46268"/>
                    <a:pt x="11769" y="47614"/>
                    <a:pt x="15061" y="47614"/>
                  </a:cubicBezTo>
                  <a:cubicBezTo>
                    <a:pt x="15527" y="47614"/>
                    <a:pt x="15936" y="47585"/>
                    <a:pt x="16256" y="47565"/>
                  </a:cubicBezTo>
                  <a:cubicBezTo>
                    <a:pt x="16451" y="47553"/>
                    <a:pt x="16601" y="47383"/>
                    <a:pt x="16589" y="47188"/>
                  </a:cubicBezTo>
                  <a:cubicBezTo>
                    <a:pt x="16577" y="46997"/>
                    <a:pt x="16419" y="46855"/>
                    <a:pt x="16231" y="46855"/>
                  </a:cubicBezTo>
                  <a:cubicBezTo>
                    <a:pt x="16223" y="46855"/>
                    <a:pt x="16216" y="46855"/>
                    <a:pt x="16208" y="46856"/>
                  </a:cubicBezTo>
                  <a:cubicBezTo>
                    <a:pt x="15892" y="46877"/>
                    <a:pt x="15567" y="46890"/>
                    <a:pt x="15234" y="46890"/>
                  </a:cubicBezTo>
                  <a:cubicBezTo>
                    <a:pt x="11108" y="46890"/>
                    <a:pt x="5787" y="44885"/>
                    <a:pt x="2992" y="32067"/>
                  </a:cubicBezTo>
                  <a:cubicBezTo>
                    <a:pt x="738" y="21734"/>
                    <a:pt x="4079" y="10233"/>
                    <a:pt x="8364" y="4655"/>
                  </a:cubicBezTo>
                  <a:cubicBezTo>
                    <a:pt x="10277" y="2170"/>
                    <a:pt x="12345" y="808"/>
                    <a:pt x="14343" y="715"/>
                  </a:cubicBezTo>
                  <a:cubicBezTo>
                    <a:pt x="14542" y="707"/>
                    <a:pt x="14692" y="541"/>
                    <a:pt x="14684" y="342"/>
                  </a:cubicBezTo>
                  <a:cubicBezTo>
                    <a:pt x="14680" y="151"/>
                    <a:pt x="14525" y="1"/>
                    <a:pt x="1433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" name="Google Shape;5488;p73"/>
            <p:cNvSpPr/>
            <p:nvPr/>
          </p:nvSpPr>
          <p:spPr>
            <a:xfrm>
              <a:off x="3139383" y="3583442"/>
              <a:ext cx="812119" cy="169620"/>
            </a:xfrm>
            <a:custGeom>
              <a:avLst/>
              <a:gdLst/>
              <a:ahLst/>
              <a:cxnLst/>
              <a:rect l="l" t="t" r="r" b="b"/>
              <a:pathLst>
                <a:path w="46835" h="9782" extrusionOk="0">
                  <a:moveTo>
                    <a:pt x="407" y="0"/>
                  </a:moveTo>
                  <a:cubicBezTo>
                    <a:pt x="373" y="0"/>
                    <a:pt x="339" y="5"/>
                    <a:pt x="305" y="16"/>
                  </a:cubicBezTo>
                  <a:cubicBezTo>
                    <a:pt x="110" y="73"/>
                    <a:pt x="1" y="280"/>
                    <a:pt x="70" y="474"/>
                  </a:cubicBezTo>
                  <a:cubicBezTo>
                    <a:pt x="130" y="689"/>
                    <a:pt x="1764" y="5752"/>
                    <a:pt x="14197" y="8764"/>
                  </a:cubicBezTo>
                  <a:cubicBezTo>
                    <a:pt x="17148" y="9478"/>
                    <a:pt x="20379" y="9782"/>
                    <a:pt x="23626" y="9782"/>
                  </a:cubicBezTo>
                  <a:cubicBezTo>
                    <a:pt x="34077" y="9782"/>
                    <a:pt x="44706" y="6660"/>
                    <a:pt x="46713" y="4175"/>
                  </a:cubicBezTo>
                  <a:cubicBezTo>
                    <a:pt x="46835" y="4025"/>
                    <a:pt x="46814" y="3802"/>
                    <a:pt x="46664" y="3681"/>
                  </a:cubicBezTo>
                  <a:cubicBezTo>
                    <a:pt x="46597" y="3626"/>
                    <a:pt x="46518" y="3600"/>
                    <a:pt x="46438" y="3600"/>
                  </a:cubicBezTo>
                  <a:cubicBezTo>
                    <a:pt x="46335" y="3600"/>
                    <a:pt x="46233" y="3645"/>
                    <a:pt x="46162" y="3729"/>
                  </a:cubicBezTo>
                  <a:cubicBezTo>
                    <a:pt x="44414" y="5897"/>
                    <a:pt x="33935" y="9065"/>
                    <a:pt x="23545" y="9065"/>
                  </a:cubicBezTo>
                  <a:cubicBezTo>
                    <a:pt x="20395" y="9065"/>
                    <a:pt x="17252" y="8774"/>
                    <a:pt x="14363" y="8075"/>
                  </a:cubicBezTo>
                  <a:cubicBezTo>
                    <a:pt x="8096" y="6555"/>
                    <a:pt x="4728" y="4508"/>
                    <a:pt x="3005" y="3057"/>
                  </a:cubicBezTo>
                  <a:cubicBezTo>
                    <a:pt x="1144" y="1500"/>
                    <a:pt x="755" y="280"/>
                    <a:pt x="751" y="272"/>
                  </a:cubicBezTo>
                  <a:cubicBezTo>
                    <a:pt x="707" y="109"/>
                    <a:pt x="563" y="0"/>
                    <a:pt x="40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" name="Google Shape;5489;p73"/>
            <p:cNvSpPr/>
            <p:nvPr/>
          </p:nvSpPr>
          <p:spPr>
            <a:xfrm>
              <a:off x="3247776" y="3297991"/>
              <a:ext cx="561799" cy="345985"/>
            </a:xfrm>
            <a:custGeom>
              <a:avLst/>
              <a:gdLst/>
              <a:ahLst/>
              <a:cxnLst/>
              <a:rect l="l" t="t" r="r" b="b"/>
              <a:pathLst>
                <a:path w="32399" h="19953" extrusionOk="0">
                  <a:moveTo>
                    <a:pt x="4644" y="0"/>
                  </a:moveTo>
                  <a:cubicBezTo>
                    <a:pt x="4518" y="0"/>
                    <a:pt x="4398" y="66"/>
                    <a:pt x="4334" y="182"/>
                  </a:cubicBezTo>
                  <a:cubicBezTo>
                    <a:pt x="3426" y="1897"/>
                    <a:pt x="2701" y="3701"/>
                    <a:pt x="2170" y="5569"/>
                  </a:cubicBezTo>
                  <a:cubicBezTo>
                    <a:pt x="1014" y="9627"/>
                    <a:pt x="1140" y="13118"/>
                    <a:pt x="2530" y="15667"/>
                  </a:cubicBezTo>
                  <a:cubicBezTo>
                    <a:pt x="3990" y="18355"/>
                    <a:pt x="6985" y="19948"/>
                    <a:pt x="10545" y="19948"/>
                  </a:cubicBezTo>
                  <a:lnTo>
                    <a:pt x="10606" y="19952"/>
                  </a:lnTo>
                  <a:cubicBezTo>
                    <a:pt x="14838" y="19932"/>
                    <a:pt x="18766" y="17670"/>
                    <a:pt x="20614" y="14188"/>
                  </a:cubicBezTo>
                  <a:cubicBezTo>
                    <a:pt x="23813" y="8172"/>
                    <a:pt x="27380" y="2618"/>
                    <a:pt x="31815" y="2618"/>
                  </a:cubicBezTo>
                  <a:lnTo>
                    <a:pt x="31965" y="2618"/>
                  </a:lnTo>
                  <a:cubicBezTo>
                    <a:pt x="32391" y="2574"/>
                    <a:pt x="32399" y="1961"/>
                    <a:pt x="31977" y="1905"/>
                  </a:cubicBezTo>
                  <a:lnTo>
                    <a:pt x="31815" y="1905"/>
                  </a:lnTo>
                  <a:cubicBezTo>
                    <a:pt x="27003" y="1905"/>
                    <a:pt x="23290" y="7641"/>
                    <a:pt x="19986" y="13851"/>
                  </a:cubicBezTo>
                  <a:cubicBezTo>
                    <a:pt x="18259" y="17106"/>
                    <a:pt x="14574" y="19219"/>
                    <a:pt x="10602" y="19239"/>
                  </a:cubicBezTo>
                  <a:lnTo>
                    <a:pt x="10545" y="19239"/>
                  </a:lnTo>
                  <a:cubicBezTo>
                    <a:pt x="7249" y="19239"/>
                    <a:pt x="4492" y="17779"/>
                    <a:pt x="3155" y="15327"/>
                  </a:cubicBezTo>
                  <a:cubicBezTo>
                    <a:pt x="1" y="9542"/>
                    <a:pt x="4906" y="616"/>
                    <a:pt x="4959" y="530"/>
                  </a:cubicBezTo>
                  <a:cubicBezTo>
                    <a:pt x="5048" y="356"/>
                    <a:pt x="4987" y="141"/>
                    <a:pt x="4817" y="44"/>
                  </a:cubicBezTo>
                  <a:cubicBezTo>
                    <a:pt x="4761" y="14"/>
                    <a:pt x="4702" y="0"/>
                    <a:pt x="464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" name="Google Shape;5490;p73"/>
            <p:cNvSpPr/>
            <p:nvPr/>
          </p:nvSpPr>
          <p:spPr>
            <a:xfrm>
              <a:off x="3227748" y="3751466"/>
              <a:ext cx="537332" cy="258869"/>
            </a:xfrm>
            <a:custGeom>
              <a:avLst/>
              <a:gdLst/>
              <a:ahLst/>
              <a:cxnLst/>
              <a:rect l="l" t="t" r="r" b="b"/>
              <a:pathLst>
                <a:path w="30988" h="14929" extrusionOk="0">
                  <a:moveTo>
                    <a:pt x="10498" y="1"/>
                  </a:moveTo>
                  <a:cubicBezTo>
                    <a:pt x="9524" y="1"/>
                    <a:pt x="8491" y="153"/>
                    <a:pt x="7391" y="485"/>
                  </a:cubicBezTo>
                  <a:cubicBezTo>
                    <a:pt x="0" y="2711"/>
                    <a:pt x="718" y="10218"/>
                    <a:pt x="730" y="10291"/>
                  </a:cubicBezTo>
                  <a:cubicBezTo>
                    <a:pt x="741" y="10480"/>
                    <a:pt x="896" y="10626"/>
                    <a:pt x="1081" y="10626"/>
                  </a:cubicBezTo>
                  <a:cubicBezTo>
                    <a:pt x="1095" y="10626"/>
                    <a:pt x="1109" y="10625"/>
                    <a:pt x="1123" y="10624"/>
                  </a:cubicBezTo>
                  <a:cubicBezTo>
                    <a:pt x="1326" y="10603"/>
                    <a:pt x="1468" y="10417"/>
                    <a:pt x="1435" y="10214"/>
                  </a:cubicBezTo>
                  <a:cubicBezTo>
                    <a:pt x="1427" y="10149"/>
                    <a:pt x="750" y="3225"/>
                    <a:pt x="7597" y="1166"/>
                  </a:cubicBezTo>
                  <a:cubicBezTo>
                    <a:pt x="8627" y="856"/>
                    <a:pt x="9594" y="712"/>
                    <a:pt x="10505" y="712"/>
                  </a:cubicBezTo>
                  <a:cubicBezTo>
                    <a:pt x="15652" y="712"/>
                    <a:pt x="19019" y="5304"/>
                    <a:pt x="21891" y="10429"/>
                  </a:cubicBezTo>
                  <a:cubicBezTo>
                    <a:pt x="24011" y="14215"/>
                    <a:pt x="26910" y="14929"/>
                    <a:pt x="28795" y="14929"/>
                  </a:cubicBezTo>
                  <a:cubicBezTo>
                    <a:pt x="29918" y="14929"/>
                    <a:pt x="30688" y="14673"/>
                    <a:pt x="30704" y="14669"/>
                  </a:cubicBezTo>
                  <a:cubicBezTo>
                    <a:pt x="30891" y="14604"/>
                    <a:pt x="30988" y="14402"/>
                    <a:pt x="30923" y="14215"/>
                  </a:cubicBezTo>
                  <a:cubicBezTo>
                    <a:pt x="30872" y="14068"/>
                    <a:pt x="30734" y="13976"/>
                    <a:pt x="30587" y="13976"/>
                  </a:cubicBezTo>
                  <a:cubicBezTo>
                    <a:pt x="30548" y="13976"/>
                    <a:pt x="30508" y="13983"/>
                    <a:pt x="30469" y="13996"/>
                  </a:cubicBezTo>
                  <a:cubicBezTo>
                    <a:pt x="30398" y="14020"/>
                    <a:pt x="29725" y="14241"/>
                    <a:pt x="28750" y="14241"/>
                  </a:cubicBezTo>
                  <a:cubicBezTo>
                    <a:pt x="27062" y="14241"/>
                    <a:pt x="24467" y="13579"/>
                    <a:pt x="22511" y="10084"/>
                  </a:cubicBezTo>
                  <a:cubicBezTo>
                    <a:pt x="19658" y="4985"/>
                    <a:pt x="16059" y="1"/>
                    <a:pt x="1049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" name="Google Shape;5491;p73"/>
            <p:cNvSpPr/>
            <p:nvPr/>
          </p:nvSpPr>
          <p:spPr>
            <a:xfrm>
              <a:off x="3603748" y="2818869"/>
              <a:ext cx="831661" cy="1402477"/>
            </a:xfrm>
            <a:custGeom>
              <a:avLst/>
              <a:gdLst/>
              <a:ahLst/>
              <a:cxnLst/>
              <a:rect l="l" t="t" r="r" b="b"/>
              <a:pathLst>
                <a:path w="47962" h="80881" extrusionOk="0">
                  <a:moveTo>
                    <a:pt x="7570" y="1"/>
                  </a:moveTo>
                  <a:cubicBezTo>
                    <a:pt x="7459" y="1"/>
                    <a:pt x="7355" y="14"/>
                    <a:pt x="7257" y="40"/>
                  </a:cubicBezTo>
                  <a:cubicBezTo>
                    <a:pt x="0" y="1966"/>
                    <a:pt x="576" y="16977"/>
                    <a:pt x="4630" y="28936"/>
                  </a:cubicBezTo>
                  <a:cubicBezTo>
                    <a:pt x="8684" y="40894"/>
                    <a:pt x="16414" y="48649"/>
                    <a:pt x="15239" y="49578"/>
                  </a:cubicBezTo>
                  <a:cubicBezTo>
                    <a:pt x="14533" y="50129"/>
                    <a:pt x="12973" y="50903"/>
                    <a:pt x="12332" y="52237"/>
                  </a:cubicBezTo>
                  <a:cubicBezTo>
                    <a:pt x="11987" y="52951"/>
                    <a:pt x="11919" y="53818"/>
                    <a:pt x="12381" y="54892"/>
                  </a:cubicBezTo>
                  <a:cubicBezTo>
                    <a:pt x="12514" y="55208"/>
                    <a:pt x="12681" y="55508"/>
                    <a:pt x="12871" y="55796"/>
                  </a:cubicBezTo>
                  <a:cubicBezTo>
                    <a:pt x="15271" y="59518"/>
                    <a:pt x="19459" y="67402"/>
                    <a:pt x="22118" y="71201"/>
                  </a:cubicBezTo>
                  <a:cubicBezTo>
                    <a:pt x="22925" y="72356"/>
                    <a:pt x="23744" y="73755"/>
                    <a:pt x="24575" y="75121"/>
                  </a:cubicBezTo>
                  <a:cubicBezTo>
                    <a:pt x="26365" y="78066"/>
                    <a:pt x="28223" y="80880"/>
                    <a:pt x="30187" y="80880"/>
                  </a:cubicBezTo>
                  <a:cubicBezTo>
                    <a:pt x="30326" y="80880"/>
                    <a:pt x="30466" y="80866"/>
                    <a:pt x="30607" y="80837"/>
                  </a:cubicBezTo>
                  <a:cubicBezTo>
                    <a:pt x="30907" y="80776"/>
                    <a:pt x="31203" y="80699"/>
                    <a:pt x="31499" y="80610"/>
                  </a:cubicBezTo>
                  <a:lnTo>
                    <a:pt x="31503" y="80610"/>
                  </a:lnTo>
                  <a:cubicBezTo>
                    <a:pt x="33785" y="79876"/>
                    <a:pt x="34462" y="78254"/>
                    <a:pt x="37060" y="73653"/>
                  </a:cubicBezTo>
                  <a:cubicBezTo>
                    <a:pt x="39975" y="68493"/>
                    <a:pt x="44410" y="69429"/>
                    <a:pt x="46181" y="61674"/>
                  </a:cubicBezTo>
                  <a:cubicBezTo>
                    <a:pt x="47961" y="53915"/>
                    <a:pt x="42249" y="44470"/>
                    <a:pt x="38455" y="38296"/>
                  </a:cubicBezTo>
                  <a:cubicBezTo>
                    <a:pt x="34661" y="32126"/>
                    <a:pt x="30473" y="24456"/>
                    <a:pt x="23760" y="16316"/>
                  </a:cubicBezTo>
                  <a:cubicBezTo>
                    <a:pt x="17299" y="8478"/>
                    <a:pt x="10406" y="1"/>
                    <a:pt x="7570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" name="Google Shape;5492;p73"/>
            <p:cNvSpPr/>
            <p:nvPr/>
          </p:nvSpPr>
          <p:spPr>
            <a:xfrm>
              <a:off x="3602066" y="2812800"/>
              <a:ext cx="840366" cy="1414823"/>
            </a:xfrm>
            <a:custGeom>
              <a:avLst/>
              <a:gdLst/>
              <a:ahLst/>
              <a:cxnLst/>
              <a:rect l="l" t="t" r="r" b="b"/>
              <a:pathLst>
                <a:path w="48464" h="81593" extrusionOk="0">
                  <a:moveTo>
                    <a:pt x="7687" y="709"/>
                  </a:moveTo>
                  <a:cubicBezTo>
                    <a:pt x="10234" y="709"/>
                    <a:pt x="17276" y="9248"/>
                    <a:pt x="22969" y="16160"/>
                  </a:cubicBezTo>
                  <a:lnTo>
                    <a:pt x="23581" y="16905"/>
                  </a:lnTo>
                  <a:cubicBezTo>
                    <a:pt x="29029" y="23505"/>
                    <a:pt x="32771" y="29740"/>
                    <a:pt x="36071" y="35241"/>
                  </a:cubicBezTo>
                  <a:cubicBezTo>
                    <a:pt x="36817" y="36489"/>
                    <a:pt x="37542" y="37693"/>
                    <a:pt x="38252" y="38845"/>
                  </a:cubicBezTo>
                  <a:cubicBezTo>
                    <a:pt x="41783" y="44593"/>
                    <a:pt x="47709" y="54205"/>
                    <a:pt x="45934" y="61947"/>
                  </a:cubicBezTo>
                  <a:cubicBezTo>
                    <a:pt x="44908" y="66447"/>
                    <a:pt x="42983" y="67923"/>
                    <a:pt x="40940" y="69483"/>
                  </a:cubicBezTo>
                  <a:cubicBezTo>
                    <a:pt x="39525" y="70562"/>
                    <a:pt x="38061" y="71680"/>
                    <a:pt x="36849" y="73825"/>
                  </a:cubicBezTo>
                  <a:cubicBezTo>
                    <a:pt x="36570" y="74315"/>
                    <a:pt x="36318" y="74778"/>
                    <a:pt x="36079" y="75203"/>
                  </a:cubicBezTo>
                  <a:cubicBezTo>
                    <a:pt x="34125" y="78698"/>
                    <a:pt x="33395" y="80007"/>
                    <a:pt x="31494" y="80619"/>
                  </a:cubicBezTo>
                  <a:lnTo>
                    <a:pt x="31458" y="80635"/>
                  </a:lnTo>
                  <a:cubicBezTo>
                    <a:pt x="31214" y="80712"/>
                    <a:pt x="30947" y="80781"/>
                    <a:pt x="30631" y="80846"/>
                  </a:cubicBezTo>
                  <a:cubicBezTo>
                    <a:pt x="30519" y="80869"/>
                    <a:pt x="30407" y="80880"/>
                    <a:pt x="30294" y="80880"/>
                  </a:cubicBezTo>
                  <a:cubicBezTo>
                    <a:pt x="28532" y="80880"/>
                    <a:pt x="26702" y="78131"/>
                    <a:pt x="24976" y="75292"/>
                  </a:cubicBezTo>
                  <a:lnTo>
                    <a:pt x="24570" y="74619"/>
                  </a:lnTo>
                  <a:cubicBezTo>
                    <a:pt x="23889" y="73497"/>
                    <a:pt x="23188" y="72329"/>
                    <a:pt x="22503" y="71352"/>
                  </a:cubicBezTo>
                  <a:cubicBezTo>
                    <a:pt x="20991" y="69187"/>
                    <a:pt x="18992" y="65721"/>
                    <a:pt x="17067" y="62369"/>
                  </a:cubicBezTo>
                  <a:cubicBezTo>
                    <a:pt x="15640" y="59888"/>
                    <a:pt x="14294" y="57553"/>
                    <a:pt x="13268" y="55956"/>
                  </a:cubicBezTo>
                  <a:cubicBezTo>
                    <a:pt x="13090" y="55684"/>
                    <a:pt x="12932" y="55400"/>
                    <a:pt x="12802" y="55104"/>
                  </a:cubicBezTo>
                  <a:cubicBezTo>
                    <a:pt x="12429" y="54245"/>
                    <a:pt x="12409" y="53483"/>
                    <a:pt x="12733" y="52778"/>
                  </a:cubicBezTo>
                  <a:lnTo>
                    <a:pt x="12753" y="52749"/>
                  </a:lnTo>
                  <a:cubicBezTo>
                    <a:pt x="13199" y="51813"/>
                    <a:pt x="14205" y="51140"/>
                    <a:pt x="14934" y="50653"/>
                  </a:cubicBezTo>
                  <a:cubicBezTo>
                    <a:pt x="15169" y="50491"/>
                    <a:pt x="15380" y="50353"/>
                    <a:pt x="15550" y="50216"/>
                  </a:cubicBezTo>
                  <a:cubicBezTo>
                    <a:pt x="16284" y="49640"/>
                    <a:pt x="15413" y="48310"/>
                    <a:pt x="13499" y="45408"/>
                  </a:cubicBezTo>
                  <a:cubicBezTo>
                    <a:pt x="11091" y="41759"/>
                    <a:pt x="7459" y="36242"/>
                    <a:pt x="5067" y="29188"/>
                  </a:cubicBezTo>
                  <a:cubicBezTo>
                    <a:pt x="1682" y="19204"/>
                    <a:pt x="1163" y="8782"/>
                    <a:pt x="3811" y="3852"/>
                  </a:cubicBezTo>
                  <a:cubicBezTo>
                    <a:pt x="4698" y="2194"/>
                    <a:pt x="5923" y="1144"/>
                    <a:pt x="7443" y="739"/>
                  </a:cubicBezTo>
                  <a:cubicBezTo>
                    <a:pt x="7519" y="719"/>
                    <a:pt x="7600" y="709"/>
                    <a:pt x="7687" y="709"/>
                  </a:cubicBezTo>
                  <a:close/>
                  <a:moveTo>
                    <a:pt x="7653" y="0"/>
                  </a:moveTo>
                  <a:cubicBezTo>
                    <a:pt x="7515" y="0"/>
                    <a:pt x="7384" y="17"/>
                    <a:pt x="7260" y="50"/>
                  </a:cubicBezTo>
                  <a:cubicBezTo>
                    <a:pt x="5538" y="504"/>
                    <a:pt x="4171" y="1671"/>
                    <a:pt x="3182" y="3504"/>
                  </a:cubicBezTo>
                  <a:cubicBezTo>
                    <a:pt x="0" y="9450"/>
                    <a:pt x="1577" y="21097"/>
                    <a:pt x="4394" y="29407"/>
                  </a:cubicBezTo>
                  <a:cubicBezTo>
                    <a:pt x="6815" y="36550"/>
                    <a:pt x="10479" y="42112"/>
                    <a:pt x="12907" y="45793"/>
                  </a:cubicBezTo>
                  <a:cubicBezTo>
                    <a:pt x="14042" y="47520"/>
                    <a:pt x="15218" y="49303"/>
                    <a:pt x="15113" y="49652"/>
                  </a:cubicBezTo>
                  <a:cubicBezTo>
                    <a:pt x="14963" y="49770"/>
                    <a:pt x="14768" y="49899"/>
                    <a:pt x="14537" y="50053"/>
                  </a:cubicBezTo>
                  <a:cubicBezTo>
                    <a:pt x="13747" y="50584"/>
                    <a:pt x="12672" y="51306"/>
                    <a:pt x="12133" y="52392"/>
                  </a:cubicBezTo>
                  <a:lnTo>
                    <a:pt x="12105" y="52433"/>
                  </a:lnTo>
                  <a:cubicBezTo>
                    <a:pt x="11679" y="53333"/>
                    <a:pt x="11695" y="54326"/>
                    <a:pt x="12145" y="55388"/>
                  </a:cubicBezTo>
                  <a:cubicBezTo>
                    <a:pt x="12295" y="55721"/>
                    <a:pt x="12470" y="56037"/>
                    <a:pt x="12668" y="56341"/>
                  </a:cubicBezTo>
                  <a:cubicBezTo>
                    <a:pt x="13686" y="57922"/>
                    <a:pt x="15032" y="60253"/>
                    <a:pt x="16450" y="62722"/>
                  </a:cubicBezTo>
                  <a:cubicBezTo>
                    <a:pt x="18384" y="66086"/>
                    <a:pt x="20387" y="69568"/>
                    <a:pt x="21923" y="71758"/>
                  </a:cubicBezTo>
                  <a:cubicBezTo>
                    <a:pt x="22592" y="72714"/>
                    <a:pt x="23253" y="73821"/>
                    <a:pt x="23962" y="74988"/>
                  </a:cubicBezTo>
                  <a:lnTo>
                    <a:pt x="24368" y="75665"/>
                  </a:lnTo>
                  <a:cubicBezTo>
                    <a:pt x="26273" y="78795"/>
                    <a:pt x="28166" y="81592"/>
                    <a:pt x="30282" y="81592"/>
                  </a:cubicBezTo>
                  <a:cubicBezTo>
                    <a:pt x="30448" y="81592"/>
                    <a:pt x="30610" y="81576"/>
                    <a:pt x="30773" y="81543"/>
                  </a:cubicBezTo>
                  <a:cubicBezTo>
                    <a:pt x="31089" y="81479"/>
                    <a:pt x="31401" y="81397"/>
                    <a:pt x="31705" y="81304"/>
                  </a:cubicBezTo>
                  <a:lnTo>
                    <a:pt x="31741" y="81288"/>
                  </a:lnTo>
                  <a:cubicBezTo>
                    <a:pt x="33886" y="80583"/>
                    <a:pt x="34713" y="79103"/>
                    <a:pt x="36699" y="75552"/>
                  </a:cubicBezTo>
                  <a:lnTo>
                    <a:pt x="37465" y="74174"/>
                  </a:lnTo>
                  <a:cubicBezTo>
                    <a:pt x="38609" y="72155"/>
                    <a:pt x="40011" y="71081"/>
                    <a:pt x="41369" y="70043"/>
                  </a:cubicBezTo>
                  <a:cubicBezTo>
                    <a:pt x="43421" y="68478"/>
                    <a:pt x="45541" y="66856"/>
                    <a:pt x="46631" y="62101"/>
                  </a:cubicBezTo>
                  <a:cubicBezTo>
                    <a:pt x="48464" y="54075"/>
                    <a:pt x="42448" y="44301"/>
                    <a:pt x="38856" y="38464"/>
                  </a:cubicBezTo>
                  <a:cubicBezTo>
                    <a:pt x="38147" y="37320"/>
                    <a:pt x="37425" y="36116"/>
                    <a:pt x="36683" y="34872"/>
                  </a:cubicBezTo>
                  <a:cubicBezTo>
                    <a:pt x="33367" y="29347"/>
                    <a:pt x="29613" y="23092"/>
                    <a:pt x="24132" y="16447"/>
                  </a:cubicBezTo>
                  <a:lnTo>
                    <a:pt x="23516" y="15701"/>
                  </a:lnTo>
                  <a:cubicBezTo>
                    <a:pt x="15755" y="6282"/>
                    <a:pt x="10358" y="0"/>
                    <a:pt x="765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" name="Google Shape;5493;p73"/>
            <p:cNvSpPr/>
            <p:nvPr/>
          </p:nvSpPr>
          <p:spPr>
            <a:xfrm>
              <a:off x="3609297" y="2813338"/>
              <a:ext cx="260950" cy="838649"/>
            </a:xfrm>
            <a:custGeom>
              <a:avLst/>
              <a:gdLst/>
              <a:ahLst/>
              <a:cxnLst/>
              <a:rect l="l" t="t" r="r" b="b"/>
              <a:pathLst>
                <a:path w="15049" h="48365" extrusionOk="0">
                  <a:moveTo>
                    <a:pt x="7567" y="0"/>
                  </a:moveTo>
                  <a:cubicBezTo>
                    <a:pt x="7458" y="0"/>
                    <a:pt x="7354" y="13"/>
                    <a:pt x="7257" y="39"/>
                  </a:cubicBezTo>
                  <a:cubicBezTo>
                    <a:pt x="1" y="1969"/>
                    <a:pt x="576" y="16984"/>
                    <a:pt x="4630" y="28943"/>
                  </a:cubicBezTo>
                  <a:cubicBezTo>
                    <a:pt x="7930" y="38668"/>
                    <a:pt x="13654" y="45616"/>
                    <a:pt x="15048" y="48364"/>
                  </a:cubicBezTo>
                  <a:cubicBezTo>
                    <a:pt x="14201" y="46001"/>
                    <a:pt x="13390" y="43561"/>
                    <a:pt x="12701" y="41149"/>
                  </a:cubicBezTo>
                  <a:cubicBezTo>
                    <a:pt x="8927" y="27994"/>
                    <a:pt x="8141" y="15829"/>
                    <a:pt x="7853" y="9545"/>
                  </a:cubicBezTo>
                  <a:cubicBezTo>
                    <a:pt x="7596" y="3933"/>
                    <a:pt x="9916" y="1943"/>
                    <a:pt x="10816" y="1943"/>
                  </a:cubicBezTo>
                  <a:cubicBezTo>
                    <a:pt x="10924" y="1943"/>
                    <a:pt x="11011" y="1971"/>
                    <a:pt x="11072" y="2025"/>
                  </a:cubicBezTo>
                  <a:cubicBezTo>
                    <a:pt x="11635" y="2532"/>
                    <a:pt x="14197" y="5110"/>
                    <a:pt x="14197" y="5110"/>
                  </a:cubicBezTo>
                  <a:cubicBezTo>
                    <a:pt x="11359" y="2069"/>
                    <a:pt x="8967" y="0"/>
                    <a:pt x="7567" y="0"/>
                  </a:cubicBezTo>
                  <a:close/>
                </a:path>
              </a:pathLst>
            </a:custGeom>
            <a:solidFill>
              <a:srgbClr val="88CA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" name="Google Shape;5494;p73"/>
            <p:cNvSpPr/>
            <p:nvPr/>
          </p:nvSpPr>
          <p:spPr>
            <a:xfrm>
              <a:off x="3607615" y="2807217"/>
              <a:ext cx="269446" cy="850961"/>
            </a:xfrm>
            <a:custGeom>
              <a:avLst/>
              <a:gdLst/>
              <a:ahLst/>
              <a:cxnLst/>
              <a:rect l="l" t="t" r="r" b="b"/>
              <a:pathLst>
                <a:path w="15539" h="49075" extrusionOk="0">
                  <a:moveTo>
                    <a:pt x="7651" y="707"/>
                  </a:moveTo>
                  <a:cubicBezTo>
                    <a:pt x="7661" y="707"/>
                    <a:pt x="7672" y="708"/>
                    <a:pt x="7682" y="708"/>
                  </a:cubicBezTo>
                  <a:cubicBezTo>
                    <a:pt x="8274" y="708"/>
                    <a:pt x="9146" y="1178"/>
                    <a:pt x="10297" y="2111"/>
                  </a:cubicBezTo>
                  <a:cubicBezTo>
                    <a:pt x="9170" y="2662"/>
                    <a:pt x="7366" y="4912"/>
                    <a:pt x="7597" y="9918"/>
                  </a:cubicBezTo>
                  <a:cubicBezTo>
                    <a:pt x="7954" y="17487"/>
                    <a:pt x="8842" y="29008"/>
                    <a:pt x="12454" y="41603"/>
                  </a:cubicBezTo>
                  <a:cubicBezTo>
                    <a:pt x="12839" y="42945"/>
                    <a:pt x="13277" y="44335"/>
                    <a:pt x="13763" y="45807"/>
                  </a:cubicBezTo>
                  <a:lnTo>
                    <a:pt x="13500" y="45405"/>
                  </a:lnTo>
                  <a:cubicBezTo>
                    <a:pt x="11092" y="41757"/>
                    <a:pt x="7459" y="36236"/>
                    <a:pt x="5068" y="29186"/>
                  </a:cubicBezTo>
                  <a:cubicBezTo>
                    <a:pt x="2299" y="21014"/>
                    <a:pt x="726" y="9602"/>
                    <a:pt x="3811" y="3842"/>
                  </a:cubicBezTo>
                  <a:cubicBezTo>
                    <a:pt x="4699" y="2184"/>
                    <a:pt x="5923" y="1142"/>
                    <a:pt x="7443" y="737"/>
                  </a:cubicBezTo>
                  <a:cubicBezTo>
                    <a:pt x="7510" y="719"/>
                    <a:pt x="7580" y="707"/>
                    <a:pt x="7651" y="707"/>
                  </a:cubicBezTo>
                  <a:close/>
                  <a:moveTo>
                    <a:pt x="7660" y="1"/>
                  </a:moveTo>
                  <a:cubicBezTo>
                    <a:pt x="7519" y="1"/>
                    <a:pt x="7386" y="18"/>
                    <a:pt x="7261" y="51"/>
                  </a:cubicBezTo>
                  <a:cubicBezTo>
                    <a:pt x="5542" y="509"/>
                    <a:pt x="4172" y="1673"/>
                    <a:pt x="3183" y="3509"/>
                  </a:cubicBezTo>
                  <a:cubicBezTo>
                    <a:pt x="0" y="9452"/>
                    <a:pt x="1577" y="21103"/>
                    <a:pt x="4395" y="29413"/>
                  </a:cubicBezTo>
                  <a:cubicBezTo>
                    <a:pt x="6815" y="36552"/>
                    <a:pt x="10479" y="42114"/>
                    <a:pt x="12908" y="45795"/>
                  </a:cubicBezTo>
                  <a:cubicBezTo>
                    <a:pt x="13771" y="47112"/>
                    <a:pt x="14460" y="48154"/>
                    <a:pt x="14825" y="48880"/>
                  </a:cubicBezTo>
                  <a:cubicBezTo>
                    <a:pt x="14886" y="49001"/>
                    <a:pt x="15012" y="49074"/>
                    <a:pt x="15145" y="49074"/>
                  </a:cubicBezTo>
                  <a:cubicBezTo>
                    <a:pt x="15194" y="49074"/>
                    <a:pt x="15239" y="49066"/>
                    <a:pt x="15283" y="49050"/>
                  </a:cubicBezTo>
                  <a:cubicBezTo>
                    <a:pt x="15453" y="48973"/>
                    <a:pt x="15539" y="48778"/>
                    <a:pt x="15482" y="48604"/>
                  </a:cubicBezTo>
                  <a:cubicBezTo>
                    <a:pt x="14541" y="45977"/>
                    <a:pt x="13775" y="43626"/>
                    <a:pt x="13139" y="41412"/>
                  </a:cubicBezTo>
                  <a:cubicBezTo>
                    <a:pt x="9547" y="28886"/>
                    <a:pt x="8659" y="17418"/>
                    <a:pt x="8311" y="9882"/>
                  </a:cubicBezTo>
                  <a:cubicBezTo>
                    <a:pt x="8128" y="5990"/>
                    <a:pt x="9239" y="3732"/>
                    <a:pt x="10333" y="2913"/>
                  </a:cubicBezTo>
                  <a:cubicBezTo>
                    <a:pt x="10686" y="2650"/>
                    <a:pt x="10913" y="2646"/>
                    <a:pt x="10929" y="2646"/>
                  </a:cubicBezTo>
                  <a:cubicBezTo>
                    <a:pt x="11481" y="3144"/>
                    <a:pt x="14014" y="5690"/>
                    <a:pt x="14043" y="5719"/>
                  </a:cubicBezTo>
                  <a:cubicBezTo>
                    <a:pt x="14111" y="5791"/>
                    <a:pt x="14202" y="5826"/>
                    <a:pt x="14295" y="5826"/>
                  </a:cubicBezTo>
                  <a:cubicBezTo>
                    <a:pt x="14385" y="5826"/>
                    <a:pt x="14476" y="5793"/>
                    <a:pt x="14545" y="5727"/>
                  </a:cubicBezTo>
                  <a:cubicBezTo>
                    <a:pt x="14687" y="5589"/>
                    <a:pt x="14691" y="5362"/>
                    <a:pt x="14554" y="5220"/>
                  </a:cubicBezTo>
                  <a:cubicBezTo>
                    <a:pt x="11212" y="1643"/>
                    <a:pt x="9047" y="1"/>
                    <a:pt x="766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" name="Google Shape;5495;p73"/>
            <p:cNvSpPr/>
            <p:nvPr/>
          </p:nvSpPr>
          <p:spPr>
            <a:xfrm>
              <a:off x="3603748" y="2818956"/>
              <a:ext cx="831592" cy="1402390"/>
            </a:xfrm>
            <a:custGeom>
              <a:avLst/>
              <a:gdLst/>
              <a:ahLst/>
              <a:cxnLst/>
              <a:rect l="l" t="t" r="r" b="b"/>
              <a:pathLst>
                <a:path w="47958" h="80876" extrusionOk="0">
                  <a:moveTo>
                    <a:pt x="7568" y="0"/>
                  </a:moveTo>
                  <a:cubicBezTo>
                    <a:pt x="7458" y="0"/>
                    <a:pt x="7354" y="13"/>
                    <a:pt x="7257" y="39"/>
                  </a:cubicBezTo>
                  <a:cubicBezTo>
                    <a:pt x="0" y="1965"/>
                    <a:pt x="576" y="16980"/>
                    <a:pt x="4630" y="28939"/>
                  </a:cubicBezTo>
                  <a:cubicBezTo>
                    <a:pt x="8684" y="40898"/>
                    <a:pt x="16414" y="48648"/>
                    <a:pt x="15239" y="49577"/>
                  </a:cubicBezTo>
                  <a:lnTo>
                    <a:pt x="14983" y="49763"/>
                  </a:lnTo>
                  <a:lnTo>
                    <a:pt x="14983" y="49763"/>
                  </a:lnTo>
                  <a:lnTo>
                    <a:pt x="15502" y="49447"/>
                  </a:lnTo>
                  <a:cubicBezTo>
                    <a:pt x="15572" y="49401"/>
                    <a:pt x="15778" y="49243"/>
                    <a:pt x="15789" y="49243"/>
                  </a:cubicBezTo>
                  <a:cubicBezTo>
                    <a:pt x="15794" y="49243"/>
                    <a:pt x="15749" y="49283"/>
                    <a:pt x="15612" y="49398"/>
                  </a:cubicBezTo>
                  <a:cubicBezTo>
                    <a:pt x="15745" y="49289"/>
                    <a:pt x="15895" y="49200"/>
                    <a:pt x="16053" y="49131"/>
                  </a:cubicBezTo>
                  <a:cubicBezTo>
                    <a:pt x="15328" y="43379"/>
                    <a:pt x="13743" y="37703"/>
                    <a:pt x="13082" y="31902"/>
                  </a:cubicBezTo>
                  <a:cubicBezTo>
                    <a:pt x="12669" y="28181"/>
                    <a:pt x="12369" y="24447"/>
                    <a:pt x="12206" y="20714"/>
                  </a:cubicBezTo>
                  <a:cubicBezTo>
                    <a:pt x="12150" y="19421"/>
                    <a:pt x="12170" y="17957"/>
                    <a:pt x="13110" y="17065"/>
                  </a:cubicBezTo>
                  <a:cubicBezTo>
                    <a:pt x="13592" y="16608"/>
                    <a:pt x="14148" y="16415"/>
                    <a:pt x="14736" y="16415"/>
                  </a:cubicBezTo>
                  <a:cubicBezTo>
                    <a:pt x="16337" y="16415"/>
                    <a:pt x="18165" y="17845"/>
                    <a:pt x="19313" y="19250"/>
                  </a:cubicBezTo>
                  <a:cubicBezTo>
                    <a:pt x="25783" y="27163"/>
                    <a:pt x="31117" y="35956"/>
                    <a:pt x="35901" y="44996"/>
                  </a:cubicBezTo>
                  <a:cubicBezTo>
                    <a:pt x="38731" y="50331"/>
                    <a:pt x="41329" y="57060"/>
                    <a:pt x="37964" y="62083"/>
                  </a:cubicBezTo>
                  <a:cubicBezTo>
                    <a:pt x="36955" y="63591"/>
                    <a:pt x="35488" y="64758"/>
                    <a:pt x="34446" y="66246"/>
                  </a:cubicBezTo>
                  <a:cubicBezTo>
                    <a:pt x="32780" y="68634"/>
                    <a:pt x="32155" y="71893"/>
                    <a:pt x="29703" y="73454"/>
                  </a:cubicBezTo>
                  <a:cubicBezTo>
                    <a:pt x="28183" y="74423"/>
                    <a:pt x="26273" y="74508"/>
                    <a:pt x="24575" y="75116"/>
                  </a:cubicBezTo>
                  <a:cubicBezTo>
                    <a:pt x="26365" y="78057"/>
                    <a:pt x="28223" y="80875"/>
                    <a:pt x="30188" y="80875"/>
                  </a:cubicBezTo>
                  <a:cubicBezTo>
                    <a:pt x="30327" y="80875"/>
                    <a:pt x="30466" y="80861"/>
                    <a:pt x="30607" y="80832"/>
                  </a:cubicBezTo>
                  <a:cubicBezTo>
                    <a:pt x="30907" y="80771"/>
                    <a:pt x="31203" y="80694"/>
                    <a:pt x="31499" y="80605"/>
                  </a:cubicBezTo>
                  <a:lnTo>
                    <a:pt x="31503" y="80605"/>
                  </a:lnTo>
                  <a:cubicBezTo>
                    <a:pt x="33785" y="79867"/>
                    <a:pt x="34462" y="78245"/>
                    <a:pt x="37060" y="73644"/>
                  </a:cubicBezTo>
                  <a:cubicBezTo>
                    <a:pt x="39975" y="68488"/>
                    <a:pt x="44410" y="69424"/>
                    <a:pt x="46181" y="61665"/>
                  </a:cubicBezTo>
                  <a:cubicBezTo>
                    <a:pt x="47957" y="53910"/>
                    <a:pt x="42257" y="44473"/>
                    <a:pt x="38455" y="38299"/>
                  </a:cubicBezTo>
                  <a:cubicBezTo>
                    <a:pt x="34661" y="32125"/>
                    <a:pt x="30473" y="24455"/>
                    <a:pt x="23760" y="16315"/>
                  </a:cubicBezTo>
                  <a:cubicBezTo>
                    <a:pt x="17297" y="8479"/>
                    <a:pt x="10403" y="0"/>
                    <a:pt x="7568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" name="Google Shape;5496;p73"/>
            <p:cNvSpPr/>
            <p:nvPr/>
          </p:nvSpPr>
          <p:spPr>
            <a:xfrm>
              <a:off x="3867975" y="3520168"/>
              <a:ext cx="235651" cy="158453"/>
            </a:xfrm>
            <a:custGeom>
              <a:avLst/>
              <a:gdLst/>
              <a:ahLst/>
              <a:cxnLst/>
              <a:rect l="l" t="t" r="r" b="b"/>
              <a:pathLst>
                <a:path w="13590" h="9138" extrusionOk="0">
                  <a:moveTo>
                    <a:pt x="13589" y="1"/>
                  </a:moveTo>
                  <a:cubicBezTo>
                    <a:pt x="7002" y="1796"/>
                    <a:pt x="3455" y="6442"/>
                    <a:pt x="1" y="9138"/>
                  </a:cubicBezTo>
                  <a:lnTo>
                    <a:pt x="13589" y="1"/>
                  </a:lnTo>
                  <a:close/>
                </a:path>
              </a:pathLst>
            </a:custGeom>
            <a:solidFill>
              <a:srgbClr val="88CA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" name="Google Shape;5497;p73"/>
            <p:cNvSpPr/>
            <p:nvPr/>
          </p:nvSpPr>
          <p:spPr>
            <a:xfrm>
              <a:off x="3859618" y="3513943"/>
              <a:ext cx="250962" cy="170868"/>
            </a:xfrm>
            <a:custGeom>
              <a:avLst/>
              <a:gdLst/>
              <a:ahLst/>
              <a:cxnLst/>
              <a:rect l="l" t="t" r="r" b="b"/>
              <a:pathLst>
                <a:path w="14473" h="9854" extrusionOk="0">
                  <a:moveTo>
                    <a:pt x="14080" y="0"/>
                  </a:moveTo>
                  <a:cubicBezTo>
                    <a:pt x="14048" y="0"/>
                    <a:pt x="14015" y="5"/>
                    <a:pt x="13982" y="15"/>
                  </a:cubicBezTo>
                  <a:cubicBezTo>
                    <a:pt x="8947" y="1389"/>
                    <a:pt x="5724" y="4332"/>
                    <a:pt x="2883" y="6935"/>
                  </a:cubicBezTo>
                  <a:cubicBezTo>
                    <a:pt x="1970" y="7766"/>
                    <a:pt x="1111" y="8556"/>
                    <a:pt x="264" y="9217"/>
                  </a:cubicBezTo>
                  <a:cubicBezTo>
                    <a:pt x="0" y="9428"/>
                    <a:pt x="146" y="9849"/>
                    <a:pt x="483" y="9854"/>
                  </a:cubicBezTo>
                  <a:cubicBezTo>
                    <a:pt x="560" y="9849"/>
                    <a:pt x="637" y="9825"/>
                    <a:pt x="697" y="9777"/>
                  </a:cubicBezTo>
                  <a:cubicBezTo>
                    <a:pt x="1569" y="9095"/>
                    <a:pt x="2441" y="8301"/>
                    <a:pt x="3365" y="7454"/>
                  </a:cubicBezTo>
                  <a:cubicBezTo>
                    <a:pt x="6146" y="4912"/>
                    <a:pt x="9304" y="2030"/>
                    <a:pt x="14168" y="700"/>
                  </a:cubicBezTo>
                  <a:cubicBezTo>
                    <a:pt x="14359" y="651"/>
                    <a:pt x="14472" y="453"/>
                    <a:pt x="14420" y="262"/>
                  </a:cubicBezTo>
                  <a:cubicBezTo>
                    <a:pt x="14380" y="105"/>
                    <a:pt x="14235" y="0"/>
                    <a:pt x="1408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" name="Google Shape;5498;p73"/>
            <p:cNvSpPr/>
            <p:nvPr/>
          </p:nvSpPr>
          <p:spPr>
            <a:xfrm>
              <a:off x="3810060" y="3715954"/>
              <a:ext cx="386196" cy="505374"/>
            </a:xfrm>
            <a:custGeom>
              <a:avLst/>
              <a:gdLst/>
              <a:ahLst/>
              <a:cxnLst/>
              <a:rect l="l" t="t" r="r" b="b"/>
              <a:pathLst>
                <a:path w="22272" h="29145" extrusionOk="0">
                  <a:moveTo>
                    <a:pt x="1598" y="1"/>
                  </a:moveTo>
                  <a:cubicBezTo>
                    <a:pt x="1196" y="1"/>
                    <a:pt x="809" y="159"/>
                    <a:pt x="434" y="502"/>
                  </a:cubicBezTo>
                  <a:cubicBezTo>
                    <a:pt x="4" y="1406"/>
                    <a:pt x="0" y="2553"/>
                    <a:pt x="973" y="4061"/>
                  </a:cubicBezTo>
                  <a:cubicBezTo>
                    <a:pt x="1346" y="4641"/>
                    <a:pt x="1768" y="5326"/>
                    <a:pt x="2218" y="6088"/>
                  </a:cubicBezTo>
                  <a:cubicBezTo>
                    <a:pt x="3750" y="8646"/>
                    <a:pt x="5635" y="12015"/>
                    <a:pt x="7378" y="14958"/>
                  </a:cubicBezTo>
                  <a:cubicBezTo>
                    <a:pt x="8408" y="16693"/>
                    <a:pt x="9389" y="18278"/>
                    <a:pt x="10220" y="19466"/>
                  </a:cubicBezTo>
                  <a:cubicBezTo>
                    <a:pt x="12754" y="23094"/>
                    <a:pt x="15413" y="29144"/>
                    <a:pt x="18293" y="29144"/>
                  </a:cubicBezTo>
                  <a:cubicBezTo>
                    <a:pt x="18431" y="29144"/>
                    <a:pt x="18570" y="29130"/>
                    <a:pt x="18709" y="29102"/>
                  </a:cubicBezTo>
                  <a:cubicBezTo>
                    <a:pt x="19009" y="29041"/>
                    <a:pt x="19305" y="28964"/>
                    <a:pt x="19601" y="28875"/>
                  </a:cubicBezTo>
                  <a:lnTo>
                    <a:pt x="19605" y="28875"/>
                  </a:lnTo>
                  <a:cubicBezTo>
                    <a:pt x="22272" y="25992"/>
                    <a:pt x="19588" y="20735"/>
                    <a:pt x="13256" y="13511"/>
                  </a:cubicBezTo>
                  <a:cubicBezTo>
                    <a:pt x="12616" y="12781"/>
                    <a:pt x="12004" y="12039"/>
                    <a:pt x="11420" y="11301"/>
                  </a:cubicBezTo>
                  <a:cubicBezTo>
                    <a:pt x="9138" y="8407"/>
                    <a:pt x="7240" y="5508"/>
                    <a:pt x="5619" y="3380"/>
                  </a:cubicBezTo>
                  <a:cubicBezTo>
                    <a:pt x="4074" y="1343"/>
                    <a:pt x="2769" y="1"/>
                    <a:pt x="1598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" name="Google Shape;5499;p73"/>
            <p:cNvSpPr/>
            <p:nvPr/>
          </p:nvSpPr>
          <p:spPr>
            <a:xfrm>
              <a:off x="3802396" y="3709833"/>
              <a:ext cx="397953" cy="517790"/>
            </a:xfrm>
            <a:custGeom>
              <a:avLst/>
              <a:gdLst/>
              <a:ahLst/>
              <a:cxnLst/>
              <a:rect l="l" t="t" r="r" b="b"/>
              <a:pathLst>
                <a:path w="22950" h="29861" extrusionOk="0">
                  <a:moveTo>
                    <a:pt x="2049" y="713"/>
                  </a:moveTo>
                  <a:cubicBezTo>
                    <a:pt x="2082" y="713"/>
                    <a:pt x="2116" y="714"/>
                    <a:pt x="2149" y="717"/>
                  </a:cubicBezTo>
                  <a:cubicBezTo>
                    <a:pt x="3256" y="815"/>
                    <a:pt x="4602" y="2404"/>
                    <a:pt x="5777" y="3952"/>
                  </a:cubicBezTo>
                  <a:cubicBezTo>
                    <a:pt x="6442" y="4824"/>
                    <a:pt x="7155" y="5829"/>
                    <a:pt x="7909" y="6895"/>
                  </a:cubicBezTo>
                  <a:cubicBezTo>
                    <a:pt x="9000" y="8432"/>
                    <a:pt x="10232" y="10163"/>
                    <a:pt x="11586" y="11881"/>
                  </a:cubicBezTo>
                  <a:cubicBezTo>
                    <a:pt x="12243" y="12708"/>
                    <a:pt x="12847" y="13438"/>
                    <a:pt x="13431" y="14099"/>
                  </a:cubicBezTo>
                  <a:cubicBezTo>
                    <a:pt x="20051" y="21655"/>
                    <a:pt x="22094" y="26370"/>
                    <a:pt x="19844" y="28924"/>
                  </a:cubicBezTo>
                  <a:cubicBezTo>
                    <a:pt x="19621" y="28993"/>
                    <a:pt x="19370" y="29053"/>
                    <a:pt x="19078" y="29114"/>
                  </a:cubicBezTo>
                  <a:cubicBezTo>
                    <a:pt x="18967" y="29137"/>
                    <a:pt x="18857" y="29148"/>
                    <a:pt x="18745" y="29148"/>
                  </a:cubicBezTo>
                  <a:cubicBezTo>
                    <a:pt x="16804" y="29148"/>
                    <a:pt x="14758" y="25772"/>
                    <a:pt x="12948" y="22774"/>
                  </a:cubicBezTo>
                  <a:cubicBezTo>
                    <a:pt x="12259" y="21639"/>
                    <a:pt x="11611" y="20561"/>
                    <a:pt x="10950" y="19620"/>
                  </a:cubicBezTo>
                  <a:cubicBezTo>
                    <a:pt x="10220" y="18578"/>
                    <a:pt x="9300" y="17111"/>
                    <a:pt x="8128" y="15133"/>
                  </a:cubicBezTo>
                  <a:cubicBezTo>
                    <a:pt x="7249" y="13653"/>
                    <a:pt x="6337" y="12060"/>
                    <a:pt x="5449" y="10523"/>
                  </a:cubicBezTo>
                  <a:cubicBezTo>
                    <a:pt x="4561" y="8987"/>
                    <a:pt x="3726" y="7532"/>
                    <a:pt x="2972" y="6263"/>
                  </a:cubicBezTo>
                  <a:cubicBezTo>
                    <a:pt x="2510" y="5489"/>
                    <a:pt x="2084" y="4803"/>
                    <a:pt x="1715" y="4224"/>
                  </a:cubicBezTo>
                  <a:cubicBezTo>
                    <a:pt x="937" y="3028"/>
                    <a:pt x="763" y="1998"/>
                    <a:pt x="1168" y="1078"/>
                  </a:cubicBezTo>
                  <a:cubicBezTo>
                    <a:pt x="1450" y="833"/>
                    <a:pt x="1742" y="713"/>
                    <a:pt x="2049" y="713"/>
                  </a:cubicBezTo>
                  <a:close/>
                  <a:moveTo>
                    <a:pt x="2043" y="0"/>
                  </a:moveTo>
                  <a:cubicBezTo>
                    <a:pt x="1556" y="0"/>
                    <a:pt x="1092" y="193"/>
                    <a:pt x="669" y="571"/>
                  </a:cubicBezTo>
                  <a:cubicBezTo>
                    <a:pt x="621" y="604"/>
                    <a:pt x="580" y="648"/>
                    <a:pt x="552" y="705"/>
                  </a:cubicBezTo>
                  <a:cubicBezTo>
                    <a:pt x="0" y="1868"/>
                    <a:pt x="187" y="3182"/>
                    <a:pt x="1115" y="4609"/>
                  </a:cubicBezTo>
                  <a:cubicBezTo>
                    <a:pt x="1480" y="5185"/>
                    <a:pt x="1902" y="5857"/>
                    <a:pt x="2356" y="6628"/>
                  </a:cubicBezTo>
                  <a:cubicBezTo>
                    <a:pt x="3110" y="7892"/>
                    <a:pt x="3945" y="9340"/>
                    <a:pt x="4829" y="10880"/>
                  </a:cubicBezTo>
                  <a:cubicBezTo>
                    <a:pt x="5716" y="12421"/>
                    <a:pt x="6632" y="14010"/>
                    <a:pt x="7516" y="15493"/>
                  </a:cubicBezTo>
                  <a:cubicBezTo>
                    <a:pt x="8712" y="17516"/>
                    <a:pt x="9620" y="18955"/>
                    <a:pt x="10370" y="20026"/>
                  </a:cubicBezTo>
                  <a:cubicBezTo>
                    <a:pt x="11019" y="20950"/>
                    <a:pt x="11659" y="22016"/>
                    <a:pt x="12340" y="23147"/>
                  </a:cubicBezTo>
                  <a:cubicBezTo>
                    <a:pt x="14335" y="26451"/>
                    <a:pt x="16394" y="29860"/>
                    <a:pt x="18729" y="29860"/>
                  </a:cubicBezTo>
                  <a:cubicBezTo>
                    <a:pt x="18895" y="29860"/>
                    <a:pt x="19057" y="29840"/>
                    <a:pt x="19220" y="29803"/>
                  </a:cubicBezTo>
                  <a:cubicBezTo>
                    <a:pt x="19536" y="29742"/>
                    <a:pt x="19848" y="29661"/>
                    <a:pt x="20152" y="29568"/>
                  </a:cubicBezTo>
                  <a:cubicBezTo>
                    <a:pt x="20201" y="29552"/>
                    <a:pt x="20245" y="29524"/>
                    <a:pt x="20282" y="29491"/>
                  </a:cubicBezTo>
                  <a:lnTo>
                    <a:pt x="20286" y="29491"/>
                  </a:lnTo>
                  <a:lnTo>
                    <a:pt x="20310" y="29471"/>
                  </a:lnTo>
                  <a:cubicBezTo>
                    <a:pt x="22949" y="26613"/>
                    <a:pt x="20934" y="21582"/>
                    <a:pt x="13966" y="13637"/>
                  </a:cubicBezTo>
                  <a:cubicBezTo>
                    <a:pt x="13390" y="12976"/>
                    <a:pt x="12790" y="12258"/>
                    <a:pt x="12142" y="11440"/>
                  </a:cubicBezTo>
                  <a:cubicBezTo>
                    <a:pt x="10800" y="9737"/>
                    <a:pt x="9572" y="8010"/>
                    <a:pt x="8493" y="6486"/>
                  </a:cubicBezTo>
                  <a:cubicBezTo>
                    <a:pt x="7727" y="5412"/>
                    <a:pt x="7014" y="4402"/>
                    <a:pt x="6341" y="3522"/>
                  </a:cubicBezTo>
                  <a:cubicBezTo>
                    <a:pt x="4520" y="1123"/>
                    <a:pt x="3325" y="109"/>
                    <a:pt x="2210" y="8"/>
                  </a:cubicBezTo>
                  <a:cubicBezTo>
                    <a:pt x="2154" y="3"/>
                    <a:pt x="2099" y="0"/>
                    <a:pt x="204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5500;p73"/>
            <p:cNvSpPr/>
            <p:nvPr/>
          </p:nvSpPr>
          <p:spPr>
            <a:xfrm>
              <a:off x="3846682" y="2950324"/>
              <a:ext cx="193601" cy="233431"/>
            </a:xfrm>
            <a:custGeom>
              <a:avLst/>
              <a:gdLst/>
              <a:ahLst/>
              <a:cxnLst/>
              <a:rect l="l" t="t" r="r" b="b"/>
              <a:pathLst>
                <a:path w="11165" h="13462" extrusionOk="0">
                  <a:moveTo>
                    <a:pt x="75" y="0"/>
                  </a:moveTo>
                  <a:cubicBezTo>
                    <a:pt x="64" y="0"/>
                    <a:pt x="53" y="2"/>
                    <a:pt x="45" y="7"/>
                  </a:cubicBezTo>
                  <a:cubicBezTo>
                    <a:pt x="0" y="40"/>
                    <a:pt x="57" y="157"/>
                    <a:pt x="175" y="271"/>
                  </a:cubicBezTo>
                  <a:cubicBezTo>
                    <a:pt x="1176" y="1252"/>
                    <a:pt x="2149" y="2257"/>
                    <a:pt x="3102" y="3291"/>
                  </a:cubicBezTo>
                  <a:cubicBezTo>
                    <a:pt x="4058" y="4321"/>
                    <a:pt x="4978" y="5379"/>
                    <a:pt x="5862" y="6465"/>
                  </a:cubicBezTo>
                  <a:cubicBezTo>
                    <a:pt x="6754" y="7552"/>
                    <a:pt x="7613" y="8658"/>
                    <a:pt x="8444" y="9789"/>
                  </a:cubicBezTo>
                  <a:cubicBezTo>
                    <a:pt x="9271" y="10916"/>
                    <a:pt x="10070" y="12067"/>
                    <a:pt x="10840" y="13243"/>
                  </a:cubicBezTo>
                  <a:cubicBezTo>
                    <a:pt x="10927" y="13370"/>
                    <a:pt x="11021" y="13462"/>
                    <a:pt x="11084" y="13462"/>
                  </a:cubicBezTo>
                  <a:cubicBezTo>
                    <a:pt x="11091" y="13462"/>
                    <a:pt x="11097" y="13460"/>
                    <a:pt x="11104" y="13458"/>
                  </a:cubicBezTo>
                  <a:cubicBezTo>
                    <a:pt x="11165" y="13434"/>
                    <a:pt x="11128" y="13284"/>
                    <a:pt x="11031" y="13121"/>
                  </a:cubicBezTo>
                  <a:cubicBezTo>
                    <a:pt x="10301" y="11917"/>
                    <a:pt x="9539" y="10730"/>
                    <a:pt x="8712" y="9591"/>
                  </a:cubicBezTo>
                  <a:cubicBezTo>
                    <a:pt x="7885" y="8451"/>
                    <a:pt x="7030" y="7333"/>
                    <a:pt x="6138" y="6242"/>
                  </a:cubicBezTo>
                  <a:cubicBezTo>
                    <a:pt x="5238" y="5156"/>
                    <a:pt x="4301" y="4102"/>
                    <a:pt x="3329" y="3080"/>
                  </a:cubicBezTo>
                  <a:cubicBezTo>
                    <a:pt x="2356" y="2055"/>
                    <a:pt x="1350" y="1074"/>
                    <a:pt x="304" y="129"/>
                  </a:cubicBezTo>
                  <a:cubicBezTo>
                    <a:pt x="217" y="52"/>
                    <a:pt x="131" y="0"/>
                    <a:pt x="7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" name="Google Shape;5501;p73"/>
            <p:cNvSpPr/>
            <p:nvPr/>
          </p:nvSpPr>
          <p:spPr>
            <a:xfrm>
              <a:off x="3790795" y="2898772"/>
              <a:ext cx="42622" cy="41252"/>
            </a:xfrm>
            <a:custGeom>
              <a:avLst/>
              <a:gdLst/>
              <a:ahLst/>
              <a:cxnLst/>
              <a:rect l="l" t="t" r="r" b="b"/>
              <a:pathLst>
                <a:path w="2458" h="2379" extrusionOk="0">
                  <a:moveTo>
                    <a:pt x="127" y="1"/>
                  </a:moveTo>
                  <a:cubicBezTo>
                    <a:pt x="104" y="1"/>
                    <a:pt x="74" y="13"/>
                    <a:pt x="49" y="37"/>
                  </a:cubicBezTo>
                  <a:cubicBezTo>
                    <a:pt x="17" y="74"/>
                    <a:pt x="1" y="122"/>
                    <a:pt x="21" y="143"/>
                  </a:cubicBezTo>
                  <a:cubicBezTo>
                    <a:pt x="187" y="349"/>
                    <a:pt x="365" y="548"/>
                    <a:pt x="544" y="743"/>
                  </a:cubicBezTo>
                  <a:lnTo>
                    <a:pt x="1095" y="1310"/>
                  </a:lnTo>
                  <a:lnTo>
                    <a:pt x="1675" y="1853"/>
                  </a:lnTo>
                  <a:cubicBezTo>
                    <a:pt x="1865" y="2028"/>
                    <a:pt x="2068" y="2202"/>
                    <a:pt x="2275" y="2368"/>
                  </a:cubicBezTo>
                  <a:cubicBezTo>
                    <a:pt x="2284" y="2375"/>
                    <a:pt x="2295" y="2379"/>
                    <a:pt x="2308" y="2379"/>
                  </a:cubicBezTo>
                  <a:cubicBezTo>
                    <a:pt x="2333" y="2379"/>
                    <a:pt x="2363" y="2364"/>
                    <a:pt x="2392" y="2332"/>
                  </a:cubicBezTo>
                  <a:cubicBezTo>
                    <a:pt x="2437" y="2287"/>
                    <a:pt x="2457" y="2230"/>
                    <a:pt x="2433" y="2206"/>
                  </a:cubicBezTo>
                  <a:cubicBezTo>
                    <a:pt x="2259" y="2003"/>
                    <a:pt x="2088" y="1805"/>
                    <a:pt x="1902" y="1614"/>
                  </a:cubicBezTo>
                  <a:lnTo>
                    <a:pt x="1342" y="1055"/>
                  </a:lnTo>
                  <a:lnTo>
                    <a:pt x="763" y="520"/>
                  </a:lnTo>
                  <a:cubicBezTo>
                    <a:pt x="564" y="341"/>
                    <a:pt x="361" y="175"/>
                    <a:pt x="155" y="9"/>
                  </a:cubicBezTo>
                  <a:cubicBezTo>
                    <a:pt x="148" y="4"/>
                    <a:pt x="138" y="1"/>
                    <a:pt x="12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" name="Google Shape;5502;p73"/>
            <p:cNvSpPr/>
            <p:nvPr/>
          </p:nvSpPr>
          <p:spPr>
            <a:xfrm>
              <a:off x="4057623" y="3206210"/>
              <a:ext cx="34611" cy="44252"/>
            </a:xfrm>
            <a:custGeom>
              <a:avLst/>
              <a:gdLst/>
              <a:ahLst/>
              <a:cxnLst/>
              <a:rect l="l" t="t" r="r" b="b"/>
              <a:pathLst>
                <a:path w="1996" h="2552" extrusionOk="0">
                  <a:moveTo>
                    <a:pt x="138" y="1"/>
                  </a:moveTo>
                  <a:cubicBezTo>
                    <a:pt x="118" y="1"/>
                    <a:pt x="91" y="13"/>
                    <a:pt x="62" y="39"/>
                  </a:cubicBezTo>
                  <a:cubicBezTo>
                    <a:pt x="21" y="75"/>
                    <a:pt x="1" y="120"/>
                    <a:pt x="21" y="144"/>
                  </a:cubicBezTo>
                  <a:lnTo>
                    <a:pt x="475" y="736"/>
                  </a:lnTo>
                  <a:cubicBezTo>
                    <a:pt x="625" y="931"/>
                    <a:pt x="763" y="1137"/>
                    <a:pt x="913" y="1332"/>
                  </a:cubicBezTo>
                  <a:cubicBezTo>
                    <a:pt x="1067" y="1522"/>
                    <a:pt x="1213" y="1725"/>
                    <a:pt x="1351" y="1928"/>
                  </a:cubicBezTo>
                  <a:lnTo>
                    <a:pt x="1780" y="2532"/>
                  </a:lnTo>
                  <a:cubicBezTo>
                    <a:pt x="1791" y="2544"/>
                    <a:pt x="1808" y="2552"/>
                    <a:pt x="1830" y="2552"/>
                  </a:cubicBezTo>
                  <a:cubicBezTo>
                    <a:pt x="1850" y="2552"/>
                    <a:pt x="1875" y="2545"/>
                    <a:pt x="1902" y="2532"/>
                  </a:cubicBezTo>
                  <a:cubicBezTo>
                    <a:pt x="1959" y="2499"/>
                    <a:pt x="1995" y="2451"/>
                    <a:pt x="1979" y="2418"/>
                  </a:cubicBezTo>
                  <a:cubicBezTo>
                    <a:pt x="1874" y="2187"/>
                    <a:pt x="1760" y="1964"/>
                    <a:pt x="1631" y="1745"/>
                  </a:cubicBezTo>
                  <a:cubicBezTo>
                    <a:pt x="1493" y="1535"/>
                    <a:pt x="1359" y="1320"/>
                    <a:pt x="1205" y="1117"/>
                  </a:cubicBezTo>
                  <a:cubicBezTo>
                    <a:pt x="1047" y="914"/>
                    <a:pt x="881" y="724"/>
                    <a:pt x="710" y="533"/>
                  </a:cubicBezTo>
                  <a:cubicBezTo>
                    <a:pt x="540" y="347"/>
                    <a:pt x="354" y="172"/>
                    <a:pt x="159" y="6"/>
                  </a:cubicBezTo>
                  <a:cubicBezTo>
                    <a:pt x="153" y="3"/>
                    <a:pt x="146" y="1"/>
                    <a:pt x="13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" name="Google Shape;5503;p73"/>
            <p:cNvSpPr/>
            <p:nvPr/>
          </p:nvSpPr>
          <p:spPr>
            <a:xfrm>
              <a:off x="4124625" y="3304909"/>
              <a:ext cx="130397" cy="209519"/>
            </a:xfrm>
            <a:custGeom>
              <a:avLst/>
              <a:gdLst/>
              <a:ahLst/>
              <a:cxnLst/>
              <a:rect l="l" t="t" r="r" b="b"/>
              <a:pathLst>
                <a:path w="7520" h="12083" extrusionOk="0">
                  <a:moveTo>
                    <a:pt x="66" y="1"/>
                  </a:moveTo>
                  <a:cubicBezTo>
                    <a:pt x="58" y="1"/>
                    <a:pt x="51" y="2"/>
                    <a:pt x="45" y="6"/>
                  </a:cubicBezTo>
                  <a:cubicBezTo>
                    <a:pt x="0" y="30"/>
                    <a:pt x="12" y="140"/>
                    <a:pt x="81" y="249"/>
                  </a:cubicBezTo>
                  <a:lnTo>
                    <a:pt x="1901" y="3148"/>
                  </a:lnTo>
                  <a:cubicBezTo>
                    <a:pt x="2501" y="4112"/>
                    <a:pt x="3101" y="5081"/>
                    <a:pt x="3697" y="6050"/>
                  </a:cubicBezTo>
                  <a:cubicBezTo>
                    <a:pt x="4297" y="7019"/>
                    <a:pt x="4889" y="7992"/>
                    <a:pt x="5477" y="8969"/>
                  </a:cubicBezTo>
                  <a:lnTo>
                    <a:pt x="7240" y="11900"/>
                  </a:lnTo>
                  <a:cubicBezTo>
                    <a:pt x="7305" y="12007"/>
                    <a:pt x="7384" y="12082"/>
                    <a:pt x="7441" y="12082"/>
                  </a:cubicBezTo>
                  <a:cubicBezTo>
                    <a:pt x="7449" y="12082"/>
                    <a:pt x="7456" y="12081"/>
                    <a:pt x="7463" y="12078"/>
                  </a:cubicBezTo>
                  <a:cubicBezTo>
                    <a:pt x="7520" y="12050"/>
                    <a:pt x="7508" y="11924"/>
                    <a:pt x="7439" y="11786"/>
                  </a:cubicBezTo>
                  <a:cubicBezTo>
                    <a:pt x="6892" y="10785"/>
                    <a:pt x="6340" y="9788"/>
                    <a:pt x="5761" y="8803"/>
                  </a:cubicBezTo>
                  <a:cubicBezTo>
                    <a:pt x="5185" y="7822"/>
                    <a:pt x="4601" y="6832"/>
                    <a:pt x="3997" y="5864"/>
                  </a:cubicBezTo>
                  <a:cubicBezTo>
                    <a:pt x="3393" y="4895"/>
                    <a:pt x="2785" y="3930"/>
                    <a:pt x="2165" y="2977"/>
                  </a:cubicBezTo>
                  <a:cubicBezTo>
                    <a:pt x="1541" y="2025"/>
                    <a:pt x="896" y="1076"/>
                    <a:pt x="243" y="144"/>
                  </a:cubicBezTo>
                  <a:cubicBezTo>
                    <a:pt x="188" y="60"/>
                    <a:pt x="114" y="1"/>
                    <a:pt x="6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" name="Google Shape;5504;p73"/>
            <p:cNvSpPr/>
            <p:nvPr/>
          </p:nvSpPr>
          <p:spPr>
            <a:xfrm>
              <a:off x="4317359" y="3627433"/>
              <a:ext cx="76643" cy="239309"/>
            </a:xfrm>
            <a:custGeom>
              <a:avLst/>
              <a:gdLst/>
              <a:ahLst/>
              <a:cxnLst/>
              <a:rect l="l" t="t" r="r" b="b"/>
              <a:pathLst>
                <a:path w="4420" h="13801" extrusionOk="0">
                  <a:moveTo>
                    <a:pt x="68" y="0"/>
                  </a:moveTo>
                  <a:cubicBezTo>
                    <a:pt x="60" y="0"/>
                    <a:pt x="52" y="2"/>
                    <a:pt x="45" y="5"/>
                  </a:cubicBezTo>
                  <a:cubicBezTo>
                    <a:pt x="1" y="25"/>
                    <a:pt x="21" y="134"/>
                    <a:pt x="94" y="248"/>
                  </a:cubicBezTo>
                  <a:cubicBezTo>
                    <a:pt x="747" y="1225"/>
                    <a:pt x="1326" y="2250"/>
                    <a:pt x="1829" y="3313"/>
                  </a:cubicBezTo>
                  <a:cubicBezTo>
                    <a:pt x="2340" y="4371"/>
                    <a:pt x="2761" y="5465"/>
                    <a:pt x="3098" y="6592"/>
                  </a:cubicBezTo>
                  <a:cubicBezTo>
                    <a:pt x="3446" y="7711"/>
                    <a:pt x="3706" y="8858"/>
                    <a:pt x="3876" y="10022"/>
                  </a:cubicBezTo>
                  <a:cubicBezTo>
                    <a:pt x="4051" y="11181"/>
                    <a:pt x="4140" y="12353"/>
                    <a:pt x="4148" y="13528"/>
                  </a:cubicBezTo>
                  <a:cubicBezTo>
                    <a:pt x="4152" y="13670"/>
                    <a:pt x="4188" y="13792"/>
                    <a:pt x="4253" y="13800"/>
                  </a:cubicBezTo>
                  <a:cubicBezTo>
                    <a:pt x="4256" y="13800"/>
                    <a:pt x="4259" y="13801"/>
                    <a:pt x="4262" y="13801"/>
                  </a:cubicBezTo>
                  <a:cubicBezTo>
                    <a:pt x="4323" y="13801"/>
                    <a:pt x="4371" y="13683"/>
                    <a:pt x="4375" y="13532"/>
                  </a:cubicBezTo>
                  <a:cubicBezTo>
                    <a:pt x="4419" y="12340"/>
                    <a:pt x="4363" y="11149"/>
                    <a:pt x="4201" y="9969"/>
                  </a:cubicBezTo>
                  <a:cubicBezTo>
                    <a:pt x="4038" y="8793"/>
                    <a:pt x="3783" y="7626"/>
                    <a:pt x="3438" y="6491"/>
                  </a:cubicBezTo>
                  <a:cubicBezTo>
                    <a:pt x="3086" y="5352"/>
                    <a:pt x="2640" y="4241"/>
                    <a:pt x="2109" y="3175"/>
                  </a:cubicBezTo>
                  <a:cubicBezTo>
                    <a:pt x="1582" y="2109"/>
                    <a:pt x="962" y="1095"/>
                    <a:pt x="256" y="138"/>
                  </a:cubicBezTo>
                  <a:cubicBezTo>
                    <a:pt x="190" y="52"/>
                    <a:pt x="118" y="0"/>
                    <a:pt x="6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" name="Google Shape;5505;p73"/>
            <p:cNvSpPr/>
            <p:nvPr/>
          </p:nvSpPr>
          <p:spPr>
            <a:xfrm>
              <a:off x="4357848" y="3882297"/>
              <a:ext cx="29894" cy="60898"/>
            </a:xfrm>
            <a:custGeom>
              <a:avLst/>
              <a:gdLst/>
              <a:ahLst/>
              <a:cxnLst/>
              <a:rect l="l" t="t" r="r" b="b"/>
              <a:pathLst>
                <a:path w="1724" h="3512" extrusionOk="0">
                  <a:moveTo>
                    <a:pt x="1588" y="0"/>
                  </a:moveTo>
                  <a:cubicBezTo>
                    <a:pt x="1544" y="0"/>
                    <a:pt x="1506" y="19"/>
                    <a:pt x="1497" y="50"/>
                  </a:cubicBezTo>
                  <a:cubicBezTo>
                    <a:pt x="1411" y="346"/>
                    <a:pt x="1318" y="634"/>
                    <a:pt x="1217" y="922"/>
                  </a:cubicBezTo>
                  <a:cubicBezTo>
                    <a:pt x="1120" y="1210"/>
                    <a:pt x="1010" y="1494"/>
                    <a:pt x="880" y="1769"/>
                  </a:cubicBezTo>
                  <a:cubicBezTo>
                    <a:pt x="759" y="2049"/>
                    <a:pt x="625" y="2325"/>
                    <a:pt x="475" y="2588"/>
                  </a:cubicBezTo>
                  <a:cubicBezTo>
                    <a:pt x="333" y="2852"/>
                    <a:pt x="175" y="3115"/>
                    <a:pt x="13" y="3379"/>
                  </a:cubicBezTo>
                  <a:cubicBezTo>
                    <a:pt x="1" y="3419"/>
                    <a:pt x="17" y="3460"/>
                    <a:pt x="49" y="3480"/>
                  </a:cubicBezTo>
                  <a:cubicBezTo>
                    <a:pt x="66" y="3501"/>
                    <a:pt x="89" y="3511"/>
                    <a:pt x="113" y="3511"/>
                  </a:cubicBezTo>
                  <a:cubicBezTo>
                    <a:pt x="130" y="3511"/>
                    <a:pt x="148" y="3506"/>
                    <a:pt x="163" y="3496"/>
                  </a:cubicBezTo>
                  <a:cubicBezTo>
                    <a:pt x="382" y="3265"/>
                    <a:pt x="572" y="3014"/>
                    <a:pt x="743" y="2746"/>
                  </a:cubicBezTo>
                  <a:cubicBezTo>
                    <a:pt x="1091" y="2215"/>
                    <a:pt x="1359" y="1635"/>
                    <a:pt x="1533" y="1023"/>
                  </a:cubicBezTo>
                  <a:cubicBezTo>
                    <a:pt x="1622" y="719"/>
                    <a:pt x="1687" y="411"/>
                    <a:pt x="1720" y="95"/>
                  </a:cubicBezTo>
                  <a:cubicBezTo>
                    <a:pt x="1724" y="54"/>
                    <a:pt x="1691" y="22"/>
                    <a:pt x="1630" y="6"/>
                  </a:cubicBezTo>
                  <a:cubicBezTo>
                    <a:pt x="1616" y="2"/>
                    <a:pt x="1602" y="0"/>
                    <a:pt x="15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" name="Google Shape;5506;p73"/>
            <p:cNvSpPr/>
            <p:nvPr/>
          </p:nvSpPr>
          <p:spPr>
            <a:xfrm>
              <a:off x="4185922" y="4066014"/>
              <a:ext cx="56858" cy="79053"/>
            </a:xfrm>
            <a:custGeom>
              <a:avLst/>
              <a:gdLst/>
              <a:ahLst/>
              <a:cxnLst/>
              <a:rect l="l" t="t" r="r" b="b"/>
              <a:pathLst>
                <a:path w="3279" h="4559" extrusionOk="0">
                  <a:moveTo>
                    <a:pt x="3133" y="1"/>
                  </a:moveTo>
                  <a:cubicBezTo>
                    <a:pt x="3107" y="1"/>
                    <a:pt x="3080" y="10"/>
                    <a:pt x="3057" y="32"/>
                  </a:cubicBezTo>
                  <a:cubicBezTo>
                    <a:pt x="2769" y="372"/>
                    <a:pt x="2477" y="709"/>
                    <a:pt x="2218" y="1074"/>
                  </a:cubicBezTo>
                  <a:cubicBezTo>
                    <a:pt x="1954" y="1438"/>
                    <a:pt x="1695" y="1807"/>
                    <a:pt x="1472" y="2201"/>
                  </a:cubicBezTo>
                  <a:cubicBezTo>
                    <a:pt x="1249" y="2590"/>
                    <a:pt x="1042" y="2987"/>
                    <a:pt x="811" y="3356"/>
                  </a:cubicBezTo>
                  <a:cubicBezTo>
                    <a:pt x="584" y="3725"/>
                    <a:pt x="337" y="4086"/>
                    <a:pt x="33" y="4394"/>
                  </a:cubicBezTo>
                  <a:cubicBezTo>
                    <a:pt x="0" y="4430"/>
                    <a:pt x="0" y="4483"/>
                    <a:pt x="24" y="4519"/>
                  </a:cubicBezTo>
                  <a:cubicBezTo>
                    <a:pt x="44" y="4544"/>
                    <a:pt x="74" y="4558"/>
                    <a:pt x="104" y="4558"/>
                  </a:cubicBezTo>
                  <a:cubicBezTo>
                    <a:pt x="123" y="4558"/>
                    <a:pt x="142" y="4552"/>
                    <a:pt x="158" y="4540"/>
                  </a:cubicBezTo>
                  <a:cubicBezTo>
                    <a:pt x="523" y="4256"/>
                    <a:pt x="815" y="3899"/>
                    <a:pt x="1070" y="3522"/>
                  </a:cubicBezTo>
                  <a:cubicBezTo>
                    <a:pt x="1322" y="3145"/>
                    <a:pt x="1557" y="2764"/>
                    <a:pt x="1776" y="2383"/>
                  </a:cubicBezTo>
                  <a:cubicBezTo>
                    <a:pt x="1995" y="2002"/>
                    <a:pt x="2234" y="1633"/>
                    <a:pt x="2485" y="1268"/>
                  </a:cubicBezTo>
                  <a:lnTo>
                    <a:pt x="3239" y="170"/>
                  </a:lnTo>
                  <a:cubicBezTo>
                    <a:pt x="3278" y="82"/>
                    <a:pt x="3209" y="1"/>
                    <a:pt x="313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" name="Google Shape;5507;p73"/>
            <p:cNvSpPr/>
            <p:nvPr/>
          </p:nvSpPr>
          <p:spPr>
            <a:xfrm>
              <a:off x="4251155" y="3955957"/>
              <a:ext cx="97087" cy="88538"/>
            </a:xfrm>
            <a:custGeom>
              <a:avLst/>
              <a:gdLst/>
              <a:ahLst/>
              <a:cxnLst/>
              <a:rect l="l" t="t" r="r" b="b"/>
              <a:pathLst>
                <a:path w="5599" h="5106" extrusionOk="0">
                  <a:moveTo>
                    <a:pt x="5482" y="1"/>
                  </a:moveTo>
                  <a:cubicBezTo>
                    <a:pt x="5437" y="1"/>
                    <a:pt x="5387" y="35"/>
                    <a:pt x="5359" y="91"/>
                  </a:cubicBezTo>
                  <a:cubicBezTo>
                    <a:pt x="5112" y="630"/>
                    <a:pt x="4719" y="1068"/>
                    <a:pt x="4240" y="1429"/>
                  </a:cubicBezTo>
                  <a:cubicBezTo>
                    <a:pt x="3766" y="1786"/>
                    <a:pt x="3251" y="2130"/>
                    <a:pt x="2757" y="2487"/>
                  </a:cubicBezTo>
                  <a:lnTo>
                    <a:pt x="1281" y="3578"/>
                  </a:lnTo>
                  <a:cubicBezTo>
                    <a:pt x="807" y="3934"/>
                    <a:pt x="247" y="4328"/>
                    <a:pt x="20" y="4960"/>
                  </a:cubicBezTo>
                  <a:cubicBezTo>
                    <a:pt x="0" y="5021"/>
                    <a:pt x="20" y="5086"/>
                    <a:pt x="65" y="5102"/>
                  </a:cubicBezTo>
                  <a:cubicBezTo>
                    <a:pt x="74" y="5104"/>
                    <a:pt x="83" y="5106"/>
                    <a:pt x="93" y="5106"/>
                  </a:cubicBezTo>
                  <a:cubicBezTo>
                    <a:pt x="141" y="5106"/>
                    <a:pt x="189" y="5072"/>
                    <a:pt x="203" y="5025"/>
                  </a:cubicBezTo>
                  <a:cubicBezTo>
                    <a:pt x="446" y="4498"/>
                    <a:pt x="969" y="4173"/>
                    <a:pt x="1463" y="3829"/>
                  </a:cubicBezTo>
                  <a:lnTo>
                    <a:pt x="2963" y="2775"/>
                  </a:lnTo>
                  <a:cubicBezTo>
                    <a:pt x="3454" y="2414"/>
                    <a:pt x="3953" y="2074"/>
                    <a:pt x="4443" y="1684"/>
                  </a:cubicBezTo>
                  <a:cubicBezTo>
                    <a:pt x="4934" y="1295"/>
                    <a:pt x="5359" y="772"/>
                    <a:pt x="5570" y="180"/>
                  </a:cubicBezTo>
                  <a:cubicBezTo>
                    <a:pt x="5598" y="103"/>
                    <a:pt x="5578" y="35"/>
                    <a:pt x="5521" y="10"/>
                  </a:cubicBezTo>
                  <a:cubicBezTo>
                    <a:pt x="5509" y="4"/>
                    <a:pt x="5496" y="1"/>
                    <a:pt x="548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" name="Google Shape;5508;p73"/>
            <p:cNvSpPr/>
            <p:nvPr/>
          </p:nvSpPr>
          <p:spPr>
            <a:xfrm>
              <a:off x="4327347" y="3693620"/>
              <a:ext cx="43107" cy="188937"/>
            </a:xfrm>
            <a:custGeom>
              <a:avLst/>
              <a:gdLst/>
              <a:ahLst/>
              <a:cxnLst/>
              <a:rect l="l" t="t" r="r" b="b"/>
              <a:pathLst>
                <a:path w="2486" h="10896" extrusionOk="0">
                  <a:moveTo>
                    <a:pt x="78" y="0"/>
                  </a:moveTo>
                  <a:cubicBezTo>
                    <a:pt x="68" y="0"/>
                    <a:pt x="58" y="2"/>
                    <a:pt x="49" y="6"/>
                  </a:cubicBezTo>
                  <a:cubicBezTo>
                    <a:pt x="0" y="31"/>
                    <a:pt x="0" y="124"/>
                    <a:pt x="49" y="209"/>
                  </a:cubicBezTo>
                  <a:cubicBezTo>
                    <a:pt x="467" y="1008"/>
                    <a:pt x="807" y="1843"/>
                    <a:pt x="1062" y="2706"/>
                  </a:cubicBezTo>
                  <a:cubicBezTo>
                    <a:pt x="1322" y="3570"/>
                    <a:pt x="1533" y="4449"/>
                    <a:pt x="1687" y="5337"/>
                  </a:cubicBezTo>
                  <a:cubicBezTo>
                    <a:pt x="1857" y="6229"/>
                    <a:pt x="2031" y="7121"/>
                    <a:pt x="2096" y="8013"/>
                  </a:cubicBezTo>
                  <a:cubicBezTo>
                    <a:pt x="2161" y="8904"/>
                    <a:pt x="2141" y="9804"/>
                    <a:pt x="1873" y="10660"/>
                  </a:cubicBezTo>
                  <a:cubicBezTo>
                    <a:pt x="1845" y="10761"/>
                    <a:pt x="1853" y="10867"/>
                    <a:pt x="1910" y="10891"/>
                  </a:cubicBezTo>
                  <a:cubicBezTo>
                    <a:pt x="1918" y="10894"/>
                    <a:pt x="1926" y="10896"/>
                    <a:pt x="1935" y="10896"/>
                  </a:cubicBezTo>
                  <a:cubicBezTo>
                    <a:pt x="1989" y="10896"/>
                    <a:pt x="2054" y="10834"/>
                    <a:pt x="2092" y="10733"/>
                  </a:cubicBezTo>
                  <a:cubicBezTo>
                    <a:pt x="2421" y="9857"/>
                    <a:pt x="2485" y="8904"/>
                    <a:pt x="2425" y="7988"/>
                  </a:cubicBezTo>
                  <a:cubicBezTo>
                    <a:pt x="2364" y="7072"/>
                    <a:pt x="2218" y="6164"/>
                    <a:pt x="2035" y="5272"/>
                  </a:cubicBezTo>
                  <a:cubicBezTo>
                    <a:pt x="1853" y="4380"/>
                    <a:pt x="1650" y="3476"/>
                    <a:pt x="1362" y="2613"/>
                  </a:cubicBezTo>
                  <a:cubicBezTo>
                    <a:pt x="1075" y="1745"/>
                    <a:pt x="702" y="894"/>
                    <a:pt x="211" y="112"/>
                  </a:cubicBezTo>
                  <a:cubicBezTo>
                    <a:pt x="174" y="45"/>
                    <a:pt x="124" y="0"/>
                    <a:pt x="7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" name="Google Shape;5509;p73"/>
            <p:cNvSpPr/>
            <p:nvPr/>
          </p:nvSpPr>
          <p:spPr>
            <a:xfrm>
              <a:off x="4320879" y="3763015"/>
              <a:ext cx="19768" cy="110109"/>
            </a:xfrm>
            <a:custGeom>
              <a:avLst/>
              <a:gdLst/>
              <a:ahLst/>
              <a:cxnLst/>
              <a:rect l="l" t="t" r="r" b="b"/>
              <a:pathLst>
                <a:path w="1140" h="6350" extrusionOk="0">
                  <a:moveTo>
                    <a:pt x="106" y="0"/>
                  </a:moveTo>
                  <a:cubicBezTo>
                    <a:pt x="101" y="0"/>
                    <a:pt x="95" y="1"/>
                    <a:pt x="90" y="1"/>
                  </a:cubicBezTo>
                  <a:cubicBezTo>
                    <a:pt x="33" y="18"/>
                    <a:pt x="0" y="74"/>
                    <a:pt x="21" y="131"/>
                  </a:cubicBezTo>
                  <a:lnTo>
                    <a:pt x="398" y="1639"/>
                  </a:lnTo>
                  <a:cubicBezTo>
                    <a:pt x="523" y="2138"/>
                    <a:pt x="621" y="2645"/>
                    <a:pt x="690" y="3155"/>
                  </a:cubicBezTo>
                  <a:cubicBezTo>
                    <a:pt x="767" y="3658"/>
                    <a:pt x="799" y="4169"/>
                    <a:pt x="787" y="4680"/>
                  </a:cubicBezTo>
                  <a:cubicBezTo>
                    <a:pt x="779" y="5194"/>
                    <a:pt x="730" y="5705"/>
                    <a:pt x="641" y="6212"/>
                  </a:cubicBezTo>
                  <a:cubicBezTo>
                    <a:pt x="625" y="6269"/>
                    <a:pt x="661" y="6325"/>
                    <a:pt x="718" y="6346"/>
                  </a:cubicBezTo>
                  <a:cubicBezTo>
                    <a:pt x="728" y="6348"/>
                    <a:pt x="737" y="6349"/>
                    <a:pt x="747" y="6349"/>
                  </a:cubicBezTo>
                  <a:cubicBezTo>
                    <a:pt x="798" y="6349"/>
                    <a:pt x="847" y="6315"/>
                    <a:pt x="864" y="6261"/>
                  </a:cubicBezTo>
                  <a:cubicBezTo>
                    <a:pt x="1006" y="5746"/>
                    <a:pt x="1091" y="5223"/>
                    <a:pt x="1123" y="4692"/>
                  </a:cubicBezTo>
                  <a:cubicBezTo>
                    <a:pt x="1140" y="4161"/>
                    <a:pt x="1111" y="3630"/>
                    <a:pt x="1042" y="3103"/>
                  </a:cubicBezTo>
                  <a:cubicBezTo>
                    <a:pt x="957" y="2584"/>
                    <a:pt x="844" y="2065"/>
                    <a:pt x="702" y="1558"/>
                  </a:cubicBezTo>
                  <a:cubicBezTo>
                    <a:pt x="560" y="1055"/>
                    <a:pt x="386" y="561"/>
                    <a:pt x="203" y="74"/>
                  </a:cubicBezTo>
                  <a:cubicBezTo>
                    <a:pt x="192" y="28"/>
                    <a:pt x="150" y="0"/>
                    <a:pt x="10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" name="Google Shape;5510;p73"/>
            <p:cNvSpPr/>
            <p:nvPr/>
          </p:nvSpPr>
          <p:spPr>
            <a:xfrm>
              <a:off x="3856375" y="2997055"/>
              <a:ext cx="149107" cy="195873"/>
            </a:xfrm>
            <a:custGeom>
              <a:avLst/>
              <a:gdLst/>
              <a:ahLst/>
              <a:cxnLst/>
              <a:rect l="l" t="t" r="r" b="b"/>
              <a:pathLst>
                <a:path w="8599" h="11296" extrusionOk="0">
                  <a:moveTo>
                    <a:pt x="78" y="1"/>
                  </a:moveTo>
                  <a:cubicBezTo>
                    <a:pt x="63" y="1"/>
                    <a:pt x="51" y="5"/>
                    <a:pt x="41" y="12"/>
                  </a:cubicBezTo>
                  <a:cubicBezTo>
                    <a:pt x="1" y="49"/>
                    <a:pt x="41" y="146"/>
                    <a:pt x="135" y="239"/>
                  </a:cubicBezTo>
                  <a:cubicBezTo>
                    <a:pt x="949" y="1030"/>
                    <a:pt x="1711" y="1869"/>
                    <a:pt x="2421" y="2757"/>
                  </a:cubicBezTo>
                  <a:cubicBezTo>
                    <a:pt x="3130" y="3636"/>
                    <a:pt x="3791" y="4565"/>
                    <a:pt x="4444" y="5493"/>
                  </a:cubicBezTo>
                  <a:cubicBezTo>
                    <a:pt x="5096" y="6417"/>
                    <a:pt x="5729" y="7366"/>
                    <a:pt x="6369" y="8314"/>
                  </a:cubicBezTo>
                  <a:cubicBezTo>
                    <a:pt x="7010" y="9259"/>
                    <a:pt x="7658" y="10195"/>
                    <a:pt x="8311" y="11132"/>
                  </a:cubicBezTo>
                  <a:cubicBezTo>
                    <a:pt x="8381" y="11226"/>
                    <a:pt x="8459" y="11296"/>
                    <a:pt x="8516" y="11296"/>
                  </a:cubicBezTo>
                  <a:cubicBezTo>
                    <a:pt x="8525" y="11296"/>
                    <a:pt x="8534" y="11294"/>
                    <a:pt x="8542" y="11290"/>
                  </a:cubicBezTo>
                  <a:cubicBezTo>
                    <a:pt x="8599" y="11257"/>
                    <a:pt x="8579" y="11132"/>
                    <a:pt x="8498" y="11006"/>
                  </a:cubicBezTo>
                  <a:cubicBezTo>
                    <a:pt x="7885" y="10041"/>
                    <a:pt x="7269" y="9085"/>
                    <a:pt x="6641" y="8132"/>
                  </a:cubicBezTo>
                  <a:cubicBezTo>
                    <a:pt x="6013" y="7179"/>
                    <a:pt x="5396" y="6227"/>
                    <a:pt x="4736" y="5290"/>
                  </a:cubicBezTo>
                  <a:cubicBezTo>
                    <a:pt x="4079" y="4354"/>
                    <a:pt x="3394" y="3434"/>
                    <a:pt x="2660" y="2554"/>
                  </a:cubicBezTo>
                  <a:cubicBezTo>
                    <a:pt x="1926" y="1674"/>
                    <a:pt x="1124" y="851"/>
                    <a:pt x="264" y="97"/>
                  </a:cubicBezTo>
                  <a:cubicBezTo>
                    <a:pt x="196" y="39"/>
                    <a:pt x="126" y="1"/>
                    <a:pt x="7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" name="Google Shape;5511;p73"/>
            <p:cNvSpPr/>
            <p:nvPr/>
          </p:nvSpPr>
          <p:spPr>
            <a:xfrm>
              <a:off x="3889061" y="3078726"/>
              <a:ext cx="64349" cy="83440"/>
            </a:xfrm>
            <a:custGeom>
              <a:avLst/>
              <a:gdLst/>
              <a:ahLst/>
              <a:cxnLst/>
              <a:rect l="l" t="t" r="r" b="b"/>
              <a:pathLst>
                <a:path w="3711" h="4812" extrusionOk="0">
                  <a:moveTo>
                    <a:pt x="114" y="0"/>
                  </a:moveTo>
                  <a:cubicBezTo>
                    <a:pt x="96" y="0"/>
                    <a:pt x="78" y="6"/>
                    <a:pt x="62" y="17"/>
                  </a:cubicBezTo>
                  <a:cubicBezTo>
                    <a:pt x="13" y="45"/>
                    <a:pt x="1" y="110"/>
                    <a:pt x="33" y="155"/>
                  </a:cubicBezTo>
                  <a:cubicBezTo>
                    <a:pt x="305" y="556"/>
                    <a:pt x="572" y="949"/>
                    <a:pt x="856" y="1346"/>
                  </a:cubicBezTo>
                  <a:lnTo>
                    <a:pt x="1703" y="2506"/>
                  </a:lnTo>
                  <a:lnTo>
                    <a:pt x="2579" y="3649"/>
                  </a:lnTo>
                  <a:cubicBezTo>
                    <a:pt x="2871" y="4026"/>
                    <a:pt x="3175" y="4399"/>
                    <a:pt x="3487" y="4772"/>
                  </a:cubicBezTo>
                  <a:cubicBezTo>
                    <a:pt x="3510" y="4797"/>
                    <a:pt x="3544" y="4812"/>
                    <a:pt x="3580" y="4812"/>
                  </a:cubicBezTo>
                  <a:cubicBezTo>
                    <a:pt x="3600" y="4812"/>
                    <a:pt x="3622" y="4807"/>
                    <a:pt x="3641" y="4796"/>
                  </a:cubicBezTo>
                  <a:cubicBezTo>
                    <a:pt x="3694" y="4760"/>
                    <a:pt x="3710" y="4691"/>
                    <a:pt x="3674" y="4638"/>
                  </a:cubicBezTo>
                  <a:cubicBezTo>
                    <a:pt x="3406" y="4237"/>
                    <a:pt x="3126" y="3844"/>
                    <a:pt x="2847" y="3454"/>
                  </a:cubicBezTo>
                  <a:lnTo>
                    <a:pt x="1987" y="2291"/>
                  </a:lnTo>
                  <a:lnTo>
                    <a:pt x="1099" y="1152"/>
                  </a:lnTo>
                  <a:cubicBezTo>
                    <a:pt x="803" y="771"/>
                    <a:pt x="495" y="402"/>
                    <a:pt x="187" y="37"/>
                  </a:cubicBezTo>
                  <a:cubicBezTo>
                    <a:pt x="168" y="13"/>
                    <a:pt x="141" y="0"/>
                    <a:pt x="1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" name="Google Shape;5512;p73"/>
            <p:cNvSpPr/>
            <p:nvPr/>
          </p:nvSpPr>
          <p:spPr>
            <a:xfrm>
              <a:off x="3929134" y="3570523"/>
              <a:ext cx="155089" cy="109415"/>
            </a:xfrm>
            <a:custGeom>
              <a:avLst/>
              <a:gdLst/>
              <a:ahLst/>
              <a:cxnLst/>
              <a:rect l="l" t="t" r="r" b="b"/>
              <a:pathLst>
                <a:path w="8944" h="6310" extrusionOk="0">
                  <a:moveTo>
                    <a:pt x="8797" y="0"/>
                  </a:moveTo>
                  <a:cubicBezTo>
                    <a:pt x="8766" y="0"/>
                    <a:pt x="8732" y="5"/>
                    <a:pt x="8696" y="15"/>
                  </a:cubicBezTo>
                  <a:cubicBezTo>
                    <a:pt x="7832" y="263"/>
                    <a:pt x="6997" y="587"/>
                    <a:pt x="6191" y="980"/>
                  </a:cubicBezTo>
                  <a:cubicBezTo>
                    <a:pt x="4573" y="1762"/>
                    <a:pt x="3098" y="2804"/>
                    <a:pt x="1817" y="4065"/>
                  </a:cubicBezTo>
                  <a:cubicBezTo>
                    <a:pt x="1180" y="4693"/>
                    <a:pt x="596" y="5374"/>
                    <a:pt x="73" y="6104"/>
                  </a:cubicBezTo>
                  <a:cubicBezTo>
                    <a:pt x="21" y="6177"/>
                    <a:pt x="0" y="6258"/>
                    <a:pt x="41" y="6295"/>
                  </a:cubicBezTo>
                  <a:cubicBezTo>
                    <a:pt x="52" y="6305"/>
                    <a:pt x="66" y="6309"/>
                    <a:pt x="83" y="6309"/>
                  </a:cubicBezTo>
                  <a:cubicBezTo>
                    <a:pt x="125" y="6309"/>
                    <a:pt x="181" y="6276"/>
                    <a:pt x="227" y="6218"/>
                  </a:cubicBezTo>
                  <a:cubicBezTo>
                    <a:pt x="787" y="5537"/>
                    <a:pt x="1391" y="4892"/>
                    <a:pt x="2035" y="4292"/>
                  </a:cubicBezTo>
                  <a:cubicBezTo>
                    <a:pt x="2672" y="3688"/>
                    <a:pt x="3357" y="3133"/>
                    <a:pt x="4083" y="2638"/>
                  </a:cubicBezTo>
                  <a:cubicBezTo>
                    <a:pt x="4800" y="2127"/>
                    <a:pt x="5554" y="1669"/>
                    <a:pt x="6337" y="1272"/>
                  </a:cubicBezTo>
                  <a:cubicBezTo>
                    <a:pt x="7123" y="871"/>
                    <a:pt x="7934" y="522"/>
                    <a:pt x="8765" y="230"/>
                  </a:cubicBezTo>
                  <a:cubicBezTo>
                    <a:pt x="8866" y="194"/>
                    <a:pt x="8943" y="133"/>
                    <a:pt x="8927" y="68"/>
                  </a:cubicBezTo>
                  <a:cubicBezTo>
                    <a:pt x="8916" y="24"/>
                    <a:pt x="8865" y="0"/>
                    <a:pt x="879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" name="Google Shape;5513;p73"/>
            <p:cNvSpPr/>
            <p:nvPr/>
          </p:nvSpPr>
          <p:spPr>
            <a:xfrm>
              <a:off x="3990847" y="3590066"/>
              <a:ext cx="93307" cy="50338"/>
            </a:xfrm>
            <a:custGeom>
              <a:avLst/>
              <a:gdLst/>
              <a:ahLst/>
              <a:cxnLst/>
              <a:rect l="l" t="t" r="r" b="b"/>
              <a:pathLst>
                <a:path w="5381" h="2903" extrusionOk="0">
                  <a:moveTo>
                    <a:pt x="5260" y="1"/>
                  </a:moveTo>
                  <a:cubicBezTo>
                    <a:pt x="5253" y="1"/>
                    <a:pt x="5246" y="2"/>
                    <a:pt x="5238" y="3"/>
                  </a:cubicBezTo>
                  <a:cubicBezTo>
                    <a:pt x="4744" y="88"/>
                    <a:pt x="4261" y="214"/>
                    <a:pt x="3791" y="380"/>
                  </a:cubicBezTo>
                  <a:cubicBezTo>
                    <a:pt x="3325" y="546"/>
                    <a:pt x="2867" y="745"/>
                    <a:pt x="2425" y="968"/>
                  </a:cubicBezTo>
                  <a:cubicBezTo>
                    <a:pt x="1987" y="1203"/>
                    <a:pt x="1566" y="1471"/>
                    <a:pt x="1160" y="1762"/>
                  </a:cubicBezTo>
                  <a:cubicBezTo>
                    <a:pt x="763" y="2054"/>
                    <a:pt x="390" y="2379"/>
                    <a:pt x="41" y="2735"/>
                  </a:cubicBezTo>
                  <a:cubicBezTo>
                    <a:pt x="5" y="2772"/>
                    <a:pt x="1" y="2829"/>
                    <a:pt x="33" y="2869"/>
                  </a:cubicBezTo>
                  <a:cubicBezTo>
                    <a:pt x="51" y="2891"/>
                    <a:pt x="78" y="2902"/>
                    <a:pt x="105" y="2902"/>
                  </a:cubicBezTo>
                  <a:cubicBezTo>
                    <a:pt x="128" y="2902"/>
                    <a:pt x="152" y="2894"/>
                    <a:pt x="171" y="2877"/>
                  </a:cubicBezTo>
                  <a:cubicBezTo>
                    <a:pt x="548" y="2573"/>
                    <a:pt x="941" y="2285"/>
                    <a:pt x="1338" y="2018"/>
                  </a:cubicBezTo>
                  <a:cubicBezTo>
                    <a:pt x="1740" y="1746"/>
                    <a:pt x="2157" y="1503"/>
                    <a:pt x="2591" y="1288"/>
                  </a:cubicBezTo>
                  <a:cubicBezTo>
                    <a:pt x="3017" y="1057"/>
                    <a:pt x="3455" y="858"/>
                    <a:pt x="3909" y="688"/>
                  </a:cubicBezTo>
                  <a:cubicBezTo>
                    <a:pt x="4359" y="510"/>
                    <a:pt x="4821" y="356"/>
                    <a:pt x="5287" y="226"/>
                  </a:cubicBezTo>
                  <a:cubicBezTo>
                    <a:pt x="5344" y="210"/>
                    <a:pt x="5380" y="153"/>
                    <a:pt x="5372" y="96"/>
                  </a:cubicBezTo>
                  <a:cubicBezTo>
                    <a:pt x="5361" y="39"/>
                    <a:pt x="5313" y="1"/>
                    <a:pt x="526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" name="Google Shape;5514;p73"/>
            <p:cNvSpPr/>
            <p:nvPr/>
          </p:nvSpPr>
          <p:spPr>
            <a:xfrm>
              <a:off x="4038514" y="4090186"/>
              <a:ext cx="108687" cy="97312"/>
            </a:xfrm>
            <a:custGeom>
              <a:avLst/>
              <a:gdLst/>
              <a:ahLst/>
              <a:cxnLst/>
              <a:rect l="l" t="t" r="r" b="b"/>
              <a:pathLst>
                <a:path w="6268" h="5612" extrusionOk="0">
                  <a:moveTo>
                    <a:pt x="88" y="1"/>
                  </a:moveTo>
                  <a:cubicBezTo>
                    <a:pt x="73" y="1"/>
                    <a:pt x="58" y="5"/>
                    <a:pt x="45" y="16"/>
                  </a:cubicBezTo>
                  <a:cubicBezTo>
                    <a:pt x="0" y="53"/>
                    <a:pt x="4" y="126"/>
                    <a:pt x="53" y="186"/>
                  </a:cubicBezTo>
                  <a:cubicBezTo>
                    <a:pt x="479" y="738"/>
                    <a:pt x="718" y="1402"/>
                    <a:pt x="985" y="2071"/>
                  </a:cubicBezTo>
                  <a:cubicBezTo>
                    <a:pt x="1257" y="2740"/>
                    <a:pt x="1634" y="3401"/>
                    <a:pt x="2149" y="3932"/>
                  </a:cubicBezTo>
                  <a:cubicBezTo>
                    <a:pt x="2664" y="4463"/>
                    <a:pt x="3280" y="4889"/>
                    <a:pt x="3957" y="5185"/>
                  </a:cubicBezTo>
                  <a:cubicBezTo>
                    <a:pt x="4604" y="5465"/>
                    <a:pt x="5303" y="5611"/>
                    <a:pt x="6008" y="5611"/>
                  </a:cubicBezTo>
                  <a:cubicBezTo>
                    <a:pt x="6037" y="5611"/>
                    <a:pt x="6065" y="5611"/>
                    <a:pt x="6093" y="5610"/>
                  </a:cubicBezTo>
                  <a:cubicBezTo>
                    <a:pt x="6186" y="5610"/>
                    <a:pt x="6255" y="5566"/>
                    <a:pt x="6263" y="5501"/>
                  </a:cubicBezTo>
                  <a:cubicBezTo>
                    <a:pt x="6267" y="5440"/>
                    <a:pt x="6190" y="5387"/>
                    <a:pt x="6101" y="5379"/>
                  </a:cubicBezTo>
                  <a:cubicBezTo>
                    <a:pt x="5404" y="5347"/>
                    <a:pt x="4719" y="5177"/>
                    <a:pt x="4086" y="4881"/>
                  </a:cubicBezTo>
                  <a:cubicBezTo>
                    <a:pt x="3454" y="4597"/>
                    <a:pt x="2882" y="4187"/>
                    <a:pt x="2408" y="3685"/>
                  </a:cubicBezTo>
                  <a:cubicBezTo>
                    <a:pt x="1914" y="3194"/>
                    <a:pt x="1569" y="2594"/>
                    <a:pt x="1277" y="1950"/>
                  </a:cubicBezTo>
                  <a:cubicBezTo>
                    <a:pt x="981" y="1309"/>
                    <a:pt x="706" y="612"/>
                    <a:pt x="203" y="65"/>
                  </a:cubicBezTo>
                  <a:cubicBezTo>
                    <a:pt x="166" y="28"/>
                    <a:pt x="125" y="1"/>
                    <a:pt x="8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" name="Google Shape;5515;p73"/>
            <p:cNvSpPr/>
            <p:nvPr/>
          </p:nvSpPr>
          <p:spPr>
            <a:xfrm>
              <a:off x="4078726" y="4120531"/>
              <a:ext cx="47668" cy="29339"/>
            </a:xfrm>
            <a:custGeom>
              <a:avLst/>
              <a:gdLst/>
              <a:ahLst/>
              <a:cxnLst/>
              <a:rect l="l" t="t" r="r" b="b"/>
              <a:pathLst>
                <a:path w="2749" h="1692" extrusionOk="0">
                  <a:moveTo>
                    <a:pt x="133" y="0"/>
                  </a:moveTo>
                  <a:cubicBezTo>
                    <a:pt x="113" y="0"/>
                    <a:pt x="87" y="10"/>
                    <a:pt x="61" y="34"/>
                  </a:cubicBezTo>
                  <a:cubicBezTo>
                    <a:pt x="20" y="70"/>
                    <a:pt x="0" y="115"/>
                    <a:pt x="16" y="139"/>
                  </a:cubicBezTo>
                  <a:cubicBezTo>
                    <a:pt x="170" y="350"/>
                    <a:pt x="349" y="544"/>
                    <a:pt x="543" y="719"/>
                  </a:cubicBezTo>
                  <a:cubicBezTo>
                    <a:pt x="742" y="889"/>
                    <a:pt x="953" y="1043"/>
                    <a:pt x="1176" y="1181"/>
                  </a:cubicBezTo>
                  <a:cubicBezTo>
                    <a:pt x="1407" y="1310"/>
                    <a:pt x="1646" y="1420"/>
                    <a:pt x="1893" y="1513"/>
                  </a:cubicBezTo>
                  <a:cubicBezTo>
                    <a:pt x="2140" y="1598"/>
                    <a:pt x="2396" y="1659"/>
                    <a:pt x="2655" y="1692"/>
                  </a:cubicBezTo>
                  <a:cubicBezTo>
                    <a:pt x="2688" y="1692"/>
                    <a:pt x="2716" y="1655"/>
                    <a:pt x="2732" y="1594"/>
                  </a:cubicBezTo>
                  <a:cubicBezTo>
                    <a:pt x="2749" y="1533"/>
                    <a:pt x="2732" y="1477"/>
                    <a:pt x="2704" y="1469"/>
                  </a:cubicBezTo>
                  <a:cubicBezTo>
                    <a:pt x="2469" y="1392"/>
                    <a:pt x="2238" y="1302"/>
                    <a:pt x="2015" y="1205"/>
                  </a:cubicBezTo>
                  <a:cubicBezTo>
                    <a:pt x="1784" y="1112"/>
                    <a:pt x="1565" y="1002"/>
                    <a:pt x="1354" y="877"/>
                  </a:cubicBezTo>
                  <a:cubicBezTo>
                    <a:pt x="1139" y="755"/>
                    <a:pt x="936" y="621"/>
                    <a:pt x="742" y="475"/>
                  </a:cubicBezTo>
                  <a:cubicBezTo>
                    <a:pt x="539" y="329"/>
                    <a:pt x="349" y="171"/>
                    <a:pt x="162" y="9"/>
                  </a:cubicBezTo>
                  <a:cubicBezTo>
                    <a:pt x="155" y="3"/>
                    <a:pt x="145" y="0"/>
                    <a:pt x="13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" name="Google Shape;5516;p73"/>
            <p:cNvSpPr/>
            <p:nvPr/>
          </p:nvSpPr>
          <p:spPr>
            <a:xfrm>
              <a:off x="3560312" y="2740527"/>
              <a:ext cx="415518" cy="1293703"/>
            </a:xfrm>
            <a:custGeom>
              <a:avLst/>
              <a:gdLst/>
              <a:ahLst/>
              <a:cxnLst/>
              <a:rect l="l" t="t" r="r" b="b"/>
              <a:pathLst>
                <a:path w="23963" h="74608" extrusionOk="0">
                  <a:moveTo>
                    <a:pt x="8011" y="0"/>
                  </a:moveTo>
                  <a:cubicBezTo>
                    <a:pt x="7213" y="0"/>
                    <a:pt x="6449" y="221"/>
                    <a:pt x="5748" y="707"/>
                  </a:cubicBezTo>
                  <a:cubicBezTo>
                    <a:pt x="5307" y="1015"/>
                    <a:pt x="4548" y="1603"/>
                    <a:pt x="3750" y="2852"/>
                  </a:cubicBezTo>
                  <a:cubicBezTo>
                    <a:pt x="2440" y="4882"/>
                    <a:pt x="1014" y="8653"/>
                    <a:pt x="624" y="15803"/>
                  </a:cubicBezTo>
                  <a:cubicBezTo>
                    <a:pt x="0" y="27332"/>
                    <a:pt x="5469" y="49450"/>
                    <a:pt x="7877" y="55940"/>
                  </a:cubicBezTo>
                  <a:cubicBezTo>
                    <a:pt x="8347" y="57201"/>
                    <a:pt x="8890" y="58616"/>
                    <a:pt x="9478" y="60083"/>
                  </a:cubicBezTo>
                  <a:cubicBezTo>
                    <a:pt x="11930" y="66176"/>
                    <a:pt x="15210" y="73218"/>
                    <a:pt x="17168" y="74085"/>
                  </a:cubicBezTo>
                  <a:cubicBezTo>
                    <a:pt x="18004" y="74455"/>
                    <a:pt x="19028" y="74607"/>
                    <a:pt x="20070" y="74607"/>
                  </a:cubicBezTo>
                  <a:cubicBezTo>
                    <a:pt x="21473" y="74607"/>
                    <a:pt x="22908" y="74331"/>
                    <a:pt x="23962" y="73935"/>
                  </a:cubicBezTo>
                  <a:cubicBezTo>
                    <a:pt x="21335" y="69841"/>
                    <a:pt x="17825" y="63294"/>
                    <a:pt x="15696" y="59994"/>
                  </a:cubicBezTo>
                  <a:cubicBezTo>
                    <a:pt x="15506" y="59706"/>
                    <a:pt x="15344" y="59406"/>
                    <a:pt x="15202" y="59090"/>
                  </a:cubicBezTo>
                  <a:cubicBezTo>
                    <a:pt x="14744" y="58016"/>
                    <a:pt x="14817" y="57144"/>
                    <a:pt x="15157" y="56435"/>
                  </a:cubicBezTo>
                  <a:lnTo>
                    <a:pt x="15161" y="56435"/>
                  </a:lnTo>
                  <a:cubicBezTo>
                    <a:pt x="15798" y="55101"/>
                    <a:pt x="17359" y="54327"/>
                    <a:pt x="18060" y="53775"/>
                  </a:cubicBezTo>
                  <a:cubicBezTo>
                    <a:pt x="18157" y="53698"/>
                    <a:pt x="18194" y="53577"/>
                    <a:pt x="18177" y="53411"/>
                  </a:cubicBezTo>
                  <a:lnTo>
                    <a:pt x="17873" y="52572"/>
                  </a:lnTo>
                  <a:lnTo>
                    <a:pt x="17873" y="52559"/>
                  </a:lnTo>
                  <a:cubicBezTo>
                    <a:pt x="17026" y="50192"/>
                    <a:pt x="16215" y="47756"/>
                    <a:pt x="15526" y="45348"/>
                  </a:cubicBezTo>
                  <a:cubicBezTo>
                    <a:pt x="11752" y="32193"/>
                    <a:pt x="10966" y="20028"/>
                    <a:pt x="10678" y="13744"/>
                  </a:cubicBezTo>
                  <a:cubicBezTo>
                    <a:pt x="10421" y="8132"/>
                    <a:pt x="12741" y="6142"/>
                    <a:pt x="13641" y="6142"/>
                  </a:cubicBezTo>
                  <a:cubicBezTo>
                    <a:pt x="13749" y="6142"/>
                    <a:pt x="13836" y="6170"/>
                    <a:pt x="13897" y="6224"/>
                  </a:cubicBezTo>
                  <a:cubicBezTo>
                    <a:pt x="14460" y="6731"/>
                    <a:pt x="17022" y="9309"/>
                    <a:pt x="17022" y="9309"/>
                  </a:cubicBezTo>
                  <a:cubicBezTo>
                    <a:pt x="17063" y="9204"/>
                    <a:pt x="17683" y="7461"/>
                    <a:pt x="14878" y="4201"/>
                  </a:cubicBezTo>
                  <a:cubicBezTo>
                    <a:pt x="12748" y="1731"/>
                    <a:pt x="10246" y="0"/>
                    <a:pt x="8011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" name="Google Shape;5517;p73"/>
            <p:cNvSpPr/>
            <p:nvPr/>
          </p:nvSpPr>
          <p:spPr>
            <a:xfrm>
              <a:off x="3553983" y="2734319"/>
              <a:ext cx="428315" cy="1306031"/>
            </a:xfrm>
            <a:custGeom>
              <a:avLst/>
              <a:gdLst/>
              <a:ahLst/>
              <a:cxnLst/>
              <a:rect l="l" t="t" r="r" b="b"/>
              <a:pathLst>
                <a:path w="24701" h="75319" extrusionOk="0">
                  <a:moveTo>
                    <a:pt x="8361" y="716"/>
                  </a:moveTo>
                  <a:cubicBezTo>
                    <a:pt x="8374" y="716"/>
                    <a:pt x="8387" y="716"/>
                    <a:pt x="8400" y="716"/>
                  </a:cubicBezTo>
                  <a:cubicBezTo>
                    <a:pt x="10354" y="716"/>
                    <a:pt x="12677" y="2127"/>
                    <a:pt x="14979" y="4795"/>
                  </a:cubicBezTo>
                  <a:cubicBezTo>
                    <a:pt x="16678" y="6769"/>
                    <a:pt x="17063" y="8147"/>
                    <a:pt x="17115" y="8889"/>
                  </a:cubicBezTo>
                  <a:cubicBezTo>
                    <a:pt x="16329" y="8102"/>
                    <a:pt x="14914" y="6692"/>
                    <a:pt x="14505" y="6323"/>
                  </a:cubicBezTo>
                  <a:cubicBezTo>
                    <a:pt x="14376" y="6207"/>
                    <a:pt x="14208" y="6149"/>
                    <a:pt x="14015" y="6149"/>
                  </a:cubicBezTo>
                  <a:cubicBezTo>
                    <a:pt x="13835" y="6149"/>
                    <a:pt x="13635" y="6199"/>
                    <a:pt x="13426" y="6299"/>
                  </a:cubicBezTo>
                  <a:cubicBezTo>
                    <a:pt x="12300" y="6830"/>
                    <a:pt x="10459" y="9071"/>
                    <a:pt x="10694" y="14122"/>
                  </a:cubicBezTo>
                  <a:cubicBezTo>
                    <a:pt x="11055" y="21691"/>
                    <a:pt x="11939" y="33212"/>
                    <a:pt x="15555" y="45807"/>
                  </a:cubicBezTo>
                  <a:cubicBezTo>
                    <a:pt x="16195" y="48041"/>
                    <a:pt x="16965" y="50404"/>
                    <a:pt x="17906" y="53043"/>
                  </a:cubicBezTo>
                  <a:lnTo>
                    <a:pt x="17910" y="53043"/>
                  </a:lnTo>
                  <a:lnTo>
                    <a:pt x="17910" y="53063"/>
                  </a:lnTo>
                  <a:lnTo>
                    <a:pt x="18113" y="53627"/>
                  </a:lnTo>
                  <a:lnTo>
                    <a:pt x="18194" y="53850"/>
                  </a:lnTo>
                  <a:lnTo>
                    <a:pt x="18194" y="53870"/>
                  </a:lnTo>
                  <a:cubicBezTo>
                    <a:pt x="18048" y="53979"/>
                    <a:pt x="17853" y="54113"/>
                    <a:pt x="17630" y="54259"/>
                  </a:cubicBezTo>
                  <a:cubicBezTo>
                    <a:pt x="16840" y="54790"/>
                    <a:pt x="15766" y="55512"/>
                    <a:pt x="15222" y="56602"/>
                  </a:cubicBezTo>
                  <a:cubicBezTo>
                    <a:pt x="15218" y="56614"/>
                    <a:pt x="15206" y="56627"/>
                    <a:pt x="15202" y="56643"/>
                  </a:cubicBezTo>
                  <a:cubicBezTo>
                    <a:pt x="14772" y="57539"/>
                    <a:pt x="14789" y="58532"/>
                    <a:pt x="15243" y="59598"/>
                  </a:cubicBezTo>
                  <a:cubicBezTo>
                    <a:pt x="15389" y="59926"/>
                    <a:pt x="15563" y="60247"/>
                    <a:pt x="15761" y="60551"/>
                  </a:cubicBezTo>
                  <a:cubicBezTo>
                    <a:pt x="16779" y="62124"/>
                    <a:pt x="18080" y="64390"/>
                    <a:pt x="19532" y="66907"/>
                  </a:cubicBezTo>
                  <a:cubicBezTo>
                    <a:pt x="20979" y="69429"/>
                    <a:pt x="22475" y="72027"/>
                    <a:pt x="23788" y="74103"/>
                  </a:cubicBezTo>
                  <a:cubicBezTo>
                    <a:pt x="22813" y="74409"/>
                    <a:pt x="21603" y="74606"/>
                    <a:pt x="20431" y="74606"/>
                  </a:cubicBezTo>
                  <a:cubicBezTo>
                    <a:pt x="19430" y="74606"/>
                    <a:pt x="18458" y="74462"/>
                    <a:pt x="17683" y="74119"/>
                  </a:cubicBezTo>
                  <a:cubicBezTo>
                    <a:pt x="16191" y="73462"/>
                    <a:pt x="13386" y="68298"/>
                    <a:pt x="10171" y="60311"/>
                  </a:cubicBezTo>
                  <a:cubicBezTo>
                    <a:pt x="9624" y="58937"/>
                    <a:pt x="9089" y="57551"/>
                    <a:pt x="8574" y="56177"/>
                  </a:cubicBezTo>
                  <a:cubicBezTo>
                    <a:pt x="6194" y="49768"/>
                    <a:pt x="718" y="27808"/>
                    <a:pt x="1346" y="16182"/>
                  </a:cubicBezTo>
                  <a:cubicBezTo>
                    <a:pt x="1658" y="10369"/>
                    <a:pt x="2692" y="6072"/>
                    <a:pt x="4415" y="3400"/>
                  </a:cubicBezTo>
                  <a:cubicBezTo>
                    <a:pt x="5157" y="2241"/>
                    <a:pt x="5854" y="1677"/>
                    <a:pt x="6316" y="1357"/>
                  </a:cubicBezTo>
                  <a:cubicBezTo>
                    <a:pt x="6914" y="943"/>
                    <a:pt x="7629" y="716"/>
                    <a:pt x="8361" y="716"/>
                  </a:cubicBezTo>
                  <a:close/>
                  <a:moveTo>
                    <a:pt x="8389" y="1"/>
                  </a:moveTo>
                  <a:cubicBezTo>
                    <a:pt x="7494" y="1"/>
                    <a:pt x="6659" y="255"/>
                    <a:pt x="5911" y="773"/>
                  </a:cubicBezTo>
                  <a:cubicBezTo>
                    <a:pt x="5400" y="1130"/>
                    <a:pt x="4630" y="1746"/>
                    <a:pt x="3819" y="3015"/>
                  </a:cubicBezTo>
                  <a:cubicBezTo>
                    <a:pt x="2027" y="5792"/>
                    <a:pt x="961" y="10206"/>
                    <a:pt x="637" y="16137"/>
                  </a:cubicBezTo>
                  <a:cubicBezTo>
                    <a:pt x="0" y="27865"/>
                    <a:pt x="5513" y="49970"/>
                    <a:pt x="7913" y="56424"/>
                  </a:cubicBezTo>
                  <a:cubicBezTo>
                    <a:pt x="8424" y="57802"/>
                    <a:pt x="8959" y="59201"/>
                    <a:pt x="9515" y="60575"/>
                  </a:cubicBezTo>
                  <a:cubicBezTo>
                    <a:pt x="11898" y="66518"/>
                    <a:pt x="15210" y="73807"/>
                    <a:pt x="17391" y="74767"/>
                  </a:cubicBezTo>
                  <a:cubicBezTo>
                    <a:pt x="18271" y="75157"/>
                    <a:pt x="19345" y="75319"/>
                    <a:pt x="20444" y="75319"/>
                  </a:cubicBezTo>
                  <a:cubicBezTo>
                    <a:pt x="21867" y="75319"/>
                    <a:pt x="23330" y="75047"/>
                    <a:pt x="24457" y="74625"/>
                  </a:cubicBezTo>
                  <a:cubicBezTo>
                    <a:pt x="24554" y="74585"/>
                    <a:pt x="24631" y="74504"/>
                    <a:pt x="24668" y="74403"/>
                  </a:cubicBezTo>
                  <a:cubicBezTo>
                    <a:pt x="24700" y="74301"/>
                    <a:pt x="24684" y="74188"/>
                    <a:pt x="24627" y="74099"/>
                  </a:cubicBezTo>
                  <a:cubicBezTo>
                    <a:pt x="23269" y="71978"/>
                    <a:pt x="21680" y="69218"/>
                    <a:pt x="20144" y="66554"/>
                  </a:cubicBezTo>
                  <a:cubicBezTo>
                    <a:pt x="18725" y="64086"/>
                    <a:pt x="17387" y="61755"/>
                    <a:pt x="16357" y="60162"/>
                  </a:cubicBezTo>
                  <a:cubicBezTo>
                    <a:pt x="16179" y="59894"/>
                    <a:pt x="16025" y="59610"/>
                    <a:pt x="15891" y="59310"/>
                  </a:cubicBezTo>
                  <a:cubicBezTo>
                    <a:pt x="15522" y="58451"/>
                    <a:pt x="15502" y="57689"/>
                    <a:pt x="15826" y="56987"/>
                  </a:cubicBezTo>
                  <a:lnTo>
                    <a:pt x="15847" y="56951"/>
                  </a:lnTo>
                  <a:cubicBezTo>
                    <a:pt x="16293" y="56014"/>
                    <a:pt x="17298" y="55337"/>
                    <a:pt x="18028" y="54851"/>
                  </a:cubicBezTo>
                  <a:cubicBezTo>
                    <a:pt x="18263" y="54689"/>
                    <a:pt x="18534" y="54502"/>
                    <a:pt x="18644" y="54417"/>
                  </a:cubicBezTo>
                  <a:cubicBezTo>
                    <a:pt x="18757" y="54332"/>
                    <a:pt x="18940" y="54129"/>
                    <a:pt x="18899" y="53736"/>
                  </a:cubicBezTo>
                  <a:cubicBezTo>
                    <a:pt x="18895" y="53708"/>
                    <a:pt x="18887" y="53679"/>
                    <a:pt x="18879" y="53651"/>
                  </a:cubicBezTo>
                  <a:lnTo>
                    <a:pt x="18782" y="53384"/>
                  </a:lnTo>
                  <a:cubicBezTo>
                    <a:pt x="18709" y="53197"/>
                    <a:pt x="18644" y="53002"/>
                    <a:pt x="18575" y="52816"/>
                  </a:cubicBezTo>
                  <a:cubicBezTo>
                    <a:pt x="18571" y="52804"/>
                    <a:pt x="18567" y="52796"/>
                    <a:pt x="18563" y="52784"/>
                  </a:cubicBezTo>
                  <a:cubicBezTo>
                    <a:pt x="17630" y="50173"/>
                    <a:pt x="16868" y="47826"/>
                    <a:pt x="16232" y="45616"/>
                  </a:cubicBezTo>
                  <a:cubicBezTo>
                    <a:pt x="12640" y="33090"/>
                    <a:pt x="11752" y="21622"/>
                    <a:pt x="11404" y="14086"/>
                  </a:cubicBezTo>
                  <a:cubicBezTo>
                    <a:pt x="11221" y="10194"/>
                    <a:pt x="12332" y="7936"/>
                    <a:pt x="13426" y="7117"/>
                  </a:cubicBezTo>
                  <a:cubicBezTo>
                    <a:pt x="13779" y="6854"/>
                    <a:pt x="14006" y="6850"/>
                    <a:pt x="14022" y="6850"/>
                  </a:cubicBezTo>
                  <a:cubicBezTo>
                    <a:pt x="14574" y="7348"/>
                    <a:pt x="17107" y="9894"/>
                    <a:pt x="17136" y="9923"/>
                  </a:cubicBezTo>
                  <a:cubicBezTo>
                    <a:pt x="17205" y="9994"/>
                    <a:pt x="17295" y="10027"/>
                    <a:pt x="17384" y="10027"/>
                  </a:cubicBezTo>
                  <a:cubicBezTo>
                    <a:pt x="17529" y="10027"/>
                    <a:pt x="17671" y="9940"/>
                    <a:pt x="17724" y="9785"/>
                  </a:cubicBezTo>
                  <a:cubicBezTo>
                    <a:pt x="17817" y="9525"/>
                    <a:pt x="18372" y="7653"/>
                    <a:pt x="15514" y="4332"/>
                  </a:cubicBezTo>
                  <a:cubicBezTo>
                    <a:pt x="13069" y="1494"/>
                    <a:pt x="10557" y="1"/>
                    <a:pt x="83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" name="Google Shape;5518;p73"/>
            <p:cNvSpPr/>
            <p:nvPr/>
          </p:nvSpPr>
          <p:spPr>
            <a:xfrm>
              <a:off x="3625319" y="2740527"/>
              <a:ext cx="350511" cy="1293703"/>
            </a:xfrm>
            <a:custGeom>
              <a:avLst/>
              <a:gdLst/>
              <a:ahLst/>
              <a:cxnLst/>
              <a:rect l="l" t="t" r="r" b="b"/>
              <a:pathLst>
                <a:path w="20214" h="74608" extrusionOk="0">
                  <a:moveTo>
                    <a:pt x="4261" y="0"/>
                  </a:moveTo>
                  <a:cubicBezTo>
                    <a:pt x="3464" y="0"/>
                    <a:pt x="2700" y="221"/>
                    <a:pt x="1999" y="707"/>
                  </a:cubicBezTo>
                  <a:cubicBezTo>
                    <a:pt x="1558" y="1015"/>
                    <a:pt x="795" y="1603"/>
                    <a:pt x="1" y="2852"/>
                  </a:cubicBezTo>
                  <a:cubicBezTo>
                    <a:pt x="102" y="2841"/>
                    <a:pt x="204" y="2836"/>
                    <a:pt x="306" y="2836"/>
                  </a:cubicBezTo>
                  <a:cubicBezTo>
                    <a:pt x="903" y="2836"/>
                    <a:pt x="1521" y="3010"/>
                    <a:pt x="2113" y="3391"/>
                  </a:cubicBezTo>
                  <a:cubicBezTo>
                    <a:pt x="3617" y="4343"/>
                    <a:pt x="4351" y="6184"/>
                    <a:pt x="4468" y="7959"/>
                  </a:cubicBezTo>
                  <a:cubicBezTo>
                    <a:pt x="4582" y="9731"/>
                    <a:pt x="4180" y="11490"/>
                    <a:pt x="3897" y="13241"/>
                  </a:cubicBezTo>
                  <a:cubicBezTo>
                    <a:pt x="2757" y="20169"/>
                    <a:pt x="4411" y="27908"/>
                    <a:pt x="5619" y="34013"/>
                  </a:cubicBezTo>
                  <a:cubicBezTo>
                    <a:pt x="8729" y="49657"/>
                    <a:pt x="10573" y="55928"/>
                    <a:pt x="8785" y="60480"/>
                  </a:cubicBezTo>
                  <a:cubicBezTo>
                    <a:pt x="8490" y="60589"/>
                    <a:pt x="8193" y="60634"/>
                    <a:pt x="7896" y="60634"/>
                  </a:cubicBezTo>
                  <a:cubicBezTo>
                    <a:pt x="7180" y="60634"/>
                    <a:pt x="6460" y="60370"/>
                    <a:pt x="5729" y="60083"/>
                  </a:cubicBezTo>
                  <a:lnTo>
                    <a:pt x="5729" y="60083"/>
                  </a:lnTo>
                  <a:cubicBezTo>
                    <a:pt x="8181" y="66176"/>
                    <a:pt x="11461" y="73218"/>
                    <a:pt x="13419" y="74085"/>
                  </a:cubicBezTo>
                  <a:cubicBezTo>
                    <a:pt x="14255" y="74455"/>
                    <a:pt x="15279" y="74607"/>
                    <a:pt x="16321" y="74607"/>
                  </a:cubicBezTo>
                  <a:cubicBezTo>
                    <a:pt x="17724" y="74607"/>
                    <a:pt x="19159" y="74331"/>
                    <a:pt x="20213" y="73935"/>
                  </a:cubicBezTo>
                  <a:cubicBezTo>
                    <a:pt x="17586" y="69841"/>
                    <a:pt x="14076" y="63294"/>
                    <a:pt x="11947" y="59994"/>
                  </a:cubicBezTo>
                  <a:cubicBezTo>
                    <a:pt x="11757" y="59706"/>
                    <a:pt x="11595" y="59406"/>
                    <a:pt x="11453" y="59090"/>
                  </a:cubicBezTo>
                  <a:cubicBezTo>
                    <a:pt x="10991" y="58016"/>
                    <a:pt x="11068" y="57144"/>
                    <a:pt x="11408" y="56435"/>
                  </a:cubicBezTo>
                  <a:lnTo>
                    <a:pt x="11412" y="56435"/>
                  </a:lnTo>
                  <a:cubicBezTo>
                    <a:pt x="12045" y="55101"/>
                    <a:pt x="13605" y="54327"/>
                    <a:pt x="14311" y="53775"/>
                  </a:cubicBezTo>
                  <a:cubicBezTo>
                    <a:pt x="14408" y="53698"/>
                    <a:pt x="14445" y="53577"/>
                    <a:pt x="14428" y="53411"/>
                  </a:cubicBezTo>
                  <a:lnTo>
                    <a:pt x="14124" y="52572"/>
                  </a:lnTo>
                  <a:lnTo>
                    <a:pt x="14124" y="52559"/>
                  </a:lnTo>
                  <a:cubicBezTo>
                    <a:pt x="13277" y="50192"/>
                    <a:pt x="12466" y="47756"/>
                    <a:pt x="11777" y="45348"/>
                  </a:cubicBezTo>
                  <a:cubicBezTo>
                    <a:pt x="8003" y="32193"/>
                    <a:pt x="7217" y="20028"/>
                    <a:pt x="6929" y="13744"/>
                  </a:cubicBezTo>
                  <a:cubicBezTo>
                    <a:pt x="6672" y="8132"/>
                    <a:pt x="8992" y="6142"/>
                    <a:pt x="9892" y="6142"/>
                  </a:cubicBezTo>
                  <a:cubicBezTo>
                    <a:pt x="10000" y="6142"/>
                    <a:pt x="10087" y="6170"/>
                    <a:pt x="10148" y="6224"/>
                  </a:cubicBezTo>
                  <a:cubicBezTo>
                    <a:pt x="10711" y="6731"/>
                    <a:pt x="13273" y="9309"/>
                    <a:pt x="13273" y="9309"/>
                  </a:cubicBezTo>
                  <a:cubicBezTo>
                    <a:pt x="13314" y="9204"/>
                    <a:pt x="13930" y="7461"/>
                    <a:pt x="11129" y="4201"/>
                  </a:cubicBezTo>
                  <a:cubicBezTo>
                    <a:pt x="8996" y="1731"/>
                    <a:pt x="6495" y="0"/>
                    <a:pt x="4261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" name="Google Shape;5519;p73"/>
            <p:cNvSpPr/>
            <p:nvPr/>
          </p:nvSpPr>
          <p:spPr>
            <a:xfrm>
              <a:off x="3718401" y="2818696"/>
              <a:ext cx="62649" cy="117496"/>
            </a:xfrm>
            <a:custGeom>
              <a:avLst/>
              <a:gdLst/>
              <a:ahLst/>
              <a:cxnLst/>
              <a:rect l="l" t="t" r="r" b="b"/>
              <a:pathLst>
                <a:path w="3613" h="6776" extrusionOk="0">
                  <a:moveTo>
                    <a:pt x="3489" y="1"/>
                  </a:moveTo>
                  <a:cubicBezTo>
                    <a:pt x="2833" y="1"/>
                    <a:pt x="2218" y="389"/>
                    <a:pt x="1776" y="889"/>
                  </a:cubicBezTo>
                  <a:cubicBezTo>
                    <a:pt x="1301" y="1424"/>
                    <a:pt x="977" y="2061"/>
                    <a:pt x="734" y="2709"/>
                  </a:cubicBezTo>
                  <a:cubicBezTo>
                    <a:pt x="255" y="4007"/>
                    <a:pt x="0" y="5397"/>
                    <a:pt x="73" y="6775"/>
                  </a:cubicBezTo>
                  <a:cubicBezTo>
                    <a:pt x="284" y="5417"/>
                    <a:pt x="588" y="4100"/>
                    <a:pt x="1070" y="2835"/>
                  </a:cubicBezTo>
                  <a:cubicBezTo>
                    <a:pt x="1301" y="2203"/>
                    <a:pt x="1593" y="1591"/>
                    <a:pt x="1986" y="1068"/>
                  </a:cubicBezTo>
                  <a:cubicBezTo>
                    <a:pt x="2384" y="545"/>
                    <a:pt x="2919" y="99"/>
                    <a:pt x="3612" y="6"/>
                  </a:cubicBezTo>
                  <a:cubicBezTo>
                    <a:pt x="3571" y="2"/>
                    <a:pt x="3530" y="1"/>
                    <a:pt x="34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" name="Google Shape;5520;p73"/>
            <p:cNvSpPr/>
            <p:nvPr/>
          </p:nvSpPr>
          <p:spPr>
            <a:xfrm>
              <a:off x="3704615" y="3007025"/>
              <a:ext cx="27085" cy="258557"/>
            </a:xfrm>
            <a:custGeom>
              <a:avLst/>
              <a:gdLst/>
              <a:ahLst/>
              <a:cxnLst/>
              <a:rect l="l" t="t" r="r" b="b"/>
              <a:pathLst>
                <a:path w="1562" h="14911" extrusionOk="0">
                  <a:moveTo>
                    <a:pt x="345" y="1"/>
                  </a:moveTo>
                  <a:lnTo>
                    <a:pt x="345" y="1"/>
                  </a:lnTo>
                  <a:cubicBezTo>
                    <a:pt x="29" y="2490"/>
                    <a:pt x="1" y="5019"/>
                    <a:pt x="211" y="7516"/>
                  </a:cubicBezTo>
                  <a:cubicBezTo>
                    <a:pt x="426" y="10014"/>
                    <a:pt x="848" y="12503"/>
                    <a:pt x="1561" y="14911"/>
                  </a:cubicBezTo>
                  <a:cubicBezTo>
                    <a:pt x="1123" y="12442"/>
                    <a:pt x="775" y="9973"/>
                    <a:pt x="568" y="7484"/>
                  </a:cubicBezTo>
                  <a:cubicBezTo>
                    <a:pt x="361" y="4999"/>
                    <a:pt x="313" y="2506"/>
                    <a:pt x="34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" name="Google Shape;5521;p73"/>
            <p:cNvSpPr/>
            <p:nvPr/>
          </p:nvSpPr>
          <p:spPr>
            <a:xfrm>
              <a:off x="3726481" y="3309071"/>
              <a:ext cx="18710" cy="93931"/>
            </a:xfrm>
            <a:custGeom>
              <a:avLst/>
              <a:gdLst/>
              <a:ahLst/>
              <a:cxnLst/>
              <a:rect l="l" t="t" r="r" b="b"/>
              <a:pathLst>
                <a:path w="1079" h="5417" extrusionOk="0">
                  <a:moveTo>
                    <a:pt x="227" y="1"/>
                  </a:moveTo>
                  <a:cubicBezTo>
                    <a:pt x="12" y="905"/>
                    <a:pt x="0" y="1866"/>
                    <a:pt x="154" y="2786"/>
                  </a:cubicBezTo>
                  <a:cubicBezTo>
                    <a:pt x="304" y="3710"/>
                    <a:pt x="592" y="4614"/>
                    <a:pt x="1079" y="5417"/>
                  </a:cubicBezTo>
                  <a:cubicBezTo>
                    <a:pt x="856" y="4509"/>
                    <a:pt x="649" y="3633"/>
                    <a:pt x="503" y="2729"/>
                  </a:cubicBezTo>
                  <a:cubicBezTo>
                    <a:pt x="357" y="1829"/>
                    <a:pt x="288" y="925"/>
                    <a:pt x="22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" name="Google Shape;5522;p73"/>
            <p:cNvSpPr/>
            <p:nvPr/>
          </p:nvSpPr>
          <p:spPr>
            <a:xfrm>
              <a:off x="3762045" y="3451276"/>
              <a:ext cx="78394" cy="279226"/>
            </a:xfrm>
            <a:custGeom>
              <a:avLst/>
              <a:gdLst/>
              <a:ahLst/>
              <a:cxnLst/>
              <a:rect l="l" t="t" r="r" b="b"/>
              <a:pathLst>
                <a:path w="4521" h="16103" extrusionOk="0">
                  <a:moveTo>
                    <a:pt x="1" y="1"/>
                  </a:moveTo>
                  <a:cubicBezTo>
                    <a:pt x="621" y="2725"/>
                    <a:pt x="1338" y="5421"/>
                    <a:pt x="2096" y="8100"/>
                  </a:cubicBezTo>
                  <a:cubicBezTo>
                    <a:pt x="2850" y="10780"/>
                    <a:pt x="3637" y="13455"/>
                    <a:pt x="4521" y="16103"/>
                  </a:cubicBezTo>
                  <a:cubicBezTo>
                    <a:pt x="3904" y="13378"/>
                    <a:pt x="3195" y="10683"/>
                    <a:pt x="2433" y="8003"/>
                  </a:cubicBezTo>
                  <a:cubicBezTo>
                    <a:pt x="1675" y="5323"/>
                    <a:pt x="892" y="2648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5" name="Google Shape;5523;p73"/>
            <p:cNvSpPr/>
            <p:nvPr/>
          </p:nvSpPr>
          <p:spPr>
            <a:xfrm>
              <a:off x="3848086" y="3752975"/>
              <a:ext cx="16109" cy="33553"/>
            </a:xfrm>
            <a:custGeom>
              <a:avLst/>
              <a:gdLst/>
              <a:ahLst/>
              <a:cxnLst/>
              <a:rect l="l" t="t" r="r" b="b"/>
              <a:pathLst>
                <a:path w="929" h="1935" extrusionOk="0">
                  <a:moveTo>
                    <a:pt x="256" y="1"/>
                  </a:moveTo>
                  <a:cubicBezTo>
                    <a:pt x="17" y="317"/>
                    <a:pt x="0" y="759"/>
                    <a:pt x="134" y="1128"/>
                  </a:cubicBezTo>
                  <a:cubicBezTo>
                    <a:pt x="264" y="1501"/>
                    <a:pt x="548" y="1833"/>
                    <a:pt x="929" y="1934"/>
                  </a:cubicBezTo>
                  <a:cubicBezTo>
                    <a:pt x="738" y="1647"/>
                    <a:pt x="584" y="1338"/>
                    <a:pt x="467" y="1014"/>
                  </a:cubicBezTo>
                  <a:cubicBezTo>
                    <a:pt x="353" y="686"/>
                    <a:pt x="284" y="345"/>
                    <a:pt x="25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" name="Google Shape;5524;p73"/>
            <p:cNvSpPr/>
            <p:nvPr/>
          </p:nvSpPr>
          <p:spPr>
            <a:xfrm>
              <a:off x="3778206" y="3686979"/>
              <a:ext cx="50286" cy="149800"/>
            </a:xfrm>
            <a:custGeom>
              <a:avLst/>
              <a:gdLst/>
              <a:ahLst/>
              <a:cxnLst/>
              <a:rect l="l" t="t" r="r" b="b"/>
              <a:pathLst>
                <a:path w="2900" h="8639" extrusionOk="0">
                  <a:moveTo>
                    <a:pt x="1" y="0"/>
                  </a:moveTo>
                  <a:cubicBezTo>
                    <a:pt x="293" y="1500"/>
                    <a:pt x="702" y="2968"/>
                    <a:pt x="1193" y="4407"/>
                  </a:cubicBezTo>
                  <a:cubicBezTo>
                    <a:pt x="1683" y="5846"/>
                    <a:pt x="2226" y="7273"/>
                    <a:pt x="2899" y="8639"/>
                  </a:cubicBezTo>
                  <a:cubicBezTo>
                    <a:pt x="2490" y="7171"/>
                    <a:pt x="2024" y="5736"/>
                    <a:pt x="1533" y="4297"/>
                  </a:cubicBezTo>
                  <a:cubicBezTo>
                    <a:pt x="1043" y="2858"/>
                    <a:pt x="560" y="1419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7" name="Google Shape;5525;p73"/>
            <p:cNvSpPr/>
            <p:nvPr/>
          </p:nvSpPr>
          <p:spPr>
            <a:xfrm>
              <a:off x="3767594" y="3752975"/>
              <a:ext cx="31299" cy="80926"/>
            </a:xfrm>
            <a:custGeom>
              <a:avLst/>
              <a:gdLst/>
              <a:ahLst/>
              <a:cxnLst/>
              <a:rect l="l" t="t" r="r" b="b"/>
              <a:pathLst>
                <a:path w="1805" h="4667" extrusionOk="0">
                  <a:moveTo>
                    <a:pt x="17" y="1"/>
                  </a:moveTo>
                  <a:cubicBezTo>
                    <a:pt x="1" y="852"/>
                    <a:pt x="179" y="1695"/>
                    <a:pt x="487" y="2494"/>
                  </a:cubicBezTo>
                  <a:cubicBezTo>
                    <a:pt x="795" y="3288"/>
                    <a:pt x="1221" y="4042"/>
                    <a:pt x="1805" y="4667"/>
                  </a:cubicBezTo>
                  <a:cubicBezTo>
                    <a:pt x="1460" y="3892"/>
                    <a:pt x="1128" y="3134"/>
                    <a:pt x="824" y="2364"/>
                  </a:cubicBezTo>
                  <a:cubicBezTo>
                    <a:pt x="520" y="1594"/>
                    <a:pt x="276" y="803"/>
                    <a:pt x="1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8" name="Google Shape;5526;p73"/>
            <p:cNvSpPr/>
            <p:nvPr/>
          </p:nvSpPr>
          <p:spPr>
            <a:xfrm>
              <a:off x="3446423" y="3774633"/>
              <a:ext cx="561660" cy="289283"/>
            </a:xfrm>
            <a:custGeom>
              <a:avLst/>
              <a:gdLst/>
              <a:ahLst/>
              <a:cxnLst/>
              <a:rect l="l" t="t" r="r" b="b"/>
              <a:pathLst>
                <a:path w="32391" h="16683" extrusionOk="0">
                  <a:moveTo>
                    <a:pt x="26590" y="0"/>
                  </a:moveTo>
                  <a:cubicBezTo>
                    <a:pt x="25743" y="665"/>
                    <a:pt x="24251" y="1845"/>
                    <a:pt x="23189" y="2708"/>
                  </a:cubicBezTo>
                  <a:cubicBezTo>
                    <a:pt x="23014" y="2854"/>
                    <a:pt x="22840" y="2988"/>
                    <a:pt x="22694" y="3114"/>
                  </a:cubicBezTo>
                  <a:cubicBezTo>
                    <a:pt x="21614" y="3995"/>
                    <a:pt x="21027" y="4180"/>
                    <a:pt x="20668" y="4180"/>
                  </a:cubicBezTo>
                  <a:cubicBezTo>
                    <a:pt x="20545" y="4180"/>
                    <a:pt x="20448" y="4158"/>
                    <a:pt x="20367" y="4135"/>
                  </a:cubicBezTo>
                  <a:cubicBezTo>
                    <a:pt x="20084" y="4058"/>
                    <a:pt x="17735" y="3015"/>
                    <a:pt x="15156" y="3015"/>
                  </a:cubicBezTo>
                  <a:cubicBezTo>
                    <a:pt x="14895" y="3015"/>
                    <a:pt x="14632" y="3025"/>
                    <a:pt x="14368" y="3049"/>
                  </a:cubicBezTo>
                  <a:cubicBezTo>
                    <a:pt x="13753" y="3103"/>
                    <a:pt x="13199" y="3114"/>
                    <a:pt x="12708" y="3114"/>
                  </a:cubicBezTo>
                  <a:cubicBezTo>
                    <a:pt x="12347" y="3114"/>
                    <a:pt x="12020" y="3108"/>
                    <a:pt x="11729" y="3108"/>
                  </a:cubicBezTo>
                  <a:cubicBezTo>
                    <a:pt x="10565" y="3108"/>
                    <a:pt x="9963" y="3206"/>
                    <a:pt x="10002" y="4184"/>
                  </a:cubicBezTo>
                  <a:cubicBezTo>
                    <a:pt x="10058" y="5736"/>
                    <a:pt x="12993" y="6920"/>
                    <a:pt x="13934" y="6985"/>
                  </a:cubicBezTo>
                  <a:cubicBezTo>
                    <a:pt x="14870" y="7050"/>
                    <a:pt x="13561" y="8489"/>
                    <a:pt x="11749" y="8797"/>
                  </a:cubicBezTo>
                  <a:cubicBezTo>
                    <a:pt x="11334" y="8868"/>
                    <a:pt x="10868" y="8903"/>
                    <a:pt x="10368" y="8903"/>
                  </a:cubicBezTo>
                  <a:cubicBezTo>
                    <a:pt x="8678" y="8903"/>
                    <a:pt x="6610" y="8504"/>
                    <a:pt x="4902" y="7759"/>
                  </a:cubicBezTo>
                  <a:cubicBezTo>
                    <a:pt x="3891" y="7320"/>
                    <a:pt x="2809" y="7080"/>
                    <a:pt x="1925" y="7080"/>
                  </a:cubicBezTo>
                  <a:cubicBezTo>
                    <a:pt x="875" y="7080"/>
                    <a:pt x="105" y="7420"/>
                    <a:pt x="70" y="8169"/>
                  </a:cubicBezTo>
                  <a:cubicBezTo>
                    <a:pt x="1" y="9547"/>
                    <a:pt x="1006" y="10131"/>
                    <a:pt x="1006" y="10131"/>
                  </a:cubicBezTo>
                  <a:cubicBezTo>
                    <a:pt x="1006" y="10131"/>
                    <a:pt x="321" y="10216"/>
                    <a:pt x="568" y="11197"/>
                  </a:cubicBezTo>
                  <a:cubicBezTo>
                    <a:pt x="820" y="12174"/>
                    <a:pt x="1756" y="12421"/>
                    <a:pt x="1756" y="12421"/>
                  </a:cubicBezTo>
                  <a:cubicBezTo>
                    <a:pt x="1756" y="12421"/>
                    <a:pt x="933" y="13074"/>
                    <a:pt x="2125" y="14026"/>
                  </a:cubicBezTo>
                  <a:cubicBezTo>
                    <a:pt x="3247" y="14923"/>
                    <a:pt x="6061" y="16683"/>
                    <a:pt x="11113" y="16683"/>
                  </a:cubicBezTo>
                  <a:cubicBezTo>
                    <a:pt x="11427" y="16683"/>
                    <a:pt x="11750" y="16676"/>
                    <a:pt x="12081" y="16661"/>
                  </a:cubicBezTo>
                  <a:cubicBezTo>
                    <a:pt x="17749" y="16418"/>
                    <a:pt x="23241" y="15636"/>
                    <a:pt x="26614" y="12993"/>
                  </a:cubicBezTo>
                  <a:cubicBezTo>
                    <a:pt x="27186" y="12547"/>
                    <a:pt x="27774" y="12068"/>
                    <a:pt x="28349" y="11582"/>
                  </a:cubicBezTo>
                  <a:cubicBezTo>
                    <a:pt x="29886" y="10273"/>
                    <a:pt x="31357" y="8907"/>
                    <a:pt x="32391" y="7921"/>
                  </a:cubicBezTo>
                  <a:cubicBezTo>
                    <a:pt x="30109" y="5027"/>
                    <a:pt x="28211" y="2129"/>
                    <a:pt x="26590" y="0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9" name="Google Shape;5527;p73"/>
            <p:cNvSpPr/>
            <p:nvPr/>
          </p:nvSpPr>
          <p:spPr>
            <a:xfrm>
              <a:off x="3440666" y="3765841"/>
              <a:ext cx="575723" cy="304248"/>
            </a:xfrm>
            <a:custGeom>
              <a:avLst/>
              <a:gdLst/>
              <a:ahLst/>
              <a:cxnLst/>
              <a:rect l="l" t="t" r="r" b="b"/>
              <a:pathLst>
                <a:path w="33202" h="17546" extrusionOk="0">
                  <a:moveTo>
                    <a:pt x="26857" y="1010"/>
                  </a:moveTo>
                  <a:cubicBezTo>
                    <a:pt x="27453" y="1809"/>
                    <a:pt x="28098" y="2717"/>
                    <a:pt x="28770" y="3665"/>
                  </a:cubicBezTo>
                  <a:cubicBezTo>
                    <a:pt x="29804" y="5125"/>
                    <a:pt x="30972" y="6762"/>
                    <a:pt x="32245" y="8392"/>
                  </a:cubicBezTo>
                  <a:cubicBezTo>
                    <a:pt x="31264" y="9320"/>
                    <a:pt x="29881" y="10597"/>
                    <a:pt x="28454" y="11813"/>
                  </a:cubicBezTo>
                  <a:cubicBezTo>
                    <a:pt x="27875" y="12304"/>
                    <a:pt x="27295" y="12782"/>
                    <a:pt x="26731" y="13224"/>
                  </a:cubicBezTo>
                  <a:cubicBezTo>
                    <a:pt x="23160" y="16009"/>
                    <a:pt x="17197" y="16609"/>
                    <a:pt x="12397" y="16816"/>
                  </a:cubicBezTo>
                  <a:cubicBezTo>
                    <a:pt x="12065" y="16830"/>
                    <a:pt x="11743" y="16837"/>
                    <a:pt x="11429" y="16837"/>
                  </a:cubicBezTo>
                  <a:cubicBezTo>
                    <a:pt x="6635" y="16837"/>
                    <a:pt x="3917" y="15251"/>
                    <a:pt x="2680" y="14262"/>
                  </a:cubicBezTo>
                  <a:cubicBezTo>
                    <a:pt x="2352" y="13994"/>
                    <a:pt x="2173" y="13739"/>
                    <a:pt x="2169" y="13528"/>
                  </a:cubicBezTo>
                  <a:cubicBezTo>
                    <a:pt x="2169" y="13402"/>
                    <a:pt x="2222" y="13285"/>
                    <a:pt x="2311" y="13204"/>
                  </a:cubicBezTo>
                  <a:lnTo>
                    <a:pt x="2842" y="12770"/>
                  </a:lnTo>
                  <a:lnTo>
                    <a:pt x="2177" y="12584"/>
                  </a:lnTo>
                  <a:cubicBezTo>
                    <a:pt x="2149" y="12575"/>
                    <a:pt x="1436" y="12365"/>
                    <a:pt x="1241" y="11611"/>
                  </a:cubicBezTo>
                  <a:cubicBezTo>
                    <a:pt x="1180" y="11380"/>
                    <a:pt x="1184" y="11189"/>
                    <a:pt x="1253" y="11088"/>
                  </a:cubicBezTo>
                  <a:cubicBezTo>
                    <a:pt x="1277" y="11043"/>
                    <a:pt x="1326" y="11007"/>
                    <a:pt x="1379" y="10995"/>
                  </a:cubicBezTo>
                  <a:lnTo>
                    <a:pt x="2421" y="10861"/>
                  </a:lnTo>
                  <a:lnTo>
                    <a:pt x="1517" y="10334"/>
                  </a:lnTo>
                  <a:cubicBezTo>
                    <a:pt x="1508" y="10330"/>
                    <a:pt x="698" y="9843"/>
                    <a:pt x="754" y="8692"/>
                  </a:cubicBezTo>
                  <a:cubicBezTo>
                    <a:pt x="767" y="8477"/>
                    <a:pt x="860" y="8323"/>
                    <a:pt x="1058" y="8193"/>
                  </a:cubicBezTo>
                  <a:cubicBezTo>
                    <a:pt x="1334" y="8023"/>
                    <a:pt x="1750" y="7941"/>
                    <a:pt x="2246" y="7941"/>
                  </a:cubicBezTo>
                  <a:cubicBezTo>
                    <a:pt x="3071" y="7941"/>
                    <a:pt x="4115" y="8168"/>
                    <a:pt x="5092" y="8591"/>
                  </a:cubicBezTo>
                  <a:cubicBezTo>
                    <a:pt x="6812" y="9334"/>
                    <a:pt x="8945" y="9766"/>
                    <a:pt x="10720" y="9766"/>
                  </a:cubicBezTo>
                  <a:cubicBezTo>
                    <a:pt x="11230" y="9766"/>
                    <a:pt x="11710" y="9731"/>
                    <a:pt x="12142" y="9657"/>
                  </a:cubicBezTo>
                  <a:cubicBezTo>
                    <a:pt x="13560" y="9405"/>
                    <a:pt x="14967" y="8420"/>
                    <a:pt x="14935" y="7687"/>
                  </a:cubicBezTo>
                  <a:cubicBezTo>
                    <a:pt x="14919" y="7439"/>
                    <a:pt x="14744" y="7168"/>
                    <a:pt x="14290" y="7135"/>
                  </a:cubicBezTo>
                  <a:cubicBezTo>
                    <a:pt x="13463" y="7079"/>
                    <a:pt x="10739" y="5956"/>
                    <a:pt x="10686" y="4679"/>
                  </a:cubicBezTo>
                  <a:cubicBezTo>
                    <a:pt x="10670" y="4310"/>
                    <a:pt x="10767" y="4212"/>
                    <a:pt x="10800" y="4176"/>
                  </a:cubicBezTo>
                  <a:cubicBezTo>
                    <a:pt x="10971" y="3998"/>
                    <a:pt x="11438" y="3970"/>
                    <a:pt x="12047" y="3970"/>
                  </a:cubicBezTo>
                  <a:cubicBezTo>
                    <a:pt x="12189" y="3970"/>
                    <a:pt x="12339" y="3972"/>
                    <a:pt x="12494" y="3973"/>
                  </a:cubicBezTo>
                  <a:cubicBezTo>
                    <a:pt x="12657" y="3974"/>
                    <a:pt x="12829" y="3976"/>
                    <a:pt x="13010" y="3976"/>
                  </a:cubicBezTo>
                  <a:cubicBezTo>
                    <a:pt x="13516" y="3976"/>
                    <a:pt x="14094" y="3965"/>
                    <a:pt x="14736" y="3908"/>
                  </a:cubicBezTo>
                  <a:cubicBezTo>
                    <a:pt x="14982" y="3887"/>
                    <a:pt x="15228" y="3878"/>
                    <a:pt x="15473" y="3878"/>
                  </a:cubicBezTo>
                  <a:cubicBezTo>
                    <a:pt x="17628" y="3878"/>
                    <a:pt x="19636" y="4627"/>
                    <a:pt x="20338" y="4889"/>
                  </a:cubicBezTo>
                  <a:lnTo>
                    <a:pt x="20598" y="4987"/>
                  </a:lnTo>
                  <a:cubicBezTo>
                    <a:pt x="20715" y="5020"/>
                    <a:pt x="20845" y="5045"/>
                    <a:pt x="20996" y="5045"/>
                  </a:cubicBezTo>
                  <a:cubicBezTo>
                    <a:pt x="21462" y="5045"/>
                    <a:pt x="22132" y="4811"/>
                    <a:pt x="23253" y="3892"/>
                  </a:cubicBezTo>
                  <a:lnTo>
                    <a:pt x="23618" y="3588"/>
                  </a:lnTo>
                  <a:lnTo>
                    <a:pt x="23752" y="3487"/>
                  </a:lnTo>
                  <a:cubicBezTo>
                    <a:pt x="24652" y="2753"/>
                    <a:pt x="25848" y="1805"/>
                    <a:pt x="26857" y="1010"/>
                  </a:cubicBezTo>
                  <a:close/>
                  <a:moveTo>
                    <a:pt x="26983" y="1"/>
                  </a:moveTo>
                  <a:lnTo>
                    <a:pt x="26699" y="232"/>
                  </a:lnTo>
                  <a:cubicBezTo>
                    <a:pt x="25641" y="1067"/>
                    <a:pt x="24291" y="2129"/>
                    <a:pt x="23302" y="2936"/>
                  </a:cubicBezTo>
                  <a:lnTo>
                    <a:pt x="23176" y="3037"/>
                  </a:lnTo>
                  <a:lnTo>
                    <a:pt x="22795" y="3345"/>
                  </a:lnTo>
                  <a:cubicBezTo>
                    <a:pt x="21771" y="4189"/>
                    <a:pt x="21263" y="4337"/>
                    <a:pt x="20998" y="4337"/>
                  </a:cubicBezTo>
                  <a:cubicBezTo>
                    <a:pt x="20904" y="4337"/>
                    <a:pt x="20841" y="4318"/>
                    <a:pt x="20797" y="4306"/>
                  </a:cubicBezTo>
                  <a:lnTo>
                    <a:pt x="20590" y="4229"/>
                  </a:lnTo>
                  <a:cubicBezTo>
                    <a:pt x="19853" y="3949"/>
                    <a:pt x="17762" y="3165"/>
                    <a:pt x="15475" y="3165"/>
                  </a:cubicBezTo>
                  <a:cubicBezTo>
                    <a:pt x="15209" y="3165"/>
                    <a:pt x="14941" y="3176"/>
                    <a:pt x="14671" y="3199"/>
                  </a:cubicBezTo>
                  <a:cubicBezTo>
                    <a:pt x="14037" y="3258"/>
                    <a:pt x="13458" y="3265"/>
                    <a:pt x="12957" y="3265"/>
                  </a:cubicBezTo>
                  <a:cubicBezTo>
                    <a:pt x="12799" y="3265"/>
                    <a:pt x="12649" y="3264"/>
                    <a:pt x="12506" y="3264"/>
                  </a:cubicBezTo>
                  <a:cubicBezTo>
                    <a:pt x="12368" y="3263"/>
                    <a:pt x="12235" y="3262"/>
                    <a:pt x="12109" y="3262"/>
                  </a:cubicBezTo>
                  <a:cubicBezTo>
                    <a:pt x="11244" y="3262"/>
                    <a:pt x="10657" y="3307"/>
                    <a:pt x="10289" y="3685"/>
                  </a:cubicBezTo>
                  <a:cubicBezTo>
                    <a:pt x="10058" y="3925"/>
                    <a:pt x="9957" y="4253"/>
                    <a:pt x="9977" y="4703"/>
                  </a:cubicBezTo>
                  <a:cubicBezTo>
                    <a:pt x="10050" y="6479"/>
                    <a:pt x="13074" y="7715"/>
                    <a:pt x="14156" y="7837"/>
                  </a:cubicBezTo>
                  <a:cubicBezTo>
                    <a:pt x="13925" y="8149"/>
                    <a:pt x="13143" y="8757"/>
                    <a:pt x="12020" y="8951"/>
                  </a:cubicBezTo>
                  <a:cubicBezTo>
                    <a:pt x="11615" y="9021"/>
                    <a:pt x="11165" y="9055"/>
                    <a:pt x="10686" y="9055"/>
                  </a:cubicBezTo>
                  <a:cubicBezTo>
                    <a:pt x="9018" y="9055"/>
                    <a:pt x="7007" y="8648"/>
                    <a:pt x="5376" y="7942"/>
                  </a:cubicBezTo>
                  <a:cubicBezTo>
                    <a:pt x="4305" y="7475"/>
                    <a:pt x="3196" y="7233"/>
                    <a:pt x="2274" y="7233"/>
                  </a:cubicBezTo>
                  <a:cubicBezTo>
                    <a:pt x="1628" y="7233"/>
                    <a:pt x="1073" y="7351"/>
                    <a:pt x="686" y="7593"/>
                  </a:cubicBezTo>
                  <a:cubicBezTo>
                    <a:pt x="284" y="7845"/>
                    <a:pt x="65" y="8210"/>
                    <a:pt x="45" y="8664"/>
                  </a:cubicBezTo>
                  <a:cubicBezTo>
                    <a:pt x="0" y="9612"/>
                    <a:pt x="402" y="10245"/>
                    <a:pt x="734" y="10593"/>
                  </a:cubicBezTo>
                  <a:lnTo>
                    <a:pt x="661" y="10682"/>
                  </a:lnTo>
                  <a:cubicBezTo>
                    <a:pt x="475" y="10962"/>
                    <a:pt x="434" y="11339"/>
                    <a:pt x="556" y="11789"/>
                  </a:cubicBezTo>
                  <a:cubicBezTo>
                    <a:pt x="694" y="12336"/>
                    <a:pt x="1054" y="12803"/>
                    <a:pt x="1549" y="13074"/>
                  </a:cubicBezTo>
                  <a:cubicBezTo>
                    <a:pt x="1488" y="13216"/>
                    <a:pt x="1460" y="13366"/>
                    <a:pt x="1460" y="13516"/>
                  </a:cubicBezTo>
                  <a:cubicBezTo>
                    <a:pt x="1460" y="13962"/>
                    <a:pt x="1723" y="14400"/>
                    <a:pt x="2234" y="14813"/>
                  </a:cubicBezTo>
                  <a:cubicBezTo>
                    <a:pt x="3543" y="15863"/>
                    <a:pt x="6426" y="17545"/>
                    <a:pt x="11428" y="17545"/>
                  </a:cubicBezTo>
                  <a:cubicBezTo>
                    <a:pt x="11752" y="17545"/>
                    <a:pt x="12085" y="17541"/>
                    <a:pt x="12429" y="17525"/>
                  </a:cubicBezTo>
                  <a:cubicBezTo>
                    <a:pt x="17335" y="17310"/>
                    <a:pt x="23440" y="16694"/>
                    <a:pt x="27165" y="13779"/>
                  </a:cubicBezTo>
                  <a:cubicBezTo>
                    <a:pt x="27745" y="13334"/>
                    <a:pt x="28325" y="12851"/>
                    <a:pt x="28912" y="12357"/>
                  </a:cubicBezTo>
                  <a:cubicBezTo>
                    <a:pt x="30473" y="11027"/>
                    <a:pt x="31981" y="9624"/>
                    <a:pt x="32966" y="8688"/>
                  </a:cubicBezTo>
                  <a:lnTo>
                    <a:pt x="33201" y="8465"/>
                  </a:lnTo>
                  <a:lnTo>
                    <a:pt x="33003" y="8210"/>
                  </a:lnTo>
                  <a:cubicBezTo>
                    <a:pt x="31661" y="6507"/>
                    <a:pt x="30433" y="4780"/>
                    <a:pt x="29354" y="3256"/>
                  </a:cubicBezTo>
                  <a:cubicBezTo>
                    <a:pt x="28588" y="2182"/>
                    <a:pt x="27875" y="1172"/>
                    <a:pt x="27202" y="288"/>
                  </a:cubicBezTo>
                  <a:lnTo>
                    <a:pt x="26983" y="1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0" name="Google Shape;5528;p73"/>
            <p:cNvSpPr/>
            <p:nvPr/>
          </p:nvSpPr>
          <p:spPr>
            <a:xfrm>
              <a:off x="3460416" y="3947374"/>
              <a:ext cx="187497" cy="45465"/>
            </a:xfrm>
            <a:custGeom>
              <a:avLst/>
              <a:gdLst/>
              <a:ahLst/>
              <a:cxnLst/>
              <a:rect l="l" t="t" r="r" b="b"/>
              <a:pathLst>
                <a:path w="10813" h="2622" extrusionOk="0">
                  <a:moveTo>
                    <a:pt x="196" y="0"/>
                  </a:moveTo>
                  <a:cubicBezTo>
                    <a:pt x="141" y="0"/>
                    <a:pt x="87" y="25"/>
                    <a:pt x="53" y="71"/>
                  </a:cubicBezTo>
                  <a:cubicBezTo>
                    <a:pt x="1" y="153"/>
                    <a:pt x="21" y="258"/>
                    <a:pt x="102" y="311"/>
                  </a:cubicBezTo>
                  <a:cubicBezTo>
                    <a:pt x="1991" y="1551"/>
                    <a:pt x="5676" y="2621"/>
                    <a:pt x="8899" y="2621"/>
                  </a:cubicBezTo>
                  <a:cubicBezTo>
                    <a:pt x="8925" y="2622"/>
                    <a:pt x="8952" y="2622"/>
                    <a:pt x="8979" y="2622"/>
                  </a:cubicBezTo>
                  <a:cubicBezTo>
                    <a:pt x="9540" y="2622"/>
                    <a:pt x="10097" y="2581"/>
                    <a:pt x="10654" y="2504"/>
                  </a:cubicBezTo>
                  <a:cubicBezTo>
                    <a:pt x="10747" y="2492"/>
                    <a:pt x="10812" y="2402"/>
                    <a:pt x="10800" y="2309"/>
                  </a:cubicBezTo>
                  <a:cubicBezTo>
                    <a:pt x="10789" y="2226"/>
                    <a:pt x="10716" y="2165"/>
                    <a:pt x="10634" y="2165"/>
                  </a:cubicBezTo>
                  <a:cubicBezTo>
                    <a:pt x="10625" y="2165"/>
                    <a:pt x="10615" y="2166"/>
                    <a:pt x="10605" y="2167"/>
                  </a:cubicBezTo>
                  <a:cubicBezTo>
                    <a:pt x="10062" y="2246"/>
                    <a:pt x="9488" y="2282"/>
                    <a:pt x="8898" y="2282"/>
                  </a:cubicBezTo>
                  <a:cubicBezTo>
                    <a:pt x="5741" y="2282"/>
                    <a:pt x="2133" y="1239"/>
                    <a:pt x="288" y="27"/>
                  </a:cubicBezTo>
                  <a:cubicBezTo>
                    <a:pt x="260" y="9"/>
                    <a:pt x="228" y="0"/>
                    <a:pt x="19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1" name="Google Shape;5529;p73"/>
            <p:cNvSpPr/>
            <p:nvPr/>
          </p:nvSpPr>
          <p:spPr>
            <a:xfrm>
              <a:off x="3473352" y="3987013"/>
              <a:ext cx="184324" cy="46662"/>
            </a:xfrm>
            <a:custGeom>
              <a:avLst/>
              <a:gdLst/>
              <a:ahLst/>
              <a:cxnLst/>
              <a:rect l="l" t="t" r="r" b="b"/>
              <a:pathLst>
                <a:path w="10630" h="2691" extrusionOk="0">
                  <a:moveTo>
                    <a:pt x="200" y="0"/>
                  </a:moveTo>
                  <a:cubicBezTo>
                    <a:pt x="140" y="0"/>
                    <a:pt x="82" y="33"/>
                    <a:pt x="49" y="88"/>
                  </a:cubicBezTo>
                  <a:cubicBezTo>
                    <a:pt x="0" y="169"/>
                    <a:pt x="33" y="275"/>
                    <a:pt x="118" y="319"/>
                  </a:cubicBezTo>
                  <a:cubicBezTo>
                    <a:pt x="1780" y="1272"/>
                    <a:pt x="4861" y="2691"/>
                    <a:pt x="8420" y="2691"/>
                  </a:cubicBezTo>
                  <a:cubicBezTo>
                    <a:pt x="9109" y="2691"/>
                    <a:pt x="9795" y="2638"/>
                    <a:pt x="10476" y="2528"/>
                  </a:cubicBezTo>
                  <a:cubicBezTo>
                    <a:pt x="10565" y="2512"/>
                    <a:pt x="10630" y="2423"/>
                    <a:pt x="10617" y="2334"/>
                  </a:cubicBezTo>
                  <a:cubicBezTo>
                    <a:pt x="10603" y="2247"/>
                    <a:pt x="10531" y="2189"/>
                    <a:pt x="10449" y="2189"/>
                  </a:cubicBezTo>
                  <a:cubicBezTo>
                    <a:pt x="10439" y="2189"/>
                    <a:pt x="10429" y="2190"/>
                    <a:pt x="10419" y="2192"/>
                  </a:cubicBezTo>
                  <a:cubicBezTo>
                    <a:pt x="9741" y="2301"/>
                    <a:pt x="9075" y="2349"/>
                    <a:pt x="8424" y="2349"/>
                  </a:cubicBezTo>
                  <a:cubicBezTo>
                    <a:pt x="4936" y="2349"/>
                    <a:pt x="1917" y="956"/>
                    <a:pt x="284" y="23"/>
                  </a:cubicBezTo>
                  <a:cubicBezTo>
                    <a:pt x="257" y="8"/>
                    <a:pt x="228" y="0"/>
                    <a:pt x="2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2" name="Google Shape;5530;p73"/>
            <p:cNvSpPr/>
            <p:nvPr/>
          </p:nvSpPr>
          <p:spPr>
            <a:xfrm>
              <a:off x="3710025" y="3981776"/>
              <a:ext cx="167886" cy="56528"/>
            </a:xfrm>
            <a:custGeom>
              <a:avLst/>
              <a:gdLst/>
              <a:ahLst/>
              <a:cxnLst/>
              <a:rect l="l" t="t" r="r" b="b"/>
              <a:pathLst>
                <a:path w="9682" h="3260" extrusionOk="0">
                  <a:moveTo>
                    <a:pt x="9681" y="1"/>
                  </a:moveTo>
                  <a:lnTo>
                    <a:pt x="9681" y="1"/>
                  </a:lnTo>
                  <a:cubicBezTo>
                    <a:pt x="8279" y="1006"/>
                    <a:pt x="6730" y="1793"/>
                    <a:pt x="5088" y="2332"/>
                  </a:cubicBezTo>
                  <a:cubicBezTo>
                    <a:pt x="3459" y="2867"/>
                    <a:pt x="1740" y="3126"/>
                    <a:pt x="1" y="3143"/>
                  </a:cubicBezTo>
                  <a:cubicBezTo>
                    <a:pt x="517" y="3222"/>
                    <a:pt x="1041" y="3260"/>
                    <a:pt x="1566" y="3260"/>
                  </a:cubicBezTo>
                  <a:cubicBezTo>
                    <a:pt x="2792" y="3260"/>
                    <a:pt x="4025" y="3051"/>
                    <a:pt x="5198" y="2668"/>
                  </a:cubicBezTo>
                  <a:cubicBezTo>
                    <a:pt x="6868" y="2121"/>
                    <a:pt x="8441" y="1225"/>
                    <a:pt x="968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3" name="Google Shape;5531;p73"/>
            <p:cNvSpPr/>
            <p:nvPr/>
          </p:nvSpPr>
          <p:spPr>
            <a:xfrm>
              <a:off x="3895459" y="3904249"/>
              <a:ext cx="69759" cy="62164"/>
            </a:xfrm>
            <a:custGeom>
              <a:avLst/>
              <a:gdLst/>
              <a:ahLst/>
              <a:cxnLst/>
              <a:rect l="l" t="t" r="r" b="b"/>
              <a:pathLst>
                <a:path w="4023" h="3585" extrusionOk="0">
                  <a:moveTo>
                    <a:pt x="4022" y="1"/>
                  </a:moveTo>
                  <a:cubicBezTo>
                    <a:pt x="3325" y="580"/>
                    <a:pt x="2660" y="1172"/>
                    <a:pt x="1995" y="1776"/>
                  </a:cubicBezTo>
                  <a:cubicBezTo>
                    <a:pt x="1334" y="2376"/>
                    <a:pt x="657" y="2956"/>
                    <a:pt x="1" y="3584"/>
                  </a:cubicBezTo>
                  <a:cubicBezTo>
                    <a:pt x="816" y="3183"/>
                    <a:pt x="1561" y="2652"/>
                    <a:pt x="2234" y="2044"/>
                  </a:cubicBezTo>
                  <a:cubicBezTo>
                    <a:pt x="2907" y="1436"/>
                    <a:pt x="3532" y="767"/>
                    <a:pt x="402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4" name="Google Shape;5532;p73"/>
            <p:cNvSpPr/>
            <p:nvPr/>
          </p:nvSpPr>
          <p:spPr>
            <a:xfrm>
              <a:off x="3783339" y="3873748"/>
              <a:ext cx="168874" cy="116837"/>
            </a:xfrm>
            <a:custGeom>
              <a:avLst/>
              <a:gdLst/>
              <a:ahLst/>
              <a:cxnLst/>
              <a:rect l="l" t="t" r="r" b="b"/>
              <a:pathLst>
                <a:path w="9739" h="6738" extrusionOk="0">
                  <a:moveTo>
                    <a:pt x="9738" y="0"/>
                  </a:moveTo>
                  <a:lnTo>
                    <a:pt x="9738" y="0"/>
                  </a:lnTo>
                  <a:cubicBezTo>
                    <a:pt x="8494" y="1593"/>
                    <a:pt x="7038" y="2980"/>
                    <a:pt x="5396" y="4127"/>
                  </a:cubicBezTo>
                  <a:cubicBezTo>
                    <a:pt x="3755" y="5270"/>
                    <a:pt x="1930" y="6134"/>
                    <a:pt x="1" y="6738"/>
                  </a:cubicBezTo>
                  <a:cubicBezTo>
                    <a:pt x="2003" y="6405"/>
                    <a:pt x="3925" y="5578"/>
                    <a:pt x="5599" y="4419"/>
                  </a:cubicBezTo>
                  <a:cubicBezTo>
                    <a:pt x="7273" y="3259"/>
                    <a:pt x="8725" y="1755"/>
                    <a:pt x="973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5" name="Google Shape;5533;p73"/>
            <p:cNvSpPr/>
            <p:nvPr/>
          </p:nvSpPr>
          <p:spPr>
            <a:xfrm>
              <a:off x="2682700" y="1294475"/>
              <a:ext cx="1288830" cy="944111"/>
            </a:xfrm>
            <a:custGeom>
              <a:avLst/>
              <a:gdLst/>
              <a:ahLst/>
              <a:cxnLst/>
              <a:rect l="l" t="t" r="r" b="b"/>
              <a:pathLst>
                <a:path w="74327" h="54447" extrusionOk="0">
                  <a:moveTo>
                    <a:pt x="47754" y="1"/>
                  </a:moveTo>
                  <a:cubicBezTo>
                    <a:pt x="47754" y="1"/>
                    <a:pt x="51115" y="1282"/>
                    <a:pt x="54155" y="6880"/>
                  </a:cubicBezTo>
                  <a:cubicBezTo>
                    <a:pt x="54009" y="6771"/>
                    <a:pt x="50142" y="3892"/>
                    <a:pt x="43311" y="2802"/>
                  </a:cubicBezTo>
                  <a:cubicBezTo>
                    <a:pt x="41708" y="2544"/>
                    <a:pt x="39942" y="2386"/>
                    <a:pt x="38023" y="2386"/>
                  </a:cubicBezTo>
                  <a:cubicBezTo>
                    <a:pt x="34871" y="2386"/>
                    <a:pt x="31306" y="2812"/>
                    <a:pt x="27367" y="3921"/>
                  </a:cubicBezTo>
                  <a:cubicBezTo>
                    <a:pt x="27367" y="3921"/>
                    <a:pt x="27720" y="3890"/>
                    <a:pt x="28295" y="3890"/>
                  </a:cubicBezTo>
                  <a:cubicBezTo>
                    <a:pt x="29585" y="3890"/>
                    <a:pt x="31992" y="4044"/>
                    <a:pt x="34020" y="5040"/>
                  </a:cubicBezTo>
                  <a:cubicBezTo>
                    <a:pt x="34020" y="5040"/>
                    <a:pt x="33485" y="4930"/>
                    <a:pt x="32570" y="4930"/>
                  </a:cubicBezTo>
                  <a:cubicBezTo>
                    <a:pt x="30663" y="4930"/>
                    <a:pt x="27102" y="5404"/>
                    <a:pt x="23265" y="8323"/>
                  </a:cubicBezTo>
                  <a:cubicBezTo>
                    <a:pt x="19553" y="11150"/>
                    <a:pt x="14013" y="13153"/>
                    <a:pt x="8491" y="13153"/>
                  </a:cubicBezTo>
                  <a:cubicBezTo>
                    <a:pt x="5564" y="13153"/>
                    <a:pt x="2643" y="12591"/>
                    <a:pt x="0" y="11291"/>
                  </a:cubicBezTo>
                  <a:lnTo>
                    <a:pt x="0" y="11291"/>
                  </a:lnTo>
                  <a:cubicBezTo>
                    <a:pt x="118" y="11445"/>
                    <a:pt x="3953" y="16419"/>
                    <a:pt x="13694" y="17047"/>
                  </a:cubicBezTo>
                  <a:cubicBezTo>
                    <a:pt x="13694" y="17047"/>
                    <a:pt x="4698" y="21206"/>
                    <a:pt x="1577" y="29776"/>
                  </a:cubicBezTo>
                  <a:cubicBezTo>
                    <a:pt x="1577" y="29776"/>
                    <a:pt x="4739" y="27190"/>
                    <a:pt x="10305" y="24388"/>
                  </a:cubicBezTo>
                  <a:lnTo>
                    <a:pt x="10305" y="24388"/>
                  </a:lnTo>
                  <a:cubicBezTo>
                    <a:pt x="9482" y="24855"/>
                    <a:pt x="2218" y="29399"/>
                    <a:pt x="4062" y="43599"/>
                  </a:cubicBezTo>
                  <a:cubicBezTo>
                    <a:pt x="4062" y="43599"/>
                    <a:pt x="5967" y="36250"/>
                    <a:pt x="10374" y="35930"/>
                  </a:cubicBezTo>
                  <a:cubicBezTo>
                    <a:pt x="14784" y="35609"/>
                    <a:pt x="16755" y="35459"/>
                    <a:pt x="22333" y="29691"/>
                  </a:cubicBezTo>
                  <a:cubicBezTo>
                    <a:pt x="25482" y="26437"/>
                    <a:pt x="30960" y="25248"/>
                    <a:pt x="36156" y="25248"/>
                  </a:cubicBezTo>
                  <a:cubicBezTo>
                    <a:pt x="40164" y="25248"/>
                    <a:pt x="44004" y="25955"/>
                    <a:pt x="46477" y="26967"/>
                  </a:cubicBezTo>
                  <a:cubicBezTo>
                    <a:pt x="52161" y="29285"/>
                    <a:pt x="53600" y="35970"/>
                    <a:pt x="52720" y="43595"/>
                  </a:cubicBezTo>
                  <a:cubicBezTo>
                    <a:pt x="52043" y="49445"/>
                    <a:pt x="54115" y="53377"/>
                    <a:pt x="57054" y="54253"/>
                  </a:cubicBezTo>
                  <a:cubicBezTo>
                    <a:pt x="57471" y="54381"/>
                    <a:pt x="57906" y="54446"/>
                    <a:pt x="58352" y="54446"/>
                  </a:cubicBezTo>
                  <a:cubicBezTo>
                    <a:pt x="58863" y="54446"/>
                    <a:pt x="59389" y="54361"/>
                    <a:pt x="59924" y="54188"/>
                  </a:cubicBezTo>
                  <a:cubicBezTo>
                    <a:pt x="64213" y="52777"/>
                    <a:pt x="70164" y="44658"/>
                    <a:pt x="70164" y="44658"/>
                  </a:cubicBezTo>
                  <a:cubicBezTo>
                    <a:pt x="72328" y="41216"/>
                    <a:pt x="73690" y="31612"/>
                    <a:pt x="74011" y="26646"/>
                  </a:cubicBezTo>
                  <a:cubicBezTo>
                    <a:pt x="74327" y="21689"/>
                    <a:pt x="69766" y="16569"/>
                    <a:pt x="64164" y="15442"/>
                  </a:cubicBezTo>
                  <a:cubicBezTo>
                    <a:pt x="64164" y="15442"/>
                    <a:pt x="61444" y="7448"/>
                    <a:pt x="57520" y="4083"/>
                  </a:cubicBezTo>
                  <a:cubicBezTo>
                    <a:pt x="53600" y="718"/>
                    <a:pt x="47754" y="1"/>
                    <a:pt x="47754" y="1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6" name="Google Shape;5534;p73"/>
            <p:cNvSpPr/>
            <p:nvPr/>
          </p:nvSpPr>
          <p:spPr>
            <a:xfrm>
              <a:off x="2674481" y="1288302"/>
              <a:ext cx="1303309" cy="956492"/>
            </a:xfrm>
            <a:custGeom>
              <a:avLst/>
              <a:gdLst/>
              <a:ahLst/>
              <a:cxnLst/>
              <a:rect l="l" t="t" r="r" b="b"/>
              <a:pathLst>
                <a:path w="75162" h="55161" extrusionOk="0">
                  <a:moveTo>
                    <a:pt x="50105" y="1082"/>
                  </a:moveTo>
                  <a:lnTo>
                    <a:pt x="50105" y="1082"/>
                  </a:lnTo>
                  <a:cubicBezTo>
                    <a:pt x="52120" y="1577"/>
                    <a:pt x="55339" y="2631"/>
                    <a:pt x="57763" y="4706"/>
                  </a:cubicBezTo>
                  <a:cubicBezTo>
                    <a:pt x="61565" y="7966"/>
                    <a:pt x="64273" y="15834"/>
                    <a:pt x="64302" y="15915"/>
                  </a:cubicBezTo>
                  <a:cubicBezTo>
                    <a:pt x="64342" y="16033"/>
                    <a:pt x="64443" y="16122"/>
                    <a:pt x="64565" y="16150"/>
                  </a:cubicBezTo>
                  <a:cubicBezTo>
                    <a:pt x="70058" y="17249"/>
                    <a:pt x="74436" y="22211"/>
                    <a:pt x="74128" y="26982"/>
                  </a:cubicBezTo>
                  <a:cubicBezTo>
                    <a:pt x="73775" y="32451"/>
                    <a:pt x="72365" y="41596"/>
                    <a:pt x="70354" y="44799"/>
                  </a:cubicBezTo>
                  <a:cubicBezTo>
                    <a:pt x="70293" y="44880"/>
                    <a:pt x="64419" y="52854"/>
                    <a:pt x="60284" y="54203"/>
                  </a:cubicBezTo>
                  <a:cubicBezTo>
                    <a:pt x="59790" y="54368"/>
                    <a:pt x="59302" y="54449"/>
                    <a:pt x="58825" y="54449"/>
                  </a:cubicBezTo>
                  <a:cubicBezTo>
                    <a:pt x="58418" y="54449"/>
                    <a:pt x="58019" y="54390"/>
                    <a:pt x="57629" y="54272"/>
                  </a:cubicBezTo>
                  <a:cubicBezTo>
                    <a:pt x="55095" y="53514"/>
                    <a:pt x="52845" y="50044"/>
                    <a:pt x="53547" y="43996"/>
                  </a:cubicBezTo>
                  <a:cubicBezTo>
                    <a:pt x="54856" y="32657"/>
                    <a:pt x="50754" y="28494"/>
                    <a:pt x="47085" y="26998"/>
                  </a:cubicBezTo>
                  <a:cubicBezTo>
                    <a:pt x="44669" y="26009"/>
                    <a:pt x="40720" y="25259"/>
                    <a:pt x="36565" y="25259"/>
                  </a:cubicBezTo>
                  <a:cubicBezTo>
                    <a:pt x="31344" y="25259"/>
                    <a:pt x="25802" y="26439"/>
                    <a:pt x="22547" y="29800"/>
                  </a:cubicBezTo>
                  <a:cubicBezTo>
                    <a:pt x="17050" y="35483"/>
                    <a:pt x="15100" y="35621"/>
                    <a:pt x="10823" y="35937"/>
                  </a:cubicBezTo>
                  <a:cubicBezTo>
                    <a:pt x="7499" y="36176"/>
                    <a:pt x="5562" y="40027"/>
                    <a:pt x="4710" y="42277"/>
                  </a:cubicBezTo>
                  <a:cubicBezTo>
                    <a:pt x="3632" y="29617"/>
                    <a:pt x="10175" y="25494"/>
                    <a:pt x="10949" y="25053"/>
                  </a:cubicBezTo>
                  <a:cubicBezTo>
                    <a:pt x="11115" y="24955"/>
                    <a:pt x="11180" y="24749"/>
                    <a:pt x="11091" y="24574"/>
                  </a:cubicBezTo>
                  <a:cubicBezTo>
                    <a:pt x="11025" y="24454"/>
                    <a:pt x="10902" y="24387"/>
                    <a:pt x="10774" y="24387"/>
                  </a:cubicBezTo>
                  <a:cubicBezTo>
                    <a:pt x="10719" y="24387"/>
                    <a:pt x="10664" y="24399"/>
                    <a:pt x="10613" y="24424"/>
                  </a:cubicBezTo>
                  <a:cubicBezTo>
                    <a:pt x="6899" y="26293"/>
                    <a:pt x="4228" y="28089"/>
                    <a:pt x="2866" y="29070"/>
                  </a:cubicBezTo>
                  <a:cubicBezTo>
                    <a:pt x="6247" y="21534"/>
                    <a:pt x="14233" y="17768"/>
                    <a:pt x="14318" y="17723"/>
                  </a:cubicBezTo>
                  <a:cubicBezTo>
                    <a:pt x="14638" y="17561"/>
                    <a:pt x="14549" y="17083"/>
                    <a:pt x="14192" y="17046"/>
                  </a:cubicBezTo>
                  <a:cubicBezTo>
                    <a:pt x="7690" y="16625"/>
                    <a:pt x="3851" y="14217"/>
                    <a:pt x="2035" y="12692"/>
                  </a:cubicBezTo>
                  <a:lnTo>
                    <a:pt x="2035" y="12692"/>
                  </a:lnTo>
                  <a:cubicBezTo>
                    <a:pt x="4233" y="13491"/>
                    <a:pt x="6575" y="13845"/>
                    <a:pt x="8919" y="13845"/>
                  </a:cubicBezTo>
                  <a:cubicBezTo>
                    <a:pt x="14570" y="13845"/>
                    <a:pt x="20239" y="11791"/>
                    <a:pt x="23958" y="8963"/>
                  </a:cubicBezTo>
                  <a:cubicBezTo>
                    <a:pt x="27716" y="6100"/>
                    <a:pt x="31232" y="5649"/>
                    <a:pt x="33078" y="5649"/>
                  </a:cubicBezTo>
                  <a:cubicBezTo>
                    <a:pt x="33916" y="5649"/>
                    <a:pt x="34410" y="5742"/>
                    <a:pt x="34425" y="5744"/>
                  </a:cubicBezTo>
                  <a:cubicBezTo>
                    <a:pt x="34454" y="5751"/>
                    <a:pt x="34482" y="5754"/>
                    <a:pt x="34509" y="5754"/>
                  </a:cubicBezTo>
                  <a:cubicBezTo>
                    <a:pt x="34863" y="5754"/>
                    <a:pt x="35006" y="5241"/>
                    <a:pt x="34648" y="5075"/>
                  </a:cubicBezTo>
                  <a:cubicBezTo>
                    <a:pt x="33286" y="4406"/>
                    <a:pt x="31770" y="4102"/>
                    <a:pt x="30517" y="3977"/>
                  </a:cubicBezTo>
                  <a:cubicBezTo>
                    <a:pt x="33230" y="3393"/>
                    <a:pt x="35901" y="3099"/>
                    <a:pt x="38508" y="3099"/>
                  </a:cubicBezTo>
                  <a:cubicBezTo>
                    <a:pt x="40279" y="3099"/>
                    <a:pt x="42021" y="3234"/>
                    <a:pt x="43728" y="3507"/>
                  </a:cubicBezTo>
                  <a:cubicBezTo>
                    <a:pt x="50458" y="4581"/>
                    <a:pt x="54256" y="7398"/>
                    <a:pt x="54418" y="7520"/>
                  </a:cubicBezTo>
                  <a:cubicBezTo>
                    <a:pt x="54488" y="7575"/>
                    <a:pt x="54563" y="7599"/>
                    <a:pt x="54636" y="7599"/>
                  </a:cubicBezTo>
                  <a:cubicBezTo>
                    <a:pt x="54881" y="7599"/>
                    <a:pt x="55095" y="7325"/>
                    <a:pt x="54945" y="7062"/>
                  </a:cubicBezTo>
                  <a:cubicBezTo>
                    <a:pt x="53214" y="3888"/>
                    <a:pt x="51398" y="2071"/>
                    <a:pt x="50105" y="1082"/>
                  </a:cubicBezTo>
                  <a:close/>
                  <a:moveTo>
                    <a:pt x="48229" y="1"/>
                  </a:moveTo>
                  <a:cubicBezTo>
                    <a:pt x="48069" y="1"/>
                    <a:pt x="47924" y="109"/>
                    <a:pt x="47884" y="268"/>
                  </a:cubicBezTo>
                  <a:cubicBezTo>
                    <a:pt x="47843" y="442"/>
                    <a:pt x="47936" y="620"/>
                    <a:pt x="48102" y="689"/>
                  </a:cubicBezTo>
                  <a:cubicBezTo>
                    <a:pt x="48135" y="701"/>
                    <a:pt x="50871" y="1800"/>
                    <a:pt x="53579" y="6142"/>
                  </a:cubicBezTo>
                  <a:cubicBezTo>
                    <a:pt x="51893" y="5156"/>
                    <a:pt x="48565" y="3555"/>
                    <a:pt x="43842" y="2801"/>
                  </a:cubicBezTo>
                  <a:cubicBezTo>
                    <a:pt x="42098" y="2525"/>
                    <a:pt x="40321" y="2387"/>
                    <a:pt x="38515" y="2387"/>
                  </a:cubicBezTo>
                  <a:cubicBezTo>
                    <a:pt x="35019" y="2387"/>
                    <a:pt x="31416" y="2904"/>
                    <a:pt x="27748" y="3936"/>
                  </a:cubicBezTo>
                  <a:cubicBezTo>
                    <a:pt x="27349" y="4055"/>
                    <a:pt x="27443" y="4635"/>
                    <a:pt x="27841" y="4635"/>
                  </a:cubicBezTo>
                  <a:cubicBezTo>
                    <a:pt x="27852" y="4635"/>
                    <a:pt x="27863" y="4634"/>
                    <a:pt x="27874" y="4634"/>
                  </a:cubicBezTo>
                  <a:cubicBezTo>
                    <a:pt x="27884" y="4634"/>
                    <a:pt x="28227" y="4605"/>
                    <a:pt x="28778" y="4605"/>
                  </a:cubicBezTo>
                  <a:cubicBezTo>
                    <a:pt x="29580" y="4605"/>
                    <a:pt x="30821" y="4665"/>
                    <a:pt x="32122" y="4958"/>
                  </a:cubicBezTo>
                  <a:cubicBezTo>
                    <a:pt x="30055" y="5108"/>
                    <a:pt x="26901" y="5829"/>
                    <a:pt x="23528" y="8395"/>
                  </a:cubicBezTo>
                  <a:cubicBezTo>
                    <a:pt x="19915" y="11143"/>
                    <a:pt x="14408" y="13141"/>
                    <a:pt x="8928" y="13141"/>
                  </a:cubicBezTo>
                  <a:cubicBezTo>
                    <a:pt x="6064" y="13141"/>
                    <a:pt x="3207" y="12595"/>
                    <a:pt x="632" y="11326"/>
                  </a:cubicBezTo>
                  <a:cubicBezTo>
                    <a:pt x="577" y="11298"/>
                    <a:pt x="521" y="11286"/>
                    <a:pt x="468" y="11286"/>
                  </a:cubicBezTo>
                  <a:cubicBezTo>
                    <a:pt x="201" y="11286"/>
                    <a:pt x="1" y="11607"/>
                    <a:pt x="190" y="11857"/>
                  </a:cubicBezTo>
                  <a:cubicBezTo>
                    <a:pt x="344" y="12060"/>
                    <a:pt x="3920" y="16702"/>
                    <a:pt x="12936" y="17654"/>
                  </a:cubicBezTo>
                  <a:cubicBezTo>
                    <a:pt x="10418" y="19081"/>
                    <a:pt x="4204" y="23188"/>
                    <a:pt x="1723" y="30006"/>
                  </a:cubicBezTo>
                  <a:cubicBezTo>
                    <a:pt x="1666" y="30156"/>
                    <a:pt x="1719" y="30327"/>
                    <a:pt x="1848" y="30420"/>
                  </a:cubicBezTo>
                  <a:cubicBezTo>
                    <a:pt x="1910" y="30462"/>
                    <a:pt x="1982" y="30483"/>
                    <a:pt x="2054" y="30483"/>
                  </a:cubicBezTo>
                  <a:cubicBezTo>
                    <a:pt x="2134" y="30483"/>
                    <a:pt x="2214" y="30457"/>
                    <a:pt x="2278" y="30404"/>
                  </a:cubicBezTo>
                  <a:cubicBezTo>
                    <a:pt x="2306" y="30383"/>
                    <a:pt x="4386" y="28689"/>
                    <a:pt x="8083" y="26589"/>
                  </a:cubicBezTo>
                  <a:lnTo>
                    <a:pt x="8083" y="26589"/>
                  </a:lnTo>
                  <a:cubicBezTo>
                    <a:pt x="5776" y="29208"/>
                    <a:pt x="2943" y="34482"/>
                    <a:pt x="4179" y="44000"/>
                  </a:cubicBezTo>
                  <a:cubicBezTo>
                    <a:pt x="4204" y="44166"/>
                    <a:pt x="4341" y="44296"/>
                    <a:pt x="4508" y="44308"/>
                  </a:cubicBezTo>
                  <a:cubicBezTo>
                    <a:pt x="4513" y="44308"/>
                    <a:pt x="4519" y="44309"/>
                    <a:pt x="4525" y="44309"/>
                  </a:cubicBezTo>
                  <a:cubicBezTo>
                    <a:pt x="4688" y="44309"/>
                    <a:pt x="4834" y="44197"/>
                    <a:pt x="4881" y="44041"/>
                  </a:cubicBezTo>
                  <a:cubicBezTo>
                    <a:pt x="4893" y="43968"/>
                    <a:pt x="6774" y="36942"/>
                    <a:pt x="10880" y="36642"/>
                  </a:cubicBezTo>
                  <a:cubicBezTo>
                    <a:pt x="15339" y="36318"/>
                    <a:pt x="17374" y="36172"/>
                    <a:pt x="23058" y="30290"/>
                  </a:cubicBezTo>
                  <a:cubicBezTo>
                    <a:pt x="25462" y="27813"/>
                    <a:pt x="29653" y="26289"/>
                    <a:pt x="34855" y="26009"/>
                  </a:cubicBezTo>
                  <a:cubicBezTo>
                    <a:pt x="35422" y="25979"/>
                    <a:pt x="35996" y="25964"/>
                    <a:pt x="36574" y="25964"/>
                  </a:cubicBezTo>
                  <a:cubicBezTo>
                    <a:pt x="40332" y="25964"/>
                    <a:pt x="44206" y="26590"/>
                    <a:pt x="46813" y="27651"/>
                  </a:cubicBezTo>
                  <a:cubicBezTo>
                    <a:pt x="50259" y="29062"/>
                    <a:pt x="54098" y="33022"/>
                    <a:pt x="52841" y="43911"/>
                  </a:cubicBezTo>
                  <a:cubicBezTo>
                    <a:pt x="52095" y="50369"/>
                    <a:pt x="54605" y="54110"/>
                    <a:pt x="57422" y="54949"/>
                  </a:cubicBezTo>
                  <a:cubicBezTo>
                    <a:pt x="57876" y="55091"/>
                    <a:pt x="58351" y="55160"/>
                    <a:pt x="58825" y="55160"/>
                  </a:cubicBezTo>
                  <a:cubicBezTo>
                    <a:pt x="59396" y="55156"/>
                    <a:pt x="59964" y="55063"/>
                    <a:pt x="60507" y="54885"/>
                  </a:cubicBezTo>
                  <a:cubicBezTo>
                    <a:pt x="64857" y="53454"/>
                    <a:pt x="70678" y="45557"/>
                    <a:pt x="70942" y="45200"/>
                  </a:cubicBezTo>
                  <a:cubicBezTo>
                    <a:pt x="73236" y="41552"/>
                    <a:pt x="74554" y="31381"/>
                    <a:pt x="74837" y="27031"/>
                  </a:cubicBezTo>
                  <a:cubicBezTo>
                    <a:pt x="75162" y="21976"/>
                    <a:pt x="70634" y="16738"/>
                    <a:pt x="64906" y="15490"/>
                  </a:cubicBezTo>
                  <a:cubicBezTo>
                    <a:pt x="64456" y="14221"/>
                    <a:pt x="61881" y="7301"/>
                    <a:pt x="58221" y="4171"/>
                  </a:cubicBezTo>
                  <a:cubicBezTo>
                    <a:pt x="54268" y="774"/>
                    <a:pt x="48520" y="36"/>
                    <a:pt x="48277" y="4"/>
                  </a:cubicBezTo>
                  <a:cubicBezTo>
                    <a:pt x="48261" y="2"/>
                    <a:pt x="48245" y="1"/>
                    <a:pt x="4822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7" name="Google Shape;5535;p73"/>
            <p:cNvSpPr/>
            <p:nvPr/>
          </p:nvSpPr>
          <p:spPr>
            <a:xfrm>
              <a:off x="3433712" y="1294475"/>
              <a:ext cx="537817" cy="944111"/>
            </a:xfrm>
            <a:custGeom>
              <a:avLst/>
              <a:gdLst/>
              <a:ahLst/>
              <a:cxnLst/>
              <a:rect l="l" t="t" r="r" b="b"/>
              <a:pathLst>
                <a:path w="31016" h="54447" extrusionOk="0">
                  <a:moveTo>
                    <a:pt x="16601" y="19613"/>
                  </a:moveTo>
                  <a:lnTo>
                    <a:pt x="16601" y="19613"/>
                  </a:lnTo>
                  <a:cubicBezTo>
                    <a:pt x="16601" y="19613"/>
                    <a:pt x="16601" y="19613"/>
                    <a:pt x="16601" y="19613"/>
                  </a:cubicBezTo>
                  <a:cubicBezTo>
                    <a:pt x="16601" y="19613"/>
                    <a:pt x="16601" y="19613"/>
                    <a:pt x="16601" y="19613"/>
                  </a:cubicBezTo>
                  <a:close/>
                  <a:moveTo>
                    <a:pt x="4443" y="1"/>
                  </a:moveTo>
                  <a:cubicBezTo>
                    <a:pt x="4443" y="1"/>
                    <a:pt x="7804" y="1282"/>
                    <a:pt x="10844" y="6880"/>
                  </a:cubicBezTo>
                  <a:cubicBezTo>
                    <a:pt x="10698" y="6767"/>
                    <a:pt x="6831" y="3888"/>
                    <a:pt x="0" y="2802"/>
                  </a:cubicBezTo>
                  <a:lnTo>
                    <a:pt x="0" y="2802"/>
                  </a:lnTo>
                  <a:cubicBezTo>
                    <a:pt x="369" y="2932"/>
                    <a:pt x="730" y="3069"/>
                    <a:pt x="1095" y="3215"/>
                  </a:cubicBezTo>
                  <a:cubicBezTo>
                    <a:pt x="5736" y="5100"/>
                    <a:pt x="9863" y="8283"/>
                    <a:pt x="12847" y="12312"/>
                  </a:cubicBezTo>
                  <a:cubicBezTo>
                    <a:pt x="13288" y="12904"/>
                    <a:pt x="16844" y="19577"/>
                    <a:pt x="16601" y="19613"/>
                  </a:cubicBezTo>
                  <a:lnTo>
                    <a:pt x="16601" y="19613"/>
                  </a:lnTo>
                  <a:cubicBezTo>
                    <a:pt x="16776" y="19590"/>
                    <a:pt x="16951" y="19579"/>
                    <a:pt x="17126" y="19579"/>
                  </a:cubicBezTo>
                  <a:cubicBezTo>
                    <a:pt x="18742" y="19579"/>
                    <a:pt x="20294" y="20545"/>
                    <a:pt x="21279" y="21855"/>
                  </a:cubicBezTo>
                  <a:cubicBezTo>
                    <a:pt x="22369" y="23302"/>
                    <a:pt x="22864" y="25106"/>
                    <a:pt x="23180" y="26890"/>
                  </a:cubicBezTo>
                  <a:cubicBezTo>
                    <a:pt x="23828" y="30627"/>
                    <a:pt x="23776" y="34450"/>
                    <a:pt x="23022" y="38163"/>
                  </a:cubicBezTo>
                  <a:cubicBezTo>
                    <a:pt x="22829" y="38139"/>
                    <a:pt x="22638" y="38127"/>
                    <a:pt x="22450" y="38127"/>
                  </a:cubicBezTo>
                  <a:cubicBezTo>
                    <a:pt x="19685" y="38127"/>
                    <a:pt x="17466" y="40712"/>
                    <a:pt x="15887" y="43089"/>
                  </a:cubicBezTo>
                  <a:cubicBezTo>
                    <a:pt x="14695" y="44885"/>
                    <a:pt x="13536" y="46749"/>
                    <a:pt x="13037" y="48841"/>
                  </a:cubicBezTo>
                  <a:cubicBezTo>
                    <a:pt x="12608" y="50661"/>
                    <a:pt x="12762" y="52692"/>
                    <a:pt x="13743" y="54253"/>
                  </a:cubicBezTo>
                  <a:cubicBezTo>
                    <a:pt x="14160" y="54381"/>
                    <a:pt x="14595" y="54446"/>
                    <a:pt x="15041" y="54446"/>
                  </a:cubicBezTo>
                  <a:cubicBezTo>
                    <a:pt x="15552" y="54446"/>
                    <a:pt x="16078" y="54361"/>
                    <a:pt x="16613" y="54188"/>
                  </a:cubicBezTo>
                  <a:cubicBezTo>
                    <a:pt x="20902" y="52777"/>
                    <a:pt x="26853" y="44658"/>
                    <a:pt x="26853" y="44658"/>
                  </a:cubicBezTo>
                  <a:cubicBezTo>
                    <a:pt x="29017" y="41216"/>
                    <a:pt x="30379" y="31612"/>
                    <a:pt x="30700" y="26646"/>
                  </a:cubicBezTo>
                  <a:cubicBezTo>
                    <a:pt x="31016" y="21689"/>
                    <a:pt x="26455" y="16569"/>
                    <a:pt x="20853" y="15442"/>
                  </a:cubicBezTo>
                  <a:cubicBezTo>
                    <a:pt x="20853" y="15442"/>
                    <a:pt x="18133" y="7448"/>
                    <a:pt x="14209" y="4083"/>
                  </a:cubicBezTo>
                  <a:cubicBezTo>
                    <a:pt x="10289" y="718"/>
                    <a:pt x="4443" y="1"/>
                    <a:pt x="4443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8" name="Google Shape;5536;p73"/>
            <p:cNvSpPr/>
            <p:nvPr/>
          </p:nvSpPr>
          <p:spPr>
            <a:xfrm>
              <a:off x="3874513" y="1628374"/>
              <a:ext cx="61384" cy="181723"/>
            </a:xfrm>
            <a:custGeom>
              <a:avLst/>
              <a:gdLst/>
              <a:ahLst/>
              <a:cxnLst/>
              <a:rect l="l" t="t" r="r" b="b"/>
              <a:pathLst>
                <a:path w="3540" h="10480" extrusionOk="0">
                  <a:moveTo>
                    <a:pt x="1" y="0"/>
                  </a:moveTo>
                  <a:cubicBezTo>
                    <a:pt x="921" y="357"/>
                    <a:pt x="1501" y="1164"/>
                    <a:pt x="1890" y="2027"/>
                  </a:cubicBezTo>
                  <a:cubicBezTo>
                    <a:pt x="2283" y="2887"/>
                    <a:pt x="2514" y="3823"/>
                    <a:pt x="2717" y="4755"/>
                  </a:cubicBezTo>
                  <a:cubicBezTo>
                    <a:pt x="3122" y="6628"/>
                    <a:pt x="3260" y="8546"/>
                    <a:pt x="3199" y="10479"/>
                  </a:cubicBezTo>
                  <a:cubicBezTo>
                    <a:pt x="3540" y="8574"/>
                    <a:pt x="3467" y="6588"/>
                    <a:pt x="3065" y="4682"/>
                  </a:cubicBezTo>
                  <a:cubicBezTo>
                    <a:pt x="2850" y="3734"/>
                    <a:pt x="2599" y="2781"/>
                    <a:pt x="2145" y="1906"/>
                  </a:cubicBezTo>
                  <a:cubicBezTo>
                    <a:pt x="1914" y="1468"/>
                    <a:pt x="1634" y="1054"/>
                    <a:pt x="1274" y="710"/>
                  </a:cubicBezTo>
                  <a:cubicBezTo>
                    <a:pt x="921" y="361"/>
                    <a:pt x="483" y="118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" name="Google Shape;5537;p73"/>
            <p:cNvSpPr/>
            <p:nvPr/>
          </p:nvSpPr>
          <p:spPr>
            <a:xfrm>
              <a:off x="3914447" y="1837494"/>
              <a:ext cx="11254" cy="54274"/>
            </a:xfrm>
            <a:custGeom>
              <a:avLst/>
              <a:gdLst/>
              <a:ahLst/>
              <a:cxnLst/>
              <a:rect l="l" t="t" r="r" b="b"/>
              <a:pathLst>
                <a:path w="649" h="3130" extrusionOk="0">
                  <a:moveTo>
                    <a:pt x="523" y="0"/>
                  </a:moveTo>
                  <a:cubicBezTo>
                    <a:pt x="369" y="527"/>
                    <a:pt x="284" y="1038"/>
                    <a:pt x="203" y="1553"/>
                  </a:cubicBezTo>
                  <a:cubicBezTo>
                    <a:pt x="122" y="2072"/>
                    <a:pt x="29" y="2583"/>
                    <a:pt x="0" y="3130"/>
                  </a:cubicBezTo>
                  <a:cubicBezTo>
                    <a:pt x="296" y="2664"/>
                    <a:pt x="470" y="2141"/>
                    <a:pt x="552" y="1610"/>
                  </a:cubicBezTo>
                  <a:cubicBezTo>
                    <a:pt x="633" y="1079"/>
                    <a:pt x="649" y="531"/>
                    <a:pt x="5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" name="Google Shape;5538;p73"/>
            <p:cNvSpPr/>
            <p:nvPr/>
          </p:nvSpPr>
          <p:spPr>
            <a:xfrm>
              <a:off x="3893777" y="1919738"/>
              <a:ext cx="18779" cy="93150"/>
            </a:xfrm>
            <a:custGeom>
              <a:avLst/>
              <a:gdLst/>
              <a:ahLst/>
              <a:cxnLst/>
              <a:rect l="l" t="t" r="r" b="b"/>
              <a:pathLst>
                <a:path w="1083" h="5372" extrusionOk="0">
                  <a:moveTo>
                    <a:pt x="1083" y="0"/>
                  </a:moveTo>
                  <a:lnTo>
                    <a:pt x="1083" y="0"/>
                  </a:lnTo>
                  <a:cubicBezTo>
                    <a:pt x="645" y="815"/>
                    <a:pt x="365" y="1703"/>
                    <a:pt x="207" y="2615"/>
                  </a:cubicBezTo>
                  <a:cubicBezTo>
                    <a:pt x="49" y="3527"/>
                    <a:pt x="0" y="4460"/>
                    <a:pt x="130" y="5372"/>
                  </a:cubicBezTo>
                  <a:cubicBezTo>
                    <a:pt x="280" y="4460"/>
                    <a:pt x="406" y="3560"/>
                    <a:pt x="556" y="2676"/>
                  </a:cubicBezTo>
                  <a:cubicBezTo>
                    <a:pt x="710" y="1788"/>
                    <a:pt x="908" y="904"/>
                    <a:pt x="108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" name="Google Shape;5539;p73"/>
            <p:cNvSpPr/>
            <p:nvPr/>
          </p:nvSpPr>
          <p:spPr>
            <a:xfrm>
              <a:off x="3674798" y="1917345"/>
              <a:ext cx="39032" cy="178359"/>
            </a:xfrm>
            <a:custGeom>
              <a:avLst/>
              <a:gdLst/>
              <a:ahLst/>
              <a:cxnLst/>
              <a:rect l="l" t="t" r="r" b="b"/>
              <a:pathLst>
                <a:path w="2251" h="10286" extrusionOk="0">
                  <a:moveTo>
                    <a:pt x="840" y="1"/>
                  </a:moveTo>
                  <a:lnTo>
                    <a:pt x="840" y="1"/>
                  </a:lnTo>
                  <a:cubicBezTo>
                    <a:pt x="293" y="1711"/>
                    <a:pt x="1" y="3548"/>
                    <a:pt x="167" y="5352"/>
                  </a:cubicBezTo>
                  <a:cubicBezTo>
                    <a:pt x="333" y="7156"/>
                    <a:pt x="990" y="8980"/>
                    <a:pt x="2251" y="10285"/>
                  </a:cubicBezTo>
                  <a:cubicBezTo>
                    <a:pt x="1217" y="8805"/>
                    <a:pt x="690" y="7083"/>
                    <a:pt x="524" y="5319"/>
                  </a:cubicBezTo>
                  <a:cubicBezTo>
                    <a:pt x="354" y="3556"/>
                    <a:pt x="568" y="1772"/>
                    <a:pt x="84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" name="Google Shape;5540;p73"/>
            <p:cNvSpPr/>
            <p:nvPr/>
          </p:nvSpPr>
          <p:spPr>
            <a:xfrm>
              <a:off x="3619275" y="1665135"/>
              <a:ext cx="34888" cy="185590"/>
            </a:xfrm>
            <a:custGeom>
              <a:avLst/>
              <a:gdLst/>
              <a:ahLst/>
              <a:cxnLst/>
              <a:rect l="l" t="t" r="r" b="b"/>
              <a:pathLst>
                <a:path w="2012" h="10703" extrusionOk="0">
                  <a:moveTo>
                    <a:pt x="1448" y="0"/>
                  </a:moveTo>
                  <a:lnTo>
                    <a:pt x="1448" y="0"/>
                  </a:lnTo>
                  <a:cubicBezTo>
                    <a:pt x="507" y="1663"/>
                    <a:pt x="29" y="3596"/>
                    <a:pt x="0" y="5518"/>
                  </a:cubicBezTo>
                  <a:cubicBezTo>
                    <a:pt x="0" y="6483"/>
                    <a:pt x="82" y="7464"/>
                    <a:pt x="361" y="8388"/>
                  </a:cubicBezTo>
                  <a:cubicBezTo>
                    <a:pt x="637" y="9312"/>
                    <a:pt x="1180" y="10208"/>
                    <a:pt x="2011" y="10703"/>
                  </a:cubicBezTo>
                  <a:cubicBezTo>
                    <a:pt x="1265" y="10090"/>
                    <a:pt x="852" y="9215"/>
                    <a:pt x="629" y="8311"/>
                  </a:cubicBezTo>
                  <a:cubicBezTo>
                    <a:pt x="406" y="7411"/>
                    <a:pt x="353" y="6462"/>
                    <a:pt x="361" y="5526"/>
                  </a:cubicBezTo>
                  <a:cubicBezTo>
                    <a:pt x="373" y="3645"/>
                    <a:pt x="767" y="1780"/>
                    <a:pt x="144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" name="Google Shape;5541;p73"/>
            <p:cNvSpPr/>
            <p:nvPr/>
          </p:nvSpPr>
          <p:spPr>
            <a:xfrm>
              <a:off x="3616684" y="1358512"/>
              <a:ext cx="145309" cy="184688"/>
            </a:xfrm>
            <a:custGeom>
              <a:avLst/>
              <a:gdLst/>
              <a:ahLst/>
              <a:cxnLst/>
              <a:rect l="l" t="t" r="r" b="b"/>
              <a:pathLst>
                <a:path w="8380" h="10651" extrusionOk="0">
                  <a:moveTo>
                    <a:pt x="0" y="1"/>
                  </a:moveTo>
                  <a:lnTo>
                    <a:pt x="0" y="1"/>
                  </a:lnTo>
                  <a:cubicBezTo>
                    <a:pt x="2015" y="1144"/>
                    <a:pt x="3677" y="2782"/>
                    <a:pt x="5027" y="4630"/>
                  </a:cubicBezTo>
                  <a:cubicBezTo>
                    <a:pt x="6373" y="6483"/>
                    <a:pt x="7398" y="8558"/>
                    <a:pt x="8379" y="10650"/>
                  </a:cubicBezTo>
                  <a:cubicBezTo>
                    <a:pt x="7662" y="8453"/>
                    <a:pt x="6673" y="6292"/>
                    <a:pt x="5311" y="4419"/>
                  </a:cubicBezTo>
                  <a:cubicBezTo>
                    <a:pt x="3945" y="2542"/>
                    <a:pt x="2153" y="897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" name="Google Shape;5542;p73"/>
            <p:cNvSpPr/>
            <p:nvPr/>
          </p:nvSpPr>
          <p:spPr>
            <a:xfrm>
              <a:off x="3647671" y="1417138"/>
              <a:ext cx="77492" cy="94642"/>
            </a:xfrm>
            <a:custGeom>
              <a:avLst/>
              <a:gdLst/>
              <a:ahLst/>
              <a:cxnLst/>
              <a:rect l="l" t="t" r="r" b="b"/>
              <a:pathLst>
                <a:path w="4469" h="5458" extrusionOk="0">
                  <a:moveTo>
                    <a:pt x="1" y="1"/>
                  </a:moveTo>
                  <a:lnTo>
                    <a:pt x="1" y="1"/>
                  </a:lnTo>
                  <a:cubicBezTo>
                    <a:pt x="828" y="872"/>
                    <a:pt x="1708" y="1671"/>
                    <a:pt x="2498" y="2542"/>
                  </a:cubicBezTo>
                  <a:cubicBezTo>
                    <a:pt x="3289" y="3414"/>
                    <a:pt x="3978" y="4363"/>
                    <a:pt x="4468" y="5457"/>
                  </a:cubicBezTo>
                  <a:cubicBezTo>
                    <a:pt x="4245" y="4265"/>
                    <a:pt x="3585" y="3203"/>
                    <a:pt x="2762" y="2303"/>
                  </a:cubicBezTo>
                  <a:cubicBezTo>
                    <a:pt x="1943" y="1407"/>
                    <a:pt x="1002" y="657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" name="Google Shape;5543;p73"/>
            <p:cNvSpPr/>
            <p:nvPr/>
          </p:nvSpPr>
          <p:spPr>
            <a:xfrm>
              <a:off x="3839729" y="1632380"/>
              <a:ext cx="59060" cy="156494"/>
            </a:xfrm>
            <a:custGeom>
              <a:avLst/>
              <a:gdLst/>
              <a:ahLst/>
              <a:cxnLst/>
              <a:rect l="l" t="t" r="r" b="b"/>
              <a:pathLst>
                <a:path w="3406" h="9025" extrusionOk="0">
                  <a:moveTo>
                    <a:pt x="0" y="0"/>
                  </a:moveTo>
                  <a:lnTo>
                    <a:pt x="0" y="0"/>
                  </a:lnTo>
                  <a:cubicBezTo>
                    <a:pt x="989" y="1322"/>
                    <a:pt x="1804" y="2753"/>
                    <a:pt x="2371" y="4277"/>
                  </a:cubicBezTo>
                  <a:cubicBezTo>
                    <a:pt x="2663" y="5035"/>
                    <a:pt x="2882" y="5822"/>
                    <a:pt x="3032" y="6616"/>
                  </a:cubicBezTo>
                  <a:cubicBezTo>
                    <a:pt x="3162" y="7415"/>
                    <a:pt x="3186" y="8238"/>
                    <a:pt x="2919" y="9024"/>
                  </a:cubicBezTo>
                  <a:cubicBezTo>
                    <a:pt x="3320" y="8294"/>
                    <a:pt x="3405" y="7415"/>
                    <a:pt x="3312" y="6580"/>
                  </a:cubicBezTo>
                  <a:cubicBezTo>
                    <a:pt x="3215" y="5741"/>
                    <a:pt x="2992" y="4938"/>
                    <a:pt x="2704" y="4151"/>
                  </a:cubicBezTo>
                  <a:cubicBezTo>
                    <a:pt x="2116" y="2591"/>
                    <a:pt x="1204" y="1140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" name="Google Shape;5544;p73"/>
            <p:cNvSpPr/>
            <p:nvPr/>
          </p:nvSpPr>
          <p:spPr>
            <a:xfrm>
              <a:off x="3864948" y="1843251"/>
              <a:ext cx="20687" cy="144477"/>
            </a:xfrm>
            <a:custGeom>
              <a:avLst/>
              <a:gdLst/>
              <a:ahLst/>
              <a:cxnLst/>
              <a:rect l="l" t="t" r="r" b="b"/>
              <a:pathLst>
                <a:path w="1193" h="8332" extrusionOk="0">
                  <a:moveTo>
                    <a:pt x="1038" y="1"/>
                  </a:moveTo>
                  <a:lnTo>
                    <a:pt x="1038" y="1"/>
                  </a:lnTo>
                  <a:cubicBezTo>
                    <a:pt x="913" y="1403"/>
                    <a:pt x="795" y="2798"/>
                    <a:pt x="625" y="4180"/>
                  </a:cubicBezTo>
                  <a:cubicBezTo>
                    <a:pt x="451" y="5567"/>
                    <a:pt x="224" y="6937"/>
                    <a:pt x="1" y="8331"/>
                  </a:cubicBezTo>
                  <a:cubicBezTo>
                    <a:pt x="491" y="7010"/>
                    <a:pt x="807" y="5619"/>
                    <a:pt x="973" y="4221"/>
                  </a:cubicBezTo>
                  <a:cubicBezTo>
                    <a:pt x="1140" y="2822"/>
                    <a:pt x="1192" y="1403"/>
                    <a:pt x="103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7" name="Google Shape;5545;p73"/>
            <p:cNvSpPr/>
            <p:nvPr/>
          </p:nvSpPr>
          <p:spPr>
            <a:xfrm>
              <a:off x="3344151" y="1363089"/>
              <a:ext cx="253996" cy="66586"/>
            </a:xfrm>
            <a:custGeom>
              <a:avLst/>
              <a:gdLst/>
              <a:ahLst/>
              <a:cxnLst/>
              <a:rect l="l" t="t" r="r" b="b"/>
              <a:pathLst>
                <a:path w="14648" h="3840" extrusionOk="0">
                  <a:moveTo>
                    <a:pt x="1689" y="0"/>
                  </a:moveTo>
                  <a:cubicBezTo>
                    <a:pt x="1126" y="0"/>
                    <a:pt x="562" y="19"/>
                    <a:pt x="1" y="57"/>
                  </a:cubicBezTo>
                  <a:cubicBezTo>
                    <a:pt x="2575" y="162"/>
                    <a:pt x="5125" y="454"/>
                    <a:pt x="7622" y="1014"/>
                  </a:cubicBezTo>
                  <a:cubicBezTo>
                    <a:pt x="8874" y="1293"/>
                    <a:pt x="10123" y="1630"/>
                    <a:pt x="11327" y="2023"/>
                  </a:cubicBezTo>
                  <a:cubicBezTo>
                    <a:pt x="12535" y="2412"/>
                    <a:pt x="13751" y="2899"/>
                    <a:pt x="14647" y="3839"/>
                  </a:cubicBezTo>
                  <a:cubicBezTo>
                    <a:pt x="13857" y="2797"/>
                    <a:pt x="12620" y="2197"/>
                    <a:pt x="11420" y="1760"/>
                  </a:cubicBezTo>
                  <a:cubicBezTo>
                    <a:pt x="10204" y="1310"/>
                    <a:pt x="8964" y="949"/>
                    <a:pt x="7699" y="669"/>
                  </a:cubicBezTo>
                  <a:cubicBezTo>
                    <a:pt x="5728" y="238"/>
                    <a:pt x="3707" y="0"/>
                    <a:pt x="168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8" name="Google Shape;5546;p73"/>
            <p:cNvSpPr/>
            <p:nvPr/>
          </p:nvSpPr>
          <p:spPr>
            <a:xfrm>
              <a:off x="3400385" y="1394336"/>
              <a:ext cx="162320" cy="31958"/>
            </a:xfrm>
            <a:custGeom>
              <a:avLst/>
              <a:gdLst/>
              <a:ahLst/>
              <a:cxnLst/>
              <a:rect l="l" t="t" r="r" b="b"/>
              <a:pathLst>
                <a:path w="9361" h="1843" extrusionOk="0">
                  <a:moveTo>
                    <a:pt x="1358" y="0"/>
                  </a:moveTo>
                  <a:cubicBezTo>
                    <a:pt x="906" y="0"/>
                    <a:pt x="453" y="11"/>
                    <a:pt x="1" y="31"/>
                  </a:cubicBezTo>
                  <a:cubicBezTo>
                    <a:pt x="1598" y="241"/>
                    <a:pt x="3195" y="355"/>
                    <a:pt x="4764" y="594"/>
                  </a:cubicBezTo>
                  <a:cubicBezTo>
                    <a:pt x="6337" y="833"/>
                    <a:pt x="7881" y="1214"/>
                    <a:pt x="9361" y="1843"/>
                  </a:cubicBezTo>
                  <a:cubicBezTo>
                    <a:pt x="8007" y="959"/>
                    <a:pt x="6422" y="489"/>
                    <a:pt x="4821" y="245"/>
                  </a:cubicBezTo>
                  <a:cubicBezTo>
                    <a:pt x="3670" y="71"/>
                    <a:pt x="2514" y="0"/>
                    <a:pt x="135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" name="Google Shape;5547;p73"/>
            <p:cNvSpPr/>
            <p:nvPr/>
          </p:nvSpPr>
          <p:spPr>
            <a:xfrm>
              <a:off x="3369676" y="1633299"/>
              <a:ext cx="188052" cy="36969"/>
            </a:xfrm>
            <a:custGeom>
              <a:avLst/>
              <a:gdLst/>
              <a:ahLst/>
              <a:cxnLst/>
              <a:rect l="l" t="t" r="r" b="b"/>
              <a:pathLst>
                <a:path w="10845" h="2132" extrusionOk="0">
                  <a:moveTo>
                    <a:pt x="10844" y="0"/>
                  </a:moveTo>
                  <a:lnTo>
                    <a:pt x="10844" y="0"/>
                  </a:lnTo>
                  <a:cubicBezTo>
                    <a:pt x="9190" y="860"/>
                    <a:pt x="7398" y="1427"/>
                    <a:pt x="5550" y="1674"/>
                  </a:cubicBezTo>
                  <a:cubicBezTo>
                    <a:pt x="4879" y="1761"/>
                    <a:pt x="4205" y="1804"/>
                    <a:pt x="3531" y="1804"/>
                  </a:cubicBezTo>
                  <a:cubicBezTo>
                    <a:pt x="2345" y="1804"/>
                    <a:pt x="1161" y="1671"/>
                    <a:pt x="0" y="1407"/>
                  </a:cubicBezTo>
                  <a:lnTo>
                    <a:pt x="0" y="1407"/>
                  </a:lnTo>
                  <a:cubicBezTo>
                    <a:pt x="1268" y="1897"/>
                    <a:pt x="2636" y="2131"/>
                    <a:pt x="4006" y="2131"/>
                  </a:cubicBezTo>
                  <a:cubicBezTo>
                    <a:pt x="4537" y="2131"/>
                    <a:pt x="5069" y="2096"/>
                    <a:pt x="5594" y="2027"/>
                  </a:cubicBezTo>
                  <a:cubicBezTo>
                    <a:pt x="7475" y="1776"/>
                    <a:pt x="9320" y="1103"/>
                    <a:pt x="1084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" name="Google Shape;5548;p73"/>
            <p:cNvSpPr/>
            <p:nvPr/>
          </p:nvSpPr>
          <p:spPr>
            <a:xfrm>
              <a:off x="3266260" y="1656898"/>
              <a:ext cx="66447" cy="7057"/>
            </a:xfrm>
            <a:custGeom>
              <a:avLst/>
              <a:gdLst/>
              <a:ahLst/>
              <a:cxnLst/>
              <a:rect l="l" t="t" r="r" b="b"/>
              <a:pathLst>
                <a:path w="3832" h="407" extrusionOk="0">
                  <a:moveTo>
                    <a:pt x="2014" y="0"/>
                  </a:moveTo>
                  <a:cubicBezTo>
                    <a:pt x="1979" y="0"/>
                    <a:pt x="1945" y="1"/>
                    <a:pt x="1910" y="1"/>
                  </a:cubicBezTo>
                  <a:cubicBezTo>
                    <a:pt x="1258" y="9"/>
                    <a:pt x="597" y="123"/>
                    <a:pt x="1" y="407"/>
                  </a:cubicBezTo>
                  <a:cubicBezTo>
                    <a:pt x="658" y="394"/>
                    <a:pt x="1282" y="366"/>
                    <a:pt x="1914" y="354"/>
                  </a:cubicBezTo>
                  <a:cubicBezTo>
                    <a:pt x="2007" y="353"/>
                    <a:pt x="2099" y="352"/>
                    <a:pt x="2192" y="352"/>
                  </a:cubicBezTo>
                  <a:cubicBezTo>
                    <a:pt x="2638" y="352"/>
                    <a:pt x="3083" y="364"/>
                    <a:pt x="3544" y="364"/>
                  </a:cubicBezTo>
                  <a:cubicBezTo>
                    <a:pt x="3639" y="364"/>
                    <a:pt x="3735" y="363"/>
                    <a:pt x="3832" y="362"/>
                  </a:cubicBezTo>
                  <a:cubicBezTo>
                    <a:pt x="3260" y="105"/>
                    <a:pt x="2633" y="0"/>
                    <a:pt x="20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" name="Google Shape;5549;p73"/>
            <p:cNvSpPr/>
            <p:nvPr/>
          </p:nvSpPr>
          <p:spPr>
            <a:xfrm>
              <a:off x="2999848" y="1655875"/>
              <a:ext cx="201907" cy="86388"/>
            </a:xfrm>
            <a:custGeom>
              <a:avLst/>
              <a:gdLst/>
              <a:ahLst/>
              <a:cxnLst/>
              <a:rect l="l" t="t" r="r" b="b"/>
              <a:pathLst>
                <a:path w="11644" h="4982" extrusionOk="0">
                  <a:moveTo>
                    <a:pt x="10218" y="0"/>
                  </a:moveTo>
                  <a:cubicBezTo>
                    <a:pt x="9614" y="0"/>
                    <a:pt x="9007" y="83"/>
                    <a:pt x="8417" y="222"/>
                  </a:cubicBezTo>
                  <a:cubicBezTo>
                    <a:pt x="7351" y="470"/>
                    <a:pt x="6345" y="899"/>
                    <a:pt x="5380" y="1394"/>
                  </a:cubicBezTo>
                  <a:cubicBezTo>
                    <a:pt x="3467" y="2395"/>
                    <a:pt x="1647" y="3583"/>
                    <a:pt x="1" y="4982"/>
                  </a:cubicBezTo>
                  <a:cubicBezTo>
                    <a:pt x="1809" y="3810"/>
                    <a:pt x="3641" y="2691"/>
                    <a:pt x="5542" y="1710"/>
                  </a:cubicBezTo>
                  <a:cubicBezTo>
                    <a:pt x="6491" y="1220"/>
                    <a:pt x="7468" y="786"/>
                    <a:pt x="8486" y="490"/>
                  </a:cubicBezTo>
                  <a:cubicBezTo>
                    <a:pt x="9265" y="267"/>
                    <a:pt x="10067" y="127"/>
                    <a:pt x="10881" y="127"/>
                  </a:cubicBezTo>
                  <a:cubicBezTo>
                    <a:pt x="11134" y="127"/>
                    <a:pt x="11389" y="141"/>
                    <a:pt x="11644" y="170"/>
                  </a:cubicBezTo>
                  <a:cubicBezTo>
                    <a:pt x="11178" y="53"/>
                    <a:pt x="10699" y="0"/>
                    <a:pt x="1021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" name="Google Shape;5550;p73"/>
            <p:cNvSpPr/>
            <p:nvPr/>
          </p:nvSpPr>
          <p:spPr>
            <a:xfrm>
              <a:off x="2872139" y="1502624"/>
              <a:ext cx="123721" cy="33744"/>
            </a:xfrm>
            <a:custGeom>
              <a:avLst/>
              <a:gdLst/>
              <a:ahLst/>
              <a:cxnLst/>
              <a:rect l="l" t="t" r="r" b="b"/>
              <a:pathLst>
                <a:path w="7135" h="1946" extrusionOk="0">
                  <a:moveTo>
                    <a:pt x="7135" y="0"/>
                  </a:moveTo>
                  <a:lnTo>
                    <a:pt x="7135" y="0"/>
                  </a:lnTo>
                  <a:cubicBezTo>
                    <a:pt x="6077" y="677"/>
                    <a:pt x="4893" y="1014"/>
                    <a:pt x="3681" y="1241"/>
                  </a:cubicBezTo>
                  <a:cubicBezTo>
                    <a:pt x="2469" y="1468"/>
                    <a:pt x="1208" y="1577"/>
                    <a:pt x="0" y="1946"/>
                  </a:cubicBezTo>
                  <a:cubicBezTo>
                    <a:pt x="1253" y="1853"/>
                    <a:pt x="2509" y="1824"/>
                    <a:pt x="3742" y="1589"/>
                  </a:cubicBezTo>
                  <a:cubicBezTo>
                    <a:pt x="4974" y="1358"/>
                    <a:pt x="6251" y="912"/>
                    <a:pt x="713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3" name="Google Shape;5551;p73"/>
            <p:cNvSpPr/>
            <p:nvPr/>
          </p:nvSpPr>
          <p:spPr>
            <a:xfrm>
              <a:off x="3028321" y="1418612"/>
              <a:ext cx="148482" cy="73192"/>
            </a:xfrm>
            <a:custGeom>
              <a:avLst/>
              <a:gdLst/>
              <a:ahLst/>
              <a:cxnLst/>
              <a:rect l="l" t="t" r="r" b="b"/>
              <a:pathLst>
                <a:path w="8563" h="4221" extrusionOk="0">
                  <a:moveTo>
                    <a:pt x="8562" y="1"/>
                  </a:moveTo>
                  <a:cubicBezTo>
                    <a:pt x="7180" y="816"/>
                    <a:pt x="5794" y="1602"/>
                    <a:pt x="4371" y="2307"/>
                  </a:cubicBezTo>
                  <a:cubicBezTo>
                    <a:pt x="2948" y="3009"/>
                    <a:pt x="1484" y="3625"/>
                    <a:pt x="1" y="4221"/>
                  </a:cubicBezTo>
                  <a:cubicBezTo>
                    <a:pt x="1570" y="3892"/>
                    <a:pt x="3090" y="3333"/>
                    <a:pt x="4529" y="2620"/>
                  </a:cubicBezTo>
                  <a:cubicBezTo>
                    <a:pt x="5968" y="1906"/>
                    <a:pt x="7342" y="1051"/>
                    <a:pt x="856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4" name="Google Shape;5552;p73"/>
            <p:cNvSpPr/>
            <p:nvPr/>
          </p:nvSpPr>
          <p:spPr>
            <a:xfrm>
              <a:off x="3736025" y="2009871"/>
              <a:ext cx="100607" cy="53425"/>
            </a:xfrm>
            <a:custGeom>
              <a:avLst/>
              <a:gdLst/>
              <a:ahLst/>
              <a:cxnLst/>
              <a:rect l="l" t="t" r="r" b="b"/>
              <a:pathLst>
                <a:path w="5802" h="3081" extrusionOk="0">
                  <a:moveTo>
                    <a:pt x="4698" y="0"/>
                  </a:moveTo>
                  <a:cubicBezTo>
                    <a:pt x="3900" y="0"/>
                    <a:pt x="3091" y="207"/>
                    <a:pt x="2376" y="571"/>
                  </a:cubicBezTo>
                  <a:cubicBezTo>
                    <a:pt x="1330" y="1110"/>
                    <a:pt x="426" y="1998"/>
                    <a:pt x="1" y="3080"/>
                  </a:cubicBezTo>
                  <a:cubicBezTo>
                    <a:pt x="653" y="2152"/>
                    <a:pt x="1525" y="1402"/>
                    <a:pt x="2539" y="891"/>
                  </a:cubicBezTo>
                  <a:cubicBezTo>
                    <a:pt x="3515" y="399"/>
                    <a:pt x="4590" y="140"/>
                    <a:pt x="5679" y="140"/>
                  </a:cubicBezTo>
                  <a:cubicBezTo>
                    <a:pt x="5720" y="140"/>
                    <a:pt x="5761" y="141"/>
                    <a:pt x="5802" y="141"/>
                  </a:cubicBezTo>
                  <a:cubicBezTo>
                    <a:pt x="5443" y="46"/>
                    <a:pt x="5072" y="0"/>
                    <a:pt x="469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" name="Google Shape;5553;p73"/>
            <p:cNvSpPr/>
            <p:nvPr/>
          </p:nvSpPr>
          <p:spPr>
            <a:xfrm>
              <a:off x="3212489" y="1405399"/>
              <a:ext cx="154101" cy="20756"/>
            </a:xfrm>
            <a:custGeom>
              <a:avLst/>
              <a:gdLst/>
              <a:ahLst/>
              <a:cxnLst/>
              <a:rect l="l" t="t" r="r" b="b"/>
              <a:pathLst>
                <a:path w="8887" h="1197" extrusionOk="0">
                  <a:moveTo>
                    <a:pt x="4998" y="1"/>
                  </a:moveTo>
                  <a:cubicBezTo>
                    <a:pt x="4796" y="1"/>
                    <a:pt x="4593" y="6"/>
                    <a:pt x="4391" y="17"/>
                  </a:cubicBezTo>
                  <a:cubicBezTo>
                    <a:pt x="2863" y="98"/>
                    <a:pt x="1343" y="479"/>
                    <a:pt x="1" y="1197"/>
                  </a:cubicBezTo>
                  <a:cubicBezTo>
                    <a:pt x="1444" y="738"/>
                    <a:pt x="2924" y="455"/>
                    <a:pt x="4411" y="374"/>
                  </a:cubicBezTo>
                  <a:cubicBezTo>
                    <a:pt x="4699" y="357"/>
                    <a:pt x="4987" y="349"/>
                    <a:pt x="5275" y="349"/>
                  </a:cubicBezTo>
                  <a:cubicBezTo>
                    <a:pt x="6480" y="349"/>
                    <a:pt x="7686" y="489"/>
                    <a:pt x="8887" y="734"/>
                  </a:cubicBezTo>
                  <a:cubicBezTo>
                    <a:pt x="7666" y="235"/>
                    <a:pt x="6332" y="1"/>
                    <a:pt x="499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" name="Google Shape;5554;p73"/>
            <p:cNvSpPr/>
            <p:nvPr/>
          </p:nvSpPr>
          <p:spPr>
            <a:xfrm>
              <a:off x="3788402" y="1593209"/>
              <a:ext cx="82608" cy="30397"/>
            </a:xfrm>
            <a:custGeom>
              <a:avLst/>
              <a:gdLst/>
              <a:ahLst/>
              <a:cxnLst/>
              <a:rect l="l" t="t" r="r" b="b"/>
              <a:pathLst>
                <a:path w="4764" h="1753" extrusionOk="0">
                  <a:moveTo>
                    <a:pt x="710" y="1"/>
                  </a:moveTo>
                  <a:cubicBezTo>
                    <a:pt x="472" y="1"/>
                    <a:pt x="235" y="18"/>
                    <a:pt x="1" y="54"/>
                  </a:cubicBezTo>
                  <a:cubicBezTo>
                    <a:pt x="860" y="196"/>
                    <a:pt x="1671" y="391"/>
                    <a:pt x="2465" y="670"/>
                  </a:cubicBezTo>
                  <a:cubicBezTo>
                    <a:pt x="3260" y="946"/>
                    <a:pt x="4010" y="1323"/>
                    <a:pt x="4764" y="1753"/>
                  </a:cubicBezTo>
                  <a:cubicBezTo>
                    <a:pt x="4184" y="1100"/>
                    <a:pt x="3414" y="622"/>
                    <a:pt x="2587" y="334"/>
                  </a:cubicBezTo>
                  <a:cubicBezTo>
                    <a:pt x="1985" y="124"/>
                    <a:pt x="1346" y="1"/>
                    <a:pt x="71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7" name="Google Shape;5555;p73"/>
            <p:cNvSpPr/>
            <p:nvPr/>
          </p:nvSpPr>
          <p:spPr>
            <a:xfrm>
              <a:off x="2609161" y="1961302"/>
              <a:ext cx="167314" cy="254170"/>
            </a:xfrm>
            <a:custGeom>
              <a:avLst/>
              <a:gdLst/>
              <a:ahLst/>
              <a:cxnLst/>
              <a:rect l="l" t="t" r="r" b="b"/>
              <a:pathLst>
                <a:path w="9649" h="14658" extrusionOk="0">
                  <a:moveTo>
                    <a:pt x="5397" y="0"/>
                  </a:moveTo>
                  <a:cubicBezTo>
                    <a:pt x="5222" y="0"/>
                    <a:pt x="5042" y="13"/>
                    <a:pt x="4857" y="40"/>
                  </a:cubicBezTo>
                  <a:lnTo>
                    <a:pt x="4723" y="60"/>
                  </a:lnTo>
                  <a:cubicBezTo>
                    <a:pt x="2153" y="514"/>
                    <a:pt x="1" y="3145"/>
                    <a:pt x="755" y="6891"/>
                  </a:cubicBezTo>
                  <a:cubicBezTo>
                    <a:pt x="1302" y="9558"/>
                    <a:pt x="3086" y="12493"/>
                    <a:pt x="5757" y="13867"/>
                  </a:cubicBezTo>
                  <a:cubicBezTo>
                    <a:pt x="6754" y="14388"/>
                    <a:pt x="7862" y="14658"/>
                    <a:pt x="8980" y="14658"/>
                  </a:cubicBezTo>
                  <a:cubicBezTo>
                    <a:pt x="9203" y="14658"/>
                    <a:pt x="9426" y="14647"/>
                    <a:pt x="9649" y="14625"/>
                  </a:cubicBezTo>
                  <a:cubicBezTo>
                    <a:pt x="9649" y="14625"/>
                    <a:pt x="8108" y="8046"/>
                    <a:pt x="9183" y="2204"/>
                  </a:cubicBezTo>
                  <a:cubicBezTo>
                    <a:pt x="9183" y="2204"/>
                    <a:pt x="7714" y="0"/>
                    <a:pt x="5397" y="0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8" name="Google Shape;5556;p73"/>
            <p:cNvSpPr/>
            <p:nvPr/>
          </p:nvSpPr>
          <p:spPr>
            <a:xfrm>
              <a:off x="2609733" y="1955164"/>
              <a:ext cx="174406" cy="266498"/>
            </a:xfrm>
            <a:custGeom>
              <a:avLst/>
              <a:gdLst/>
              <a:ahLst/>
              <a:cxnLst/>
              <a:rect l="l" t="t" r="r" b="b"/>
              <a:pathLst>
                <a:path w="10058" h="15369" extrusionOk="0">
                  <a:moveTo>
                    <a:pt x="5359" y="706"/>
                  </a:moveTo>
                  <a:cubicBezTo>
                    <a:pt x="7167" y="706"/>
                    <a:pt x="8452" y="2218"/>
                    <a:pt x="8777" y="2644"/>
                  </a:cubicBezTo>
                  <a:cubicBezTo>
                    <a:pt x="7897" y="7614"/>
                    <a:pt x="8878" y="13127"/>
                    <a:pt x="9186" y="14651"/>
                  </a:cubicBezTo>
                  <a:cubicBezTo>
                    <a:pt x="9102" y="14654"/>
                    <a:pt x="9017" y="14656"/>
                    <a:pt x="8933" y="14656"/>
                  </a:cubicBezTo>
                  <a:cubicBezTo>
                    <a:pt x="7872" y="14656"/>
                    <a:pt x="6825" y="14397"/>
                    <a:pt x="5886" y="13901"/>
                  </a:cubicBezTo>
                  <a:cubicBezTo>
                    <a:pt x="3551" y="12705"/>
                    <a:pt x="1662" y="10062"/>
                    <a:pt x="1074" y="7180"/>
                  </a:cubicBezTo>
                  <a:cubicBezTo>
                    <a:pt x="637" y="5019"/>
                    <a:pt x="1241" y="3544"/>
                    <a:pt x="1824" y="2692"/>
                  </a:cubicBezTo>
                  <a:cubicBezTo>
                    <a:pt x="2518" y="1675"/>
                    <a:pt x="3588" y="969"/>
                    <a:pt x="4751" y="763"/>
                  </a:cubicBezTo>
                  <a:lnTo>
                    <a:pt x="4877" y="742"/>
                  </a:lnTo>
                  <a:cubicBezTo>
                    <a:pt x="5039" y="722"/>
                    <a:pt x="5197" y="710"/>
                    <a:pt x="5359" y="706"/>
                  </a:cubicBezTo>
                  <a:close/>
                  <a:moveTo>
                    <a:pt x="5374" y="0"/>
                  </a:moveTo>
                  <a:cubicBezTo>
                    <a:pt x="5178" y="0"/>
                    <a:pt x="4975" y="14"/>
                    <a:pt x="4767" y="45"/>
                  </a:cubicBezTo>
                  <a:lnTo>
                    <a:pt x="4630" y="65"/>
                  </a:lnTo>
                  <a:cubicBezTo>
                    <a:pt x="3276" y="300"/>
                    <a:pt x="2035" y="1115"/>
                    <a:pt x="1233" y="2295"/>
                  </a:cubicBezTo>
                  <a:cubicBezTo>
                    <a:pt x="304" y="3661"/>
                    <a:pt x="0" y="5445"/>
                    <a:pt x="377" y="7314"/>
                  </a:cubicBezTo>
                  <a:cubicBezTo>
                    <a:pt x="1006" y="10407"/>
                    <a:pt x="3041" y="13244"/>
                    <a:pt x="5558" y="14537"/>
                  </a:cubicBezTo>
                  <a:cubicBezTo>
                    <a:pt x="6604" y="15081"/>
                    <a:pt x="7767" y="15368"/>
                    <a:pt x="8947" y="15368"/>
                  </a:cubicBezTo>
                  <a:cubicBezTo>
                    <a:pt x="9182" y="15368"/>
                    <a:pt x="9413" y="15356"/>
                    <a:pt x="9652" y="15336"/>
                  </a:cubicBezTo>
                  <a:lnTo>
                    <a:pt x="10058" y="15296"/>
                  </a:lnTo>
                  <a:lnTo>
                    <a:pt x="9964" y="14902"/>
                  </a:lnTo>
                  <a:cubicBezTo>
                    <a:pt x="9944" y="14833"/>
                    <a:pt x="8452" y="8323"/>
                    <a:pt x="9498" y="2623"/>
                  </a:cubicBezTo>
                  <a:lnTo>
                    <a:pt x="9527" y="2481"/>
                  </a:lnTo>
                  <a:lnTo>
                    <a:pt x="9450" y="2360"/>
                  </a:lnTo>
                  <a:cubicBezTo>
                    <a:pt x="9378" y="2255"/>
                    <a:pt x="7843" y="0"/>
                    <a:pt x="537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9" name="Google Shape;5557;p73"/>
            <p:cNvSpPr/>
            <p:nvPr/>
          </p:nvSpPr>
          <p:spPr>
            <a:xfrm>
              <a:off x="2691058" y="1961302"/>
              <a:ext cx="85417" cy="254170"/>
            </a:xfrm>
            <a:custGeom>
              <a:avLst/>
              <a:gdLst/>
              <a:ahLst/>
              <a:cxnLst/>
              <a:rect l="l" t="t" r="r" b="b"/>
              <a:pathLst>
                <a:path w="4926" h="14658" extrusionOk="0">
                  <a:moveTo>
                    <a:pt x="674" y="0"/>
                  </a:moveTo>
                  <a:cubicBezTo>
                    <a:pt x="499" y="0"/>
                    <a:pt x="319" y="13"/>
                    <a:pt x="134" y="40"/>
                  </a:cubicBezTo>
                  <a:lnTo>
                    <a:pt x="0" y="60"/>
                  </a:lnTo>
                  <a:cubicBezTo>
                    <a:pt x="763" y="1077"/>
                    <a:pt x="957" y="2363"/>
                    <a:pt x="945" y="4012"/>
                  </a:cubicBezTo>
                  <a:cubicBezTo>
                    <a:pt x="904" y="7284"/>
                    <a:pt x="600" y="10657"/>
                    <a:pt x="1034" y="13867"/>
                  </a:cubicBezTo>
                  <a:cubicBezTo>
                    <a:pt x="2031" y="14388"/>
                    <a:pt x="3139" y="14658"/>
                    <a:pt x="4257" y="14658"/>
                  </a:cubicBezTo>
                  <a:cubicBezTo>
                    <a:pt x="4480" y="14658"/>
                    <a:pt x="4703" y="14647"/>
                    <a:pt x="4926" y="14625"/>
                  </a:cubicBezTo>
                  <a:cubicBezTo>
                    <a:pt x="4926" y="14625"/>
                    <a:pt x="3385" y="8046"/>
                    <a:pt x="4460" y="2204"/>
                  </a:cubicBezTo>
                  <a:cubicBezTo>
                    <a:pt x="4460" y="2204"/>
                    <a:pt x="2991" y="0"/>
                    <a:pt x="674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0" name="Google Shape;5558;p73"/>
            <p:cNvSpPr/>
            <p:nvPr/>
          </p:nvSpPr>
          <p:spPr>
            <a:xfrm>
              <a:off x="2628634" y="2007773"/>
              <a:ext cx="121623" cy="48847"/>
            </a:xfrm>
            <a:custGeom>
              <a:avLst/>
              <a:gdLst/>
              <a:ahLst/>
              <a:cxnLst/>
              <a:rect l="l" t="t" r="r" b="b"/>
              <a:pathLst>
                <a:path w="7014" h="2817" extrusionOk="0">
                  <a:moveTo>
                    <a:pt x="3876" y="0"/>
                  </a:moveTo>
                  <a:cubicBezTo>
                    <a:pt x="3648" y="0"/>
                    <a:pt x="3421" y="21"/>
                    <a:pt x="3195" y="64"/>
                  </a:cubicBezTo>
                  <a:cubicBezTo>
                    <a:pt x="1265" y="420"/>
                    <a:pt x="151" y="2200"/>
                    <a:pt x="106" y="2273"/>
                  </a:cubicBezTo>
                  <a:cubicBezTo>
                    <a:pt x="1" y="2439"/>
                    <a:pt x="53" y="2658"/>
                    <a:pt x="220" y="2759"/>
                  </a:cubicBezTo>
                  <a:cubicBezTo>
                    <a:pt x="276" y="2796"/>
                    <a:pt x="341" y="2816"/>
                    <a:pt x="410" y="2816"/>
                  </a:cubicBezTo>
                  <a:cubicBezTo>
                    <a:pt x="532" y="2816"/>
                    <a:pt x="649" y="2751"/>
                    <a:pt x="710" y="2646"/>
                  </a:cubicBezTo>
                  <a:cubicBezTo>
                    <a:pt x="722" y="2630"/>
                    <a:pt x="1699" y="1065"/>
                    <a:pt x="3325" y="765"/>
                  </a:cubicBezTo>
                  <a:cubicBezTo>
                    <a:pt x="3505" y="731"/>
                    <a:pt x="3687" y="714"/>
                    <a:pt x="3870" y="714"/>
                  </a:cubicBezTo>
                  <a:cubicBezTo>
                    <a:pt x="4681" y="714"/>
                    <a:pt x="5521" y="1043"/>
                    <a:pt x="6377" y="1701"/>
                  </a:cubicBezTo>
                  <a:cubicBezTo>
                    <a:pt x="6444" y="1759"/>
                    <a:pt x="6525" y="1787"/>
                    <a:pt x="6606" y="1787"/>
                  </a:cubicBezTo>
                  <a:cubicBezTo>
                    <a:pt x="6713" y="1787"/>
                    <a:pt x="6819" y="1739"/>
                    <a:pt x="6888" y="1649"/>
                  </a:cubicBezTo>
                  <a:cubicBezTo>
                    <a:pt x="7014" y="1486"/>
                    <a:pt x="6977" y="1255"/>
                    <a:pt x="6807" y="1138"/>
                  </a:cubicBezTo>
                  <a:cubicBezTo>
                    <a:pt x="5829" y="383"/>
                    <a:pt x="4845" y="0"/>
                    <a:pt x="387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1" name="Google Shape;5559;p73"/>
            <p:cNvSpPr/>
            <p:nvPr/>
          </p:nvSpPr>
          <p:spPr>
            <a:xfrm>
              <a:off x="2643615" y="2007791"/>
              <a:ext cx="83457" cy="149349"/>
            </a:xfrm>
            <a:custGeom>
              <a:avLst/>
              <a:gdLst/>
              <a:ahLst/>
              <a:cxnLst/>
              <a:rect l="l" t="t" r="r" b="b"/>
              <a:pathLst>
                <a:path w="4813" h="8613" extrusionOk="0">
                  <a:moveTo>
                    <a:pt x="2639" y="0"/>
                  </a:moveTo>
                  <a:cubicBezTo>
                    <a:pt x="2509" y="0"/>
                    <a:pt x="2383" y="73"/>
                    <a:pt x="2323" y="196"/>
                  </a:cubicBezTo>
                  <a:cubicBezTo>
                    <a:pt x="2295" y="241"/>
                    <a:pt x="0" y="4826"/>
                    <a:pt x="4180" y="8523"/>
                  </a:cubicBezTo>
                  <a:cubicBezTo>
                    <a:pt x="4244" y="8580"/>
                    <a:pt x="4326" y="8612"/>
                    <a:pt x="4415" y="8612"/>
                  </a:cubicBezTo>
                  <a:cubicBezTo>
                    <a:pt x="4516" y="8612"/>
                    <a:pt x="4613" y="8567"/>
                    <a:pt x="4682" y="8490"/>
                  </a:cubicBezTo>
                  <a:cubicBezTo>
                    <a:pt x="4812" y="8345"/>
                    <a:pt x="4796" y="8122"/>
                    <a:pt x="4654" y="7988"/>
                  </a:cubicBezTo>
                  <a:cubicBezTo>
                    <a:pt x="892" y="4672"/>
                    <a:pt x="2866" y="687"/>
                    <a:pt x="2955" y="521"/>
                  </a:cubicBezTo>
                  <a:cubicBezTo>
                    <a:pt x="3045" y="342"/>
                    <a:pt x="2972" y="127"/>
                    <a:pt x="2797" y="38"/>
                  </a:cubicBezTo>
                  <a:cubicBezTo>
                    <a:pt x="2747" y="12"/>
                    <a:pt x="2692" y="0"/>
                    <a:pt x="263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2" name="Google Shape;5560;p73"/>
            <p:cNvSpPr/>
            <p:nvPr/>
          </p:nvSpPr>
          <p:spPr>
            <a:xfrm>
              <a:off x="2743008" y="1659014"/>
              <a:ext cx="1210003" cy="1193703"/>
            </a:xfrm>
            <a:custGeom>
              <a:avLst/>
              <a:gdLst/>
              <a:ahLst/>
              <a:cxnLst/>
              <a:rect l="l" t="t" r="r" b="b"/>
              <a:pathLst>
                <a:path w="69781" h="68841" extrusionOk="0">
                  <a:moveTo>
                    <a:pt x="50478" y="1"/>
                  </a:moveTo>
                  <a:cubicBezTo>
                    <a:pt x="47347" y="1915"/>
                    <a:pt x="43559" y="2383"/>
                    <a:pt x="39648" y="2383"/>
                  </a:cubicBezTo>
                  <a:cubicBezTo>
                    <a:pt x="35897" y="2383"/>
                    <a:pt x="32032" y="1953"/>
                    <a:pt x="28525" y="1953"/>
                  </a:cubicBezTo>
                  <a:cubicBezTo>
                    <a:pt x="26387" y="1953"/>
                    <a:pt x="24383" y="2113"/>
                    <a:pt x="22617" y="2628"/>
                  </a:cubicBezTo>
                  <a:cubicBezTo>
                    <a:pt x="16666" y="4363"/>
                    <a:pt x="12300" y="9438"/>
                    <a:pt x="10637" y="11639"/>
                  </a:cubicBezTo>
                  <a:cubicBezTo>
                    <a:pt x="10151" y="12284"/>
                    <a:pt x="9892" y="12677"/>
                    <a:pt x="9892" y="12677"/>
                  </a:cubicBezTo>
                  <a:cubicBezTo>
                    <a:pt x="10025" y="11416"/>
                    <a:pt x="10297" y="10168"/>
                    <a:pt x="10702" y="8964"/>
                  </a:cubicBezTo>
                  <a:cubicBezTo>
                    <a:pt x="12652" y="3211"/>
                    <a:pt x="17006" y="929"/>
                    <a:pt x="17006" y="929"/>
                  </a:cubicBezTo>
                  <a:cubicBezTo>
                    <a:pt x="16791" y="919"/>
                    <a:pt x="16576" y="914"/>
                    <a:pt x="16361" y="914"/>
                  </a:cubicBezTo>
                  <a:cubicBezTo>
                    <a:pt x="11554" y="914"/>
                    <a:pt x="6896" y="3325"/>
                    <a:pt x="6896" y="3325"/>
                  </a:cubicBezTo>
                  <a:cubicBezTo>
                    <a:pt x="6649" y="3576"/>
                    <a:pt x="6142" y="4274"/>
                    <a:pt x="5517" y="5319"/>
                  </a:cubicBezTo>
                  <a:cubicBezTo>
                    <a:pt x="3839" y="8133"/>
                    <a:pt x="1334" y="13508"/>
                    <a:pt x="770" y="19869"/>
                  </a:cubicBezTo>
                  <a:cubicBezTo>
                    <a:pt x="0" y="28604"/>
                    <a:pt x="693" y="36258"/>
                    <a:pt x="7650" y="44374"/>
                  </a:cubicBezTo>
                  <a:cubicBezTo>
                    <a:pt x="14610" y="52494"/>
                    <a:pt x="22260" y="51022"/>
                    <a:pt x="22892" y="52181"/>
                  </a:cubicBezTo>
                  <a:cubicBezTo>
                    <a:pt x="23529" y="53345"/>
                    <a:pt x="23188" y="56669"/>
                    <a:pt x="22617" y="57978"/>
                  </a:cubicBezTo>
                  <a:cubicBezTo>
                    <a:pt x="22041" y="59292"/>
                    <a:pt x="21129" y="60139"/>
                    <a:pt x="21392" y="61355"/>
                  </a:cubicBezTo>
                  <a:cubicBezTo>
                    <a:pt x="21591" y="62263"/>
                    <a:pt x="22163" y="64189"/>
                    <a:pt x="23630" y="65859"/>
                  </a:cubicBezTo>
                  <a:cubicBezTo>
                    <a:pt x="25037" y="67466"/>
                    <a:pt x="27272" y="68840"/>
                    <a:pt x="30791" y="68840"/>
                  </a:cubicBezTo>
                  <a:cubicBezTo>
                    <a:pt x="31356" y="68840"/>
                    <a:pt x="31955" y="68805"/>
                    <a:pt x="32589" y="68729"/>
                  </a:cubicBezTo>
                  <a:cubicBezTo>
                    <a:pt x="41126" y="67703"/>
                    <a:pt x="41661" y="60447"/>
                    <a:pt x="41511" y="59600"/>
                  </a:cubicBezTo>
                  <a:cubicBezTo>
                    <a:pt x="41357" y="58757"/>
                    <a:pt x="40036" y="59215"/>
                    <a:pt x="39574" y="57670"/>
                  </a:cubicBezTo>
                  <a:cubicBezTo>
                    <a:pt x="39116" y="56126"/>
                    <a:pt x="38491" y="54350"/>
                    <a:pt x="40766" y="52108"/>
                  </a:cubicBezTo>
                  <a:cubicBezTo>
                    <a:pt x="43040" y="49863"/>
                    <a:pt x="46153" y="50329"/>
                    <a:pt x="50478" y="46462"/>
                  </a:cubicBezTo>
                  <a:cubicBezTo>
                    <a:pt x="54808" y="42594"/>
                    <a:pt x="56275" y="37726"/>
                    <a:pt x="56275" y="37726"/>
                  </a:cubicBezTo>
                  <a:cubicBezTo>
                    <a:pt x="62656" y="37726"/>
                    <a:pt x="68490" y="34320"/>
                    <a:pt x="69187" y="29375"/>
                  </a:cubicBezTo>
                  <a:cubicBezTo>
                    <a:pt x="69780" y="25141"/>
                    <a:pt x="67943" y="21468"/>
                    <a:pt x="64442" y="21468"/>
                  </a:cubicBezTo>
                  <a:cubicBezTo>
                    <a:pt x="63853" y="21468"/>
                    <a:pt x="63218" y="21572"/>
                    <a:pt x="62539" y="21794"/>
                  </a:cubicBezTo>
                  <a:cubicBezTo>
                    <a:pt x="57824" y="23339"/>
                    <a:pt x="56275" y="27619"/>
                    <a:pt x="56275" y="27619"/>
                  </a:cubicBezTo>
                  <a:cubicBezTo>
                    <a:pt x="56275" y="27619"/>
                    <a:pt x="55604" y="28637"/>
                    <a:pt x="54798" y="28637"/>
                  </a:cubicBezTo>
                  <a:cubicBezTo>
                    <a:pt x="54180" y="28637"/>
                    <a:pt x="53484" y="28039"/>
                    <a:pt x="52951" y="25929"/>
                  </a:cubicBezTo>
                  <a:cubicBezTo>
                    <a:pt x="51727" y="21065"/>
                    <a:pt x="53263" y="13342"/>
                    <a:pt x="53263" y="13342"/>
                  </a:cubicBezTo>
                  <a:lnTo>
                    <a:pt x="53263" y="13342"/>
                  </a:lnTo>
                  <a:cubicBezTo>
                    <a:pt x="53263" y="13342"/>
                    <a:pt x="52488" y="14104"/>
                    <a:pt x="51602" y="14104"/>
                  </a:cubicBezTo>
                  <a:cubicBezTo>
                    <a:pt x="50741" y="14104"/>
                    <a:pt x="49777" y="13384"/>
                    <a:pt x="49319" y="10545"/>
                  </a:cubicBezTo>
                  <a:cubicBezTo>
                    <a:pt x="48391" y="4784"/>
                    <a:pt x="50478" y="1"/>
                    <a:pt x="50478" y="1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" name="Google Shape;5561;p73"/>
            <p:cNvSpPr/>
            <p:nvPr/>
          </p:nvSpPr>
          <p:spPr>
            <a:xfrm>
              <a:off x="2736332" y="1643547"/>
              <a:ext cx="1219817" cy="1215326"/>
            </a:xfrm>
            <a:custGeom>
              <a:avLst/>
              <a:gdLst/>
              <a:ahLst/>
              <a:cxnLst/>
              <a:rect l="l" t="t" r="r" b="b"/>
              <a:pathLst>
                <a:path w="70347" h="70088" extrusionOk="0">
                  <a:moveTo>
                    <a:pt x="50191" y="1679"/>
                  </a:moveTo>
                  <a:cubicBezTo>
                    <a:pt x="49627" y="3362"/>
                    <a:pt x="48650" y="7132"/>
                    <a:pt x="49355" y="11498"/>
                  </a:cubicBezTo>
                  <a:cubicBezTo>
                    <a:pt x="49700" y="13662"/>
                    <a:pt x="50397" y="14927"/>
                    <a:pt x="51427" y="15268"/>
                  </a:cubicBezTo>
                  <a:cubicBezTo>
                    <a:pt x="51615" y="15329"/>
                    <a:pt x="51801" y="15355"/>
                    <a:pt x="51982" y="15355"/>
                  </a:cubicBezTo>
                  <a:cubicBezTo>
                    <a:pt x="52415" y="15355"/>
                    <a:pt x="52820" y="15206"/>
                    <a:pt x="53146" y="15028"/>
                  </a:cubicBezTo>
                  <a:lnTo>
                    <a:pt x="53146" y="15028"/>
                  </a:lnTo>
                  <a:cubicBezTo>
                    <a:pt x="52781" y="17197"/>
                    <a:pt x="51994" y="22929"/>
                    <a:pt x="52992" y="26906"/>
                  </a:cubicBezTo>
                  <a:cubicBezTo>
                    <a:pt x="53462" y="28771"/>
                    <a:pt x="54111" y="29744"/>
                    <a:pt x="54974" y="29886"/>
                  </a:cubicBezTo>
                  <a:cubicBezTo>
                    <a:pt x="55048" y="29899"/>
                    <a:pt x="55121" y="29905"/>
                    <a:pt x="55192" y="29905"/>
                  </a:cubicBezTo>
                  <a:cubicBezTo>
                    <a:pt x="56180" y="29905"/>
                    <a:pt x="56926" y="28759"/>
                    <a:pt x="56960" y="28706"/>
                  </a:cubicBezTo>
                  <a:lnTo>
                    <a:pt x="56997" y="28637"/>
                  </a:lnTo>
                  <a:cubicBezTo>
                    <a:pt x="57009" y="28597"/>
                    <a:pt x="58529" y="24494"/>
                    <a:pt x="63037" y="23027"/>
                  </a:cubicBezTo>
                  <a:cubicBezTo>
                    <a:pt x="63665" y="22821"/>
                    <a:pt x="64266" y="22718"/>
                    <a:pt x="64830" y="22718"/>
                  </a:cubicBezTo>
                  <a:cubicBezTo>
                    <a:pt x="65799" y="22718"/>
                    <a:pt x="66661" y="23021"/>
                    <a:pt x="67379" y="23623"/>
                  </a:cubicBezTo>
                  <a:cubicBezTo>
                    <a:pt x="68903" y="24899"/>
                    <a:pt x="69612" y="27429"/>
                    <a:pt x="69219" y="30222"/>
                  </a:cubicBezTo>
                  <a:cubicBezTo>
                    <a:pt x="68575" y="34807"/>
                    <a:pt x="63175" y="38265"/>
                    <a:pt x="56660" y="38265"/>
                  </a:cubicBezTo>
                  <a:lnTo>
                    <a:pt x="56397" y="38265"/>
                  </a:lnTo>
                  <a:lnTo>
                    <a:pt x="56324" y="38516"/>
                  </a:lnTo>
                  <a:cubicBezTo>
                    <a:pt x="56308" y="38561"/>
                    <a:pt x="54828" y="43336"/>
                    <a:pt x="50628" y="47086"/>
                  </a:cubicBezTo>
                  <a:cubicBezTo>
                    <a:pt x="48253" y="49202"/>
                    <a:pt x="46287" y="49984"/>
                    <a:pt x="44552" y="50674"/>
                  </a:cubicBezTo>
                  <a:cubicBezTo>
                    <a:pt x="43161" y="51225"/>
                    <a:pt x="41957" y="51707"/>
                    <a:pt x="40903" y="52745"/>
                  </a:cubicBezTo>
                  <a:cubicBezTo>
                    <a:pt x="38544" y="55076"/>
                    <a:pt x="39120" y="56993"/>
                    <a:pt x="39586" y="58534"/>
                  </a:cubicBezTo>
                  <a:lnTo>
                    <a:pt x="39622" y="58664"/>
                  </a:lnTo>
                  <a:cubicBezTo>
                    <a:pt x="39934" y="59701"/>
                    <a:pt x="40619" y="59989"/>
                    <a:pt x="41069" y="60188"/>
                  </a:cubicBezTo>
                  <a:cubicBezTo>
                    <a:pt x="41422" y="60342"/>
                    <a:pt x="41515" y="60395"/>
                    <a:pt x="41548" y="60561"/>
                  </a:cubicBezTo>
                  <a:cubicBezTo>
                    <a:pt x="41596" y="60849"/>
                    <a:pt x="41568" y="63305"/>
                    <a:pt x="39869" y="65604"/>
                  </a:cubicBezTo>
                  <a:cubicBezTo>
                    <a:pt x="38353" y="67663"/>
                    <a:pt x="36018" y="68895"/>
                    <a:pt x="32925" y="69264"/>
                  </a:cubicBezTo>
                  <a:cubicBezTo>
                    <a:pt x="32314" y="69337"/>
                    <a:pt x="31726" y="69374"/>
                    <a:pt x="31159" y="69374"/>
                  </a:cubicBezTo>
                  <a:cubicBezTo>
                    <a:pt x="28258" y="69374"/>
                    <a:pt x="25948" y="68418"/>
                    <a:pt x="24283" y="66512"/>
                  </a:cubicBezTo>
                  <a:cubicBezTo>
                    <a:pt x="22827" y="64862"/>
                    <a:pt x="22284" y="62892"/>
                    <a:pt x="22130" y="62174"/>
                  </a:cubicBezTo>
                  <a:cubicBezTo>
                    <a:pt x="21972" y="61461"/>
                    <a:pt x="22312" y="60877"/>
                    <a:pt x="22730" y="60143"/>
                  </a:cubicBezTo>
                  <a:cubicBezTo>
                    <a:pt x="22953" y="59778"/>
                    <a:pt x="23152" y="59401"/>
                    <a:pt x="23330" y="59012"/>
                  </a:cubicBezTo>
                  <a:cubicBezTo>
                    <a:pt x="23926" y="57634"/>
                    <a:pt x="24303" y="54204"/>
                    <a:pt x="23593" y="52907"/>
                  </a:cubicBezTo>
                  <a:cubicBezTo>
                    <a:pt x="23330" y="52425"/>
                    <a:pt x="22616" y="52311"/>
                    <a:pt x="21319" y="52096"/>
                  </a:cubicBezTo>
                  <a:cubicBezTo>
                    <a:pt x="18490" y="51634"/>
                    <a:pt x="13232" y="50779"/>
                    <a:pt x="8306" y="45035"/>
                  </a:cubicBezTo>
                  <a:cubicBezTo>
                    <a:pt x="1581" y="37191"/>
                    <a:pt x="726" y="29671"/>
                    <a:pt x="1508" y="20793"/>
                  </a:cubicBezTo>
                  <a:cubicBezTo>
                    <a:pt x="2124" y="13901"/>
                    <a:pt x="4994" y="8429"/>
                    <a:pt x="6207" y="6394"/>
                  </a:cubicBezTo>
                  <a:cubicBezTo>
                    <a:pt x="6774" y="5437"/>
                    <a:pt x="7256" y="4772"/>
                    <a:pt x="7500" y="4505"/>
                  </a:cubicBezTo>
                  <a:cubicBezTo>
                    <a:pt x="7994" y="4257"/>
                    <a:pt x="11987" y="2336"/>
                    <a:pt x="16195" y="2170"/>
                  </a:cubicBezTo>
                  <a:lnTo>
                    <a:pt x="16195" y="2170"/>
                  </a:lnTo>
                  <a:cubicBezTo>
                    <a:pt x="14748" y="3228"/>
                    <a:pt x="12153" y="5599"/>
                    <a:pt x="10751" y="9746"/>
                  </a:cubicBezTo>
                  <a:cubicBezTo>
                    <a:pt x="10337" y="10975"/>
                    <a:pt x="10062" y="12243"/>
                    <a:pt x="9924" y="13537"/>
                  </a:cubicBezTo>
                  <a:lnTo>
                    <a:pt x="9762" y="15016"/>
                  </a:lnTo>
                  <a:lnTo>
                    <a:pt x="10573" y="13764"/>
                  </a:lnTo>
                  <a:cubicBezTo>
                    <a:pt x="10581" y="13764"/>
                    <a:pt x="10832" y="13374"/>
                    <a:pt x="11302" y="12750"/>
                  </a:cubicBezTo>
                  <a:cubicBezTo>
                    <a:pt x="12891" y="10646"/>
                    <a:pt x="17217" y="5579"/>
                    <a:pt x="23099" y="3860"/>
                  </a:cubicBezTo>
                  <a:cubicBezTo>
                    <a:pt x="24828" y="3357"/>
                    <a:pt x="26791" y="3199"/>
                    <a:pt x="28897" y="3199"/>
                  </a:cubicBezTo>
                  <a:cubicBezTo>
                    <a:pt x="30608" y="3199"/>
                    <a:pt x="32412" y="3303"/>
                    <a:pt x="34263" y="3410"/>
                  </a:cubicBezTo>
                  <a:cubicBezTo>
                    <a:pt x="36191" y="3521"/>
                    <a:pt x="38140" y="3633"/>
                    <a:pt x="40057" y="3633"/>
                  </a:cubicBezTo>
                  <a:cubicBezTo>
                    <a:pt x="43673" y="3633"/>
                    <a:pt x="47173" y="3235"/>
                    <a:pt x="50191" y="1679"/>
                  </a:cubicBezTo>
                  <a:close/>
                  <a:moveTo>
                    <a:pt x="51634" y="1"/>
                  </a:moveTo>
                  <a:lnTo>
                    <a:pt x="50677" y="589"/>
                  </a:lnTo>
                  <a:cubicBezTo>
                    <a:pt x="47617" y="2460"/>
                    <a:pt x="43906" y="2921"/>
                    <a:pt x="40041" y="2921"/>
                  </a:cubicBezTo>
                  <a:cubicBezTo>
                    <a:pt x="38147" y="2921"/>
                    <a:pt x="36215" y="2810"/>
                    <a:pt x="34304" y="2701"/>
                  </a:cubicBezTo>
                  <a:cubicBezTo>
                    <a:pt x="32436" y="2593"/>
                    <a:pt x="30617" y="2488"/>
                    <a:pt x="28886" y="2488"/>
                  </a:cubicBezTo>
                  <a:cubicBezTo>
                    <a:pt x="26727" y="2488"/>
                    <a:pt x="24706" y="2651"/>
                    <a:pt x="22904" y="3175"/>
                  </a:cubicBezTo>
                  <a:cubicBezTo>
                    <a:pt x="16945" y="4914"/>
                    <a:pt x="12555" y="9941"/>
                    <a:pt x="10844" y="12175"/>
                  </a:cubicBezTo>
                  <a:cubicBezTo>
                    <a:pt x="10986" y="11429"/>
                    <a:pt x="11181" y="10691"/>
                    <a:pt x="11428" y="9973"/>
                  </a:cubicBezTo>
                  <a:cubicBezTo>
                    <a:pt x="13301" y="4428"/>
                    <a:pt x="17513" y="2154"/>
                    <a:pt x="17557" y="2133"/>
                  </a:cubicBezTo>
                  <a:lnTo>
                    <a:pt x="18713" y="1525"/>
                  </a:lnTo>
                  <a:lnTo>
                    <a:pt x="17407" y="1464"/>
                  </a:lnTo>
                  <a:cubicBezTo>
                    <a:pt x="17182" y="1454"/>
                    <a:pt x="16957" y="1449"/>
                    <a:pt x="16732" y="1449"/>
                  </a:cubicBezTo>
                  <a:cubicBezTo>
                    <a:pt x="11908" y="1449"/>
                    <a:pt x="7324" y="3796"/>
                    <a:pt x="7119" y="3901"/>
                  </a:cubicBezTo>
                  <a:lnTo>
                    <a:pt x="7029" y="3970"/>
                  </a:lnTo>
                  <a:cubicBezTo>
                    <a:pt x="6778" y="4221"/>
                    <a:pt x="6267" y="4898"/>
                    <a:pt x="5594" y="6029"/>
                  </a:cubicBezTo>
                  <a:cubicBezTo>
                    <a:pt x="4362" y="8109"/>
                    <a:pt x="1427" y="13687"/>
                    <a:pt x="799" y="20724"/>
                  </a:cubicBezTo>
                  <a:cubicBezTo>
                    <a:pt x="0" y="29784"/>
                    <a:pt x="880" y="37462"/>
                    <a:pt x="7767" y="45501"/>
                  </a:cubicBezTo>
                  <a:cubicBezTo>
                    <a:pt x="12859" y="51440"/>
                    <a:pt x="18287" y="52323"/>
                    <a:pt x="21206" y="52802"/>
                  </a:cubicBezTo>
                  <a:cubicBezTo>
                    <a:pt x="21948" y="52923"/>
                    <a:pt x="22868" y="53069"/>
                    <a:pt x="22965" y="53248"/>
                  </a:cubicBezTo>
                  <a:cubicBezTo>
                    <a:pt x="23508" y="54237"/>
                    <a:pt x="23253" y="57407"/>
                    <a:pt x="22677" y="58728"/>
                  </a:cubicBezTo>
                  <a:cubicBezTo>
                    <a:pt x="22511" y="59093"/>
                    <a:pt x="22325" y="59446"/>
                    <a:pt x="22118" y="59791"/>
                  </a:cubicBezTo>
                  <a:cubicBezTo>
                    <a:pt x="21656" y="60589"/>
                    <a:pt x="21222" y="61343"/>
                    <a:pt x="21433" y="62324"/>
                  </a:cubicBezTo>
                  <a:cubicBezTo>
                    <a:pt x="21607" y="63135"/>
                    <a:pt x="22183" y="65206"/>
                    <a:pt x="23743" y="66986"/>
                  </a:cubicBezTo>
                  <a:cubicBezTo>
                    <a:pt x="25555" y="69045"/>
                    <a:pt x="28036" y="70087"/>
                    <a:pt x="31150" y="70087"/>
                  </a:cubicBezTo>
                  <a:cubicBezTo>
                    <a:pt x="31770" y="70083"/>
                    <a:pt x="32394" y="70043"/>
                    <a:pt x="33010" y="69970"/>
                  </a:cubicBezTo>
                  <a:cubicBezTo>
                    <a:pt x="36302" y="69581"/>
                    <a:pt x="38803" y="68251"/>
                    <a:pt x="40441" y="66025"/>
                  </a:cubicBezTo>
                  <a:cubicBezTo>
                    <a:pt x="42148" y="63711"/>
                    <a:pt x="42363" y="61076"/>
                    <a:pt x="42245" y="60431"/>
                  </a:cubicBezTo>
                  <a:cubicBezTo>
                    <a:pt x="42144" y="59876"/>
                    <a:pt x="41775" y="59718"/>
                    <a:pt x="41349" y="59535"/>
                  </a:cubicBezTo>
                  <a:cubicBezTo>
                    <a:pt x="40923" y="59353"/>
                    <a:pt x="40518" y="59178"/>
                    <a:pt x="40303" y="58461"/>
                  </a:cubicBezTo>
                  <a:lnTo>
                    <a:pt x="40263" y="58331"/>
                  </a:lnTo>
                  <a:cubicBezTo>
                    <a:pt x="39813" y="56827"/>
                    <a:pt x="39347" y="55279"/>
                    <a:pt x="41402" y="53252"/>
                  </a:cubicBezTo>
                  <a:cubicBezTo>
                    <a:pt x="42350" y="52311"/>
                    <a:pt x="43490" y="51857"/>
                    <a:pt x="44815" y="51338"/>
                  </a:cubicBezTo>
                  <a:cubicBezTo>
                    <a:pt x="46518" y="50657"/>
                    <a:pt x="48634" y="49818"/>
                    <a:pt x="51099" y="47617"/>
                  </a:cubicBezTo>
                  <a:cubicBezTo>
                    <a:pt x="54942" y="44179"/>
                    <a:pt x="56555" y="40036"/>
                    <a:pt x="56920" y="38970"/>
                  </a:cubicBezTo>
                  <a:cubicBezTo>
                    <a:pt x="63669" y="38881"/>
                    <a:pt x="69239" y="35192"/>
                    <a:pt x="69920" y="30315"/>
                  </a:cubicBezTo>
                  <a:cubicBezTo>
                    <a:pt x="70346" y="27287"/>
                    <a:pt x="69548" y="24514"/>
                    <a:pt x="67833" y="23075"/>
                  </a:cubicBezTo>
                  <a:cubicBezTo>
                    <a:pt x="67189" y="22536"/>
                    <a:pt x="66205" y="22002"/>
                    <a:pt x="64832" y="22002"/>
                  </a:cubicBezTo>
                  <a:cubicBezTo>
                    <a:pt x="64235" y="22002"/>
                    <a:pt x="63563" y="22104"/>
                    <a:pt x="62814" y="22350"/>
                  </a:cubicBezTo>
                  <a:cubicBezTo>
                    <a:pt x="58189" y="23862"/>
                    <a:pt x="56531" y="27863"/>
                    <a:pt x="56344" y="28349"/>
                  </a:cubicBezTo>
                  <a:cubicBezTo>
                    <a:pt x="56158" y="28623"/>
                    <a:pt x="55661" y="29196"/>
                    <a:pt x="55186" y="29196"/>
                  </a:cubicBezTo>
                  <a:cubicBezTo>
                    <a:pt x="55154" y="29196"/>
                    <a:pt x="55123" y="29194"/>
                    <a:pt x="55092" y="29188"/>
                  </a:cubicBezTo>
                  <a:cubicBezTo>
                    <a:pt x="54784" y="29136"/>
                    <a:pt x="54188" y="28747"/>
                    <a:pt x="53681" y="26736"/>
                  </a:cubicBezTo>
                  <a:cubicBezTo>
                    <a:pt x="52493" y="22001"/>
                    <a:pt x="53981" y="14380"/>
                    <a:pt x="53997" y="14303"/>
                  </a:cubicBezTo>
                  <a:lnTo>
                    <a:pt x="54220" y="13184"/>
                  </a:lnTo>
                  <a:lnTo>
                    <a:pt x="53397" y="13978"/>
                  </a:lnTo>
                  <a:cubicBezTo>
                    <a:pt x="53390" y="13989"/>
                    <a:pt x="52714" y="14642"/>
                    <a:pt x="51992" y="14642"/>
                  </a:cubicBezTo>
                  <a:cubicBezTo>
                    <a:pt x="51877" y="14642"/>
                    <a:pt x="51761" y="14625"/>
                    <a:pt x="51646" y="14587"/>
                  </a:cubicBezTo>
                  <a:cubicBezTo>
                    <a:pt x="50904" y="14343"/>
                    <a:pt x="50353" y="13237"/>
                    <a:pt x="50053" y="11380"/>
                  </a:cubicBezTo>
                  <a:cubicBezTo>
                    <a:pt x="49157" y="5798"/>
                    <a:pt x="51168" y="1079"/>
                    <a:pt x="51188" y="1035"/>
                  </a:cubicBezTo>
                  <a:lnTo>
                    <a:pt x="51634" y="1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4" name="Google Shape;5562;p73"/>
            <p:cNvSpPr/>
            <p:nvPr/>
          </p:nvSpPr>
          <p:spPr>
            <a:xfrm>
              <a:off x="2838673" y="1674863"/>
              <a:ext cx="199237" cy="139587"/>
            </a:xfrm>
            <a:custGeom>
              <a:avLst/>
              <a:gdLst/>
              <a:ahLst/>
              <a:cxnLst/>
              <a:rect l="l" t="t" r="r" b="b"/>
              <a:pathLst>
                <a:path w="11490" h="8050" extrusionOk="0">
                  <a:moveTo>
                    <a:pt x="10844" y="0"/>
                  </a:moveTo>
                  <a:cubicBezTo>
                    <a:pt x="6037" y="0"/>
                    <a:pt x="1379" y="2411"/>
                    <a:pt x="1379" y="2411"/>
                  </a:cubicBezTo>
                  <a:cubicBezTo>
                    <a:pt x="1132" y="2662"/>
                    <a:pt x="625" y="3360"/>
                    <a:pt x="0" y="4405"/>
                  </a:cubicBezTo>
                  <a:cubicBezTo>
                    <a:pt x="2165" y="3424"/>
                    <a:pt x="4338" y="2520"/>
                    <a:pt x="6693" y="1933"/>
                  </a:cubicBezTo>
                  <a:lnTo>
                    <a:pt x="6693" y="1933"/>
                  </a:lnTo>
                  <a:cubicBezTo>
                    <a:pt x="5887" y="3882"/>
                    <a:pt x="5376" y="5946"/>
                    <a:pt x="5185" y="8050"/>
                  </a:cubicBezTo>
                  <a:cubicBezTo>
                    <a:pt x="7135" y="2297"/>
                    <a:pt x="11489" y="15"/>
                    <a:pt x="11489" y="15"/>
                  </a:cubicBezTo>
                  <a:cubicBezTo>
                    <a:pt x="11274" y="5"/>
                    <a:pt x="11059" y="0"/>
                    <a:pt x="10844" y="0"/>
                  </a:cubicBezTo>
                  <a:close/>
                </a:path>
              </a:pathLst>
            </a:custGeom>
            <a:solidFill>
              <a:srgbClr val="7F33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5" name="Google Shape;5563;p73"/>
            <p:cNvSpPr/>
            <p:nvPr/>
          </p:nvSpPr>
          <p:spPr>
            <a:xfrm>
              <a:off x="2927454" y="1659014"/>
              <a:ext cx="1025557" cy="1193703"/>
            </a:xfrm>
            <a:custGeom>
              <a:avLst/>
              <a:gdLst/>
              <a:ahLst/>
              <a:cxnLst/>
              <a:rect l="l" t="t" r="r" b="b"/>
              <a:pathLst>
                <a:path w="59144" h="68841" extrusionOk="0">
                  <a:moveTo>
                    <a:pt x="39841" y="1"/>
                  </a:moveTo>
                  <a:cubicBezTo>
                    <a:pt x="36710" y="1915"/>
                    <a:pt x="32922" y="2383"/>
                    <a:pt x="29011" y="2383"/>
                  </a:cubicBezTo>
                  <a:cubicBezTo>
                    <a:pt x="25260" y="2383"/>
                    <a:pt x="21395" y="1953"/>
                    <a:pt x="17888" y="1953"/>
                  </a:cubicBezTo>
                  <a:cubicBezTo>
                    <a:pt x="15750" y="1953"/>
                    <a:pt x="13746" y="2113"/>
                    <a:pt x="11980" y="2628"/>
                  </a:cubicBezTo>
                  <a:cubicBezTo>
                    <a:pt x="6029" y="4363"/>
                    <a:pt x="1663" y="9438"/>
                    <a:pt x="0" y="11639"/>
                  </a:cubicBezTo>
                  <a:cubicBezTo>
                    <a:pt x="21" y="12288"/>
                    <a:pt x="73" y="12936"/>
                    <a:pt x="163" y="13581"/>
                  </a:cubicBezTo>
                  <a:cubicBezTo>
                    <a:pt x="2741" y="8502"/>
                    <a:pt x="8019" y="4906"/>
                    <a:pt x="13686" y="4363"/>
                  </a:cubicBezTo>
                  <a:cubicBezTo>
                    <a:pt x="14283" y="4305"/>
                    <a:pt x="14880" y="4280"/>
                    <a:pt x="15477" y="4280"/>
                  </a:cubicBezTo>
                  <a:cubicBezTo>
                    <a:pt x="20758" y="4280"/>
                    <a:pt x="26060" y="6291"/>
                    <a:pt x="31271" y="6291"/>
                  </a:cubicBezTo>
                  <a:cubicBezTo>
                    <a:pt x="32523" y="6291"/>
                    <a:pt x="33770" y="6175"/>
                    <a:pt x="35009" y="5887"/>
                  </a:cubicBezTo>
                  <a:lnTo>
                    <a:pt x="35009" y="5887"/>
                  </a:lnTo>
                  <a:cubicBezTo>
                    <a:pt x="34320" y="8112"/>
                    <a:pt x="34109" y="10460"/>
                    <a:pt x="34401" y="12770"/>
                  </a:cubicBezTo>
                  <a:cubicBezTo>
                    <a:pt x="34599" y="14365"/>
                    <a:pt x="35746" y="16286"/>
                    <a:pt x="37128" y="16286"/>
                  </a:cubicBezTo>
                  <a:cubicBezTo>
                    <a:pt x="37362" y="16286"/>
                    <a:pt x="37603" y="16231"/>
                    <a:pt x="37847" y="16111"/>
                  </a:cubicBezTo>
                  <a:lnTo>
                    <a:pt x="37847" y="16111"/>
                  </a:lnTo>
                  <a:cubicBezTo>
                    <a:pt x="37012" y="20124"/>
                    <a:pt x="36230" y="24543"/>
                    <a:pt x="38232" y="28118"/>
                  </a:cubicBezTo>
                  <a:cubicBezTo>
                    <a:pt x="38937" y="29375"/>
                    <a:pt x="39959" y="30469"/>
                    <a:pt x="40401" y="31843"/>
                  </a:cubicBezTo>
                  <a:cubicBezTo>
                    <a:pt x="40948" y="33562"/>
                    <a:pt x="40498" y="35431"/>
                    <a:pt x="39841" y="37109"/>
                  </a:cubicBezTo>
                  <a:cubicBezTo>
                    <a:pt x="38256" y="41204"/>
                    <a:pt x="35573" y="44783"/>
                    <a:pt x="32091" y="47459"/>
                  </a:cubicBezTo>
                  <a:cubicBezTo>
                    <a:pt x="29212" y="49660"/>
                    <a:pt x="25406" y="52011"/>
                    <a:pt x="25706" y="55615"/>
                  </a:cubicBezTo>
                  <a:cubicBezTo>
                    <a:pt x="25803" y="56677"/>
                    <a:pt x="26269" y="57670"/>
                    <a:pt x="26456" y="58720"/>
                  </a:cubicBezTo>
                  <a:cubicBezTo>
                    <a:pt x="27064" y="62109"/>
                    <a:pt x="24445" y="65514"/>
                    <a:pt x="21165" y="66568"/>
                  </a:cubicBezTo>
                  <a:cubicBezTo>
                    <a:pt x="20200" y="66878"/>
                    <a:pt x="19203" y="67019"/>
                    <a:pt x="18201" y="67019"/>
                  </a:cubicBezTo>
                  <a:cubicBezTo>
                    <a:pt x="16433" y="67019"/>
                    <a:pt x="14649" y="66581"/>
                    <a:pt x="12993" y="65859"/>
                  </a:cubicBezTo>
                  <a:lnTo>
                    <a:pt x="12993" y="65859"/>
                  </a:lnTo>
                  <a:cubicBezTo>
                    <a:pt x="14400" y="67466"/>
                    <a:pt x="16635" y="68840"/>
                    <a:pt x="20154" y="68840"/>
                  </a:cubicBezTo>
                  <a:cubicBezTo>
                    <a:pt x="20719" y="68840"/>
                    <a:pt x="21318" y="68805"/>
                    <a:pt x="21952" y="68729"/>
                  </a:cubicBezTo>
                  <a:cubicBezTo>
                    <a:pt x="30489" y="67703"/>
                    <a:pt x="31024" y="60447"/>
                    <a:pt x="30874" y="59600"/>
                  </a:cubicBezTo>
                  <a:cubicBezTo>
                    <a:pt x="30720" y="58757"/>
                    <a:pt x="29399" y="59215"/>
                    <a:pt x="28937" y="57670"/>
                  </a:cubicBezTo>
                  <a:cubicBezTo>
                    <a:pt x="28479" y="56126"/>
                    <a:pt x="27854" y="54350"/>
                    <a:pt x="30129" y="52108"/>
                  </a:cubicBezTo>
                  <a:cubicBezTo>
                    <a:pt x="32403" y="49863"/>
                    <a:pt x="35516" y="50329"/>
                    <a:pt x="39841" y="46462"/>
                  </a:cubicBezTo>
                  <a:cubicBezTo>
                    <a:pt x="44171" y="42594"/>
                    <a:pt x="45638" y="37726"/>
                    <a:pt x="45638" y="37726"/>
                  </a:cubicBezTo>
                  <a:cubicBezTo>
                    <a:pt x="52019" y="37726"/>
                    <a:pt x="57853" y="34320"/>
                    <a:pt x="58550" y="29375"/>
                  </a:cubicBezTo>
                  <a:cubicBezTo>
                    <a:pt x="59143" y="25141"/>
                    <a:pt x="57306" y="21468"/>
                    <a:pt x="53805" y="21468"/>
                  </a:cubicBezTo>
                  <a:cubicBezTo>
                    <a:pt x="53216" y="21468"/>
                    <a:pt x="52581" y="21572"/>
                    <a:pt x="51902" y="21794"/>
                  </a:cubicBezTo>
                  <a:cubicBezTo>
                    <a:pt x="47187" y="23339"/>
                    <a:pt x="45638" y="27619"/>
                    <a:pt x="45638" y="27619"/>
                  </a:cubicBezTo>
                  <a:cubicBezTo>
                    <a:pt x="45638" y="27619"/>
                    <a:pt x="44967" y="28637"/>
                    <a:pt x="44161" y="28637"/>
                  </a:cubicBezTo>
                  <a:cubicBezTo>
                    <a:pt x="43543" y="28637"/>
                    <a:pt x="42847" y="28039"/>
                    <a:pt x="42314" y="25929"/>
                  </a:cubicBezTo>
                  <a:cubicBezTo>
                    <a:pt x="41090" y="21065"/>
                    <a:pt x="42626" y="13342"/>
                    <a:pt x="42626" y="13342"/>
                  </a:cubicBezTo>
                  <a:lnTo>
                    <a:pt x="42626" y="13342"/>
                  </a:lnTo>
                  <a:cubicBezTo>
                    <a:pt x="42626" y="13342"/>
                    <a:pt x="41851" y="14104"/>
                    <a:pt x="40965" y="14104"/>
                  </a:cubicBezTo>
                  <a:cubicBezTo>
                    <a:pt x="40104" y="14104"/>
                    <a:pt x="39140" y="13384"/>
                    <a:pt x="38682" y="10545"/>
                  </a:cubicBezTo>
                  <a:cubicBezTo>
                    <a:pt x="37754" y="4784"/>
                    <a:pt x="39841" y="1"/>
                    <a:pt x="39841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6" name="Google Shape;5564;p73"/>
            <p:cNvSpPr/>
            <p:nvPr/>
          </p:nvSpPr>
          <p:spPr>
            <a:xfrm>
              <a:off x="3755577" y="2245401"/>
              <a:ext cx="121207" cy="41425"/>
            </a:xfrm>
            <a:custGeom>
              <a:avLst/>
              <a:gdLst/>
              <a:ahLst/>
              <a:cxnLst/>
              <a:rect l="l" t="t" r="r" b="b"/>
              <a:pathLst>
                <a:path w="6990" h="2389" extrusionOk="0">
                  <a:moveTo>
                    <a:pt x="6989" y="1"/>
                  </a:moveTo>
                  <a:lnTo>
                    <a:pt x="6989" y="1"/>
                  </a:lnTo>
                  <a:cubicBezTo>
                    <a:pt x="5866" y="552"/>
                    <a:pt x="4748" y="1051"/>
                    <a:pt x="3584" y="1452"/>
                  </a:cubicBezTo>
                  <a:cubicBezTo>
                    <a:pt x="2417" y="1853"/>
                    <a:pt x="1225" y="2141"/>
                    <a:pt x="1" y="2384"/>
                  </a:cubicBezTo>
                  <a:cubicBezTo>
                    <a:pt x="87" y="2387"/>
                    <a:pt x="173" y="2388"/>
                    <a:pt x="260" y="2388"/>
                  </a:cubicBezTo>
                  <a:cubicBezTo>
                    <a:pt x="1425" y="2388"/>
                    <a:pt x="2584" y="2162"/>
                    <a:pt x="3694" y="1784"/>
                  </a:cubicBezTo>
                  <a:cubicBezTo>
                    <a:pt x="4885" y="1379"/>
                    <a:pt x="6016" y="791"/>
                    <a:pt x="69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7" name="Google Shape;5565;p73"/>
            <p:cNvSpPr/>
            <p:nvPr/>
          </p:nvSpPr>
          <p:spPr>
            <a:xfrm>
              <a:off x="3885974" y="2106577"/>
              <a:ext cx="34246" cy="112970"/>
            </a:xfrm>
            <a:custGeom>
              <a:avLst/>
              <a:gdLst/>
              <a:ahLst/>
              <a:cxnLst/>
              <a:rect l="l" t="t" r="r" b="b"/>
              <a:pathLst>
                <a:path w="1975" h="6515" extrusionOk="0">
                  <a:moveTo>
                    <a:pt x="1642" y="0"/>
                  </a:moveTo>
                  <a:lnTo>
                    <a:pt x="1642" y="0"/>
                  </a:lnTo>
                  <a:cubicBezTo>
                    <a:pt x="1699" y="1152"/>
                    <a:pt x="1565" y="2283"/>
                    <a:pt x="1245" y="3341"/>
                  </a:cubicBezTo>
                  <a:cubicBezTo>
                    <a:pt x="929" y="4399"/>
                    <a:pt x="284" y="5388"/>
                    <a:pt x="0" y="6515"/>
                  </a:cubicBezTo>
                  <a:cubicBezTo>
                    <a:pt x="536" y="5505"/>
                    <a:pt x="1241" y="4569"/>
                    <a:pt x="1585" y="3446"/>
                  </a:cubicBezTo>
                  <a:cubicBezTo>
                    <a:pt x="1930" y="2327"/>
                    <a:pt x="1975" y="1107"/>
                    <a:pt x="164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8" name="Google Shape;5566;p73"/>
            <p:cNvSpPr/>
            <p:nvPr/>
          </p:nvSpPr>
          <p:spPr>
            <a:xfrm>
              <a:off x="3073110" y="1725565"/>
              <a:ext cx="208999" cy="35686"/>
            </a:xfrm>
            <a:custGeom>
              <a:avLst/>
              <a:gdLst/>
              <a:ahLst/>
              <a:cxnLst/>
              <a:rect l="l" t="t" r="r" b="b"/>
              <a:pathLst>
                <a:path w="12053" h="2058" extrusionOk="0">
                  <a:moveTo>
                    <a:pt x="7876" y="0"/>
                  </a:moveTo>
                  <a:cubicBezTo>
                    <a:pt x="7202" y="0"/>
                    <a:pt x="6528" y="32"/>
                    <a:pt x="5858" y="99"/>
                  </a:cubicBezTo>
                  <a:cubicBezTo>
                    <a:pt x="3794" y="306"/>
                    <a:pt x="1719" y="890"/>
                    <a:pt x="0" y="2057"/>
                  </a:cubicBezTo>
                  <a:cubicBezTo>
                    <a:pt x="1849" y="1137"/>
                    <a:pt x="3863" y="658"/>
                    <a:pt x="5894" y="448"/>
                  </a:cubicBezTo>
                  <a:cubicBezTo>
                    <a:pt x="6932" y="342"/>
                    <a:pt x="7977" y="306"/>
                    <a:pt x="9027" y="306"/>
                  </a:cubicBezTo>
                  <a:cubicBezTo>
                    <a:pt x="10032" y="306"/>
                    <a:pt x="11041" y="339"/>
                    <a:pt x="12052" y="375"/>
                  </a:cubicBezTo>
                  <a:cubicBezTo>
                    <a:pt x="10676" y="137"/>
                    <a:pt x="9275" y="0"/>
                    <a:pt x="787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" name="Google Shape;5567;p73"/>
            <p:cNvSpPr/>
            <p:nvPr/>
          </p:nvSpPr>
          <p:spPr>
            <a:xfrm>
              <a:off x="3322858" y="1719843"/>
              <a:ext cx="66221" cy="7578"/>
            </a:xfrm>
            <a:custGeom>
              <a:avLst/>
              <a:gdLst/>
              <a:ahLst/>
              <a:cxnLst/>
              <a:rect l="l" t="t" r="r" b="b"/>
              <a:pathLst>
                <a:path w="3819" h="437" extrusionOk="0">
                  <a:moveTo>
                    <a:pt x="386" y="1"/>
                  </a:moveTo>
                  <a:cubicBezTo>
                    <a:pt x="258" y="1"/>
                    <a:pt x="130" y="3"/>
                    <a:pt x="0" y="7"/>
                  </a:cubicBezTo>
                  <a:cubicBezTo>
                    <a:pt x="608" y="263"/>
                    <a:pt x="1245" y="380"/>
                    <a:pt x="1889" y="421"/>
                  </a:cubicBezTo>
                  <a:cubicBezTo>
                    <a:pt x="2050" y="431"/>
                    <a:pt x="2212" y="437"/>
                    <a:pt x="2375" y="437"/>
                  </a:cubicBezTo>
                  <a:cubicBezTo>
                    <a:pt x="2859" y="437"/>
                    <a:pt x="3346" y="387"/>
                    <a:pt x="3819" y="263"/>
                  </a:cubicBezTo>
                  <a:cubicBezTo>
                    <a:pt x="3174" y="149"/>
                    <a:pt x="2546" y="101"/>
                    <a:pt x="1914" y="64"/>
                  </a:cubicBezTo>
                  <a:cubicBezTo>
                    <a:pt x="1407" y="35"/>
                    <a:pt x="903" y="1"/>
                    <a:pt x="38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" name="Google Shape;5568;p73"/>
            <p:cNvSpPr/>
            <p:nvPr/>
          </p:nvSpPr>
          <p:spPr>
            <a:xfrm>
              <a:off x="3426048" y="1702104"/>
              <a:ext cx="149731" cy="31108"/>
            </a:xfrm>
            <a:custGeom>
              <a:avLst/>
              <a:gdLst/>
              <a:ahLst/>
              <a:cxnLst/>
              <a:rect l="l" t="t" r="r" b="b"/>
              <a:pathLst>
                <a:path w="8635" h="1794" extrusionOk="0">
                  <a:moveTo>
                    <a:pt x="8635" y="1"/>
                  </a:moveTo>
                  <a:cubicBezTo>
                    <a:pt x="7330" y="743"/>
                    <a:pt x="5899" y="1128"/>
                    <a:pt x="4439" y="1326"/>
                  </a:cubicBezTo>
                  <a:cubicBezTo>
                    <a:pt x="2980" y="1525"/>
                    <a:pt x="1496" y="1529"/>
                    <a:pt x="0" y="1586"/>
                  </a:cubicBezTo>
                  <a:cubicBezTo>
                    <a:pt x="870" y="1717"/>
                    <a:pt x="1755" y="1794"/>
                    <a:pt x="2640" y="1794"/>
                  </a:cubicBezTo>
                  <a:cubicBezTo>
                    <a:pt x="3256" y="1794"/>
                    <a:pt x="3873" y="1757"/>
                    <a:pt x="4484" y="1675"/>
                  </a:cubicBezTo>
                  <a:cubicBezTo>
                    <a:pt x="5976" y="1476"/>
                    <a:pt x="7480" y="982"/>
                    <a:pt x="86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1" name="Google Shape;5569;p73"/>
            <p:cNvSpPr/>
            <p:nvPr/>
          </p:nvSpPr>
          <p:spPr>
            <a:xfrm>
              <a:off x="3570282" y="1731842"/>
              <a:ext cx="20201" cy="115935"/>
            </a:xfrm>
            <a:custGeom>
              <a:avLst/>
              <a:gdLst/>
              <a:ahLst/>
              <a:cxnLst/>
              <a:rect l="l" t="t" r="r" b="b"/>
              <a:pathLst>
                <a:path w="1165" h="6686" extrusionOk="0">
                  <a:moveTo>
                    <a:pt x="289" y="1"/>
                  </a:moveTo>
                  <a:cubicBezTo>
                    <a:pt x="49" y="1140"/>
                    <a:pt x="1" y="2315"/>
                    <a:pt x="62" y="3479"/>
                  </a:cubicBezTo>
                  <a:cubicBezTo>
                    <a:pt x="94" y="4058"/>
                    <a:pt x="159" y="4638"/>
                    <a:pt x="256" y="5214"/>
                  </a:cubicBezTo>
                  <a:cubicBezTo>
                    <a:pt x="313" y="5510"/>
                    <a:pt x="406" y="5793"/>
                    <a:pt x="540" y="6061"/>
                  </a:cubicBezTo>
                  <a:cubicBezTo>
                    <a:pt x="682" y="6329"/>
                    <a:pt x="897" y="6564"/>
                    <a:pt x="1164" y="6685"/>
                  </a:cubicBezTo>
                  <a:cubicBezTo>
                    <a:pt x="702" y="6308"/>
                    <a:pt x="589" y="5733"/>
                    <a:pt x="536" y="5169"/>
                  </a:cubicBezTo>
                  <a:cubicBezTo>
                    <a:pt x="487" y="4606"/>
                    <a:pt x="447" y="4030"/>
                    <a:pt x="410" y="3458"/>
                  </a:cubicBezTo>
                  <a:cubicBezTo>
                    <a:pt x="345" y="2311"/>
                    <a:pt x="329" y="1164"/>
                    <a:pt x="2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2" name="Google Shape;5570;p73"/>
            <p:cNvSpPr/>
            <p:nvPr/>
          </p:nvSpPr>
          <p:spPr>
            <a:xfrm>
              <a:off x="3617239" y="1964024"/>
              <a:ext cx="42414" cy="201543"/>
            </a:xfrm>
            <a:custGeom>
              <a:avLst/>
              <a:gdLst/>
              <a:ahLst/>
              <a:cxnLst/>
              <a:rect l="l" t="t" r="r" b="b"/>
              <a:pathLst>
                <a:path w="2446" h="11623" extrusionOk="0">
                  <a:moveTo>
                    <a:pt x="751" y="0"/>
                  </a:moveTo>
                  <a:lnTo>
                    <a:pt x="751" y="0"/>
                  </a:lnTo>
                  <a:cubicBezTo>
                    <a:pt x="191" y="1946"/>
                    <a:pt x="1" y="4018"/>
                    <a:pt x="276" y="6049"/>
                  </a:cubicBezTo>
                  <a:cubicBezTo>
                    <a:pt x="418" y="7062"/>
                    <a:pt x="678" y="8051"/>
                    <a:pt x="945" y="9024"/>
                  </a:cubicBezTo>
                  <a:cubicBezTo>
                    <a:pt x="1087" y="9511"/>
                    <a:pt x="1237" y="10001"/>
                    <a:pt x="1460" y="10463"/>
                  </a:cubicBezTo>
                  <a:cubicBezTo>
                    <a:pt x="1683" y="10925"/>
                    <a:pt x="2007" y="11359"/>
                    <a:pt x="2445" y="11623"/>
                  </a:cubicBezTo>
                  <a:cubicBezTo>
                    <a:pt x="2048" y="11298"/>
                    <a:pt x="1797" y="10864"/>
                    <a:pt x="1618" y="10398"/>
                  </a:cubicBezTo>
                  <a:cubicBezTo>
                    <a:pt x="1440" y="9928"/>
                    <a:pt x="1330" y="9446"/>
                    <a:pt x="1217" y="8951"/>
                  </a:cubicBezTo>
                  <a:cubicBezTo>
                    <a:pt x="994" y="7970"/>
                    <a:pt x="759" y="6993"/>
                    <a:pt x="625" y="6000"/>
                  </a:cubicBezTo>
                  <a:cubicBezTo>
                    <a:pt x="353" y="4022"/>
                    <a:pt x="463" y="1999"/>
                    <a:pt x="75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3" name="Google Shape;5571;p73"/>
            <p:cNvSpPr/>
            <p:nvPr/>
          </p:nvSpPr>
          <p:spPr>
            <a:xfrm>
              <a:off x="3599101" y="2014848"/>
              <a:ext cx="33553" cy="138425"/>
            </a:xfrm>
            <a:custGeom>
              <a:avLst/>
              <a:gdLst/>
              <a:ahLst/>
              <a:cxnLst/>
              <a:rect l="l" t="t" r="r" b="b"/>
              <a:pathLst>
                <a:path w="1935" h="7983" extrusionOk="0">
                  <a:moveTo>
                    <a:pt x="366" y="0"/>
                  </a:moveTo>
                  <a:lnTo>
                    <a:pt x="366" y="0"/>
                  </a:lnTo>
                  <a:cubicBezTo>
                    <a:pt x="9" y="1346"/>
                    <a:pt x="1" y="2785"/>
                    <a:pt x="272" y="4163"/>
                  </a:cubicBezTo>
                  <a:cubicBezTo>
                    <a:pt x="544" y="5542"/>
                    <a:pt x="1095" y="6867"/>
                    <a:pt x="1934" y="7982"/>
                  </a:cubicBezTo>
                  <a:cubicBezTo>
                    <a:pt x="1334" y="6725"/>
                    <a:pt x="889" y="5440"/>
                    <a:pt x="621" y="4095"/>
                  </a:cubicBezTo>
                  <a:cubicBezTo>
                    <a:pt x="353" y="2753"/>
                    <a:pt x="289" y="1387"/>
                    <a:pt x="36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4" name="Google Shape;5572;p73"/>
            <p:cNvSpPr/>
            <p:nvPr/>
          </p:nvSpPr>
          <p:spPr>
            <a:xfrm>
              <a:off x="3532394" y="2354296"/>
              <a:ext cx="134992" cy="137298"/>
            </a:xfrm>
            <a:custGeom>
              <a:avLst/>
              <a:gdLst/>
              <a:ahLst/>
              <a:cxnLst/>
              <a:rect l="l" t="t" r="r" b="b"/>
              <a:pathLst>
                <a:path w="7785" h="7918" extrusionOk="0">
                  <a:moveTo>
                    <a:pt x="7784" y="0"/>
                  </a:moveTo>
                  <a:lnTo>
                    <a:pt x="7784" y="0"/>
                  </a:lnTo>
                  <a:cubicBezTo>
                    <a:pt x="6900" y="1662"/>
                    <a:pt x="5700" y="3097"/>
                    <a:pt x="4346" y="4374"/>
                  </a:cubicBezTo>
                  <a:cubicBezTo>
                    <a:pt x="2996" y="5651"/>
                    <a:pt x="1488" y="6766"/>
                    <a:pt x="1" y="7917"/>
                  </a:cubicBezTo>
                  <a:cubicBezTo>
                    <a:pt x="1642" y="6997"/>
                    <a:pt x="3219" y="5923"/>
                    <a:pt x="4590" y="4634"/>
                  </a:cubicBezTo>
                  <a:cubicBezTo>
                    <a:pt x="5964" y="3340"/>
                    <a:pt x="7160" y="1784"/>
                    <a:pt x="778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5" name="Google Shape;5573;p73"/>
            <p:cNvSpPr/>
            <p:nvPr/>
          </p:nvSpPr>
          <p:spPr>
            <a:xfrm>
              <a:off x="3672415" y="2305640"/>
              <a:ext cx="23010" cy="36223"/>
            </a:xfrm>
            <a:custGeom>
              <a:avLst/>
              <a:gdLst/>
              <a:ahLst/>
              <a:cxnLst/>
              <a:rect l="l" t="t" r="r" b="b"/>
              <a:pathLst>
                <a:path w="1327" h="2089" extrusionOk="0">
                  <a:moveTo>
                    <a:pt x="1327" y="1"/>
                  </a:moveTo>
                  <a:lnTo>
                    <a:pt x="1327" y="1"/>
                  </a:lnTo>
                  <a:cubicBezTo>
                    <a:pt x="941" y="203"/>
                    <a:pt x="641" y="524"/>
                    <a:pt x="418" y="885"/>
                  </a:cubicBezTo>
                  <a:cubicBezTo>
                    <a:pt x="195" y="1245"/>
                    <a:pt x="29" y="1651"/>
                    <a:pt x="1" y="2088"/>
                  </a:cubicBezTo>
                  <a:cubicBezTo>
                    <a:pt x="285" y="1752"/>
                    <a:pt x="504" y="1420"/>
                    <a:pt x="718" y="1075"/>
                  </a:cubicBezTo>
                  <a:cubicBezTo>
                    <a:pt x="929" y="730"/>
                    <a:pt x="1148" y="394"/>
                    <a:pt x="132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6" name="Google Shape;5574;p73"/>
            <p:cNvSpPr/>
            <p:nvPr/>
          </p:nvSpPr>
          <p:spPr>
            <a:xfrm>
              <a:off x="3308934" y="2697038"/>
              <a:ext cx="124501" cy="134489"/>
            </a:xfrm>
            <a:custGeom>
              <a:avLst/>
              <a:gdLst/>
              <a:ahLst/>
              <a:cxnLst/>
              <a:rect l="l" t="t" r="r" b="b"/>
              <a:pathLst>
                <a:path w="7180" h="7756" extrusionOk="0">
                  <a:moveTo>
                    <a:pt x="6868" y="0"/>
                  </a:moveTo>
                  <a:lnTo>
                    <a:pt x="6868" y="0"/>
                  </a:lnTo>
                  <a:cubicBezTo>
                    <a:pt x="6892" y="1881"/>
                    <a:pt x="6130" y="3685"/>
                    <a:pt x="4796" y="4954"/>
                  </a:cubicBezTo>
                  <a:cubicBezTo>
                    <a:pt x="3458" y="6219"/>
                    <a:pt x="1695" y="6949"/>
                    <a:pt x="1" y="7755"/>
                  </a:cubicBezTo>
                  <a:cubicBezTo>
                    <a:pt x="905" y="7480"/>
                    <a:pt x="1805" y="7184"/>
                    <a:pt x="2656" y="6778"/>
                  </a:cubicBezTo>
                  <a:cubicBezTo>
                    <a:pt x="3507" y="6373"/>
                    <a:pt x="4338" y="5874"/>
                    <a:pt x="5039" y="5210"/>
                  </a:cubicBezTo>
                  <a:cubicBezTo>
                    <a:pt x="6458" y="3900"/>
                    <a:pt x="7180" y="1865"/>
                    <a:pt x="686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7" name="Google Shape;5575;p73"/>
            <p:cNvSpPr/>
            <p:nvPr/>
          </p:nvSpPr>
          <p:spPr>
            <a:xfrm>
              <a:off x="3337475" y="2708639"/>
              <a:ext cx="63135" cy="88226"/>
            </a:xfrm>
            <a:custGeom>
              <a:avLst/>
              <a:gdLst/>
              <a:ahLst/>
              <a:cxnLst/>
              <a:rect l="l" t="t" r="r" b="b"/>
              <a:pathLst>
                <a:path w="3641" h="5088" extrusionOk="0">
                  <a:moveTo>
                    <a:pt x="3641" y="0"/>
                  </a:moveTo>
                  <a:cubicBezTo>
                    <a:pt x="3292" y="1026"/>
                    <a:pt x="2818" y="1966"/>
                    <a:pt x="2210" y="2826"/>
                  </a:cubicBezTo>
                  <a:cubicBezTo>
                    <a:pt x="1602" y="3681"/>
                    <a:pt x="852" y="4427"/>
                    <a:pt x="0" y="5088"/>
                  </a:cubicBezTo>
                  <a:cubicBezTo>
                    <a:pt x="1002" y="4662"/>
                    <a:pt x="1865" y="3924"/>
                    <a:pt x="2502" y="3033"/>
                  </a:cubicBezTo>
                  <a:cubicBezTo>
                    <a:pt x="3134" y="2141"/>
                    <a:pt x="3564" y="1087"/>
                    <a:pt x="364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8" name="Google Shape;5576;p73"/>
            <p:cNvSpPr/>
            <p:nvPr/>
          </p:nvSpPr>
          <p:spPr>
            <a:xfrm>
              <a:off x="3818556" y="2047794"/>
              <a:ext cx="90914" cy="16629"/>
            </a:xfrm>
            <a:custGeom>
              <a:avLst/>
              <a:gdLst/>
              <a:ahLst/>
              <a:cxnLst/>
              <a:rect l="l" t="t" r="r" b="b"/>
              <a:pathLst>
                <a:path w="5243" h="959" extrusionOk="0">
                  <a:moveTo>
                    <a:pt x="2409" y="0"/>
                  </a:moveTo>
                  <a:cubicBezTo>
                    <a:pt x="1512" y="0"/>
                    <a:pt x="609" y="331"/>
                    <a:pt x="1" y="958"/>
                  </a:cubicBezTo>
                  <a:cubicBezTo>
                    <a:pt x="730" y="566"/>
                    <a:pt x="1517" y="353"/>
                    <a:pt x="2307" y="353"/>
                  </a:cubicBezTo>
                  <a:cubicBezTo>
                    <a:pt x="2401" y="353"/>
                    <a:pt x="2494" y="356"/>
                    <a:pt x="2587" y="362"/>
                  </a:cubicBezTo>
                  <a:cubicBezTo>
                    <a:pt x="3025" y="382"/>
                    <a:pt x="3451" y="504"/>
                    <a:pt x="3884" y="638"/>
                  </a:cubicBezTo>
                  <a:cubicBezTo>
                    <a:pt x="4314" y="776"/>
                    <a:pt x="4768" y="938"/>
                    <a:pt x="5242" y="954"/>
                  </a:cubicBezTo>
                  <a:cubicBezTo>
                    <a:pt x="4801" y="796"/>
                    <a:pt x="4411" y="573"/>
                    <a:pt x="3986" y="378"/>
                  </a:cubicBezTo>
                  <a:cubicBezTo>
                    <a:pt x="3552" y="168"/>
                    <a:pt x="3086" y="42"/>
                    <a:pt x="2607" y="5"/>
                  </a:cubicBezTo>
                  <a:cubicBezTo>
                    <a:pt x="2541" y="2"/>
                    <a:pt x="2475" y="0"/>
                    <a:pt x="240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9" name="Google Shape;5577;p73"/>
            <p:cNvSpPr/>
            <p:nvPr/>
          </p:nvSpPr>
          <p:spPr>
            <a:xfrm>
              <a:off x="2720657" y="2061943"/>
              <a:ext cx="24397" cy="105375"/>
            </a:xfrm>
            <a:custGeom>
              <a:avLst/>
              <a:gdLst/>
              <a:ahLst/>
              <a:cxnLst/>
              <a:rect l="l" t="t" r="r" b="b"/>
              <a:pathLst>
                <a:path w="1407" h="6077" extrusionOk="0">
                  <a:moveTo>
                    <a:pt x="507" y="0"/>
                  </a:moveTo>
                  <a:lnTo>
                    <a:pt x="507" y="0"/>
                  </a:lnTo>
                  <a:cubicBezTo>
                    <a:pt x="101" y="985"/>
                    <a:pt x="0" y="2088"/>
                    <a:pt x="162" y="3154"/>
                  </a:cubicBezTo>
                  <a:cubicBezTo>
                    <a:pt x="324" y="4216"/>
                    <a:pt x="730" y="5258"/>
                    <a:pt x="1407" y="6077"/>
                  </a:cubicBezTo>
                  <a:cubicBezTo>
                    <a:pt x="973" y="5108"/>
                    <a:pt x="677" y="4123"/>
                    <a:pt x="519" y="3101"/>
                  </a:cubicBezTo>
                  <a:cubicBezTo>
                    <a:pt x="361" y="2084"/>
                    <a:pt x="377" y="1050"/>
                    <a:pt x="50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0" name="Google Shape;5578;p73"/>
            <p:cNvSpPr/>
            <p:nvPr/>
          </p:nvSpPr>
          <p:spPr>
            <a:xfrm>
              <a:off x="2662447" y="1983705"/>
              <a:ext cx="78810" cy="14635"/>
            </a:xfrm>
            <a:custGeom>
              <a:avLst/>
              <a:gdLst/>
              <a:ahLst/>
              <a:cxnLst/>
              <a:rect l="l" t="t" r="r" b="b"/>
              <a:pathLst>
                <a:path w="4545" h="844" extrusionOk="0">
                  <a:moveTo>
                    <a:pt x="2275" y="0"/>
                  </a:moveTo>
                  <a:cubicBezTo>
                    <a:pt x="1448" y="0"/>
                    <a:pt x="596" y="264"/>
                    <a:pt x="1" y="819"/>
                  </a:cubicBezTo>
                  <a:cubicBezTo>
                    <a:pt x="717" y="509"/>
                    <a:pt x="1481" y="354"/>
                    <a:pt x="2245" y="354"/>
                  </a:cubicBezTo>
                  <a:cubicBezTo>
                    <a:pt x="3028" y="354"/>
                    <a:pt x="3812" y="517"/>
                    <a:pt x="4545" y="844"/>
                  </a:cubicBezTo>
                  <a:cubicBezTo>
                    <a:pt x="3945" y="284"/>
                    <a:pt x="3098" y="0"/>
                    <a:pt x="227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" name="Google Shape;5579;p73"/>
            <p:cNvSpPr/>
            <p:nvPr/>
          </p:nvSpPr>
          <p:spPr>
            <a:xfrm>
              <a:off x="3194074" y="2350360"/>
              <a:ext cx="93792" cy="36379"/>
            </a:xfrm>
            <a:custGeom>
              <a:avLst/>
              <a:gdLst/>
              <a:ahLst/>
              <a:cxnLst/>
              <a:rect l="l" t="t" r="r" b="b"/>
              <a:pathLst>
                <a:path w="5409" h="2098" extrusionOk="0">
                  <a:moveTo>
                    <a:pt x="5408" y="0"/>
                  </a:moveTo>
                  <a:lnTo>
                    <a:pt x="5408" y="0"/>
                  </a:lnTo>
                  <a:cubicBezTo>
                    <a:pt x="4569" y="515"/>
                    <a:pt x="3706" y="957"/>
                    <a:pt x="2810" y="1305"/>
                  </a:cubicBezTo>
                  <a:cubicBezTo>
                    <a:pt x="1914" y="1658"/>
                    <a:pt x="974" y="1889"/>
                    <a:pt x="1" y="2067"/>
                  </a:cubicBezTo>
                  <a:cubicBezTo>
                    <a:pt x="195" y="2087"/>
                    <a:pt x="391" y="2097"/>
                    <a:pt x="587" y="2097"/>
                  </a:cubicBezTo>
                  <a:cubicBezTo>
                    <a:pt x="1385" y="2097"/>
                    <a:pt x="2187" y="1935"/>
                    <a:pt x="2936" y="1642"/>
                  </a:cubicBezTo>
                  <a:cubicBezTo>
                    <a:pt x="3868" y="1277"/>
                    <a:pt x="4740" y="734"/>
                    <a:pt x="540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" name="Google Shape;5580;p73"/>
            <p:cNvSpPr/>
            <p:nvPr/>
          </p:nvSpPr>
          <p:spPr>
            <a:xfrm>
              <a:off x="3223534" y="2815696"/>
              <a:ext cx="69950" cy="12676"/>
            </a:xfrm>
            <a:custGeom>
              <a:avLst/>
              <a:gdLst/>
              <a:ahLst/>
              <a:cxnLst/>
              <a:rect l="l" t="t" r="r" b="b"/>
              <a:pathLst>
                <a:path w="4034" h="731" extrusionOk="0">
                  <a:moveTo>
                    <a:pt x="0" y="0"/>
                  </a:moveTo>
                  <a:lnTo>
                    <a:pt x="0" y="0"/>
                  </a:lnTo>
                  <a:cubicBezTo>
                    <a:pt x="535" y="470"/>
                    <a:pt x="1273" y="714"/>
                    <a:pt x="1999" y="730"/>
                  </a:cubicBezTo>
                  <a:cubicBezTo>
                    <a:pt x="2027" y="731"/>
                    <a:pt x="2055" y="731"/>
                    <a:pt x="2083" y="731"/>
                  </a:cubicBezTo>
                  <a:cubicBezTo>
                    <a:pt x="2778" y="731"/>
                    <a:pt x="3488" y="538"/>
                    <a:pt x="4034" y="118"/>
                  </a:cubicBezTo>
                  <a:lnTo>
                    <a:pt x="4034" y="118"/>
                  </a:lnTo>
                  <a:cubicBezTo>
                    <a:pt x="3398" y="286"/>
                    <a:pt x="2783" y="375"/>
                    <a:pt x="2163" y="375"/>
                  </a:cubicBezTo>
                  <a:cubicBezTo>
                    <a:pt x="2111" y="375"/>
                    <a:pt x="2059" y="374"/>
                    <a:pt x="2007" y="373"/>
                  </a:cubicBezTo>
                  <a:cubicBezTo>
                    <a:pt x="1334" y="361"/>
                    <a:pt x="673" y="223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" name="Google Shape;5581;p73"/>
            <p:cNvSpPr/>
            <p:nvPr/>
          </p:nvSpPr>
          <p:spPr>
            <a:xfrm>
              <a:off x="2955926" y="2444689"/>
              <a:ext cx="168163" cy="79487"/>
            </a:xfrm>
            <a:custGeom>
              <a:avLst/>
              <a:gdLst/>
              <a:ahLst/>
              <a:cxnLst/>
              <a:rect l="l" t="t" r="r" b="b"/>
              <a:pathLst>
                <a:path w="9698" h="4584" extrusionOk="0">
                  <a:moveTo>
                    <a:pt x="0" y="0"/>
                  </a:moveTo>
                  <a:cubicBezTo>
                    <a:pt x="1075" y="1512"/>
                    <a:pt x="2587" y="2712"/>
                    <a:pt x="4277" y="3503"/>
                  </a:cubicBezTo>
                  <a:cubicBezTo>
                    <a:pt x="5744" y="4190"/>
                    <a:pt x="7361" y="4583"/>
                    <a:pt x="8974" y="4583"/>
                  </a:cubicBezTo>
                  <a:cubicBezTo>
                    <a:pt x="9215" y="4583"/>
                    <a:pt x="9456" y="4575"/>
                    <a:pt x="9697" y="4557"/>
                  </a:cubicBezTo>
                  <a:cubicBezTo>
                    <a:pt x="7869" y="4423"/>
                    <a:pt x="6085" y="3957"/>
                    <a:pt x="4427" y="3178"/>
                  </a:cubicBezTo>
                  <a:cubicBezTo>
                    <a:pt x="2777" y="2408"/>
                    <a:pt x="1285" y="1322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4" name="Google Shape;5582;p73"/>
            <p:cNvSpPr/>
            <p:nvPr/>
          </p:nvSpPr>
          <p:spPr>
            <a:xfrm>
              <a:off x="3722545" y="2078607"/>
              <a:ext cx="199011" cy="104040"/>
            </a:xfrm>
            <a:custGeom>
              <a:avLst/>
              <a:gdLst/>
              <a:ahLst/>
              <a:cxnLst/>
              <a:rect l="l" t="t" r="r" b="b"/>
              <a:pathLst>
                <a:path w="11477" h="6000" extrusionOk="0">
                  <a:moveTo>
                    <a:pt x="9088" y="1"/>
                  </a:moveTo>
                  <a:cubicBezTo>
                    <a:pt x="3214" y="1"/>
                    <a:pt x="127" y="5411"/>
                    <a:pt x="98" y="5473"/>
                  </a:cubicBezTo>
                  <a:cubicBezTo>
                    <a:pt x="0" y="5643"/>
                    <a:pt x="61" y="5858"/>
                    <a:pt x="231" y="5959"/>
                  </a:cubicBezTo>
                  <a:cubicBezTo>
                    <a:pt x="284" y="5983"/>
                    <a:pt x="345" y="6000"/>
                    <a:pt x="406" y="6000"/>
                  </a:cubicBezTo>
                  <a:cubicBezTo>
                    <a:pt x="535" y="6000"/>
                    <a:pt x="653" y="5927"/>
                    <a:pt x="714" y="5817"/>
                  </a:cubicBezTo>
                  <a:cubicBezTo>
                    <a:pt x="747" y="5762"/>
                    <a:pt x="3628" y="713"/>
                    <a:pt x="9093" y="713"/>
                  </a:cubicBezTo>
                  <a:cubicBezTo>
                    <a:pt x="9698" y="713"/>
                    <a:pt x="10335" y="775"/>
                    <a:pt x="11002" y="912"/>
                  </a:cubicBezTo>
                  <a:cubicBezTo>
                    <a:pt x="11031" y="919"/>
                    <a:pt x="11059" y="923"/>
                    <a:pt x="11087" y="923"/>
                  </a:cubicBezTo>
                  <a:cubicBezTo>
                    <a:pt x="11251" y="923"/>
                    <a:pt x="11401" y="806"/>
                    <a:pt x="11436" y="636"/>
                  </a:cubicBezTo>
                  <a:cubicBezTo>
                    <a:pt x="11477" y="438"/>
                    <a:pt x="11343" y="247"/>
                    <a:pt x="11144" y="215"/>
                  </a:cubicBezTo>
                  <a:cubicBezTo>
                    <a:pt x="10425" y="67"/>
                    <a:pt x="9739" y="1"/>
                    <a:pt x="908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5" name="Google Shape;5583;p73"/>
            <p:cNvSpPr/>
            <p:nvPr/>
          </p:nvSpPr>
          <p:spPr>
            <a:xfrm>
              <a:off x="3774721" y="2089653"/>
              <a:ext cx="71909" cy="137576"/>
            </a:xfrm>
            <a:custGeom>
              <a:avLst/>
              <a:gdLst/>
              <a:ahLst/>
              <a:cxnLst/>
              <a:rect l="l" t="t" r="r" b="b"/>
              <a:pathLst>
                <a:path w="4147" h="7934" extrusionOk="0">
                  <a:moveTo>
                    <a:pt x="2733" y="1"/>
                  </a:moveTo>
                  <a:cubicBezTo>
                    <a:pt x="2623" y="1"/>
                    <a:pt x="2514" y="51"/>
                    <a:pt x="2444" y="145"/>
                  </a:cubicBezTo>
                  <a:cubicBezTo>
                    <a:pt x="2326" y="303"/>
                    <a:pt x="2359" y="526"/>
                    <a:pt x="2521" y="644"/>
                  </a:cubicBezTo>
                  <a:cubicBezTo>
                    <a:pt x="3056" y="1110"/>
                    <a:pt x="3376" y="1779"/>
                    <a:pt x="3392" y="2493"/>
                  </a:cubicBezTo>
                  <a:cubicBezTo>
                    <a:pt x="3425" y="3907"/>
                    <a:pt x="2346" y="5573"/>
                    <a:pt x="259" y="7304"/>
                  </a:cubicBezTo>
                  <a:cubicBezTo>
                    <a:pt x="0" y="7518"/>
                    <a:pt x="152" y="7933"/>
                    <a:pt x="481" y="7933"/>
                  </a:cubicBezTo>
                  <a:cubicBezTo>
                    <a:pt x="482" y="7933"/>
                    <a:pt x="484" y="7933"/>
                    <a:pt x="486" y="7933"/>
                  </a:cubicBezTo>
                  <a:cubicBezTo>
                    <a:pt x="491" y="7933"/>
                    <a:pt x="496" y="7933"/>
                    <a:pt x="502" y="7933"/>
                  </a:cubicBezTo>
                  <a:cubicBezTo>
                    <a:pt x="581" y="7933"/>
                    <a:pt x="656" y="7905"/>
                    <a:pt x="717" y="7852"/>
                  </a:cubicBezTo>
                  <a:cubicBezTo>
                    <a:pt x="3007" y="5946"/>
                    <a:pt x="4146" y="4138"/>
                    <a:pt x="4102" y="2472"/>
                  </a:cubicBezTo>
                  <a:cubicBezTo>
                    <a:pt x="4061" y="920"/>
                    <a:pt x="2991" y="105"/>
                    <a:pt x="2946" y="68"/>
                  </a:cubicBezTo>
                  <a:cubicBezTo>
                    <a:pt x="2881" y="23"/>
                    <a:pt x="2807" y="1"/>
                    <a:pt x="273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6" name="Google Shape;5584;p73"/>
            <p:cNvSpPr/>
            <p:nvPr/>
          </p:nvSpPr>
          <p:spPr>
            <a:xfrm>
              <a:off x="3189444" y="1912369"/>
              <a:ext cx="384029" cy="336934"/>
            </a:xfrm>
            <a:custGeom>
              <a:avLst/>
              <a:gdLst/>
              <a:ahLst/>
              <a:cxnLst/>
              <a:rect l="l" t="t" r="r" b="b"/>
              <a:pathLst>
                <a:path w="22147" h="19431" extrusionOk="0">
                  <a:moveTo>
                    <a:pt x="11161" y="0"/>
                  </a:moveTo>
                  <a:cubicBezTo>
                    <a:pt x="7351" y="0"/>
                    <a:pt x="4558" y="2100"/>
                    <a:pt x="3004" y="4921"/>
                  </a:cubicBezTo>
                  <a:cubicBezTo>
                    <a:pt x="0" y="10386"/>
                    <a:pt x="1658" y="18550"/>
                    <a:pt x="9612" y="19365"/>
                  </a:cubicBezTo>
                  <a:cubicBezTo>
                    <a:pt x="10045" y="19409"/>
                    <a:pt x="10466" y="19431"/>
                    <a:pt x="10874" y="19431"/>
                  </a:cubicBezTo>
                  <a:cubicBezTo>
                    <a:pt x="14557" y="19431"/>
                    <a:pt x="17202" y="17679"/>
                    <a:pt x="18753" y="15230"/>
                  </a:cubicBezTo>
                  <a:cubicBezTo>
                    <a:pt x="22146" y="9875"/>
                    <a:pt x="20310" y="1163"/>
                    <a:pt x="12693" y="109"/>
                  </a:cubicBezTo>
                  <a:cubicBezTo>
                    <a:pt x="12165" y="36"/>
                    <a:pt x="11655" y="0"/>
                    <a:pt x="111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7" name="Google Shape;5585;p73"/>
            <p:cNvSpPr/>
            <p:nvPr/>
          </p:nvSpPr>
          <p:spPr>
            <a:xfrm>
              <a:off x="3241516" y="1912386"/>
              <a:ext cx="331957" cy="264071"/>
            </a:xfrm>
            <a:custGeom>
              <a:avLst/>
              <a:gdLst/>
              <a:ahLst/>
              <a:cxnLst/>
              <a:rect l="l" t="t" r="r" b="b"/>
              <a:pathLst>
                <a:path w="19144" h="15229" extrusionOk="0">
                  <a:moveTo>
                    <a:pt x="8165" y="1"/>
                  </a:moveTo>
                  <a:cubicBezTo>
                    <a:pt x="4354" y="1"/>
                    <a:pt x="1556" y="2098"/>
                    <a:pt x="1" y="4924"/>
                  </a:cubicBezTo>
                  <a:cubicBezTo>
                    <a:pt x="17" y="4952"/>
                    <a:pt x="33" y="4985"/>
                    <a:pt x="54" y="5013"/>
                  </a:cubicBezTo>
                  <a:cubicBezTo>
                    <a:pt x="54" y="5013"/>
                    <a:pt x="2222" y="1507"/>
                    <a:pt x="7533" y="1223"/>
                  </a:cubicBezTo>
                  <a:cubicBezTo>
                    <a:pt x="7689" y="1214"/>
                    <a:pt x="7846" y="1210"/>
                    <a:pt x="8004" y="1210"/>
                  </a:cubicBezTo>
                  <a:cubicBezTo>
                    <a:pt x="13301" y="1210"/>
                    <a:pt x="19018" y="6040"/>
                    <a:pt x="15750" y="15229"/>
                  </a:cubicBezTo>
                  <a:cubicBezTo>
                    <a:pt x="19143" y="9874"/>
                    <a:pt x="17307" y="1162"/>
                    <a:pt x="9690" y="108"/>
                  </a:cubicBezTo>
                  <a:cubicBezTo>
                    <a:pt x="9165" y="35"/>
                    <a:pt x="8657" y="1"/>
                    <a:pt x="816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8" name="Google Shape;5586;p73"/>
            <p:cNvSpPr/>
            <p:nvPr/>
          </p:nvSpPr>
          <p:spPr>
            <a:xfrm>
              <a:off x="2781104" y="1926830"/>
              <a:ext cx="300797" cy="269273"/>
            </a:xfrm>
            <a:custGeom>
              <a:avLst/>
              <a:gdLst/>
              <a:ahLst/>
              <a:cxnLst/>
              <a:rect l="l" t="t" r="r" b="b"/>
              <a:pathLst>
                <a:path w="17347" h="15529" extrusionOk="0">
                  <a:moveTo>
                    <a:pt x="9038" y="1"/>
                  </a:moveTo>
                  <a:cubicBezTo>
                    <a:pt x="8633" y="1"/>
                    <a:pt x="8215" y="28"/>
                    <a:pt x="7784" y="86"/>
                  </a:cubicBezTo>
                  <a:cubicBezTo>
                    <a:pt x="1512" y="925"/>
                    <a:pt x="0" y="7894"/>
                    <a:pt x="2794" y="12174"/>
                  </a:cubicBezTo>
                  <a:cubicBezTo>
                    <a:pt x="4069" y="14131"/>
                    <a:pt x="6246" y="15528"/>
                    <a:pt x="9276" y="15528"/>
                  </a:cubicBezTo>
                  <a:cubicBezTo>
                    <a:pt x="9616" y="15528"/>
                    <a:pt x="9968" y="15511"/>
                    <a:pt x="10330" y="15474"/>
                  </a:cubicBezTo>
                  <a:cubicBezTo>
                    <a:pt x="10532" y="15454"/>
                    <a:pt x="10731" y="15430"/>
                    <a:pt x="10917" y="15397"/>
                  </a:cubicBezTo>
                  <a:cubicBezTo>
                    <a:pt x="13390" y="15004"/>
                    <a:pt x="15048" y="13727"/>
                    <a:pt x="15985" y="12065"/>
                  </a:cubicBezTo>
                  <a:cubicBezTo>
                    <a:pt x="17347" y="9653"/>
                    <a:pt x="17217" y="6487"/>
                    <a:pt x="15770" y="3937"/>
                  </a:cubicBezTo>
                  <a:cubicBezTo>
                    <a:pt x="14491" y="1678"/>
                    <a:pt x="12184" y="1"/>
                    <a:pt x="90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9" name="Google Shape;5587;p73"/>
            <p:cNvSpPr/>
            <p:nvPr/>
          </p:nvSpPr>
          <p:spPr>
            <a:xfrm>
              <a:off x="2781035" y="1926830"/>
              <a:ext cx="273521" cy="211184"/>
            </a:xfrm>
            <a:custGeom>
              <a:avLst/>
              <a:gdLst/>
              <a:ahLst/>
              <a:cxnLst/>
              <a:rect l="l" t="t" r="r" b="b"/>
              <a:pathLst>
                <a:path w="15774" h="12179" extrusionOk="0">
                  <a:moveTo>
                    <a:pt x="9042" y="1"/>
                  </a:moveTo>
                  <a:cubicBezTo>
                    <a:pt x="8637" y="1"/>
                    <a:pt x="8219" y="28"/>
                    <a:pt x="7788" y="86"/>
                  </a:cubicBezTo>
                  <a:cubicBezTo>
                    <a:pt x="1516" y="933"/>
                    <a:pt x="0" y="7894"/>
                    <a:pt x="2798" y="12178"/>
                  </a:cubicBezTo>
                  <a:lnTo>
                    <a:pt x="2798" y="12178"/>
                  </a:lnTo>
                  <a:cubicBezTo>
                    <a:pt x="98" y="4810"/>
                    <a:pt x="4791" y="685"/>
                    <a:pt x="9167" y="685"/>
                  </a:cubicBezTo>
                  <a:cubicBezTo>
                    <a:pt x="9286" y="685"/>
                    <a:pt x="9404" y="688"/>
                    <a:pt x="9523" y="694"/>
                  </a:cubicBezTo>
                  <a:cubicBezTo>
                    <a:pt x="13901" y="921"/>
                    <a:pt x="15733" y="4010"/>
                    <a:pt x="15733" y="4010"/>
                  </a:cubicBezTo>
                  <a:cubicBezTo>
                    <a:pt x="15749" y="3986"/>
                    <a:pt x="15762" y="3961"/>
                    <a:pt x="15774" y="3937"/>
                  </a:cubicBezTo>
                  <a:cubicBezTo>
                    <a:pt x="14495" y="1678"/>
                    <a:pt x="12188" y="1"/>
                    <a:pt x="904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0" name="Google Shape;5588;p73"/>
            <p:cNvSpPr/>
            <p:nvPr/>
          </p:nvSpPr>
          <p:spPr>
            <a:xfrm>
              <a:off x="3241672" y="2031893"/>
              <a:ext cx="238408" cy="216264"/>
            </a:xfrm>
            <a:custGeom>
              <a:avLst/>
              <a:gdLst/>
              <a:ahLst/>
              <a:cxnLst/>
              <a:rect l="l" t="t" r="r" b="b"/>
              <a:pathLst>
                <a:path w="13749" h="12472" extrusionOk="0">
                  <a:moveTo>
                    <a:pt x="7009" y="0"/>
                  </a:moveTo>
                  <a:cubicBezTo>
                    <a:pt x="1" y="0"/>
                    <a:pt x="222" y="12448"/>
                    <a:pt x="6600" y="12472"/>
                  </a:cubicBezTo>
                  <a:cubicBezTo>
                    <a:pt x="6607" y="12472"/>
                    <a:pt x="6614" y="12472"/>
                    <a:pt x="6621" y="12472"/>
                  </a:cubicBezTo>
                  <a:cubicBezTo>
                    <a:pt x="13633" y="12472"/>
                    <a:pt x="13748" y="290"/>
                    <a:pt x="7277" y="6"/>
                  </a:cubicBezTo>
                  <a:cubicBezTo>
                    <a:pt x="7186" y="2"/>
                    <a:pt x="7097" y="0"/>
                    <a:pt x="700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1" name="Google Shape;5589;p73"/>
            <p:cNvSpPr/>
            <p:nvPr/>
          </p:nvSpPr>
          <p:spPr>
            <a:xfrm>
              <a:off x="2898531" y="2023275"/>
              <a:ext cx="172412" cy="170556"/>
            </a:xfrm>
            <a:custGeom>
              <a:avLst/>
              <a:gdLst/>
              <a:ahLst/>
              <a:cxnLst/>
              <a:rect l="l" t="t" r="r" b="b"/>
              <a:pathLst>
                <a:path w="9943" h="9836" extrusionOk="0">
                  <a:moveTo>
                    <a:pt x="5423" y="0"/>
                  </a:moveTo>
                  <a:cubicBezTo>
                    <a:pt x="195" y="0"/>
                    <a:pt x="0" y="8671"/>
                    <a:pt x="4145" y="9835"/>
                  </a:cubicBezTo>
                  <a:cubicBezTo>
                    <a:pt x="6618" y="9442"/>
                    <a:pt x="8276" y="8165"/>
                    <a:pt x="9213" y="6503"/>
                  </a:cubicBezTo>
                  <a:cubicBezTo>
                    <a:pt x="9942" y="3681"/>
                    <a:pt x="8730" y="143"/>
                    <a:pt x="5633" y="5"/>
                  </a:cubicBezTo>
                  <a:cubicBezTo>
                    <a:pt x="5562" y="2"/>
                    <a:pt x="5492" y="0"/>
                    <a:pt x="54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2" name="Google Shape;5590;p73"/>
            <p:cNvSpPr/>
            <p:nvPr/>
          </p:nvSpPr>
          <p:spPr>
            <a:xfrm>
              <a:off x="3266052" y="1778816"/>
              <a:ext cx="312120" cy="111618"/>
            </a:xfrm>
            <a:custGeom>
              <a:avLst/>
              <a:gdLst/>
              <a:ahLst/>
              <a:cxnLst/>
              <a:rect l="l" t="t" r="r" b="b"/>
              <a:pathLst>
                <a:path w="18000" h="6437" extrusionOk="0">
                  <a:moveTo>
                    <a:pt x="5136" y="1"/>
                  </a:moveTo>
                  <a:cubicBezTo>
                    <a:pt x="3065" y="1"/>
                    <a:pt x="1416" y="303"/>
                    <a:pt x="872" y="835"/>
                  </a:cubicBezTo>
                  <a:cubicBezTo>
                    <a:pt x="1" y="1682"/>
                    <a:pt x="349" y="4057"/>
                    <a:pt x="1683" y="4592"/>
                  </a:cubicBezTo>
                  <a:cubicBezTo>
                    <a:pt x="1924" y="4690"/>
                    <a:pt x="2192" y="4728"/>
                    <a:pt x="2495" y="4728"/>
                  </a:cubicBezTo>
                  <a:cubicBezTo>
                    <a:pt x="3527" y="4728"/>
                    <a:pt x="4956" y="4288"/>
                    <a:pt x="7065" y="4288"/>
                  </a:cubicBezTo>
                  <a:cubicBezTo>
                    <a:pt x="7754" y="4288"/>
                    <a:pt x="8514" y="4335"/>
                    <a:pt x="9357" y="4459"/>
                  </a:cubicBezTo>
                  <a:cubicBezTo>
                    <a:pt x="12984" y="4990"/>
                    <a:pt x="15649" y="6437"/>
                    <a:pt x="16802" y="6437"/>
                  </a:cubicBezTo>
                  <a:cubicBezTo>
                    <a:pt x="16977" y="6437"/>
                    <a:pt x="17118" y="6403"/>
                    <a:pt x="17221" y="6327"/>
                  </a:cubicBezTo>
                  <a:cubicBezTo>
                    <a:pt x="18000" y="5756"/>
                    <a:pt x="15336" y="1828"/>
                    <a:pt x="11051" y="737"/>
                  </a:cubicBezTo>
                  <a:cubicBezTo>
                    <a:pt x="9060" y="230"/>
                    <a:pt x="6938" y="1"/>
                    <a:pt x="5136" y="1"/>
                  </a:cubicBezTo>
                  <a:close/>
                </a:path>
              </a:pathLst>
            </a:custGeom>
            <a:solidFill>
              <a:srgbClr val="8C53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3" name="Google Shape;5591;p73"/>
            <p:cNvSpPr/>
            <p:nvPr/>
          </p:nvSpPr>
          <p:spPr>
            <a:xfrm>
              <a:off x="3264647" y="1772625"/>
              <a:ext cx="309727" cy="123998"/>
            </a:xfrm>
            <a:custGeom>
              <a:avLst/>
              <a:gdLst/>
              <a:ahLst/>
              <a:cxnLst/>
              <a:rect l="l" t="t" r="r" b="b"/>
              <a:pathLst>
                <a:path w="17862" h="7151" extrusionOk="0">
                  <a:moveTo>
                    <a:pt x="5256" y="716"/>
                  </a:moveTo>
                  <a:cubicBezTo>
                    <a:pt x="6969" y="716"/>
                    <a:pt x="9023" y="924"/>
                    <a:pt x="11047" y="1439"/>
                  </a:cubicBezTo>
                  <a:cubicBezTo>
                    <a:pt x="14173" y="2233"/>
                    <a:pt x="16297" y="4524"/>
                    <a:pt x="16905" y="5780"/>
                  </a:cubicBezTo>
                  <a:cubicBezTo>
                    <a:pt x="17092" y="6178"/>
                    <a:pt x="17088" y="6372"/>
                    <a:pt x="17088" y="6393"/>
                  </a:cubicBezTo>
                  <a:cubicBezTo>
                    <a:pt x="17043" y="6426"/>
                    <a:pt x="16971" y="6441"/>
                    <a:pt x="16877" y="6441"/>
                  </a:cubicBezTo>
                  <a:cubicBezTo>
                    <a:pt x="16455" y="6441"/>
                    <a:pt x="15585" y="6140"/>
                    <a:pt x="14736" y="5845"/>
                  </a:cubicBezTo>
                  <a:cubicBezTo>
                    <a:pt x="13411" y="5391"/>
                    <a:pt x="11595" y="4767"/>
                    <a:pt x="9487" y="4459"/>
                  </a:cubicBezTo>
                  <a:cubicBezTo>
                    <a:pt x="8716" y="4349"/>
                    <a:pt x="7938" y="4293"/>
                    <a:pt x="7160" y="4293"/>
                  </a:cubicBezTo>
                  <a:cubicBezTo>
                    <a:pt x="5883" y="4293"/>
                    <a:pt x="4857" y="4451"/>
                    <a:pt x="4018" y="4576"/>
                  </a:cubicBezTo>
                  <a:cubicBezTo>
                    <a:pt x="3454" y="4661"/>
                    <a:pt x="2978" y="4729"/>
                    <a:pt x="2585" y="4729"/>
                  </a:cubicBezTo>
                  <a:cubicBezTo>
                    <a:pt x="2319" y="4729"/>
                    <a:pt x="2091" y="4698"/>
                    <a:pt x="1898" y="4621"/>
                  </a:cubicBezTo>
                  <a:cubicBezTo>
                    <a:pt x="1415" y="4427"/>
                    <a:pt x="1018" y="3839"/>
                    <a:pt x="884" y="3141"/>
                  </a:cubicBezTo>
                  <a:cubicBezTo>
                    <a:pt x="747" y="2440"/>
                    <a:pt x="872" y="1759"/>
                    <a:pt x="1201" y="1443"/>
                  </a:cubicBezTo>
                  <a:cubicBezTo>
                    <a:pt x="1640" y="1014"/>
                    <a:pt x="3204" y="716"/>
                    <a:pt x="5256" y="716"/>
                  </a:cubicBezTo>
                  <a:close/>
                  <a:moveTo>
                    <a:pt x="5196" y="0"/>
                  </a:moveTo>
                  <a:cubicBezTo>
                    <a:pt x="3078" y="0"/>
                    <a:pt x="1342" y="315"/>
                    <a:pt x="706" y="932"/>
                  </a:cubicBezTo>
                  <a:cubicBezTo>
                    <a:pt x="199" y="1423"/>
                    <a:pt x="1" y="2314"/>
                    <a:pt x="187" y="3279"/>
                  </a:cubicBezTo>
                  <a:cubicBezTo>
                    <a:pt x="378" y="4240"/>
                    <a:pt x="953" y="5006"/>
                    <a:pt x="1626" y="5282"/>
                  </a:cubicBezTo>
                  <a:cubicBezTo>
                    <a:pt x="1917" y="5398"/>
                    <a:pt x="2230" y="5442"/>
                    <a:pt x="2574" y="5442"/>
                  </a:cubicBezTo>
                  <a:cubicBezTo>
                    <a:pt x="3032" y="5442"/>
                    <a:pt x="3544" y="5364"/>
                    <a:pt x="4127" y="5274"/>
                  </a:cubicBezTo>
                  <a:cubicBezTo>
                    <a:pt x="4934" y="5153"/>
                    <a:pt x="5933" y="5001"/>
                    <a:pt x="7165" y="5001"/>
                  </a:cubicBezTo>
                  <a:cubicBezTo>
                    <a:pt x="7833" y="5001"/>
                    <a:pt x="8570" y="5046"/>
                    <a:pt x="9381" y="5164"/>
                  </a:cubicBezTo>
                  <a:cubicBezTo>
                    <a:pt x="11428" y="5464"/>
                    <a:pt x="13135" y="6052"/>
                    <a:pt x="14505" y="6522"/>
                  </a:cubicBezTo>
                  <a:cubicBezTo>
                    <a:pt x="15563" y="6887"/>
                    <a:pt x="16329" y="7151"/>
                    <a:pt x="16881" y="7151"/>
                  </a:cubicBezTo>
                  <a:cubicBezTo>
                    <a:pt x="17132" y="7151"/>
                    <a:pt x="17367" y="7070"/>
                    <a:pt x="17509" y="6968"/>
                  </a:cubicBezTo>
                  <a:cubicBezTo>
                    <a:pt x="17651" y="6867"/>
                    <a:pt x="17862" y="6620"/>
                    <a:pt x="17760" y="6093"/>
                  </a:cubicBezTo>
                  <a:cubicBezTo>
                    <a:pt x="17497" y="4743"/>
                    <a:pt x="15020" y="1719"/>
                    <a:pt x="11226" y="750"/>
                  </a:cubicBezTo>
                  <a:cubicBezTo>
                    <a:pt x="9248" y="247"/>
                    <a:pt x="7072" y="0"/>
                    <a:pt x="519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4" name="Google Shape;5592;p73"/>
            <p:cNvSpPr/>
            <p:nvPr/>
          </p:nvSpPr>
          <p:spPr>
            <a:xfrm>
              <a:off x="2773995" y="1783931"/>
              <a:ext cx="297936" cy="116005"/>
            </a:xfrm>
            <a:custGeom>
              <a:avLst/>
              <a:gdLst/>
              <a:ahLst/>
              <a:cxnLst/>
              <a:rect l="l" t="t" r="r" b="b"/>
              <a:pathLst>
                <a:path w="17182" h="6690" extrusionOk="0">
                  <a:moveTo>
                    <a:pt x="12682" y="1"/>
                  </a:moveTo>
                  <a:cubicBezTo>
                    <a:pt x="10865" y="1"/>
                    <a:pt x="8647" y="275"/>
                    <a:pt x="6580" y="872"/>
                  </a:cubicBezTo>
                  <a:cubicBezTo>
                    <a:pt x="2494" y="2056"/>
                    <a:pt x="1" y="6032"/>
                    <a:pt x="755" y="6588"/>
                  </a:cubicBezTo>
                  <a:cubicBezTo>
                    <a:pt x="850" y="6658"/>
                    <a:pt x="976" y="6689"/>
                    <a:pt x="1133" y="6689"/>
                  </a:cubicBezTo>
                  <a:cubicBezTo>
                    <a:pt x="2222" y="6689"/>
                    <a:pt x="4763" y="5159"/>
                    <a:pt x="8263" y="4549"/>
                  </a:cubicBezTo>
                  <a:cubicBezTo>
                    <a:pt x="9197" y="4385"/>
                    <a:pt x="10027" y="4327"/>
                    <a:pt x="10766" y="4327"/>
                  </a:cubicBezTo>
                  <a:cubicBezTo>
                    <a:pt x="12564" y="4327"/>
                    <a:pt x="13828" y="4670"/>
                    <a:pt x="14756" y="4670"/>
                  </a:cubicBezTo>
                  <a:cubicBezTo>
                    <a:pt x="15079" y="4670"/>
                    <a:pt x="15362" y="4629"/>
                    <a:pt x="15612" y="4516"/>
                  </a:cubicBezTo>
                  <a:cubicBezTo>
                    <a:pt x="16881" y="3949"/>
                    <a:pt x="17181" y="1569"/>
                    <a:pt x="16334" y="738"/>
                  </a:cubicBezTo>
                  <a:cubicBezTo>
                    <a:pt x="15843" y="262"/>
                    <a:pt x="14454" y="1"/>
                    <a:pt x="12682" y="1"/>
                  </a:cubicBezTo>
                  <a:close/>
                </a:path>
              </a:pathLst>
            </a:custGeom>
            <a:solidFill>
              <a:srgbClr val="8C53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5" name="Google Shape;5593;p73"/>
            <p:cNvSpPr/>
            <p:nvPr/>
          </p:nvSpPr>
          <p:spPr>
            <a:xfrm>
              <a:off x="2777445" y="1777706"/>
              <a:ext cx="296237" cy="128403"/>
            </a:xfrm>
            <a:custGeom>
              <a:avLst/>
              <a:gdLst/>
              <a:ahLst/>
              <a:cxnLst/>
              <a:rect l="l" t="t" r="r" b="b"/>
              <a:pathLst>
                <a:path w="17084" h="7405" extrusionOk="0">
                  <a:moveTo>
                    <a:pt x="12442" y="716"/>
                  </a:moveTo>
                  <a:cubicBezTo>
                    <a:pt x="14185" y="716"/>
                    <a:pt x="15490" y="967"/>
                    <a:pt x="15888" y="1353"/>
                  </a:cubicBezTo>
                  <a:cubicBezTo>
                    <a:pt x="16204" y="1661"/>
                    <a:pt x="16338" y="2342"/>
                    <a:pt x="16212" y="3063"/>
                  </a:cubicBezTo>
                  <a:cubicBezTo>
                    <a:pt x="16082" y="3781"/>
                    <a:pt x="15729" y="4344"/>
                    <a:pt x="15267" y="4551"/>
                  </a:cubicBezTo>
                  <a:cubicBezTo>
                    <a:pt x="15066" y="4641"/>
                    <a:pt x="14828" y="4676"/>
                    <a:pt x="14549" y="4676"/>
                  </a:cubicBezTo>
                  <a:cubicBezTo>
                    <a:pt x="14187" y="4676"/>
                    <a:pt x="13757" y="4618"/>
                    <a:pt x="13244" y="4547"/>
                  </a:cubicBezTo>
                  <a:cubicBezTo>
                    <a:pt x="12515" y="4451"/>
                    <a:pt x="11626" y="4330"/>
                    <a:pt x="10546" y="4330"/>
                  </a:cubicBezTo>
                  <a:cubicBezTo>
                    <a:pt x="9795" y="4330"/>
                    <a:pt x="8951" y="4389"/>
                    <a:pt x="8003" y="4555"/>
                  </a:cubicBezTo>
                  <a:cubicBezTo>
                    <a:pt x="5980" y="4912"/>
                    <a:pt x="4253" y="5577"/>
                    <a:pt x="2988" y="6063"/>
                  </a:cubicBezTo>
                  <a:cubicBezTo>
                    <a:pt x="2183" y="6370"/>
                    <a:pt x="1288" y="6712"/>
                    <a:pt x="922" y="6712"/>
                  </a:cubicBezTo>
                  <a:cubicBezTo>
                    <a:pt x="862" y="6712"/>
                    <a:pt x="816" y="6703"/>
                    <a:pt x="787" y="6683"/>
                  </a:cubicBezTo>
                  <a:cubicBezTo>
                    <a:pt x="771" y="6643"/>
                    <a:pt x="759" y="6432"/>
                    <a:pt x="953" y="6002"/>
                  </a:cubicBezTo>
                  <a:cubicBezTo>
                    <a:pt x="1529" y="4746"/>
                    <a:pt x="3536" y="2423"/>
                    <a:pt x="6475" y="1572"/>
                  </a:cubicBezTo>
                  <a:cubicBezTo>
                    <a:pt x="8416" y="1016"/>
                    <a:pt x="10423" y="728"/>
                    <a:pt x="12442" y="716"/>
                  </a:cubicBezTo>
                  <a:close/>
                  <a:moveTo>
                    <a:pt x="12479" y="0"/>
                  </a:moveTo>
                  <a:cubicBezTo>
                    <a:pt x="10586" y="0"/>
                    <a:pt x="8319" y="296"/>
                    <a:pt x="6280" y="886"/>
                  </a:cubicBezTo>
                  <a:cubicBezTo>
                    <a:pt x="2676" y="1932"/>
                    <a:pt x="333" y="5001"/>
                    <a:pt x="90" y="6355"/>
                  </a:cubicBezTo>
                  <a:cubicBezTo>
                    <a:pt x="1" y="6862"/>
                    <a:pt x="183" y="7121"/>
                    <a:pt x="345" y="7239"/>
                  </a:cubicBezTo>
                  <a:cubicBezTo>
                    <a:pt x="507" y="7352"/>
                    <a:pt x="698" y="7405"/>
                    <a:pt x="933" y="7405"/>
                  </a:cubicBezTo>
                  <a:cubicBezTo>
                    <a:pt x="1468" y="7405"/>
                    <a:pt x="2214" y="7121"/>
                    <a:pt x="3244" y="6724"/>
                  </a:cubicBezTo>
                  <a:cubicBezTo>
                    <a:pt x="4549" y="6225"/>
                    <a:pt x="6171" y="5601"/>
                    <a:pt x="8129" y="5256"/>
                  </a:cubicBezTo>
                  <a:cubicBezTo>
                    <a:pt x="9028" y="5099"/>
                    <a:pt x="9833" y="5043"/>
                    <a:pt x="10552" y="5043"/>
                  </a:cubicBezTo>
                  <a:cubicBezTo>
                    <a:pt x="11589" y="5043"/>
                    <a:pt x="12447" y="5159"/>
                    <a:pt x="13151" y="5252"/>
                  </a:cubicBezTo>
                  <a:cubicBezTo>
                    <a:pt x="13677" y="5324"/>
                    <a:pt x="14136" y="5389"/>
                    <a:pt x="14553" y="5389"/>
                  </a:cubicBezTo>
                  <a:cubicBezTo>
                    <a:pt x="14916" y="5389"/>
                    <a:pt x="15248" y="5339"/>
                    <a:pt x="15563" y="5200"/>
                  </a:cubicBezTo>
                  <a:cubicBezTo>
                    <a:pt x="16236" y="4900"/>
                    <a:pt x="16739" y="4150"/>
                    <a:pt x="16909" y="3189"/>
                  </a:cubicBezTo>
                  <a:cubicBezTo>
                    <a:pt x="17083" y="2224"/>
                    <a:pt x="16881" y="1328"/>
                    <a:pt x="16382" y="842"/>
                  </a:cubicBezTo>
                  <a:cubicBezTo>
                    <a:pt x="15805" y="280"/>
                    <a:pt x="14319" y="0"/>
                    <a:pt x="1247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6" name="Google Shape;5594;p73"/>
            <p:cNvSpPr/>
            <p:nvPr/>
          </p:nvSpPr>
          <p:spPr>
            <a:xfrm>
              <a:off x="2995357" y="1989462"/>
              <a:ext cx="144616" cy="271007"/>
            </a:xfrm>
            <a:custGeom>
              <a:avLst/>
              <a:gdLst/>
              <a:ahLst/>
              <a:cxnLst/>
              <a:rect l="l" t="t" r="r" b="b"/>
              <a:pathLst>
                <a:path w="8340" h="15629" extrusionOk="0">
                  <a:moveTo>
                    <a:pt x="8339" y="1"/>
                  </a:moveTo>
                  <a:cubicBezTo>
                    <a:pt x="8027" y="1602"/>
                    <a:pt x="7658" y="3187"/>
                    <a:pt x="7192" y="4727"/>
                  </a:cubicBezTo>
                  <a:cubicBezTo>
                    <a:pt x="6949" y="5498"/>
                    <a:pt x="6689" y="6260"/>
                    <a:pt x="6365" y="6985"/>
                  </a:cubicBezTo>
                  <a:cubicBezTo>
                    <a:pt x="6041" y="7707"/>
                    <a:pt x="5660" y="8384"/>
                    <a:pt x="5129" y="8952"/>
                  </a:cubicBezTo>
                  <a:cubicBezTo>
                    <a:pt x="4091" y="10115"/>
                    <a:pt x="2672" y="10865"/>
                    <a:pt x="1229" y="11651"/>
                  </a:cubicBezTo>
                  <a:cubicBezTo>
                    <a:pt x="1046" y="11757"/>
                    <a:pt x="872" y="11862"/>
                    <a:pt x="690" y="11992"/>
                  </a:cubicBezTo>
                  <a:cubicBezTo>
                    <a:pt x="596" y="12057"/>
                    <a:pt x="507" y="12130"/>
                    <a:pt x="418" y="12207"/>
                  </a:cubicBezTo>
                  <a:cubicBezTo>
                    <a:pt x="333" y="12304"/>
                    <a:pt x="256" y="12409"/>
                    <a:pt x="203" y="12527"/>
                  </a:cubicBezTo>
                  <a:cubicBezTo>
                    <a:pt x="0" y="12977"/>
                    <a:pt x="41" y="13463"/>
                    <a:pt x="183" y="13877"/>
                  </a:cubicBezTo>
                  <a:cubicBezTo>
                    <a:pt x="491" y="14704"/>
                    <a:pt x="1172" y="15300"/>
                    <a:pt x="1910" y="15628"/>
                  </a:cubicBezTo>
                  <a:cubicBezTo>
                    <a:pt x="1245" y="15162"/>
                    <a:pt x="690" y="14517"/>
                    <a:pt x="515" y="13780"/>
                  </a:cubicBezTo>
                  <a:cubicBezTo>
                    <a:pt x="430" y="13415"/>
                    <a:pt x="491" y="12981"/>
                    <a:pt x="617" y="12738"/>
                  </a:cubicBezTo>
                  <a:cubicBezTo>
                    <a:pt x="746" y="12495"/>
                    <a:pt x="1144" y="12320"/>
                    <a:pt x="1488" y="12142"/>
                  </a:cubicBezTo>
                  <a:cubicBezTo>
                    <a:pt x="2218" y="11801"/>
                    <a:pt x="2968" y="11449"/>
                    <a:pt x="3685" y="11011"/>
                  </a:cubicBezTo>
                  <a:cubicBezTo>
                    <a:pt x="4399" y="10577"/>
                    <a:pt x="5076" y="10054"/>
                    <a:pt x="5656" y="9422"/>
                  </a:cubicBezTo>
                  <a:cubicBezTo>
                    <a:pt x="6231" y="8789"/>
                    <a:pt x="6669" y="8019"/>
                    <a:pt x="6977" y="7249"/>
                  </a:cubicBezTo>
                  <a:cubicBezTo>
                    <a:pt x="7289" y="6479"/>
                    <a:pt x="7537" y="5684"/>
                    <a:pt x="7723" y="4877"/>
                  </a:cubicBezTo>
                  <a:cubicBezTo>
                    <a:pt x="8104" y="3276"/>
                    <a:pt x="8311" y="1643"/>
                    <a:pt x="833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" name="Google Shape;5595;p73"/>
            <p:cNvSpPr/>
            <p:nvPr/>
          </p:nvSpPr>
          <p:spPr>
            <a:xfrm>
              <a:off x="3069434" y="2244863"/>
              <a:ext cx="37853" cy="15883"/>
            </a:xfrm>
            <a:custGeom>
              <a:avLst/>
              <a:gdLst/>
              <a:ahLst/>
              <a:cxnLst/>
              <a:rect l="l" t="t" r="r" b="b"/>
              <a:pathLst>
                <a:path w="2183" h="916" extrusionOk="0">
                  <a:moveTo>
                    <a:pt x="1056" y="0"/>
                  </a:moveTo>
                  <a:cubicBezTo>
                    <a:pt x="551" y="0"/>
                    <a:pt x="61" y="140"/>
                    <a:pt x="30" y="457"/>
                  </a:cubicBezTo>
                  <a:cubicBezTo>
                    <a:pt x="1" y="775"/>
                    <a:pt x="490" y="916"/>
                    <a:pt x="1010" y="916"/>
                  </a:cubicBezTo>
                  <a:cubicBezTo>
                    <a:pt x="1578" y="916"/>
                    <a:pt x="2182" y="747"/>
                    <a:pt x="2182" y="457"/>
                  </a:cubicBezTo>
                  <a:cubicBezTo>
                    <a:pt x="2182" y="169"/>
                    <a:pt x="1611" y="0"/>
                    <a:pt x="105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" name="Google Shape;5596;p73"/>
            <p:cNvSpPr/>
            <p:nvPr/>
          </p:nvSpPr>
          <p:spPr>
            <a:xfrm>
              <a:off x="3113096" y="2221090"/>
              <a:ext cx="50355" cy="64696"/>
            </a:xfrm>
            <a:custGeom>
              <a:avLst/>
              <a:gdLst/>
              <a:ahLst/>
              <a:cxnLst/>
              <a:rect l="l" t="t" r="r" b="b"/>
              <a:pathLst>
                <a:path w="2904" h="3731" extrusionOk="0">
                  <a:moveTo>
                    <a:pt x="1549" y="0"/>
                  </a:moveTo>
                  <a:lnTo>
                    <a:pt x="1549" y="0"/>
                  </a:lnTo>
                  <a:cubicBezTo>
                    <a:pt x="1922" y="337"/>
                    <a:pt x="2088" y="734"/>
                    <a:pt x="2157" y="1151"/>
                  </a:cubicBezTo>
                  <a:cubicBezTo>
                    <a:pt x="2194" y="1358"/>
                    <a:pt x="2214" y="1573"/>
                    <a:pt x="2210" y="1784"/>
                  </a:cubicBezTo>
                  <a:cubicBezTo>
                    <a:pt x="2198" y="1986"/>
                    <a:pt x="2186" y="2165"/>
                    <a:pt x="2109" y="2323"/>
                  </a:cubicBezTo>
                  <a:cubicBezTo>
                    <a:pt x="1975" y="2639"/>
                    <a:pt x="1667" y="2903"/>
                    <a:pt x="1286" y="3113"/>
                  </a:cubicBezTo>
                  <a:cubicBezTo>
                    <a:pt x="876" y="3324"/>
                    <a:pt x="447" y="3490"/>
                    <a:pt x="1" y="3604"/>
                  </a:cubicBezTo>
                  <a:cubicBezTo>
                    <a:pt x="242" y="3691"/>
                    <a:pt x="498" y="3731"/>
                    <a:pt x="757" y="3731"/>
                  </a:cubicBezTo>
                  <a:cubicBezTo>
                    <a:pt x="1003" y="3731"/>
                    <a:pt x="1252" y="3695"/>
                    <a:pt x="1496" y="3632"/>
                  </a:cubicBezTo>
                  <a:cubicBezTo>
                    <a:pt x="1756" y="3559"/>
                    <a:pt x="1999" y="3438"/>
                    <a:pt x="2218" y="3280"/>
                  </a:cubicBezTo>
                  <a:cubicBezTo>
                    <a:pt x="2457" y="3105"/>
                    <a:pt x="2644" y="2870"/>
                    <a:pt x="2761" y="2599"/>
                  </a:cubicBezTo>
                  <a:cubicBezTo>
                    <a:pt x="2887" y="2327"/>
                    <a:pt x="2903" y="2011"/>
                    <a:pt x="2879" y="1747"/>
                  </a:cubicBezTo>
                  <a:cubicBezTo>
                    <a:pt x="2855" y="1484"/>
                    <a:pt x="2790" y="1228"/>
                    <a:pt x="2692" y="985"/>
                  </a:cubicBezTo>
                  <a:cubicBezTo>
                    <a:pt x="2494" y="495"/>
                    <a:pt x="2056" y="57"/>
                    <a:pt x="154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9" name="Google Shape;5597;p73"/>
            <p:cNvSpPr/>
            <p:nvPr/>
          </p:nvSpPr>
          <p:spPr>
            <a:xfrm>
              <a:off x="3069919" y="2289392"/>
              <a:ext cx="243523" cy="84151"/>
            </a:xfrm>
            <a:custGeom>
              <a:avLst/>
              <a:gdLst/>
              <a:ahLst/>
              <a:cxnLst/>
              <a:rect l="l" t="t" r="r" b="b"/>
              <a:pathLst>
                <a:path w="14044" h="4853" extrusionOk="0">
                  <a:moveTo>
                    <a:pt x="13085" y="1"/>
                  </a:moveTo>
                  <a:cubicBezTo>
                    <a:pt x="12921" y="1"/>
                    <a:pt x="12732" y="50"/>
                    <a:pt x="12524" y="159"/>
                  </a:cubicBezTo>
                  <a:cubicBezTo>
                    <a:pt x="11356" y="772"/>
                    <a:pt x="9913" y="1988"/>
                    <a:pt x="6366" y="2989"/>
                  </a:cubicBezTo>
                  <a:cubicBezTo>
                    <a:pt x="4772" y="3437"/>
                    <a:pt x="3324" y="3514"/>
                    <a:pt x="2214" y="3514"/>
                  </a:cubicBezTo>
                  <a:cubicBezTo>
                    <a:pt x="1630" y="3514"/>
                    <a:pt x="1139" y="3493"/>
                    <a:pt x="769" y="3493"/>
                  </a:cubicBezTo>
                  <a:cubicBezTo>
                    <a:pt x="278" y="3493"/>
                    <a:pt x="0" y="3531"/>
                    <a:pt x="2" y="3707"/>
                  </a:cubicBezTo>
                  <a:cubicBezTo>
                    <a:pt x="12" y="4427"/>
                    <a:pt x="1058" y="4852"/>
                    <a:pt x="3393" y="4852"/>
                  </a:cubicBezTo>
                  <a:cubicBezTo>
                    <a:pt x="3776" y="4852"/>
                    <a:pt x="4194" y="4841"/>
                    <a:pt x="4647" y="4817"/>
                  </a:cubicBezTo>
                  <a:cubicBezTo>
                    <a:pt x="7866" y="4651"/>
                    <a:pt x="12021" y="3038"/>
                    <a:pt x="13132" y="1935"/>
                  </a:cubicBezTo>
                  <a:cubicBezTo>
                    <a:pt x="14044" y="1027"/>
                    <a:pt x="13833" y="1"/>
                    <a:pt x="130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" name="Google Shape;5598;p73"/>
            <p:cNvSpPr/>
            <p:nvPr/>
          </p:nvSpPr>
          <p:spPr>
            <a:xfrm>
              <a:off x="3066850" y="2286340"/>
              <a:ext cx="246523" cy="90255"/>
            </a:xfrm>
            <a:custGeom>
              <a:avLst/>
              <a:gdLst/>
              <a:ahLst/>
              <a:cxnLst/>
              <a:rect l="l" t="t" r="r" b="b"/>
              <a:pathLst>
                <a:path w="14217" h="5205" extrusionOk="0">
                  <a:moveTo>
                    <a:pt x="13273" y="334"/>
                  </a:moveTo>
                  <a:cubicBezTo>
                    <a:pt x="13408" y="334"/>
                    <a:pt x="13524" y="391"/>
                    <a:pt x="13625" y="530"/>
                  </a:cubicBezTo>
                  <a:cubicBezTo>
                    <a:pt x="13836" y="814"/>
                    <a:pt x="13747" y="1422"/>
                    <a:pt x="13179" y="1989"/>
                  </a:cubicBezTo>
                  <a:cubicBezTo>
                    <a:pt x="12064" y="3104"/>
                    <a:pt x="7905" y="4661"/>
                    <a:pt x="4820" y="4815"/>
                  </a:cubicBezTo>
                  <a:cubicBezTo>
                    <a:pt x="4357" y="4840"/>
                    <a:pt x="3941" y="4851"/>
                    <a:pt x="3569" y="4851"/>
                  </a:cubicBezTo>
                  <a:cubicBezTo>
                    <a:pt x="1612" y="4851"/>
                    <a:pt x="836" y="4543"/>
                    <a:pt x="539" y="4268"/>
                  </a:cubicBezTo>
                  <a:cubicBezTo>
                    <a:pt x="434" y="4174"/>
                    <a:pt x="365" y="4045"/>
                    <a:pt x="357" y="3903"/>
                  </a:cubicBezTo>
                  <a:cubicBezTo>
                    <a:pt x="438" y="3858"/>
                    <a:pt x="693" y="3846"/>
                    <a:pt x="994" y="3846"/>
                  </a:cubicBezTo>
                  <a:cubicBezTo>
                    <a:pt x="1160" y="3846"/>
                    <a:pt x="1340" y="3850"/>
                    <a:pt x="1512" y="3854"/>
                  </a:cubicBezTo>
                  <a:cubicBezTo>
                    <a:pt x="1788" y="3861"/>
                    <a:pt x="2095" y="3868"/>
                    <a:pt x="2431" y="3868"/>
                  </a:cubicBezTo>
                  <a:cubicBezTo>
                    <a:pt x="3554" y="3868"/>
                    <a:pt x="4991" y="3788"/>
                    <a:pt x="6592" y="3335"/>
                  </a:cubicBezTo>
                  <a:cubicBezTo>
                    <a:pt x="9360" y="2557"/>
                    <a:pt x="10848" y="1649"/>
                    <a:pt x="11935" y="988"/>
                  </a:cubicBezTo>
                  <a:cubicBezTo>
                    <a:pt x="12247" y="798"/>
                    <a:pt x="12522" y="631"/>
                    <a:pt x="12782" y="494"/>
                  </a:cubicBezTo>
                  <a:cubicBezTo>
                    <a:pt x="12970" y="396"/>
                    <a:pt x="13132" y="334"/>
                    <a:pt x="13273" y="334"/>
                  </a:cubicBezTo>
                  <a:close/>
                  <a:moveTo>
                    <a:pt x="13255" y="0"/>
                  </a:moveTo>
                  <a:cubicBezTo>
                    <a:pt x="13071" y="0"/>
                    <a:pt x="12857" y="52"/>
                    <a:pt x="12616" y="177"/>
                  </a:cubicBezTo>
                  <a:cubicBezTo>
                    <a:pt x="12344" y="319"/>
                    <a:pt x="12073" y="490"/>
                    <a:pt x="11752" y="684"/>
                  </a:cubicBezTo>
                  <a:cubicBezTo>
                    <a:pt x="10682" y="1333"/>
                    <a:pt x="9219" y="2233"/>
                    <a:pt x="6498" y="2995"/>
                  </a:cubicBezTo>
                  <a:cubicBezTo>
                    <a:pt x="4940" y="3430"/>
                    <a:pt x="3531" y="3513"/>
                    <a:pt x="2431" y="3513"/>
                  </a:cubicBezTo>
                  <a:cubicBezTo>
                    <a:pt x="2098" y="3513"/>
                    <a:pt x="1793" y="3505"/>
                    <a:pt x="1520" y="3497"/>
                  </a:cubicBezTo>
                  <a:cubicBezTo>
                    <a:pt x="1318" y="3493"/>
                    <a:pt x="1139" y="3490"/>
                    <a:pt x="981" y="3490"/>
                  </a:cubicBezTo>
                  <a:cubicBezTo>
                    <a:pt x="517" y="3490"/>
                    <a:pt x="237" y="3521"/>
                    <a:pt x="98" y="3660"/>
                  </a:cubicBezTo>
                  <a:cubicBezTo>
                    <a:pt x="33" y="3720"/>
                    <a:pt x="0" y="3801"/>
                    <a:pt x="0" y="3887"/>
                  </a:cubicBezTo>
                  <a:cubicBezTo>
                    <a:pt x="4" y="4134"/>
                    <a:pt x="114" y="4365"/>
                    <a:pt x="296" y="4527"/>
                  </a:cubicBezTo>
                  <a:cubicBezTo>
                    <a:pt x="779" y="4977"/>
                    <a:pt x="1881" y="5204"/>
                    <a:pt x="3592" y="5204"/>
                  </a:cubicBezTo>
                  <a:cubicBezTo>
                    <a:pt x="3981" y="5204"/>
                    <a:pt x="4395" y="5196"/>
                    <a:pt x="4836" y="5172"/>
                  </a:cubicBezTo>
                  <a:cubicBezTo>
                    <a:pt x="8051" y="5001"/>
                    <a:pt x="12255" y="3416"/>
                    <a:pt x="13435" y="2237"/>
                  </a:cubicBezTo>
                  <a:cubicBezTo>
                    <a:pt x="14148" y="1523"/>
                    <a:pt x="14217" y="733"/>
                    <a:pt x="13913" y="315"/>
                  </a:cubicBezTo>
                  <a:cubicBezTo>
                    <a:pt x="13782" y="139"/>
                    <a:pt x="13559" y="0"/>
                    <a:pt x="1325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" name="Google Shape;5599;p73"/>
            <p:cNvSpPr/>
            <p:nvPr/>
          </p:nvSpPr>
          <p:spPr>
            <a:xfrm>
              <a:off x="3404781" y="2234216"/>
              <a:ext cx="176313" cy="158384"/>
            </a:xfrm>
            <a:custGeom>
              <a:avLst/>
              <a:gdLst/>
              <a:ahLst/>
              <a:cxnLst/>
              <a:rect l="l" t="t" r="r" b="b"/>
              <a:pathLst>
                <a:path w="10168" h="9134" extrusionOk="0">
                  <a:moveTo>
                    <a:pt x="5082" y="1"/>
                  </a:moveTo>
                  <a:cubicBezTo>
                    <a:pt x="3097" y="1"/>
                    <a:pt x="1271" y="1306"/>
                    <a:pt x="698" y="3309"/>
                  </a:cubicBezTo>
                  <a:cubicBezTo>
                    <a:pt x="1" y="5733"/>
                    <a:pt x="1403" y="8259"/>
                    <a:pt x="3827" y="8956"/>
                  </a:cubicBezTo>
                  <a:cubicBezTo>
                    <a:pt x="4248" y="9076"/>
                    <a:pt x="4671" y="9133"/>
                    <a:pt x="5087" y="9133"/>
                  </a:cubicBezTo>
                  <a:cubicBezTo>
                    <a:pt x="7072" y="9133"/>
                    <a:pt x="8898" y="7830"/>
                    <a:pt x="9474" y="5826"/>
                  </a:cubicBezTo>
                  <a:cubicBezTo>
                    <a:pt x="10168" y="3402"/>
                    <a:pt x="8765" y="873"/>
                    <a:pt x="6345" y="179"/>
                  </a:cubicBezTo>
                  <a:cubicBezTo>
                    <a:pt x="5924" y="58"/>
                    <a:pt x="5499" y="1"/>
                    <a:pt x="5082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" name="Google Shape;5600;p73"/>
            <p:cNvSpPr/>
            <p:nvPr/>
          </p:nvSpPr>
          <p:spPr>
            <a:xfrm>
              <a:off x="2808050" y="2214830"/>
              <a:ext cx="155713" cy="155713"/>
            </a:xfrm>
            <a:custGeom>
              <a:avLst/>
              <a:gdLst/>
              <a:ahLst/>
              <a:cxnLst/>
              <a:rect l="l" t="t" r="r" b="b"/>
              <a:pathLst>
                <a:path w="8980" h="8980" extrusionOk="0">
                  <a:moveTo>
                    <a:pt x="4488" y="0"/>
                  </a:moveTo>
                  <a:cubicBezTo>
                    <a:pt x="2007" y="0"/>
                    <a:pt x="0" y="2011"/>
                    <a:pt x="0" y="4492"/>
                  </a:cubicBezTo>
                  <a:cubicBezTo>
                    <a:pt x="0" y="6969"/>
                    <a:pt x="2007" y="8979"/>
                    <a:pt x="4488" y="8979"/>
                  </a:cubicBezTo>
                  <a:cubicBezTo>
                    <a:pt x="6969" y="8979"/>
                    <a:pt x="8979" y="6969"/>
                    <a:pt x="8979" y="4492"/>
                  </a:cubicBezTo>
                  <a:cubicBezTo>
                    <a:pt x="8979" y="2011"/>
                    <a:pt x="6969" y="0"/>
                    <a:pt x="4488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03" name="椭圆 302"/>
          <p:cNvSpPr/>
          <p:nvPr/>
        </p:nvSpPr>
        <p:spPr>
          <a:xfrm>
            <a:off x="8231516" y="4549806"/>
            <a:ext cx="1122794" cy="1122793"/>
          </a:xfrm>
          <a:prstGeom prst="ellipse">
            <a:avLst/>
          </a:pr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4" name="椭圆 303"/>
          <p:cNvSpPr/>
          <p:nvPr/>
        </p:nvSpPr>
        <p:spPr>
          <a:xfrm>
            <a:off x="2450610" y="1282611"/>
            <a:ext cx="463831" cy="463831"/>
          </a:xfrm>
          <a:prstGeom prst="ellipse">
            <a:avLst/>
          </a:pr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08" name="Google Shape;2208;p36"/>
          <p:cNvGrpSpPr/>
          <p:nvPr/>
        </p:nvGrpSpPr>
        <p:grpSpPr>
          <a:xfrm>
            <a:off x="10050931" y="3217844"/>
            <a:ext cx="879232" cy="657377"/>
            <a:chOff x="4030925" y="2186525"/>
            <a:chExt cx="944700" cy="706325"/>
          </a:xfrm>
        </p:grpSpPr>
        <p:sp>
          <p:nvSpPr>
            <p:cNvPr id="2209" name="Google Shape;2209;p36"/>
            <p:cNvSpPr/>
            <p:nvPr/>
          </p:nvSpPr>
          <p:spPr>
            <a:xfrm>
              <a:off x="4030925" y="2186525"/>
              <a:ext cx="944700" cy="281675"/>
            </a:xfrm>
            <a:custGeom>
              <a:avLst/>
              <a:gdLst/>
              <a:ahLst/>
              <a:cxnLst/>
              <a:rect l="l" t="t" r="r" b="b"/>
              <a:pathLst>
                <a:path w="37788" h="11267" extrusionOk="0">
                  <a:moveTo>
                    <a:pt x="33327" y="1430"/>
                  </a:moveTo>
                  <a:lnTo>
                    <a:pt x="9699" y="10348"/>
                  </a:lnTo>
                  <a:lnTo>
                    <a:pt x="1770" y="6049"/>
                  </a:lnTo>
                  <a:lnTo>
                    <a:pt x="33327" y="1430"/>
                  </a:lnTo>
                  <a:close/>
                  <a:moveTo>
                    <a:pt x="37185" y="0"/>
                  </a:moveTo>
                  <a:cubicBezTo>
                    <a:pt x="37164" y="0"/>
                    <a:pt x="37142" y="1"/>
                    <a:pt x="37120" y="5"/>
                  </a:cubicBezTo>
                  <a:lnTo>
                    <a:pt x="391" y="5383"/>
                  </a:lnTo>
                  <a:cubicBezTo>
                    <a:pt x="207" y="5406"/>
                    <a:pt x="69" y="5544"/>
                    <a:pt x="23" y="5728"/>
                  </a:cubicBezTo>
                  <a:cubicBezTo>
                    <a:pt x="0" y="5912"/>
                    <a:pt x="92" y="6095"/>
                    <a:pt x="253" y="6187"/>
                  </a:cubicBezTo>
                  <a:lnTo>
                    <a:pt x="9447" y="11221"/>
                  </a:lnTo>
                  <a:lnTo>
                    <a:pt x="9653" y="11267"/>
                  </a:lnTo>
                  <a:lnTo>
                    <a:pt x="9814" y="11244"/>
                  </a:lnTo>
                  <a:lnTo>
                    <a:pt x="37327" y="855"/>
                  </a:lnTo>
                  <a:cubicBezTo>
                    <a:pt x="37788" y="679"/>
                    <a:pt x="37641" y="0"/>
                    <a:pt x="371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0" name="Google Shape;2210;p36"/>
            <p:cNvSpPr/>
            <p:nvPr/>
          </p:nvSpPr>
          <p:spPr>
            <a:xfrm>
              <a:off x="4423950" y="2187475"/>
              <a:ext cx="547625" cy="512875"/>
            </a:xfrm>
            <a:custGeom>
              <a:avLst/>
              <a:gdLst/>
              <a:ahLst/>
              <a:cxnLst/>
              <a:rect l="l" t="t" r="r" b="b"/>
              <a:pathLst>
                <a:path w="21905" h="20515" extrusionOk="0">
                  <a:moveTo>
                    <a:pt x="19882" y="2104"/>
                  </a:moveTo>
                  <a:lnTo>
                    <a:pt x="8918" y="19572"/>
                  </a:lnTo>
                  <a:lnTo>
                    <a:pt x="1265" y="15918"/>
                  </a:lnTo>
                  <a:lnTo>
                    <a:pt x="19882" y="2104"/>
                  </a:lnTo>
                  <a:close/>
                  <a:moveTo>
                    <a:pt x="21443" y="0"/>
                  </a:moveTo>
                  <a:cubicBezTo>
                    <a:pt x="21354" y="0"/>
                    <a:pt x="21266" y="29"/>
                    <a:pt x="21192" y="81"/>
                  </a:cubicBezTo>
                  <a:lnTo>
                    <a:pt x="184" y="15688"/>
                  </a:lnTo>
                  <a:cubicBezTo>
                    <a:pt x="69" y="15780"/>
                    <a:pt x="0" y="15941"/>
                    <a:pt x="23" y="16102"/>
                  </a:cubicBezTo>
                  <a:cubicBezTo>
                    <a:pt x="23" y="16240"/>
                    <a:pt x="115" y="16378"/>
                    <a:pt x="253" y="16446"/>
                  </a:cubicBezTo>
                  <a:lnTo>
                    <a:pt x="8918" y="20515"/>
                  </a:lnTo>
                  <a:lnTo>
                    <a:pt x="9102" y="20515"/>
                  </a:lnTo>
                  <a:cubicBezTo>
                    <a:pt x="9240" y="20515"/>
                    <a:pt x="9378" y="20469"/>
                    <a:pt x="9470" y="20354"/>
                  </a:cubicBezTo>
                  <a:lnTo>
                    <a:pt x="21813" y="656"/>
                  </a:lnTo>
                  <a:cubicBezTo>
                    <a:pt x="21905" y="472"/>
                    <a:pt x="21882" y="265"/>
                    <a:pt x="21744" y="127"/>
                  </a:cubicBezTo>
                  <a:cubicBezTo>
                    <a:pt x="21656" y="40"/>
                    <a:pt x="21549" y="0"/>
                    <a:pt x="214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1" name="Google Shape;2211;p36"/>
            <p:cNvSpPr/>
            <p:nvPr/>
          </p:nvSpPr>
          <p:spPr>
            <a:xfrm>
              <a:off x="4261325" y="2186625"/>
              <a:ext cx="710825" cy="706225"/>
            </a:xfrm>
            <a:custGeom>
              <a:avLst/>
              <a:gdLst/>
              <a:ahLst/>
              <a:cxnLst/>
              <a:rect l="l" t="t" r="r" b="b"/>
              <a:pathLst>
                <a:path w="28433" h="28249" extrusionOk="0">
                  <a:moveTo>
                    <a:pt x="25261" y="1908"/>
                  </a:moveTo>
                  <a:lnTo>
                    <a:pt x="6689" y="15699"/>
                  </a:lnTo>
                  <a:cubicBezTo>
                    <a:pt x="6620" y="15745"/>
                    <a:pt x="6551" y="15837"/>
                    <a:pt x="6528" y="15929"/>
                  </a:cubicBezTo>
                  <a:lnTo>
                    <a:pt x="3196" y="25973"/>
                  </a:lnTo>
                  <a:lnTo>
                    <a:pt x="920" y="11102"/>
                  </a:lnTo>
                  <a:lnTo>
                    <a:pt x="25261" y="1908"/>
                  </a:lnTo>
                  <a:close/>
                  <a:moveTo>
                    <a:pt x="27953" y="1"/>
                  </a:moveTo>
                  <a:cubicBezTo>
                    <a:pt x="27906" y="1"/>
                    <a:pt x="27859" y="8"/>
                    <a:pt x="27812" y="24"/>
                  </a:cubicBezTo>
                  <a:lnTo>
                    <a:pt x="300" y="10436"/>
                  </a:lnTo>
                  <a:cubicBezTo>
                    <a:pt x="116" y="10504"/>
                    <a:pt x="1" y="10711"/>
                    <a:pt x="24" y="10895"/>
                  </a:cubicBezTo>
                  <a:lnTo>
                    <a:pt x="2621" y="27881"/>
                  </a:lnTo>
                  <a:cubicBezTo>
                    <a:pt x="2644" y="28065"/>
                    <a:pt x="2805" y="28226"/>
                    <a:pt x="3012" y="28249"/>
                  </a:cubicBezTo>
                  <a:lnTo>
                    <a:pt x="3058" y="28249"/>
                  </a:lnTo>
                  <a:cubicBezTo>
                    <a:pt x="3242" y="28249"/>
                    <a:pt x="3402" y="28111"/>
                    <a:pt x="3448" y="27927"/>
                  </a:cubicBezTo>
                  <a:lnTo>
                    <a:pt x="7310" y="16297"/>
                  </a:lnTo>
                  <a:lnTo>
                    <a:pt x="28226" y="782"/>
                  </a:lnTo>
                  <a:cubicBezTo>
                    <a:pt x="28387" y="667"/>
                    <a:pt x="28433" y="414"/>
                    <a:pt x="28341" y="230"/>
                  </a:cubicBezTo>
                  <a:cubicBezTo>
                    <a:pt x="28269" y="88"/>
                    <a:pt x="28115" y="1"/>
                    <a:pt x="279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2" name="Google Shape;2212;p36"/>
            <p:cNvSpPr/>
            <p:nvPr/>
          </p:nvSpPr>
          <p:spPr>
            <a:xfrm>
              <a:off x="4325700" y="2577225"/>
              <a:ext cx="236750" cy="315625"/>
            </a:xfrm>
            <a:custGeom>
              <a:avLst/>
              <a:gdLst/>
              <a:ahLst/>
              <a:cxnLst/>
              <a:rect l="l" t="t" r="r" b="b"/>
              <a:pathLst>
                <a:path w="9470" h="12625" extrusionOk="0">
                  <a:moveTo>
                    <a:pt x="4620" y="1017"/>
                  </a:moveTo>
                  <a:lnTo>
                    <a:pt x="8343" y="2764"/>
                  </a:lnTo>
                  <a:lnTo>
                    <a:pt x="1540" y="10395"/>
                  </a:lnTo>
                  <a:lnTo>
                    <a:pt x="4620" y="1017"/>
                  </a:lnTo>
                  <a:close/>
                  <a:moveTo>
                    <a:pt x="4379" y="0"/>
                  </a:moveTo>
                  <a:cubicBezTo>
                    <a:pt x="4321" y="0"/>
                    <a:pt x="4264" y="18"/>
                    <a:pt x="4206" y="52"/>
                  </a:cubicBezTo>
                  <a:cubicBezTo>
                    <a:pt x="4091" y="98"/>
                    <a:pt x="3999" y="190"/>
                    <a:pt x="3953" y="305"/>
                  </a:cubicBezTo>
                  <a:lnTo>
                    <a:pt x="69" y="12050"/>
                  </a:lnTo>
                  <a:cubicBezTo>
                    <a:pt x="0" y="12257"/>
                    <a:pt x="92" y="12464"/>
                    <a:pt x="276" y="12579"/>
                  </a:cubicBezTo>
                  <a:lnTo>
                    <a:pt x="483" y="12625"/>
                  </a:lnTo>
                  <a:cubicBezTo>
                    <a:pt x="598" y="12625"/>
                    <a:pt x="713" y="12579"/>
                    <a:pt x="781" y="12487"/>
                  </a:cubicBezTo>
                  <a:lnTo>
                    <a:pt x="9355" y="2925"/>
                  </a:lnTo>
                  <a:cubicBezTo>
                    <a:pt x="9424" y="2810"/>
                    <a:pt x="9470" y="2672"/>
                    <a:pt x="9470" y="2534"/>
                  </a:cubicBezTo>
                  <a:cubicBezTo>
                    <a:pt x="9447" y="2396"/>
                    <a:pt x="9332" y="2304"/>
                    <a:pt x="9217" y="2259"/>
                  </a:cubicBezTo>
                  <a:lnTo>
                    <a:pt x="4551" y="52"/>
                  </a:lnTo>
                  <a:cubicBezTo>
                    <a:pt x="4493" y="18"/>
                    <a:pt x="4436" y="0"/>
                    <a:pt x="43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521" name="Google Shape;4521;p69"/>
          <p:cNvGrpSpPr/>
          <p:nvPr/>
        </p:nvGrpSpPr>
        <p:grpSpPr>
          <a:xfrm flipH="1">
            <a:off x="7386096" y="-70"/>
            <a:ext cx="1091382" cy="1155725"/>
            <a:chOff x="2958275" y="539500"/>
            <a:chExt cx="1091382" cy="1155725"/>
          </a:xfrm>
        </p:grpSpPr>
        <p:grpSp>
          <p:nvGrpSpPr>
            <p:cNvPr id="4522" name="Google Shape;4522;p69"/>
            <p:cNvGrpSpPr/>
            <p:nvPr/>
          </p:nvGrpSpPr>
          <p:grpSpPr>
            <a:xfrm>
              <a:off x="3170379" y="1212137"/>
              <a:ext cx="879278" cy="483088"/>
              <a:chOff x="2296950" y="3661600"/>
              <a:chExt cx="616475" cy="338700"/>
            </a:xfrm>
          </p:grpSpPr>
          <p:sp>
            <p:nvSpPr>
              <p:cNvPr id="4523" name="Google Shape;4523;p69"/>
              <p:cNvSpPr/>
              <p:nvPr/>
            </p:nvSpPr>
            <p:spPr>
              <a:xfrm>
                <a:off x="2510075" y="3661600"/>
                <a:ext cx="402675" cy="97750"/>
              </a:xfrm>
              <a:custGeom>
                <a:avLst/>
                <a:gdLst/>
                <a:ahLst/>
                <a:cxnLst/>
                <a:rect l="l" t="t" r="r" b="b"/>
                <a:pathLst>
                  <a:path w="16107" h="3910" extrusionOk="0">
                    <a:moveTo>
                      <a:pt x="4306" y="700"/>
                    </a:moveTo>
                    <a:lnTo>
                      <a:pt x="13180" y="2635"/>
                    </a:lnTo>
                    <a:lnTo>
                      <a:pt x="1346" y="3189"/>
                    </a:lnTo>
                    <a:lnTo>
                      <a:pt x="4306" y="700"/>
                    </a:lnTo>
                    <a:close/>
                    <a:moveTo>
                      <a:pt x="4216" y="0"/>
                    </a:moveTo>
                    <a:cubicBezTo>
                      <a:pt x="4136" y="0"/>
                      <a:pt x="4058" y="29"/>
                      <a:pt x="3998" y="83"/>
                    </a:cubicBezTo>
                    <a:lnTo>
                      <a:pt x="152" y="3314"/>
                    </a:lnTo>
                    <a:cubicBezTo>
                      <a:pt x="42" y="3405"/>
                      <a:pt x="0" y="3560"/>
                      <a:pt x="56" y="3696"/>
                    </a:cubicBezTo>
                    <a:cubicBezTo>
                      <a:pt x="103" y="3823"/>
                      <a:pt x="227" y="3909"/>
                      <a:pt x="368" y="3909"/>
                    </a:cubicBezTo>
                    <a:lnTo>
                      <a:pt x="385" y="3909"/>
                    </a:lnTo>
                    <a:lnTo>
                      <a:pt x="15768" y="3189"/>
                    </a:lnTo>
                    <a:cubicBezTo>
                      <a:pt x="15937" y="3184"/>
                      <a:pt x="16078" y="3051"/>
                      <a:pt x="16092" y="2882"/>
                    </a:cubicBezTo>
                    <a:cubicBezTo>
                      <a:pt x="16106" y="2713"/>
                      <a:pt x="15990" y="2558"/>
                      <a:pt x="15824" y="2525"/>
                    </a:cubicBezTo>
                    <a:lnTo>
                      <a:pt x="4286" y="8"/>
                    </a:lnTo>
                    <a:cubicBezTo>
                      <a:pt x="4263" y="3"/>
                      <a:pt x="4240" y="0"/>
                      <a:pt x="42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69"/>
              <p:cNvSpPr/>
              <p:nvPr/>
            </p:nvSpPr>
            <p:spPr>
              <a:xfrm>
                <a:off x="2296950" y="3724500"/>
                <a:ext cx="616275" cy="210650"/>
              </a:xfrm>
              <a:custGeom>
                <a:avLst/>
                <a:gdLst/>
                <a:ahLst/>
                <a:cxnLst/>
                <a:rect l="l" t="t" r="r" b="b"/>
                <a:pathLst>
                  <a:path w="24651" h="8426" extrusionOk="0">
                    <a:moveTo>
                      <a:pt x="20027" y="1363"/>
                    </a:moveTo>
                    <a:lnTo>
                      <a:pt x="2334" y="7100"/>
                    </a:lnTo>
                    <a:lnTo>
                      <a:pt x="7528" y="3373"/>
                    </a:lnTo>
                    <a:lnTo>
                      <a:pt x="20027" y="1363"/>
                    </a:lnTo>
                    <a:close/>
                    <a:moveTo>
                      <a:pt x="24283" y="1"/>
                    </a:moveTo>
                    <a:cubicBezTo>
                      <a:pt x="24264" y="1"/>
                      <a:pt x="24244" y="3"/>
                      <a:pt x="24224" y="6"/>
                    </a:cubicBezTo>
                    <a:lnTo>
                      <a:pt x="7346" y="2722"/>
                    </a:lnTo>
                    <a:cubicBezTo>
                      <a:pt x="7293" y="2730"/>
                      <a:pt x="7243" y="2750"/>
                      <a:pt x="7204" y="2780"/>
                    </a:cubicBezTo>
                    <a:lnTo>
                      <a:pt x="180" y="7817"/>
                    </a:lnTo>
                    <a:cubicBezTo>
                      <a:pt x="44" y="7914"/>
                      <a:pt x="0" y="8094"/>
                      <a:pt x="78" y="8243"/>
                    </a:cubicBezTo>
                    <a:cubicBezTo>
                      <a:pt x="136" y="8354"/>
                      <a:pt x="252" y="8426"/>
                      <a:pt x="379" y="8426"/>
                    </a:cubicBezTo>
                    <a:cubicBezTo>
                      <a:pt x="413" y="8426"/>
                      <a:pt x="449" y="8420"/>
                      <a:pt x="482" y="8409"/>
                    </a:cubicBezTo>
                    <a:lnTo>
                      <a:pt x="24385" y="657"/>
                    </a:lnTo>
                    <a:cubicBezTo>
                      <a:pt x="24551" y="601"/>
                      <a:pt x="24651" y="427"/>
                      <a:pt x="24606" y="255"/>
                    </a:cubicBezTo>
                    <a:cubicBezTo>
                      <a:pt x="24569" y="103"/>
                      <a:pt x="24435" y="1"/>
                      <a:pt x="242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69"/>
              <p:cNvSpPr/>
              <p:nvPr/>
            </p:nvSpPr>
            <p:spPr>
              <a:xfrm>
                <a:off x="2510825" y="3724575"/>
                <a:ext cx="401925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16077" h="3146" extrusionOk="0">
                    <a:moveTo>
                      <a:pt x="9783" y="950"/>
                    </a:moveTo>
                    <a:lnTo>
                      <a:pt x="676" y="2415"/>
                    </a:lnTo>
                    <a:lnTo>
                      <a:pt x="676" y="1376"/>
                    </a:lnTo>
                    <a:lnTo>
                      <a:pt x="9783" y="950"/>
                    </a:lnTo>
                    <a:close/>
                    <a:moveTo>
                      <a:pt x="15719" y="0"/>
                    </a:moveTo>
                    <a:cubicBezTo>
                      <a:pt x="15715" y="0"/>
                      <a:pt x="15712" y="0"/>
                      <a:pt x="15708" y="0"/>
                    </a:cubicBezTo>
                    <a:lnTo>
                      <a:pt x="325" y="720"/>
                    </a:lnTo>
                    <a:cubicBezTo>
                      <a:pt x="142" y="726"/>
                      <a:pt x="1" y="875"/>
                      <a:pt x="1" y="1055"/>
                    </a:cubicBezTo>
                    <a:lnTo>
                      <a:pt x="1" y="2811"/>
                    </a:lnTo>
                    <a:cubicBezTo>
                      <a:pt x="1" y="2907"/>
                      <a:pt x="42" y="3002"/>
                      <a:pt x="120" y="3065"/>
                    </a:cubicBezTo>
                    <a:cubicBezTo>
                      <a:pt x="181" y="3118"/>
                      <a:pt x="258" y="3146"/>
                      <a:pt x="338" y="3146"/>
                    </a:cubicBezTo>
                    <a:lnTo>
                      <a:pt x="394" y="3143"/>
                    </a:lnTo>
                    <a:lnTo>
                      <a:pt x="15777" y="667"/>
                    </a:lnTo>
                    <a:cubicBezTo>
                      <a:pt x="15954" y="640"/>
                      <a:pt x="16076" y="476"/>
                      <a:pt x="16057" y="299"/>
                    </a:cubicBezTo>
                    <a:cubicBezTo>
                      <a:pt x="16035" y="128"/>
                      <a:pt x="15891" y="0"/>
                      <a:pt x="157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69"/>
              <p:cNvSpPr/>
              <p:nvPr/>
            </p:nvSpPr>
            <p:spPr>
              <a:xfrm>
                <a:off x="2482025" y="3724450"/>
                <a:ext cx="431400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11034" extrusionOk="0">
                    <a:moveTo>
                      <a:pt x="14387" y="1500"/>
                    </a:moveTo>
                    <a:lnTo>
                      <a:pt x="676" y="10089"/>
                    </a:lnTo>
                    <a:lnTo>
                      <a:pt x="676" y="5947"/>
                    </a:lnTo>
                    <a:lnTo>
                      <a:pt x="14387" y="1500"/>
                    </a:lnTo>
                    <a:close/>
                    <a:moveTo>
                      <a:pt x="16882" y="1"/>
                    </a:moveTo>
                    <a:cubicBezTo>
                      <a:pt x="16846" y="1"/>
                      <a:pt x="16810" y="7"/>
                      <a:pt x="16774" y="19"/>
                    </a:cubicBezTo>
                    <a:lnTo>
                      <a:pt x="236" y="5382"/>
                    </a:lnTo>
                    <a:cubicBezTo>
                      <a:pt x="98" y="5426"/>
                      <a:pt x="4" y="5554"/>
                      <a:pt x="1" y="5701"/>
                    </a:cubicBezTo>
                    <a:lnTo>
                      <a:pt x="1" y="10695"/>
                    </a:lnTo>
                    <a:cubicBezTo>
                      <a:pt x="1" y="10817"/>
                      <a:pt x="70" y="10931"/>
                      <a:pt x="178" y="10989"/>
                    </a:cubicBezTo>
                    <a:cubicBezTo>
                      <a:pt x="222" y="11017"/>
                      <a:pt x="275" y="11034"/>
                      <a:pt x="329" y="11034"/>
                    </a:cubicBezTo>
                    <a:cubicBezTo>
                      <a:pt x="333" y="11034"/>
                      <a:pt x="337" y="11033"/>
                      <a:pt x="341" y="11033"/>
                    </a:cubicBezTo>
                    <a:cubicBezTo>
                      <a:pt x="402" y="11033"/>
                      <a:pt x="463" y="11017"/>
                      <a:pt x="516" y="10983"/>
                    </a:cubicBezTo>
                    <a:lnTo>
                      <a:pt x="17054" y="623"/>
                    </a:lnTo>
                    <a:cubicBezTo>
                      <a:pt x="17200" y="534"/>
                      <a:pt x="17256" y="351"/>
                      <a:pt x="17184" y="196"/>
                    </a:cubicBezTo>
                    <a:cubicBezTo>
                      <a:pt x="17128" y="73"/>
                      <a:pt x="17008" y="1"/>
                      <a:pt x="16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27" name="Google Shape;4527;p69"/>
            <p:cNvSpPr/>
            <p:nvPr/>
          </p:nvSpPr>
          <p:spPr>
            <a:xfrm>
              <a:off x="2958275" y="539500"/>
              <a:ext cx="562425" cy="897575"/>
            </a:xfrm>
            <a:custGeom>
              <a:avLst/>
              <a:gdLst/>
              <a:ahLst/>
              <a:cxnLst/>
              <a:rect l="l" t="t" r="r" b="b"/>
              <a:pathLst>
                <a:path w="22497" h="35903" extrusionOk="0">
                  <a:moveTo>
                    <a:pt x="20015" y="1"/>
                  </a:moveTo>
                  <a:cubicBezTo>
                    <a:pt x="19867" y="1"/>
                    <a:pt x="19729" y="176"/>
                    <a:pt x="19849" y="335"/>
                  </a:cubicBezTo>
                  <a:cubicBezTo>
                    <a:pt x="20176" y="761"/>
                    <a:pt x="20470" y="1210"/>
                    <a:pt x="20733" y="1680"/>
                  </a:cubicBezTo>
                  <a:cubicBezTo>
                    <a:pt x="20766" y="1747"/>
                    <a:pt x="20832" y="1788"/>
                    <a:pt x="20907" y="1788"/>
                  </a:cubicBezTo>
                  <a:cubicBezTo>
                    <a:pt x="20943" y="1788"/>
                    <a:pt x="20976" y="1777"/>
                    <a:pt x="21010" y="1761"/>
                  </a:cubicBezTo>
                  <a:cubicBezTo>
                    <a:pt x="21109" y="1705"/>
                    <a:pt x="21145" y="1581"/>
                    <a:pt x="21087" y="1484"/>
                  </a:cubicBezTo>
                  <a:cubicBezTo>
                    <a:pt x="20818" y="994"/>
                    <a:pt x="20514" y="526"/>
                    <a:pt x="20173" y="86"/>
                  </a:cubicBezTo>
                  <a:cubicBezTo>
                    <a:pt x="20128" y="26"/>
                    <a:pt x="20071" y="1"/>
                    <a:pt x="20015" y="1"/>
                  </a:cubicBezTo>
                  <a:close/>
                  <a:moveTo>
                    <a:pt x="22064" y="4439"/>
                  </a:moveTo>
                  <a:cubicBezTo>
                    <a:pt x="22050" y="4439"/>
                    <a:pt x="22035" y="4440"/>
                    <a:pt x="22020" y="4444"/>
                  </a:cubicBezTo>
                  <a:cubicBezTo>
                    <a:pt x="21909" y="4469"/>
                    <a:pt x="21837" y="4577"/>
                    <a:pt x="21860" y="4687"/>
                  </a:cubicBezTo>
                  <a:cubicBezTo>
                    <a:pt x="21973" y="5213"/>
                    <a:pt x="22048" y="5745"/>
                    <a:pt x="22081" y="6279"/>
                  </a:cubicBezTo>
                  <a:cubicBezTo>
                    <a:pt x="22087" y="6390"/>
                    <a:pt x="22175" y="6473"/>
                    <a:pt x="22286" y="6473"/>
                  </a:cubicBezTo>
                  <a:lnTo>
                    <a:pt x="22300" y="6473"/>
                  </a:lnTo>
                  <a:cubicBezTo>
                    <a:pt x="22413" y="6468"/>
                    <a:pt x="22496" y="6368"/>
                    <a:pt x="22491" y="6257"/>
                  </a:cubicBezTo>
                  <a:cubicBezTo>
                    <a:pt x="22455" y="5701"/>
                    <a:pt x="22380" y="5147"/>
                    <a:pt x="22261" y="4601"/>
                  </a:cubicBezTo>
                  <a:cubicBezTo>
                    <a:pt x="22242" y="4506"/>
                    <a:pt x="22158" y="4439"/>
                    <a:pt x="22064" y="4439"/>
                  </a:cubicBezTo>
                  <a:close/>
                  <a:moveTo>
                    <a:pt x="21969" y="9334"/>
                  </a:moveTo>
                  <a:cubicBezTo>
                    <a:pt x="21889" y="9334"/>
                    <a:pt x="21810" y="9377"/>
                    <a:pt x="21776" y="9475"/>
                  </a:cubicBezTo>
                  <a:cubicBezTo>
                    <a:pt x="21646" y="9998"/>
                    <a:pt x="21477" y="10507"/>
                    <a:pt x="21273" y="11006"/>
                  </a:cubicBezTo>
                  <a:cubicBezTo>
                    <a:pt x="21228" y="11108"/>
                    <a:pt x="21278" y="11227"/>
                    <a:pt x="21383" y="11271"/>
                  </a:cubicBezTo>
                  <a:cubicBezTo>
                    <a:pt x="21408" y="11283"/>
                    <a:pt x="21433" y="11288"/>
                    <a:pt x="21461" y="11288"/>
                  </a:cubicBezTo>
                  <a:cubicBezTo>
                    <a:pt x="21544" y="11285"/>
                    <a:pt x="21619" y="11235"/>
                    <a:pt x="21652" y="11161"/>
                  </a:cubicBezTo>
                  <a:cubicBezTo>
                    <a:pt x="21862" y="10643"/>
                    <a:pt x="22039" y="10114"/>
                    <a:pt x="22178" y="9574"/>
                  </a:cubicBezTo>
                  <a:cubicBezTo>
                    <a:pt x="22203" y="9426"/>
                    <a:pt x="22086" y="9334"/>
                    <a:pt x="21969" y="9334"/>
                  </a:cubicBezTo>
                  <a:close/>
                  <a:moveTo>
                    <a:pt x="19769" y="13698"/>
                  </a:moveTo>
                  <a:cubicBezTo>
                    <a:pt x="19720" y="13698"/>
                    <a:pt x="19669" y="13717"/>
                    <a:pt x="19625" y="13761"/>
                  </a:cubicBezTo>
                  <a:cubicBezTo>
                    <a:pt x="19285" y="14176"/>
                    <a:pt x="18914" y="14564"/>
                    <a:pt x="18512" y="14921"/>
                  </a:cubicBezTo>
                  <a:cubicBezTo>
                    <a:pt x="18376" y="15051"/>
                    <a:pt x="18465" y="15281"/>
                    <a:pt x="18651" y="15283"/>
                  </a:cubicBezTo>
                  <a:cubicBezTo>
                    <a:pt x="18700" y="15283"/>
                    <a:pt x="18750" y="15264"/>
                    <a:pt x="18786" y="15231"/>
                  </a:cubicBezTo>
                  <a:cubicBezTo>
                    <a:pt x="19201" y="14857"/>
                    <a:pt x="19589" y="14453"/>
                    <a:pt x="19944" y="14021"/>
                  </a:cubicBezTo>
                  <a:cubicBezTo>
                    <a:pt x="20045" y="13865"/>
                    <a:pt x="19915" y="13698"/>
                    <a:pt x="19769" y="13698"/>
                  </a:cubicBezTo>
                  <a:close/>
                  <a:moveTo>
                    <a:pt x="15938" y="16706"/>
                  </a:moveTo>
                  <a:cubicBezTo>
                    <a:pt x="15907" y="16706"/>
                    <a:pt x="15875" y="16713"/>
                    <a:pt x="15846" y="16729"/>
                  </a:cubicBezTo>
                  <a:cubicBezTo>
                    <a:pt x="15389" y="16967"/>
                    <a:pt x="14907" y="17194"/>
                    <a:pt x="14370" y="17418"/>
                  </a:cubicBezTo>
                  <a:cubicBezTo>
                    <a:pt x="14265" y="17460"/>
                    <a:pt x="14215" y="17579"/>
                    <a:pt x="14259" y="17684"/>
                  </a:cubicBezTo>
                  <a:cubicBezTo>
                    <a:pt x="14292" y="17761"/>
                    <a:pt x="14367" y="17811"/>
                    <a:pt x="14450" y="17811"/>
                  </a:cubicBezTo>
                  <a:cubicBezTo>
                    <a:pt x="14478" y="17811"/>
                    <a:pt x="14503" y="17806"/>
                    <a:pt x="14531" y="17795"/>
                  </a:cubicBezTo>
                  <a:cubicBezTo>
                    <a:pt x="15076" y="17568"/>
                    <a:pt x="15569" y="17338"/>
                    <a:pt x="16031" y="17097"/>
                  </a:cubicBezTo>
                  <a:cubicBezTo>
                    <a:pt x="16134" y="17044"/>
                    <a:pt x="16172" y="16920"/>
                    <a:pt x="16120" y="16820"/>
                  </a:cubicBezTo>
                  <a:cubicBezTo>
                    <a:pt x="16085" y="16748"/>
                    <a:pt x="16012" y="16706"/>
                    <a:pt x="15938" y="16706"/>
                  </a:cubicBezTo>
                  <a:close/>
                  <a:moveTo>
                    <a:pt x="11369" y="18532"/>
                  </a:moveTo>
                  <a:cubicBezTo>
                    <a:pt x="11348" y="18532"/>
                    <a:pt x="11326" y="18535"/>
                    <a:pt x="11305" y="18542"/>
                  </a:cubicBezTo>
                  <a:lnTo>
                    <a:pt x="10782" y="18714"/>
                  </a:lnTo>
                  <a:lnTo>
                    <a:pt x="9743" y="19060"/>
                  </a:lnTo>
                  <a:cubicBezTo>
                    <a:pt x="9533" y="19143"/>
                    <a:pt x="9583" y="19453"/>
                    <a:pt x="9807" y="19462"/>
                  </a:cubicBezTo>
                  <a:cubicBezTo>
                    <a:pt x="9832" y="19462"/>
                    <a:pt x="9854" y="19459"/>
                    <a:pt x="9879" y="19453"/>
                  </a:cubicBezTo>
                  <a:lnTo>
                    <a:pt x="10912" y="19102"/>
                  </a:lnTo>
                  <a:lnTo>
                    <a:pt x="11432" y="18930"/>
                  </a:lnTo>
                  <a:cubicBezTo>
                    <a:pt x="11538" y="18894"/>
                    <a:pt x="11598" y="18778"/>
                    <a:pt x="11562" y="18670"/>
                  </a:cubicBezTo>
                  <a:cubicBezTo>
                    <a:pt x="11534" y="18586"/>
                    <a:pt x="11454" y="18532"/>
                    <a:pt x="11369" y="18532"/>
                  </a:cubicBezTo>
                  <a:close/>
                  <a:moveTo>
                    <a:pt x="6751" y="20236"/>
                  </a:moveTo>
                  <a:cubicBezTo>
                    <a:pt x="6722" y="20236"/>
                    <a:pt x="6691" y="20242"/>
                    <a:pt x="6662" y="20256"/>
                  </a:cubicBezTo>
                  <a:cubicBezTo>
                    <a:pt x="6141" y="20494"/>
                    <a:pt x="5646" y="20752"/>
                    <a:pt x="5186" y="21009"/>
                  </a:cubicBezTo>
                  <a:cubicBezTo>
                    <a:pt x="5086" y="21067"/>
                    <a:pt x="5053" y="21192"/>
                    <a:pt x="5108" y="21289"/>
                  </a:cubicBezTo>
                  <a:cubicBezTo>
                    <a:pt x="5143" y="21353"/>
                    <a:pt x="5209" y="21394"/>
                    <a:pt x="5281" y="21394"/>
                  </a:cubicBezTo>
                  <a:cubicBezTo>
                    <a:pt x="5284" y="21394"/>
                    <a:pt x="5286" y="21394"/>
                    <a:pt x="5288" y="21394"/>
                  </a:cubicBezTo>
                  <a:cubicBezTo>
                    <a:pt x="5324" y="21394"/>
                    <a:pt x="5358" y="21386"/>
                    <a:pt x="5388" y="21369"/>
                  </a:cubicBezTo>
                  <a:cubicBezTo>
                    <a:pt x="5837" y="21114"/>
                    <a:pt x="6324" y="20865"/>
                    <a:pt x="6836" y="20630"/>
                  </a:cubicBezTo>
                  <a:cubicBezTo>
                    <a:pt x="6936" y="20580"/>
                    <a:pt x="6980" y="20458"/>
                    <a:pt x="6936" y="20356"/>
                  </a:cubicBezTo>
                  <a:cubicBezTo>
                    <a:pt x="6902" y="20280"/>
                    <a:pt x="6829" y="20236"/>
                    <a:pt x="6751" y="20236"/>
                  </a:cubicBezTo>
                  <a:close/>
                  <a:moveTo>
                    <a:pt x="2649" y="22927"/>
                  </a:moveTo>
                  <a:cubicBezTo>
                    <a:pt x="2598" y="22927"/>
                    <a:pt x="2547" y="22945"/>
                    <a:pt x="2506" y="22983"/>
                  </a:cubicBezTo>
                  <a:cubicBezTo>
                    <a:pt x="2104" y="23374"/>
                    <a:pt x="1736" y="23797"/>
                    <a:pt x="1409" y="24254"/>
                  </a:cubicBezTo>
                  <a:cubicBezTo>
                    <a:pt x="1343" y="24346"/>
                    <a:pt x="1365" y="24470"/>
                    <a:pt x="1456" y="24537"/>
                  </a:cubicBezTo>
                  <a:cubicBezTo>
                    <a:pt x="1492" y="24562"/>
                    <a:pt x="1534" y="24575"/>
                    <a:pt x="1578" y="24575"/>
                  </a:cubicBezTo>
                  <a:cubicBezTo>
                    <a:pt x="1645" y="24575"/>
                    <a:pt x="1706" y="24545"/>
                    <a:pt x="1744" y="24492"/>
                  </a:cubicBezTo>
                  <a:cubicBezTo>
                    <a:pt x="2057" y="24058"/>
                    <a:pt x="2406" y="23651"/>
                    <a:pt x="2788" y="23277"/>
                  </a:cubicBezTo>
                  <a:cubicBezTo>
                    <a:pt x="2871" y="23199"/>
                    <a:pt x="2874" y="23069"/>
                    <a:pt x="2796" y="22986"/>
                  </a:cubicBezTo>
                  <a:cubicBezTo>
                    <a:pt x="2756" y="22947"/>
                    <a:pt x="2703" y="22927"/>
                    <a:pt x="2649" y="22927"/>
                  </a:cubicBezTo>
                  <a:close/>
                  <a:moveTo>
                    <a:pt x="304" y="27162"/>
                  </a:moveTo>
                  <a:cubicBezTo>
                    <a:pt x="205" y="27162"/>
                    <a:pt x="117" y="27233"/>
                    <a:pt x="100" y="27333"/>
                  </a:cubicBezTo>
                  <a:cubicBezTo>
                    <a:pt x="33" y="27735"/>
                    <a:pt x="0" y="28139"/>
                    <a:pt x="0" y="28546"/>
                  </a:cubicBezTo>
                  <a:cubicBezTo>
                    <a:pt x="0" y="28701"/>
                    <a:pt x="3" y="28859"/>
                    <a:pt x="14" y="29017"/>
                  </a:cubicBezTo>
                  <a:cubicBezTo>
                    <a:pt x="22" y="29122"/>
                    <a:pt x="111" y="29208"/>
                    <a:pt x="219" y="29210"/>
                  </a:cubicBezTo>
                  <a:lnTo>
                    <a:pt x="233" y="29205"/>
                  </a:lnTo>
                  <a:cubicBezTo>
                    <a:pt x="346" y="29199"/>
                    <a:pt x="432" y="29105"/>
                    <a:pt x="426" y="28992"/>
                  </a:cubicBezTo>
                  <a:cubicBezTo>
                    <a:pt x="415" y="28842"/>
                    <a:pt x="410" y="28693"/>
                    <a:pt x="413" y="28546"/>
                  </a:cubicBezTo>
                  <a:cubicBezTo>
                    <a:pt x="413" y="28161"/>
                    <a:pt x="443" y="27779"/>
                    <a:pt x="507" y="27400"/>
                  </a:cubicBezTo>
                  <a:cubicBezTo>
                    <a:pt x="526" y="27286"/>
                    <a:pt x="449" y="27178"/>
                    <a:pt x="335" y="27164"/>
                  </a:cubicBezTo>
                  <a:cubicBezTo>
                    <a:pt x="325" y="27163"/>
                    <a:pt x="314" y="27162"/>
                    <a:pt x="304" y="27162"/>
                  </a:cubicBezTo>
                  <a:close/>
                  <a:moveTo>
                    <a:pt x="1122" y="31929"/>
                  </a:moveTo>
                  <a:cubicBezTo>
                    <a:pt x="1089" y="31929"/>
                    <a:pt x="1055" y="31937"/>
                    <a:pt x="1024" y="31954"/>
                  </a:cubicBezTo>
                  <a:cubicBezTo>
                    <a:pt x="925" y="32007"/>
                    <a:pt x="889" y="32131"/>
                    <a:pt x="941" y="32231"/>
                  </a:cubicBezTo>
                  <a:cubicBezTo>
                    <a:pt x="1210" y="32727"/>
                    <a:pt x="1537" y="33189"/>
                    <a:pt x="1910" y="33613"/>
                  </a:cubicBezTo>
                  <a:cubicBezTo>
                    <a:pt x="1949" y="33654"/>
                    <a:pt x="2005" y="33679"/>
                    <a:pt x="2063" y="33682"/>
                  </a:cubicBezTo>
                  <a:cubicBezTo>
                    <a:pt x="2113" y="33682"/>
                    <a:pt x="2162" y="33660"/>
                    <a:pt x="2198" y="33627"/>
                  </a:cubicBezTo>
                  <a:cubicBezTo>
                    <a:pt x="2284" y="33552"/>
                    <a:pt x="2290" y="33422"/>
                    <a:pt x="2215" y="33339"/>
                  </a:cubicBezTo>
                  <a:cubicBezTo>
                    <a:pt x="1861" y="32940"/>
                    <a:pt x="1556" y="32505"/>
                    <a:pt x="1301" y="32037"/>
                  </a:cubicBezTo>
                  <a:cubicBezTo>
                    <a:pt x="1265" y="31969"/>
                    <a:pt x="1195" y="31929"/>
                    <a:pt x="1122" y="31929"/>
                  </a:cubicBezTo>
                  <a:close/>
                  <a:moveTo>
                    <a:pt x="11080" y="34552"/>
                  </a:moveTo>
                  <a:cubicBezTo>
                    <a:pt x="11045" y="34552"/>
                    <a:pt x="11009" y="34562"/>
                    <a:pt x="10975" y="34582"/>
                  </a:cubicBezTo>
                  <a:cubicBezTo>
                    <a:pt x="10521" y="34856"/>
                    <a:pt x="10034" y="35077"/>
                    <a:pt x="9527" y="35238"/>
                  </a:cubicBezTo>
                  <a:cubicBezTo>
                    <a:pt x="9419" y="35269"/>
                    <a:pt x="9358" y="35385"/>
                    <a:pt x="9392" y="35496"/>
                  </a:cubicBezTo>
                  <a:cubicBezTo>
                    <a:pt x="9419" y="35579"/>
                    <a:pt x="9500" y="35637"/>
                    <a:pt x="9588" y="35637"/>
                  </a:cubicBezTo>
                  <a:cubicBezTo>
                    <a:pt x="9608" y="35637"/>
                    <a:pt x="9630" y="35634"/>
                    <a:pt x="9649" y="35628"/>
                  </a:cubicBezTo>
                  <a:cubicBezTo>
                    <a:pt x="10189" y="35460"/>
                    <a:pt x="10704" y="35224"/>
                    <a:pt x="11186" y="34931"/>
                  </a:cubicBezTo>
                  <a:cubicBezTo>
                    <a:pt x="11280" y="34870"/>
                    <a:pt x="11310" y="34748"/>
                    <a:pt x="11252" y="34651"/>
                  </a:cubicBezTo>
                  <a:cubicBezTo>
                    <a:pt x="11214" y="34587"/>
                    <a:pt x="11148" y="34552"/>
                    <a:pt x="11080" y="34552"/>
                  </a:cubicBezTo>
                  <a:close/>
                  <a:moveTo>
                    <a:pt x="4752" y="35094"/>
                  </a:moveTo>
                  <a:cubicBezTo>
                    <a:pt x="4669" y="35094"/>
                    <a:pt x="4593" y="35146"/>
                    <a:pt x="4563" y="35227"/>
                  </a:cubicBezTo>
                  <a:cubicBezTo>
                    <a:pt x="4521" y="35335"/>
                    <a:pt x="4577" y="35451"/>
                    <a:pt x="4682" y="35490"/>
                  </a:cubicBezTo>
                  <a:cubicBezTo>
                    <a:pt x="5211" y="35687"/>
                    <a:pt x="5756" y="35825"/>
                    <a:pt x="6313" y="35903"/>
                  </a:cubicBezTo>
                  <a:lnTo>
                    <a:pt x="6343" y="35903"/>
                  </a:lnTo>
                  <a:cubicBezTo>
                    <a:pt x="6446" y="35903"/>
                    <a:pt x="6532" y="35828"/>
                    <a:pt x="6545" y="35725"/>
                  </a:cubicBezTo>
                  <a:cubicBezTo>
                    <a:pt x="6562" y="35615"/>
                    <a:pt x="6484" y="35509"/>
                    <a:pt x="6371" y="35496"/>
                  </a:cubicBezTo>
                  <a:cubicBezTo>
                    <a:pt x="5842" y="35421"/>
                    <a:pt x="5324" y="35291"/>
                    <a:pt x="4826" y="35108"/>
                  </a:cubicBezTo>
                  <a:cubicBezTo>
                    <a:pt x="4802" y="35099"/>
                    <a:pt x="4777" y="35094"/>
                    <a:pt x="4752" y="350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561" name="Google Shape;4561;p69"/>
          <p:cNvSpPr/>
          <p:nvPr/>
        </p:nvSpPr>
        <p:spPr>
          <a:xfrm>
            <a:off x="8912362" y="1155453"/>
            <a:ext cx="3279652" cy="4554024"/>
          </a:xfrm>
          <a:custGeom>
            <a:avLst/>
            <a:gdLst/>
            <a:ahLst/>
            <a:cxnLst/>
            <a:rect l="l" t="t" r="r" b="b"/>
            <a:pathLst>
              <a:path w="92138" h="127940" extrusionOk="0">
                <a:moveTo>
                  <a:pt x="85073" y="0"/>
                </a:moveTo>
                <a:cubicBezTo>
                  <a:pt x="85013" y="0"/>
                  <a:pt x="84958" y="40"/>
                  <a:pt x="84958" y="108"/>
                </a:cubicBezTo>
                <a:cubicBezTo>
                  <a:pt x="84899" y="167"/>
                  <a:pt x="84919" y="266"/>
                  <a:pt x="84998" y="326"/>
                </a:cubicBezTo>
                <a:cubicBezTo>
                  <a:pt x="85573" y="603"/>
                  <a:pt x="86128" y="940"/>
                  <a:pt x="86644" y="1337"/>
                </a:cubicBezTo>
                <a:lnTo>
                  <a:pt x="86743" y="1337"/>
                </a:lnTo>
                <a:cubicBezTo>
                  <a:pt x="86783" y="1337"/>
                  <a:pt x="86842" y="1317"/>
                  <a:pt x="86882" y="1297"/>
                </a:cubicBezTo>
                <a:cubicBezTo>
                  <a:pt x="86922" y="1218"/>
                  <a:pt x="86902" y="1119"/>
                  <a:pt x="86842" y="1059"/>
                </a:cubicBezTo>
                <a:cubicBezTo>
                  <a:pt x="86307" y="663"/>
                  <a:pt x="85732" y="326"/>
                  <a:pt x="85157" y="28"/>
                </a:cubicBezTo>
                <a:cubicBezTo>
                  <a:pt x="85131" y="9"/>
                  <a:pt x="85102" y="0"/>
                  <a:pt x="85073" y="0"/>
                </a:cubicBezTo>
                <a:close/>
                <a:moveTo>
                  <a:pt x="88675" y="2762"/>
                </a:moveTo>
                <a:cubicBezTo>
                  <a:pt x="88636" y="2762"/>
                  <a:pt x="88595" y="2777"/>
                  <a:pt x="88568" y="2805"/>
                </a:cubicBezTo>
                <a:cubicBezTo>
                  <a:pt x="88488" y="2844"/>
                  <a:pt x="88488" y="2963"/>
                  <a:pt x="88548" y="3023"/>
                </a:cubicBezTo>
                <a:cubicBezTo>
                  <a:pt x="88984" y="3499"/>
                  <a:pt x="89381" y="4014"/>
                  <a:pt x="89738" y="4570"/>
                </a:cubicBezTo>
                <a:cubicBezTo>
                  <a:pt x="89777" y="4609"/>
                  <a:pt x="89817" y="4629"/>
                  <a:pt x="89877" y="4629"/>
                </a:cubicBezTo>
                <a:lnTo>
                  <a:pt x="89956" y="4609"/>
                </a:lnTo>
                <a:cubicBezTo>
                  <a:pt x="90035" y="4550"/>
                  <a:pt x="90055" y="4451"/>
                  <a:pt x="89996" y="4371"/>
                </a:cubicBezTo>
                <a:cubicBezTo>
                  <a:pt x="89658" y="3816"/>
                  <a:pt x="89242" y="3300"/>
                  <a:pt x="88786" y="2824"/>
                </a:cubicBezTo>
                <a:cubicBezTo>
                  <a:pt x="88765" y="2782"/>
                  <a:pt x="88721" y="2762"/>
                  <a:pt x="88675" y="2762"/>
                </a:cubicBezTo>
                <a:close/>
                <a:moveTo>
                  <a:pt x="91110" y="6597"/>
                </a:moveTo>
                <a:cubicBezTo>
                  <a:pt x="91089" y="6597"/>
                  <a:pt x="91068" y="6602"/>
                  <a:pt x="91047" y="6612"/>
                </a:cubicBezTo>
                <a:cubicBezTo>
                  <a:pt x="90967" y="6632"/>
                  <a:pt x="90908" y="6731"/>
                  <a:pt x="90947" y="6810"/>
                </a:cubicBezTo>
                <a:cubicBezTo>
                  <a:pt x="91185" y="7425"/>
                  <a:pt x="91384" y="8040"/>
                  <a:pt x="91523" y="8675"/>
                </a:cubicBezTo>
                <a:cubicBezTo>
                  <a:pt x="91542" y="8754"/>
                  <a:pt x="91622" y="8794"/>
                  <a:pt x="91701" y="8794"/>
                </a:cubicBezTo>
                <a:lnTo>
                  <a:pt x="91721" y="8794"/>
                </a:lnTo>
                <a:cubicBezTo>
                  <a:pt x="91800" y="8774"/>
                  <a:pt x="91860" y="8694"/>
                  <a:pt x="91840" y="8595"/>
                </a:cubicBezTo>
                <a:cubicBezTo>
                  <a:pt x="91681" y="7941"/>
                  <a:pt x="91483" y="7306"/>
                  <a:pt x="91245" y="6692"/>
                </a:cubicBezTo>
                <a:cubicBezTo>
                  <a:pt x="91216" y="6633"/>
                  <a:pt x="91166" y="6597"/>
                  <a:pt x="91110" y="6597"/>
                </a:cubicBezTo>
                <a:close/>
                <a:moveTo>
                  <a:pt x="91959" y="11054"/>
                </a:moveTo>
                <a:cubicBezTo>
                  <a:pt x="91879" y="11054"/>
                  <a:pt x="91800" y="11114"/>
                  <a:pt x="91780" y="11213"/>
                </a:cubicBezTo>
                <a:cubicBezTo>
                  <a:pt x="91800" y="11848"/>
                  <a:pt x="91741" y="12502"/>
                  <a:pt x="91622" y="13137"/>
                </a:cubicBezTo>
                <a:cubicBezTo>
                  <a:pt x="91622" y="13236"/>
                  <a:pt x="91681" y="13315"/>
                  <a:pt x="91760" y="13335"/>
                </a:cubicBezTo>
                <a:lnTo>
                  <a:pt x="91800" y="13335"/>
                </a:lnTo>
                <a:cubicBezTo>
                  <a:pt x="91879" y="13335"/>
                  <a:pt x="91939" y="13275"/>
                  <a:pt x="91939" y="13196"/>
                </a:cubicBezTo>
                <a:cubicBezTo>
                  <a:pt x="92058" y="12542"/>
                  <a:pt x="92117" y="11887"/>
                  <a:pt x="92137" y="11233"/>
                </a:cubicBezTo>
                <a:cubicBezTo>
                  <a:pt x="92137" y="11134"/>
                  <a:pt x="92058" y="11054"/>
                  <a:pt x="91959" y="11054"/>
                </a:cubicBezTo>
                <a:close/>
                <a:moveTo>
                  <a:pt x="91092" y="15504"/>
                </a:moveTo>
                <a:cubicBezTo>
                  <a:pt x="91027" y="15504"/>
                  <a:pt x="90963" y="15554"/>
                  <a:pt x="90947" y="15616"/>
                </a:cubicBezTo>
                <a:cubicBezTo>
                  <a:pt x="90709" y="16211"/>
                  <a:pt x="90432" y="16786"/>
                  <a:pt x="90134" y="17381"/>
                </a:cubicBezTo>
                <a:cubicBezTo>
                  <a:pt x="90095" y="17460"/>
                  <a:pt x="90114" y="17539"/>
                  <a:pt x="90174" y="17599"/>
                </a:cubicBezTo>
                <a:lnTo>
                  <a:pt x="90253" y="17599"/>
                </a:lnTo>
                <a:cubicBezTo>
                  <a:pt x="90313" y="17599"/>
                  <a:pt x="90372" y="17579"/>
                  <a:pt x="90412" y="17519"/>
                </a:cubicBezTo>
                <a:cubicBezTo>
                  <a:pt x="90729" y="16944"/>
                  <a:pt x="91007" y="16349"/>
                  <a:pt x="91245" y="15735"/>
                </a:cubicBezTo>
                <a:cubicBezTo>
                  <a:pt x="91265" y="15635"/>
                  <a:pt x="91245" y="15536"/>
                  <a:pt x="91146" y="15516"/>
                </a:cubicBezTo>
                <a:cubicBezTo>
                  <a:pt x="91128" y="15508"/>
                  <a:pt x="91110" y="15504"/>
                  <a:pt x="91092" y="15504"/>
                </a:cubicBezTo>
                <a:close/>
                <a:moveTo>
                  <a:pt x="88856" y="19462"/>
                </a:moveTo>
                <a:cubicBezTo>
                  <a:pt x="88802" y="19462"/>
                  <a:pt x="88752" y="19484"/>
                  <a:pt x="88726" y="19522"/>
                </a:cubicBezTo>
                <a:cubicBezTo>
                  <a:pt x="88330" y="20018"/>
                  <a:pt x="87893" y="20514"/>
                  <a:pt x="87457" y="20990"/>
                </a:cubicBezTo>
                <a:cubicBezTo>
                  <a:pt x="87378" y="21049"/>
                  <a:pt x="87378" y="21168"/>
                  <a:pt x="87457" y="21208"/>
                </a:cubicBezTo>
                <a:lnTo>
                  <a:pt x="87576" y="21267"/>
                </a:lnTo>
                <a:lnTo>
                  <a:pt x="87675" y="21208"/>
                </a:lnTo>
                <a:cubicBezTo>
                  <a:pt x="88131" y="20752"/>
                  <a:pt x="88568" y="20256"/>
                  <a:pt x="88964" y="19721"/>
                </a:cubicBezTo>
                <a:cubicBezTo>
                  <a:pt x="89024" y="19661"/>
                  <a:pt x="89004" y="19542"/>
                  <a:pt x="88944" y="19483"/>
                </a:cubicBezTo>
                <a:cubicBezTo>
                  <a:pt x="88916" y="19469"/>
                  <a:pt x="88886" y="19462"/>
                  <a:pt x="88856" y="19462"/>
                </a:cubicBezTo>
                <a:close/>
                <a:moveTo>
                  <a:pt x="85625" y="22735"/>
                </a:moveTo>
                <a:cubicBezTo>
                  <a:pt x="85601" y="22735"/>
                  <a:pt x="85577" y="22741"/>
                  <a:pt x="85553" y="22755"/>
                </a:cubicBezTo>
                <a:cubicBezTo>
                  <a:pt x="85057" y="23151"/>
                  <a:pt x="84522" y="23548"/>
                  <a:pt x="83987" y="23925"/>
                </a:cubicBezTo>
                <a:cubicBezTo>
                  <a:pt x="83907" y="23965"/>
                  <a:pt x="83887" y="24084"/>
                  <a:pt x="83967" y="24143"/>
                </a:cubicBezTo>
                <a:cubicBezTo>
                  <a:pt x="83987" y="24183"/>
                  <a:pt x="84026" y="24222"/>
                  <a:pt x="84086" y="24222"/>
                </a:cubicBezTo>
                <a:lnTo>
                  <a:pt x="84185" y="24183"/>
                </a:lnTo>
                <a:cubicBezTo>
                  <a:pt x="84720" y="23826"/>
                  <a:pt x="85256" y="23429"/>
                  <a:pt x="85771" y="22993"/>
                </a:cubicBezTo>
                <a:cubicBezTo>
                  <a:pt x="85837" y="22878"/>
                  <a:pt x="85739" y="22735"/>
                  <a:pt x="85625" y="22735"/>
                </a:cubicBezTo>
                <a:close/>
                <a:moveTo>
                  <a:pt x="81855" y="25254"/>
                </a:moveTo>
                <a:cubicBezTo>
                  <a:pt x="81829" y="25254"/>
                  <a:pt x="81805" y="25260"/>
                  <a:pt x="81785" y="25273"/>
                </a:cubicBezTo>
                <a:lnTo>
                  <a:pt x="81706" y="25273"/>
                </a:lnTo>
                <a:lnTo>
                  <a:pt x="80020" y="26106"/>
                </a:lnTo>
                <a:cubicBezTo>
                  <a:pt x="79834" y="26144"/>
                  <a:pt x="79893" y="26407"/>
                  <a:pt x="80064" y="26407"/>
                </a:cubicBezTo>
                <a:cubicBezTo>
                  <a:pt x="80075" y="26407"/>
                  <a:pt x="80087" y="26406"/>
                  <a:pt x="80100" y="26404"/>
                </a:cubicBezTo>
                <a:lnTo>
                  <a:pt x="80159" y="26424"/>
                </a:lnTo>
                <a:lnTo>
                  <a:pt x="81845" y="25611"/>
                </a:lnTo>
                <a:lnTo>
                  <a:pt x="81924" y="25551"/>
                </a:lnTo>
                <a:cubicBezTo>
                  <a:pt x="82023" y="25531"/>
                  <a:pt x="82043" y="25412"/>
                  <a:pt x="82003" y="25333"/>
                </a:cubicBezTo>
                <a:cubicBezTo>
                  <a:pt x="81964" y="25280"/>
                  <a:pt x="81907" y="25254"/>
                  <a:pt x="81855" y="25254"/>
                </a:cubicBezTo>
                <a:close/>
                <a:moveTo>
                  <a:pt x="77650" y="27033"/>
                </a:moveTo>
                <a:cubicBezTo>
                  <a:pt x="77634" y="27033"/>
                  <a:pt x="77618" y="27035"/>
                  <a:pt x="77601" y="27038"/>
                </a:cubicBezTo>
                <a:cubicBezTo>
                  <a:pt x="77026" y="27257"/>
                  <a:pt x="76391" y="27455"/>
                  <a:pt x="75757" y="27653"/>
                </a:cubicBezTo>
                <a:cubicBezTo>
                  <a:pt x="75677" y="27693"/>
                  <a:pt x="75638" y="27772"/>
                  <a:pt x="75657" y="27851"/>
                </a:cubicBezTo>
                <a:cubicBezTo>
                  <a:pt x="75657" y="27931"/>
                  <a:pt x="75737" y="27990"/>
                  <a:pt x="75796" y="27990"/>
                </a:cubicBezTo>
                <a:lnTo>
                  <a:pt x="75856" y="27970"/>
                </a:lnTo>
                <a:lnTo>
                  <a:pt x="77720" y="27376"/>
                </a:lnTo>
                <a:cubicBezTo>
                  <a:pt x="77819" y="27316"/>
                  <a:pt x="77859" y="27237"/>
                  <a:pt x="77819" y="27138"/>
                </a:cubicBezTo>
                <a:cubicBezTo>
                  <a:pt x="77786" y="27072"/>
                  <a:pt x="77726" y="27033"/>
                  <a:pt x="77650" y="27033"/>
                </a:cubicBezTo>
                <a:close/>
                <a:moveTo>
                  <a:pt x="73289" y="28343"/>
                </a:moveTo>
                <a:cubicBezTo>
                  <a:pt x="73279" y="28343"/>
                  <a:pt x="73268" y="28345"/>
                  <a:pt x="73258" y="28347"/>
                </a:cubicBezTo>
                <a:lnTo>
                  <a:pt x="71374" y="28823"/>
                </a:lnTo>
                <a:cubicBezTo>
                  <a:pt x="71275" y="28843"/>
                  <a:pt x="71215" y="28942"/>
                  <a:pt x="71235" y="29022"/>
                </a:cubicBezTo>
                <a:cubicBezTo>
                  <a:pt x="71252" y="29090"/>
                  <a:pt x="71299" y="29144"/>
                  <a:pt x="71363" y="29144"/>
                </a:cubicBezTo>
                <a:cubicBezTo>
                  <a:pt x="71373" y="29144"/>
                  <a:pt x="71383" y="29143"/>
                  <a:pt x="71394" y="29141"/>
                </a:cubicBezTo>
                <a:lnTo>
                  <a:pt x="71433" y="29141"/>
                </a:lnTo>
                <a:lnTo>
                  <a:pt x="73317" y="28684"/>
                </a:lnTo>
                <a:cubicBezTo>
                  <a:pt x="73416" y="28665"/>
                  <a:pt x="73456" y="28565"/>
                  <a:pt x="73456" y="28486"/>
                </a:cubicBezTo>
                <a:cubicBezTo>
                  <a:pt x="73439" y="28400"/>
                  <a:pt x="73361" y="28343"/>
                  <a:pt x="73289" y="28343"/>
                </a:cubicBezTo>
                <a:close/>
                <a:moveTo>
                  <a:pt x="68816" y="29398"/>
                </a:moveTo>
                <a:lnTo>
                  <a:pt x="66912" y="29815"/>
                </a:lnTo>
                <a:cubicBezTo>
                  <a:pt x="66813" y="29835"/>
                  <a:pt x="66753" y="29934"/>
                  <a:pt x="66773" y="30013"/>
                </a:cubicBezTo>
                <a:cubicBezTo>
                  <a:pt x="66790" y="30082"/>
                  <a:pt x="66837" y="30136"/>
                  <a:pt x="66901" y="30136"/>
                </a:cubicBezTo>
                <a:cubicBezTo>
                  <a:pt x="66911" y="30136"/>
                  <a:pt x="66921" y="30135"/>
                  <a:pt x="66932" y="30132"/>
                </a:cubicBezTo>
                <a:lnTo>
                  <a:pt x="66971" y="30132"/>
                </a:lnTo>
                <a:lnTo>
                  <a:pt x="68895" y="29716"/>
                </a:lnTo>
                <a:cubicBezTo>
                  <a:pt x="68974" y="29716"/>
                  <a:pt x="69034" y="29616"/>
                  <a:pt x="69014" y="29517"/>
                </a:cubicBezTo>
                <a:cubicBezTo>
                  <a:pt x="68974" y="29438"/>
                  <a:pt x="68895" y="29398"/>
                  <a:pt x="68816" y="29398"/>
                </a:cubicBezTo>
                <a:close/>
                <a:moveTo>
                  <a:pt x="64396" y="30405"/>
                </a:moveTo>
                <a:cubicBezTo>
                  <a:pt x="64381" y="30405"/>
                  <a:pt x="64367" y="30406"/>
                  <a:pt x="64354" y="30410"/>
                </a:cubicBezTo>
                <a:lnTo>
                  <a:pt x="64135" y="30469"/>
                </a:lnTo>
                <a:lnTo>
                  <a:pt x="62470" y="30886"/>
                </a:lnTo>
                <a:cubicBezTo>
                  <a:pt x="62370" y="30886"/>
                  <a:pt x="62311" y="30985"/>
                  <a:pt x="62351" y="31084"/>
                </a:cubicBezTo>
                <a:cubicBezTo>
                  <a:pt x="62351" y="31163"/>
                  <a:pt x="62410" y="31203"/>
                  <a:pt x="62489" y="31203"/>
                </a:cubicBezTo>
                <a:lnTo>
                  <a:pt x="62549" y="31183"/>
                </a:lnTo>
                <a:lnTo>
                  <a:pt x="64195" y="30787"/>
                </a:lnTo>
                <a:lnTo>
                  <a:pt x="64433" y="30707"/>
                </a:lnTo>
                <a:cubicBezTo>
                  <a:pt x="64512" y="30707"/>
                  <a:pt x="64572" y="30608"/>
                  <a:pt x="64552" y="30509"/>
                </a:cubicBezTo>
                <a:cubicBezTo>
                  <a:pt x="64535" y="30443"/>
                  <a:pt x="64465" y="30405"/>
                  <a:pt x="64396" y="30405"/>
                </a:cubicBezTo>
                <a:close/>
                <a:moveTo>
                  <a:pt x="59994" y="31567"/>
                </a:moveTo>
                <a:cubicBezTo>
                  <a:pt x="59974" y="31567"/>
                  <a:pt x="59952" y="31571"/>
                  <a:pt x="59931" y="31580"/>
                </a:cubicBezTo>
                <a:lnTo>
                  <a:pt x="58087" y="32195"/>
                </a:lnTo>
                <a:cubicBezTo>
                  <a:pt x="57988" y="32234"/>
                  <a:pt x="57948" y="32333"/>
                  <a:pt x="57988" y="32413"/>
                </a:cubicBezTo>
                <a:cubicBezTo>
                  <a:pt x="57988" y="32478"/>
                  <a:pt x="58042" y="32517"/>
                  <a:pt x="58095" y="32517"/>
                </a:cubicBezTo>
                <a:cubicBezTo>
                  <a:pt x="58106" y="32517"/>
                  <a:pt x="58116" y="32515"/>
                  <a:pt x="58127" y="32512"/>
                </a:cubicBezTo>
                <a:lnTo>
                  <a:pt x="58186" y="32512"/>
                </a:lnTo>
                <a:lnTo>
                  <a:pt x="60030" y="31897"/>
                </a:lnTo>
                <a:cubicBezTo>
                  <a:pt x="60110" y="31877"/>
                  <a:pt x="60149" y="31778"/>
                  <a:pt x="60129" y="31699"/>
                </a:cubicBezTo>
                <a:cubicBezTo>
                  <a:pt x="60129" y="31621"/>
                  <a:pt x="60068" y="31567"/>
                  <a:pt x="59994" y="31567"/>
                </a:cubicBezTo>
                <a:close/>
                <a:moveTo>
                  <a:pt x="55702" y="33154"/>
                </a:moveTo>
                <a:cubicBezTo>
                  <a:pt x="55683" y="33154"/>
                  <a:pt x="55665" y="33158"/>
                  <a:pt x="55648" y="33166"/>
                </a:cubicBezTo>
                <a:cubicBezTo>
                  <a:pt x="55033" y="33444"/>
                  <a:pt x="54438" y="33741"/>
                  <a:pt x="53863" y="34039"/>
                </a:cubicBezTo>
                <a:cubicBezTo>
                  <a:pt x="53783" y="34059"/>
                  <a:pt x="53744" y="34158"/>
                  <a:pt x="53783" y="34237"/>
                </a:cubicBezTo>
                <a:cubicBezTo>
                  <a:pt x="53803" y="34297"/>
                  <a:pt x="53863" y="34336"/>
                  <a:pt x="53942" y="34336"/>
                </a:cubicBezTo>
                <a:lnTo>
                  <a:pt x="54021" y="34316"/>
                </a:lnTo>
                <a:lnTo>
                  <a:pt x="55767" y="33464"/>
                </a:lnTo>
                <a:cubicBezTo>
                  <a:pt x="55846" y="33424"/>
                  <a:pt x="55886" y="33345"/>
                  <a:pt x="55846" y="33265"/>
                </a:cubicBezTo>
                <a:cubicBezTo>
                  <a:pt x="55830" y="33203"/>
                  <a:pt x="55767" y="33154"/>
                  <a:pt x="55702" y="33154"/>
                </a:cubicBezTo>
                <a:close/>
                <a:moveTo>
                  <a:pt x="51683" y="35303"/>
                </a:moveTo>
                <a:cubicBezTo>
                  <a:pt x="51654" y="35303"/>
                  <a:pt x="51626" y="35316"/>
                  <a:pt x="51602" y="35348"/>
                </a:cubicBezTo>
                <a:cubicBezTo>
                  <a:pt x="51047" y="35705"/>
                  <a:pt x="50511" y="36081"/>
                  <a:pt x="49996" y="36518"/>
                </a:cubicBezTo>
                <a:cubicBezTo>
                  <a:pt x="49916" y="36557"/>
                  <a:pt x="49916" y="36676"/>
                  <a:pt x="49976" y="36736"/>
                </a:cubicBezTo>
                <a:lnTo>
                  <a:pt x="50095" y="36795"/>
                </a:lnTo>
                <a:lnTo>
                  <a:pt x="50194" y="36756"/>
                </a:lnTo>
                <a:cubicBezTo>
                  <a:pt x="50690" y="36359"/>
                  <a:pt x="51245" y="36002"/>
                  <a:pt x="51780" y="35625"/>
                </a:cubicBezTo>
                <a:cubicBezTo>
                  <a:pt x="51960" y="35593"/>
                  <a:pt x="51816" y="35303"/>
                  <a:pt x="51683" y="35303"/>
                </a:cubicBezTo>
                <a:close/>
                <a:moveTo>
                  <a:pt x="48182" y="38228"/>
                </a:moveTo>
                <a:cubicBezTo>
                  <a:pt x="48145" y="38228"/>
                  <a:pt x="48106" y="38244"/>
                  <a:pt x="48072" y="38283"/>
                </a:cubicBezTo>
                <a:lnTo>
                  <a:pt x="47775" y="38580"/>
                </a:lnTo>
                <a:cubicBezTo>
                  <a:pt x="47418" y="38937"/>
                  <a:pt x="47100" y="39334"/>
                  <a:pt x="46783" y="39770"/>
                </a:cubicBezTo>
                <a:cubicBezTo>
                  <a:pt x="46704" y="39830"/>
                  <a:pt x="46723" y="39929"/>
                  <a:pt x="46803" y="39988"/>
                </a:cubicBezTo>
                <a:lnTo>
                  <a:pt x="46902" y="40028"/>
                </a:lnTo>
                <a:cubicBezTo>
                  <a:pt x="46942" y="40028"/>
                  <a:pt x="47001" y="40008"/>
                  <a:pt x="47021" y="39968"/>
                </a:cubicBezTo>
                <a:cubicBezTo>
                  <a:pt x="47338" y="39572"/>
                  <a:pt x="47675" y="39175"/>
                  <a:pt x="48013" y="38798"/>
                </a:cubicBezTo>
                <a:lnTo>
                  <a:pt x="48290" y="38501"/>
                </a:lnTo>
                <a:cubicBezTo>
                  <a:pt x="48395" y="38381"/>
                  <a:pt x="48296" y="38228"/>
                  <a:pt x="48182" y="38228"/>
                </a:cubicBezTo>
                <a:close/>
                <a:moveTo>
                  <a:pt x="45430" y="41892"/>
                </a:moveTo>
                <a:cubicBezTo>
                  <a:pt x="45373" y="41892"/>
                  <a:pt x="45315" y="41918"/>
                  <a:pt x="45276" y="41971"/>
                </a:cubicBezTo>
                <a:cubicBezTo>
                  <a:pt x="44958" y="42546"/>
                  <a:pt x="44661" y="43122"/>
                  <a:pt x="44383" y="43716"/>
                </a:cubicBezTo>
                <a:cubicBezTo>
                  <a:pt x="44364" y="43796"/>
                  <a:pt x="44383" y="43895"/>
                  <a:pt x="44463" y="43935"/>
                </a:cubicBezTo>
                <a:lnTo>
                  <a:pt x="44542" y="43935"/>
                </a:lnTo>
                <a:cubicBezTo>
                  <a:pt x="44602" y="43935"/>
                  <a:pt x="44661" y="43895"/>
                  <a:pt x="44701" y="43855"/>
                </a:cubicBezTo>
                <a:cubicBezTo>
                  <a:pt x="44958" y="43260"/>
                  <a:pt x="45256" y="42685"/>
                  <a:pt x="45593" y="42150"/>
                </a:cubicBezTo>
                <a:cubicBezTo>
                  <a:pt x="45633" y="42051"/>
                  <a:pt x="45613" y="41952"/>
                  <a:pt x="45514" y="41912"/>
                </a:cubicBezTo>
                <a:cubicBezTo>
                  <a:pt x="45487" y="41899"/>
                  <a:pt x="45459" y="41892"/>
                  <a:pt x="45430" y="41892"/>
                </a:cubicBezTo>
                <a:close/>
                <a:moveTo>
                  <a:pt x="43607" y="46032"/>
                </a:moveTo>
                <a:cubicBezTo>
                  <a:pt x="43538" y="46032"/>
                  <a:pt x="43464" y="46070"/>
                  <a:pt x="43431" y="46136"/>
                </a:cubicBezTo>
                <a:cubicBezTo>
                  <a:pt x="43233" y="46751"/>
                  <a:pt x="43055" y="47365"/>
                  <a:pt x="42876" y="48040"/>
                </a:cubicBezTo>
                <a:cubicBezTo>
                  <a:pt x="42876" y="48119"/>
                  <a:pt x="42936" y="48198"/>
                  <a:pt x="43015" y="48238"/>
                </a:cubicBezTo>
                <a:lnTo>
                  <a:pt x="43055" y="48238"/>
                </a:lnTo>
                <a:cubicBezTo>
                  <a:pt x="43134" y="48238"/>
                  <a:pt x="43194" y="48179"/>
                  <a:pt x="43213" y="48119"/>
                </a:cubicBezTo>
                <a:cubicBezTo>
                  <a:pt x="43372" y="47465"/>
                  <a:pt x="43550" y="46850"/>
                  <a:pt x="43749" y="46235"/>
                </a:cubicBezTo>
                <a:cubicBezTo>
                  <a:pt x="43769" y="46156"/>
                  <a:pt x="43729" y="46057"/>
                  <a:pt x="43650" y="46037"/>
                </a:cubicBezTo>
                <a:cubicBezTo>
                  <a:pt x="43636" y="46033"/>
                  <a:pt x="43622" y="46032"/>
                  <a:pt x="43607" y="46032"/>
                </a:cubicBezTo>
                <a:close/>
                <a:moveTo>
                  <a:pt x="42528" y="50475"/>
                </a:moveTo>
                <a:cubicBezTo>
                  <a:pt x="42460" y="50475"/>
                  <a:pt x="42398" y="50529"/>
                  <a:pt x="42380" y="50598"/>
                </a:cubicBezTo>
                <a:cubicBezTo>
                  <a:pt x="42281" y="51233"/>
                  <a:pt x="42182" y="51887"/>
                  <a:pt x="42142" y="52561"/>
                </a:cubicBezTo>
                <a:cubicBezTo>
                  <a:pt x="42123" y="52641"/>
                  <a:pt x="42202" y="52720"/>
                  <a:pt x="42281" y="52720"/>
                </a:cubicBezTo>
                <a:cubicBezTo>
                  <a:pt x="42380" y="52720"/>
                  <a:pt x="42460" y="52680"/>
                  <a:pt x="42460" y="52581"/>
                </a:cubicBezTo>
                <a:cubicBezTo>
                  <a:pt x="42539" y="51927"/>
                  <a:pt x="42618" y="51292"/>
                  <a:pt x="42718" y="50638"/>
                </a:cubicBezTo>
                <a:cubicBezTo>
                  <a:pt x="42718" y="50558"/>
                  <a:pt x="42638" y="50479"/>
                  <a:pt x="42559" y="50479"/>
                </a:cubicBezTo>
                <a:cubicBezTo>
                  <a:pt x="42548" y="50476"/>
                  <a:pt x="42538" y="50475"/>
                  <a:pt x="42528" y="50475"/>
                </a:cubicBezTo>
                <a:close/>
                <a:moveTo>
                  <a:pt x="42142" y="55000"/>
                </a:moveTo>
                <a:cubicBezTo>
                  <a:pt x="42063" y="55000"/>
                  <a:pt x="41964" y="55080"/>
                  <a:pt x="41964" y="55159"/>
                </a:cubicBezTo>
                <a:lnTo>
                  <a:pt x="41964" y="57142"/>
                </a:lnTo>
                <a:cubicBezTo>
                  <a:pt x="41964" y="57222"/>
                  <a:pt x="42023" y="57281"/>
                  <a:pt x="42123" y="57281"/>
                </a:cubicBezTo>
                <a:cubicBezTo>
                  <a:pt x="42202" y="57281"/>
                  <a:pt x="42281" y="57202"/>
                  <a:pt x="42281" y="57122"/>
                </a:cubicBezTo>
                <a:lnTo>
                  <a:pt x="42281" y="55179"/>
                </a:lnTo>
                <a:cubicBezTo>
                  <a:pt x="42301" y="55080"/>
                  <a:pt x="42222" y="55000"/>
                  <a:pt x="42142" y="55000"/>
                </a:cubicBezTo>
                <a:close/>
                <a:moveTo>
                  <a:pt x="42221" y="59619"/>
                </a:moveTo>
                <a:cubicBezTo>
                  <a:pt x="42152" y="59619"/>
                  <a:pt x="42084" y="59658"/>
                  <a:pt x="42063" y="59740"/>
                </a:cubicBezTo>
                <a:cubicBezTo>
                  <a:pt x="42123" y="60395"/>
                  <a:pt x="42162" y="61029"/>
                  <a:pt x="42242" y="61703"/>
                </a:cubicBezTo>
                <a:cubicBezTo>
                  <a:pt x="42242" y="61783"/>
                  <a:pt x="42321" y="61842"/>
                  <a:pt x="42420" y="61842"/>
                </a:cubicBezTo>
                <a:cubicBezTo>
                  <a:pt x="42519" y="61822"/>
                  <a:pt x="42579" y="61743"/>
                  <a:pt x="42559" y="61684"/>
                </a:cubicBezTo>
                <a:cubicBezTo>
                  <a:pt x="42519" y="61009"/>
                  <a:pt x="42440" y="60355"/>
                  <a:pt x="42380" y="59720"/>
                </a:cubicBezTo>
                <a:cubicBezTo>
                  <a:pt x="42352" y="59653"/>
                  <a:pt x="42286" y="59619"/>
                  <a:pt x="42221" y="59619"/>
                </a:cubicBezTo>
                <a:close/>
                <a:moveTo>
                  <a:pt x="42718" y="64103"/>
                </a:moveTo>
                <a:cubicBezTo>
                  <a:pt x="42618" y="64123"/>
                  <a:pt x="42559" y="64202"/>
                  <a:pt x="42559" y="64301"/>
                </a:cubicBezTo>
                <a:lnTo>
                  <a:pt x="42856" y="66245"/>
                </a:lnTo>
                <a:cubicBezTo>
                  <a:pt x="42876" y="66304"/>
                  <a:pt x="42956" y="66364"/>
                  <a:pt x="43035" y="66364"/>
                </a:cubicBezTo>
                <a:lnTo>
                  <a:pt x="43055" y="66364"/>
                </a:lnTo>
                <a:cubicBezTo>
                  <a:pt x="43134" y="66344"/>
                  <a:pt x="43194" y="66265"/>
                  <a:pt x="43174" y="66185"/>
                </a:cubicBezTo>
                <a:lnTo>
                  <a:pt x="42876" y="64262"/>
                </a:lnTo>
                <a:cubicBezTo>
                  <a:pt x="42876" y="64163"/>
                  <a:pt x="42797" y="64103"/>
                  <a:pt x="42718" y="64103"/>
                </a:cubicBezTo>
                <a:close/>
                <a:moveTo>
                  <a:pt x="43471" y="68650"/>
                </a:moveTo>
                <a:cubicBezTo>
                  <a:pt x="43389" y="68650"/>
                  <a:pt x="43312" y="68709"/>
                  <a:pt x="43312" y="68803"/>
                </a:cubicBezTo>
                <a:lnTo>
                  <a:pt x="43610" y="70548"/>
                </a:lnTo>
                <a:lnTo>
                  <a:pt x="43650" y="70727"/>
                </a:lnTo>
                <a:cubicBezTo>
                  <a:pt x="43650" y="70806"/>
                  <a:pt x="43709" y="70866"/>
                  <a:pt x="43808" y="70866"/>
                </a:cubicBezTo>
                <a:lnTo>
                  <a:pt x="43828" y="70866"/>
                </a:lnTo>
                <a:cubicBezTo>
                  <a:pt x="43907" y="70846"/>
                  <a:pt x="43967" y="70766"/>
                  <a:pt x="43967" y="70667"/>
                </a:cubicBezTo>
                <a:lnTo>
                  <a:pt x="43927" y="70489"/>
                </a:lnTo>
                <a:lnTo>
                  <a:pt x="43630" y="68744"/>
                </a:lnTo>
                <a:cubicBezTo>
                  <a:pt x="43589" y="68679"/>
                  <a:pt x="43529" y="68650"/>
                  <a:pt x="43471" y="68650"/>
                </a:cubicBezTo>
                <a:close/>
                <a:moveTo>
                  <a:pt x="44225" y="73106"/>
                </a:moveTo>
                <a:cubicBezTo>
                  <a:pt x="44126" y="73126"/>
                  <a:pt x="44086" y="73206"/>
                  <a:pt x="44106" y="73305"/>
                </a:cubicBezTo>
                <a:cubicBezTo>
                  <a:pt x="44205" y="73939"/>
                  <a:pt x="44324" y="74594"/>
                  <a:pt x="44423" y="75228"/>
                </a:cubicBezTo>
                <a:cubicBezTo>
                  <a:pt x="44423" y="75308"/>
                  <a:pt x="44502" y="75367"/>
                  <a:pt x="44562" y="75367"/>
                </a:cubicBezTo>
                <a:lnTo>
                  <a:pt x="44602" y="75367"/>
                </a:lnTo>
                <a:cubicBezTo>
                  <a:pt x="44681" y="75347"/>
                  <a:pt x="44740" y="75268"/>
                  <a:pt x="44740" y="75189"/>
                </a:cubicBezTo>
                <a:cubicBezTo>
                  <a:pt x="44641" y="74534"/>
                  <a:pt x="44522" y="73900"/>
                  <a:pt x="44423" y="73245"/>
                </a:cubicBezTo>
                <a:cubicBezTo>
                  <a:pt x="44403" y="73166"/>
                  <a:pt x="44304" y="73106"/>
                  <a:pt x="44225" y="73106"/>
                </a:cubicBezTo>
                <a:close/>
                <a:moveTo>
                  <a:pt x="44939" y="77608"/>
                </a:moveTo>
                <a:cubicBezTo>
                  <a:pt x="44840" y="77628"/>
                  <a:pt x="44780" y="77727"/>
                  <a:pt x="44780" y="77806"/>
                </a:cubicBezTo>
                <a:cubicBezTo>
                  <a:pt x="44879" y="78481"/>
                  <a:pt x="44958" y="79135"/>
                  <a:pt x="45038" y="79750"/>
                </a:cubicBezTo>
                <a:cubicBezTo>
                  <a:pt x="45038" y="79829"/>
                  <a:pt x="45097" y="79889"/>
                  <a:pt x="45177" y="79889"/>
                </a:cubicBezTo>
                <a:lnTo>
                  <a:pt x="45216" y="79889"/>
                </a:lnTo>
                <a:cubicBezTo>
                  <a:pt x="45296" y="79869"/>
                  <a:pt x="45355" y="79790"/>
                  <a:pt x="45355" y="79690"/>
                </a:cubicBezTo>
                <a:cubicBezTo>
                  <a:pt x="45276" y="79076"/>
                  <a:pt x="45216" y="78421"/>
                  <a:pt x="45117" y="77767"/>
                </a:cubicBezTo>
                <a:cubicBezTo>
                  <a:pt x="45117" y="77668"/>
                  <a:pt x="45038" y="77608"/>
                  <a:pt x="44939" y="77608"/>
                </a:cubicBezTo>
                <a:close/>
                <a:moveTo>
                  <a:pt x="45415" y="82150"/>
                </a:moveTo>
                <a:cubicBezTo>
                  <a:pt x="45335" y="82169"/>
                  <a:pt x="45276" y="82249"/>
                  <a:pt x="45256" y="82328"/>
                </a:cubicBezTo>
                <a:cubicBezTo>
                  <a:pt x="45315" y="83002"/>
                  <a:pt x="45335" y="83657"/>
                  <a:pt x="45355" y="84291"/>
                </a:cubicBezTo>
                <a:cubicBezTo>
                  <a:pt x="45355" y="84371"/>
                  <a:pt x="45434" y="84430"/>
                  <a:pt x="45514" y="84430"/>
                </a:cubicBezTo>
                <a:cubicBezTo>
                  <a:pt x="45593" y="84430"/>
                  <a:pt x="45672" y="84371"/>
                  <a:pt x="45672" y="84291"/>
                </a:cubicBezTo>
                <a:cubicBezTo>
                  <a:pt x="45653" y="83637"/>
                  <a:pt x="45633" y="82963"/>
                  <a:pt x="45573" y="82308"/>
                </a:cubicBezTo>
                <a:cubicBezTo>
                  <a:pt x="45573" y="82209"/>
                  <a:pt x="45494" y="82150"/>
                  <a:pt x="45415" y="82150"/>
                </a:cubicBezTo>
                <a:close/>
                <a:moveTo>
                  <a:pt x="45514" y="86711"/>
                </a:moveTo>
                <a:cubicBezTo>
                  <a:pt x="45415" y="86711"/>
                  <a:pt x="45335" y="86790"/>
                  <a:pt x="45335" y="86889"/>
                </a:cubicBezTo>
                <a:cubicBezTo>
                  <a:pt x="45315" y="87524"/>
                  <a:pt x="45256" y="88198"/>
                  <a:pt x="45196" y="88813"/>
                </a:cubicBezTo>
                <a:cubicBezTo>
                  <a:pt x="45196" y="88912"/>
                  <a:pt x="45236" y="88991"/>
                  <a:pt x="45335" y="88991"/>
                </a:cubicBezTo>
                <a:lnTo>
                  <a:pt x="45355" y="88991"/>
                </a:lnTo>
                <a:cubicBezTo>
                  <a:pt x="45434" y="88991"/>
                  <a:pt x="45514" y="88932"/>
                  <a:pt x="45514" y="88852"/>
                </a:cubicBezTo>
                <a:cubicBezTo>
                  <a:pt x="45573" y="88218"/>
                  <a:pt x="45633" y="87563"/>
                  <a:pt x="45653" y="86889"/>
                </a:cubicBezTo>
                <a:cubicBezTo>
                  <a:pt x="45653" y="86810"/>
                  <a:pt x="45593" y="86731"/>
                  <a:pt x="45514" y="86711"/>
                </a:cubicBezTo>
                <a:close/>
                <a:moveTo>
                  <a:pt x="45018" y="91252"/>
                </a:moveTo>
                <a:cubicBezTo>
                  <a:pt x="44919" y="91252"/>
                  <a:pt x="44859" y="91312"/>
                  <a:pt x="44840" y="91391"/>
                </a:cubicBezTo>
                <a:cubicBezTo>
                  <a:pt x="44721" y="92025"/>
                  <a:pt x="44602" y="92660"/>
                  <a:pt x="44423" y="93315"/>
                </a:cubicBezTo>
                <a:cubicBezTo>
                  <a:pt x="44403" y="93394"/>
                  <a:pt x="44463" y="93473"/>
                  <a:pt x="44542" y="93513"/>
                </a:cubicBezTo>
                <a:lnTo>
                  <a:pt x="44602" y="93513"/>
                </a:lnTo>
                <a:cubicBezTo>
                  <a:pt x="44661" y="93513"/>
                  <a:pt x="44721" y="93453"/>
                  <a:pt x="44740" y="93374"/>
                </a:cubicBezTo>
                <a:cubicBezTo>
                  <a:pt x="44879" y="92739"/>
                  <a:pt x="45038" y="92085"/>
                  <a:pt x="45157" y="91450"/>
                </a:cubicBezTo>
                <a:cubicBezTo>
                  <a:pt x="45157" y="91351"/>
                  <a:pt x="45097" y="91272"/>
                  <a:pt x="45018" y="91252"/>
                </a:cubicBezTo>
                <a:close/>
                <a:moveTo>
                  <a:pt x="43854" y="95679"/>
                </a:moveTo>
                <a:cubicBezTo>
                  <a:pt x="43788" y="95679"/>
                  <a:pt x="43733" y="95720"/>
                  <a:pt x="43689" y="95793"/>
                </a:cubicBezTo>
                <a:cubicBezTo>
                  <a:pt x="43511" y="96408"/>
                  <a:pt x="43273" y="97023"/>
                  <a:pt x="43055" y="97618"/>
                </a:cubicBezTo>
                <a:cubicBezTo>
                  <a:pt x="43015" y="97697"/>
                  <a:pt x="43055" y="97796"/>
                  <a:pt x="43134" y="97836"/>
                </a:cubicBezTo>
                <a:lnTo>
                  <a:pt x="43213" y="97836"/>
                </a:lnTo>
                <a:cubicBezTo>
                  <a:pt x="43273" y="97836"/>
                  <a:pt x="43332" y="97796"/>
                  <a:pt x="43352" y="97737"/>
                </a:cubicBezTo>
                <a:cubicBezTo>
                  <a:pt x="43590" y="97122"/>
                  <a:pt x="43828" y="96507"/>
                  <a:pt x="44026" y="95893"/>
                </a:cubicBezTo>
                <a:cubicBezTo>
                  <a:pt x="44046" y="95793"/>
                  <a:pt x="44007" y="95714"/>
                  <a:pt x="43927" y="95694"/>
                </a:cubicBezTo>
                <a:cubicBezTo>
                  <a:pt x="43902" y="95684"/>
                  <a:pt x="43877" y="95679"/>
                  <a:pt x="43854" y="95679"/>
                </a:cubicBezTo>
                <a:close/>
                <a:moveTo>
                  <a:pt x="42153" y="99929"/>
                </a:moveTo>
                <a:cubicBezTo>
                  <a:pt x="42092" y="99929"/>
                  <a:pt x="42030" y="99965"/>
                  <a:pt x="42004" y="100017"/>
                </a:cubicBezTo>
                <a:cubicBezTo>
                  <a:pt x="41746" y="100593"/>
                  <a:pt x="41448" y="101188"/>
                  <a:pt x="41111" y="101763"/>
                </a:cubicBezTo>
                <a:cubicBezTo>
                  <a:pt x="41091" y="101842"/>
                  <a:pt x="41111" y="101941"/>
                  <a:pt x="41191" y="101981"/>
                </a:cubicBezTo>
                <a:lnTo>
                  <a:pt x="41270" y="101981"/>
                </a:lnTo>
                <a:cubicBezTo>
                  <a:pt x="41329" y="101981"/>
                  <a:pt x="41389" y="101961"/>
                  <a:pt x="41409" y="101901"/>
                </a:cubicBezTo>
                <a:cubicBezTo>
                  <a:pt x="41706" y="101326"/>
                  <a:pt x="42043" y="100751"/>
                  <a:pt x="42301" y="100176"/>
                </a:cubicBezTo>
                <a:cubicBezTo>
                  <a:pt x="42341" y="100077"/>
                  <a:pt x="42301" y="99978"/>
                  <a:pt x="42242" y="99958"/>
                </a:cubicBezTo>
                <a:cubicBezTo>
                  <a:pt x="42215" y="99938"/>
                  <a:pt x="42184" y="99929"/>
                  <a:pt x="42153" y="99929"/>
                </a:cubicBezTo>
                <a:close/>
                <a:moveTo>
                  <a:pt x="39901" y="103899"/>
                </a:moveTo>
                <a:cubicBezTo>
                  <a:pt x="39853" y="103899"/>
                  <a:pt x="39813" y="103923"/>
                  <a:pt x="39802" y="103984"/>
                </a:cubicBezTo>
                <a:cubicBezTo>
                  <a:pt x="39465" y="104539"/>
                  <a:pt x="39088" y="105074"/>
                  <a:pt x="38712" y="105630"/>
                </a:cubicBezTo>
                <a:cubicBezTo>
                  <a:pt x="38672" y="105709"/>
                  <a:pt x="38692" y="105788"/>
                  <a:pt x="38771" y="105848"/>
                </a:cubicBezTo>
                <a:lnTo>
                  <a:pt x="38870" y="105848"/>
                </a:lnTo>
                <a:cubicBezTo>
                  <a:pt x="38910" y="105848"/>
                  <a:pt x="38969" y="105828"/>
                  <a:pt x="38989" y="105808"/>
                </a:cubicBezTo>
                <a:cubicBezTo>
                  <a:pt x="39366" y="105273"/>
                  <a:pt x="39743" y="104717"/>
                  <a:pt x="40080" y="104162"/>
                </a:cubicBezTo>
                <a:cubicBezTo>
                  <a:pt x="40209" y="104062"/>
                  <a:pt x="40027" y="103899"/>
                  <a:pt x="39901" y="103899"/>
                </a:cubicBezTo>
                <a:close/>
                <a:moveTo>
                  <a:pt x="37289" y="107605"/>
                </a:moveTo>
                <a:cubicBezTo>
                  <a:pt x="37242" y="107605"/>
                  <a:pt x="37198" y="107620"/>
                  <a:pt x="37165" y="107653"/>
                </a:cubicBezTo>
                <a:cubicBezTo>
                  <a:pt x="36768" y="108188"/>
                  <a:pt x="36332" y="108684"/>
                  <a:pt x="35915" y="109180"/>
                </a:cubicBezTo>
                <a:cubicBezTo>
                  <a:pt x="35856" y="109239"/>
                  <a:pt x="35876" y="109338"/>
                  <a:pt x="35935" y="109398"/>
                </a:cubicBezTo>
                <a:cubicBezTo>
                  <a:pt x="35955" y="109418"/>
                  <a:pt x="35995" y="109437"/>
                  <a:pt x="36034" y="109437"/>
                </a:cubicBezTo>
                <a:cubicBezTo>
                  <a:pt x="36094" y="109437"/>
                  <a:pt x="36134" y="109418"/>
                  <a:pt x="36173" y="109378"/>
                </a:cubicBezTo>
                <a:cubicBezTo>
                  <a:pt x="36590" y="108882"/>
                  <a:pt x="37026" y="108386"/>
                  <a:pt x="37423" y="107890"/>
                </a:cubicBezTo>
                <a:cubicBezTo>
                  <a:pt x="37482" y="107811"/>
                  <a:pt x="37462" y="107692"/>
                  <a:pt x="37403" y="107633"/>
                </a:cubicBezTo>
                <a:cubicBezTo>
                  <a:pt x="37367" y="107615"/>
                  <a:pt x="37327" y="107605"/>
                  <a:pt x="37289" y="107605"/>
                </a:cubicBezTo>
                <a:close/>
                <a:moveTo>
                  <a:pt x="34266" y="111031"/>
                </a:moveTo>
                <a:cubicBezTo>
                  <a:pt x="34228" y="111031"/>
                  <a:pt x="34188" y="111046"/>
                  <a:pt x="34150" y="111083"/>
                </a:cubicBezTo>
                <a:cubicBezTo>
                  <a:pt x="33714" y="111520"/>
                  <a:pt x="33238" y="111996"/>
                  <a:pt x="32742" y="112452"/>
                </a:cubicBezTo>
                <a:cubicBezTo>
                  <a:pt x="32683" y="112511"/>
                  <a:pt x="32683" y="112591"/>
                  <a:pt x="32742" y="112670"/>
                </a:cubicBezTo>
                <a:lnTo>
                  <a:pt x="32861" y="112709"/>
                </a:lnTo>
                <a:lnTo>
                  <a:pt x="32961" y="112670"/>
                </a:lnTo>
                <a:cubicBezTo>
                  <a:pt x="33456" y="112214"/>
                  <a:pt x="33932" y="111777"/>
                  <a:pt x="34388" y="111301"/>
                </a:cubicBezTo>
                <a:cubicBezTo>
                  <a:pt x="34495" y="111195"/>
                  <a:pt x="34392" y="111031"/>
                  <a:pt x="34266" y="111031"/>
                </a:cubicBezTo>
                <a:close/>
                <a:moveTo>
                  <a:pt x="30919" y="114115"/>
                </a:moveTo>
                <a:cubicBezTo>
                  <a:pt x="30883" y="114115"/>
                  <a:pt x="30846" y="114130"/>
                  <a:pt x="30819" y="114157"/>
                </a:cubicBezTo>
                <a:lnTo>
                  <a:pt x="29292" y="115367"/>
                </a:lnTo>
                <a:cubicBezTo>
                  <a:pt x="29232" y="115426"/>
                  <a:pt x="29193" y="115526"/>
                  <a:pt x="29252" y="115625"/>
                </a:cubicBezTo>
                <a:lnTo>
                  <a:pt x="29391" y="115664"/>
                </a:lnTo>
                <a:lnTo>
                  <a:pt x="29490" y="115645"/>
                </a:lnTo>
                <a:cubicBezTo>
                  <a:pt x="30025" y="115248"/>
                  <a:pt x="30521" y="114831"/>
                  <a:pt x="31017" y="114395"/>
                </a:cubicBezTo>
                <a:cubicBezTo>
                  <a:pt x="31077" y="114355"/>
                  <a:pt x="31096" y="114237"/>
                  <a:pt x="31037" y="114177"/>
                </a:cubicBezTo>
                <a:cubicBezTo>
                  <a:pt x="31005" y="114135"/>
                  <a:pt x="30962" y="114115"/>
                  <a:pt x="30919" y="114115"/>
                </a:cubicBezTo>
                <a:close/>
                <a:moveTo>
                  <a:pt x="27278" y="116860"/>
                </a:moveTo>
                <a:cubicBezTo>
                  <a:pt x="27247" y="116860"/>
                  <a:pt x="27216" y="116876"/>
                  <a:pt x="27190" y="116914"/>
                </a:cubicBezTo>
                <a:lnTo>
                  <a:pt x="25563" y="117965"/>
                </a:lnTo>
                <a:cubicBezTo>
                  <a:pt x="25484" y="118024"/>
                  <a:pt x="25464" y="118143"/>
                  <a:pt x="25504" y="118223"/>
                </a:cubicBezTo>
                <a:cubicBezTo>
                  <a:pt x="25544" y="118262"/>
                  <a:pt x="25603" y="118282"/>
                  <a:pt x="25663" y="118302"/>
                </a:cubicBezTo>
                <a:lnTo>
                  <a:pt x="25722" y="118262"/>
                </a:lnTo>
                <a:lnTo>
                  <a:pt x="27368" y="117172"/>
                </a:lnTo>
                <a:cubicBezTo>
                  <a:pt x="27545" y="117139"/>
                  <a:pt x="27409" y="116860"/>
                  <a:pt x="27278" y="116860"/>
                </a:cubicBezTo>
                <a:close/>
                <a:moveTo>
                  <a:pt x="23367" y="119328"/>
                </a:moveTo>
                <a:cubicBezTo>
                  <a:pt x="23353" y="119328"/>
                  <a:pt x="23338" y="119329"/>
                  <a:pt x="23322" y="119333"/>
                </a:cubicBezTo>
                <a:lnTo>
                  <a:pt x="21617" y="120245"/>
                </a:lnTo>
                <a:cubicBezTo>
                  <a:pt x="21538" y="120305"/>
                  <a:pt x="21518" y="120384"/>
                  <a:pt x="21538" y="120483"/>
                </a:cubicBezTo>
                <a:cubicBezTo>
                  <a:pt x="21557" y="120523"/>
                  <a:pt x="21617" y="120563"/>
                  <a:pt x="21696" y="120583"/>
                </a:cubicBezTo>
                <a:lnTo>
                  <a:pt x="21756" y="120543"/>
                </a:lnTo>
                <a:cubicBezTo>
                  <a:pt x="22351" y="120245"/>
                  <a:pt x="22926" y="119928"/>
                  <a:pt x="23501" y="119611"/>
                </a:cubicBezTo>
                <a:cubicBezTo>
                  <a:pt x="23573" y="119485"/>
                  <a:pt x="23499" y="119328"/>
                  <a:pt x="23367" y="119328"/>
                </a:cubicBezTo>
                <a:close/>
                <a:moveTo>
                  <a:pt x="19343" y="121409"/>
                </a:moveTo>
                <a:cubicBezTo>
                  <a:pt x="19321" y="121409"/>
                  <a:pt x="19299" y="121411"/>
                  <a:pt x="19277" y="121415"/>
                </a:cubicBezTo>
                <a:cubicBezTo>
                  <a:pt x="18722" y="121713"/>
                  <a:pt x="18127" y="121991"/>
                  <a:pt x="17532" y="122229"/>
                </a:cubicBezTo>
                <a:cubicBezTo>
                  <a:pt x="17452" y="122288"/>
                  <a:pt x="17413" y="122367"/>
                  <a:pt x="17433" y="122466"/>
                </a:cubicBezTo>
                <a:cubicBezTo>
                  <a:pt x="17472" y="122506"/>
                  <a:pt x="17532" y="122546"/>
                  <a:pt x="17591" y="122566"/>
                </a:cubicBezTo>
                <a:lnTo>
                  <a:pt x="17651" y="122526"/>
                </a:lnTo>
                <a:cubicBezTo>
                  <a:pt x="18246" y="122288"/>
                  <a:pt x="18841" y="122010"/>
                  <a:pt x="19436" y="121713"/>
                </a:cubicBezTo>
                <a:cubicBezTo>
                  <a:pt x="19515" y="121673"/>
                  <a:pt x="19535" y="121594"/>
                  <a:pt x="19515" y="121515"/>
                </a:cubicBezTo>
                <a:cubicBezTo>
                  <a:pt x="19484" y="121438"/>
                  <a:pt x="19418" y="121409"/>
                  <a:pt x="19343" y="121409"/>
                </a:cubicBezTo>
                <a:close/>
                <a:moveTo>
                  <a:pt x="15196" y="123240"/>
                </a:moveTo>
                <a:cubicBezTo>
                  <a:pt x="15167" y="123240"/>
                  <a:pt x="15139" y="123247"/>
                  <a:pt x="15112" y="123260"/>
                </a:cubicBezTo>
                <a:lnTo>
                  <a:pt x="13288" y="123954"/>
                </a:lnTo>
                <a:cubicBezTo>
                  <a:pt x="13208" y="123974"/>
                  <a:pt x="13169" y="124053"/>
                  <a:pt x="13189" y="124152"/>
                </a:cubicBezTo>
                <a:cubicBezTo>
                  <a:pt x="13208" y="124212"/>
                  <a:pt x="13288" y="124271"/>
                  <a:pt x="13367" y="124271"/>
                </a:cubicBezTo>
                <a:lnTo>
                  <a:pt x="13407" y="124251"/>
                </a:lnTo>
                <a:lnTo>
                  <a:pt x="15251" y="123557"/>
                </a:lnTo>
                <a:cubicBezTo>
                  <a:pt x="15330" y="123498"/>
                  <a:pt x="15370" y="123418"/>
                  <a:pt x="15350" y="123319"/>
                </a:cubicBezTo>
                <a:cubicBezTo>
                  <a:pt x="15311" y="123266"/>
                  <a:pt x="15253" y="123240"/>
                  <a:pt x="15196" y="123240"/>
                </a:cubicBezTo>
                <a:close/>
                <a:moveTo>
                  <a:pt x="10871" y="124782"/>
                </a:moveTo>
                <a:cubicBezTo>
                  <a:pt x="10857" y="124782"/>
                  <a:pt x="10842" y="124783"/>
                  <a:pt x="10829" y="124787"/>
                </a:cubicBezTo>
                <a:lnTo>
                  <a:pt x="8965" y="125382"/>
                </a:lnTo>
                <a:cubicBezTo>
                  <a:pt x="8885" y="125421"/>
                  <a:pt x="8846" y="125501"/>
                  <a:pt x="8865" y="125580"/>
                </a:cubicBezTo>
                <a:cubicBezTo>
                  <a:pt x="8885" y="125659"/>
                  <a:pt x="8945" y="125699"/>
                  <a:pt x="9024" y="125699"/>
                </a:cubicBezTo>
                <a:lnTo>
                  <a:pt x="9064" y="125699"/>
                </a:lnTo>
                <a:lnTo>
                  <a:pt x="10928" y="125104"/>
                </a:lnTo>
                <a:cubicBezTo>
                  <a:pt x="11027" y="125084"/>
                  <a:pt x="11087" y="124985"/>
                  <a:pt x="11047" y="124886"/>
                </a:cubicBezTo>
                <a:cubicBezTo>
                  <a:pt x="11014" y="124820"/>
                  <a:pt x="10940" y="124782"/>
                  <a:pt x="10871" y="124782"/>
                </a:cubicBezTo>
                <a:close/>
                <a:moveTo>
                  <a:pt x="6503" y="126092"/>
                </a:moveTo>
                <a:cubicBezTo>
                  <a:pt x="6491" y="126092"/>
                  <a:pt x="6479" y="126093"/>
                  <a:pt x="6466" y="126096"/>
                </a:cubicBezTo>
                <a:lnTo>
                  <a:pt x="4582" y="126591"/>
                </a:lnTo>
                <a:cubicBezTo>
                  <a:pt x="4503" y="126611"/>
                  <a:pt x="4443" y="126710"/>
                  <a:pt x="4463" y="126790"/>
                </a:cubicBezTo>
                <a:cubicBezTo>
                  <a:pt x="4483" y="126869"/>
                  <a:pt x="4562" y="126909"/>
                  <a:pt x="4641" y="126929"/>
                </a:cubicBezTo>
                <a:lnTo>
                  <a:pt x="4661" y="126929"/>
                </a:lnTo>
                <a:lnTo>
                  <a:pt x="6565" y="126433"/>
                </a:lnTo>
                <a:cubicBezTo>
                  <a:pt x="6644" y="126393"/>
                  <a:pt x="6684" y="126314"/>
                  <a:pt x="6664" y="126234"/>
                </a:cubicBezTo>
                <a:cubicBezTo>
                  <a:pt x="6647" y="126148"/>
                  <a:pt x="6584" y="126092"/>
                  <a:pt x="6503" y="126092"/>
                </a:cubicBezTo>
                <a:close/>
                <a:moveTo>
                  <a:pt x="2103" y="127221"/>
                </a:moveTo>
                <a:cubicBezTo>
                  <a:pt x="2090" y="127221"/>
                  <a:pt x="2076" y="127223"/>
                  <a:pt x="2063" y="127226"/>
                </a:cubicBezTo>
                <a:lnTo>
                  <a:pt x="140" y="127623"/>
                </a:lnTo>
                <a:cubicBezTo>
                  <a:pt x="60" y="127642"/>
                  <a:pt x="1" y="127722"/>
                  <a:pt x="21" y="127821"/>
                </a:cubicBezTo>
                <a:cubicBezTo>
                  <a:pt x="40" y="127880"/>
                  <a:pt x="100" y="127940"/>
                  <a:pt x="179" y="127940"/>
                </a:cubicBezTo>
                <a:lnTo>
                  <a:pt x="199" y="127940"/>
                </a:lnTo>
                <a:lnTo>
                  <a:pt x="2123" y="127523"/>
                </a:lnTo>
                <a:cubicBezTo>
                  <a:pt x="2202" y="127523"/>
                  <a:pt x="2262" y="127424"/>
                  <a:pt x="2262" y="127345"/>
                </a:cubicBezTo>
                <a:cubicBezTo>
                  <a:pt x="2229" y="127262"/>
                  <a:pt x="2168" y="127221"/>
                  <a:pt x="2103" y="12722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05" name="组合 304"/>
          <p:cNvGrpSpPr/>
          <p:nvPr/>
        </p:nvGrpSpPr>
        <p:grpSpPr>
          <a:xfrm>
            <a:off x="-441960" y="-81280"/>
            <a:ext cx="3039110" cy="1751330"/>
            <a:chOff x="-776" y="-373"/>
            <a:chExt cx="5024" cy="2882"/>
          </a:xfrm>
        </p:grpSpPr>
        <p:pic>
          <p:nvPicPr>
            <p:cNvPr id="306" name="图片 305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307" name="图片 306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0" y="2260600"/>
            <a:ext cx="4284020" cy="4597400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quotation-marks_897"/>
          <p:cNvSpPr>
            <a:spLocks noChangeAspect="1"/>
          </p:cNvSpPr>
          <p:nvPr/>
        </p:nvSpPr>
        <p:spPr bwMode="auto">
          <a:xfrm>
            <a:off x="3176023" y="1792895"/>
            <a:ext cx="889042" cy="761681"/>
          </a:xfrm>
          <a:custGeom>
            <a:avLst/>
            <a:gdLst>
              <a:gd name="connsiteX0" fmla="*/ 479725 w 558900"/>
              <a:gd name="connsiteY0" fmla="*/ 0 h 478835"/>
              <a:gd name="connsiteX1" fmla="*/ 479725 w 558900"/>
              <a:gd name="connsiteY1" fmla="*/ 133816 h 478835"/>
              <a:gd name="connsiteX2" fmla="*/ 419940 w 558900"/>
              <a:gd name="connsiteY2" fmla="*/ 217653 h 478835"/>
              <a:gd name="connsiteX3" fmla="*/ 419940 w 558900"/>
              <a:gd name="connsiteY3" fmla="*/ 259571 h 478835"/>
              <a:gd name="connsiteX4" fmla="*/ 558900 w 558900"/>
              <a:gd name="connsiteY4" fmla="*/ 259571 h 478835"/>
              <a:gd name="connsiteX5" fmla="*/ 558900 w 558900"/>
              <a:gd name="connsiteY5" fmla="*/ 478835 h 478835"/>
              <a:gd name="connsiteX6" fmla="*/ 298754 w 558900"/>
              <a:gd name="connsiteY6" fmla="*/ 478835 h 478835"/>
              <a:gd name="connsiteX7" fmla="*/ 298754 w 558900"/>
              <a:gd name="connsiteY7" fmla="*/ 259571 h 478835"/>
              <a:gd name="connsiteX8" fmla="*/ 479725 w 558900"/>
              <a:gd name="connsiteY8" fmla="*/ 0 h 478835"/>
              <a:gd name="connsiteX9" fmla="*/ 179355 w 558900"/>
              <a:gd name="connsiteY9" fmla="*/ 0 h 478835"/>
              <a:gd name="connsiteX10" fmla="*/ 179355 w 558900"/>
              <a:gd name="connsiteY10" fmla="*/ 133816 h 478835"/>
              <a:gd name="connsiteX11" fmla="*/ 119570 w 558900"/>
              <a:gd name="connsiteY11" fmla="*/ 217653 h 478835"/>
              <a:gd name="connsiteX12" fmla="*/ 119570 w 558900"/>
              <a:gd name="connsiteY12" fmla="*/ 259571 h 478835"/>
              <a:gd name="connsiteX13" fmla="*/ 260146 w 558900"/>
              <a:gd name="connsiteY13" fmla="*/ 259571 h 478835"/>
              <a:gd name="connsiteX14" fmla="*/ 260146 w 558900"/>
              <a:gd name="connsiteY14" fmla="*/ 478835 h 478835"/>
              <a:gd name="connsiteX15" fmla="*/ 0 w 558900"/>
              <a:gd name="connsiteY15" fmla="*/ 478835 h 478835"/>
              <a:gd name="connsiteX16" fmla="*/ 0 w 558900"/>
              <a:gd name="connsiteY16" fmla="*/ 259571 h 478835"/>
              <a:gd name="connsiteX17" fmla="*/ 179355 w 558900"/>
              <a:gd name="connsiteY17" fmla="*/ 0 h 478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58900" h="478835">
                <a:moveTo>
                  <a:pt x="479725" y="0"/>
                </a:moveTo>
                <a:lnTo>
                  <a:pt x="479725" y="133816"/>
                </a:lnTo>
                <a:cubicBezTo>
                  <a:pt x="419940" y="133816"/>
                  <a:pt x="419940" y="145102"/>
                  <a:pt x="419940" y="217653"/>
                </a:cubicBezTo>
                <a:lnTo>
                  <a:pt x="419940" y="259571"/>
                </a:lnTo>
                <a:lnTo>
                  <a:pt x="558900" y="259571"/>
                </a:lnTo>
                <a:lnTo>
                  <a:pt x="558900" y="478835"/>
                </a:lnTo>
                <a:lnTo>
                  <a:pt x="298754" y="478835"/>
                </a:lnTo>
                <a:lnTo>
                  <a:pt x="298754" y="259571"/>
                </a:lnTo>
                <a:cubicBezTo>
                  <a:pt x="298754" y="93510"/>
                  <a:pt x="339149" y="0"/>
                  <a:pt x="479725" y="0"/>
                </a:cubicBezTo>
                <a:close/>
                <a:moveTo>
                  <a:pt x="179355" y="0"/>
                </a:moveTo>
                <a:lnTo>
                  <a:pt x="179355" y="133816"/>
                </a:lnTo>
                <a:cubicBezTo>
                  <a:pt x="119570" y="133816"/>
                  <a:pt x="119570" y="145102"/>
                  <a:pt x="119570" y="217653"/>
                </a:cubicBezTo>
                <a:lnTo>
                  <a:pt x="119570" y="259571"/>
                </a:lnTo>
                <a:lnTo>
                  <a:pt x="260146" y="259571"/>
                </a:lnTo>
                <a:lnTo>
                  <a:pt x="260146" y="478835"/>
                </a:lnTo>
                <a:lnTo>
                  <a:pt x="0" y="478835"/>
                </a:lnTo>
                <a:lnTo>
                  <a:pt x="0" y="259571"/>
                </a:lnTo>
                <a:cubicBezTo>
                  <a:pt x="0" y="93510"/>
                  <a:pt x="40395" y="0"/>
                  <a:pt x="179355" y="0"/>
                </a:cubicBezTo>
                <a:close/>
              </a:path>
            </a:pathLst>
          </a:custGeom>
          <a:solidFill>
            <a:schemeClr val="bg1">
              <a:alpha val="35000"/>
            </a:schemeClr>
          </a:solidFill>
          <a:ln>
            <a:noFill/>
          </a:ln>
        </p:spPr>
      </p:sp>
      <p:sp>
        <p:nvSpPr>
          <p:cNvPr id="8" name="1"/>
          <p:cNvSpPr txBox="1">
            <a:spLocks noChangeArrowheads="1"/>
          </p:cNvSpPr>
          <p:nvPr/>
        </p:nvSpPr>
        <p:spPr bwMode="auto">
          <a:xfrm>
            <a:off x="3980468" y="2567424"/>
            <a:ext cx="14658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cs typeface="+mn-ea"/>
                <a:sym typeface="+mn-lt"/>
              </a:rPr>
              <a:t>内容回顾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textbox 10"/>
          <p:cNvSpPr/>
          <p:nvPr/>
        </p:nvSpPr>
        <p:spPr>
          <a:xfrm>
            <a:off x="1552362" y="970174"/>
            <a:ext cx="9039225" cy="48818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8735" algn="l" rtl="0" eaLnBrk="0">
              <a:lnSpc>
                <a:spcPct val="94000"/>
              </a:lnSpc>
            </a:pPr>
            <a:r>
              <a:rPr sz="3800" b="1" kern="0" spc="2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sz="3800" b="1" kern="0" spc="2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3800" b="1" kern="0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Matlab</a:t>
            </a:r>
            <a:r>
              <a:rPr sz="3800" b="1" kern="0" spc="2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简介</a:t>
            </a:r>
            <a:endParaRPr sz="3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86000"/>
              </a:lnSpc>
              <a:spcBef>
                <a:spcPts val="1130"/>
              </a:spcBef>
            </a:pPr>
            <a:r>
              <a:rPr sz="2800" b="1" kern="0" spc="-90" dirty="0">
                <a:solidFill>
                  <a:srgbClr val="000000">
                    <a:alpha val="100000"/>
                  </a:srgbClr>
                </a:solidFill>
                <a:latin typeface="Constantia" panose="02030602050306030303"/>
                <a:ea typeface="Constantia" panose="02030602050306030303"/>
                <a:cs typeface="Constantia" panose="02030602050306030303"/>
              </a:rPr>
              <a:t>MathWorks</a:t>
            </a:r>
            <a:r>
              <a:rPr sz="2800" b="1" kern="0" spc="-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公司出品：美国公司，总部位于麻省的</a:t>
            </a:r>
            <a:r>
              <a:rPr sz="2800" b="1" kern="0" spc="-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内迪克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r" rtl="0" eaLnBrk="0">
              <a:lnSpc>
                <a:spcPct val="97000"/>
              </a:lnSpc>
              <a:spcBef>
                <a:spcPts val="140"/>
              </a:spcBef>
            </a:pPr>
            <a:r>
              <a:rPr sz="2400" b="1" kern="0" spc="-70" dirty="0">
                <a:solidFill>
                  <a:srgbClr val="FF0000">
                    <a:alpha val="100000"/>
                  </a:srgbClr>
                </a:solidFill>
                <a:latin typeface="Constantia" panose="02030602050306030303"/>
                <a:ea typeface="Constantia" panose="02030602050306030303"/>
                <a:cs typeface="Constantia" panose="02030602050306030303"/>
              </a:rPr>
              <a:t>MAT</a:t>
            </a:r>
            <a:r>
              <a:rPr sz="2400" b="1" kern="0" spc="-70" dirty="0">
                <a:solidFill>
                  <a:srgbClr val="0070C0">
                    <a:alpha val="100000"/>
                  </a:srgbClr>
                </a:solidFill>
                <a:latin typeface="Constantia" panose="02030602050306030303"/>
                <a:ea typeface="Constantia" panose="02030602050306030303"/>
                <a:cs typeface="Constantia" panose="02030602050306030303"/>
              </a:rPr>
              <a:t>LAB</a:t>
            </a:r>
            <a:r>
              <a:rPr sz="2400" b="1" kern="0" spc="-70" dirty="0">
                <a:solidFill>
                  <a:srgbClr val="000000">
                    <a:alpha val="100000"/>
                  </a:srgbClr>
                </a:solidFill>
                <a:latin typeface="Constantia" panose="02030602050306030303"/>
                <a:ea typeface="Constantia" panose="02030602050306030303"/>
                <a:cs typeface="Constantia" panose="02030602050306030303"/>
              </a:rPr>
              <a:t>:  </a:t>
            </a:r>
            <a:r>
              <a:rPr sz="2400" b="1" kern="0" spc="-70" dirty="0">
                <a:solidFill>
                  <a:srgbClr val="FF0000">
                    <a:alpha val="100000"/>
                  </a:srgbClr>
                </a:solidFill>
                <a:latin typeface="Constantia" panose="02030602050306030303"/>
                <a:ea typeface="Constantia" panose="02030602050306030303"/>
                <a:cs typeface="Constantia" panose="02030602050306030303"/>
              </a:rPr>
              <a:t>Mat</a:t>
            </a:r>
            <a:r>
              <a:rPr sz="2400" b="1" kern="0" spc="-70" dirty="0">
                <a:solidFill>
                  <a:srgbClr val="000000">
                    <a:alpha val="100000"/>
                  </a:srgbClr>
                </a:solidFill>
                <a:latin typeface="Constantia" panose="02030602050306030303"/>
                <a:ea typeface="Constantia" panose="02030602050306030303"/>
                <a:cs typeface="Constantia" panose="02030602050306030303"/>
              </a:rPr>
              <a:t>rix   </a:t>
            </a:r>
            <a:r>
              <a:rPr sz="2400" b="1" kern="0" spc="-70" dirty="0">
                <a:solidFill>
                  <a:srgbClr val="0070C0">
                    <a:alpha val="100000"/>
                  </a:srgbClr>
                </a:solidFill>
                <a:latin typeface="Constantia" panose="02030602050306030303"/>
                <a:ea typeface="Constantia" panose="02030602050306030303"/>
                <a:cs typeface="Constantia" panose="02030602050306030303"/>
              </a:rPr>
              <a:t>Lab</a:t>
            </a:r>
            <a:r>
              <a:rPr sz="2400" b="1" kern="0" spc="-70" dirty="0">
                <a:solidFill>
                  <a:srgbClr val="000000">
                    <a:alpha val="100000"/>
                  </a:srgbClr>
                </a:solidFill>
                <a:latin typeface="Constantia" panose="02030602050306030303"/>
                <a:ea typeface="Constantia" panose="02030602050306030303"/>
                <a:cs typeface="Constantia" panose="02030602050306030303"/>
              </a:rPr>
              <a:t>oratory</a:t>
            </a:r>
            <a:r>
              <a:rPr sz="2400" b="1" kern="0" spc="-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的简称，用于数据分析和可视化。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56845" algn="l" rtl="0" eaLnBrk="0">
              <a:lnSpc>
                <a:spcPct val="97000"/>
              </a:lnSpc>
              <a:spcBef>
                <a:spcPts val="1660"/>
              </a:spcBef>
            </a:pPr>
            <a:r>
              <a:rPr sz="2000" b="1" kern="0" spc="-20" dirty="0">
                <a:solidFill>
                  <a:srgbClr val="99CA3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●</a:t>
            </a:r>
            <a:r>
              <a:rPr sz="2000" b="1" kern="0" spc="240" dirty="0">
                <a:solidFill>
                  <a:srgbClr val="99CA3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1980</a:t>
            </a:r>
            <a:r>
              <a:rPr sz="21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年，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Moler </a:t>
            </a:r>
            <a:r>
              <a:rPr sz="21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教授用</a:t>
            </a:r>
            <a:r>
              <a:rPr sz="2100" kern="0" spc="-2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kern="0" spc="-20" dirty="0">
                <a:solidFill>
                  <a:srgbClr val="0033CC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Fortran </a:t>
            </a:r>
            <a:r>
              <a:rPr sz="21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语言编写了集</a:t>
            </a:r>
            <a:r>
              <a:rPr sz="2100" b="1" kern="0" spc="-2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命令翻译</a:t>
            </a:r>
            <a:r>
              <a:rPr sz="21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68630" algn="l" rtl="0" eaLnBrk="0">
              <a:lnSpc>
                <a:spcPts val="2725"/>
              </a:lnSpc>
            </a:pPr>
            <a:r>
              <a:rPr sz="2100" b="1" kern="0" spc="-1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科学计算</a:t>
            </a:r>
            <a:r>
              <a:rPr sz="21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于一身的一套交互</a:t>
            </a:r>
            <a:r>
              <a:rPr sz="21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式软件系统。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56845" algn="l" rtl="0" eaLnBrk="0">
              <a:lnSpc>
                <a:spcPct val="97000"/>
              </a:lnSpc>
              <a:spcBef>
                <a:spcPts val="1370"/>
              </a:spcBef>
            </a:pPr>
            <a:r>
              <a:rPr sz="2000" b="1" kern="0" spc="-20" dirty="0">
                <a:solidFill>
                  <a:srgbClr val="99CA3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●</a:t>
            </a:r>
            <a:r>
              <a:rPr sz="2000" b="1" kern="0" spc="250" dirty="0">
                <a:solidFill>
                  <a:srgbClr val="99CA3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1984</a:t>
            </a:r>
            <a:r>
              <a:rPr sz="21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年，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Moler </a:t>
            </a:r>
            <a:r>
              <a:rPr sz="21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等成立了</a:t>
            </a:r>
            <a:r>
              <a:rPr sz="2100" kern="0" spc="-4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The MathWorks</a:t>
            </a:r>
            <a:r>
              <a:rPr sz="2000" b="1" kern="0" spc="27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的公司，用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67995" algn="l" rtl="0" eaLnBrk="0">
              <a:lnSpc>
                <a:spcPts val="2865"/>
              </a:lnSpc>
            </a:pPr>
            <a:r>
              <a:rPr sz="2000" b="1" kern="0" spc="0" dirty="0">
                <a:solidFill>
                  <a:srgbClr val="0033CC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C </a:t>
            </a:r>
            <a:r>
              <a:rPr sz="2100" b="1" kern="0" spc="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语言</a:t>
            </a: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完全改写</a:t>
            </a:r>
            <a:r>
              <a:rPr sz="2100" kern="0" spc="-3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</a:t>
            </a: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，并推出第一个商业版。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14350" indent="-325755" algn="l" rtl="0" eaLnBrk="0">
              <a:lnSpc>
                <a:spcPct val="109000"/>
              </a:lnSpc>
              <a:spcBef>
                <a:spcPts val="1235"/>
              </a:spcBef>
            </a:pPr>
            <a:r>
              <a:rPr sz="2000" b="1" kern="0" spc="0" dirty="0">
                <a:solidFill>
                  <a:srgbClr val="99CA3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● </a:t>
            </a: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增添图形图像处理、符号运算、以及与其</a:t>
            </a:r>
            <a:r>
              <a:rPr sz="21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他流行软件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  </a:t>
            </a:r>
            <a:r>
              <a:rPr sz="21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的接口功能，使得</a:t>
            </a:r>
            <a:r>
              <a:rPr sz="2100" kern="0" spc="-4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lab</a:t>
            </a:r>
            <a:r>
              <a:rPr sz="2000" b="1" kern="0" spc="25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的功能越来越强大。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8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9740" indent="-302895" algn="l" rtl="0" eaLnBrk="0">
              <a:lnSpc>
                <a:spcPct val="111000"/>
              </a:lnSpc>
            </a:pPr>
            <a:r>
              <a:rPr sz="2000" b="1" kern="0" spc="-10" dirty="0">
                <a:solidFill>
                  <a:srgbClr val="99CA3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● </a:t>
            </a:r>
            <a:r>
              <a:rPr sz="21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到九十年代，在国际上</a:t>
            </a:r>
            <a:r>
              <a:rPr sz="2100" kern="0" spc="-3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30 </a:t>
            </a:r>
            <a:r>
              <a:rPr sz="21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几个数学类科技应用软件中，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</a:t>
            </a:r>
            <a:r>
              <a:rPr sz="2000" b="1" kern="0" spc="1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在数值计算方面独</a:t>
            </a: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占鳌头。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7" name="Google Shape;5325;p73"/>
          <p:cNvGrpSpPr/>
          <p:nvPr/>
        </p:nvGrpSpPr>
        <p:grpSpPr>
          <a:xfrm>
            <a:off x="8883650" y="2721610"/>
            <a:ext cx="2879725" cy="3684270"/>
            <a:chOff x="2085475" y="1288302"/>
            <a:chExt cx="2385152" cy="2958638"/>
          </a:xfrm>
        </p:grpSpPr>
        <p:sp>
          <p:nvSpPr>
            <p:cNvPr id="18" name="Google Shape;5326;p73"/>
            <p:cNvSpPr/>
            <p:nvPr/>
          </p:nvSpPr>
          <p:spPr>
            <a:xfrm>
              <a:off x="2981953" y="2561162"/>
              <a:ext cx="1488674" cy="1562265"/>
            </a:xfrm>
            <a:custGeom>
              <a:avLst/>
              <a:gdLst/>
              <a:ahLst/>
              <a:cxnLst/>
              <a:rect l="l" t="t" r="r" b="b"/>
              <a:pathLst>
                <a:path w="85852" h="90096" extrusionOk="0">
                  <a:moveTo>
                    <a:pt x="42274" y="1"/>
                  </a:moveTo>
                  <a:cubicBezTo>
                    <a:pt x="40828" y="1"/>
                    <a:pt x="39323" y="46"/>
                    <a:pt x="37765" y="142"/>
                  </a:cubicBezTo>
                  <a:cubicBezTo>
                    <a:pt x="36220" y="231"/>
                    <a:pt x="34745" y="357"/>
                    <a:pt x="33342" y="531"/>
                  </a:cubicBezTo>
                  <a:cubicBezTo>
                    <a:pt x="8743" y="3499"/>
                    <a:pt x="5318" y="18397"/>
                    <a:pt x="2675" y="39326"/>
                  </a:cubicBezTo>
                  <a:cubicBezTo>
                    <a:pt x="0" y="60513"/>
                    <a:pt x="11409" y="90096"/>
                    <a:pt x="44529" y="90096"/>
                  </a:cubicBezTo>
                  <a:cubicBezTo>
                    <a:pt x="45997" y="90096"/>
                    <a:pt x="47508" y="90038"/>
                    <a:pt x="49063" y="89918"/>
                  </a:cubicBezTo>
                  <a:cubicBezTo>
                    <a:pt x="85681" y="87101"/>
                    <a:pt x="85851" y="53231"/>
                    <a:pt x="81372" y="35244"/>
                  </a:cubicBezTo>
                  <a:cubicBezTo>
                    <a:pt x="77796" y="20906"/>
                    <a:pt x="73134" y="5891"/>
                    <a:pt x="54718" y="1367"/>
                  </a:cubicBezTo>
                  <a:cubicBezTo>
                    <a:pt x="54223" y="1245"/>
                    <a:pt x="53712" y="1127"/>
                    <a:pt x="53189" y="1022"/>
                  </a:cubicBezTo>
                  <a:lnTo>
                    <a:pt x="53185" y="1022"/>
                  </a:lnTo>
                  <a:cubicBezTo>
                    <a:pt x="50356" y="446"/>
                    <a:pt x="47222" y="94"/>
                    <a:pt x="43748" y="17"/>
                  </a:cubicBezTo>
                  <a:cubicBezTo>
                    <a:pt x="43264" y="6"/>
                    <a:pt x="42773" y="1"/>
                    <a:pt x="42274" y="1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5327;p73"/>
            <p:cNvSpPr/>
            <p:nvPr/>
          </p:nvSpPr>
          <p:spPr>
            <a:xfrm>
              <a:off x="2997403" y="2555058"/>
              <a:ext cx="1447491" cy="1574489"/>
            </a:xfrm>
            <a:custGeom>
              <a:avLst/>
              <a:gdLst/>
              <a:ahLst/>
              <a:cxnLst/>
              <a:rect l="l" t="t" r="r" b="b"/>
              <a:pathLst>
                <a:path w="83477" h="90801" extrusionOk="0">
                  <a:moveTo>
                    <a:pt x="41321" y="709"/>
                  </a:moveTo>
                  <a:cubicBezTo>
                    <a:pt x="41840" y="709"/>
                    <a:pt x="42346" y="717"/>
                    <a:pt x="42845" y="737"/>
                  </a:cubicBezTo>
                  <a:cubicBezTo>
                    <a:pt x="46197" y="806"/>
                    <a:pt x="49351" y="1143"/>
                    <a:pt x="52221" y="1731"/>
                  </a:cubicBezTo>
                  <a:lnTo>
                    <a:pt x="52250" y="1731"/>
                  </a:lnTo>
                  <a:cubicBezTo>
                    <a:pt x="52797" y="1840"/>
                    <a:pt x="53283" y="1954"/>
                    <a:pt x="53742" y="2063"/>
                  </a:cubicBezTo>
                  <a:cubicBezTo>
                    <a:pt x="71461" y="6421"/>
                    <a:pt x="76338" y="20451"/>
                    <a:pt x="80136" y="35681"/>
                  </a:cubicBezTo>
                  <a:cubicBezTo>
                    <a:pt x="83176" y="47895"/>
                    <a:pt x="83476" y="65051"/>
                    <a:pt x="75186" y="76536"/>
                  </a:cubicBezTo>
                  <a:cubicBezTo>
                    <a:pt x="69458" y="84477"/>
                    <a:pt x="60357" y="88977"/>
                    <a:pt x="48143" y="89913"/>
                  </a:cubicBezTo>
                  <a:cubicBezTo>
                    <a:pt x="46636" y="90030"/>
                    <a:pt x="45155" y="90088"/>
                    <a:pt x="43701" y="90088"/>
                  </a:cubicBezTo>
                  <a:cubicBezTo>
                    <a:pt x="31554" y="90088"/>
                    <a:pt x="21320" y="86038"/>
                    <a:pt x="13909" y="78254"/>
                  </a:cubicBezTo>
                  <a:cubicBezTo>
                    <a:pt x="3073" y="66879"/>
                    <a:pt x="722" y="50891"/>
                    <a:pt x="2136" y="39723"/>
                  </a:cubicBezTo>
                  <a:cubicBezTo>
                    <a:pt x="4832" y="18359"/>
                    <a:pt x="8404" y="4143"/>
                    <a:pt x="32487" y="1232"/>
                  </a:cubicBezTo>
                  <a:cubicBezTo>
                    <a:pt x="33841" y="1070"/>
                    <a:pt x="35386" y="936"/>
                    <a:pt x="36894" y="847"/>
                  </a:cubicBezTo>
                  <a:cubicBezTo>
                    <a:pt x="38398" y="758"/>
                    <a:pt x="39882" y="709"/>
                    <a:pt x="41321" y="709"/>
                  </a:cubicBezTo>
                  <a:close/>
                  <a:moveTo>
                    <a:pt x="41397" y="1"/>
                  </a:moveTo>
                  <a:cubicBezTo>
                    <a:pt x="39918" y="1"/>
                    <a:pt x="38395" y="46"/>
                    <a:pt x="36853" y="138"/>
                  </a:cubicBezTo>
                  <a:cubicBezTo>
                    <a:pt x="35268" y="231"/>
                    <a:pt x="33772" y="360"/>
                    <a:pt x="32410" y="527"/>
                  </a:cubicBezTo>
                  <a:cubicBezTo>
                    <a:pt x="20820" y="1925"/>
                    <a:pt x="13256" y="5999"/>
                    <a:pt x="8582" y="13353"/>
                  </a:cubicBezTo>
                  <a:cubicBezTo>
                    <a:pt x="4163" y="20317"/>
                    <a:pt x="2680" y="29755"/>
                    <a:pt x="1431" y="39634"/>
                  </a:cubicBezTo>
                  <a:cubicBezTo>
                    <a:pt x="0" y="50960"/>
                    <a:pt x="2392" y="67188"/>
                    <a:pt x="13398" y="78741"/>
                  </a:cubicBezTo>
                  <a:cubicBezTo>
                    <a:pt x="20946" y="86678"/>
                    <a:pt x="31364" y="90801"/>
                    <a:pt x="43712" y="90801"/>
                  </a:cubicBezTo>
                  <a:cubicBezTo>
                    <a:pt x="45184" y="90801"/>
                    <a:pt x="46680" y="90740"/>
                    <a:pt x="48200" y="90623"/>
                  </a:cubicBezTo>
                  <a:cubicBezTo>
                    <a:pt x="60633" y="89666"/>
                    <a:pt x="69908" y="85069"/>
                    <a:pt x="75766" y="76953"/>
                  </a:cubicBezTo>
                  <a:cubicBezTo>
                    <a:pt x="79783" y="71383"/>
                    <a:pt x="82114" y="64289"/>
                    <a:pt x="82690" y="55865"/>
                  </a:cubicBezTo>
                  <a:cubicBezTo>
                    <a:pt x="83136" y="49363"/>
                    <a:pt x="82475" y="42131"/>
                    <a:pt x="80825" y="35511"/>
                  </a:cubicBezTo>
                  <a:cubicBezTo>
                    <a:pt x="76974" y="20062"/>
                    <a:pt x="72012" y="5825"/>
                    <a:pt x="53916" y="1374"/>
                  </a:cubicBezTo>
                  <a:cubicBezTo>
                    <a:pt x="53446" y="1256"/>
                    <a:pt x="52955" y="1147"/>
                    <a:pt x="52400" y="1033"/>
                  </a:cubicBezTo>
                  <a:cubicBezTo>
                    <a:pt x="52371" y="1025"/>
                    <a:pt x="52347" y="1021"/>
                    <a:pt x="52319" y="1021"/>
                  </a:cubicBezTo>
                  <a:cubicBezTo>
                    <a:pt x="49420" y="425"/>
                    <a:pt x="46238" y="93"/>
                    <a:pt x="42861" y="16"/>
                  </a:cubicBezTo>
                  <a:cubicBezTo>
                    <a:pt x="42379" y="6"/>
                    <a:pt x="41890" y="1"/>
                    <a:pt x="4139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5328;p73"/>
            <p:cNvSpPr/>
            <p:nvPr/>
          </p:nvSpPr>
          <p:spPr>
            <a:xfrm>
              <a:off x="2981953" y="2570370"/>
              <a:ext cx="1488674" cy="1553057"/>
            </a:xfrm>
            <a:custGeom>
              <a:avLst/>
              <a:gdLst/>
              <a:ahLst/>
              <a:cxnLst/>
              <a:rect l="l" t="t" r="r" b="b"/>
              <a:pathLst>
                <a:path w="85852" h="89565" extrusionOk="0">
                  <a:moveTo>
                    <a:pt x="33342" y="0"/>
                  </a:moveTo>
                  <a:cubicBezTo>
                    <a:pt x="8743" y="2968"/>
                    <a:pt x="5318" y="17866"/>
                    <a:pt x="2675" y="38795"/>
                  </a:cubicBezTo>
                  <a:cubicBezTo>
                    <a:pt x="0" y="59982"/>
                    <a:pt x="11409" y="89565"/>
                    <a:pt x="44529" y="89565"/>
                  </a:cubicBezTo>
                  <a:cubicBezTo>
                    <a:pt x="45997" y="89565"/>
                    <a:pt x="47508" y="89507"/>
                    <a:pt x="49063" y="89387"/>
                  </a:cubicBezTo>
                  <a:cubicBezTo>
                    <a:pt x="85681" y="86570"/>
                    <a:pt x="85851" y="52700"/>
                    <a:pt x="81372" y="34713"/>
                  </a:cubicBezTo>
                  <a:cubicBezTo>
                    <a:pt x="77796" y="20375"/>
                    <a:pt x="73134" y="5360"/>
                    <a:pt x="54718" y="836"/>
                  </a:cubicBezTo>
                  <a:lnTo>
                    <a:pt x="54718" y="836"/>
                  </a:lnTo>
                  <a:cubicBezTo>
                    <a:pt x="55569" y="1594"/>
                    <a:pt x="56501" y="2291"/>
                    <a:pt x="57393" y="2911"/>
                  </a:cubicBezTo>
                  <a:cubicBezTo>
                    <a:pt x="63056" y="6892"/>
                    <a:pt x="68330" y="9892"/>
                    <a:pt x="71590" y="15997"/>
                  </a:cubicBezTo>
                  <a:cubicBezTo>
                    <a:pt x="76098" y="24445"/>
                    <a:pt x="78177" y="31276"/>
                    <a:pt x="77893" y="36169"/>
                  </a:cubicBezTo>
                  <a:cubicBezTo>
                    <a:pt x="77820" y="37470"/>
                    <a:pt x="77095" y="38828"/>
                    <a:pt x="75915" y="39387"/>
                  </a:cubicBezTo>
                  <a:cubicBezTo>
                    <a:pt x="75559" y="39552"/>
                    <a:pt x="75192" y="39623"/>
                    <a:pt x="74820" y="39623"/>
                  </a:cubicBezTo>
                  <a:cubicBezTo>
                    <a:pt x="73630" y="39623"/>
                    <a:pt x="72398" y="38891"/>
                    <a:pt x="71375" y="38159"/>
                  </a:cubicBezTo>
                  <a:cubicBezTo>
                    <a:pt x="67216" y="35183"/>
                    <a:pt x="63296" y="31888"/>
                    <a:pt x="59655" y="28296"/>
                  </a:cubicBezTo>
                  <a:cubicBezTo>
                    <a:pt x="57766" y="26427"/>
                    <a:pt x="55922" y="24445"/>
                    <a:pt x="54685" y="22082"/>
                  </a:cubicBezTo>
                  <a:cubicBezTo>
                    <a:pt x="53270" y="19394"/>
                    <a:pt x="52719" y="16325"/>
                    <a:pt x="51390" y="13597"/>
                  </a:cubicBezTo>
                  <a:cubicBezTo>
                    <a:pt x="50076" y="10890"/>
                    <a:pt x="47610" y="8367"/>
                    <a:pt x="44616" y="8367"/>
                  </a:cubicBezTo>
                  <a:cubicBezTo>
                    <a:pt x="44588" y="8367"/>
                    <a:pt x="44559" y="8367"/>
                    <a:pt x="44530" y="8367"/>
                  </a:cubicBezTo>
                  <a:cubicBezTo>
                    <a:pt x="43604" y="8381"/>
                    <a:pt x="42652" y="8633"/>
                    <a:pt x="41737" y="8633"/>
                  </a:cubicBezTo>
                  <a:cubicBezTo>
                    <a:pt x="41311" y="8633"/>
                    <a:pt x="40893" y="8579"/>
                    <a:pt x="40489" y="8420"/>
                  </a:cubicBezTo>
                  <a:cubicBezTo>
                    <a:pt x="39686" y="8108"/>
                    <a:pt x="39086" y="7423"/>
                    <a:pt x="38519" y="6766"/>
                  </a:cubicBezTo>
                  <a:cubicBezTo>
                    <a:pt x="37161" y="5177"/>
                    <a:pt x="34165" y="2562"/>
                    <a:pt x="33342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5329;p73"/>
            <p:cNvSpPr/>
            <p:nvPr/>
          </p:nvSpPr>
          <p:spPr>
            <a:xfrm>
              <a:off x="4075830" y="2670890"/>
              <a:ext cx="176174" cy="221952"/>
            </a:xfrm>
            <a:custGeom>
              <a:avLst/>
              <a:gdLst/>
              <a:ahLst/>
              <a:cxnLst/>
              <a:rect l="l" t="t" r="r" b="b"/>
              <a:pathLst>
                <a:path w="10160" h="12800" extrusionOk="0">
                  <a:moveTo>
                    <a:pt x="92" y="1"/>
                  </a:moveTo>
                  <a:cubicBezTo>
                    <a:pt x="71" y="1"/>
                    <a:pt x="53" y="6"/>
                    <a:pt x="41" y="17"/>
                  </a:cubicBezTo>
                  <a:cubicBezTo>
                    <a:pt x="1" y="49"/>
                    <a:pt x="74" y="158"/>
                    <a:pt x="195" y="248"/>
                  </a:cubicBezTo>
                  <a:cubicBezTo>
                    <a:pt x="1266" y="1022"/>
                    <a:pt x="2283" y="1873"/>
                    <a:pt x="3240" y="2785"/>
                  </a:cubicBezTo>
                  <a:cubicBezTo>
                    <a:pt x="5145" y="4622"/>
                    <a:pt x="6791" y="6713"/>
                    <a:pt x="8129" y="9000"/>
                  </a:cubicBezTo>
                  <a:cubicBezTo>
                    <a:pt x="8794" y="10143"/>
                    <a:pt x="9381" y="11331"/>
                    <a:pt x="9888" y="12555"/>
                  </a:cubicBezTo>
                  <a:cubicBezTo>
                    <a:pt x="9946" y="12697"/>
                    <a:pt x="10029" y="12799"/>
                    <a:pt x="10089" y="12799"/>
                  </a:cubicBezTo>
                  <a:cubicBezTo>
                    <a:pt x="10092" y="12799"/>
                    <a:pt x="10096" y="12799"/>
                    <a:pt x="10099" y="12798"/>
                  </a:cubicBezTo>
                  <a:cubicBezTo>
                    <a:pt x="10160" y="12790"/>
                    <a:pt x="10160" y="12644"/>
                    <a:pt x="10099" y="12474"/>
                  </a:cubicBezTo>
                  <a:cubicBezTo>
                    <a:pt x="9641" y="11217"/>
                    <a:pt x="9077" y="10001"/>
                    <a:pt x="8417" y="8838"/>
                  </a:cubicBezTo>
                  <a:cubicBezTo>
                    <a:pt x="7099" y="6499"/>
                    <a:pt x="5425" y="4383"/>
                    <a:pt x="3451" y="2562"/>
                  </a:cubicBezTo>
                  <a:cubicBezTo>
                    <a:pt x="2470" y="1654"/>
                    <a:pt x="1416" y="823"/>
                    <a:pt x="301" y="86"/>
                  </a:cubicBezTo>
                  <a:cubicBezTo>
                    <a:pt x="220" y="31"/>
                    <a:pt x="144" y="1"/>
                    <a:pt x="9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5330;p73"/>
            <p:cNvSpPr/>
            <p:nvPr/>
          </p:nvSpPr>
          <p:spPr>
            <a:xfrm>
              <a:off x="4274702" y="2918054"/>
              <a:ext cx="60465" cy="131160"/>
            </a:xfrm>
            <a:custGeom>
              <a:avLst/>
              <a:gdLst/>
              <a:ahLst/>
              <a:cxnLst/>
              <a:rect l="l" t="t" r="r" b="b"/>
              <a:pathLst>
                <a:path w="3487" h="7564" extrusionOk="0">
                  <a:moveTo>
                    <a:pt x="91" y="1"/>
                  </a:moveTo>
                  <a:cubicBezTo>
                    <a:pt x="82" y="1"/>
                    <a:pt x="74" y="2"/>
                    <a:pt x="65" y="4"/>
                  </a:cubicBezTo>
                  <a:cubicBezTo>
                    <a:pt x="16" y="24"/>
                    <a:pt x="0" y="97"/>
                    <a:pt x="28" y="162"/>
                  </a:cubicBezTo>
                  <a:lnTo>
                    <a:pt x="855" y="1982"/>
                  </a:lnTo>
                  <a:cubicBezTo>
                    <a:pt x="1135" y="2586"/>
                    <a:pt x="1395" y="3198"/>
                    <a:pt x="1666" y="3802"/>
                  </a:cubicBezTo>
                  <a:cubicBezTo>
                    <a:pt x="1942" y="4402"/>
                    <a:pt x="2209" y="5010"/>
                    <a:pt x="2461" y="5626"/>
                  </a:cubicBezTo>
                  <a:lnTo>
                    <a:pt x="3247" y="7459"/>
                  </a:lnTo>
                  <a:cubicBezTo>
                    <a:pt x="3275" y="7521"/>
                    <a:pt x="3330" y="7563"/>
                    <a:pt x="3381" y="7563"/>
                  </a:cubicBezTo>
                  <a:cubicBezTo>
                    <a:pt x="3389" y="7563"/>
                    <a:pt x="3397" y="7562"/>
                    <a:pt x="3405" y="7560"/>
                  </a:cubicBezTo>
                  <a:cubicBezTo>
                    <a:pt x="3462" y="7544"/>
                    <a:pt x="3486" y="7459"/>
                    <a:pt x="3462" y="7378"/>
                  </a:cubicBezTo>
                  <a:cubicBezTo>
                    <a:pt x="3247" y="6745"/>
                    <a:pt x="3024" y="6117"/>
                    <a:pt x="2773" y="5497"/>
                  </a:cubicBezTo>
                  <a:cubicBezTo>
                    <a:pt x="2518" y="4880"/>
                    <a:pt x="2266" y="4260"/>
                    <a:pt x="1991" y="3652"/>
                  </a:cubicBezTo>
                  <a:cubicBezTo>
                    <a:pt x="1719" y="3044"/>
                    <a:pt x="1439" y="2444"/>
                    <a:pt x="1139" y="1844"/>
                  </a:cubicBezTo>
                  <a:cubicBezTo>
                    <a:pt x="839" y="1248"/>
                    <a:pt x="531" y="660"/>
                    <a:pt x="203" y="77"/>
                  </a:cubicBezTo>
                  <a:cubicBezTo>
                    <a:pt x="186" y="29"/>
                    <a:pt x="139" y="1"/>
                    <a:pt x="9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5331;p73"/>
            <p:cNvSpPr/>
            <p:nvPr/>
          </p:nvSpPr>
          <p:spPr>
            <a:xfrm>
              <a:off x="4370228" y="3250167"/>
              <a:ext cx="28264" cy="371267"/>
            </a:xfrm>
            <a:custGeom>
              <a:avLst/>
              <a:gdLst/>
              <a:ahLst/>
              <a:cxnLst/>
              <a:rect l="l" t="t" r="r" b="b"/>
              <a:pathLst>
                <a:path w="1630" h="21411" extrusionOk="0">
                  <a:moveTo>
                    <a:pt x="72" y="1"/>
                  </a:moveTo>
                  <a:cubicBezTo>
                    <a:pt x="71" y="1"/>
                    <a:pt x="70" y="1"/>
                    <a:pt x="69" y="1"/>
                  </a:cubicBezTo>
                  <a:cubicBezTo>
                    <a:pt x="4" y="5"/>
                    <a:pt x="0" y="195"/>
                    <a:pt x="57" y="418"/>
                  </a:cubicBezTo>
                  <a:cubicBezTo>
                    <a:pt x="511" y="2084"/>
                    <a:pt x="831" y="3787"/>
                    <a:pt x="1014" y="5510"/>
                  </a:cubicBezTo>
                  <a:cubicBezTo>
                    <a:pt x="1204" y="7229"/>
                    <a:pt x="1285" y="8960"/>
                    <a:pt x="1265" y="10687"/>
                  </a:cubicBezTo>
                  <a:cubicBezTo>
                    <a:pt x="1265" y="12422"/>
                    <a:pt x="1180" y="14153"/>
                    <a:pt x="1058" y="15880"/>
                  </a:cubicBezTo>
                  <a:cubicBezTo>
                    <a:pt x="937" y="17611"/>
                    <a:pt x="783" y="19337"/>
                    <a:pt x="633" y="21073"/>
                  </a:cubicBezTo>
                  <a:cubicBezTo>
                    <a:pt x="616" y="21247"/>
                    <a:pt x="637" y="21389"/>
                    <a:pt x="685" y="21409"/>
                  </a:cubicBezTo>
                  <a:cubicBezTo>
                    <a:pt x="689" y="21410"/>
                    <a:pt x="692" y="21411"/>
                    <a:pt x="695" y="21411"/>
                  </a:cubicBezTo>
                  <a:cubicBezTo>
                    <a:pt x="745" y="21411"/>
                    <a:pt x="800" y="21271"/>
                    <a:pt x="823" y="21093"/>
                  </a:cubicBezTo>
                  <a:cubicBezTo>
                    <a:pt x="1030" y="19362"/>
                    <a:pt x="1233" y="17635"/>
                    <a:pt x="1370" y="15904"/>
                  </a:cubicBezTo>
                  <a:cubicBezTo>
                    <a:pt x="1508" y="14169"/>
                    <a:pt x="1610" y="12430"/>
                    <a:pt x="1618" y="10695"/>
                  </a:cubicBezTo>
                  <a:cubicBezTo>
                    <a:pt x="1630" y="8948"/>
                    <a:pt x="1537" y="7204"/>
                    <a:pt x="1342" y="5473"/>
                  </a:cubicBezTo>
                  <a:cubicBezTo>
                    <a:pt x="1139" y="3738"/>
                    <a:pt x="783" y="2028"/>
                    <a:pt x="276" y="358"/>
                  </a:cubicBezTo>
                  <a:cubicBezTo>
                    <a:pt x="216" y="157"/>
                    <a:pt x="136" y="1"/>
                    <a:pt x="7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5332;p73"/>
            <p:cNvSpPr/>
            <p:nvPr/>
          </p:nvSpPr>
          <p:spPr>
            <a:xfrm>
              <a:off x="3927382" y="2960502"/>
              <a:ext cx="246661" cy="279608"/>
            </a:xfrm>
            <a:custGeom>
              <a:avLst/>
              <a:gdLst/>
              <a:ahLst/>
              <a:cxnLst/>
              <a:rect l="l" t="t" r="r" b="b"/>
              <a:pathLst>
                <a:path w="14225" h="16125" extrusionOk="0">
                  <a:moveTo>
                    <a:pt x="65" y="0"/>
                  </a:moveTo>
                  <a:cubicBezTo>
                    <a:pt x="53" y="0"/>
                    <a:pt x="43" y="3"/>
                    <a:pt x="37" y="8"/>
                  </a:cubicBezTo>
                  <a:cubicBezTo>
                    <a:pt x="0" y="45"/>
                    <a:pt x="85" y="178"/>
                    <a:pt x="231" y="304"/>
                  </a:cubicBezTo>
                  <a:cubicBezTo>
                    <a:pt x="1541" y="1435"/>
                    <a:pt x="2809" y="2607"/>
                    <a:pt x="4042" y="3819"/>
                  </a:cubicBezTo>
                  <a:cubicBezTo>
                    <a:pt x="5274" y="5031"/>
                    <a:pt x="6458" y="6292"/>
                    <a:pt x="7593" y="7597"/>
                  </a:cubicBezTo>
                  <a:cubicBezTo>
                    <a:pt x="8732" y="8898"/>
                    <a:pt x="9827" y="10240"/>
                    <a:pt x="10872" y="11614"/>
                  </a:cubicBezTo>
                  <a:cubicBezTo>
                    <a:pt x="11918" y="12988"/>
                    <a:pt x="12916" y="14399"/>
                    <a:pt x="13860" y="15850"/>
                  </a:cubicBezTo>
                  <a:cubicBezTo>
                    <a:pt x="13969" y="16008"/>
                    <a:pt x="14085" y="16124"/>
                    <a:pt x="14150" y="16124"/>
                  </a:cubicBezTo>
                  <a:cubicBezTo>
                    <a:pt x="14155" y="16124"/>
                    <a:pt x="14160" y="16124"/>
                    <a:pt x="14164" y="16122"/>
                  </a:cubicBezTo>
                  <a:cubicBezTo>
                    <a:pt x="14225" y="16102"/>
                    <a:pt x="14176" y="15927"/>
                    <a:pt x="14055" y="15729"/>
                  </a:cubicBezTo>
                  <a:cubicBezTo>
                    <a:pt x="13143" y="14249"/>
                    <a:pt x="12174" y="12810"/>
                    <a:pt x="11136" y="11416"/>
                  </a:cubicBezTo>
                  <a:cubicBezTo>
                    <a:pt x="10098" y="10021"/>
                    <a:pt x="9012" y="8663"/>
                    <a:pt x="7860" y="7362"/>
                  </a:cubicBezTo>
                  <a:cubicBezTo>
                    <a:pt x="6713" y="6061"/>
                    <a:pt x="5505" y="4808"/>
                    <a:pt x="4261" y="3596"/>
                  </a:cubicBezTo>
                  <a:cubicBezTo>
                    <a:pt x="3008" y="2396"/>
                    <a:pt x="1703" y="1249"/>
                    <a:pt x="353" y="158"/>
                  </a:cubicBezTo>
                  <a:cubicBezTo>
                    <a:pt x="238" y="64"/>
                    <a:pt x="123" y="0"/>
                    <a:pt x="6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5333;p73"/>
            <p:cNvSpPr/>
            <p:nvPr/>
          </p:nvSpPr>
          <p:spPr>
            <a:xfrm>
              <a:off x="4080200" y="3044532"/>
              <a:ext cx="116282" cy="163447"/>
            </a:xfrm>
            <a:custGeom>
              <a:avLst/>
              <a:gdLst/>
              <a:ahLst/>
              <a:cxnLst/>
              <a:rect l="l" t="t" r="r" b="b"/>
              <a:pathLst>
                <a:path w="6706" h="9426" extrusionOk="0">
                  <a:moveTo>
                    <a:pt x="88" y="0"/>
                  </a:moveTo>
                  <a:cubicBezTo>
                    <a:pt x="67" y="0"/>
                    <a:pt x="49" y="6"/>
                    <a:pt x="37" y="19"/>
                  </a:cubicBezTo>
                  <a:cubicBezTo>
                    <a:pt x="0" y="51"/>
                    <a:pt x="37" y="140"/>
                    <a:pt x="114" y="209"/>
                  </a:cubicBezTo>
                  <a:cubicBezTo>
                    <a:pt x="823" y="817"/>
                    <a:pt x="1492" y="1466"/>
                    <a:pt x="2120" y="2155"/>
                  </a:cubicBezTo>
                  <a:cubicBezTo>
                    <a:pt x="3373" y="3533"/>
                    <a:pt x="4443" y="5062"/>
                    <a:pt x="5307" y="6711"/>
                  </a:cubicBezTo>
                  <a:cubicBezTo>
                    <a:pt x="5740" y="7534"/>
                    <a:pt x="6121" y="8386"/>
                    <a:pt x="6446" y="9253"/>
                  </a:cubicBezTo>
                  <a:cubicBezTo>
                    <a:pt x="6490" y="9353"/>
                    <a:pt x="6551" y="9426"/>
                    <a:pt x="6608" y="9426"/>
                  </a:cubicBezTo>
                  <a:cubicBezTo>
                    <a:pt x="6613" y="9426"/>
                    <a:pt x="6619" y="9425"/>
                    <a:pt x="6624" y="9423"/>
                  </a:cubicBezTo>
                  <a:cubicBezTo>
                    <a:pt x="6685" y="9407"/>
                    <a:pt x="6705" y="9302"/>
                    <a:pt x="6665" y="9180"/>
                  </a:cubicBezTo>
                  <a:cubicBezTo>
                    <a:pt x="6381" y="8280"/>
                    <a:pt x="6024" y="7405"/>
                    <a:pt x="5603" y="6557"/>
                  </a:cubicBezTo>
                  <a:cubicBezTo>
                    <a:pt x="5177" y="5714"/>
                    <a:pt x="4690" y="4903"/>
                    <a:pt x="4151" y="4125"/>
                  </a:cubicBezTo>
                  <a:cubicBezTo>
                    <a:pt x="3600" y="3359"/>
                    <a:pt x="3000" y="2629"/>
                    <a:pt x="2347" y="1944"/>
                  </a:cubicBezTo>
                  <a:cubicBezTo>
                    <a:pt x="1695" y="1259"/>
                    <a:pt x="989" y="631"/>
                    <a:pt x="235" y="63"/>
                  </a:cubicBezTo>
                  <a:cubicBezTo>
                    <a:pt x="184" y="23"/>
                    <a:pt x="130" y="0"/>
                    <a:pt x="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5334;p73"/>
            <p:cNvSpPr/>
            <p:nvPr/>
          </p:nvSpPr>
          <p:spPr>
            <a:xfrm>
              <a:off x="4137699" y="3052404"/>
              <a:ext cx="61592" cy="82521"/>
            </a:xfrm>
            <a:custGeom>
              <a:avLst/>
              <a:gdLst/>
              <a:ahLst/>
              <a:cxnLst/>
              <a:rect l="l" t="t" r="r" b="b"/>
              <a:pathLst>
                <a:path w="3552" h="4759" extrusionOk="0">
                  <a:moveTo>
                    <a:pt x="107" y="0"/>
                  </a:moveTo>
                  <a:cubicBezTo>
                    <a:pt x="81" y="0"/>
                    <a:pt x="55" y="10"/>
                    <a:pt x="37" y="31"/>
                  </a:cubicBezTo>
                  <a:cubicBezTo>
                    <a:pt x="0" y="71"/>
                    <a:pt x="4" y="136"/>
                    <a:pt x="45" y="173"/>
                  </a:cubicBezTo>
                  <a:cubicBezTo>
                    <a:pt x="389" y="485"/>
                    <a:pt x="726" y="821"/>
                    <a:pt x="1038" y="1170"/>
                  </a:cubicBezTo>
                  <a:cubicBezTo>
                    <a:pt x="1354" y="1515"/>
                    <a:pt x="1646" y="1879"/>
                    <a:pt x="1922" y="2260"/>
                  </a:cubicBezTo>
                  <a:cubicBezTo>
                    <a:pt x="2197" y="2633"/>
                    <a:pt x="2453" y="3027"/>
                    <a:pt x="2680" y="3436"/>
                  </a:cubicBezTo>
                  <a:cubicBezTo>
                    <a:pt x="2907" y="3845"/>
                    <a:pt x="3126" y="4263"/>
                    <a:pt x="3320" y="4693"/>
                  </a:cubicBezTo>
                  <a:cubicBezTo>
                    <a:pt x="3340" y="4732"/>
                    <a:pt x="3381" y="4758"/>
                    <a:pt x="3424" y="4758"/>
                  </a:cubicBezTo>
                  <a:cubicBezTo>
                    <a:pt x="3434" y="4758"/>
                    <a:pt x="3444" y="4757"/>
                    <a:pt x="3454" y="4754"/>
                  </a:cubicBezTo>
                  <a:cubicBezTo>
                    <a:pt x="3519" y="4737"/>
                    <a:pt x="3551" y="4672"/>
                    <a:pt x="3531" y="4612"/>
                  </a:cubicBezTo>
                  <a:cubicBezTo>
                    <a:pt x="3381" y="4154"/>
                    <a:pt x="3195" y="3708"/>
                    <a:pt x="2968" y="3278"/>
                  </a:cubicBezTo>
                  <a:cubicBezTo>
                    <a:pt x="2745" y="2852"/>
                    <a:pt x="2489" y="2443"/>
                    <a:pt x="2205" y="2050"/>
                  </a:cubicBezTo>
                  <a:cubicBezTo>
                    <a:pt x="1914" y="1665"/>
                    <a:pt x="1601" y="1296"/>
                    <a:pt x="1261" y="951"/>
                  </a:cubicBezTo>
                  <a:cubicBezTo>
                    <a:pt x="924" y="611"/>
                    <a:pt x="556" y="298"/>
                    <a:pt x="166" y="19"/>
                  </a:cubicBezTo>
                  <a:cubicBezTo>
                    <a:pt x="149" y="6"/>
                    <a:pt x="128" y="0"/>
                    <a:pt x="10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5335;p73"/>
            <p:cNvSpPr/>
            <p:nvPr/>
          </p:nvSpPr>
          <p:spPr>
            <a:xfrm>
              <a:off x="3574565" y="2631389"/>
              <a:ext cx="104196" cy="96792"/>
            </a:xfrm>
            <a:custGeom>
              <a:avLst/>
              <a:gdLst/>
              <a:ahLst/>
              <a:cxnLst/>
              <a:rect l="l" t="t" r="r" b="b"/>
              <a:pathLst>
                <a:path w="6009" h="5582" extrusionOk="0">
                  <a:moveTo>
                    <a:pt x="468" y="1"/>
                  </a:moveTo>
                  <a:cubicBezTo>
                    <a:pt x="358" y="1"/>
                    <a:pt x="248" y="6"/>
                    <a:pt x="139" y="16"/>
                  </a:cubicBezTo>
                  <a:cubicBezTo>
                    <a:pt x="62" y="24"/>
                    <a:pt x="1" y="57"/>
                    <a:pt x="5" y="114"/>
                  </a:cubicBezTo>
                  <a:cubicBezTo>
                    <a:pt x="9" y="170"/>
                    <a:pt x="70" y="211"/>
                    <a:pt x="147" y="211"/>
                  </a:cubicBezTo>
                  <a:cubicBezTo>
                    <a:pt x="173" y="210"/>
                    <a:pt x="200" y="210"/>
                    <a:pt x="226" y="210"/>
                  </a:cubicBezTo>
                  <a:cubicBezTo>
                    <a:pt x="879" y="210"/>
                    <a:pt x="1512" y="401"/>
                    <a:pt x="2085" y="701"/>
                  </a:cubicBezTo>
                  <a:cubicBezTo>
                    <a:pt x="2681" y="1014"/>
                    <a:pt x="3216" y="1435"/>
                    <a:pt x="3658" y="1950"/>
                  </a:cubicBezTo>
                  <a:cubicBezTo>
                    <a:pt x="4112" y="2461"/>
                    <a:pt x="4501" y="3024"/>
                    <a:pt x="4825" y="3624"/>
                  </a:cubicBezTo>
                  <a:cubicBezTo>
                    <a:pt x="5166" y="4224"/>
                    <a:pt x="5461" y="4853"/>
                    <a:pt x="5766" y="5477"/>
                  </a:cubicBezTo>
                  <a:cubicBezTo>
                    <a:pt x="5797" y="5540"/>
                    <a:pt x="5849" y="5582"/>
                    <a:pt x="5902" y="5582"/>
                  </a:cubicBezTo>
                  <a:cubicBezTo>
                    <a:pt x="5911" y="5582"/>
                    <a:pt x="5919" y="5580"/>
                    <a:pt x="5928" y="5578"/>
                  </a:cubicBezTo>
                  <a:cubicBezTo>
                    <a:pt x="5988" y="5558"/>
                    <a:pt x="6009" y="5469"/>
                    <a:pt x="5976" y="5384"/>
                  </a:cubicBezTo>
                  <a:cubicBezTo>
                    <a:pt x="5721" y="4731"/>
                    <a:pt x="5433" y="4090"/>
                    <a:pt x="5113" y="3470"/>
                  </a:cubicBezTo>
                  <a:cubicBezTo>
                    <a:pt x="4784" y="2850"/>
                    <a:pt x="4399" y="2246"/>
                    <a:pt x="3921" y="1715"/>
                  </a:cubicBezTo>
                  <a:cubicBezTo>
                    <a:pt x="3443" y="1180"/>
                    <a:pt x="2867" y="742"/>
                    <a:pt x="2227" y="422"/>
                  </a:cubicBezTo>
                  <a:cubicBezTo>
                    <a:pt x="1681" y="157"/>
                    <a:pt x="1074" y="1"/>
                    <a:pt x="46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5336;p73"/>
            <p:cNvSpPr/>
            <p:nvPr/>
          </p:nvSpPr>
          <p:spPr>
            <a:xfrm>
              <a:off x="3654780" y="2645955"/>
              <a:ext cx="43957" cy="65823"/>
            </a:xfrm>
            <a:custGeom>
              <a:avLst/>
              <a:gdLst/>
              <a:ahLst/>
              <a:cxnLst/>
              <a:rect l="l" t="t" r="r" b="b"/>
              <a:pathLst>
                <a:path w="2535" h="3796" extrusionOk="0">
                  <a:moveTo>
                    <a:pt x="106" y="0"/>
                  </a:moveTo>
                  <a:cubicBezTo>
                    <a:pt x="76" y="0"/>
                    <a:pt x="46" y="15"/>
                    <a:pt x="29" y="44"/>
                  </a:cubicBezTo>
                  <a:cubicBezTo>
                    <a:pt x="0" y="80"/>
                    <a:pt x="4" y="133"/>
                    <a:pt x="37" y="165"/>
                  </a:cubicBezTo>
                  <a:cubicBezTo>
                    <a:pt x="321" y="388"/>
                    <a:pt x="588" y="632"/>
                    <a:pt x="831" y="899"/>
                  </a:cubicBezTo>
                  <a:cubicBezTo>
                    <a:pt x="1079" y="1159"/>
                    <a:pt x="1298" y="1446"/>
                    <a:pt x="1484" y="1751"/>
                  </a:cubicBezTo>
                  <a:cubicBezTo>
                    <a:pt x="1679" y="2051"/>
                    <a:pt x="1845" y="2367"/>
                    <a:pt x="1975" y="2699"/>
                  </a:cubicBezTo>
                  <a:cubicBezTo>
                    <a:pt x="2116" y="3032"/>
                    <a:pt x="2226" y="3376"/>
                    <a:pt x="2299" y="3729"/>
                  </a:cubicBezTo>
                  <a:cubicBezTo>
                    <a:pt x="2320" y="3768"/>
                    <a:pt x="2361" y="3795"/>
                    <a:pt x="2407" y="3795"/>
                  </a:cubicBezTo>
                  <a:cubicBezTo>
                    <a:pt x="2413" y="3795"/>
                    <a:pt x="2419" y="3795"/>
                    <a:pt x="2425" y="3794"/>
                  </a:cubicBezTo>
                  <a:cubicBezTo>
                    <a:pt x="2481" y="3790"/>
                    <a:pt x="2534" y="3745"/>
                    <a:pt x="2530" y="3692"/>
                  </a:cubicBezTo>
                  <a:cubicBezTo>
                    <a:pt x="2493" y="3315"/>
                    <a:pt x="2412" y="2942"/>
                    <a:pt x="2287" y="2582"/>
                  </a:cubicBezTo>
                  <a:cubicBezTo>
                    <a:pt x="2027" y="1860"/>
                    <a:pt x="1606" y="1211"/>
                    <a:pt x="1054" y="676"/>
                  </a:cubicBezTo>
                  <a:cubicBezTo>
                    <a:pt x="779" y="417"/>
                    <a:pt x="475" y="190"/>
                    <a:pt x="142" y="7"/>
                  </a:cubicBezTo>
                  <a:cubicBezTo>
                    <a:pt x="131" y="3"/>
                    <a:pt x="118" y="0"/>
                    <a:pt x="10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5337;p73"/>
            <p:cNvSpPr/>
            <p:nvPr/>
          </p:nvSpPr>
          <p:spPr>
            <a:xfrm>
              <a:off x="3758525" y="2733574"/>
              <a:ext cx="116213" cy="134246"/>
            </a:xfrm>
            <a:custGeom>
              <a:avLst/>
              <a:gdLst/>
              <a:ahLst/>
              <a:cxnLst/>
              <a:rect l="l" t="t" r="r" b="b"/>
              <a:pathLst>
                <a:path w="6702" h="7742" extrusionOk="0">
                  <a:moveTo>
                    <a:pt x="112" y="0"/>
                  </a:moveTo>
                  <a:cubicBezTo>
                    <a:pt x="74" y="0"/>
                    <a:pt x="43" y="13"/>
                    <a:pt x="29" y="38"/>
                  </a:cubicBezTo>
                  <a:cubicBezTo>
                    <a:pt x="1" y="82"/>
                    <a:pt x="49" y="155"/>
                    <a:pt x="135" y="200"/>
                  </a:cubicBezTo>
                  <a:cubicBezTo>
                    <a:pt x="885" y="565"/>
                    <a:pt x="1594" y="1011"/>
                    <a:pt x="2251" y="1522"/>
                  </a:cubicBezTo>
                  <a:cubicBezTo>
                    <a:pt x="3572" y="2543"/>
                    <a:pt x="4667" y="3824"/>
                    <a:pt x="5474" y="5288"/>
                  </a:cubicBezTo>
                  <a:cubicBezTo>
                    <a:pt x="5875" y="6017"/>
                    <a:pt x="6203" y="6787"/>
                    <a:pt x="6455" y="7582"/>
                  </a:cubicBezTo>
                  <a:cubicBezTo>
                    <a:pt x="6481" y="7672"/>
                    <a:pt x="6538" y="7741"/>
                    <a:pt x="6595" y="7741"/>
                  </a:cubicBezTo>
                  <a:cubicBezTo>
                    <a:pt x="6600" y="7741"/>
                    <a:pt x="6604" y="7741"/>
                    <a:pt x="6609" y="7740"/>
                  </a:cubicBezTo>
                  <a:cubicBezTo>
                    <a:pt x="6669" y="7732"/>
                    <a:pt x="6702" y="7635"/>
                    <a:pt x="6669" y="7521"/>
                  </a:cubicBezTo>
                  <a:cubicBezTo>
                    <a:pt x="6467" y="6690"/>
                    <a:pt x="6163" y="5888"/>
                    <a:pt x="5765" y="5129"/>
                  </a:cubicBezTo>
                  <a:cubicBezTo>
                    <a:pt x="4963" y="3605"/>
                    <a:pt x="3828" y="2288"/>
                    <a:pt x="2441" y="1270"/>
                  </a:cubicBezTo>
                  <a:cubicBezTo>
                    <a:pt x="1748" y="763"/>
                    <a:pt x="1002" y="346"/>
                    <a:pt x="212" y="22"/>
                  </a:cubicBezTo>
                  <a:cubicBezTo>
                    <a:pt x="176" y="8"/>
                    <a:pt x="142" y="0"/>
                    <a:pt x="11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5338;p73"/>
            <p:cNvSpPr/>
            <p:nvPr/>
          </p:nvSpPr>
          <p:spPr>
            <a:xfrm>
              <a:off x="3821088" y="2746873"/>
              <a:ext cx="74181" cy="103277"/>
            </a:xfrm>
            <a:custGeom>
              <a:avLst/>
              <a:gdLst/>
              <a:ahLst/>
              <a:cxnLst/>
              <a:rect l="l" t="t" r="r" b="b"/>
              <a:pathLst>
                <a:path w="4278" h="5956" extrusionOk="0">
                  <a:moveTo>
                    <a:pt x="107" y="0"/>
                  </a:moveTo>
                  <a:cubicBezTo>
                    <a:pt x="78" y="0"/>
                    <a:pt x="49" y="13"/>
                    <a:pt x="29" y="37"/>
                  </a:cubicBezTo>
                  <a:cubicBezTo>
                    <a:pt x="1" y="90"/>
                    <a:pt x="17" y="155"/>
                    <a:pt x="70" y="187"/>
                  </a:cubicBezTo>
                  <a:cubicBezTo>
                    <a:pt x="552" y="528"/>
                    <a:pt x="1002" y="905"/>
                    <a:pt x="1420" y="1322"/>
                  </a:cubicBezTo>
                  <a:cubicBezTo>
                    <a:pt x="2251" y="2157"/>
                    <a:pt x="2932" y="3126"/>
                    <a:pt x="3434" y="4192"/>
                  </a:cubicBezTo>
                  <a:cubicBezTo>
                    <a:pt x="3678" y="4727"/>
                    <a:pt x="3884" y="5279"/>
                    <a:pt x="4042" y="5850"/>
                  </a:cubicBezTo>
                  <a:cubicBezTo>
                    <a:pt x="4054" y="5909"/>
                    <a:pt x="4107" y="5956"/>
                    <a:pt x="4169" y="5956"/>
                  </a:cubicBezTo>
                  <a:cubicBezTo>
                    <a:pt x="4171" y="5956"/>
                    <a:pt x="4174" y="5956"/>
                    <a:pt x="4176" y="5956"/>
                  </a:cubicBezTo>
                  <a:cubicBezTo>
                    <a:pt x="4237" y="5952"/>
                    <a:pt x="4278" y="5875"/>
                    <a:pt x="4257" y="5797"/>
                  </a:cubicBezTo>
                  <a:cubicBezTo>
                    <a:pt x="4152" y="5198"/>
                    <a:pt x="3973" y="4614"/>
                    <a:pt x="3730" y="4054"/>
                  </a:cubicBezTo>
                  <a:cubicBezTo>
                    <a:pt x="3487" y="3499"/>
                    <a:pt x="3187" y="2968"/>
                    <a:pt x="2838" y="2469"/>
                  </a:cubicBezTo>
                  <a:cubicBezTo>
                    <a:pt x="2486" y="1975"/>
                    <a:pt x="2080" y="1517"/>
                    <a:pt x="1638" y="1099"/>
                  </a:cubicBezTo>
                  <a:cubicBezTo>
                    <a:pt x="1193" y="690"/>
                    <a:pt x="702" y="329"/>
                    <a:pt x="175" y="25"/>
                  </a:cubicBezTo>
                  <a:cubicBezTo>
                    <a:pt x="155" y="8"/>
                    <a:pt x="131" y="0"/>
                    <a:pt x="10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5339;p73"/>
            <p:cNvSpPr/>
            <p:nvPr/>
          </p:nvSpPr>
          <p:spPr>
            <a:xfrm>
              <a:off x="3740544" y="2561439"/>
              <a:ext cx="552869" cy="759821"/>
            </a:xfrm>
            <a:custGeom>
              <a:avLst/>
              <a:gdLst/>
              <a:ahLst/>
              <a:cxnLst/>
              <a:rect l="l" t="t" r="r" b="b"/>
              <a:pathLst>
                <a:path w="31884" h="43819" extrusionOk="0">
                  <a:moveTo>
                    <a:pt x="0" y="1"/>
                  </a:moveTo>
                  <a:lnTo>
                    <a:pt x="0" y="1"/>
                  </a:lnTo>
                  <a:cubicBezTo>
                    <a:pt x="11590" y="3000"/>
                    <a:pt x="19921" y="10216"/>
                    <a:pt x="24809" y="21526"/>
                  </a:cubicBezTo>
                  <a:cubicBezTo>
                    <a:pt x="28859" y="30883"/>
                    <a:pt x="29094" y="40089"/>
                    <a:pt x="29094" y="42120"/>
                  </a:cubicBezTo>
                  <a:cubicBezTo>
                    <a:pt x="29094" y="42379"/>
                    <a:pt x="29090" y="42525"/>
                    <a:pt x="29090" y="42537"/>
                  </a:cubicBezTo>
                  <a:cubicBezTo>
                    <a:pt x="29070" y="43222"/>
                    <a:pt x="29609" y="43798"/>
                    <a:pt x="30298" y="43818"/>
                  </a:cubicBezTo>
                  <a:lnTo>
                    <a:pt x="30339" y="43818"/>
                  </a:lnTo>
                  <a:cubicBezTo>
                    <a:pt x="31008" y="43818"/>
                    <a:pt x="31555" y="43287"/>
                    <a:pt x="31579" y="42618"/>
                  </a:cubicBezTo>
                  <a:cubicBezTo>
                    <a:pt x="31596" y="42172"/>
                    <a:pt x="31883" y="31673"/>
                    <a:pt x="27128" y="20622"/>
                  </a:cubicBezTo>
                  <a:cubicBezTo>
                    <a:pt x="24197" y="13816"/>
                    <a:pt x="18915" y="5992"/>
                    <a:pt x="9441" y="1006"/>
                  </a:cubicBezTo>
                  <a:lnTo>
                    <a:pt x="9433" y="1006"/>
                  </a:lnTo>
                  <a:cubicBezTo>
                    <a:pt x="6608" y="430"/>
                    <a:pt x="3474" y="78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5340;p73"/>
            <p:cNvSpPr/>
            <p:nvPr/>
          </p:nvSpPr>
          <p:spPr>
            <a:xfrm>
              <a:off x="3687743" y="2554209"/>
              <a:ext cx="611634" cy="773225"/>
            </a:xfrm>
            <a:custGeom>
              <a:avLst/>
              <a:gdLst/>
              <a:ahLst/>
              <a:cxnLst/>
              <a:rect l="l" t="t" r="r" b="b"/>
              <a:pathLst>
                <a:path w="35273" h="44592" extrusionOk="0">
                  <a:moveTo>
                    <a:pt x="5944" y="912"/>
                  </a:moveTo>
                  <a:lnTo>
                    <a:pt x="5944" y="912"/>
                  </a:lnTo>
                  <a:cubicBezTo>
                    <a:pt x="8100" y="1054"/>
                    <a:pt x="10249" y="1338"/>
                    <a:pt x="12369" y="1763"/>
                  </a:cubicBezTo>
                  <a:cubicBezTo>
                    <a:pt x="20197" y="5898"/>
                    <a:pt x="26075" y="12429"/>
                    <a:pt x="29845" y="21181"/>
                  </a:cubicBezTo>
                  <a:cubicBezTo>
                    <a:pt x="34559" y="32131"/>
                    <a:pt x="34284" y="42585"/>
                    <a:pt x="34272" y="43023"/>
                  </a:cubicBezTo>
                  <a:cubicBezTo>
                    <a:pt x="34255" y="43506"/>
                    <a:pt x="33862" y="43883"/>
                    <a:pt x="33384" y="43883"/>
                  </a:cubicBezTo>
                  <a:lnTo>
                    <a:pt x="33360" y="43883"/>
                  </a:lnTo>
                  <a:cubicBezTo>
                    <a:pt x="32861" y="43858"/>
                    <a:pt x="32476" y="43441"/>
                    <a:pt x="32492" y="42942"/>
                  </a:cubicBezTo>
                  <a:cubicBezTo>
                    <a:pt x="32496" y="42893"/>
                    <a:pt x="32496" y="42756"/>
                    <a:pt x="32496" y="42537"/>
                  </a:cubicBezTo>
                  <a:cubicBezTo>
                    <a:pt x="32496" y="40741"/>
                    <a:pt x="32289" y="31295"/>
                    <a:pt x="28183" y="21801"/>
                  </a:cubicBezTo>
                  <a:cubicBezTo>
                    <a:pt x="23659" y="11351"/>
                    <a:pt x="16188" y="4330"/>
                    <a:pt x="5944" y="912"/>
                  </a:cubicBezTo>
                  <a:close/>
                  <a:moveTo>
                    <a:pt x="1" y="0"/>
                  </a:moveTo>
                  <a:lnTo>
                    <a:pt x="2952" y="766"/>
                  </a:lnTo>
                  <a:cubicBezTo>
                    <a:pt x="14424" y="3734"/>
                    <a:pt x="22694" y="10909"/>
                    <a:pt x="27530" y="22089"/>
                  </a:cubicBezTo>
                  <a:cubicBezTo>
                    <a:pt x="31580" y="31450"/>
                    <a:pt x="31787" y="40765"/>
                    <a:pt x="31787" y="42537"/>
                  </a:cubicBezTo>
                  <a:cubicBezTo>
                    <a:pt x="31787" y="42752"/>
                    <a:pt x="31783" y="42885"/>
                    <a:pt x="31783" y="42942"/>
                  </a:cubicBezTo>
                  <a:cubicBezTo>
                    <a:pt x="31762" y="43830"/>
                    <a:pt x="32460" y="44564"/>
                    <a:pt x="33343" y="44592"/>
                  </a:cubicBezTo>
                  <a:lnTo>
                    <a:pt x="33384" y="44592"/>
                  </a:lnTo>
                  <a:cubicBezTo>
                    <a:pt x="33386" y="44592"/>
                    <a:pt x="33389" y="44592"/>
                    <a:pt x="33391" y="44592"/>
                  </a:cubicBezTo>
                  <a:cubicBezTo>
                    <a:pt x="34251" y="44592"/>
                    <a:pt x="34953" y="43904"/>
                    <a:pt x="34977" y="43043"/>
                  </a:cubicBezTo>
                  <a:cubicBezTo>
                    <a:pt x="34993" y="42602"/>
                    <a:pt x="35273" y="31989"/>
                    <a:pt x="30498" y="20897"/>
                  </a:cubicBezTo>
                  <a:cubicBezTo>
                    <a:pt x="26663" y="11995"/>
                    <a:pt x="20679" y="5343"/>
                    <a:pt x="12701" y="1135"/>
                  </a:cubicBezTo>
                  <a:lnTo>
                    <a:pt x="12636" y="1070"/>
                  </a:lnTo>
                  <a:lnTo>
                    <a:pt x="12507" y="1070"/>
                  </a:lnTo>
                  <a:cubicBezTo>
                    <a:pt x="9608" y="474"/>
                    <a:pt x="6426" y="142"/>
                    <a:pt x="3049" y="6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5341;p73"/>
            <p:cNvSpPr/>
            <p:nvPr/>
          </p:nvSpPr>
          <p:spPr>
            <a:xfrm>
              <a:off x="3844306" y="2582091"/>
              <a:ext cx="87723" cy="24918"/>
            </a:xfrm>
            <a:custGeom>
              <a:avLst/>
              <a:gdLst/>
              <a:ahLst/>
              <a:cxnLst/>
              <a:rect l="l" t="t" r="r" b="b"/>
              <a:pathLst>
                <a:path w="5059" h="1437" extrusionOk="0">
                  <a:moveTo>
                    <a:pt x="3645" y="0"/>
                  </a:moveTo>
                  <a:cubicBezTo>
                    <a:pt x="2029" y="0"/>
                    <a:pt x="434" y="720"/>
                    <a:pt x="352" y="759"/>
                  </a:cubicBezTo>
                  <a:cubicBezTo>
                    <a:pt x="1" y="913"/>
                    <a:pt x="112" y="1436"/>
                    <a:pt x="494" y="1436"/>
                  </a:cubicBezTo>
                  <a:cubicBezTo>
                    <a:pt x="495" y="1436"/>
                    <a:pt x="497" y="1436"/>
                    <a:pt x="498" y="1436"/>
                  </a:cubicBezTo>
                  <a:cubicBezTo>
                    <a:pt x="547" y="1436"/>
                    <a:pt x="599" y="1424"/>
                    <a:pt x="644" y="1404"/>
                  </a:cubicBezTo>
                  <a:cubicBezTo>
                    <a:pt x="664" y="1397"/>
                    <a:pt x="2179" y="711"/>
                    <a:pt x="3640" y="711"/>
                  </a:cubicBezTo>
                  <a:cubicBezTo>
                    <a:pt x="3960" y="711"/>
                    <a:pt x="4278" y="744"/>
                    <a:pt x="4576" y="824"/>
                  </a:cubicBezTo>
                  <a:cubicBezTo>
                    <a:pt x="4606" y="832"/>
                    <a:pt x="4636" y="836"/>
                    <a:pt x="4665" y="836"/>
                  </a:cubicBezTo>
                  <a:cubicBezTo>
                    <a:pt x="4824" y="836"/>
                    <a:pt x="4969" y="730"/>
                    <a:pt x="5010" y="569"/>
                  </a:cubicBezTo>
                  <a:cubicBezTo>
                    <a:pt x="5059" y="378"/>
                    <a:pt x="4945" y="188"/>
                    <a:pt x="4759" y="135"/>
                  </a:cubicBezTo>
                  <a:cubicBezTo>
                    <a:pt x="4399" y="39"/>
                    <a:pt x="4021" y="0"/>
                    <a:pt x="364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5342;p73"/>
            <p:cNvSpPr/>
            <p:nvPr/>
          </p:nvSpPr>
          <p:spPr>
            <a:xfrm>
              <a:off x="3934717" y="2629117"/>
              <a:ext cx="64730" cy="28230"/>
            </a:xfrm>
            <a:custGeom>
              <a:avLst/>
              <a:gdLst/>
              <a:ahLst/>
              <a:cxnLst/>
              <a:rect l="l" t="t" r="r" b="b"/>
              <a:pathLst>
                <a:path w="3733" h="1628" extrusionOk="0">
                  <a:moveTo>
                    <a:pt x="3315" y="1"/>
                  </a:moveTo>
                  <a:cubicBezTo>
                    <a:pt x="1856" y="1"/>
                    <a:pt x="367" y="934"/>
                    <a:pt x="299" y="974"/>
                  </a:cubicBezTo>
                  <a:cubicBezTo>
                    <a:pt x="0" y="1164"/>
                    <a:pt x="135" y="1627"/>
                    <a:pt x="489" y="1627"/>
                  </a:cubicBezTo>
                  <a:cubicBezTo>
                    <a:pt x="490" y="1627"/>
                    <a:pt x="492" y="1627"/>
                    <a:pt x="493" y="1627"/>
                  </a:cubicBezTo>
                  <a:cubicBezTo>
                    <a:pt x="562" y="1627"/>
                    <a:pt x="627" y="1607"/>
                    <a:pt x="684" y="1570"/>
                  </a:cubicBezTo>
                  <a:cubicBezTo>
                    <a:pt x="696" y="1562"/>
                    <a:pt x="2050" y="711"/>
                    <a:pt x="3327" y="711"/>
                  </a:cubicBezTo>
                  <a:lnTo>
                    <a:pt x="3376" y="711"/>
                  </a:lnTo>
                  <a:cubicBezTo>
                    <a:pt x="3570" y="711"/>
                    <a:pt x="3732" y="553"/>
                    <a:pt x="3732" y="358"/>
                  </a:cubicBezTo>
                  <a:cubicBezTo>
                    <a:pt x="3732" y="164"/>
                    <a:pt x="3578" y="1"/>
                    <a:pt x="3380" y="1"/>
                  </a:cubicBezTo>
                  <a:cubicBezTo>
                    <a:pt x="3358" y="1"/>
                    <a:pt x="3337" y="1"/>
                    <a:pt x="331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5343;p73"/>
            <p:cNvSpPr/>
            <p:nvPr/>
          </p:nvSpPr>
          <p:spPr>
            <a:xfrm>
              <a:off x="3995216" y="2673265"/>
              <a:ext cx="57586" cy="30466"/>
            </a:xfrm>
            <a:custGeom>
              <a:avLst/>
              <a:gdLst/>
              <a:ahLst/>
              <a:cxnLst/>
              <a:rect l="l" t="t" r="r" b="b"/>
              <a:pathLst>
                <a:path w="3321" h="1757" extrusionOk="0">
                  <a:moveTo>
                    <a:pt x="2698" y="0"/>
                  </a:moveTo>
                  <a:cubicBezTo>
                    <a:pt x="1308" y="0"/>
                    <a:pt x="249" y="1107"/>
                    <a:pt x="203" y="1161"/>
                  </a:cubicBezTo>
                  <a:cubicBezTo>
                    <a:pt x="0" y="1388"/>
                    <a:pt x="154" y="1748"/>
                    <a:pt x="458" y="1757"/>
                  </a:cubicBezTo>
                  <a:cubicBezTo>
                    <a:pt x="555" y="1757"/>
                    <a:pt x="649" y="1716"/>
                    <a:pt x="718" y="1647"/>
                  </a:cubicBezTo>
                  <a:cubicBezTo>
                    <a:pt x="729" y="1636"/>
                    <a:pt x="1612" y="709"/>
                    <a:pt x="2699" y="709"/>
                  </a:cubicBezTo>
                  <a:cubicBezTo>
                    <a:pt x="2761" y="709"/>
                    <a:pt x="2823" y="712"/>
                    <a:pt x="2886" y="719"/>
                  </a:cubicBezTo>
                  <a:cubicBezTo>
                    <a:pt x="2906" y="722"/>
                    <a:pt x="2925" y="723"/>
                    <a:pt x="2944" y="723"/>
                  </a:cubicBezTo>
                  <a:cubicBezTo>
                    <a:pt x="3123" y="723"/>
                    <a:pt x="3278" y="589"/>
                    <a:pt x="3296" y="403"/>
                  </a:cubicBezTo>
                  <a:cubicBezTo>
                    <a:pt x="3320" y="200"/>
                    <a:pt x="3162" y="21"/>
                    <a:pt x="2959" y="13"/>
                  </a:cubicBezTo>
                  <a:cubicBezTo>
                    <a:pt x="2871" y="4"/>
                    <a:pt x="2784" y="0"/>
                    <a:pt x="269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5344;p73"/>
            <p:cNvSpPr/>
            <p:nvPr/>
          </p:nvSpPr>
          <p:spPr>
            <a:xfrm>
              <a:off x="4046942" y="2722008"/>
              <a:ext cx="52107" cy="32200"/>
            </a:xfrm>
            <a:custGeom>
              <a:avLst/>
              <a:gdLst/>
              <a:ahLst/>
              <a:cxnLst/>
              <a:rect l="l" t="t" r="r" b="b"/>
              <a:pathLst>
                <a:path w="3005" h="1857" extrusionOk="0">
                  <a:moveTo>
                    <a:pt x="2578" y="1"/>
                  </a:moveTo>
                  <a:cubicBezTo>
                    <a:pt x="1586" y="1"/>
                    <a:pt x="305" y="1106"/>
                    <a:pt x="163" y="1232"/>
                  </a:cubicBezTo>
                  <a:cubicBezTo>
                    <a:pt x="13" y="1362"/>
                    <a:pt x="1" y="1589"/>
                    <a:pt x="130" y="1735"/>
                  </a:cubicBezTo>
                  <a:cubicBezTo>
                    <a:pt x="199" y="1812"/>
                    <a:pt x="293" y="1856"/>
                    <a:pt x="394" y="1856"/>
                  </a:cubicBezTo>
                  <a:cubicBezTo>
                    <a:pt x="483" y="1856"/>
                    <a:pt x="568" y="1824"/>
                    <a:pt x="633" y="1763"/>
                  </a:cubicBezTo>
                  <a:cubicBezTo>
                    <a:pt x="1097" y="1350"/>
                    <a:pt x="2020" y="711"/>
                    <a:pt x="2563" y="711"/>
                  </a:cubicBezTo>
                  <a:cubicBezTo>
                    <a:pt x="2580" y="711"/>
                    <a:pt x="2596" y="712"/>
                    <a:pt x="2611" y="713"/>
                  </a:cubicBezTo>
                  <a:cubicBezTo>
                    <a:pt x="2621" y="714"/>
                    <a:pt x="2631" y="714"/>
                    <a:pt x="2641" y="714"/>
                  </a:cubicBezTo>
                  <a:cubicBezTo>
                    <a:pt x="2823" y="714"/>
                    <a:pt x="2977" y="573"/>
                    <a:pt x="2988" y="385"/>
                  </a:cubicBezTo>
                  <a:cubicBezTo>
                    <a:pt x="3005" y="190"/>
                    <a:pt x="2855" y="20"/>
                    <a:pt x="2660" y="4"/>
                  </a:cubicBezTo>
                  <a:cubicBezTo>
                    <a:pt x="2633" y="2"/>
                    <a:pt x="2606" y="1"/>
                    <a:pt x="257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5345;p73"/>
            <p:cNvSpPr/>
            <p:nvPr/>
          </p:nvSpPr>
          <p:spPr>
            <a:xfrm>
              <a:off x="4098476" y="2789062"/>
              <a:ext cx="52245" cy="31854"/>
            </a:xfrm>
            <a:custGeom>
              <a:avLst/>
              <a:gdLst/>
              <a:ahLst/>
              <a:cxnLst/>
              <a:rect l="l" t="t" r="r" b="b"/>
              <a:pathLst>
                <a:path w="3013" h="1837" extrusionOk="0">
                  <a:moveTo>
                    <a:pt x="2613" y="1"/>
                  </a:moveTo>
                  <a:cubicBezTo>
                    <a:pt x="2539" y="1"/>
                    <a:pt x="2463" y="24"/>
                    <a:pt x="2400" y="73"/>
                  </a:cubicBezTo>
                  <a:cubicBezTo>
                    <a:pt x="1711" y="592"/>
                    <a:pt x="292" y="1139"/>
                    <a:pt x="280" y="1147"/>
                  </a:cubicBezTo>
                  <a:cubicBezTo>
                    <a:pt x="93" y="1212"/>
                    <a:pt x="0" y="1423"/>
                    <a:pt x="73" y="1605"/>
                  </a:cubicBezTo>
                  <a:cubicBezTo>
                    <a:pt x="126" y="1743"/>
                    <a:pt x="260" y="1832"/>
                    <a:pt x="410" y="1836"/>
                  </a:cubicBezTo>
                  <a:cubicBezTo>
                    <a:pt x="450" y="1832"/>
                    <a:pt x="495" y="1824"/>
                    <a:pt x="535" y="1808"/>
                  </a:cubicBezTo>
                  <a:cubicBezTo>
                    <a:pt x="596" y="1784"/>
                    <a:pt x="2059" y="1220"/>
                    <a:pt x="2826" y="640"/>
                  </a:cubicBezTo>
                  <a:cubicBezTo>
                    <a:pt x="2980" y="523"/>
                    <a:pt x="3012" y="300"/>
                    <a:pt x="2895" y="142"/>
                  </a:cubicBezTo>
                  <a:cubicBezTo>
                    <a:pt x="2825" y="49"/>
                    <a:pt x="2720" y="1"/>
                    <a:pt x="261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5346;p73"/>
            <p:cNvSpPr/>
            <p:nvPr/>
          </p:nvSpPr>
          <p:spPr>
            <a:xfrm>
              <a:off x="4143179" y="2869970"/>
              <a:ext cx="54638" cy="30085"/>
            </a:xfrm>
            <a:custGeom>
              <a:avLst/>
              <a:gdLst/>
              <a:ahLst/>
              <a:cxnLst/>
              <a:rect l="l" t="t" r="r" b="b"/>
              <a:pathLst>
                <a:path w="3151" h="1735" extrusionOk="0">
                  <a:moveTo>
                    <a:pt x="2757" y="0"/>
                  </a:moveTo>
                  <a:cubicBezTo>
                    <a:pt x="2671" y="0"/>
                    <a:pt x="2585" y="32"/>
                    <a:pt x="2518" y="97"/>
                  </a:cubicBezTo>
                  <a:cubicBezTo>
                    <a:pt x="1764" y="786"/>
                    <a:pt x="446" y="1025"/>
                    <a:pt x="430" y="1029"/>
                  </a:cubicBezTo>
                  <a:cubicBezTo>
                    <a:pt x="0" y="1102"/>
                    <a:pt x="53" y="1735"/>
                    <a:pt x="491" y="1735"/>
                  </a:cubicBezTo>
                  <a:lnTo>
                    <a:pt x="556" y="1731"/>
                  </a:lnTo>
                  <a:cubicBezTo>
                    <a:pt x="617" y="1719"/>
                    <a:pt x="2088" y="1451"/>
                    <a:pt x="2992" y="620"/>
                  </a:cubicBezTo>
                  <a:cubicBezTo>
                    <a:pt x="3138" y="486"/>
                    <a:pt x="3150" y="263"/>
                    <a:pt x="3020" y="117"/>
                  </a:cubicBezTo>
                  <a:cubicBezTo>
                    <a:pt x="2950" y="40"/>
                    <a:pt x="2853" y="0"/>
                    <a:pt x="275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5347;p73"/>
            <p:cNvSpPr/>
            <p:nvPr/>
          </p:nvSpPr>
          <p:spPr>
            <a:xfrm>
              <a:off x="4169535" y="2930729"/>
              <a:ext cx="55835" cy="26270"/>
            </a:xfrm>
            <a:custGeom>
              <a:avLst/>
              <a:gdLst/>
              <a:ahLst/>
              <a:cxnLst/>
              <a:rect l="l" t="t" r="r" b="b"/>
              <a:pathLst>
                <a:path w="3220" h="1515" extrusionOk="0">
                  <a:moveTo>
                    <a:pt x="2820" y="1"/>
                  </a:moveTo>
                  <a:cubicBezTo>
                    <a:pt x="2746" y="1"/>
                    <a:pt x="2671" y="24"/>
                    <a:pt x="2607" y="71"/>
                  </a:cubicBezTo>
                  <a:cubicBezTo>
                    <a:pt x="1841" y="627"/>
                    <a:pt x="430" y="805"/>
                    <a:pt x="418" y="809"/>
                  </a:cubicBezTo>
                  <a:cubicBezTo>
                    <a:pt x="1" y="878"/>
                    <a:pt x="33" y="1494"/>
                    <a:pt x="459" y="1514"/>
                  </a:cubicBezTo>
                  <a:lnTo>
                    <a:pt x="503" y="1514"/>
                  </a:lnTo>
                  <a:cubicBezTo>
                    <a:pt x="572" y="1502"/>
                    <a:pt x="2113" y="1312"/>
                    <a:pt x="3029" y="643"/>
                  </a:cubicBezTo>
                  <a:cubicBezTo>
                    <a:pt x="3187" y="525"/>
                    <a:pt x="3219" y="302"/>
                    <a:pt x="3106" y="144"/>
                  </a:cubicBezTo>
                  <a:cubicBezTo>
                    <a:pt x="3036" y="50"/>
                    <a:pt x="2929" y="1"/>
                    <a:pt x="282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5348;p73"/>
            <p:cNvSpPr/>
            <p:nvPr/>
          </p:nvSpPr>
          <p:spPr>
            <a:xfrm>
              <a:off x="4193569" y="2995477"/>
              <a:ext cx="55141" cy="24085"/>
            </a:xfrm>
            <a:custGeom>
              <a:avLst/>
              <a:gdLst/>
              <a:ahLst/>
              <a:cxnLst/>
              <a:rect l="l" t="t" r="r" b="b"/>
              <a:pathLst>
                <a:path w="3180" h="1389" extrusionOk="0">
                  <a:moveTo>
                    <a:pt x="2774" y="0"/>
                  </a:moveTo>
                  <a:cubicBezTo>
                    <a:pt x="2715" y="0"/>
                    <a:pt x="2655" y="15"/>
                    <a:pt x="2599" y="46"/>
                  </a:cubicBezTo>
                  <a:cubicBezTo>
                    <a:pt x="1886" y="452"/>
                    <a:pt x="341" y="679"/>
                    <a:pt x="325" y="679"/>
                  </a:cubicBezTo>
                  <a:cubicBezTo>
                    <a:pt x="131" y="707"/>
                    <a:pt x="1" y="890"/>
                    <a:pt x="25" y="1084"/>
                  </a:cubicBezTo>
                  <a:cubicBezTo>
                    <a:pt x="50" y="1259"/>
                    <a:pt x="200" y="1388"/>
                    <a:pt x="378" y="1388"/>
                  </a:cubicBezTo>
                  <a:lnTo>
                    <a:pt x="427" y="1384"/>
                  </a:lnTo>
                  <a:cubicBezTo>
                    <a:pt x="500" y="1372"/>
                    <a:pt x="2121" y="1133"/>
                    <a:pt x="2952" y="663"/>
                  </a:cubicBezTo>
                  <a:cubicBezTo>
                    <a:pt x="3122" y="565"/>
                    <a:pt x="3179" y="351"/>
                    <a:pt x="3086" y="180"/>
                  </a:cubicBezTo>
                  <a:cubicBezTo>
                    <a:pt x="3020" y="65"/>
                    <a:pt x="2899" y="0"/>
                    <a:pt x="277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5349;p73"/>
            <p:cNvSpPr/>
            <p:nvPr/>
          </p:nvSpPr>
          <p:spPr>
            <a:xfrm>
              <a:off x="4214377" y="3070212"/>
              <a:ext cx="54777" cy="26045"/>
            </a:xfrm>
            <a:custGeom>
              <a:avLst/>
              <a:gdLst/>
              <a:ahLst/>
              <a:cxnLst/>
              <a:rect l="l" t="t" r="r" b="b"/>
              <a:pathLst>
                <a:path w="3159" h="1502" extrusionOk="0">
                  <a:moveTo>
                    <a:pt x="2757" y="1"/>
                  </a:moveTo>
                  <a:cubicBezTo>
                    <a:pt x="2679" y="1"/>
                    <a:pt x="2600" y="26"/>
                    <a:pt x="2535" y="78"/>
                  </a:cubicBezTo>
                  <a:cubicBezTo>
                    <a:pt x="1764" y="686"/>
                    <a:pt x="366" y="792"/>
                    <a:pt x="354" y="792"/>
                  </a:cubicBezTo>
                  <a:cubicBezTo>
                    <a:pt x="155" y="800"/>
                    <a:pt x="1" y="962"/>
                    <a:pt x="9" y="1160"/>
                  </a:cubicBezTo>
                  <a:cubicBezTo>
                    <a:pt x="17" y="1350"/>
                    <a:pt x="171" y="1501"/>
                    <a:pt x="363" y="1501"/>
                  </a:cubicBezTo>
                  <a:cubicBezTo>
                    <a:pt x="368" y="1501"/>
                    <a:pt x="373" y="1501"/>
                    <a:pt x="378" y="1501"/>
                  </a:cubicBezTo>
                  <a:lnTo>
                    <a:pt x="402" y="1501"/>
                  </a:lnTo>
                  <a:cubicBezTo>
                    <a:pt x="467" y="1497"/>
                    <a:pt x="2036" y="1379"/>
                    <a:pt x="2976" y="633"/>
                  </a:cubicBezTo>
                  <a:cubicBezTo>
                    <a:pt x="3135" y="512"/>
                    <a:pt x="3159" y="289"/>
                    <a:pt x="3037" y="135"/>
                  </a:cubicBezTo>
                  <a:cubicBezTo>
                    <a:pt x="2965" y="47"/>
                    <a:pt x="2861" y="1"/>
                    <a:pt x="275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5350;p73"/>
            <p:cNvSpPr/>
            <p:nvPr/>
          </p:nvSpPr>
          <p:spPr>
            <a:xfrm>
              <a:off x="4226757" y="3139191"/>
              <a:ext cx="56043" cy="21658"/>
            </a:xfrm>
            <a:custGeom>
              <a:avLst/>
              <a:gdLst/>
              <a:ahLst/>
              <a:cxnLst/>
              <a:rect l="l" t="t" r="r" b="b"/>
              <a:pathLst>
                <a:path w="3232" h="1249" extrusionOk="0">
                  <a:moveTo>
                    <a:pt x="2823" y="1"/>
                  </a:moveTo>
                  <a:cubicBezTo>
                    <a:pt x="2756" y="1"/>
                    <a:pt x="2688" y="20"/>
                    <a:pt x="2627" y="61"/>
                  </a:cubicBezTo>
                  <a:cubicBezTo>
                    <a:pt x="2015" y="477"/>
                    <a:pt x="1153" y="537"/>
                    <a:pt x="704" y="537"/>
                  </a:cubicBezTo>
                  <a:cubicBezTo>
                    <a:pt x="523" y="537"/>
                    <a:pt x="409" y="527"/>
                    <a:pt x="406" y="527"/>
                  </a:cubicBezTo>
                  <a:cubicBezTo>
                    <a:pt x="394" y="526"/>
                    <a:pt x="382" y="525"/>
                    <a:pt x="370" y="525"/>
                  </a:cubicBezTo>
                  <a:cubicBezTo>
                    <a:pt x="190" y="525"/>
                    <a:pt x="36" y="665"/>
                    <a:pt x="21" y="847"/>
                  </a:cubicBezTo>
                  <a:cubicBezTo>
                    <a:pt x="0" y="1042"/>
                    <a:pt x="146" y="1220"/>
                    <a:pt x="341" y="1236"/>
                  </a:cubicBezTo>
                  <a:cubicBezTo>
                    <a:pt x="357" y="1236"/>
                    <a:pt x="495" y="1248"/>
                    <a:pt x="702" y="1248"/>
                  </a:cubicBezTo>
                  <a:cubicBezTo>
                    <a:pt x="1237" y="1248"/>
                    <a:pt x="2250" y="1171"/>
                    <a:pt x="3020" y="648"/>
                  </a:cubicBezTo>
                  <a:cubicBezTo>
                    <a:pt x="3187" y="543"/>
                    <a:pt x="3231" y="320"/>
                    <a:pt x="3118" y="158"/>
                  </a:cubicBezTo>
                  <a:cubicBezTo>
                    <a:pt x="3049" y="56"/>
                    <a:pt x="2937" y="1"/>
                    <a:pt x="282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5351;p73"/>
            <p:cNvSpPr/>
            <p:nvPr/>
          </p:nvSpPr>
          <p:spPr>
            <a:xfrm>
              <a:off x="4234838" y="3203210"/>
              <a:ext cx="56251" cy="19993"/>
            </a:xfrm>
            <a:custGeom>
              <a:avLst/>
              <a:gdLst/>
              <a:ahLst/>
              <a:cxnLst/>
              <a:rect l="l" t="t" r="r" b="b"/>
              <a:pathLst>
                <a:path w="3244" h="1153" extrusionOk="0">
                  <a:moveTo>
                    <a:pt x="2836" y="1"/>
                  </a:moveTo>
                  <a:cubicBezTo>
                    <a:pt x="2770" y="1"/>
                    <a:pt x="2703" y="19"/>
                    <a:pt x="2644" y="58"/>
                  </a:cubicBezTo>
                  <a:cubicBezTo>
                    <a:pt x="2163" y="371"/>
                    <a:pt x="1556" y="442"/>
                    <a:pt x="1103" y="442"/>
                  </a:cubicBezTo>
                  <a:cubicBezTo>
                    <a:pt x="730" y="442"/>
                    <a:pt x="462" y="394"/>
                    <a:pt x="455" y="394"/>
                  </a:cubicBezTo>
                  <a:cubicBezTo>
                    <a:pt x="430" y="389"/>
                    <a:pt x="405" y="387"/>
                    <a:pt x="381" y="387"/>
                  </a:cubicBezTo>
                  <a:cubicBezTo>
                    <a:pt x="215" y="387"/>
                    <a:pt x="69" y="504"/>
                    <a:pt x="37" y="674"/>
                  </a:cubicBezTo>
                  <a:cubicBezTo>
                    <a:pt x="1" y="864"/>
                    <a:pt x="126" y="1051"/>
                    <a:pt x="317" y="1087"/>
                  </a:cubicBezTo>
                  <a:cubicBezTo>
                    <a:pt x="576" y="1132"/>
                    <a:pt x="844" y="1152"/>
                    <a:pt x="1107" y="1152"/>
                  </a:cubicBezTo>
                  <a:cubicBezTo>
                    <a:pt x="1659" y="1152"/>
                    <a:pt x="2409" y="1063"/>
                    <a:pt x="3033" y="649"/>
                  </a:cubicBezTo>
                  <a:cubicBezTo>
                    <a:pt x="3195" y="544"/>
                    <a:pt x="3244" y="325"/>
                    <a:pt x="3134" y="159"/>
                  </a:cubicBezTo>
                  <a:cubicBezTo>
                    <a:pt x="3065" y="56"/>
                    <a:pt x="2951" y="1"/>
                    <a:pt x="283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5352;p73"/>
            <p:cNvSpPr/>
            <p:nvPr/>
          </p:nvSpPr>
          <p:spPr>
            <a:xfrm>
              <a:off x="4237647" y="3259964"/>
              <a:ext cx="57239" cy="19681"/>
            </a:xfrm>
            <a:custGeom>
              <a:avLst/>
              <a:gdLst/>
              <a:ahLst/>
              <a:cxnLst/>
              <a:rect l="l" t="t" r="r" b="b"/>
              <a:pathLst>
                <a:path w="3301" h="1135" extrusionOk="0">
                  <a:moveTo>
                    <a:pt x="2895" y="0"/>
                  </a:moveTo>
                  <a:cubicBezTo>
                    <a:pt x="2828" y="0"/>
                    <a:pt x="2760" y="20"/>
                    <a:pt x="2701" y="60"/>
                  </a:cubicBezTo>
                  <a:cubicBezTo>
                    <a:pt x="2266" y="342"/>
                    <a:pt x="1802" y="421"/>
                    <a:pt x="1415" y="421"/>
                  </a:cubicBezTo>
                  <a:cubicBezTo>
                    <a:pt x="910" y="421"/>
                    <a:pt x="536" y="285"/>
                    <a:pt x="532" y="283"/>
                  </a:cubicBezTo>
                  <a:cubicBezTo>
                    <a:pt x="491" y="269"/>
                    <a:pt x="449" y="262"/>
                    <a:pt x="408" y="262"/>
                  </a:cubicBezTo>
                  <a:cubicBezTo>
                    <a:pt x="263" y="262"/>
                    <a:pt x="127" y="348"/>
                    <a:pt x="74" y="490"/>
                  </a:cubicBezTo>
                  <a:cubicBezTo>
                    <a:pt x="1" y="672"/>
                    <a:pt x="98" y="879"/>
                    <a:pt x="280" y="948"/>
                  </a:cubicBezTo>
                  <a:cubicBezTo>
                    <a:pt x="635" y="1070"/>
                    <a:pt x="1008" y="1135"/>
                    <a:pt x="1381" y="1135"/>
                  </a:cubicBezTo>
                  <a:cubicBezTo>
                    <a:pt x="1393" y="1135"/>
                    <a:pt x="1404" y="1134"/>
                    <a:pt x="1415" y="1134"/>
                  </a:cubicBezTo>
                  <a:cubicBezTo>
                    <a:pt x="1423" y="1134"/>
                    <a:pt x="1430" y="1134"/>
                    <a:pt x="1437" y="1134"/>
                  </a:cubicBezTo>
                  <a:cubicBezTo>
                    <a:pt x="2021" y="1134"/>
                    <a:pt x="2597" y="968"/>
                    <a:pt x="3090" y="652"/>
                  </a:cubicBezTo>
                  <a:cubicBezTo>
                    <a:pt x="3256" y="547"/>
                    <a:pt x="3301" y="324"/>
                    <a:pt x="3191" y="161"/>
                  </a:cubicBezTo>
                  <a:cubicBezTo>
                    <a:pt x="3122" y="57"/>
                    <a:pt x="3010" y="0"/>
                    <a:pt x="289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5353;p73"/>
            <p:cNvSpPr/>
            <p:nvPr/>
          </p:nvSpPr>
          <p:spPr>
            <a:xfrm>
              <a:off x="4215018" y="3291193"/>
              <a:ext cx="113958" cy="155418"/>
            </a:xfrm>
            <a:custGeom>
              <a:avLst/>
              <a:gdLst/>
              <a:ahLst/>
              <a:cxnLst/>
              <a:rect l="l" t="t" r="r" b="b"/>
              <a:pathLst>
                <a:path w="6572" h="8963" extrusionOk="0">
                  <a:moveTo>
                    <a:pt x="3265" y="4784"/>
                  </a:moveTo>
                  <a:cubicBezTo>
                    <a:pt x="4614" y="4784"/>
                    <a:pt x="4809" y="7046"/>
                    <a:pt x="3345" y="7109"/>
                  </a:cubicBezTo>
                  <a:cubicBezTo>
                    <a:pt x="3325" y="7109"/>
                    <a:pt x="3305" y="7110"/>
                    <a:pt x="3286" y="7110"/>
                  </a:cubicBezTo>
                  <a:cubicBezTo>
                    <a:pt x="1845" y="7110"/>
                    <a:pt x="1862" y="4914"/>
                    <a:pt x="3142" y="4790"/>
                  </a:cubicBezTo>
                  <a:cubicBezTo>
                    <a:pt x="3184" y="4786"/>
                    <a:pt x="3225" y="4784"/>
                    <a:pt x="3265" y="4784"/>
                  </a:cubicBezTo>
                  <a:close/>
                  <a:moveTo>
                    <a:pt x="3464" y="0"/>
                  </a:moveTo>
                  <a:cubicBezTo>
                    <a:pt x="2728" y="0"/>
                    <a:pt x="1735" y="35"/>
                    <a:pt x="1735" y="35"/>
                  </a:cubicBezTo>
                  <a:cubicBezTo>
                    <a:pt x="1735" y="35"/>
                    <a:pt x="0" y="8860"/>
                    <a:pt x="604" y="8888"/>
                  </a:cubicBezTo>
                  <a:cubicBezTo>
                    <a:pt x="913" y="8905"/>
                    <a:pt x="2266" y="8962"/>
                    <a:pt x="3563" y="8962"/>
                  </a:cubicBezTo>
                  <a:cubicBezTo>
                    <a:pt x="4788" y="8962"/>
                    <a:pt x="5963" y="8911"/>
                    <a:pt x="6162" y="8726"/>
                  </a:cubicBezTo>
                  <a:cubicBezTo>
                    <a:pt x="6572" y="8345"/>
                    <a:pt x="4480" y="120"/>
                    <a:pt x="4220" y="35"/>
                  </a:cubicBezTo>
                  <a:cubicBezTo>
                    <a:pt x="4137" y="9"/>
                    <a:pt x="3833" y="0"/>
                    <a:pt x="34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5354;p73"/>
            <p:cNvSpPr/>
            <p:nvPr/>
          </p:nvSpPr>
          <p:spPr>
            <a:xfrm>
              <a:off x="4211932" y="3285020"/>
              <a:ext cx="120704" cy="167973"/>
            </a:xfrm>
            <a:custGeom>
              <a:avLst/>
              <a:gdLst/>
              <a:ahLst/>
              <a:cxnLst/>
              <a:rect l="l" t="t" r="r" b="b"/>
              <a:pathLst>
                <a:path w="6961" h="9687" extrusionOk="0">
                  <a:moveTo>
                    <a:pt x="3454" y="5494"/>
                  </a:moveTo>
                  <a:cubicBezTo>
                    <a:pt x="3680" y="5494"/>
                    <a:pt x="3890" y="5603"/>
                    <a:pt x="4017" y="5790"/>
                  </a:cubicBezTo>
                  <a:cubicBezTo>
                    <a:pt x="4208" y="6062"/>
                    <a:pt x="4212" y="6528"/>
                    <a:pt x="4098" y="6751"/>
                  </a:cubicBezTo>
                  <a:cubicBezTo>
                    <a:pt x="3989" y="6974"/>
                    <a:pt x="3790" y="7092"/>
                    <a:pt x="3507" y="7108"/>
                  </a:cubicBezTo>
                  <a:lnTo>
                    <a:pt x="3462" y="7108"/>
                  </a:lnTo>
                  <a:cubicBezTo>
                    <a:pt x="2813" y="7108"/>
                    <a:pt x="2736" y="6504"/>
                    <a:pt x="2728" y="6382"/>
                  </a:cubicBezTo>
                  <a:cubicBezTo>
                    <a:pt x="2708" y="6054"/>
                    <a:pt x="2854" y="5539"/>
                    <a:pt x="3357" y="5494"/>
                  </a:cubicBezTo>
                  <a:lnTo>
                    <a:pt x="3442" y="5494"/>
                  </a:lnTo>
                  <a:cubicBezTo>
                    <a:pt x="3446" y="5494"/>
                    <a:pt x="3450" y="5494"/>
                    <a:pt x="3454" y="5494"/>
                  </a:cubicBezTo>
                  <a:close/>
                  <a:moveTo>
                    <a:pt x="3430" y="4782"/>
                  </a:moveTo>
                  <a:cubicBezTo>
                    <a:pt x="3382" y="4782"/>
                    <a:pt x="3333" y="4785"/>
                    <a:pt x="3284" y="4789"/>
                  </a:cubicBezTo>
                  <a:cubicBezTo>
                    <a:pt x="2392" y="4878"/>
                    <a:pt x="1966" y="5762"/>
                    <a:pt x="2019" y="6439"/>
                  </a:cubicBezTo>
                  <a:cubicBezTo>
                    <a:pt x="2067" y="7112"/>
                    <a:pt x="2542" y="7821"/>
                    <a:pt x="3462" y="7821"/>
                  </a:cubicBezTo>
                  <a:lnTo>
                    <a:pt x="3539" y="7821"/>
                  </a:lnTo>
                  <a:cubicBezTo>
                    <a:pt x="4074" y="7797"/>
                    <a:pt x="4475" y="7594"/>
                    <a:pt x="4735" y="7075"/>
                  </a:cubicBezTo>
                  <a:cubicBezTo>
                    <a:pt x="4990" y="6561"/>
                    <a:pt x="4901" y="5831"/>
                    <a:pt x="4601" y="5393"/>
                  </a:cubicBezTo>
                  <a:cubicBezTo>
                    <a:pt x="4329" y="4999"/>
                    <a:pt x="3909" y="4782"/>
                    <a:pt x="3430" y="4782"/>
                  </a:cubicBezTo>
                  <a:close/>
                  <a:moveTo>
                    <a:pt x="3620" y="712"/>
                  </a:moveTo>
                  <a:cubicBezTo>
                    <a:pt x="3859" y="712"/>
                    <a:pt x="4056" y="715"/>
                    <a:pt x="4180" y="723"/>
                  </a:cubicBezTo>
                  <a:cubicBezTo>
                    <a:pt x="4634" y="1777"/>
                    <a:pt x="6093" y="7817"/>
                    <a:pt x="6044" y="8835"/>
                  </a:cubicBezTo>
                  <a:cubicBezTo>
                    <a:pt x="5715" y="8930"/>
                    <a:pt x="4800" y="8965"/>
                    <a:pt x="3767" y="8965"/>
                  </a:cubicBezTo>
                  <a:cubicBezTo>
                    <a:pt x="2827" y="8965"/>
                    <a:pt x="1791" y="8936"/>
                    <a:pt x="1009" y="8900"/>
                  </a:cubicBezTo>
                  <a:cubicBezTo>
                    <a:pt x="932" y="8020"/>
                    <a:pt x="1528" y="4234"/>
                    <a:pt x="2205" y="739"/>
                  </a:cubicBezTo>
                  <a:cubicBezTo>
                    <a:pt x="2710" y="722"/>
                    <a:pt x="3224" y="712"/>
                    <a:pt x="3620" y="712"/>
                  </a:cubicBezTo>
                  <a:close/>
                  <a:moveTo>
                    <a:pt x="3548" y="0"/>
                  </a:moveTo>
                  <a:cubicBezTo>
                    <a:pt x="3049" y="0"/>
                    <a:pt x="2439" y="17"/>
                    <a:pt x="1897" y="38"/>
                  </a:cubicBezTo>
                  <a:lnTo>
                    <a:pt x="1617" y="46"/>
                  </a:lnTo>
                  <a:lnTo>
                    <a:pt x="1561" y="322"/>
                  </a:lnTo>
                  <a:cubicBezTo>
                    <a:pt x="807" y="4165"/>
                    <a:pt x="0" y="8859"/>
                    <a:pt x="446" y="9435"/>
                  </a:cubicBezTo>
                  <a:cubicBezTo>
                    <a:pt x="523" y="9532"/>
                    <a:pt x="636" y="9593"/>
                    <a:pt x="762" y="9601"/>
                  </a:cubicBezTo>
                  <a:cubicBezTo>
                    <a:pt x="1334" y="9629"/>
                    <a:pt x="2509" y="9686"/>
                    <a:pt x="3661" y="9686"/>
                  </a:cubicBezTo>
                  <a:cubicBezTo>
                    <a:pt x="4994" y="9686"/>
                    <a:pt x="6296" y="9609"/>
                    <a:pt x="6583" y="9346"/>
                  </a:cubicBezTo>
                  <a:cubicBezTo>
                    <a:pt x="6762" y="9183"/>
                    <a:pt x="6960" y="9001"/>
                    <a:pt x="6259" y="5815"/>
                  </a:cubicBezTo>
                  <a:cubicBezTo>
                    <a:pt x="6008" y="4643"/>
                    <a:pt x="5667" y="3277"/>
                    <a:pt x="5359" y="2142"/>
                  </a:cubicBezTo>
                  <a:cubicBezTo>
                    <a:pt x="4812" y="152"/>
                    <a:pt x="4775" y="135"/>
                    <a:pt x="4512" y="54"/>
                  </a:cubicBezTo>
                  <a:cubicBezTo>
                    <a:pt x="4385" y="15"/>
                    <a:pt x="4014" y="0"/>
                    <a:pt x="354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5355;p73"/>
            <p:cNvSpPr/>
            <p:nvPr/>
          </p:nvSpPr>
          <p:spPr>
            <a:xfrm>
              <a:off x="3454798" y="2454937"/>
              <a:ext cx="150164" cy="162597"/>
            </a:xfrm>
            <a:custGeom>
              <a:avLst/>
              <a:gdLst/>
              <a:ahLst/>
              <a:cxnLst/>
              <a:rect l="l" t="t" r="r" b="b"/>
              <a:pathLst>
                <a:path w="8660" h="9377" extrusionOk="0">
                  <a:moveTo>
                    <a:pt x="6648" y="0"/>
                  </a:moveTo>
                  <a:cubicBezTo>
                    <a:pt x="5402" y="0"/>
                    <a:pt x="3800" y="300"/>
                    <a:pt x="2506" y="1542"/>
                  </a:cubicBezTo>
                  <a:cubicBezTo>
                    <a:pt x="0" y="3945"/>
                    <a:pt x="912" y="8786"/>
                    <a:pt x="1050" y="9228"/>
                  </a:cubicBezTo>
                  <a:cubicBezTo>
                    <a:pt x="1648" y="9327"/>
                    <a:pt x="2253" y="9377"/>
                    <a:pt x="2858" y="9377"/>
                  </a:cubicBezTo>
                  <a:cubicBezTo>
                    <a:pt x="3463" y="9377"/>
                    <a:pt x="4068" y="9327"/>
                    <a:pt x="4666" y="9228"/>
                  </a:cubicBezTo>
                  <a:cubicBezTo>
                    <a:pt x="4666" y="9228"/>
                    <a:pt x="3620" y="4120"/>
                    <a:pt x="5311" y="2085"/>
                  </a:cubicBezTo>
                  <a:cubicBezTo>
                    <a:pt x="6719" y="397"/>
                    <a:pt x="8099" y="255"/>
                    <a:pt x="8525" y="255"/>
                  </a:cubicBezTo>
                  <a:cubicBezTo>
                    <a:pt x="8612" y="255"/>
                    <a:pt x="8659" y="261"/>
                    <a:pt x="8659" y="261"/>
                  </a:cubicBezTo>
                  <a:cubicBezTo>
                    <a:pt x="8659" y="261"/>
                    <a:pt x="7809" y="0"/>
                    <a:pt x="6648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5356;p73"/>
            <p:cNvSpPr/>
            <p:nvPr/>
          </p:nvSpPr>
          <p:spPr>
            <a:xfrm>
              <a:off x="3450081" y="2448695"/>
              <a:ext cx="163464" cy="175047"/>
            </a:xfrm>
            <a:custGeom>
              <a:avLst/>
              <a:gdLst/>
              <a:ahLst/>
              <a:cxnLst/>
              <a:rect l="l" t="t" r="r" b="b"/>
              <a:pathLst>
                <a:path w="9427" h="10095" extrusionOk="0">
                  <a:moveTo>
                    <a:pt x="6943" y="720"/>
                  </a:moveTo>
                  <a:cubicBezTo>
                    <a:pt x="6996" y="720"/>
                    <a:pt x="7048" y="721"/>
                    <a:pt x="7099" y="722"/>
                  </a:cubicBezTo>
                  <a:cubicBezTo>
                    <a:pt x="6552" y="1014"/>
                    <a:pt x="5931" y="1480"/>
                    <a:pt x="5311" y="2218"/>
                  </a:cubicBezTo>
                  <a:cubicBezTo>
                    <a:pt x="3783" y="4054"/>
                    <a:pt x="4318" y="8051"/>
                    <a:pt x="4525" y="9292"/>
                  </a:cubicBezTo>
                  <a:cubicBezTo>
                    <a:pt x="4066" y="9351"/>
                    <a:pt x="3605" y="9381"/>
                    <a:pt x="3144" y="9381"/>
                  </a:cubicBezTo>
                  <a:cubicBezTo>
                    <a:pt x="2631" y="9381"/>
                    <a:pt x="2118" y="9344"/>
                    <a:pt x="1610" y="9271"/>
                  </a:cubicBezTo>
                  <a:cubicBezTo>
                    <a:pt x="1383" y="8189"/>
                    <a:pt x="925" y="4176"/>
                    <a:pt x="3025" y="2161"/>
                  </a:cubicBezTo>
                  <a:cubicBezTo>
                    <a:pt x="4236" y="996"/>
                    <a:pt x="5755" y="720"/>
                    <a:pt x="6943" y="720"/>
                  </a:cubicBezTo>
                  <a:close/>
                  <a:moveTo>
                    <a:pt x="6917" y="1"/>
                  </a:moveTo>
                  <a:cubicBezTo>
                    <a:pt x="5604" y="1"/>
                    <a:pt x="3912" y="323"/>
                    <a:pt x="2526" y="1650"/>
                  </a:cubicBezTo>
                  <a:cubicBezTo>
                    <a:pt x="1" y="4082"/>
                    <a:pt x="738" y="8902"/>
                    <a:pt x="982" y="9693"/>
                  </a:cubicBezTo>
                  <a:cubicBezTo>
                    <a:pt x="1022" y="9815"/>
                    <a:pt x="1124" y="9908"/>
                    <a:pt x="1249" y="9936"/>
                  </a:cubicBezTo>
                  <a:cubicBezTo>
                    <a:pt x="1851" y="10042"/>
                    <a:pt x="2461" y="10094"/>
                    <a:pt x="3074" y="10094"/>
                  </a:cubicBezTo>
                  <a:cubicBezTo>
                    <a:pt x="3097" y="10094"/>
                    <a:pt x="3120" y="10094"/>
                    <a:pt x="3142" y="10094"/>
                  </a:cubicBezTo>
                  <a:cubicBezTo>
                    <a:pt x="3763" y="10094"/>
                    <a:pt x="4387" y="10042"/>
                    <a:pt x="4999" y="9936"/>
                  </a:cubicBezTo>
                  <a:cubicBezTo>
                    <a:pt x="5198" y="9900"/>
                    <a:pt x="5327" y="9709"/>
                    <a:pt x="5287" y="9515"/>
                  </a:cubicBezTo>
                  <a:cubicBezTo>
                    <a:pt x="5279" y="9466"/>
                    <a:pt x="4326" y="4508"/>
                    <a:pt x="5858" y="2676"/>
                  </a:cubicBezTo>
                  <a:cubicBezTo>
                    <a:pt x="7172" y="1098"/>
                    <a:pt x="8422" y="969"/>
                    <a:pt x="8786" y="969"/>
                  </a:cubicBezTo>
                  <a:cubicBezTo>
                    <a:pt x="8846" y="969"/>
                    <a:pt x="8882" y="972"/>
                    <a:pt x="8891" y="973"/>
                  </a:cubicBezTo>
                  <a:cubicBezTo>
                    <a:pt x="8903" y="974"/>
                    <a:pt x="8916" y="975"/>
                    <a:pt x="8928" y="975"/>
                  </a:cubicBezTo>
                  <a:cubicBezTo>
                    <a:pt x="9319" y="975"/>
                    <a:pt x="9426" y="414"/>
                    <a:pt x="9041" y="284"/>
                  </a:cubicBezTo>
                  <a:cubicBezTo>
                    <a:pt x="8966" y="259"/>
                    <a:pt x="8094" y="1"/>
                    <a:pt x="691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5357;p73"/>
            <p:cNvSpPr/>
            <p:nvPr/>
          </p:nvSpPr>
          <p:spPr>
            <a:xfrm>
              <a:off x="3511101" y="2441082"/>
              <a:ext cx="223547" cy="186717"/>
            </a:xfrm>
            <a:custGeom>
              <a:avLst/>
              <a:gdLst/>
              <a:ahLst/>
              <a:cxnLst/>
              <a:rect l="l" t="t" r="r" b="b"/>
              <a:pathLst>
                <a:path w="12892" h="10768" extrusionOk="0">
                  <a:moveTo>
                    <a:pt x="5082" y="1"/>
                  </a:moveTo>
                  <a:cubicBezTo>
                    <a:pt x="3472" y="1"/>
                    <a:pt x="1720" y="494"/>
                    <a:pt x="0" y="1749"/>
                  </a:cubicBezTo>
                  <a:cubicBezTo>
                    <a:pt x="0" y="1749"/>
                    <a:pt x="1621" y="897"/>
                    <a:pt x="3801" y="897"/>
                  </a:cubicBezTo>
                  <a:cubicBezTo>
                    <a:pt x="4312" y="897"/>
                    <a:pt x="4853" y="944"/>
                    <a:pt x="5412" y="1060"/>
                  </a:cubicBezTo>
                  <a:cubicBezTo>
                    <a:pt x="7569" y="1505"/>
                    <a:pt x="8963" y="6163"/>
                    <a:pt x="8696" y="10177"/>
                  </a:cubicBezTo>
                  <a:cubicBezTo>
                    <a:pt x="8696" y="10177"/>
                    <a:pt x="9886" y="10768"/>
                    <a:pt x="11390" y="10768"/>
                  </a:cubicBezTo>
                  <a:cubicBezTo>
                    <a:pt x="11836" y="10768"/>
                    <a:pt x="12308" y="10716"/>
                    <a:pt x="12786" y="10582"/>
                  </a:cubicBezTo>
                  <a:cubicBezTo>
                    <a:pt x="12786" y="10582"/>
                    <a:pt x="12892" y="5255"/>
                    <a:pt x="11128" y="2855"/>
                  </a:cubicBezTo>
                  <a:cubicBezTo>
                    <a:pt x="10028" y="1356"/>
                    <a:pt x="7750" y="1"/>
                    <a:pt x="5082" y="1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5358;p73"/>
            <p:cNvSpPr/>
            <p:nvPr/>
          </p:nvSpPr>
          <p:spPr>
            <a:xfrm>
              <a:off x="3503714" y="2434684"/>
              <a:ext cx="237610" cy="199323"/>
            </a:xfrm>
            <a:custGeom>
              <a:avLst/>
              <a:gdLst/>
              <a:ahLst/>
              <a:cxnLst/>
              <a:rect l="l" t="t" r="r" b="b"/>
              <a:pathLst>
                <a:path w="13703" h="11495" extrusionOk="0">
                  <a:moveTo>
                    <a:pt x="5539" y="711"/>
                  </a:moveTo>
                  <a:cubicBezTo>
                    <a:pt x="8073" y="711"/>
                    <a:pt x="10223" y="1997"/>
                    <a:pt x="11270" y="3431"/>
                  </a:cubicBezTo>
                  <a:cubicBezTo>
                    <a:pt x="12718" y="5409"/>
                    <a:pt x="12851" y="9573"/>
                    <a:pt x="12859" y="10671"/>
                  </a:cubicBezTo>
                  <a:cubicBezTo>
                    <a:pt x="12505" y="10749"/>
                    <a:pt x="12155" y="10780"/>
                    <a:pt x="11819" y="10780"/>
                  </a:cubicBezTo>
                  <a:cubicBezTo>
                    <a:pt x="10774" y="10780"/>
                    <a:pt x="9880" y="10475"/>
                    <a:pt x="9487" y="10319"/>
                  </a:cubicBezTo>
                  <a:cubicBezTo>
                    <a:pt x="9697" y="6289"/>
                    <a:pt x="8307" y="1579"/>
                    <a:pt x="5911" y="1080"/>
                  </a:cubicBezTo>
                  <a:cubicBezTo>
                    <a:pt x="5359" y="966"/>
                    <a:pt x="4797" y="909"/>
                    <a:pt x="4235" y="909"/>
                  </a:cubicBezTo>
                  <a:cubicBezTo>
                    <a:pt x="4079" y="909"/>
                    <a:pt x="3923" y="913"/>
                    <a:pt x="3767" y="922"/>
                  </a:cubicBezTo>
                  <a:cubicBezTo>
                    <a:pt x="4372" y="777"/>
                    <a:pt x="4965" y="711"/>
                    <a:pt x="5539" y="711"/>
                  </a:cubicBezTo>
                  <a:close/>
                  <a:moveTo>
                    <a:pt x="5523" y="0"/>
                  </a:moveTo>
                  <a:cubicBezTo>
                    <a:pt x="3845" y="0"/>
                    <a:pt x="2018" y="518"/>
                    <a:pt x="220" y="1830"/>
                  </a:cubicBezTo>
                  <a:cubicBezTo>
                    <a:pt x="53" y="1935"/>
                    <a:pt x="1" y="2154"/>
                    <a:pt x="106" y="2320"/>
                  </a:cubicBezTo>
                  <a:cubicBezTo>
                    <a:pt x="172" y="2428"/>
                    <a:pt x="287" y="2487"/>
                    <a:pt x="406" y="2487"/>
                  </a:cubicBezTo>
                  <a:cubicBezTo>
                    <a:pt x="471" y="2487"/>
                    <a:pt x="537" y="2469"/>
                    <a:pt x="597" y="2434"/>
                  </a:cubicBezTo>
                  <a:cubicBezTo>
                    <a:pt x="613" y="2424"/>
                    <a:pt x="2168" y="1621"/>
                    <a:pt x="4242" y="1621"/>
                  </a:cubicBezTo>
                  <a:cubicBezTo>
                    <a:pt x="4727" y="1621"/>
                    <a:pt x="5241" y="1665"/>
                    <a:pt x="5769" y="1773"/>
                  </a:cubicBezTo>
                  <a:cubicBezTo>
                    <a:pt x="7589" y="2154"/>
                    <a:pt x="9049" y="6403"/>
                    <a:pt x="8769" y="10521"/>
                  </a:cubicBezTo>
                  <a:cubicBezTo>
                    <a:pt x="8757" y="10663"/>
                    <a:pt x="8834" y="10797"/>
                    <a:pt x="8960" y="10862"/>
                  </a:cubicBezTo>
                  <a:cubicBezTo>
                    <a:pt x="9029" y="10894"/>
                    <a:pt x="10253" y="11494"/>
                    <a:pt x="11810" y="11494"/>
                  </a:cubicBezTo>
                  <a:cubicBezTo>
                    <a:pt x="12316" y="11494"/>
                    <a:pt x="12819" y="11429"/>
                    <a:pt x="13309" y="11291"/>
                  </a:cubicBezTo>
                  <a:cubicBezTo>
                    <a:pt x="13459" y="11247"/>
                    <a:pt x="13565" y="11113"/>
                    <a:pt x="13573" y="10955"/>
                  </a:cubicBezTo>
                  <a:cubicBezTo>
                    <a:pt x="13573" y="10732"/>
                    <a:pt x="13703" y="5547"/>
                    <a:pt x="11846" y="3010"/>
                  </a:cubicBezTo>
                  <a:cubicBezTo>
                    <a:pt x="10685" y="1426"/>
                    <a:pt x="8308" y="0"/>
                    <a:pt x="55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5359;p73"/>
            <p:cNvSpPr/>
            <p:nvPr/>
          </p:nvSpPr>
          <p:spPr>
            <a:xfrm>
              <a:off x="3666103" y="2489236"/>
              <a:ext cx="37749" cy="129460"/>
            </a:xfrm>
            <a:custGeom>
              <a:avLst/>
              <a:gdLst/>
              <a:ahLst/>
              <a:cxnLst/>
              <a:rect l="l" t="t" r="r" b="b"/>
              <a:pathLst>
                <a:path w="2177" h="7466" extrusionOk="0">
                  <a:moveTo>
                    <a:pt x="96" y="0"/>
                  </a:moveTo>
                  <a:cubicBezTo>
                    <a:pt x="84" y="0"/>
                    <a:pt x="73" y="2"/>
                    <a:pt x="61" y="5"/>
                  </a:cubicBezTo>
                  <a:cubicBezTo>
                    <a:pt x="12" y="26"/>
                    <a:pt x="0" y="99"/>
                    <a:pt x="32" y="163"/>
                  </a:cubicBezTo>
                  <a:cubicBezTo>
                    <a:pt x="304" y="723"/>
                    <a:pt x="555" y="1295"/>
                    <a:pt x="770" y="1878"/>
                  </a:cubicBezTo>
                  <a:cubicBezTo>
                    <a:pt x="997" y="2454"/>
                    <a:pt x="1188" y="3046"/>
                    <a:pt x="1346" y="3650"/>
                  </a:cubicBezTo>
                  <a:cubicBezTo>
                    <a:pt x="1508" y="4250"/>
                    <a:pt x="1638" y="4858"/>
                    <a:pt x="1735" y="5470"/>
                  </a:cubicBezTo>
                  <a:cubicBezTo>
                    <a:pt x="1832" y="6082"/>
                    <a:pt x="1901" y="6702"/>
                    <a:pt x="1942" y="7323"/>
                  </a:cubicBezTo>
                  <a:cubicBezTo>
                    <a:pt x="1942" y="7391"/>
                    <a:pt x="1986" y="7452"/>
                    <a:pt x="2055" y="7464"/>
                  </a:cubicBezTo>
                  <a:cubicBezTo>
                    <a:pt x="2059" y="7465"/>
                    <a:pt x="2062" y="7465"/>
                    <a:pt x="2065" y="7465"/>
                  </a:cubicBezTo>
                  <a:cubicBezTo>
                    <a:pt x="2122" y="7465"/>
                    <a:pt x="2169" y="7399"/>
                    <a:pt x="2169" y="7318"/>
                  </a:cubicBezTo>
                  <a:cubicBezTo>
                    <a:pt x="2177" y="6686"/>
                    <a:pt x="2140" y="6050"/>
                    <a:pt x="2059" y="5425"/>
                  </a:cubicBezTo>
                  <a:cubicBezTo>
                    <a:pt x="1970" y="4797"/>
                    <a:pt x="1849" y="4173"/>
                    <a:pt x="1691" y="3561"/>
                  </a:cubicBezTo>
                  <a:cubicBezTo>
                    <a:pt x="1516" y="2948"/>
                    <a:pt x="1309" y="2344"/>
                    <a:pt x="1066" y="1761"/>
                  </a:cubicBezTo>
                  <a:cubicBezTo>
                    <a:pt x="819" y="1177"/>
                    <a:pt x="527" y="609"/>
                    <a:pt x="199" y="66"/>
                  </a:cubicBezTo>
                  <a:cubicBezTo>
                    <a:pt x="179" y="24"/>
                    <a:pt x="140" y="0"/>
                    <a:pt x="9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5360;p73"/>
            <p:cNvSpPr/>
            <p:nvPr/>
          </p:nvSpPr>
          <p:spPr>
            <a:xfrm>
              <a:off x="3496345" y="2537840"/>
              <a:ext cx="16386" cy="69013"/>
            </a:xfrm>
            <a:custGeom>
              <a:avLst/>
              <a:gdLst/>
              <a:ahLst/>
              <a:cxnLst/>
              <a:rect l="l" t="t" r="r" b="b"/>
              <a:pathLst>
                <a:path w="945" h="3980" extrusionOk="0">
                  <a:moveTo>
                    <a:pt x="410" y="1"/>
                  </a:moveTo>
                  <a:cubicBezTo>
                    <a:pt x="381" y="1"/>
                    <a:pt x="355" y="13"/>
                    <a:pt x="345" y="36"/>
                  </a:cubicBezTo>
                  <a:cubicBezTo>
                    <a:pt x="203" y="348"/>
                    <a:pt x="105" y="677"/>
                    <a:pt x="57" y="1013"/>
                  </a:cubicBezTo>
                  <a:cubicBezTo>
                    <a:pt x="8" y="1353"/>
                    <a:pt x="0" y="1698"/>
                    <a:pt x="28" y="2043"/>
                  </a:cubicBezTo>
                  <a:cubicBezTo>
                    <a:pt x="65" y="2383"/>
                    <a:pt x="142" y="2720"/>
                    <a:pt x="255" y="3044"/>
                  </a:cubicBezTo>
                  <a:cubicBezTo>
                    <a:pt x="373" y="3368"/>
                    <a:pt x="531" y="3672"/>
                    <a:pt x="730" y="3952"/>
                  </a:cubicBezTo>
                  <a:cubicBezTo>
                    <a:pt x="751" y="3971"/>
                    <a:pt x="778" y="3980"/>
                    <a:pt x="805" y="3980"/>
                  </a:cubicBezTo>
                  <a:cubicBezTo>
                    <a:pt x="826" y="3980"/>
                    <a:pt x="846" y="3975"/>
                    <a:pt x="864" y="3964"/>
                  </a:cubicBezTo>
                  <a:cubicBezTo>
                    <a:pt x="912" y="3928"/>
                    <a:pt x="945" y="3871"/>
                    <a:pt x="924" y="3830"/>
                  </a:cubicBezTo>
                  <a:cubicBezTo>
                    <a:pt x="778" y="3547"/>
                    <a:pt x="661" y="3247"/>
                    <a:pt x="568" y="2939"/>
                  </a:cubicBezTo>
                  <a:cubicBezTo>
                    <a:pt x="474" y="2634"/>
                    <a:pt x="410" y="2322"/>
                    <a:pt x="381" y="2006"/>
                  </a:cubicBezTo>
                  <a:cubicBezTo>
                    <a:pt x="341" y="1690"/>
                    <a:pt x="337" y="1370"/>
                    <a:pt x="365" y="1054"/>
                  </a:cubicBezTo>
                  <a:cubicBezTo>
                    <a:pt x="389" y="733"/>
                    <a:pt x="442" y="413"/>
                    <a:pt x="523" y="101"/>
                  </a:cubicBezTo>
                  <a:cubicBezTo>
                    <a:pt x="535" y="72"/>
                    <a:pt x="515" y="32"/>
                    <a:pt x="462" y="12"/>
                  </a:cubicBezTo>
                  <a:cubicBezTo>
                    <a:pt x="445" y="4"/>
                    <a:pt x="427" y="1"/>
                    <a:pt x="41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5361;p73"/>
            <p:cNvSpPr/>
            <p:nvPr/>
          </p:nvSpPr>
          <p:spPr>
            <a:xfrm>
              <a:off x="2090261" y="2785958"/>
              <a:ext cx="852036" cy="1139411"/>
            </a:xfrm>
            <a:custGeom>
              <a:avLst/>
              <a:gdLst/>
              <a:ahLst/>
              <a:cxnLst/>
              <a:rect l="l" t="t" r="r" b="b"/>
              <a:pathLst>
                <a:path w="49137" h="65710" extrusionOk="0">
                  <a:moveTo>
                    <a:pt x="49137" y="0"/>
                  </a:moveTo>
                  <a:lnTo>
                    <a:pt x="49137" y="0"/>
                  </a:lnTo>
                  <a:cubicBezTo>
                    <a:pt x="45934" y="523"/>
                    <a:pt x="36996" y="6008"/>
                    <a:pt x="30262" y="11951"/>
                  </a:cubicBezTo>
                  <a:cubicBezTo>
                    <a:pt x="29958" y="12215"/>
                    <a:pt x="29662" y="12474"/>
                    <a:pt x="29374" y="12742"/>
                  </a:cubicBezTo>
                  <a:cubicBezTo>
                    <a:pt x="22560" y="18984"/>
                    <a:pt x="20160" y="20241"/>
                    <a:pt x="15936" y="23164"/>
                  </a:cubicBezTo>
                  <a:cubicBezTo>
                    <a:pt x="11708" y="26087"/>
                    <a:pt x="7391" y="30736"/>
                    <a:pt x="4893" y="36379"/>
                  </a:cubicBezTo>
                  <a:cubicBezTo>
                    <a:pt x="2396" y="42026"/>
                    <a:pt x="0" y="46635"/>
                    <a:pt x="1148" y="52205"/>
                  </a:cubicBezTo>
                  <a:cubicBezTo>
                    <a:pt x="1525" y="54030"/>
                    <a:pt x="2068" y="55477"/>
                    <a:pt x="2741" y="56673"/>
                  </a:cubicBezTo>
                  <a:cubicBezTo>
                    <a:pt x="4123" y="59125"/>
                    <a:pt x="6061" y="60483"/>
                    <a:pt x="8254" y="61712"/>
                  </a:cubicBezTo>
                  <a:cubicBezTo>
                    <a:pt x="11107" y="63306"/>
                    <a:pt x="15499" y="65710"/>
                    <a:pt x="21177" y="65710"/>
                  </a:cubicBezTo>
                  <a:cubicBezTo>
                    <a:pt x="21994" y="65710"/>
                    <a:pt x="22838" y="65660"/>
                    <a:pt x="23707" y="65551"/>
                  </a:cubicBezTo>
                  <a:cubicBezTo>
                    <a:pt x="30619" y="64687"/>
                    <a:pt x="30051" y="64245"/>
                    <a:pt x="30242" y="61152"/>
                  </a:cubicBezTo>
                  <a:cubicBezTo>
                    <a:pt x="30428" y="58063"/>
                    <a:pt x="30526" y="54411"/>
                    <a:pt x="30526" y="54411"/>
                  </a:cubicBezTo>
                  <a:cubicBezTo>
                    <a:pt x="30526" y="54411"/>
                    <a:pt x="35532" y="50166"/>
                    <a:pt x="38167" y="46915"/>
                  </a:cubicBezTo>
                  <a:cubicBezTo>
                    <a:pt x="40802" y="43660"/>
                    <a:pt x="42817" y="40778"/>
                    <a:pt x="42817" y="40778"/>
                  </a:cubicBezTo>
                  <a:cubicBezTo>
                    <a:pt x="42817" y="40778"/>
                    <a:pt x="41585" y="27858"/>
                    <a:pt x="44353" y="15527"/>
                  </a:cubicBezTo>
                  <a:cubicBezTo>
                    <a:pt x="47118" y="3199"/>
                    <a:pt x="49137" y="1"/>
                    <a:pt x="49137" y="0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5362;p73"/>
            <p:cNvSpPr/>
            <p:nvPr/>
          </p:nvSpPr>
          <p:spPr>
            <a:xfrm>
              <a:off x="2085475" y="2779767"/>
              <a:ext cx="863289" cy="1151636"/>
            </a:xfrm>
            <a:custGeom>
              <a:avLst/>
              <a:gdLst/>
              <a:ahLst/>
              <a:cxnLst/>
              <a:rect l="l" t="t" r="r" b="b"/>
              <a:pathLst>
                <a:path w="49786" h="66415" extrusionOk="0">
                  <a:moveTo>
                    <a:pt x="48732" y="884"/>
                  </a:moveTo>
                  <a:lnTo>
                    <a:pt x="48732" y="884"/>
                  </a:lnTo>
                  <a:cubicBezTo>
                    <a:pt x="48022" y="2384"/>
                    <a:pt x="46368" y="6507"/>
                    <a:pt x="44285" y="15811"/>
                  </a:cubicBezTo>
                  <a:cubicBezTo>
                    <a:pt x="41686" y="27388"/>
                    <a:pt x="42606" y="39635"/>
                    <a:pt x="42728" y="41037"/>
                  </a:cubicBezTo>
                  <a:cubicBezTo>
                    <a:pt x="42339" y="41585"/>
                    <a:pt x="40482" y="44187"/>
                    <a:pt x="38163" y="47045"/>
                  </a:cubicBezTo>
                  <a:cubicBezTo>
                    <a:pt x="35577" y="50231"/>
                    <a:pt x="30623" y="54452"/>
                    <a:pt x="30571" y="54492"/>
                  </a:cubicBezTo>
                  <a:cubicBezTo>
                    <a:pt x="30494" y="54561"/>
                    <a:pt x="30449" y="54654"/>
                    <a:pt x="30445" y="54756"/>
                  </a:cubicBezTo>
                  <a:cubicBezTo>
                    <a:pt x="30445" y="54792"/>
                    <a:pt x="30348" y="58440"/>
                    <a:pt x="30161" y="61489"/>
                  </a:cubicBezTo>
                  <a:cubicBezTo>
                    <a:pt x="30145" y="61740"/>
                    <a:pt x="30137" y="61971"/>
                    <a:pt x="30125" y="62190"/>
                  </a:cubicBezTo>
                  <a:cubicBezTo>
                    <a:pt x="30019" y="64501"/>
                    <a:pt x="30003" y="64801"/>
                    <a:pt x="23939" y="65555"/>
                  </a:cubicBezTo>
                  <a:cubicBezTo>
                    <a:pt x="23076" y="65663"/>
                    <a:pt x="22240" y="65712"/>
                    <a:pt x="21432" y="65712"/>
                  </a:cubicBezTo>
                  <a:cubicBezTo>
                    <a:pt x="15760" y="65712"/>
                    <a:pt x="11429" y="63286"/>
                    <a:pt x="8700" y="61761"/>
                  </a:cubicBezTo>
                  <a:cubicBezTo>
                    <a:pt x="6410" y="60475"/>
                    <a:pt x="4618" y="59154"/>
                    <a:pt x="3325" y="56855"/>
                  </a:cubicBezTo>
                  <a:cubicBezTo>
                    <a:pt x="2636" y="55631"/>
                    <a:pt x="2125" y="54204"/>
                    <a:pt x="1768" y="52489"/>
                  </a:cubicBezTo>
                  <a:cubicBezTo>
                    <a:pt x="739" y="47499"/>
                    <a:pt x="2652" y="43235"/>
                    <a:pt x="4865" y="38289"/>
                  </a:cubicBezTo>
                  <a:lnTo>
                    <a:pt x="5494" y="36878"/>
                  </a:lnTo>
                  <a:cubicBezTo>
                    <a:pt x="7719" y="31835"/>
                    <a:pt x="11696" y="27072"/>
                    <a:pt x="16415" y="23817"/>
                  </a:cubicBezTo>
                  <a:cubicBezTo>
                    <a:pt x="17173" y="23290"/>
                    <a:pt x="17874" y="22812"/>
                    <a:pt x="18551" y="22357"/>
                  </a:cubicBezTo>
                  <a:cubicBezTo>
                    <a:pt x="21628" y="20282"/>
                    <a:pt x="24283" y="18494"/>
                    <a:pt x="29894" y="13358"/>
                  </a:cubicBezTo>
                  <a:cubicBezTo>
                    <a:pt x="30177" y="13095"/>
                    <a:pt x="30469" y="12835"/>
                    <a:pt x="30769" y="12572"/>
                  </a:cubicBezTo>
                  <a:cubicBezTo>
                    <a:pt x="37170" y="6925"/>
                    <a:pt x="45221" y="1967"/>
                    <a:pt x="48732" y="884"/>
                  </a:cubicBezTo>
                  <a:close/>
                  <a:moveTo>
                    <a:pt x="49409" y="1"/>
                  </a:moveTo>
                  <a:cubicBezTo>
                    <a:pt x="49391" y="1"/>
                    <a:pt x="49374" y="2"/>
                    <a:pt x="49356" y="5"/>
                  </a:cubicBezTo>
                  <a:cubicBezTo>
                    <a:pt x="45870" y="576"/>
                    <a:pt x="36789" y="6313"/>
                    <a:pt x="30303" y="12041"/>
                  </a:cubicBezTo>
                  <a:cubicBezTo>
                    <a:pt x="29999" y="12304"/>
                    <a:pt x="29699" y="12568"/>
                    <a:pt x="29411" y="12835"/>
                  </a:cubicBezTo>
                  <a:cubicBezTo>
                    <a:pt x="23841" y="17931"/>
                    <a:pt x="21206" y="19710"/>
                    <a:pt x="18158" y="21770"/>
                  </a:cubicBezTo>
                  <a:cubicBezTo>
                    <a:pt x="17473" y="22224"/>
                    <a:pt x="16775" y="22702"/>
                    <a:pt x="16009" y="23229"/>
                  </a:cubicBezTo>
                  <a:cubicBezTo>
                    <a:pt x="11189" y="26561"/>
                    <a:pt x="7119" y="31430"/>
                    <a:pt x="4845" y="36590"/>
                  </a:cubicBezTo>
                  <a:lnTo>
                    <a:pt x="4217" y="37993"/>
                  </a:lnTo>
                  <a:cubicBezTo>
                    <a:pt x="1951" y="43056"/>
                    <a:pt x="1" y="47418"/>
                    <a:pt x="1075" y="52631"/>
                  </a:cubicBezTo>
                  <a:cubicBezTo>
                    <a:pt x="1444" y="54423"/>
                    <a:pt x="1975" y="55915"/>
                    <a:pt x="2705" y="57204"/>
                  </a:cubicBezTo>
                  <a:cubicBezTo>
                    <a:pt x="4079" y="59644"/>
                    <a:pt x="5960" y="61039"/>
                    <a:pt x="8356" y="62377"/>
                  </a:cubicBezTo>
                  <a:cubicBezTo>
                    <a:pt x="10970" y="63840"/>
                    <a:pt x="15572" y="66414"/>
                    <a:pt x="21490" y="66414"/>
                  </a:cubicBezTo>
                  <a:cubicBezTo>
                    <a:pt x="21521" y="66414"/>
                    <a:pt x="21551" y="66415"/>
                    <a:pt x="21581" y="66415"/>
                  </a:cubicBezTo>
                  <a:cubicBezTo>
                    <a:pt x="22402" y="66415"/>
                    <a:pt x="23219" y="66362"/>
                    <a:pt x="24028" y="66260"/>
                  </a:cubicBezTo>
                  <a:cubicBezTo>
                    <a:pt x="30319" y="65474"/>
                    <a:pt x="30704" y="65068"/>
                    <a:pt x="30834" y="62219"/>
                  </a:cubicBezTo>
                  <a:cubicBezTo>
                    <a:pt x="30846" y="62008"/>
                    <a:pt x="30854" y="61781"/>
                    <a:pt x="30871" y="61538"/>
                  </a:cubicBezTo>
                  <a:cubicBezTo>
                    <a:pt x="31037" y="58830"/>
                    <a:pt x="31134" y="55668"/>
                    <a:pt x="31154" y="54934"/>
                  </a:cubicBezTo>
                  <a:cubicBezTo>
                    <a:pt x="31937" y="54261"/>
                    <a:pt x="36319" y="50450"/>
                    <a:pt x="38715" y="47495"/>
                  </a:cubicBezTo>
                  <a:cubicBezTo>
                    <a:pt x="41330" y="44272"/>
                    <a:pt x="43360" y="41370"/>
                    <a:pt x="43381" y="41341"/>
                  </a:cubicBezTo>
                  <a:cubicBezTo>
                    <a:pt x="43429" y="41273"/>
                    <a:pt x="43454" y="41187"/>
                    <a:pt x="43450" y="41106"/>
                  </a:cubicBezTo>
                  <a:cubicBezTo>
                    <a:pt x="43433" y="40973"/>
                    <a:pt x="42254" y="28094"/>
                    <a:pt x="44978" y="15965"/>
                  </a:cubicBezTo>
                  <a:cubicBezTo>
                    <a:pt x="47686" y="3884"/>
                    <a:pt x="49693" y="576"/>
                    <a:pt x="49713" y="548"/>
                  </a:cubicBezTo>
                  <a:cubicBezTo>
                    <a:pt x="49786" y="430"/>
                    <a:pt x="49786" y="276"/>
                    <a:pt x="49705" y="163"/>
                  </a:cubicBezTo>
                  <a:cubicBezTo>
                    <a:pt x="49641" y="60"/>
                    <a:pt x="49528" y="1"/>
                    <a:pt x="4940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5363;p73"/>
            <p:cNvSpPr/>
            <p:nvPr/>
          </p:nvSpPr>
          <p:spPr>
            <a:xfrm>
              <a:off x="2137773" y="2785958"/>
              <a:ext cx="804524" cy="1139411"/>
            </a:xfrm>
            <a:custGeom>
              <a:avLst/>
              <a:gdLst/>
              <a:ahLst/>
              <a:cxnLst/>
              <a:rect l="l" t="t" r="r" b="b"/>
              <a:pathLst>
                <a:path w="46397" h="65710" extrusionOk="0">
                  <a:moveTo>
                    <a:pt x="46397" y="0"/>
                  </a:moveTo>
                  <a:cubicBezTo>
                    <a:pt x="43194" y="523"/>
                    <a:pt x="34256" y="6004"/>
                    <a:pt x="27522" y="11951"/>
                  </a:cubicBezTo>
                  <a:cubicBezTo>
                    <a:pt x="29261" y="12020"/>
                    <a:pt x="31000" y="12729"/>
                    <a:pt x="31953" y="14164"/>
                  </a:cubicBezTo>
                  <a:cubicBezTo>
                    <a:pt x="32594" y="15125"/>
                    <a:pt x="32821" y="16309"/>
                    <a:pt x="32918" y="17456"/>
                  </a:cubicBezTo>
                  <a:cubicBezTo>
                    <a:pt x="33039" y="18944"/>
                    <a:pt x="32958" y="20505"/>
                    <a:pt x="32237" y="21806"/>
                  </a:cubicBezTo>
                  <a:cubicBezTo>
                    <a:pt x="30453" y="25041"/>
                    <a:pt x="26002" y="25167"/>
                    <a:pt x="22362" y="25799"/>
                  </a:cubicBezTo>
                  <a:cubicBezTo>
                    <a:pt x="19102" y="26366"/>
                    <a:pt x="16013" y="27656"/>
                    <a:pt x="13318" y="29569"/>
                  </a:cubicBezTo>
                  <a:cubicBezTo>
                    <a:pt x="13641" y="29579"/>
                    <a:pt x="13964" y="29584"/>
                    <a:pt x="14287" y="29584"/>
                  </a:cubicBezTo>
                  <a:cubicBezTo>
                    <a:pt x="17340" y="29584"/>
                    <a:pt x="20381" y="29135"/>
                    <a:pt x="23306" y="28247"/>
                  </a:cubicBezTo>
                  <a:lnTo>
                    <a:pt x="23306" y="28247"/>
                  </a:lnTo>
                  <a:cubicBezTo>
                    <a:pt x="20675" y="31693"/>
                    <a:pt x="19171" y="35865"/>
                    <a:pt x="18993" y="40194"/>
                  </a:cubicBezTo>
                  <a:cubicBezTo>
                    <a:pt x="18851" y="43940"/>
                    <a:pt x="19690" y="47852"/>
                    <a:pt x="18352" y="51350"/>
                  </a:cubicBezTo>
                  <a:cubicBezTo>
                    <a:pt x="16686" y="55706"/>
                    <a:pt x="11882" y="58141"/>
                    <a:pt x="7163" y="58141"/>
                  </a:cubicBezTo>
                  <a:cubicBezTo>
                    <a:pt x="6314" y="58141"/>
                    <a:pt x="5467" y="58062"/>
                    <a:pt x="4642" y="57901"/>
                  </a:cubicBezTo>
                  <a:cubicBezTo>
                    <a:pt x="3082" y="57601"/>
                    <a:pt x="1545" y="57054"/>
                    <a:pt x="1" y="56673"/>
                  </a:cubicBezTo>
                  <a:lnTo>
                    <a:pt x="1" y="56673"/>
                  </a:lnTo>
                  <a:cubicBezTo>
                    <a:pt x="1383" y="59125"/>
                    <a:pt x="3321" y="60483"/>
                    <a:pt x="5514" y="61712"/>
                  </a:cubicBezTo>
                  <a:cubicBezTo>
                    <a:pt x="8367" y="63306"/>
                    <a:pt x="12759" y="65710"/>
                    <a:pt x="18437" y="65710"/>
                  </a:cubicBezTo>
                  <a:cubicBezTo>
                    <a:pt x="19254" y="65710"/>
                    <a:pt x="20098" y="65660"/>
                    <a:pt x="20967" y="65551"/>
                  </a:cubicBezTo>
                  <a:cubicBezTo>
                    <a:pt x="27879" y="64687"/>
                    <a:pt x="27311" y="64245"/>
                    <a:pt x="27502" y="61152"/>
                  </a:cubicBezTo>
                  <a:cubicBezTo>
                    <a:pt x="27688" y="58063"/>
                    <a:pt x="27786" y="54411"/>
                    <a:pt x="27786" y="54411"/>
                  </a:cubicBezTo>
                  <a:cubicBezTo>
                    <a:pt x="27786" y="54411"/>
                    <a:pt x="32792" y="50166"/>
                    <a:pt x="35427" y="46915"/>
                  </a:cubicBezTo>
                  <a:cubicBezTo>
                    <a:pt x="38062" y="43660"/>
                    <a:pt x="40077" y="40778"/>
                    <a:pt x="40077" y="40778"/>
                  </a:cubicBezTo>
                  <a:cubicBezTo>
                    <a:pt x="40077" y="40778"/>
                    <a:pt x="38845" y="27858"/>
                    <a:pt x="41613" y="15527"/>
                  </a:cubicBezTo>
                  <a:cubicBezTo>
                    <a:pt x="44378" y="3199"/>
                    <a:pt x="46397" y="1"/>
                    <a:pt x="46397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5364;p73"/>
            <p:cNvSpPr/>
            <p:nvPr/>
          </p:nvSpPr>
          <p:spPr>
            <a:xfrm>
              <a:off x="2499433" y="3272449"/>
              <a:ext cx="126963" cy="636257"/>
            </a:xfrm>
            <a:custGeom>
              <a:avLst/>
              <a:gdLst/>
              <a:ahLst/>
              <a:cxnLst/>
              <a:rect l="l" t="t" r="r" b="b"/>
              <a:pathLst>
                <a:path w="7322" h="36693" extrusionOk="0">
                  <a:moveTo>
                    <a:pt x="4267" y="1"/>
                  </a:moveTo>
                  <a:cubicBezTo>
                    <a:pt x="3111" y="1"/>
                    <a:pt x="1893" y="2218"/>
                    <a:pt x="1059" y="5672"/>
                  </a:cubicBezTo>
                  <a:cubicBezTo>
                    <a:pt x="455" y="8165"/>
                    <a:pt x="49" y="11303"/>
                    <a:pt x="17" y="14712"/>
                  </a:cubicBezTo>
                  <a:cubicBezTo>
                    <a:pt x="1" y="16139"/>
                    <a:pt x="9" y="17432"/>
                    <a:pt x="37" y="18620"/>
                  </a:cubicBezTo>
                  <a:cubicBezTo>
                    <a:pt x="183" y="24847"/>
                    <a:pt x="901" y="28134"/>
                    <a:pt x="2032" y="31929"/>
                  </a:cubicBezTo>
                  <a:cubicBezTo>
                    <a:pt x="3018" y="35243"/>
                    <a:pt x="3854" y="36693"/>
                    <a:pt x="4801" y="36693"/>
                  </a:cubicBezTo>
                  <a:cubicBezTo>
                    <a:pt x="5142" y="36693"/>
                    <a:pt x="5497" y="36505"/>
                    <a:pt x="5879" y="36149"/>
                  </a:cubicBezTo>
                  <a:cubicBezTo>
                    <a:pt x="7322" y="34799"/>
                    <a:pt x="6880" y="27705"/>
                    <a:pt x="6929" y="26355"/>
                  </a:cubicBezTo>
                  <a:cubicBezTo>
                    <a:pt x="6973" y="25001"/>
                    <a:pt x="6929" y="24725"/>
                    <a:pt x="6065" y="18859"/>
                  </a:cubicBezTo>
                  <a:cubicBezTo>
                    <a:pt x="5988" y="18357"/>
                    <a:pt x="5936" y="17809"/>
                    <a:pt x="5887" y="17230"/>
                  </a:cubicBezTo>
                  <a:cubicBezTo>
                    <a:pt x="5559" y="13054"/>
                    <a:pt x="5895" y="7184"/>
                    <a:pt x="5664" y="3507"/>
                  </a:cubicBezTo>
                  <a:cubicBezTo>
                    <a:pt x="5554" y="1760"/>
                    <a:pt x="5315" y="516"/>
                    <a:pt x="4821" y="179"/>
                  </a:cubicBezTo>
                  <a:cubicBezTo>
                    <a:pt x="4639" y="59"/>
                    <a:pt x="4454" y="1"/>
                    <a:pt x="4267" y="1"/>
                  </a:cubicBezTo>
                  <a:close/>
                </a:path>
              </a:pathLst>
            </a:custGeom>
            <a:solidFill>
              <a:srgbClr val="547F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5365;p73"/>
            <p:cNvSpPr/>
            <p:nvPr/>
          </p:nvSpPr>
          <p:spPr>
            <a:xfrm>
              <a:off x="2493260" y="3266328"/>
              <a:ext cx="133917" cy="648551"/>
            </a:xfrm>
            <a:custGeom>
              <a:avLst/>
              <a:gdLst/>
              <a:ahLst/>
              <a:cxnLst/>
              <a:rect l="l" t="t" r="r" b="b"/>
              <a:pathLst>
                <a:path w="7723" h="37402" extrusionOk="0">
                  <a:moveTo>
                    <a:pt x="4617" y="711"/>
                  </a:moveTo>
                  <a:cubicBezTo>
                    <a:pt x="4747" y="715"/>
                    <a:pt x="4873" y="755"/>
                    <a:pt x="4978" y="832"/>
                  </a:cubicBezTo>
                  <a:cubicBezTo>
                    <a:pt x="5169" y="958"/>
                    <a:pt x="5513" y="1525"/>
                    <a:pt x="5667" y="3889"/>
                  </a:cubicBezTo>
                  <a:cubicBezTo>
                    <a:pt x="5773" y="5555"/>
                    <a:pt x="5756" y="7679"/>
                    <a:pt x="5744" y="9929"/>
                  </a:cubicBezTo>
                  <a:cubicBezTo>
                    <a:pt x="5728" y="12588"/>
                    <a:pt x="5712" y="15333"/>
                    <a:pt x="5890" y="17615"/>
                  </a:cubicBezTo>
                  <a:cubicBezTo>
                    <a:pt x="5939" y="18251"/>
                    <a:pt x="6000" y="18791"/>
                    <a:pt x="6073" y="19261"/>
                  </a:cubicBezTo>
                  <a:lnTo>
                    <a:pt x="6089" y="19391"/>
                  </a:lnTo>
                  <a:cubicBezTo>
                    <a:pt x="6940" y="25159"/>
                    <a:pt x="6969" y="25382"/>
                    <a:pt x="6928" y="26696"/>
                  </a:cubicBezTo>
                  <a:cubicBezTo>
                    <a:pt x="6924" y="26935"/>
                    <a:pt x="6928" y="27344"/>
                    <a:pt x="6940" y="27859"/>
                  </a:cubicBezTo>
                  <a:cubicBezTo>
                    <a:pt x="6981" y="30064"/>
                    <a:pt x="7070" y="35233"/>
                    <a:pt x="5992" y="36242"/>
                  </a:cubicBezTo>
                  <a:cubicBezTo>
                    <a:pt x="5585" y="36617"/>
                    <a:pt x="5315" y="36690"/>
                    <a:pt x="5154" y="36690"/>
                  </a:cubicBezTo>
                  <a:cubicBezTo>
                    <a:pt x="5085" y="36690"/>
                    <a:pt x="5037" y="36676"/>
                    <a:pt x="5006" y="36668"/>
                  </a:cubicBezTo>
                  <a:cubicBezTo>
                    <a:pt x="3985" y="36392"/>
                    <a:pt x="3040" y="33222"/>
                    <a:pt x="2728" y="32180"/>
                  </a:cubicBezTo>
                  <a:cubicBezTo>
                    <a:pt x="1553" y="28228"/>
                    <a:pt x="888" y="24952"/>
                    <a:pt x="746" y="18969"/>
                  </a:cubicBezTo>
                  <a:cubicBezTo>
                    <a:pt x="722" y="17777"/>
                    <a:pt x="709" y="16504"/>
                    <a:pt x="726" y="15073"/>
                  </a:cubicBezTo>
                  <a:cubicBezTo>
                    <a:pt x="762" y="11863"/>
                    <a:pt x="1115" y="8766"/>
                    <a:pt x="1759" y="6110"/>
                  </a:cubicBezTo>
                  <a:cubicBezTo>
                    <a:pt x="2611" y="2592"/>
                    <a:pt x="3669" y="1039"/>
                    <a:pt x="4386" y="755"/>
                  </a:cubicBezTo>
                  <a:cubicBezTo>
                    <a:pt x="4459" y="727"/>
                    <a:pt x="4536" y="711"/>
                    <a:pt x="4617" y="711"/>
                  </a:cubicBezTo>
                  <a:close/>
                  <a:moveTo>
                    <a:pt x="4619" y="0"/>
                  </a:moveTo>
                  <a:cubicBezTo>
                    <a:pt x="4455" y="0"/>
                    <a:pt x="4290" y="33"/>
                    <a:pt x="4127" y="98"/>
                  </a:cubicBezTo>
                  <a:cubicBezTo>
                    <a:pt x="2971" y="548"/>
                    <a:pt x="1857" y="2681"/>
                    <a:pt x="1070" y="5944"/>
                  </a:cubicBezTo>
                  <a:cubicBezTo>
                    <a:pt x="418" y="8652"/>
                    <a:pt x="53" y="11802"/>
                    <a:pt x="16" y="15061"/>
                  </a:cubicBezTo>
                  <a:cubicBezTo>
                    <a:pt x="0" y="16504"/>
                    <a:pt x="8" y="17789"/>
                    <a:pt x="36" y="18985"/>
                  </a:cubicBezTo>
                  <a:cubicBezTo>
                    <a:pt x="178" y="25050"/>
                    <a:pt x="851" y="28374"/>
                    <a:pt x="2047" y="32383"/>
                  </a:cubicBezTo>
                  <a:cubicBezTo>
                    <a:pt x="3020" y="35646"/>
                    <a:pt x="3823" y="37085"/>
                    <a:pt x="4820" y="37357"/>
                  </a:cubicBezTo>
                  <a:cubicBezTo>
                    <a:pt x="4929" y="37385"/>
                    <a:pt x="5043" y="37402"/>
                    <a:pt x="5161" y="37402"/>
                  </a:cubicBezTo>
                  <a:cubicBezTo>
                    <a:pt x="5582" y="37402"/>
                    <a:pt x="6016" y="37191"/>
                    <a:pt x="6478" y="36761"/>
                  </a:cubicBezTo>
                  <a:cubicBezTo>
                    <a:pt x="7629" y="35683"/>
                    <a:pt x="7723" y="31840"/>
                    <a:pt x="7650" y="27847"/>
                  </a:cubicBezTo>
                  <a:cubicBezTo>
                    <a:pt x="7641" y="27340"/>
                    <a:pt x="7633" y="26939"/>
                    <a:pt x="7637" y="26716"/>
                  </a:cubicBezTo>
                  <a:cubicBezTo>
                    <a:pt x="7682" y="25342"/>
                    <a:pt x="7633" y="25005"/>
                    <a:pt x="6790" y="19281"/>
                  </a:cubicBezTo>
                  <a:lnTo>
                    <a:pt x="6770" y="19155"/>
                  </a:lnTo>
                  <a:cubicBezTo>
                    <a:pt x="6705" y="18705"/>
                    <a:pt x="6648" y="18178"/>
                    <a:pt x="6600" y="17558"/>
                  </a:cubicBezTo>
                  <a:cubicBezTo>
                    <a:pt x="6421" y="15308"/>
                    <a:pt x="6437" y="12576"/>
                    <a:pt x="6458" y="9933"/>
                  </a:cubicBezTo>
                  <a:cubicBezTo>
                    <a:pt x="6466" y="7675"/>
                    <a:pt x="6482" y="5539"/>
                    <a:pt x="6377" y="3844"/>
                  </a:cubicBezTo>
                  <a:cubicBezTo>
                    <a:pt x="6239" y="1696"/>
                    <a:pt x="5939" y="613"/>
                    <a:pt x="5371" y="240"/>
                  </a:cubicBezTo>
                  <a:cubicBezTo>
                    <a:pt x="5133" y="81"/>
                    <a:pt x="4878" y="0"/>
                    <a:pt x="461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5366;p73"/>
            <p:cNvSpPr/>
            <p:nvPr/>
          </p:nvSpPr>
          <p:spPr>
            <a:xfrm>
              <a:off x="2381487" y="3274720"/>
              <a:ext cx="201543" cy="47442"/>
            </a:xfrm>
            <a:custGeom>
              <a:avLst/>
              <a:gdLst/>
              <a:ahLst/>
              <a:cxnLst/>
              <a:rect l="l" t="t" r="r" b="b"/>
              <a:pathLst>
                <a:path w="11623" h="2736" extrusionOk="0">
                  <a:moveTo>
                    <a:pt x="10629" y="0"/>
                  </a:moveTo>
                  <a:cubicBezTo>
                    <a:pt x="8825" y="0"/>
                    <a:pt x="7558" y="532"/>
                    <a:pt x="5094" y="1542"/>
                  </a:cubicBezTo>
                  <a:lnTo>
                    <a:pt x="5094" y="1542"/>
                  </a:lnTo>
                  <a:lnTo>
                    <a:pt x="11623" y="48"/>
                  </a:lnTo>
                  <a:cubicBezTo>
                    <a:pt x="11270" y="16"/>
                    <a:pt x="10941" y="0"/>
                    <a:pt x="10629" y="0"/>
                  </a:cubicBezTo>
                  <a:close/>
                  <a:moveTo>
                    <a:pt x="5094" y="1542"/>
                  </a:moveTo>
                  <a:lnTo>
                    <a:pt x="0" y="2708"/>
                  </a:lnTo>
                  <a:cubicBezTo>
                    <a:pt x="0" y="2708"/>
                    <a:pt x="148" y="2736"/>
                    <a:pt x="446" y="2736"/>
                  </a:cubicBezTo>
                  <a:cubicBezTo>
                    <a:pt x="1109" y="2736"/>
                    <a:pt x="2517" y="2597"/>
                    <a:pt x="4703" y="1702"/>
                  </a:cubicBezTo>
                  <a:cubicBezTo>
                    <a:pt x="4837" y="1648"/>
                    <a:pt x="4967" y="1594"/>
                    <a:pt x="5094" y="1542"/>
                  </a:cubicBezTo>
                  <a:close/>
                </a:path>
              </a:pathLst>
            </a:custGeom>
            <a:solidFill>
              <a:srgbClr val="88CA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" name="Google Shape;5367;p73"/>
            <p:cNvSpPr/>
            <p:nvPr/>
          </p:nvSpPr>
          <p:spPr>
            <a:xfrm>
              <a:off x="2374811" y="3268565"/>
              <a:ext cx="214617" cy="59736"/>
            </a:xfrm>
            <a:custGeom>
              <a:avLst/>
              <a:gdLst/>
              <a:ahLst/>
              <a:cxnLst/>
              <a:rect l="l" t="t" r="r" b="b"/>
              <a:pathLst>
                <a:path w="12377" h="3445" extrusionOk="0">
                  <a:moveTo>
                    <a:pt x="11008" y="1"/>
                  </a:moveTo>
                  <a:cubicBezTo>
                    <a:pt x="9174" y="1"/>
                    <a:pt x="7878" y="532"/>
                    <a:pt x="5469" y="1514"/>
                  </a:cubicBezTo>
                  <a:lnTo>
                    <a:pt x="4958" y="1725"/>
                  </a:lnTo>
                  <a:cubicBezTo>
                    <a:pt x="2788" y="2609"/>
                    <a:pt x="1407" y="2732"/>
                    <a:pt x="804" y="2732"/>
                  </a:cubicBezTo>
                  <a:cubicBezTo>
                    <a:pt x="573" y="2732"/>
                    <a:pt x="457" y="2714"/>
                    <a:pt x="454" y="2714"/>
                  </a:cubicBezTo>
                  <a:cubicBezTo>
                    <a:pt x="432" y="2710"/>
                    <a:pt x="410" y="2708"/>
                    <a:pt x="388" y="2708"/>
                  </a:cubicBezTo>
                  <a:cubicBezTo>
                    <a:pt x="219" y="2708"/>
                    <a:pt x="69" y="2829"/>
                    <a:pt x="37" y="2998"/>
                  </a:cubicBezTo>
                  <a:cubicBezTo>
                    <a:pt x="0" y="3192"/>
                    <a:pt x="126" y="3379"/>
                    <a:pt x="321" y="3415"/>
                  </a:cubicBezTo>
                  <a:cubicBezTo>
                    <a:pt x="456" y="3436"/>
                    <a:pt x="595" y="3445"/>
                    <a:pt x="732" y="3445"/>
                  </a:cubicBezTo>
                  <a:cubicBezTo>
                    <a:pt x="758" y="3445"/>
                    <a:pt x="785" y="3444"/>
                    <a:pt x="811" y="3444"/>
                  </a:cubicBezTo>
                  <a:cubicBezTo>
                    <a:pt x="1512" y="3444"/>
                    <a:pt x="2976" y="3298"/>
                    <a:pt x="5226" y="2382"/>
                  </a:cubicBezTo>
                  <a:lnTo>
                    <a:pt x="5736" y="2175"/>
                  </a:lnTo>
                  <a:cubicBezTo>
                    <a:pt x="8116" y="1202"/>
                    <a:pt x="9311" y="713"/>
                    <a:pt x="11004" y="713"/>
                  </a:cubicBezTo>
                  <a:cubicBezTo>
                    <a:pt x="11307" y="713"/>
                    <a:pt x="11626" y="729"/>
                    <a:pt x="11971" y="760"/>
                  </a:cubicBezTo>
                  <a:cubicBezTo>
                    <a:pt x="11979" y="760"/>
                    <a:pt x="11987" y="761"/>
                    <a:pt x="11995" y="761"/>
                  </a:cubicBezTo>
                  <a:cubicBezTo>
                    <a:pt x="12180" y="761"/>
                    <a:pt x="12341" y="622"/>
                    <a:pt x="12360" y="436"/>
                  </a:cubicBezTo>
                  <a:cubicBezTo>
                    <a:pt x="12377" y="241"/>
                    <a:pt x="12231" y="67"/>
                    <a:pt x="12036" y="51"/>
                  </a:cubicBezTo>
                  <a:cubicBezTo>
                    <a:pt x="11671" y="17"/>
                    <a:pt x="11331" y="1"/>
                    <a:pt x="1100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" name="Google Shape;5368;p73"/>
            <p:cNvSpPr/>
            <p:nvPr/>
          </p:nvSpPr>
          <p:spPr>
            <a:xfrm>
              <a:off x="2551523" y="2936954"/>
              <a:ext cx="209641" cy="155418"/>
            </a:xfrm>
            <a:custGeom>
              <a:avLst/>
              <a:gdLst/>
              <a:ahLst/>
              <a:cxnLst/>
              <a:rect l="l" t="t" r="r" b="b"/>
              <a:pathLst>
                <a:path w="12090" h="8963" extrusionOk="0">
                  <a:moveTo>
                    <a:pt x="11986" y="0"/>
                  </a:moveTo>
                  <a:cubicBezTo>
                    <a:pt x="11931" y="0"/>
                    <a:pt x="11854" y="22"/>
                    <a:pt x="11773" y="65"/>
                  </a:cubicBezTo>
                  <a:cubicBezTo>
                    <a:pt x="10687" y="604"/>
                    <a:pt x="9624" y="1192"/>
                    <a:pt x="8591" y="1832"/>
                  </a:cubicBezTo>
                  <a:cubicBezTo>
                    <a:pt x="7557" y="2477"/>
                    <a:pt x="6548" y="3158"/>
                    <a:pt x="5575" y="3880"/>
                  </a:cubicBezTo>
                  <a:cubicBezTo>
                    <a:pt x="4602" y="4605"/>
                    <a:pt x="3661" y="5375"/>
                    <a:pt x="2749" y="6178"/>
                  </a:cubicBezTo>
                  <a:cubicBezTo>
                    <a:pt x="1837" y="6989"/>
                    <a:pt x="969" y="7836"/>
                    <a:pt x="138" y="8720"/>
                  </a:cubicBezTo>
                  <a:cubicBezTo>
                    <a:pt x="53" y="8805"/>
                    <a:pt x="1" y="8906"/>
                    <a:pt x="37" y="8947"/>
                  </a:cubicBezTo>
                  <a:cubicBezTo>
                    <a:pt x="47" y="8957"/>
                    <a:pt x="61" y="8962"/>
                    <a:pt x="79" y="8962"/>
                  </a:cubicBezTo>
                  <a:cubicBezTo>
                    <a:pt x="128" y="8962"/>
                    <a:pt x="204" y="8922"/>
                    <a:pt x="276" y="8854"/>
                  </a:cubicBezTo>
                  <a:cubicBezTo>
                    <a:pt x="1140" y="8010"/>
                    <a:pt x="2044" y="7200"/>
                    <a:pt x="2956" y="6413"/>
                  </a:cubicBezTo>
                  <a:cubicBezTo>
                    <a:pt x="3868" y="5631"/>
                    <a:pt x="4808" y="4873"/>
                    <a:pt x="5781" y="4163"/>
                  </a:cubicBezTo>
                  <a:cubicBezTo>
                    <a:pt x="6758" y="3446"/>
                    <a:pt x="7756" y="2761"/>
                    <a:pt x="8769" y="2112"/>
                  </a:cubicBezTo>
                  <a:cubicBezTo>
                    <a:pt x="9783" y="1463"/>
                    <a:pt x="10816" y="847"/>
                    <a:pt x="11878" y="264"/>
                  </a:cubicBezTo>
                  <a:cubicBezTo>
                    <a:pt x="12004" y="191"/>
                    <a:pt x="12089" y="101"/>
                    <a:pt x="12069" y="41"/>
                  </a:cubicBezTo>
                  <a:cubicBezTo>
                    <a:pt x="12060" y="14"/>
                    <a:pt x="12030" y="0"/>
                    <a:pt x="1198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" name="Google Shape;5369;p73"/>
            <p:cNvSpPr/>
            <p:nvPr/>
          </p:nvSpPr>
          <p:spPr>
            <a:xfrm>
              <a:off x="2630749" y="3184292"/>
              <a:ext cx="65458" cy="66291"/>
            </a:xfrm>
            <a:custGeom>
              <a:avLst/>
              <a:gdLst/>
              <a:ahLst/>
              <a:cxnLst/>
              <a:rect l="l" t="t" r="r" b="b"/>
              <a:pathLst>
                <a:path w="3775" h="3823" extrusionOk="0">
                  <a:moveTo>
                    <a:pt x="3655" y="0"/>
                  </a:moveTo>
                  <a:cubicBezTo>
                    <a:pt x="3641" y="0"/>
                    <a:pt x="3626" y="3"/>
                    <a:pt x="3612" y="10"/>
                  </a:cubicBezTo>
                  <a:cubicBezTo>
                    <a:pt x="3215" y="200"/>
                    <a:pt x="2842" y="427"/>
                    <a:pt x="2489" y="687"/>
                  </a:cubicBezTo>
                  <a:cubicBezTo>
                    <a:pt x="2141" y="950"/>
                    <a:pt x="1808" y="1234"/>
                    <a:pt x="1504" y="1546"/>
                  </a:cubicBezTo>
                  <a:cubicBezTo>
                    <a:pt x="1200" y="1862"/>
                    <a:pt x="921" y="2203"/>
                    <a:pt x="665" y="2559"/>
                  </a:cubicBezTo>
                  <a:cubicBezTo>
                    <a:pt x="418" y="2916"/>
                    <a:pt x="199" y="3297"/>
                    <a:pt x="17" y="3694"/>
                  </a:cubicBezTo>
                  <a:cubicBezTo>
                    <a:pt x="0" y="3735"/>
                    <a:pt x="21" y="3784"/>
                    <a:pt x="57" y="3804"/>
                  </a:cubicBezTo>
                  <a:cubicBezTo>
                    <a:pt x="74" y="3817"/>
                    <a:pt x="94" y="3822"/>
                    <a:pt x="113" y="3822"/>
                  </a:cubicBezTo>
                  <a:cubicBezTo>
                    <a:pt x="142" y="3822"/>
                    <a:pt x="171" y="3808"/>
                    <a:pt x="191" y="3784"/>
                  </a:cubicBezTo>
                  <a:cubicBezTo>
                    <a:pt x="414" y="3423"/>
                    <a:pt x="657" y="3074"/>
                    <a:pt x="921" y="2742"/>
                  </a:cubicBezTo>
                  <a:cubicBezTo>
                    <a:pt x="1176" y="2409"/>
                    <a:pt x="1456" y="2089"/>
                    <a:pt x="1756" y="1793"/>
                  </a:cubicBezTo>
                  <a:cubicBezTo>
                    <a:pt x="2047" y="1489"/>
                    <a:pt x="2364" y="1209"/>
                    <a:pt x="2692" y="946"/>
                  </a:cubicBezTo>
                  <a:cubicBezTo>
                    <a:pt x="3024" y="682"/>
                    <a:pt x="3365" y="435"/>
                    <a:pt x="3722" y="208"/>
                  </a:cubicBezTo>
                  <a:cubicBezTo>
                    <a:pt x="3762" y="172"/>
                    <a:pt x="3774" y="115"/>
                    <a:pt x="3754" y="66"/>
                  </a:cubicBezTo>
                  <a:cubicBezTo>
                    <a:pt x="3736" y="24"/>
                    <a:pt x="3696" y="0"/>
                    <a:pt x="365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" name="Google Shape;5370;p73"/>
            <p:cNvSpPr/>
            <p:nvPr/>
          </p:nvSpPr>
          <p:spPr>
            <a:xfrm>
              <a:off x="2570510" y="3626306"/>
              <a:ext cx="25247" cy="226668"/>
            </a:xfrm>
            <a:custGeom>
              <a:avLst/>
              <a:gdLst/>
              <a:ahLst/>
              <a:cxnLst/>
              <a:rect l="l" t="t" r="r" b="b"/>
              <a:pathLst>
                <a:path w="1456" h="13072" extrusionOk="0">
                  <a:moveTo>
                    <a:pt x="70" y="0"/>
                  </a:moveTo>
                  <a:cubicBezTo>
                    <a:pt x="67" y="0"/>
                    <a:pt x="64" y="0"/>
                    <a:pt x="61" y="1"/>
                  </a:cubicBezTo>
                  <a:cubicBezTo>
                    <a:pt x="12" y="13"/>
                    <a:pt x="0" y="118"/>
                    <a:pt x="41" y="232"/>
                  </a:cubicBezTo>
                  <a:cubicBezTo>
                    <a:pt x="389" y="1229"/>
                    <a:pt x="649" y="2255"/>
                    <a:pt x="807" y="3301"/>
                  </a:cubicBezTo>
                  <a:cubicBezTo>
                    <a:pt x="973" y="4346"/>
                    <a:pt x="1062" y="5400"/>
                    <a:pt x="1074" y="6458"/>
                  </a:cubicBezTo>
                  <a:cubicBezTo>
                    <a:pt x="1107" y="7512"/>
                    <a:pt x="1078" y="8575"/>
                    <a:pt x="1018" y="9637"/>
                  </a:cubicBezTo>
                  <a:cubicBezTo>
                    <a:pt x="957" y="10695"/>
                    <a:pt x="884" y="11753"/>
                    <a:pt x="807" y="12819"/>
                  </a:cubicBezTo>
                  <a:cubicBezTo>
                    <a:pt x="803" y="12945"/>
                    <a:pt x="831" y="13062"/>
                    <a:pt x="892" y="13070"/>
                  </a:cubicBezTo>
                  <a:cubicBezTo>
                    <a:pt x="895" y="13071"/>
                    <a:pt x="899" y="13071"/>
                    <a:pt x="902" y="13071"/>
                  </a:cubicBezTo>
                  <a:cubicBezTo>
                    <a:pt x="960" y="13071"/>
                    <a:pt x="1019" y="12973"/>
                    <a:pt x="1034" y="12839"/>
                  </a:cubicBezTo>
                  <a:cubicBezTo>
                    <a:pt x="1160" y="11777"/>
                    <a:pt x="1281" y="10723"/>
                    <a:pt x="1350" y="9657"/>
                  </a:cubicBezTo>
                  <a:cubicBezTo>
                    <a:pt x="1415" y="8587"/>
                    <a:pt x="1455" y="7517"/>
                    <a:pt x="1431" y="6446"/>
                  </a:cubicBezTo>
                  <a:cubicBezTo>
                    <a:pt x="1403" y="5372"/>
                    <a:pt x="1297" y="4302"/>
                    <a:pt x="1115" y="3244"/>
                  </a:cubicBezTo>
                  <a:cubicBezTo>
                    <a:pt x="928" y="2186"/>
                    <a:pt x="629" y="1152"/>
                    <a:pt x="219" y="159"/>
                  </a:cubicBezTo>
                  <a:cubicBezTo>
                    <a:pt x="181" y="63"/>
                    <a:pt x="121" y="0"/>
                    <a:pt x="70" y="0"/>
                  </a:cubicBezTo>
                  <a:close/>
                </a:path>
              </a:pathLst>
            </a:custGeom>
            <a:solidFill>
              <a:srgbClr val="4F1E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" name="Google Shape;5371;p73"/>
            <p:cNvSpPr/>
            <p:nvPr/>
          </p:nvSpPr>
          <p:spPr>
            <a:xfrm>
              <a:off x="2563262" y="3699273"/>
              <a:ext cx="6971" cy="128593"/>
            </a:xfrm>
            <a:custGeom>
              <a:avLst/>
              <a:gdLst/>
              <a:ahLst/>
              <a:cxnLst/>
              <a:rect l="l" t="t" r="r" b="b"/>
              <a:pathLst>
                <a:path w="402" h="7416" extrusionOk="0">
                  <a:moveTo>
                    <a:pt x="286" y="0"/>
                  </a:moveTo>
                  <a:cubicBezTo>
                    <a:pt x="236" y="0"/>
                    <a:pt x="195" y="48"/>
                    <a:pt x="191" y="110"/>
                  </a:cubicBezTo>
                  <a:cubicBezTo>
                    <a:pt x="151" y="710"/>
                    <a:pt x="114" y="1306"/>
                    <a:pt x="90" y="1902"/>
                  </a:cubicBezTo>
                  <a:lnTo>
                    <a:pt x="29" y="3690"/>
                  </a:lnTo>
                  <a:lnTo>
                    <a:pt x="5" y="5477"/>
                  </a:lnTo>
                  <a:cubicBezTo>
                    <a:pt x="1" y="6077"/>
                    <a:pt x="5" y="6673"/>
                    <a:pt x="17" y="7273"/>
                  </a:cubicBezTo>
                  <a:cubicBezTo>
                    <a:pt x="1" y="7342"/>
                    <a:pt x="53" y="7411"/>
                    <a:pt x="130" y="7415"/>
                  </a:cubicBezTo>
                  <a:cubicBezTo>
                    <a:pt x="203" y="7415"/>
                    <a:pt x="260" y="7350"/>
                    <a:pt x="248" y="7277"/>
                  </a:cubicBezTo>
                  <a:cubicBezTo>
                    <a:pt x="280" y="6677"/>
                    <a:pt x="313" y="6081"/>
                    <a:pt x="333" y="5489"/>
                  </a:cubicBezTo>
                  <a:lnTo>
                    <a:pt x="382" y="3698"/>
                  </a:lnTo>
                  <a:lnTo>
                    <a:pt x="402" y="1910"/>
                  </a:lnTo>
                  <a:cubicBezTo>
                    <a:pt x="402" y="1314"/>
                    <a:pt x="398" y="714"/>
                    <a:pt x="382" y="118"/>
                  </a:cubicBezTo>
                  <a:cubicBezTo>
                    <a:pt x="386" y="61"/>
                    <a:pt x="345" y="13"/>
                    <a:pt x="292" y="1"/>
                  </a:cubicBezTo>
                  <a:cubicBezTo>
                    <a:pt x="290" y="0"/>
                    <a:pt x="288" y="0"/>
                    <a:pt x="286" y="0"/>
                  </a:cubicBezTo>
                  <a:close/>
                </a:path>
              </a:pathLst>
            </a:custGeom>
            <a:solidFill>
              <a:srgbClr val="4F1E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" name="Google Shape;5372;p73"/>
            <p:cNvSpPr/>
            <p:nvPr/>
          </p:nvSpPr>
          <p:spPr>
            <a:xfrm>
              <a:off x="2297769" y="3851639"/>
              <a:ext cx="229460" cy="57482"/>
            </a:xfrm>
            <a:custGeom>
              <a:avLst/>
              <a:gdLst/>
              <a:ahLst/>
              <a:cxnLst/>
              <a:rect l="l" t="t" r="r" b="b"/>
              <a:pathLst>
                <a:path w="13233" h="3315" extrusionOk="0">
                  <a:moveTo>
                    <a:pt x="93" y="0"/>
                  </a:moveTo>
                  <a:cubicBezTo>
                    <a:pt x="69" y="0"/>
                    <a:pt x="49" y="7"/>
                    <a:pt x="37" y="23"/>
                  </a:cubicBezTo>
                  <a:cubicBezTo>
                    <a:pt x="0" y="71"/>
                    <a:pt x="61" y="156"/>
                    <a:pt x="167" y="221"/>
                  </a:cubicBezTo>
                  <a:cubicBezTo>
                    <a:pt x="1107" y="829"/>
                    <a:pt x="2100" y="1352"/>
                    <a:pt x="3134" y="1782"/>
                  </a:cubicBezTo>
                  <a:cubicBezTo>
                    <a:pt x="4164" y="2212"/>
                    <a:pt x="5230" y="2552"/>
                    <a:pt x="6320" y="2808"/>
                  </a:cubicBezTo>
                  <a:cubicBezTo>
                    <a:pt x="7415" y="3055"/>
                    <a:pt x="8526" y="3213"/>
                    <a:pt x="9644" y="3282"/>
                  </a:cubicBezTo>
                  <a:cubicBezTo>
                    <a:pt x="10013" y="3303"/>
                    <a:pt x="10383" y="3314"/>
                    <a:pt x="10752" y="3314"/>
                  </a:cubicBezTo>
                  <a:cubicBezTo>
                    <a:pt x="11499" y="3314"/>
                    <a:pt x="12246" y="3270"/>
                    <a:pt x="12989" y="3180"/>
                  </a:cubicBezTo>
                  <a:cubicBezTo>
                    <a:pt x="13127" y="3168"/>
                    <a:pt x="13232" y="3112"/>
                    <a:pt x="13232" y="3051"/>
                  </a:cubicBezTo>
                  <a:cubicBezTo>
                    <a:pt x="13232" y="2996"/>
                    <a:pt x="13138" y="2952"/>
                    <a:pt x="13013" y="2952"/>
                  </a:cubicBezTo>
                  <a:cubicBezTo>
                    <a:pt x="12999" y="2952"/>
                    <a:pt x="12984" y="2952"/>
                    <a:pt x="12969" y="2953"/>
                  </a:cubicBezTo>
                  <a:cubicBezTo>
                    <a:pt x="12417" y="2994"/>
                    <a:pt x="11866" y="3014"/>
                    <a:pt x="11315" y="3014"/>
                  </a:cubicBezTo>
                  <a:cubicBezTo>
                    <a:pt x="10764" y="3014"/>
                    <a:pt x="10214" y="2994"/>
                    <a:pt x="9665" y="2953"/>
                  </a:cubicBezTo>
                  <a:cubicBezTo>
                    <a:pt x="8566" y="2876"/>
                    <a:pt x="7472" y="2710"/>
                    <a:pt x="6401" y="2463"/>
                  </a:cubicBezTo>
                  <a:cubicBezTo>
                    <a:pt x="5323" y="2224"/>
                    <a:pt x="4269" y="1899"/>
                    <a:pt x="3247" y="1490"/>
                  </a:cubicBezTo>
                  <a:cubicBezTo>
                    <a:pt x="2222" y="1089"/>
                    <a:pt x="1225" y="610"/>
                    <a:pt x="268" y="59"/>
                  </a:cubicBezTo>
                  <a:cubicBezTo>
                    <a:pt x="202" y="25"/>
                    <a:pt x="139" y="0"/>
                    <a:pt x="9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" name="Google Shape;5373;p73"/>
            <p:cNvSpPr/>
            <p:nvPr/>
          </p:nvSpPr>
          <p:spPr>
            <a:xfrm>
              <a:off x="2393295" y="3846611"/>
              <a:ext cx="116074" cy="17236"/>
            </a:xfrm>
            <a:custGeom>
              <a:avLst/>
              <a:gdLst/>
              <a:ahLst/>
              <a:cxnLst/>
              <a:rect l="l" t="t" r="r" b="b"/>
              <a:pathLst>
                <a:path w="6694" h="994" extrusionOk="0">
                  <a:moveTo>
                    <a:pt x="122" y="1"/>
                  </a:moveTo>
                  <a:cubicBezTo>
                    <a:pt x="82" y="1"/>
                    <a:pt x="44" y="21"/>
                    <a:pt x="21" y="57"/>
                  </a:cubicBezTo>
                  <a:cubicBezTo>
                    <a:pt x="0" y="114"/>
                    <a:pt x="33" y="175"/>
                    <a:pt x="90" y="187"/>
                  </a:cubicBezTo>
                  <a:cubicBezTo>
                    <a:pt x="600" y="398"/>
                    <a:pt x="1123" y="568"/>
                    <a:pt x="1663" y="690"/>
                  </a:cubicBezTo>
                  <a:cubicBezTo>
                    <a:pt x="2198" y="811"/>
                    <a:pt x="2745" y="900"/>
                    <a:pt x="3292" y="953"/>
                  </a:cubicBezTo>
                  <a:cubicBezTo>
                    <a:pt x="3629" y="980"/>
                    <a:pt x="3968" y="994"/>
                    <a:pt x="4306" y="994"/>
                  </a:cubicBezTo>
                  <a:cubicBezTo>
                    <a:pt x="4521" y="994"/>
                    <a:pt x="4736" y="988"/>
                    <a:pt x="4950" y="977"/>
                  </a:cubicBezTo>
                  <a:cubicBezTo>
                    <a:pt x="5502" y="945"/>
                    <a:pt x="6049" y="868"/>
                    <a:pt x="6588" y="750"/>
                  </a:cubicBezTo>
                  <a:cubicBezTo>
                    <a:pt x="6649" y="742"/>
                    <a:pt x="6693" y="685"/>
                    <a:pt x="6693" y="625"/>
                  </a:cubicBezTo>
                  <a:cubicBezTo>
                    <a:pt x="6683" y="567"/>
                    <a:pt x="6630" y="525"/>
                    <a:pt x="6573" y="525"/>
                  </a:cubicBezTo>
                  <a:cubicBezTo>
                    <a:pt x="6566" y="525"/>
                    <a:pt x="6559" y="526"/>
                    <a:pt x="6551" y="527"/>
                  </a:cubicBezTo>
                  <a:cubicBezTo>
                    <a:pt x="6016" y="592"/>
                    <a:pt x="5477" y="633"/>
                    <a:pt x="4934" y="649"/>
                  </a:cubicBezTo>
                  <a:cubicBezTo>
                    <a:pt x="4798" y="653"/>
                    <a:pt x="4662" y="655"/>
                    <a:pt x="4526" y="655"/>
                  </a:cubicBezTo>
                  <a:cubicBezTo>
                    <a:pt x="4125" y="655"/>
                    <a:pt x="3724" y="638"/>
                    <a:pt x="3325" y="604"/>
                  </a:cubicBezTo>
                  <a:cubicBezTo>
                    <a:pt x="2790" y="564"/>
                    <a:pt x="2254" y="491"/>
                    <a:pt x="1727" y="386"/>
                  </a:cubicBezTo>
                  <a:cubicBezTo>
                    <a:pt x="1196" y="284"/>
                    <a:pt x="673" y="159"/>
                    <a:pt x="150" y="4"/>
                  </a:cubicBezTo>
                  <a:cubicBezTo>
                    <a:pt x="141" y="2"/>
                    <a:pt x="132" y="1"/>
                    <a:pt x="12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" name="Google Shape;5374;p73"/>
            <p:cNvSpPr/>
            <p:nvPr/>
          </p:nvSpPr>
          <p:spPr>
            <a:xfrm>
              <a:off x="2431044" y="3808619"/>
              <a:ext cx="51465" cy="11652"/>
            </a:xfrm>
            <a:custGeom>
              <a:avLst/>
              <a:gdLst/>
              <a:ahLst/>
              <a:cxnLst/>
              <a:rect l="l" t="t" r="r" b="b"/>
              <a:pathLst>
                <a:path w="2968" h="672" extrusionOk="0">
                  <a:moveTo>
                    <a:pt x="119" y="1"/>
                  </a:moveTo>
                  <a:cubicBezTo>
                    <a:pt x="93" y="1"/>
                    <a:pt x="65" y="24"/>
                    <a:pt x="37" y="59"/>
                  </a:cubicBezTo>
                  <a:cubicBezTo>
                    <a:pt x="8" y="100"/>
                    <a:pt x="0" y="148"/>
                    <a:pt x="21" y="164"/>
                  </a:cubicBezTo>
                  <a:cubicBezTo>
                    <a:pt x="223" y="327"/>
                    <a:pt x="454" y="452"/>
                    <a:pt x="702" y="533"/>
                  </a:cubicBezTo>
                  <a:cubicBezTo>
                    <a:pt x="949" y="614"/>
                    <a:pt x="1208" y="663"/>
                    <a:pt x="1472" y="671"/>
                  </a:cubicBezTo>
                  <a:cubicBezTo>
                    <a:pt x="1731" y="671"/>
                    <a:pt x="1995" y="635"/>
                    <a:pt x="2246" y="566"/>
                  </a:cubicBezTo>
                  <a:cubicBezTo>
                    <a:pt x="2498" y="493"/>
                    <a:pt x="2733" y="375"/>
                    <a:pt x="2939" y="221"/>
                  </a:cubicBezTo>
                  <a:cubicBezTo>
                    <a:pt x="2968" y="205"/>
                    <a:pt x="2968" y="160"/>
                    <a:pt x="2935" y="104"/>
                  </a:cubicBezTo>
                  <a:cubicBezTo>
                    <a:pt x="2912" y="56"/>
                    <a:pt x="2871" y="23"/>
                    <a:pt x="2841" y="23"/>
                  </a:cubicBezTo>
                  <a:cubicBezTo>
                    <a:pt x="2836" y="23"/>
                    <a:pt x="2830" y="24"/>
                    <a:pt x="2826" y="27"/>
                  </a:cubicBezTo>
                  <a:cubicBezTo>
                    <a:pt x="2611" y="124"/>
                    <a:pt x="2392" y="197"/>
                    <a:pt x="2165" y="246"/>
                  </a:cubicBezTo>
                  <a:cubicBezTo>
                    <a:pt x="1945" y="293"/>
                    <a:pt x="1721" y="316"/>
                    <a:pt x="1497" y="316"/>
                  </a:cubicBezTo>
                  <a:cubicBezTo>
                    <a:pt x="1259" y="316"/>
                    <a:pt x="1021" y="290"/>
                    <a:pt x="787" y="237"/>
                  </a:cubicBezTo>
                  <a:cubicBezTo>
                    <a:pt x="560" y="185"/>
                    <a:pt x="337" y="108"/>
                    <a:pt x="130" y="2"/>
                  </a:cubicBezTo>
                  <a:cubicBezTo>
                    <a:pt x="126" y="1"/>
                    <a:pt x="123" y="1"/>
                    <a:pt x="11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" name="Google Shape;5375;p73"/>
            <p:cNvSpPr/>
            <p:nvPr/>
          </p:nvSpPr>
          <p:spPr>
            <a:xfrm>
              <a:off x="2126328" y="3603504"/>
              <a:ext cx="53078" cy="137402"/>
            </a:xfrm>
            <a:custGeom>
              <a:avLst/>
              <a:gdLst/>
              <a:ahLst/>
              <a:cxnLst/>
              <a:rect l="l" t="t" r="r" b="b"/>
              <a:pathLst>
                <a:path w="3061" h="7924" extrusionOk="0">
                  <a:moveTo>
                    <a:pt x="300" y="0"/>
                  </a:moveTo>
                  <a:cubicBezTo>
                    <a:pt x="254" y="0"/>
                    <a:pt x="213" y="47"/>
                    <a:pt x="195" y="120"/>
                  </a:cubicBezTo>
                  <a:cubicBezTo>
                    <a:pt x="49" y="821"/>
                    <a:pt x="0" y="1535"/>
                    <a:pt x="53" y="2248"/>
                  </a:cubicBezTo>
                  <a:cubicBezTo>
                    <a:pt x="101" y="2962"/>
                    <a:pt x="243" y="3667"/>
                    <a:pt x="470" y="4348"/>
                  </a:cubicBezTo>
                  <a:cubicBezTo>
                    <a:pt x="709" y="5021"/>
                    <a:pt x="1026" y="5666"/>
                    <a:pt x="1415" y="6270"/>
                  </a:cubicBezTo>
                  <a:cubicBezTo>
                    <a:pt x="1808" y="6865"/>
                    <a:pt x="2286" y="7405"/>
                    <a:pt x="2830" y="7871"/>
                  </a:cubicBezTo>
                  <a:cubicBezTo>
                    <a:pt x="2870" y="7903"/>
                    <a:pt x="2915" y="7924"/>
                    <a:pt x="2954" y="7924"/>
                  </a:cubicBezTo>
                  <a:cubicBezTo>
                    <a:pt x="2978" y="7924"/>
                    <a:pt x="2999" y="7916"/>
                    <a:pt x="3016" y="7899"/>
                  </a:cubicBezTo>
                  <a:cubicBezTo>
                    <a:pt x="3061" y="7855"/>
                    <a:pt x="3049" y="7769"/>
                    <a:pt x="2980" y="7701"/>
                  </a:cubicBezTo>
                  <a:cubicBezTo>
                    <a:pt x="2489" y="7214"/>
                    <a:pt x="2059" y="6675"/>
                    <a:pt x="1695" y="6091"/>
                  </a:cubicBezTo>
                  <a:cubicBezTo>
                    <a:pt x="1326" y="5507"/>
                    <a:pt x="1026" y="4883"/>
                    <a:pt x="807" y="4230"/>
                  </a:cubicBezTo>
                  <a:cubicBezTo>
                    <a:pt x="576" y="3582"/>
                    <a:pt x="426" y="2905"/>
                    <a:pt x="361" y="2220"/>
                  </a:cubicBezTo>
                  <a:cubicBezTo>
                    <a:pt x="288" y="1535"/>
                    <a:pt x="296" y="841"/>
                    <a:pt x="385" y="156"/>
                  </a:cubicBezTo>
                  <a:cubicBezTo>
                    <a:pt x="401" y="96"/>
                    <a:pt x="373" y="31"/>
                    <a:pt x="316" y="2"/>
                  </a:cubicBezTo>
                  <a:cubicBezTo>
                    <a:pt x="311" y="1"/>
                    <a:pt x="305" y="0"/>
                    <a:pt x="3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" name="Google Shape;5376;p73"/>
            <p:cNvSpPr/>
            <p:nvPr/>
          </p:nvSpPr>
          <p:spPr>
            <a:xfrm>
              <a:off x="2388509" y="3327278"/>
              <a:ext cx="109745" cy="20999"/>
            </a:xfrm>
            <a:custGeom>
              <a:avLst/>
              <a:gdLst/>
              <a:ahLst/>
              <a:cxnLst/>
              <a:rect l="l" t="t" r="r" b="b"/>
              <a:pathLst>
                <a:path w="6329" h="1211" extrusionOk="0">
                  <a:moveTo>
                    <a:pt x="6199" y="0"/>
                  </a:moveTo>
                  <a:cubicBezTo>
                    <a:pt x="6180" y="0"/>
                    <a:pt x="6161" y="4"/>
                    <a:pt x="6142" y="13"/>
                  </a:cubicBezTo>
                  <a:cubicBezTo>
                    <a:pt x="5676" y="216"/>
                    <a:pt x="5194" y="386"/>
                    <a:pt x="4699" y="520"/>
                  </a:cubicBezTo>
                  <a:cubicBezTo>
                    <a:pt x="4209" y="662"/>
                    <a:pt x="3702" y="759"/>
                    <a:pt x="3195" y="816"/>
                  </a:cubicBezTo>
                  <a:cubicBezTo>
                    <a:pt x="2838" y="861"/>
                    <a:pt x="2477" y="885"/>
                    <a:pt x="2116" y="885"/>
                  </a:cubicBezTo>
                  <a:cubicBezTo>
                    <a:pt x="1965" y="885"/>
                    <a:pt x="1814" y="881"/>
                    <a:pt x="1663" y="872"/>
                  </a:cubicBezTo>
                  <a:cubicBezTo>
                    <a:pt x="1152" y="860"/>
                    <a:pt x="637" y="804"/>
                    <a:pt x="135" y="714"/>
                  </a:cubicBezTo>
                  <a:cubicBezTo>
                    <a:pt x="128" y="713"/>
                    <a:pt x="121" y="713"/>
                    <a:pt x="115" y="713"/>
                  </a:cubicBezTo>
                  <a:cubicBezTo>
                    <a:pt x="70" y="713"/>
                    <a:pt x="31" y="737"/>
                    <a:pt x="13" y="779"/>
                  </a:cubicBezTo>
                  <a:cubicBezTo>
                    <a:pt x="1" y="832"/>
                    <a:pt x="33" y="889"/>
                    <a:pt x="90" y="901"/>
                  </a:cubicBezTo>
                  <a:cubicBezTo>
                    <a:pt x="593" y="1051"/>
                    <a:pt x="1116" y="1148"/>
                    <a:pt x="1643" y="1189"/>
                  </a:cubicBezTo>
                  <a:cubicBezTo>
                    <a:pt x="1860" y="1204"/>
                    <a:pt x="2077" y="1211"/>
                    <a:pt x="2294" y="1211"/>
                  </a:cubicBezTo>
                  <a:cubicBezTo>
                    <a:pt x="2608" y="1211"/>
                    <a:pt x="2922" y="1195"/>
                    <a:pt x="3236" y="1164"/>
                  </a:cubicBezTo>
                  <a:cubicBezTo>
                    <a:pt x="3763" y="1099"/>
                    <a:pt x="4282" y="994"/>
                    <a:pt x="4792" y="840"/>
                  </a:cubicBezTo>
                  <a:cubicBezTo>
                    <a:pt x="5295" y="682"/>
                    <a:pt x="5782" y="475"/>
                    <a:pt x="6244" y="216"/>
                  </a:cubicBezTo>
                  <a:cubicBezTo>
                    <a:pt x="6305" y="191"/>
                    <a:pt x="6329" y="122"/>
                    <a:pt x="6305" y="62"/>
                  </a:cubicBezTo>
                  <a:cubicBezTo>
                    <a:pt x="6285" y="22"/>
                    <a:pt x="6243" y="0"/>
                    <a:pt x="619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" name="Google Shape;5377;p73"/>
            <p:cNvSpPr/>
            <p:nvPr/>
          </p:nvSpPr>
          <p:spPr>
            <a:xfrm>
              <a:off x="2426258" y="3367489"/>
              <a:ext cx="38044" cy="7508"/>
            </a:xfrm>
            <a:custGeom>
              <a:avLst/>
              <a:gdLst/>
              <a:ahLst/>
              <a:cxnLst/>
              <a:rect l="l" t="t" r="r" b="b"/>
              <a:pathLst>
                <a:path w="2194" h="433" extrusionOk="0">
                  <a:moveTo>
                    <a:pt x="2121" y="1"/>
                  </a:moveTo>
                  <a:lnTo>
                    <a:pt x="1602" y="29"/>
                  </a:lnTo>
                  <a:cubicBezTo>
                    <a:pt x="1428" y="49"/>
                    <a:pt x="1257" y="61"/>
                    <a:pt x="1083" y="70"/>
                  </a:cubicBezTo>
                  <a:lnTo>
                    <a:pt x="568" y="110"/>
                  </a:lnTo>
                  <a:lnTo>
                    <a:pt x="45" y="159"/>
                  </a:lnTo>
                  <a:cubicBezTo>
                    <a:pt x="25" y="159"/>
                    <a:pt x="9" y="187"/>
                    <a:pt x="5" y="244"/>
                  </a:cubicBezTo>
                  <a:cubicBezTo>
                    <a:pt x="1" y="297"/>
                    <a:pt x="13" y="345"/>
                    <a:pt x="33" y="349"/>
                  </a:cubicBezTo>
                  <a:cubicBezTo>
                    <a:pt x="212" y="386"/>
                    <a:pt x="386" y="410"/>
                    <a:pt x="568" y="418"/>
                  </a:cubicBezTo>
                  <a:cubicBezTo>
                    <a:pt x="687" y="426"/>
                    <a:pt x="806" y="432"/>
                    <a:pt x="922" y="432"/>
                  </a:cubicBezTo>
                  <a:cubicBezTo>
                    <a:pt x="985" y="432"/>
                    <a:pt x="1047" y="431"/>
                    <a:pt x="1107" y="426"/>
                  </a:cubicBezTo>
                  <a:cubicBezTo>
                    <a:pt x="1286" y="410"/>
                    <a:pt x="1464" y="386"/>
                    <a:pt x="1643" y="357"/>
                  </a:cubicBezTo>
                  <a:cubicBezTo>
                    <a:pt x="1821" y="329"/>
                    <a:pt x="1995" y="284"/>
                    <a:pt x="2170" y="224"/>
                  </a:cubicBezTo>
                  <a:cubicBezTo>
                    <a:pt x="2190" y="215"/>
                    <a:pt x="2194" y="171"/>
                    <a:pt x="2182" y="110"/>
                  </a:cubicBezTo>
                  <a:cubicBezTo>
                    <a:pt x="2174" y="49"/>
                    <a:pt x="2149" y="1"/>
                    <a:pt x="212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" name="Google Shape;5378;p73"/>
            <p:cNvSpPr/>
            <p:nvPr/>
          </p:nvSpPr>
          <p:spPr>
            <a:xfrm>
              <a:off x="2723258" y="2771271"/>
              <a:ext cx="219039" cy="840522"/>
            </a:xfrm>
            <a:custGeom>
              <a:avLst/>
              <a:gdLst/>
              <a:ahLst/>
              <a:cxnLst/>
              <a:rect l="l" t="t" r="r" b="b"/>
              <a:pathLst>
                <a:path w="12632" h="48473" extrusionOk="0">
                  <a:moveTo>
                    <a:pt x="12632" y="0"/>
                  </a:moveTo>
                  <a:cubicBezTo>
                    <a:pt x="10114" y="264"/>
                    <a:pt x="8160" y="1095"/>
                    <a:pt x="6628" y="2514"/>
                  </a:cubicBezTo>
                  <a:cubicBezTo>
                    <a:pt x="3973" y="4938"/>
                    <a:pt x="2566" y="9081"/>
                    <a:pt x="1662" y="14926"/>
                  </a:cubicBezTo>
                  <a:cubicBezTo>
                    <a:pt x="1123" y="18372"/>
                    <a:pt x="689" y="21745"/>
                    <a:pt x="430" y="25049"/>
                  </a:cubicBezTo>
                  <a:cubicBezTo>
                    <a:pt x="0" y="30566"/>
                    <a:pt x="49" y="35872"/>
                    <a:pt x="924" y="40899"/>
                  </a:cubicBezTo>
                  <a:cubicBezTo>
                    <a:pt x="2187" y="48103"/>
                    <a:pt x="5360" y="48472"/>
                    <a:pt x="5997" y="48472"/>
                  </a:cubicBezTo>
                  <a:cubicBezTo>
                    <a:pt x="6070" y="48472"/>
                    <a:pt x="6109" y="48468"/>
                    <a:pt x="6109" y="48468"/>
                  </a:cubicBezTo>
                  <a:cubicBezTo>
                    <a:pt x="6004" y="46234"/>
                    <a:pt x="6454" y="25381"/>
                    <a:pt x="7848" y="16374"/>
                  </a:cubicBezTo>
                  <a:cubicBezTo>
                    <a:pt x="9243" y="7370"/>
                    <a:pt x="12632" y="4"/>
                    <a:pt x="12632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" name="Google Shape;5379;p73"/>
            <p:cNvSpPr/>
            <p:nvPr/>
          </p:nvSpPr>
          <p:spPr>
            <a:xfrm>
              <a:off x="2716287" y="2765115"/>
              <a:ext cx="232547" cy="852781"/>
            </a:xfrm>
            <a:custGeom>
              <a:avLst/>
              <a:gdLst/>
              <a:ahLst/>
              <a:cxnLst/>
              <a:rect l="l" t="t" r="r" b="b"/>
              <a:pathLst>
                <a:path w="13411" h="49180" extrusionOk="0">
                  <a:moveTo>
                    <a:pt x="12454" y="789"/>
                  </a:moveTo>
                  <a:lnTo>
                    <a:pt x="12454" y="789"/>
                  </a:lnTo>
                  <a:cubicBezTo>
                    <a:pt x="11639" y="2702"/>
                    <a:pt x="9061" y="9160"/>
                    <a:pt x="7902" y="16680"/>
                  </a:cubicBezTo>
                  <a:cubicBezTo>
                    <a:pt x="6584" y="25160"/>
                    <a:pt x="6086" y="44748"/>
                    <a:pt x="6146" y="48450"/>
                  </a:cubicBezTo>
                  <a:cubicBezTo>
                    <a:pt x="5814" y="48405"/>
                    <a:pt x="5250" y="48247"/>
                    <a:pt x="4618" y="47728"/>
                  </a:cubicBezTo>
                  <a:cubicBezTo>
                    <a:pt x="3657" y="46946"/>
                    <a:pt x="2376" y="45178"/>
                    <a:pt x="1683" y="41193"/>
                  </a:cubicBezTo>
                  <a:cubicBezTo>
                    <a:pt x="876" y="36592"/>
                    <a:pt x="714" y="31436"/>
                    <a:pt x="1185" y="25432"/>
                  </a:cubicBezTo>
                  <a:cubicBezTo>
                    <a:pt x="1424" y="22412"/>
                    <a:pt x="1825" y="19108"/>
                    <a:pt x="2413" y="15330"/>
                  </a:cubicBezTo>
                  <a:cubicBezTo>
                    <a:pt x="3386" y="9075"/>
                    <a:pt x="4882" y="5309"/>
                    <a:pt x="7273" y="3128"/>
                  </a:cubicBezTo>
                  <a:cubicBezTo>
                    <a:pt x="8635" y="1871"/>
                    <a:pt x="10338" y="1101"/>
                    <a:pt x="12454" y="789"/>
                  </a:cubicBezTo>
                  <a:close/>
                  <a:moveTo>
                    <a:pt x="13031" y="1"/>
                  </a:moveTo>
                  <a:cubicBezTo>
                    <a:pt x="13020" y="1"/>
                    <a:pt x="13009" y="1"/>
                    <a:pt x="12997" y="3"/>
                  </a:cubicBezTo>
                  <a:cubicBezTo>
                    <a:pt x="10427" y="270"/>
                    <a:pt x="8396" y="1121"/>
                    <a:pt x="6791" y="2609"/>
                  </a:cubicBezTo>
                  <a:cubicBezTo>
                    <a:pt x="4278" y="4904"/>
                    <a:pt x="2705" y="8795"/>
                    <a:pt x="1712" y="15225"/>
                  </a:cubicBezTo>
                  <a:cubicBezTo>
                    <a:pt x="1120" y="19015"/>
                    <a:pt x="718" y="22335"/>
                    <a:pt x="475" y="25375"/>
                  </a:cubicBezTo>
                  <a:cubicBezTo>
                    <a:pt x="1" y="31440"/>
                    <a:pt x="167" y="36653"/>
                    <a:pt x="978" y="41315"/>
                  </a:cubicBezTo>
                  <a:cubicBezTo>
                    <a:pt x="2275" y="48729"/>
                    <a:pt x="5595" y="49179"/>
                    <a:pt x="6390" y="49179"/>
                  </a:cubicBezTo>
                  <a:lnTo>
                    <a:pt x="6556" y="49175"/>
                  </a:lnTo>
                  <a:cubicBezTo>
                    <a:pt x="6738" y="49151"/>
                    <a:pt x="6872" y="48989"/>
                    <a:pt x="6868" y="48806"/>
                  </a:cubicBezTo>
                  <a:cubicBezTo>
                    <a:pt x="6754" y="46411"/>
                    <a:pt x="7237" y="25594"/>
                    <a:pt x="8603" y="16785"/>
                  </a:cubicBezTo>
                  <a:cubicBezTo>
                    <a:pt x="9973" y="7940"/>
                    <a:pt x="13322" y="582"/>
                    <a:pt x="13358" y="505"/>
                  </a:cubicBezTo>
                  <a:cubicBezTo>
                    <a:pt x="13411" y="388"/>
                    <a:pt x="13395" y="254"/>
                    <a:pt x="13322" y="148"/>
                  </a:cubicBezTo>
                  <a:cubicBezTo>
                    <a:pt x="13255" y="56"/>
                    <a:pt x="13145" y="1"/>
                    <a:pt x="1303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5380;p73"/>
            <p:cNvSpPr/>
            <p:nvPr/>
          </p:nvSpPr>
          <p:spPr>
            <a:xfrm>
              <a:off x="2723258" y="2771271"/>
              <a:ext cx="219039" cy="840522"/>
            </a:xfrm>
            <a:custGeom>
              <a:avLst/>
              <a:gdLst/>
              <a:ahLst/>
              <a:cxnLst/>
              <a:rect l="l" t="t" r="r" b="b"/>
              <a:pathLst>
                <a:path w="12632" h="48473" extrusionOk="0">
                  <a:moveTo>
                    <a:pt x="12632" y="0"/>
                  </a:moveTo>
                  <a:cubicBezTo>
                    <a:pt x="10114" y="264"/>
                    <a:pt x="8160" y="1095"/>
                    <a:pt x="6628" y="2514"/>
                  </a:cubicBezTo>
                  <a:cubicBezTo>
                    <a:pt x="6875" y="2574"/>
                    <a:pt x="7111" y="2684"/>
                    <a:pt x="7317" y="2834"/>
                  </a:cubicBezTo>
                  <a:cubicBezTo>
                    <a:pt x="7929" y="3284"/>
                    <a:pt x="8079" y="4172"/>
                    <a:pt x="7897" y="4913"/>
                  </a:cubicBezTo>
                  <a:cubicBezTo>
                    <a:pt x="7715" y="5651"/>
                    <a:pt x="7269" y="6296"/>
                    <a:pt x="6875" y="6948"/>
                  </a:cubicBezTo>
                  <a:cubicBezTo>
                    <a:pt x="4086" y="11562"/>
                    <a:pt x="3697" y="17168"/>
                    <a:pt x="3146" y="22531"/>
                  </a:cubicBezTo>
                  <a:cubicBezTo>
                    <a:pt x="3026" y="23731"/>
                    <a:pt x="2481" y="25273"/>
                    <a:pt x="1339" y="25273"/>
                  </a:cubicBezTo>
                  <a:cubicBezTo>
                    <a:pt x="1288" y="25273"/>
                    <a:pt x="1237" y="25270"/>
                    <a:pt x="1184" y="25264"/>
                  </a:cubicBezTo>
                  <a:cubicBezTo>
                    <a:pt x="924" y="25231"/>
                    <a:pt x="677" y="25122"/>
                    <a:pt x="430" y="25049"/>
                  </a:cubicBezTo>
                  <a:lnTo>
                    <a:pt x="430" y="25049"/>
                  </a:lnTo>
                  <a:cubicBezTo>
                    <a:pt x="0" y="30566"/>
                    <a:pt x="49" y="35872"/>
                    <a:pt x="924" y="40899"/>
                  </a:cubicBezTo>
                  <a:cubicBezTo>
                    <a:pt x="2187" y="48103"/>
                    <a:pt x="5360" y="48472"/>
                    <a:pt x="5997" y="48472"/>
                  </a:cubicBezTo>
                  <a:cubicBezTo>
                    <a:pt x="6070" y="48472"/>
                    <a:pt x="6109" y="48468"/>
                    <a:pt x="6109" y="48468"/>
                  </a:cubicBezTo>
                  <a:cubicBezTo>
                    <a:pt x="6004" y="46234"/>
                    <a:pt x="6454" y="25381"/>
                    <a:pt x="7848" y="16374"/>
                  </a:cubicBezTo>
                  <a:cubicBezTo>
                    <a:pt x="9243" y="7370"/>
                    <a:pt x="12632" y="4"/>
                    <a:pt x="12632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" name="Google Shape;5381;p73"/>
            <p:cNvSpPr/>
            <p:nvPr/>
          </p:nvSpPr>
          <p:spPr>
            <a:xfrm>
              <a:off x="2809074" y="2821054"/>
              <a:ext cx="67158" cy="296427"/>
            </a:xfrm>
            <a:custGeom>
              <a:avLst/>
              <a:gdLst/>
              <a:ahLst/>
              <a:cxnLst/>
              <a:rect l="l" t="t" r="r" b="b"/>
              <a:pathLst>
                <a:path w="3873" h="17095" extrusionOk="0">
                  <a:moveTo>
                    <a:pt x="3811" y="1"/>
                  </a:moveTo>
                  <a:cubicBezTo>
                    <a:pt x="3763" y="1"/>
                    <a:pt x="3679" y="80"/>
                    <a:pt x="3613" y="202"/>
                  </a:cubicBezTo>
                  <a:cubicBezTo>
                    <a:pt x="2891" y="1438"/>
                    <a:pt x="2287" y="2744"/>
                    <a:pt x="1813" y="4094"/>
                  </a:cubicBezTo>
                  <a:cubicBezTo>
                    <a:pt x="1343" y="5448"/>
                    <a:pt x="970" y="6834"/>
                    <a:pt x="694" y="8237"/>
                  </a:cubicBezTo>
                  <a:cubicBezTo>
                    <a:pt x="431" y="9643"/>
                    <a:pt x="244" y="11062"/>
                    <a:pt x="139" y="12489"/>
                  </a:cubicBezTo>
                  <a:cubicBezTo>
                    <a:pt x="29" y="13912"/>
                    <a:pt x="1" y="15343"/>
                    <a:pt x="29" y="16766"/>
                  </a:cubicBezTo>
                  <a:cubicBezTo>
                    <a:pt x="37" y="16940"/>
                    <a:pt x="78" y="17090"/>
                    <a:pt x="139" y="17094"/>
                  </a:cubicBezTo>
                  <a:cubicBezTo>
                    <a:pt x="140" y="17094"/>
                    <a:pt x="142" y="17095"/>
                    <a:pt x="144" y="17095"/>
                  </a:cubicBezTo>
                  <a:cubicBezTo>
                    <a:pt x="202" y="17095"/>
                    <a:pt x="252" y="16955"/>
                    <a:pt x="260" y="16766"/>
                  </a:cubicBezTo>
                  <a:cubicBezTo>
                    <a:pt x="281" y="15347"/>
                    <a:pt x="345" y="13928"/>
                    <a:pt x="467" y="12517"/>
                  </a:cubicBezTo>
                  <a:cubicBezTo>
                    <a:pt x="581" y="11103"/>
                    <a:pt x="771" y="9696"/>
                    <a:pt x="1039" y="8306"/>
                  </a:cubicBezTo>
                  <a:cubicBezTo>
                    <a:pt x="1298" y="6911"/>
                    <a:pt x="1655" y="5537"/>
                    <a:pt x="2109" y="4195"/>
                  </a:cubicBezTo>
                  <a:cubicBezTo>
                    <a:pt x="2555" y="2853"/>
                    <a:pt x="3114" y="1548"/>
                    <a:pt x="3779" y="299"/>
                  </a:cubicBezTo>
                  <a:cubicBezTo>
                    <a:pt x="3848" y="166"/>
                    <a:pt x="3872" y="44"/>
                    <a:pt x="3832" y="7"/>
                  </a:cubicBezTo>
                  <a:cubicBezTo>
                    <a:pt x="3826" y="3"/>
                    <a:pt x="3819" y="1"/>
                    <a:pt x="3811" y="1"/>
                  </a:cubicBezTo>
                  <a:close/>
                </a:path>
              </a:pathLst>
            </a:custGeom>
            <a:solidFill>
              <a:srgbClr val="4F1E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" name="Google Shape;5382;p73"/>
            <p:cNvSpPr/>
            <p:nvPr/>
          </p:nvSpPr>
          <p:spPr>
            <a:xfrm>
              <a:off x="2795722" y="3142520"/>
              <a:ext cx="15138" cy="51465"/>
            </a:xfrm>
            <a:custGeom>
              <a:avLst/>
              <a:gdLst/>
              <a:ahLst/>
              <a:cxnLst/>
              <a:rect l="l" t="t" r="r" b="b"/>
              <a:pathLst>
                <a:path w="873" h="2968" extrusionOk="0">
                  <a:moveTo>
                    <a:pt x="737" y="1"/>
                  </a:moveTo>
                  <a:cubicBezTo>
                    <a:pt x="726" y="1"/>
                    <a:pt x="717" y="4"/>
                    <a:pt x="710" y="11"/>
                  </a:cubicBezTo>
                  <a:cubicBezTo>
                    <a:pt x="532" y="201"/>
                    <a:pt x="382" y="420"/>
                    <a:pt x="272" y="655"/>
                  </a:cubicBezTo>
                  <a:cubicBezTo>
                    <a:pt x="167" y="894"/>
                    <a:pt x="90" y="1146"/>
                    <a:pt x="41" y="1405"/>
                  </a:cubicBezTo>
                  <a:cubicBezTo>
                    <a:pt x="5" y="1665"/>
                    <a:pt x="1" y="1928"/>
                    <a:pt x="25" y="2192"/>
                  </a:cubicBezTo>
                  <a:cubicBezTo>
                    <a:pt x="53" y="2451"/>
                    <a:pt x="126" y="2702"/>
                    <a:pt x="240" y="2941"/>
                  </a:cubicBezTo>
                  <a:cubicBezTo>
                    <a:pt x="248" y="2957"/>
                    <a:pt x="273" y="2968"/>
                    <a:pt x="305" y="2968"/>
                  </a:cubicBezTo>
                  <a:cubicBezTo>
                    <a:pt x="322" y="2968"/>
                    <a:pt x="341" y="2965"/>
                    <a:pt x="361" y="2958"/>
                  </a:cubicBezTo>
                  <a:cubicBezTo>
                    <a:pt x="414" y="2937"/>
                    <a:pt x="463" y="2897"/>
                    <a:pt x="451" y="2864"/>
                  </a:cubicBezTo>
                  <a:cubicBezTo>
                    <a:pt x="402" y="2633"/>
                    <a:pt x="370" y="2398"/>
                    <a:pt x="353" y="2159"/>
                  </a:cubicBezTo>
                  <a:cubicBezTo>
                    <a:pt x="341" y="1928"/>
                    <a:pt x="353" y="1693"/>
                    <a:pt x="390" y="1462"/>
                  </a:cubicBezTo>
                  <a:cubicBezTo>
                    <a:pt x="418" y="1227"/>
                    <a:pt x="475" y="996"/>
                    <a:pt x="564" y="777"/>
                  </a:cubicBezTo>
                  <a:cubicBezTo>
                    <a:pt x="641" y="554"/>
                    <a:pt x="742" y="335"/>
                    <a:pt x="860" y="128"/>
                  </a:cubicBezTo>
                  <a:cubicBezTo>
                    <a:pt x="872" y="108"/>
                    <a:pt x="856" y="71"/>
                    <a:pt x="815" y="39"/>
                  </a:cubicBezTo>
                  <a:cubicBezTo>
                    <a:pt x="788" y="14"/>
                    <a:pt x="759" y="1"/>
                    <a:pt x="737" y="1"/>
                  </a:cubicBezTo>
                  <a:close/>
                </a:path>
              </a:pathLst>
            </a:custGeom>
            <a:solidFill>
              <a:srgbClr val="4F1E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" name="Google Shape;5383;p73"/>
            <p:cNvSpPr/>
            <p:nvPr/>
          </p:nvSpPr>
          <p:spPr>
            <a:xfrm>
              <a:off x="2499433" y="3147896"/>
              <a:ext cx="396271" cy="447441"/>
            </a:xfrm>
            <a:custGeom>
              <a:avLst/>
              <a:gdLst/>
              <a:ahLst/>
              <a:cxnLst/>
              <a:rect l="l" t="t" r="r" b="b"/>
              <a:pathLst>
                <a:path w="22853" h="25804" extrusionOk="0">
                  <a:moveTo>
                    <a:pt x="20136" y="1"/>
                  </a:moveTo>
                  <a:cubicBezTo>
                    <a:pt x="20116" y="219"/>
                    <a:pt x="20087" y="548"/>
                    <a:pt x="20063" y="892"/>
                  </a:cubicBezTo>
                  <a:cubicBezTo>
                    <a:pt x="19986" y="1788"/>
                    <a:pt x="19500" y="2595"/>
                    <a:pt x="18746" y="3081"/>
                  </a:cubicBezTo>
                  <a:cubicBezTo>
                    <a:pt x="18105" y="3499"/>
                    <a:pt x="17347" y="3973"/>
                    <a:pt x="16824" y="4257"/>
                  </a:cubicBezTo>
                  <a:cubicBezTo>
                    <a:pt x="16707" y="4318"/>
                    <a:pt x="16601" y="4379"/>
                    <a:pt x="16508" y="4415"/>
                  </a:cubicBezTo>
                  <a:cubicBezTo>
                    <a:pt x="15969" y="4662"/>
                    <a:pt x="14813" y="5007"/>
                    <a:pt x="13990" y="5242"/>
                  </a:cubicBezTo>
                  <a:cubicBezTo>
                    <a:pt x="13921" y="5262"/>
                    <a:pt x="13851" y="5271"/>
                    <a:pt x="13783" y="5271"/>
                  </a:cubicBezTo>
                  <a:cubicBezTo>
                    <a:pt x="13376" y="5271"/>
                    <a:pt x="13023" y="4938"/>
                    <a:pt x="13034" y="4504"/>
                  </a:cubicBezTo>
                  <a:cubicBezTo>
                    <a:pt x="13038" y="4006"/>
                    <a:pt x="13074" y="3527"/>
                    <a:pt x="13074" y="3527"/>
                  </a:cubicBezTo>
                  <a:lnTo>
                    <a:pt x="13074" y="3527"/>
                  </a:lnTo>
                  <a:cubicBezTo>
                    <a:pt x="10447" y="4512"/>
                    <a:pt x="8793" y="7910"/>
                    <a:pt x="6596" y="9969"/>
                  </a:cubicBezTo>
                  <a:cubicBezTo>
                    <a:pt x="6308" y="10236"/>
                    <a:pt x="5996" y="10480"/>
                    <a:pt x="5664" y="10694"/>
                  </a:cubicBezTo>
                  <a:cubicBezTo>
                    <a:pt x="4849" y="11238"/>
                    <a:pt x="3860" y="11732"/>
                    <a:pt x="2895" y="12142"/>
                  </a:cubicBezTo>
                  <a:cubicBezTo>
                    <a:pt x="2251" y="12421"/>
                    <a:pt x="1622" y="12657"/>
                    <a:pt x="1059" y="12855"/>
                  </a:cubicBezTo>
                  <a:cubicBezTo>
                    <a:pt x="455" y="15348"/>
                    <a:pt x="49" y="18486"/>
                    <a:pt x="13" y="21895"/>
                  </a:cubicBezTo>
                  <a:cubicBezTo>
                    <a:pt x="1" y="23322"/>
                    <a:pt x="9" y="24615"/>
                    <a:pt x="33" y="25803"/>
                  </a:cubicBezTo>
                  <a:cubicBezTo>
                    <a:pt x="905" y="25600"/>
                    <a:pt x="2218" y="25276"/>
                    <a:pt x="3487" y="24895"/>
                  </a:cubicBezTo>
                  <a:cubicBezTo>
                    <a:pt x="4188" y="24684"/>
                    <a:pt x="4987" y="24538"/>
                    <a:pt x="5887" y="24413"/>
                  </a:cubicBezTo>
                  <a:cubicBezTo>
                    <a:pt x="7772" y="24161"/>
                    <a:pt x="10123" y="24036"/>
                    <a:pt x="13074" y="23760"/>
                  </a:cubicBezTo>
                  <a:cubicBezTo>
                    <a:pt x="17436" y="23355"/>
                    <a:pt x="20087" y="21401"/>
                    <a:pt x="21283" y="19325"/>
                  </a:cubicBezTo>
                  <a:cubicBezTo>
                    <a:pt x="22479" y="17254"/>
                    <a:pt x="21936" y="16200"/>
                    <a:pt x="21936" y="16200"/>
                  </a:cubicBezTo>
                  <a:cubicBezTo>
                    <a:pt x="22471" y="15563"/>
                    <a:pt x="22767" y="14756"/>
                    <a:pt x="22779" y="13925"/>
                  </a:cubicBezTo>
                  <a:cubicBezTo>
                    <a:pt x="22783" y="12543"/>
                    <a:pt x="21936" y="11566"/>
                    <a:pt x="21936" y="11566"/>
                  </a:cubicBezTo>
                  <a:cubicBezTo>
                    <a:pt x="21936" y="11566"/>
                    <a:pt x="22852" y="10585"/>
                    <a:pt x="22771" y="8680"/>
                  </a:cubicBezTo>
                  <a:cubicBezTo>
                    <a:pt x="22690" y="6774"/>
                    <a:pt x="21936" y="5960"/>
                    <a:pt x="21936" y="5960"/>
                  </a:cubicBezTo>
                  <a:cubicBezTo>
                    <a:pt x="21936" y="5960"/>
                    <a:pt x="22374" y="4415"/>
                    <a:pt x="21936" y="2291"/>
                  </a:cubicBezTo>
                  <a:cubicBezTo>
                    <a:pt x="21502" y="167"/>
                    <a:pt x="20136" y="1"/>
                    <a:pt x="20136" y="1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" name="Google Shape;5384;p73"/>
            <p:cNvSpPr/>
            <p:nvPr/>
          </p:nvSpPr>
          <p:spPr>
            <a:xfrm>
              <a:off x="2493260" y="3140942"/>
              <a:ext cx="408340" cy="462111"/>
            </a:xfrm>
            <a:custGeom>
              <a:avLst/>
              <a:gdLst/>
              <a:ahLst/>
              <a:cxnLst/>
              <a:rect l="l" t="t" r="r" b="b"/>
              <a:pathLst>
                <a:path w="23549" h="26650" extrusionOk="0">
                  <a:moveTo>
                    <a:pt x="20808" y="892"/>
                  </a:moveTo>
                  <a:cubicBezTo>
                    <a:pt x="21165" y="1095"/>
                    <a:pt x="21704" y="1585"/>
                    <a:pt x="21943" y="2761"/>
                  </a:cubicBezTo>
                  <a:cubicBezTo>
                    <a:pt x="22349" y="4763"/>
                    <a:pt x="21951" y="6247"/>
                    <a:pt x="21947" y="6263"/>
                  </a:cubicBezTo>
                  <a:lnTo>
                    <a:pt x="21903" y="6450"/>
                  </a:lnTo>
                  <a:lnTo>
                    <a:pt x="22028" y="6600"/>
                  </a:lnTo>
                  <a:cubicBezTo>
                    <a:pt x="22041" y="6604"/>
                    <a:pt x="22701" y="7374"/>
                    <a:pt x="22774" y="9097"/>
                  </a:cubicBezTo>
                  <a:cubicBezTo>
                    <a:pt x="22843" y="10820"/>
                    <a:pt x="22065" y="11687"/>
                    <a:pt x="22033" y="11720"/>
                  </a:cubicBezTo>
                  <a:lnTo>
                    <a:pt x="21818" y="11955"/>
                  </a:lnTo>
                  <a:lnTo>
                    <a:pt x="22024" y="12198"/>
                  </a:lnTo>
                  <a:cubicBezTo>
                    <a:pt x="22033" y="12210"/>
                    <a:pt x="22782" y="13110"/>
                    <a:pt x="22778" y="14322"/>
                  </a:cubicBezTo>
                  <a:cubicBezTo>
                    <a:pt x="22774" y="15530"/>
                    <a:pt x="22045" y="16341"/>
                    <a:pt x="22033" y="16357"/>
                  </a:cubicBezTo>
                  <a:lnTo>
                    <a:pt x="21862" y="16540"/>
                  </a:lnTo>
                  <a:lnTo>
                    <a:pt x="21976" y="16763"/>
                  </a:lnTo>
                  <a:cubicBezTo>
                    <a:pt x="21984" y="16775"/>
                    <a:pt x="22397" y="17695"/>
                    <a:pt x="21331" y="19552"/>
                  </a:cubicBezTo>
                  <a:cubicBezTo>
                    <a:pt x="19973" y="21915"/>
                    <a:pt x="17079" y="23468"/>
                    <a:pt x="13394" y="23808"/>
                  </a:cubicBezTo>
                  <a:cubicBezTo>
                    <a:pt x="12283" y="23914"/>
                    <a:pt x="11262" y="23995"/>
                    <a:pt x="10313" y="24072"/>
                  </a:cubicBezTo>
                  <a:cubicBezTo>
                    <a:pt x="8736" y="24197"/>
                    <a:pt x="7378" y="24303"/>
                    <a:pt x="6198" y="24465"/>
                  </a:cubicBezTo>
                  <a:cubicBezTo>
                    <a:pt x="5189" y="24599"/>
                    <a:pt x="4411" y="24753"/>
                    <a:pt x="3742" y="24955"/>
                  </a:cubicBezTo>
                  <a:cubicBezTo>
                    <a:pt x="2671" y="25280"/>
                    <a:pt x="1577" y="25559"/>
                    <a:pt x="738" y="25758"/>
                  </a:cubicBezTo>
                  <a:cubicBezTo>
                    <a:pt x="718" y="24692"/>
                    <a:pt x="718" y="23561"/>
                    <a:pt x="726" y="22304"/>
                  </a:cubicBezTo>
                  <a:cubicBezTo>
                    <a:pt x="762" y="19171"/>
                    <a:pt x="1103" y="16142"/>
                    <a:pt x="1719" y="13532"/>
                  </a:cubicBezTo>
                  <a:cubicBezTo>
                    <a:pt x="2311" y="13313"/>
                    <a:pt x="2874" y="13094"/>
                    <a:pt x="3385" y="12871"/>
                  </a:cubicBezTo>
                  <a:cubicBezTo>
                    <a:pt x="4524" y="12385"/>
                    <a:pt x="5477" y="11890"/>
                    <a:pt x="6219" y="11391"/>
                  </a:cubicBezTo>
                  <a:cubicBezTo>
                    <a:pt x="6563" y="11164"/>
                    <a:pt x="6892" y="10909"/>
                    <a:pt x="7191" y="10625"/>
                  </a:cubicBezTo>
                  <a:cubicBezTo>
                    <a:pt x="7998" y="9875"/>
                    <a:pt x="8732" y="8943"/>
                    <a:pt x="9441" y="8043"/>
                  </a:cubicBezTo>
                  <a:cubicBezTo>
                    <a:pt x="10544" y="6648"/>
                    <a:pt x="11679" y="5209"/>
                    <a:pt x="13045" y="4492"/>
                  </a:cubicBezTo>
                  <a:lnTo>
                    <a:pt x="13045" y="4492"/>
                  </a:lnTo>
                  <a:cubicBezTo>
                    <a:pt x="13037" y="4617"/>
                    <a:pt x="13033" y="4759"/>
                    <a:pt x="13033" y="4897"/>
                  </a:cubicBezTo>
                  <a:cubicBezTo>
                    <a:pt x="13025" y="5246"/>
                    <a:pt x="13183" y="5582"/>
                    <a:pt x="13459" y="5797"/>
                  </a:cubicBezTo>
                  <a:cubicBezTo>
                    <a:pt x="13655" y="5948"/>
                    <a:pt x="13893" y="6027"/>
                    <a:pt x="14136" y="6027"/>
                  </a:cubicBezTo>
                  <a:cubicBezTo>
                    <a:pt x="14239" y="6027"/>
                    <a:pt x="14342" y="6013"/>
                    <a:pt x="14444" y="5984"/>
                  </a:cubicBezTo>
                  <a:cubicBezTo>
                    <a:pt x="15307" y="5736"/>
                    <a:pt x="16454" y="5396"/>
                    <a:pt x="17010" y="5144"/>
                  </a:cubicBezTo>
                  <a:lnTo>
                    <a:pt x="17350" y="4966"/>
                  </a:lnTo>
                  <a:cubicBezTo>
                    <a:pt x="17971" y="4634"/>
                    <a:pt x="18834" y="4078"/>
                    <a:pt x="19292" y="3782"/>
                  </a:cubicBezTo>
                  <a:cubicBezTo>
                    <a:pt x="20135" y="3231"/>
                    <a:pt x="20679" y="2327"/>
                    <a:pt x="20772" y="1322"/>
                  </a:cubicBezTo>
                  <a:lnTo>
                    <a:pt x="20808" y="892"/>
                  </a:lnTo>
                  <a:close/>
                  <a:moveTo>
                    <a:pt x="20168" y="0"/>
                  </a:moveTo>
                  <a:lnTo>
                    <a:pt x="20062" y="1265"/>
                  </a:lnTo>
                  <a:cubicBezTo>
                    <a:pt x="19993" y="2047"/>
                    <a:pt x="19568" y="2753"/>
                    <a:pt x="18907" y="3182"/>
                  </a:cubicBezTo>
                  <a:cubicBezTo>
                    <a:pt x="18137" y="3685"/>
                    <a:pt x="17448" y="4107"/>
                    <a:pt x="17014" y="4346"/>
                  </a:cubicBezTo>
                  <a:lnTo>
                    <a:pt x="16718" y="4496"/>
                  </a:lnTo>
                  <a:cubicBezTo>
                    <a:pt x="16317" y="4678"/>
                    <a:pt x="15437" y="4962"/>
                    <a:pt x="14245" y="5303"/>
                  </a:cubicBezTo>
                  <a:cubicBezTo>
                    <a:pt x="14210" y="5313"/>
                    <a:pt x="14174" y="5318"/>
                    <a:pt x="14139" y="5318"/>
                  </a:cubicBezTo>
                  <a:cubicBezTo>
                    <a:pt x="14051" y="5318"/>
                    <a:pt x="13966" y="5287"/>
                    <a:pt x="13897" y="5230"/>
                  </a:cubicBezTo>
                  <a:cubicBezTo>
                    <a:pt x="13795" y="5153"/>
                    <a:pt x="13738" y="5035"/>
                    <a:pt x="13742" y="4913"/>
                  </a:cubicBezTo>
                  <a:cubicBezTo>
                    <a:pt x="13751" y="4427"/>
                    <a:pt x="13783" y="3961"/>
                    <a:pt x="13783" y="3953"/>
                  </a:cubicBezTo>
                  <a:lnTo>
                    <a:pt x="13819" y="3401"/>
                  </a:lnTo>
                  <a:lnTo>
                    <a:pt x="13305" y="3596"/>
                  </a:lnTo>
                  <a:cubicBezTo>
                    <a:pt x="11521" y="4265"/>
                    <a:pt x="10183" y="5959"/>
                    <a:pt x="8886" y="7601"/>
                  </a:cubicBezTo>
                  <a:cubicBezTo>
                    <a:pt x="8189" y="8485"/>
                    <a:pt x="7471" y="9397"/>
                    <a:pt x="6705" y="10110"/>
                  </a:cubicBezTo>
                  <a:cubicBezTo>
                    <a:pt x="6433" y="10366"/>
                    <a:pt x="6137" y="10597"/>
                    <a:pt x="5825" y="10800"/>
                  </a:cubicBezTo>
                  <a:cubicBezTo>
                    <a:pt x="5120" y="11270"/>
                    <a:pt x="4208" y="11752"/>
                    <a:pt x="3109" y="12218"/>
                  </a:cubicBezTo>
                  <a:cubicBezTo>
                    <a:pt x="2554" y="12458"/>
                    <a:pt x="1946" y="12697"/>
                    <a:pt x="1297" y="12924"/>
                  </a:cubicBezTo>
                  <a:lnTo>
                    <a:pt x="1115" y="12989"/>
                  </a:lnTo>
                  <a:lnTo>
                    <a:pt x="1070" y="13175"/>
                  </a:lnTo>
                  <a:cubicBezTo>
                    <a:pt x="418" y="15883"/>
                    <a:pt x="53" y="19033"/>
                    <a:pt x="16" y="22292"/>
                  </a:cubicBezTo>
                  <a:cubicBezTo>
                    <a:pt x="0" y="23735"/>
                    <a:pt x="8" y="25020"/>
                    <a:pt x="36" y="26216"/>
                  </a:cubicBezTo>
                  <a:lnTo>
                    <a:pt x="49" y="26650"/>
                  </a:lnTo>
                  <a:lnTo>
                    <a:pt x="470" y="26553"/>
                  </a:lnTo>
                  <a:cubicBezTo>
                    <a:pt x="1350" y="26346"/>
                    <a:pt x="2659" y="26022"/>
                    <a:pt x="3944" y="25641"/>
                  </a:cubicBezTo>
                  <a:cubicBezTo>
                    <a:pt x="4581" y="25450"/>
                    <a:pt x="5327" y="25296"/>
                    <a:pt x="6287" y="25170"/>
                  </a:cubicBezTo>
                  <a:cubicBezTo>
                    <a:pt x="7455" y="25012"/>
                    <a:pt x="8809" y="24903"/>
                    <a:pt x="10370" y="24781"/>
                  </a:cubicBezTo>
                  <a:cubicBezTo>
                    <a:pt x="11322" y="24704"/>
                    <a:pt x="12352" y="24619"/>
                    <a:pt x="13459" y="24518"/>
                  </a:cubicBezTo>
                  <a:cubicBezTo>
                    <a:pt x="17375" y="24153"/>
                    <a:pt x="20468" y="22475"/>
                    <a:pt x="21947" y="19904"/>
                  </a:cubicBezTo>
                  <a:cubicBezTo>
                    <a:pt x="22924" y="18202"/>
                    <a:pt x="22819" y="17123"/>
                    <a:pt x="22693" y="16674"/>
                  </a:cubicBezTo>
                  <a:cubicBezTo>
                    <a:pt x="23200" y="15997"/>
                    <a:pt x="23480" y="15174"/>
                    <a:pt x="23488" y="14326"/>
                  </a:cubicBezTo>
                  <a:cubicBezTo>
                    <a:pt x="23492" y="13220"/>
                    <a:pt x="23014" y="12364"/>
                    <a:pt x="22738" y="11971"/>
                  </a:cubicBezTo>
                  <a:cubicBezTo>
                    <a:pt x="23026" y="11545"/>
                    <a:pt x="23549" y="10637"/>
                    <a:pt x="23484" y="9073"/>
                  </a:cubicBezTo>
                  <a:cubicBezTo>
                    <a:pt x="23419" y="7508"/>
                    <a:pt x="22916" y="6616"/>
                    <a:pt x="22677" y="6276"/>
                  </a:cubicBezTo>
                  <a:cubicBezTo>
                    <a:pt x="22778" y="5797"/>
                    <a:pt x="23001" y="4411"/>
                    <a:pt x="22641" y="2623"/>
                  </a:cubicBezTo>
                  <a:cubicBezTo>
                    <a:pt x="22162" y="276"/>
                    <a:pt x="20602" y="57"/>
                    <a:pt x="20533" y="49"/>
                  </a:cubicBezTo>
                  <a:lnTo>
                    <a:pt x="20168" y="0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" name="Google Shape;5385;p73"/>
            <p:cNvSpPr/>
            <p:nvPr/>
          </p:nvSpPr>
          <p:spPr>
            <a:xfrm>
              <a:off x="2499433" y="3147896"/>
              <a:ext cx="396271" cy="447441"/>
            </a:xfrm>
            <a:custGeom>
              <a:avLst/>
              <a:gdLst/>
              <a:ahLst/>
              <a:cxnLst/>
              <a:rect l="l" t="t" r="r" b="b"/>
              <a:pathLst>
                <a:path w="22853" h="25804" extrusionOk="0">
                  <a:moveTo>
                    <a:pt x="20136" y="1"/>
                  </a:moveTo>
                  <a:cubicBezTo>
                    <a:pt x="20116" y="219"/>
                    <a:pt x="20087" y="548"/>
                    <a:pt x="20063" y="892"/>
                  </a:cubicBezTo>
                  <a:cubicBezTo>
                    <a:pt x="19986" y="1788"/>
                    <a:pt x="19500" y="2595"/>
                    <a:pt x="18746" y="3081"/>
                  </a:cubicBezTo>
                  <a:cubicBezTo>
                    <a:pt x="18105" y="3495"/>
                    <a:pt x="17347" y="3973"/>
                    <a:pt x="16824" y="4257"/>
                  </a:cubicBezTo>
                  <a:cubicBezTo>
                    <a:pt x="16585" y="6665"/>
                    <a:pt x="16617" y="9024"/>
                    <a:pt x="16171" y="11469"/>
                  </a:cubicBezTo>
                  <a:cubicBezTo>
                    <a:pt x="15726" y="13909"/>
                    <a:pt x="14716" y="16358"/>
                    <a:pt x="12795" y="17922"/>
                  </a:cubicBezTo>
                  <a:cubicBezTo>
                    <a:pt x="10561" y="19747"/>
                    <a:pt x="7500" y="20087"/>
                    <a:pt x="4630" y="20355"/>
                  </a:cubicBezTo>
                  <a:cubicBezTo>
                    <a:pt x="4415" y="20374"/>
                    <a:pt x="4190" y="20389"/>
                    <a:pt x="3965" y="20389"/>
                  </a:cubicBezTo>
                  <a:cubicBezTo>
                    <a:pt x="3300" y="20389"/>
                    <a:pt x="2643" y="20260"/>
                    <a:pt x="2279" y="19739"/>
                  </a:cubicBezTo>
                  <a:cubicBezTo>
                    <a:pt x="1055" y="17991"/>
                    <a:pt x="2315" y="14801"/>
                    <a:pt x="2895" y="12142"/>
                  </a:cubicBezTo>
                  <a:lnTo>
                    <a:pt x="2895" y="12142"/>
                  </a:lnTo>
                  <a:cubicBezTo>
                    <a:pt x="2251" y="12421"/>
                    <a:pt x="1622" y="12657"/>
                    <a:pt x="1059" y="12855"/>
                  </a:cubicBezTo>
                  <a:cubicBezTo>
                    <a:pt x="455" y="15348"/>
                    <a:pt x="49" y="18486"/>
                    <a:pt x="13" y="21895"/>
                  </a:cubicBezTo>
                  <a:cubicBezTo>
                    <a:pt x="1" y="23322"/>
                    <a:pt x="9" y="24615"/>
                    <a:pt x="33" y="25803"/>
                  </a:cubicBezTo>
                  <a:cubicBezTo>
                    <a:pt x="905" y="25600"/>
                    <a:pt x="2218" y="25276"/>
                    <a:pt x="3487" y="24895"/>
                  </a:cubicBezTo>
                  <a:cubicBezTo>
                    <a:pt x="4188" y="24684"/>
                    <a:pt x="4987" y="24538"/>
                    <a:pt x="5887" y="24413"/>
                  </a:cubicBezTo>
                  <a:cubicBezTo>
                    <a:pt x="7772" y="24161"/>
                    <a:pt x="10123" y="24036"/>
                    <a:pt x="13074" y="23760"/>
                  </a:cubicBezTo>
                  <a:cubicBezTo>
                    <a:pt x="17436" y="23355"/>
                    <a:pt x="20087" y="21401"/>
                    <a:pt x="21283" y="19325"/>
                  </a:cubicBezTo>
                  <a:cubicBezTo>
                    <a:pt x="22479" y="17254"/>
                    <a:pt x="21936" y="16200"/>
                    <a:pt x="21936" y="16200"/>
                  </a:cubicBezTo>
                  <a:cubicBezTo>
                    <a:pt x="22471" y="15563"/>
                    <a:pt x="22767" y="14756"/>
                    <a:pt x="22779" y="13925"/>
                  </a:cubicBezTo>
                  <a:cubicBezTo>
                    <a:pt x="22783" y="12543"/>
                    <a:pt x="21936" y="11566"/>
                    <a:pt x="21936" y="11566"/>
                  </a:cubicBezTo>
                  <a:cubicBezTo>
                    <a:pt x="21936" y="11566"/>
                    <a:pt x="22852" y="10585"/>
                    <a:pt x="22771" y="8680"/>
                  </a:cubicBezTo>
                  <a:cubicBezTo>
                    <a:pt x="22690" y="6774"/>
                    <a:pt x="21936" y="5960"/>
                    <a:pt x="21936" y="5960"/>
                  </a:cubicBezTo>
                  <a:cubicBezTo>
                    <a:pt x="21936" y="5960"/>
                    <a:pt x="22374" y="4415"/>
                    <a:pt x="21936" y="2291"/>
                  </a:cubicBezTo>
                  <a:cubicBezTo>
                    <a:pt x="21502" y="167"/>
                    <a:pt x="20136" y="1"/>
                    <a:pt x="20136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" name="Google Shape;5386;p73"/>
            <p:cNvSpPr/>
            <p:nvPr/>
          </p:nvSpPr>
          <p:spPr>
            <a:xfrm>
              <a:off x="2657661" y="3495320"/>
              <a:ext cx="145535" cy="29946"/>
            </a:xfrm>
            <a:custGeom>
              <a:avLst/>
              <a:gdLst/>
              <a:ahLst/>
              <a:cxnLst/>
              <a:rect l="l" t="t" r="r" b="b"/>
              <a:pathLst>
                <a:path w="8393" h="1727" extrusionOk="0">
                  <a:moveTo>
                    <a:pt x="8262" y="1"/>
                  </a:moveTo>
                  <a:cubicBezTo>
                    <a:pt x="8228" y="1"/>
                    <a:pt x="8190" y="11"/>
                    <a:pt x="8153" y="31"/>
                  </a:cubicBezTo>
                  <a:cubicBezTo>
                    <a:pt x="7573" y="388"/>
                    <a:pt x="6945" y="667"/>
                    <a:pt x="6296" y="866"/>
                  </a:cubicBezTo>
                  <a:cubicBezTo>
                    <a:pt x="5640" y="1069"/>
                    <a:pt x="4967" y="1202"/>
                    <a:pt x="4290" y="1279"/>
                  </a:cubicBezTo>
                  <a:cubicBezTo>
                    <a:pt x="3605" y="1361"/>
                    <a:pt x="2916" y="1405"/>
                    <a:pt x="2226" y="1409"/>
                  </a:cubicBezTo>
                  <a:cubicBezTo>
                    <a:pt x="1767" y="1420"/>
                    <a:pt x="1306" y="1422"/>
                    <a:pt x="843" y="1422"/>
                  </a:cubicBezTo>
                  <a:cubicBezTo>
                    <a:pt x="611" y="1422"/>
                    <a:pt x="379" y="1421"/>
                    <a:pt x="147" y="1421"/>
                  </a:cubicBezTo>
                  <a:cubicBezTo>
                    <a:pt x="74" y="1421"/>
                    <a:pt x="13" y="1454"/>
                    <a:pt x="5" y="1506"/>
                  </a:cubicBezTo>
                  <a:cubicBezTo>
                    <a:pt x="1" y="1555"/>
                    <a:pt x="58" y="1608"/>
                    <a:pt x="139" y="1612"/>
                  </a:cubicBezTo>
                  <a:cubicBezTo>
                    <a:pt x="832" y="1669"/>
                    <a:pt x="1525" y="1713"/>
                    <a:pt x="2226" y="1725"/>
                  </a:cubicBezTo>
                  <a:cubicBezTo>
                    <a:pt x="2297" y="1726"/>
                    <a:pt x="2367" y="1727"/>
                    <a:pt x="2437" y="1727"/>
                  </a:cubicBezTo>
                  <a:cubicBezTo>
                    <a:pt x="3068" y="1727"/>
                    <a:pt x="3699" y="1694"/>
                    <a:pt x="4330" y="1628"/>
                  </a:cubicBezTo>
                  <a:cubicBezTo>
                    <a:pt x="5032" y="1547"/>
                    <a:pt x="5725" y="1397"/>
                    <a:pt x="6398" y="1182"/>
                  </a:cubicBezTo>
                  <a:cubicBezTo>
                    <a:pt x="7067" y="959"/>
                    <a:pt x="7703" y="635"/>
                    <a:pt x="8283" y="225"/>
                  </a:cubicBezTo>
                  <a:cubicBezTo>
                    <a:pt x="8352" y="173"/>
                    <a:pt x="8392" y="104"/>
                    <a:pt x="8356" y="47"/>
                  </a:cubicBezTo>
                  <a:cubicBezTo>
                    <a:pt x="8338" y="16"/>
                    <a:pt x="8303" y="1"/>
                    <a:pt x="826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" name="Google Shape;5387;p73"/>
            <p:cNvSpPr/>
            <p:nvPr/>
          </p:nvSpPr>
          <p:spPr>
            <a:xfrm>
              <a:off x="2685717" y="3466761"/>
              <a:ext cx="106502" cy="26946"/>
            </a:xfrm>
            <a:custGeom>
              <a:avLst/>
              <a:gdLst/>
              <a:ahLst/>
              <a:cxnLst/>
              <a:rect l="l" t="t" r="r" b="b"/>
              <a:pathLst>
                <a:path w="6142" h="1554" extrusionOk="0">
                  <a:moveTo>
                    <a:pt x="6013" y="0"/>
                  </a:moveTo>
                  <a:cubicBezTo>
                    <a:pt x="5993" y="0"/>
                    <a:pt x="5974" y="5"/>
                    <a:pt x="5955" y="16"/>
                  </a:cubicBezTo>
                  <a:cubicBezTo>
                    <a:pt x="5505" y="247"/>
                    <a:pt x="5043" y="446"/>
                    <a:pt x="4569" y="620"/>
                  </a:cubicBezTo>
                  <a:cubicBezTo>
                    <a:pt x="4099" y="794"/>
                    <a:pt x="3616" y="932"/>
                    <a:pt x="3122" y="1029"/>
                  </a:cubicBezTo>
                  <a:cubicBezTo>
                    <a:pt x="2631" y="1143"/>
                    <a:pt x="2133" y="1212"/>
                    <a:pt x="1630" y="1236"/>
                  </a:cubicBezTo>
                  <a:cubicBezTo>
                    <a:pt x="1363" y="1255"/>
                    <a:pt x="1095" y="1264"/>
                    <a:pt x="826" y="1264"/>
                  </a:cubicBezTo>
                  <a:cubicBezTo>
                    <a:pt x="590" y="1264"/>
                    <a:pt x="354" y="1257"/>
                    <a:pt x="118" y="1244"/>
                  </a:cubicBezTo>
                  <a:cubicBezTo>
                    <a:pt x="115" y="1244"/>
                    <a:pt x="111" y="1244"/>
                    <a:pt x="108" y="1244"/>
                  </a:cubicBezTo>
                  <a:cubicBezTo>
                    <a:pt x="60" y="1244"/>
                    <a:pt x="20" y="1272"/>
                    <a:pt x="8" y="1317"/>
                  </a:cubicBezTo>
                  <a:cubicBezTo>
                    <a:pt x="0" y="1374"/>
                    <a:pt x="41" y="1423"/>
                    <a:pt x="98" y="1431"/>
                  </a:cubicBezTo>
                  <a:cubicBezTo>
                    <a:pt x="562" y="1512"/>
                    <a:pt x="1037" y="1553"/>
                    <a:pt x="1512" y="1553"/>
                  </a:cubicBezTo>
                  <a:cubicBezTo>
                    <a:pt x="1556" y="1553"/>
                    <a:pt x="1599" y="1553"/>
                    <a:pt x="1642" y="1552"/>
                  </a:cubicBezTo>
                  <a:cubicBezTo>
                    <a:pt x="2161" y="1536"/>
                    <a:pt x="2680" y="1479"/>
                    <a:pt x="3191" y="1378"/>
                  </a:cubicBezTo>
                  <a:cubicBezTo>
                    <a:pt x="3702" y="1268"/>
                    <a:pt x="4200" y="1118"/>
                    <a:pt x="4687" y="928"/>
                  </a:cubicBezTo>
                  <a:cubicBezTo>
                    <a:pt x="5169" y="733"/>
                    <a:pt x="5631" y="494"/>
                    <a:pt x="6065" y="210"/>
                  </a:cubicBezTo>
                  <a:cubicBezTo>
                    <a:pt x="6118" y="182"/>
                    <a:pt x="6142" y="117"/>
                    <a:pt x="6118" y="60"/>
                  </a:cubicBezTo>
                  <a:cubicBezTo>
                    <a:pt x="6093" y="22"/>
                    <a:pt x="6053" y="0"/>
                    <a:pt x="601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" name="Google Shape;5388;p73"/>
            <p:cNvSpPr/>
            <p:nvPr/>
          </p:nvSpPr>
          <p:spPr>
            <a:xfrm>
              <a:off x="2753412" y="3429948"/>
              <a:ext cx="45847" cy="23756"/>
            </a:xfrm>
            <a:custGeom>
              <a:avLst/>
              <a:gdLst/>
              <a:ahLst/>
              <a:cxnLst/>
              <a:rect l="l" t="t" r="r" b="b"/>
              <a:pathLst>
                <a:path w="2644" h="1370" extrusionOk="0">
                  <a:moveTo>
                    <a:pt x="2526" y="0"/>
                  </a:moveTo>
                  <a:cubicBezTo>
                    <a:pt x="2522" y="0"/>
                    <a:pt x="2517" y="1"/>
                    <a:pt x="2514" y="2"/>
                  </a:cubicBezTo>
                  <a:cubicBezTo>
                    <a:pt x="2299" y="75"/>
                    <a:pt x="2080" y="157"/>
                    <a:pt x="1869" y="250"/>
                  </a:cubicBezTo>
                  <a:lnTo>
                    <a:pt x="1241" y="534"/>
                  </a:lnTo>
                  <a:lnTo>
                    <a:pt x="624" y="846"/>
                  </a:lnTo>
                  <a:cubicBezTo>
                    <a:pt x="418" y="951"/>
                    <a:pt x="219" y="1069"/>
                    <a:pt x="25" y="1198"/>
                  </a:cubicBezTo>
                  <a:cubicBezTo>
                    <a:pt x="4" y="1206"/>
                    <a:pt x="0" y="1251"/>
                    <a:pt x="20" y="1296"/>
                  </a:cubicBezTo>
                  <a:cubicBezTo>
                    <a:pt x="39" y="1339"/>
                    <a:pt x="73" y="1370"/>
                    <a:pt x="95" y="1370"/>
                  </a:cubicBezTo>
                  <a:cubicBezTo>
                    <a:pt x="97" y="1370"/>
                    <a:pt x="99" y="1369"/>
                    <a:pt x="102" y="1369"/>
                  </a:cubicBezTo>
                  <a:cubicBezTo>
                    <a:pt x="325" y="1300"/>
                    <a:pt x="543" y="1215"/>
                    <a:pt x="758" y="1129"/>
                  </a:cubicBezTo>
                  <a:lnTo>
                    <a:pt x="1391" y="850"/>
                  </a:lnTo>
                  <a:lnTo>
                    <a:pt x="2007" y="546"/>
                  </a:lnTo>
                  <a:cubicBezTo>
                    <a:pt x="2218" y="440"/>
                    <a:pt x="2412" y="331"/>
                    <a:pt x="2611" y="209"/>
                  </a:cubicBezTo>
                  <a:cubicBezTo>
                    <a:pt x="2635" y="193"/>
                    <a:pt x="2643" y="140"/>
                    <a:pt x="2615" y="88"/>
                  </a:cubicBezTo>
                  <a:cubicBezTo>
                    <a:pt x="2594" y="38"/>
                    <a:pt x="2556" y="0"/>
                    <a:pt x="252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" name="Google Shape;5389;p73"/>
            <p:cNvSpPr/>
            <p:nvPr/>
          </p:nvSpPr>
          <p:spPr>
            <a:xfrm>
              <a:off x="2535778" y="3539294"/>
              <a:ext cx="94555" cy="23253"/>
            </a:xfrm>
            <a:custGeom>
              <a:avLst/>
              <a:gdLst/>
              <a:ahLst/>
              <a:cxnLst/>
              <a:rect l="l" t="t" r="r" b="b"/>
              <a:pathLst>
                <a:path w="5453" h="1341" extrusionOk="0">
                  <a:moveTo>
                    <a:pt x="3985" y="0"/>
                  </a:moveTo>
                  <a:cubicBezTo>
                    <a:pt x="3519" y="4"/>
                    <a:pt x="3057" y="45"/>
                    <a:pt x="2603" y="126"/>
                  </a:cubicBezTo>
                  <a:cubicBezTo>
                    <a:pt x="2149" y="215"/>
                    <a:pt x="1703" y="349"/>
                    <a:pt x="1273" y="515"/>
                  </a:cubicBezTo>
                  <a:cubicBezTo>
                    <a:pt x="844" y="689"/>
                    <a:pt x="434" y="908"/>
                    <a:pt x="53" y="1168"/>
                  </a:cubicBezTo>
                  <a:cubicBezTo>
                    <a:pt x="13" y="1196"/>
                    <a:pt x="1" y="1249"/>
                    <a:pt x="21" y="1289"/>
                  </a:cubicBezTo>
                  <a:cubicBezTo>
                    <a:pt x="40" y="1323"/>
                    <a:pt x="74" y="1341"/>
                    <a:pt x="108" y="1341"/>
                  </a:cubicBezTo>
                  <a:cubicBezTo>
                    <a:pt x="124" y="1341"/>
                    <a:pt x="140" y="1337"/>
                    <a:pt x="155" y="1330"/>
                  </a:cubicBezTo>
                  <a:cubicBezTo>
                    <a:pt x="552" y="1131"/>
                    <a:pt x="961" y="957"/>
                    <a:pt x="1379" y="811"/>
                  </a:cubicBezTo>
                  <a:cubicBezTo>
                    <a:pt x="1796" y="661"/>
                    <a:pt x="2230" y="547"/>
                    <a:pt x="2668" y="474"/>
                  </a:cubicBezTo>
                  <a:cubicBezTo>
                    <a:pt x="3102" y="385"/>
                    <a:pt x="3544" y="341"/>
                    <a:pt x="3990" y="333"/>
                  </a:cubicBezTo>
                  <a:cubicBezTo>
                    <a:pt x="4099" y="329"/>
                    <a:pt x="4209" y="327"/>
                    <a:pt x="4319" y="327"/>
                  </a:cubicBezTo>
                  <a:cubicBezTo>
                    <a:pt x="4655" y="327"/>
                    <a:pt x="4990" y="346"/>
                    <a:pt x="5323" y="385"/>
                  </a:cubicBezTo>
                  <a:cubicBezTo>
                    <a:pt x="5380" y="385"/>
                    <a:pt x="5429" y="349"/>
                    <a:pt x="5441" y="292"/>
                  </a:cubicBezTo>
                  <a:cubicBezTo>
                    <a:pt x="5453" y="231"/>
                    <a:pt x="5416" y="174"/>
                    <a:pt x="5360" y="162"/>
                  </a:cubicBezTo>
                  <a:cubicBezTo>
                    <a:pt x="4906" y="57"/>
                    <a:pt x="4448" y="0"/>
                    <a:pt x="398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" name="Google Shape;5390;p73"/>
            <p:cNvSpPr/>
            <p:nvPr/>
          </p:nvSpPr>
          <p:spPr>
            <a:xfrm>
              <a:off x="2789462" y="2690328"/>
              <a:ext cx="1096668" cy="1550387"/>
            </a:xfrm>
            <a:custGeom>
              <a:avLst/>
              <a:gdLst/>
              <a:ahLst/>
              <a:cxnLst/>
              <a:rect l="l" t="t" r="r" b="b"/>
              <a:pathLst>
                <a:path w="63245" h="89411" extrusionOk="0">
                  <a:moveTo>
                    <a:pt x="29877" y="1"/>
                  </a:moveTo>
                  <a:cubicBezTo>
                    <a:pt x="21249" y="1"/>
                    <a:pt x="14014" y="1807"/>
                    <a:pt x="10484" y="4344"/>
                  </a:cubicBezTo>
                  <a:cubicBezTo>
                    <a:pt x="8757" y="5588"/>
                    <a:pt x="7371" y="7465"/>
                    <a:pt x="6260" y="9735"/>
                  </a:cubicBezTo>
                  <a:cubicBezTo>
                    <a:pt x="3978" y="14414"/>
                    <a:pt x="2851" y="20770"/>
                    <a:pt x="2247" y="26798"/>
                  </a:cubicBezTo>
                  <a:cubicBezTo>
                    <a:pt x="1351" y="35757"/>
                    <a:pt x="2162" y="47853"/>
                    <a:pt x="1707" y="56002"/>
                  </a:cubicBezTo>
                  <a:cubicBezTo>
                    <a:pt x="1258" y="64150"/>
                    <a:pt x="1614" y="74896"/>
                    <a:pt x="1797" y="75525"/>
                  </a:cubicBezTo>
                  <a:cubicBezTo>
                    <a:pt x="1979" y="76153"/>
                    <a:pt x="1" y="80097"/>
                    <a:pt x="1797" y="82335"/>
                  </a:cubicBezTo>
                  <a:cubicBezTo>
                    <a:pt x="3588" y="84577"/>
                    <a:pt x="12458" y="89324"/>
                    <a:pt x="25443" y="89409"/>
                  </a:cubicBezTo>
                  <a:cubicBezTo>
                    <a:pt x="25579" y="89410"/>
                    <a:pt x="25715" y="89411"/>
                    <a:pt x="25853" y="89411"/>
                  </a:cubicBezTo>
                  <a:cubicBezTo>
                    <a:pt x="33566" y="89411"/>
                    <a:pt x="43646" y="87860"/>
                    <a:pt x="50820" y="86223"/>
                  </a:cubicBezTo>
                  <a:cubicBezTo>
                    <a:pt x="55733" y="85108"/>
                    <a:pt x="59272" y="83953"/>
                    <a:pt x="59746" y="83231"/>
                  </a:cubicBezTo>
                  <a:cubicBezTo>
                    <a:pt x="60824" y="81565"/>
                    <a:pt x="60605" y="80604"/>
                    <a:pt x="60439" y="75525"/>
                  </a:cubicBezTo>
                  <a:cubicBezTo>
                    <a:pt x="60423" y="75136"/>
                    <a:pt x="60403" y="74714"/>
                    <a:pt x="60378" y="74272"/>
                  </a:cubicBezTo>
                  <a:cubicBezTo>
                    <a:pt x="60018" y="68098"/>
                    <a:pt x="62527" y="60120"/>
                    <a:pt x="62888" y="47403"/>
                  </a:cubicBezTo>
                  <a:cubicBezTo>
                    <a:pt x="63245" y="34679"/>
                    <a:pt x="62349" y="18289"/>
                    <a:pt x="57691" y="11507"/>
                  </a:cubicBezTo>
                  <a:cubicBezTo>
                    <a:pt x="53037" y="4721"/>
                    <a:pt x="47954" y="2451"/>
                    <a:pt x="43539" y="1482"/>
                  </a:cubicBezTo>
                  <a:cubicBezTo>
                    <a:pt x="38829" y="450"/>
                    <a:pt x="34180" y="1"/>
                    <a:pt x="29877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" name="Google Shape;5391;p73"/>
            <p:cNvSpPr/>
            <p:nvPr/>
          </p:nvSpPr>
          <p:spPr>
            <a:xfrm>
              <a:off x="2791439" y="2683860"/>
              <a:ext cx="1098628" cy="1563080"/>
            </a:xfrm>
            <a:custGeom>
              <a:avLst/>
              <a:gdLst/>
              <a:ahLst/>
              <a:cxnLst/>
              <a:rect l="l" t="t" r="r" b="b"/>
              <a:pathLst>
                <a:path w="63358" h="90143" extrusionOk="0">
                  <a:moveTo>
                    <a:pt x="29565" y="777"/>
                  </a:moveTo>
                  <a:cubicBezTo>
                    <a:pt x="34316" y="777"/>
                    <a:pt x="39152" y="1283"/>
                    <a:pt x="43348" y="2195"/>
                  </a:cubicBezTo>
                  <a:cubicBezTo>
                    <a:pt x="46968" y="2990"/>
                    <a:pt x="52343" y="4875"/>
                    <a:pt x="57285" y="12071"/>
                  </a:cubicBezTo>
                  <a:cubicBezTo>
                    <a:pt x="59056" y="14657"/>
                    <a:pt x="63106" y="23304"/>
                    <a:pt x="62417" y="47760"/>
                  </a:cubicBezTo>
                  <a:cubicBezTo>
                    <a:pt x="62231" y="54364"/>
                    <a:pt x="61448" y="59784"/>
                    <a:pt x="60820" y="64142"/>
                  </a:cubicBezTo>
                  <a:cubicBezTo>
                    <a:pt x="60212" y="68350"/>
                    <a:pt x="59737" y="71662"/>
                    <a:pt x="59908" y="74661"/>
                  </a:cubicBezTo>
                  <a:cubicBezTo>
                    <a:pt x="59936" y="75103"/>
                    <a:pt x="59956" y="75521"/>
                    <a:pt x="59964" y="75910"/>
                  </a:cubicBezTo>
                  <a:cubicBezTo>
                    <a:pt x="59989" y="76595"/>
                    <a:pt x="60017" y="77207"/>
                    <a:pt x="60037" y="77754"/>
                  </a:cubicBezTo>
                  <a:cubicBezTo>
                    <a:pt x="60171" y="81233"/>
                    <a:pt x="60204" y="82060"/>
                    <a:pt x="59332" y="83409"/>
                  </a:cubicBezTo>
                  <a:cubicBezTo>
                    <a:pt x="59012" y="83896"/>
                    <a:pt x="56154" y="84990"/>
                    <a:pt x="50624" y="86247"/>
                  </a:cubicBezTo>
                  <a:cubicBezTo>
                    <a:pt x="44146" y="87727"/>
                    <a:pt x="33793" y="89429"/>
                    <a:pt x="25714" y="89429"/>
                  </a:cubicBezTo>
                  <a:lnTo>
                    <a:pt x="25337" y="89429"/>
                  </a:lnTo>
                  <a:cubicBezTo>
                    <a:pt x="12831" y="89344"/>
                    <a:pt x="3803" y="84792"/>
                    <a:pt x="1958" y="82485"/>
                  </a:cubicBezTo>
                  <a:cubicBezTo>
                    <a:pt x="779" y="81006"/>
                    <a:pt x="1423" y="78606"/>
                    <a:pt x="1808" y="77171"/>
                  </a:cubicBezTo>
                  <a:cubicBezTo>
                    <a:pt x="2011" y="76404"/>
                    <a:pt x="2096" y="76060"/>
                    <a:pt x="2027" y="75809"/>
                  </a:cubicBezTo>
                  <a:cubicBezTo>
                    <a:pt x="1857" y="75140"/>
                    <a:pt x="1504" y="64446"/>
                    <a:pt x="1950" y="56395"/>
                  </a:cubicBezTo>
                  <a:cubicBezTo>
                    <a:pt x="2137" y="52945"/>
                    <a:pt x="2100" y="48839"/>
                    <a:pt x="2064" y="44485"/>
                  </a:cubicBezTo>
                  <a:cubicBezTo>
                    <a:pt x="2019" y="38534"/>
                    <a:pt x="1970" y="32372"/>
                    <a:pt x="2481" y="27207"/>
                  </a:cubicBezTo>
                  <a:cubicBezTo>
                    <a:pt x="3227" y="19773"/>
                    <a:pt x="4528" y="14231"/>
                    <a:pt x="6466" y="10267"/>
                  </a:cubicBezTo>
                  <a:cubicBezTo>
                    <a:pt x="7613" y="7911"/>
                    <a:pt x="9004" y="6144"/>
                    <a:pt x="10581" y="5009"/>
                  </a:cubicBezTo>
                  <a:cubicBezTo>
                    <a:pt x="14675" y="2066"/>
                    <a:pt x="22000" y="777"/>
                    <a:pt x="29565" y="777"/>
                  </a:cubicBezTo>
                  <a:close/>
                  <a:moveTo>
                    <a:pt x="29705" y="0"/>
                  </a:moveTo>
                  <a:cubicBezTo>
                    <a:pt x="20930" y="0"/>
                    <a:pt x="13703" y="1882"/>
                    <a:pt x="10163" y="4429"/>
                  </a:cubicBezTo>
                  <a:cubicBezTo>
                    <a:pt x="8489" y="5637"/>
                    <a:pt x="7030" y="7494"/>
                    <a:pt x="5826" y="9958"/>
                  </a:cubicBezTo>
                  <a:cubicBezTo>
                    <a:pt x="3856" y="13996"/>
                    <a:pt x="2530" y="19615"/>
                    <a:pt x="1776" y="27134"/>
                  </a:cubicBezTo>
                  <a:cubicBezTo>
                    <a:pt x="1253" y="32336"/>
                    <a:pt x="1306" y="38518"/>
                    <a:pt x="1354" y="44497"/>
                  </a:cubicBezTo>
                  <a:cubicBezTo>
                    <a:pt x="1391" y="48835"/>
                    <a:pt x="1427" y="52929"/>
                    <a:pt x="1241" y="56354"/>
                  </a:cubicBezTo>
                  <a:cubicBezTo>
                    <a:pt x="803" y="64300"/>
                    <a:pt x="1131" y="75261"/>
                    <a:pt x="1334" y="75987"/>
                  </a:cubicBezTo>
                  <a:cubicBezTo>
                    <a:pt x="1358" y="76113"/>
                    <a:pt x="1225" y="76599"/>
                    <a:pt x="1119" y="76984"/>
                  </a:cubicBezTo>
                  <a:cubicBezTo>
                    <a:pt x="698" y="78549"/>
                    <a:pt x="0" y="81168"/>
                    <a:pt x="1403" y="82927"/>
                  </a:cubicBezTo>
                  <a:cubicBezTo>
                    <a:pt x="3385" y="85400"/>
                    <a:pt x="12429" y="90050"/>
                    <a:pt x="25325" y="90143"/>
                  </a:cubicBezTo>
                  <a:lnTo>
                    <a:pt x="25714" y="90143"/>
                  </a:lnTo>
                  <a:cubicBezTo>
                    <a:pt x="33854" y="90143"/>
                    <a:pt x="44268" y="88432"/>
                    <a:pt x="50783" y="86944"/>
                  </a:cubicBezTo>
                  <a:cubicBezTo>
                    <a:pt x="53896" y="86235"/>
                    <a:pt x="59219" y="84893"/>
                    <a:pt x="59928" y="83799"/>
                  </a:cubicBezTo>
                  <a:cubicBezTo>
                    <a:pt x="60921" y="82262"/>
                    <a:pt x="60885" y="81306"/>
                    <a:pt x="60743" y="77730"/>
                  </a:cubicBezTo>
                  <a:cubicBezTo>
                    <a:pt x="60727" y="77183"/>
                    <a:pt x="60698" y="76575"/>
                    <a:pt x="60678" y="75890"/>
                  </a:cubicBezTo>
                  <a:cubicBezTo>
                    <a:pt x="60670" y="75500"/>
                    <a:pt x="60641" y="75075"/>
                    <a:pt x="60617" y="74629"/>
                  </a:cubicBezTo>
                  <a:cubicBezTo>
                    <a:pt x="60451" y="71698"/>
                    <a:pt x="60921" y="68414"/>
                    <a:pt x="61525" y="64251"/>
                  </a:cubicBezTo>
                  <a:cubicBezTo>
                    <a:pt x="62154" y="59877"/>
                    <a:pt x="62940" y="54429"/>
                    <a:pt x="63126" y="47785"/>
                  </a:cubicBezTo>
                  <a:cubicBezTo>
                    <a:pt x="63358" y="39572"/>
                    <a:pt x="63313" y="19603"/>
                    <a:pt x="57873" y="11677"/>
                  </a:cubicBezTo>
                  <a:cubicBezTo>
                    <a:pt x="52789" y="4267"/>
                    <a:pt x="47235" y="2325"/>
                    <a:pt x="43502" y="1506"/>
                  </a:cubicBezTo>
                  <a:cubicBezTo>
                    <a:pt x="38699" y="454"/>
                    <a:pt x="34015" y="0"/>
                    <a:pt x="2970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" name="Google Shape;5392;p73"/>
            <p:cNvSpPr/>
            <p:nvPr/>
          </p:nvSpPr>
          <p:spPr>
            <a:xfrm>
              <a:off x="3165965" y="3038255"/>
              <a:ext cx="63759" cy="1146833"/>
            </a:xfrm>
            <a:custGeom>
              <a:avLst/>
              <a:gdLst/>
              <a:ahLst/>
              <a:cxnLst/>
              <a:rect l="l" t="t" r="r" b="b"/>
              <a:pathLst>
                <a:path w="3677" h="66138" extrusionOk="0">
                  <a:moveTo>
                    <a:pt x="2900" y="0"/>
                  </a:moveTo>
                  <a:cubicBezTo>
                    <a:pt x="2571" y="0"/>
                    <a:pt x="2276" y="228"/>
                    <a:pt x="2205" y="563"/>
                  </a:cubicBezTo>
                  <a:cubicBezTo>
                    <a:pt x="276" y="9469"/>
                    <a:pt x="73" y="27055"/>
                    <a:pt x="33" y="42840"/>
                  </a:cubicBezTo>
                  <a:cubicBezTo>
                    <a:pt x="0" y="56907"/>
                    <a:pt x="1111" y="65432"/>
                    <a:pt x="1127" y="65521"/>
                  </a:cubicBezTo>
                  <a:cubicBezTo>
                    <a:pt x="1168" y="65874"/>
                    <a:pt x="1468" y="66137"/>
                    <a:pt x="1824" y="66137"/>
                  </a:cubicBezTo>
                  <a:lnTo>
                    <a:pt x="1922" y="66133"/>
                  </a:lnTo>
                  <a:cubicBezTo>
                    <a:pt x="2311" y="66081"/>
                    <a:pt x="2586" y="65724"/>
                    <a:pt x="2534" y="65331"/>
                  </a:cubicBezTo>
                  <a:cubicBezTo>
                    <a:pt x="2522" y="65250"/>
                    <a:pt x="1419" y="56814"/>
                    <a:pt x="1455" y="42840"/>
                  </a:cubicBezTo>
                  <a:cubicBezTo>
                    <a:pt x="1492" y="27132"/>
                    <a:pt x="1695" y="9640"/>
                    <a:pt x="3596" y="863"/>
                  </a:cubicBezTo>
                  <a:cubicBezTo>
                    <a:pt x="3677" y="478"/>
                    <a:pt x="3430" y="97"/>
                    <a:pt x="3049" y="16"/>
                  </a:cubicBezTo>
                  <a:cubicBezTo>
                    <a:pt x="2999" y="5"/>
                    <a:pt x="2949" y="0"/>
                    <a:pt x="29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" name="Google Shape;5393;p73"/>
            <p:cNvSpPr/>
            <p:nvPr/>
          </p:nvSpPr>
          <p:spPr>
            <a:xfrm>
              <a:off x="3159844" y="3032116"/>
              <a:ext cx="76573" cy="1159162"/>
            </a:xfrm>
            <a:custGeom>
              <a:avLst/>
              <a:gdLst/>
              <a:ahLst/>
              <a:cxnLst/>
              <a:rect l="l" t="t" r="r" b="b"/>
              <a:pathLst>
                <a:path w="4416" h="66849" extrusionOk="0">
                  <a:moveTo>
                    <a:pt x="3252" y="710"/>
                  </a:moveTo>
                  <a:lnTo>
                    <a:pt x="3325" y="718"/>
                  </a:lnTo>
                  <a:cubicBezTo>
                    <a:pt x="3515" y="759"/>
                    <a:pt x="3637" y="945"/>
                    <a:pt x="3596" y="1140"/>
                  </a:cubicBezTo>
                  <a:cubicBezTo>
                    <a:pt x="1691" y="9945"/>
                    <a:pt x="1488" y="27461"/>
                    <a:pt x="1456" y="43190"/>
                  </a:cubicBezTo>
                  <a:cubicBezTo>
                    <a:pt x="1419" y="57233"/>
                    <a:pt x="2522" y="65652"/>
                    <a:pt x="2534" y="65733"/>
                  </a:cubicBezTo>
                  <a:cubicBezTo>
                    <a:pt x="2558" y="65924"/>
                    <a:pt x="2425" y="66106"/>
                    <a:pt x="2230" y="66131"/>
                  </a:cubicBezTo>
                  <a:cubicBezTo>
                    <a:pt x="2213" y="66133"/>
                    <a:pt x="2196" y="66134"/>
                    <a:pt x="2179" y="66134"/>
                  </a:cubicBezTo>
                  <a:cubicBezTo>
                    <a:pt x="2005" y="66134"/>
                    <a:pt x="1855" y="66004"/>
                    <a:pt x="1829" y="65827"/>
                  </a:cubicBezTo>
                  <a:cubicBezTo>
                    <a:pt x="1817" y="65742"/>
                    <a:pt x="710" y="57172"/>
                    <a:pt x="738" y="43194"/>
                  </a:cubicBezTo>
                  <a:cubicBezTo>
                    <a:pt x="779" y="27429"/>
                    <a:pt x="981" y="9864"/>
                    <a:pt x="2903" y="994"/>
                  </a:cubicBezTo>
                  <a:cubicBezTo>
                    <a:pt x="2939" y="828"/>
                    <a:pt x="3085" y="710"/>
                    <a:pt x="3252" y="710"/>
                  </a:cubicBezTo>
                  <a:close/>
                  <a:moveTo>
                    <a:pt x="3246" y="0"/>
                  </a:moveTo>
                  <a:cubicBezTo>
                    <a:pt x="2756" y="0"/>
                    <a:pt x="2315" y="341"/>
                    <a:pt x="2210" y="840"/>
                  </a:cubicBezTo>
                  <a:cubicBezTo>
                    <a:pt x="272" y="9783"/>
                    <a:pt x="69" y="27388"/>
                    <a:pt x="29" y="43194"/>
                  </a:cubicBezTo>
                  <a:cubicBezTo>
                    <a:pt x="0" y="57293"/>
                    <a:pt x="1115" y="65839"/>
                    <a:pt x="1123" y="65920"/>
                  </a:cubicBezTo>
                  <a:cubicBezTo>
                    <a:pt x="1196" y="66447"/>
                    <a:pt x="1646" y="66840"/>
                    <a:pt x="2177" y="66848"/>
                  </a:cubicBezTo>
                  <a:lnTo>
                    <a:pt x="2319" y="66836"/>
                  </a:lnTo>
                  <a:cubicBezTo>
                    <a:pt x="2903" y="66759"/>
                    <a:pt x="3312" y="66224"/>
                    <a:pt x="3239" y="65640"/>
                  </a:cubicBezTo>
                  <a:cubicBezTo>
                    <a:pt x="3227" y="65555"/>
                    <a:pt x="2129" y="57188"/>
                    <a:pt x="2165" y="43198"/>
                  </a:cubicBezTo>
                  <a:cubicBezTo>
                    <a:pt x="2198" y="27506"/>
                    <a:pt x="2400" y="10034"/>
                    <a:pt x="4293" y="1290"/>
                  </a:cubicBezTo>
                  <a:cubicBezTo>
                    <a:pt x="4415" y="714"/>
                    <a:pt x="4050" y="147"/>
                    <a:pt x="3475" y="25"/>
                  </a:cubicBezTo>
                  <a:cubicBezTo>
                    <a:pt x="3398" y="8"/>
                    <a:pt x="3321" y="0"/>
                    <a:pt x="324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" name="Google Shape;5394;p73"/>
            <p:cNvSpPr/>
            <p:nvPr/>
          </p:nvSpPr>
          <p:spPr>
            <a:xfrm>
              <a:off x="3188109" y="3091541"/>
              <a:ext cx="37836" cy="16525"/>
            </a:xfrm>
            <a:custGeom>
              <a:avLst/>
              <a:gdLst/>
              <a:ahLst/>
              <a:cxnLst/>
              <a:rect l="l" t="t" r="r" b="b"/>
              <a:pathLst>
                <a:path w="2182" h="953" extrusionOk="0">
                  <a:moveTo>
                    <a:pt x="404" y="0"/>
                  </a:moveTo>
                  <a:cubicBezTo>
                    <a:pt x="278" y="0"/>
                    <a:pt x="157" y="67"/>
                    <a:pt x="93" y="186"/>
                  </a:cubicBezTo>
                  <a:cubicBezTo>
                    <a:pt x="0" y="356"/>
                    <a:pt x="61" y="571"/>
                    <a:pt x="235" y="668"/>
                  </a:cubicBezTo>
                  <a:cubicBezTo>
                    <a:pt x="260" y="680"/>
                    <a:pt x="754" y="952"/>
                    <a:pt x="1516" y="952"/>
                  </a:cubicBezTo>
                  <a:lnTo>
                    <a:pt x="1845" y="936"/>
                  </a:lnTo>
                  <a:cubicBezTo>
                    <a:pt x="2039" y="911"/>
                    <a:pt x="2181" y="737"/>
                    <a:pt x="2165" y="547"/>
                  </a:cubicBezTo>
                  <a:cubicBezTo>
                    <a:pt x="2146" y="361"/>
                    <a:pt x="1992" y="224"/>
                    <a:pt x="1813" y="224"/>
                  </a:cubicBezTo>
                  <a:cubicBezTo>
                    <a:pt x="1800" y="224"/>
                    <a:pt x="1788" y="225"/>
                    <a:pt x="1776" y="226"/>
                  </a:cubicBezTo>
                  <a:cubicBezTo>
                    <a:pt x="1689" y="235"/>
                    <a:pt x="1606" y="239"/>
                    <a:pt x="1526" y="239"/>
                  </a:cubicBezTo>
                  <a:cubicBezTo>
                    <a:pt x="955" y="239"/>
                    <a:pt x="583" y="48"/>
                    <a:pt x="576" y="44"/>
                  </a:cubicBezTo>
                  <a:cubicBezTo>
                    <a:pt x="521" y="15"/>
                    <a:pt x="462" y="0"/>
                    <a:pt x="40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" name="Google Shape;5395;p73"/>
            <p:cNvSpPr/>
            <p:nvPr/>
          </p:nvSpPr>
          <p:spPr>
            <a:xfrm>
              <a:off x="3183670" y="3125041"/>
              <a:ext cx="37767" cy="16629"/>
            </a:xfrm>
            <a:custGeom>
              <a:avLst/>
              <a:gdLst/>
              <a:ahLst/>
              <a:cxnLst/>
              <a:rect l="l" t="t" r="r" b="b"/>
              <a:pathLst>
                <a:path w="2178" h="959" extrusionOk="0">
                  <a:moveTo>
                    <a:pt x="405" y="1"/>
                  </a:moveTo>
                  <a:cubicBezTo>
                    <a:pt x="283" y="1"/>
                    <a:pt x="164" y="63"/>
                    <a:pt x="98" y="175"/>
                  </a:cubicBezTo>
                  <a:cubicBezTo>
                    <a:pt x="1" y="338"/>
                    <a:pt x="49" y="552"/>
                    <a:pt x="211" y="654"/>
                  </a:cubicBezTo>
                  <a:cubicBezTo>
                    <a:pt x="236" y="670"/>
                    <a:pt x="730" y="958"/>
                    <a:pt x="1468" y="958"/>
                  </a:cubicBezTo>
                  <a:cubicBezTo>
                    <a:pt x="1485" y="958"/>
                    <a:pt x="1501" y="959"/>
                    <a:pt x="1518" y="959"/>
                  </a:cubicBezTo>
                  <a:cubicBezTo>
                    <a:pt x="1627" y="959"/>
                    <a:pt x="1736" y="948"/>
                    <a:pt x="1845" y="933"/>
                  </a:cubicBezTo>
                  <a:cubicBezTo>
                    <a:pt x="2040" y="909"/>
                    <a:pt x="2178" y="731"/>
                    <a:pt x="2153" y="532"/>
                  </a:cubicBezTo>
                  <a:cubicBezTo>
                    <a:pt x="2127" y="356"/>
                    <a:pt x="1973" y="225"/>
                    <a:pt x="1797" y="225"/>
                  </a:cubicBezTo>
                  <a:cubicBezTo>
                    <a:pt x="1782" y="225"/>
                    <a:pt x="1767" y="226"/>
                    <a:pt x="1752" y="228"/>
                  </a:cubicBezTo>
                  <a:cubicBezTo>
                    <a:pt x="1654" y="243"/>
                    <a:pt x="1555" y="250"/>
                    <a:pt x="1456" y="250"/>
                  </a:cubicBezTo>
                  <a:cubicBezTo>
                    <a:pt x="1153" y="250"/>
                    <a:pt x="852" y="180"/>
                    <a:pt x="576" y="46"/>
                  </a:cubicBezTo>
                  <a:cubicBezTo>
                    <a:pt x="522" y="15"/>
                    <a:pt x="463" y="1"/>
                    <a:pt x="40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" name="Google Shape;5396;p73"/>
            <p:cNvSpPr/>
            <p:nvPr/>
          </p:nvSpPr>
          <p:spPr>
            <a:xfrm>
              <a:off x="3179525" y="3159635"/>
              <a:ext cx="37975" cy="17167"/>
            </a:xfrm>
            <a:custGeom>
              <a:avLst/>
              <a:gdLst/>
              <a:ahLst/>
              <a:cxnLst/>
              <a:rect l="l" t="t" r="r" b="b"/>
              <a:pathLst>
                <a:path w="2190" h="990" extrusionOk="0">
                  <a:moveTo>
                    <a:pt x="405" y="1"/>
                  </a:moveTo>
                  <a:cubicBezTo>
                    <a:pt x="293" y="1"/>
                    <a:pt x="183" y="55"/>
                    <a:pt x="118" y="155"/>
                  </a:cubicBezTo>
                  <a:cubicBezTo>
                    <a:pt x="0" y="313"/>
                    <a:pt x="37" y="536"/>
                    <a:pt x="203" y="645"/>
                  </a:cubicBezTo>
                  <a:cubicBezTo>
                    <a:pt x="570" y="872"/>
                    <a:pt x="995" y="990"/>
                    <a:pt x="1426" y="990"/>
                  </a:cubicBezTo>
                  <a:cubicBezTo>
                    <a:pt x="1433" y="990"/>
                    <a:pt x="1440" y="990"/>
                    <a:pt x="1448" y="990"/>
                  </a:cubicBezTo>
                  <a:cubicBezTo>
                    <a:pt x="1590" y="990"/>
                    <a:pt x="1727" y="977"/>
                    <a:pt x="1865" y="957"/>
                  </a:cubicBezTo>
                  <a:cubicBezTo>
                    <a:pt x="2056" y="925"/>
                    <a:pt x="2190" y="742"/>
                    <a:pt x="2157" y="552"/>
                  </a:cubicBezTo>
                  <a:cubicBezTo>
                    <a:pt x="2132" y="377"/>
                    <a:pt x="1982" y="251"/>
                    <a:pt x="1810" y="251"/>
                  </a:cubicBezTo>
                  <a:cubicBezTo>
                    <a:pt x="1791" y="251"/>
                    <a:pt x="1771" y="253"/>
                    <a:pt x="1752" y="256"/>
                  </a:cubicBezTo>
                  <a:cubicBezTo>
                    <a:pt x="1643" y="274"/>
                    <a:pt x="1539" y="282"/>
                    <a:pt x="1443" y="282"/>
                  </a:cubicBezTo>
                  <a:cubicBezTo>
                    <a:pt x="944" y="282"/>
                    <a:pt x="626" y="76"/>
                    <a:pt x="609" y="65"/>
                  </a:cubicBezTo>
                  <a:cubicBezTo>
                    <a:pt x="546" y="22"/>
                    <a:pt x="475" y="1"/>
                    <a:pt x="40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" name="Google Shape;5397;p73"/>
            <p:cNvSpPr/>
            <p:nvPr/>
          </p:nvSpPr>
          <p:spPr>
            <a:xfrm>
              <a:off x="3176005" y="3196586"/>
              <a:ext cx="38686" cy="14514"/>
            </a:xfrm>
            <a:custGeom>
              <a:avLst/>
              <a:gdLst/>
              <a:ahLst/>
              <a:cxnLst/>
              <a:rect l="l" t="t" r="r" b="b"/>
              <a:pathLst>
                <a:path w="2231" h="837" extrusionOk="0">
                  <a:moveTo>
                    <a:pt x="409" y="0"/>
                  </a:moveTo>
                  <a:cubicBezTo>
                    <a:pt x="274" y="0"/>
                    <a:pt x="146" y="77"/>
                    <a:pt x="86" y="209"/>
                  </a:cubicBezTo>
                  <a:cubicBezTo>
                    <a:pt x="1" y="387"/>
                    <a:pt x="78" y="598"/>
                    <a:pt x="260" y="679"/>
                  </a:cubicBezTo>
                  <a:cubicBezTo>
                    <a:pt x="276" y="691"/>
                    <a:pt x="605" y="837"/>
                    <a:pt x="1099" y="837"/>
                  </a:cubicBezTo>
                  <a:cubicBezTo>
                    <a:pt x="1387" y="837"/>
                    <a:pt x="1675" y="788"/>
                    <a:pt x="1947" y="695"/>
                  </a:cubicBezTo>
                  <a:cubicBezTo>
                    <a:pt x="2129" y="630"/>
                    <a:pt x="2230" y="427"/>
                    <a:pt x="2170" y="245"/>
                  </a:cubicBezTo>
                  <a:cubicBezTo>
                    <a:pt x="2118" y="94"/>
                    <a:pt x="1981" y="2"/>
                    <a:pt x="1835" y="2"/>
                  </a:cubicBezTo>
                  <a:cubicBezTo>
                    <a:pt x="1797" y="2"/>
                    <a:pt x="1758" y="9"/>
                    <a:pt x="1720" y="22"/>
                  </a:cubicBezTo>
                  <a:cubicBezTo>
                    <a:pt x="1484" y="101"/>
                    <a:pt x="1272" y="127"/>
                    <a:pt x="1095" y="127"/>
                  </a:cubicBezTo>
                  <a:cubicBezTo>
                    <a:pt x="773" y="127"/>
                    <a:pt x="568" y="41"/>
                    <a:pt x="552" y="30"/>
                  </a:cubicBezTo>
                  <a:cubicBezTo>
                    <a:pt x="505" y="10"/>
                    <a:pt x="457" y="0"/>
                    <a:pt x="40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" name="Google Shape;5398;p73"/>
            <p:cNvSpPr/>
            <p:nvPr/>
          </p:nvSpPr>
          <p:spPr>
            <a:xfrm>
              <a:off x="3173058" y="3233937"/>
              <a:ext cx="38755" cy="15277"/>
            </a:xfrm>
            <a:custGeom>
              <a:avLst/>
              <a:gdLst/>
              <a:ahLst/>
              <a:cxnLst/>
              <a:rect l="l" t="t" r="r" b="b"/>
              <a:pathLst>
                <a:path w="2235" h="881" extrusionOk="0">
                  <a:moveTo>
                    <a:pt x="1828" y="0"/>
                  </a:moveTo>
                  <a:cubicBezTo>
                    <a:pt x="1782" y="0"/>
                    <a:pt x="1736" y="10"/>
                    <a:pt x="1691" y="29"/>
                  </a:cubicBezTo>
                  <a:cubicBezTo>
                    <a:pt x="1441" y="138"/>
                    <a:pt x="1230" y="173"/>
                    <a:pt x="1062" y="173"/>
                  </a:cubicBezTo>
                  <a:cubicBezTo>
                    <a:pt x="781" y="173"/>
                    <a:pt x="622" y="75"/>
                    <a:pt x="605" y="65"/>
                  </a:cubicBezTo>
                  <a:cubicBezTo>
                    <a:pt x="544" y="22"/>
                    <a:pt x="474" y="1"/>
                    <a:pt x="404" y="1"/>
                  </a:cubicBezTo>
                  <a:cubicBezTo>
                    <a:pt x="291" y="1"/>
                    <a:pt x="180" y="55"/>
                    <a:pt x="110" y="154"/>
                  </a:cubicBezTo>
                  <a:cubicBezTo>
                    <a:pt x="1" y="317"/>
                    <a:pt x="41" y="536"/>
                    <a:pt x="199" y="649"/>
                  </a:cubicBezTo>
                  <a:cubicBezTo>
                    <a:pt x="219" y="661"/>
                    <a:pt x="540" y="880"/>
                    <a:pt x="1071" y="880"/>
                  </a:cubicBezTo>
                  <a:cubicBezTo>
                    <a:pt x="1383" y="876"/>
                    <a:pt x="1687" y="811"/>
                    <a:pt x="1971" y="685"/>
                  </a:cubicBezTo>
                  <a:cubicBezTo>
                    <a:pt x="2149" y="608"/>
                    <a:pt x="2234" y="398"/>
                    <a:pt x="2157" y="219"/>
                  </a:cubicBezTo>
                  <a:cubicBezTo>
                    <a:pt x="2099" y="82"/>
                    <a:pt x="1966" y="0"/>
                    <a:pt x="182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" name="Google Shape;5399;p73"/>
            <p:cNvSpPr/>
            <p:nvPr/>
          </p:nvSpPr>
          <p:spPr>
            <a:xfrm>
              <a:off x="3169884" y="3266883"/>
              <a:ext cx="39466" cy="17617"/>
            </a:xfrm>
            <a:custGeom>
              <a:avLst/>
              <a:gdLst/>
              <a:ahLst/>
              <a:cxnLst/>
              <a:rect l="l" t="t" r="r" b="b"/>
              <a:pathLst>
                <a:path w="2276" h="1016" extrusionOk="0">
                  <a:moveTo>
                    <a:pt x="480" y="1"/>
                  </a:moveTo>
                  <a:cubicBezTo>
                    <a:pt x="229" y="1"/>
                    <a:pt x="0" y="288"/>
                    <a:pt x="179" y="557"/>
                  </a:cubicBezTo>
                  <a:cubicBezTo>
                    <a:pt x="334" y="756"/>
                    <a:pt x="694" y="1015"/>
                    <a:pt x="1205" y="1015"/>
                  </a:cubicBezTo>
                  <a:cubicBezTo>
                    <a:pt x="1493" y="1011"/>
                    <a:pt x="1781" y="938"/>
                    <a:pt x="2036" y="800"/>
                  </a:cubicBezTo>
                  <a:cubicBezTo>
                    <a:pt x="2206" y="711"/>
                    <a:pt x="2275" y="500"/>
                    <a:pt x="2186" y="326"/>
                  </a:cubicBezTo>
                  <a:cubicBezTo>
                    <a:pt x="2125" y="204"/>
                    <a:pt x="2000" y="132"/>
                    <a:pt x="1870" y="132"/>
                  </a:cubicBezTo>
                  <a:cubicBezTo>
                    <a:pt x="1818" y="132"/>
                    <a:pt x="1766" y="144"/>
                    <a:pt x="1716" y="168"/>
                  </a:cubicBezTo>
                  <a:cubicBezTo>
                    <a:pt x="1510" y="272"/>
                    <a:pt x="1338" y="308"/>
                    <a:pt x="1200" y="308"/>
                  </a:cubicBezTo>
                  <a:cubicBezTo>
                    <a:pt x="910" y="308"/>
                    <a:pt x="764" y="151"/>
                    <a:pt x="739" y="123"/>
                  </a:cubicBezTo>
                  <a:cubicBezTo>
                    <a:pt x="661" y="37"/>
                    <a:pt x="569" y="1"/>
                    <a:pt x="4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" name="Google Shape;5400;p73"/>
            <p:cNvSpPr/>
            <p:nvPr/>
          </p:nvSpPr>
          <p:spPr>
            <a:xfrm>
              <a:off x="3168202" y="3314585"/>
              <a:ext cx="35738" cy="14271"/>
            </a:xfrm>
            <a:custGeom>
              <a:avLst/>
              <a:gdLst/>
              <a:ahLst/>
              <a:cxnLst/>
              <a:rect l="l" t="t" r="r" b="b"/>
              <a:pathLst>
                <a:path w="2061" h="823" extrusionOk="0">
                  <a:moveTo>
                    <a:pt x="405" y="0"/>
                  </a:moveTo>
                  <a:cubicBezTo>
                    <a:pt x="268" y="0"/>
                    <a:pt x="139" y="80"/>
                    <a:pt x="82" y="214"/>
                  </a:cubicBezTo>
                  <a:cubicBezTo>
                    <a:pt x="1" y="392"/>
                    <a:pt x="82" y="603"/>
                    <a:pt x="264" y="680"/>
                  </a:cubicBezTo>
                  <a:cubicBezTo>
                    <a:pt x="479" y="774"/>
                    <a:pt x="716" y="822"/>
                    <a:pt x="953" y="822"/>
                  </a:cubicBezTo>
                  <a:cubicBezTo>
                    <a:pt x="963" y="822"/>
                    <a:pt x="972" y="822"/>
                    <a:pt x="982" y="822"/>
                  </a:cubicBezTo>
                  <a:cubicBezTo>
                    <a:pt x="1258" y="818"/>
                    <a:pt x="1529" y="777"/>
                    <a:pt x="1793" y="696"/>
                  </a:cubicBezTo>
                  <a:cubicBezTo>
                    <a:pt x="1967" y="627"/>
                    <a:pt x="2060" y="441"/>
                    <a:pt x="2007" y="263"/>
                  </a:cubicBezTo>
                  <a:cubicBezTo>
                    <a:pt x="1962" y="108"/>
                    <a:pt x="1822" y="8"/>
                    <a:pt x="1666" y="8"/>
                  </a:cubicBezTo>
                  <a:cubicBezTo>
                    <a:pt x="1642" y="8"/>
                    <a:pt x="1618" y="10"/>
                    <a:pt x="1594" y="15"/>
                  </a:cubicBezTo>
                  <a:cubicBezTo>
                    <a:pt x="1419" y="66"/>
                    <a:pt x="1199" y="112"/>
                    <a:pt x="982" y="112"/>
                  </a:cubicBezTo>
                  <a:cubicBezTo>
                    <a:pt x="832" y="112"/>
                    <a:pt x="683" y="90"/>
                    <a:pt x="552" y="32"/>
                  </a:cubicBezTo>
                  <a:cubicBezTo>
                    <a:pt x="504" y="10"/>
                    <a:pt x="454" y="0"/>
                    <a:pt x="40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" name="Google Shape;5401;p73"/>
            <p:cNvSpPr/>
            <p:nvPr/>
          </p:nvSpPr>
          <p:spPr>
            <a:xfrm>
              <a:off x="3166174" y="3359686"/>
              <a:ext cx="36206" cy="16612"/>
            </a:xfrm>
            <a:custGeom>
              <a:avLst/>
              <a:gdLst/>
              <a:ahLst/>
              <a:cxnLst/>
              <a:rect l="l" t="t" r="r" b="b"/>
              <a:pathLst>
                <a:path w="2088" h="958" extrusionOk="0">
                  <a:moveTo>
                    <a:pt x="408" y="0"/>
                  </a:moveTo>
                  <a:cubicBezTo>
                    <a:pt x="334" y="0"/>
                    <a:pt x="261" y="23"/>
                    <a:pt x="199" y="70"/>
                  </a:cubicBezTo>
                  <a:cubicBezTo>
                    <a:pt x="37" y="183"/>
                    <a:pt x="0" y="410"/>
                    <a:pt x="122" y="568"/>
                  </a:cubicBezTo>
                  <a:cubicBezTo>
                    <a:pt x="138" y="588"/>
                    <a:pt x="422" y="957"/>
                    <a:pt x="1050" y="957"/>
                  </a:cubicBezTo>
                  <a:cubicBezTo>
                    <a:pt x="1310" y="953"/>
                    <a:pt x="1569" y="901"/>
                    <a:pt x="1812" y="799"/>
                  </a:cubicBezTo>
                  <a:cubicBezTo>
                    <a:pt x="1995" y="730"/>
                    <a:pt x="2088" y="524"/>
                    <a:pt x="2019" y="341"/>
                  </a:cubicBezTo>
                  <a:cubicBezTo>
                    <a:pt x="1966" y="200"/>
                    <a:pt x="1829" y="112"/>
                    <a:pt x="1685" y="112"/>
                  </a:cubicBezTo>
                  <a:cubicBezTo>
                    <a:pt x="1644" y="112"/>
                    <a:pt x="1602" y="119"/>
                    <a:pt x="1561" y="134"/>
                  </a:cubicBezTo>
                  <a:cubicBezTo>
                    <a:pt x="1344" y="219"/>
                    <a:pt x="1175" y="247"/>
                    <a:pt x="1045" y="247"/>
                  </a:cubicBezTo>
                  <a:cubicBezTo>
                    <a:pt x="802" y="247"/>
                    <a:pt x="699" y="148"/>
                    <a:pt x="685" y="134"/>
                  </a:cubicBezTo>
                  <a:cubicBezTo>
                    <a:pt x="616" y="46"/>
                    <a:pt x="512" y="0"/>
                    <a:pt x="40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" name="Google Shape;5402;p73"/>
            <p:cNvSpPr/>
            <p:nvPr/>
          </p:nvSpPr>
          <p:spPr>
            <a:xfrm>
              <a:off x="3166243" y="3410579"/>
              <a:ext cx="36067" cy="16109"/>
            </a:xfrm>
            <a:custGeom>
              <a:avLst/>
              <a:gdLst/>
              <a:ahLst/>
              <a:cxnLst/>
              <a:rect l="l" t="t" r="r" b="b"/>
              <a:pathLst>
                <a:path w="2080" h="929" extrusionOk="0">
                  <a:moveTo>
                    <a:pt x="402" y="1"/>
                  </a:moveTo>
                  <a:cubicBezTo>
                    <a:pt x="297" y="1"/>
                    <a:pt x="193" y="47"/>
                    <a:pt x="122" y="134"/>
                  </a:cubicBezTo>
                  <a:cubicBezTo>
                    <a:pt x="0" y="288"/>
                    <a:pt x="25" y="511"/>
                    <a:pt x="183" y="629"/>
                  </a:cubicBezTo>
                  <a:cubicBezTo>
                    <a:pt x="203" y="649"/>
                    <a:pt x="568" y="929"/>
                    <a:pt x="1168" y="929"/>
                  </a:cubicBezTo>
                  <a:cubicBezTo>
                    <a:pt x="1379" y="929"/>
                    <a:pt x="1585" y="897"/>
                    <a:pt x="1788" y="832"/>
                  </a:cubicBezTo>
                  <a:cubicBezTo>
                    <a:pt x="1975" y="775"/>
                    <a:pt x="2080" y="576"/>
                    <a:pt x="2023" y="386"/>
                  </a:cubicBezTo>
                  <a:cubicBezTo>
                    <a:pt x="1974" y="235"/>
                    <a:pt x="1835" y="137"/>
                    <a:pt x="1685" y="137"/>
                  </a:cubicBezTo>
                  <a:cubicBezTo>
                    <a:pt x="1649" y="137"/>
                    <a:pt x="1613" y="143"/>
                    <a:pt x="1577" y="155"/>
                  </a:cubicBezTo>
                  <a:cubicBezTo>
                    <a:pt x="1421" y="203"/>
                    <a:pt x="1282" y="221"/>
                    <a:pt x="1160" y="221"/>
                  </a:cubicBezTo>
                  <a:cubicBezTo>
                    <a:pt x="827" y="221"/>
                    <a:pt x="631" y="85"/>
                    <a:pt x="617" y="74"/>
                  </a:cubicBezTo>
                  <a:cubicBezTo>
                    <a:pt x="552" y="25"/>
                    <a:pt x="477" y="1"/>
                    <a:pt x="40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" name="Google Shape;5403;p73"/>
            <p:cNvSpPr/>
            <p:nvPr/>
          </p:nvSpPr>
          <p:spPr>
            <a:xfrm>
              <a:off x="3162654" y="3474321"/>
              <a:ext cx="39726" cy="14860"/>
            </a:xfrm>
            <a:custGeom>
              <a:avLst/>
              <a:gdLst/>
              <a:ahLst/>
              <a:cxnLst/>
              <a:rect l="l" t="t" r="r" b="b"/>
              <a:pathLst>
                <a:path w="2291" h="857" extrusionOk="0">
                  <a:moveTo>
                    <a:pt x="1888" y="0"/>
                  </a:moveTo>
                  <a:cubicBezTo>
                    <a:pt x="1844" y="0"/>
                    <a:pt x="1799" y="8"/>
                    <a:pt x="1756" y="26"/>
                  </a:cubicBezTo>
                  <a:cubicBezTo>
                    <a:pt x="1528" y="119"/>
                    <a:pt x="1315" y="149"/>
                    <a:pt x="1135" y="149"/>
                  </a:cubicBezTo>
                  <a:cubicBezTo>
                    <a:pt x="802" y="149"/>
                    <a:pt x="577" y="46"/>
                    <a:pt x="556" y="38"/>
                  </a:cubicBezTo>
                  <a:cubicBezTo>
                    <a:pt x="507" y="14"/>
                    <a:pt x="455" y="2"/>
                    <a:pt x="403" y="2"/>
                  </a:cubicBezTo>
                  <a:cubicBezTo>
                    <a:pt x="273" y="2"/>
                    <a:pt x="147" y="76"/>
                    <a:pt x="86" y="204"/>
                  </a:cubicBezTo>
                  <a:cubicBezTo>
                    <a:pt x="1" y="378"/>
                    <a:pt x="74" y="589"/>
                    <a:pt x="248" y="674"/>
                  </a:cubicBezTo>
                  <a:cubicBezTo>
                    <a:pt x="523" y="796"/>
                    <a:pt x="817" y="857"/>
                    <a:pt x="1115" y="857"/>
                  </a:cubicBezTo>
                  <a:cubicBezTo>
                    <a:pt x="1125" y="857"/>
                    <a:pt x="1134" y="857"/>
                    <a:pt x="1144" y="857"/>
                  </a:cubicBezTo>
                  <a:cubicBezTo>
                    <a:pt x="1444" y="857"/>
                    <a:pt x="1744" y="800"/>
                    <a:pt x="2019" y="687"/>
                  </a:cubicBezTo>
                  <a:cubicBezTo>
                    <a:pt x="2202" y="614"/>
                    <a:pt x="2291" y="407"/>
                    <a:pt x="2218" y="224"/>
                  </a:cubicBezTo>
                  <a:cubicBezTo>
                    <a:pt x="2162" y="85"/>
                    <a:pt x="2029" y="0"/>
                    <a:pt x="18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" name="Google Shape;5404;p73"/>
            <p:cNvSpPr/>
            <p:nvPr/>
          </p:nvSpPr>
          <p:spPr>
            <a:xfrm>
              <a:off x="3161596" y="3521312"/>
              <a:ext cx="37350" cy="17357"/>
            </a:xfrm>
            <a:custGeom>
              <a:avLst/>
              <a:gdLst/>
              <a:ahLst/>
              <a:cxnLst/>
              <a:rect l="l" t="t" r="r" b="b"/>
              <a:pathLst>
                <a:path w="2154" h="1001" extrusionOk="0">
                  <a:moveTo>
                    <a:pt x="407" y="1"/>
                  </a:moveTo>
                  <a:cubicBezTo>
                    <a:pt x="353" y="1"/>
                    <a:pt x="297" y="13"/>
                    <a:pt x="244" y="40"/>
                  </a:cubicBezTo>
                  <a:cubicBezTo>
                    <a:pt x="70" y="129"/>
                    <a:pt x="1" y="344"/>
                    <a:pt x="90" y="518"/>
                  </a:cubicBezTo>
                  <a:cubicBezTo>
                    <a:pt x="212" y="733"/>
                    <a:pt x="410" y="891"/>
                    <a:pt x="649" y="960"/>
                  </a:cubicBezTo>
                  <a:cubicBezTo>
                    <a:pt x="747" y="984"/>
                    <a:pt x="848" y="1001"/>
                    <a:pt x="949" y="1001"/>
                  </a:cubicBezTo>
                  <a:cubicBezTo>
                    <a:pt x="1241" y="1001"/>
                    <a:pt x="1570" y="883"/>
                    <a:pt x="1934" y="660"/>
                  </a:cubicBezTo>
                  <a:cubicBezTo>
                    <a:pt x="2101" y="555"/>
                    <a:pt x="2153" y="336"/>
                    <a:pt x="2048" y="170"/>
                  </a:cubicBezTo>
                  <a:cubicBezTo>
                    <a:pt x="1982" y="62"/>
                    <a:pt x="1867" y="3"/>
                    <a:pt x="1749" y="3"/>
                  </a:cubicBezTo>
                  <a:cubicBezTo>
                    <a:pt x="1685" y="3"/>
                    <a:pt x="1620" y="21"/>
                    <a:pt x="1561" y="56"/>
                  </a:cubicBezTo>
                  <a:cubicBezTo>
                    <a:pt x="1260" y="241"/>
                    <a:pt x="1065" y="285"/>
                    <a:pt x="947" y="285"/>
                  </a:cubicBezTo>
                  <a:cubicBezTo>
                    <a:pt x="909" y="285"/>
                    <a:pt x="880" y="281"/>
                    <a:pt x="856" y="275"/>
                  </a:cubicBezTo>
                  <a:cubicBezTo>
                    <a:pt x="803" y="267"/>
                    <a:pt x="755" y="239"/>
                    <a:pt x="726" y="194"/>
                  </a:cubicBezTo>
                  <a:cubicBezTo>
                    <a:pt x="661" y="71"/>
                    <a:pt x="537" y="1"/>
                    <a:pt x="40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" name="Google Shape;5405;p73"/>
            <p:cNvSpPr/>
            <p:nvPr/>
          </p:nvSpPr>
          <p:spPr>
            <a:xfrm>
              <a:off x="3160694" y="3583736"/>
              <a:ext cx="38183" cy="17219"/>
            </a:xfrm>
            <a:custGeom>
              <a:avLst/>
              <a:gdLst/>
              <a:ahLst/>
              <a:cxnLst/>
              <a:rect l="l" t="t" r="r" b="b"/>
              <a:pathLst>
                <a:path w="2202" h="993" extrusionOk="0">
                  <a:moveTo>
                    <a:pt x="408" y="0"/>
                  </a:moveTo>
                  <a:cubicBezTo>
                    <a:pt x="343" y="0"/>
                    <a:pt x="277" y="18"/>
                    <a:pt x="219" y="56"/>
                  </a:cubicBezTo>
                  <a:cubicBezTo>
                    <a:pt x="53" y="157"/>
                    <a:pt x="0" y="376"/>
                    <a:pt x="105" y="542"/>
                  </a:cubicBezTo>
                  <a:cubicBezTo>
                    <a:pt x="255" y="757"/>
                    <a:pt x="478" y="911"/>
                    <a:pt x="738" y="968"/>
                  </a:cubicBezTo>
                  <a:cubicBezTo>
                    <a:pt x="823" y="984"/>
                    <a:pt x="908" y="992"/>
                    <a:pt x="993" y="992"/>
                  </a:cubicBezTo>
                  <a:cubicBezTo>
                    <a:pt x="1305" y="992"/>
                    <a:pt x="1638" y="883"/>
                    <a:pt x="1986" y="656"/>
                  </a:cubicBezTo>
                  <a:cubicBezTo>
                    <a:pt x="2153" y="550"/>
                    <a:pt x="2201" y="332"/>
                    <a:pt x="2100" y="165"/>
                  </a:cubicBezTo>
                  <a:cubicBezTo>
                    <a:pt x="2032" y="59"/>
                    <a:pt x="1918" y="0"/>
                    <a:pt x="1799" y="0"/>
                  </a:cubicBezTo>
                  <a:cubicBezTo>
                    <a:pt x="1733" y="0"/>
                    <a:pt x="1666" y="18"/>
                    <a:pt x="1605" y="56"/>
                  </a:cubicBezTo>
                  <a:cubicBezTo>
                    <a:pt x="1335" y="231"/>
                    <a:pt x="1137" y="284"/>
                    <a:pt x="997" y="284"/>
                  </a:cubicBezTo>
                  <a:cubicBezTo>
                    <a:pt x="806" y="284"/>
                    <a:pt x="722" y="185"/>
                    <a:pt x="705" y="161"/>
                  </a:cubicBezTo>
                  <a:cubicBezTo>
                    <a:pt x="638" y="57"/>
                    <a:pt x="524" y="0"/>
                    <a:pt x="40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" name="Google Shape;5406;p73"/>
            <p:cNvSpPr/>
            <p:nvPr/>
          </p:nvSpPr>
          <p:spPr>
            <a:xfrm>
              <a:off x="3160833" y="3649472"/>
              <a:ext cx="37767" cy="18120"/>
            </a:xfrm>
            <a:custGeom>
              <a:avLst/>
              <a:gdLst/>
              <a:ahLst/>
              <a:cxnLst/>
              <a:rect l="l" t="t" r="r" b="b"/>
              <a:pathLst>
                <a:path w="2178" h="1045" extrusionOk="0">
                  <a:moveTo>
                    <a:pt x="399" y="1"/>
                  </a:moveTo>
                  <a:cubicBezTo>
                    <a:pt x="320" y="1"/>
                    <a:pt x="241" y="27"/>
                    <a:pt x="174" y="80"/>
                  </a:cubicBezTo>
                  <a:cubicBezTo>
                    <a:pt x="24" y="201"/>
                    <a:pt x="0" y="424"/>
                    <a:pt x="126" y="578"/>
                  </a:cubicBezTo>
                  <a:cubicBezTo>
                    <a:pt x="162" y="623"/>
                    <a:pt x="487" y="1008"/>
                    <a:pt x="1006" y="1044"/>
                  </a:cubicBezTo>
                  <a:lnTo>
                    <a:pt x="1083" y="1044"/>
                  </a:lnTo>
                  <a:cubicBezTo>
                    <a:pt x="1411" y="1044"/>
                    <a:pt x="1731" y="902"/>
                    <a:pt x="2031" y="611"/>
                  </a:cubicBezTo>
                  <a:cubicBezTo>
                    <a:pt x="2173" y="477"/>
                    <a:pt x="2177" y="250"/>
                    <a:pt x="2039" y="112"/>
                  </a:cubicBezTo>
                  <a:cubicBezTo>
                    <a:pt x="1970" y="39"/>
                    <a:pt x="1877" y="2"/>
                    <a:pt x="1783" y="2"/>
                  </a:cubicBezTo>
                  <a:cubicBezTo>
                    <a:pt x="1694" y="2"/>
                    <a:pt x="1605" y="35"/>
                    <a:pt x="1537" y="100"/>
                  </a:cubicBezTo>
                  <a:cubicBezTo>
                    <a:pt x="1381" y="252"/>
                    <a:pt x="1282" y="336"/>
                    <a:pt x="1097" y="336"/>
                  </a:cubicBezTo>
                  <a:cubicBezTo>
                    <a:pt x="1084" y="336"/>
                    <a:pt x="1071" y="336"/>
                    <a:pt x="1058" y="335"/>
                  </a:cubicBezTo>
                  <a:cubicBezTo>
                    <a:pt x="843" y="319"/>
                    <a:pt x="681" y="136"/>
                    <a:pt x="673" y="132"/>
                  </a:cubicBezTo>
                  <a:cubicBezTo>
                    <a:pt x="602" y="45"/>
                    <a:pt x="501" y="1"/>
                    <a:pt x="39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" name="Google Shape;5407;p73"/>
            <p:cNvSpPr/>
            <p:nvPr/>
          </p:nvSpPr>
          <p:spPr>
            <a:xfrm>
              <a:off x="3159775" y="3718538"/>
              <a:ext cx="38599" cy="17028"/>
            </a:xfrm>
            <a:custGeom>
              <a:avLst/>
              <a:gdLst/>
              <a:ahLst/>
              <a:cxnLst/>
              <a:rect l="l" t="t" r="r" b="b"/>
              <a:pathLst>
                <a:path w="2226" h="982" extrusionOk="0">
                  <a:moveTo>
                    <a:pt x="1819" y="1"/>
                  </a:moveTo>
                  <a:cubicBezTo>
                    <a:pt x="1748" y="1"/>
                    <a:pt x="1676" y="21"/>
                    <a:pt x="1614" y="65"/>
                  </a:cubicBezTo>
                  <a:cubicBezTo>
                    <a:pt x="1396" y="221"/>
                    <a:pt x="1211" y="271"/>
                    <a:pt x="1061" y="271"/>
                  </a:cubicBezTo>
                  <a:cubicBezTo>
                    <a:pt x="830" y="271"/>
                    <a:pt x="686" y="149"/>
                    <a:pt x="649" y="110"/>
                  </a:cubicBezTo>
                  <a:cubicBezTo>
                    <a:pt x="579" y="37"/>
                    <a:pt x="486" y="1"/>
                    <a:pt x="393" y="1"/>
                  </a:cubicBezTo>
                  <a:cubicBezTo>
                    <a:pt x="305" y="1"/>
                    <a:pt x="216" y="34"/>
                    <a:pt x="146" y="102"/>
                  </a:cubicBezTo>
                  <a:cubicBezTo>
                    <a:pt x="4" y="235"/>
                    <a:pt x="0" y="458"/>
                    <a:pt x="130" y="600"/>
                  </a:cubicBezTo>
                  <a:cubicBezTo>
                    <a:pt x="381" y="848"/>
                    <a:pt x="718" y="981"/>
                    <a:pt x="1067" y="981"/>
                  </a:cubicBezTo>
                  <a:cubicBezTo>
                    <a:pt x="1350" y="981"/>
                    <a:pt x="1679" y="892"/>
                    <a:pt x="2023" y="645"/>
                  </a:cubicBezTo>
                  <a:cubicBezTo>
                    <a:pt x="2185" y="535"/>
                    <a:pt x="2226" y="313"/>
                    <a:pt x="2112" y="150"/>
                  </a:cubicBezTo>
                  <a:cubicBezTo>
                    <a:pt x="2043" y="53"/>
                    <a:pt x="1932" y="1"/>
                    <a:pt x="181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" name="Google Shape;5408;p73"/>
            <p:cNvSpPr/>
            <p:nvPr/>
          </p:nvSpPr>
          <p:spPr>
            <a:xfrm>
              <a:off x="3159567" y="3777060"/>
              <a:ext cx="38599" cy="15519"/>
            </a:xfrm>
            <a:custGeom>
              <a:avLst/>
              <a:gdLst/>
              <a:ahLst/>
              <a:cxnLst/>
              <a:rect l="l" t="t" r="r" b="b"/>
              <a:pathLst>
                <a:path w="2226" h="895" extrusionOk="0">
                  <a:moveTo>
                    <a:pt x="400" y="0"/>
                  </a:moveTo>
                  <a:cubicBezTo>
                    <a:pt x="289" y="0"/>
                    <a:pt x="181" y="51"/>
                    <a:pt x="114" y="148"/>
                  </a:cubicBezTo>
                  <a:cubicBezTo>
                    <a:pt x="0" y="310"/>
                    <a:pt x="37" y="529"/>
                    <a:pt x="195" y="647"/>
                  </a:cubicBezTo>
                  <a:cubicBezTo>
                    <a:pt x="447" y="806"/>
                    <a:pt x="744" y="895"/>
                    <a:pt x="1043" y="895"/>
                  </a:cubicBezTo>
                  <a:cubicBezTo>
                    <a:pt x="1056" y="895"/>
                    <a:pt x="1070" y="894"/>
                    <a:pt x="1083" y="894"/>
                  </a:cubicBezTo>
                  <a:cubicBezTo>
                    <a:pt x="1395" y="890"/>
                    <a:pt x="1703" y="817"/>
                    <a:pt x="1983" y="679"/>
                  </a:cubicBezTo>
                  <a:cubicBezTo>
                    <a:pt x="2153" y="586"/>
                    <a:pt x="2226" y="379"/>
                    <a:pt x="2145" y="201"/>
                  </a:cubicBezTo>
                  <a:cubicBezTo>
                    <a:pt x="2081" y="74"/>
                    <a:pt x="1957" y="1"/>
                    <a:pt x="1826" y="1"/>
                  </a:cubicBezTo>
                  <a:cubicBezTo>
                    <a:pt x="1772" y="1"/>
                    <a:pt x="1718" y="13"/>
                    <a:pt x="1666" y="39"/>
                  </a:cubicBezTo>
                  <a:cubicBezTo>
                    <a:pt x="1442" y="149"/>
                    <a:pt x="1244" y="184"/>
                    <a:pt x="1082" y="184"/>
                  </a:cubicBezTo>
                  <a:cubicBezTo>
                    <a:pt x="795" y="184"/>
                    <a:pt x="620" y="73"/>
                    <a:pt x="604" y="63"/>
                  </a:cubicBezTo>
                  <a:cubicBezTo>
                    <a:pt x="541" y="21"/>
                    <a:pt x="470" y="0"/>
                    <a:pt x="4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" name="Google Shape;5409;p73"/>
            <p:cNvSpPr/>
            <p:nvPr/>
          </p:nvSpPr>
          <p:spPr>
            <a:xfrm>
              <a:off x="3159706" y="3835080"/>
              <a:ext cx="38738" cy="17513"/>
            </a:xfrm>
            <a:custGeom>
              <a:avLst/>
              <a:gdLst/>
              <a:ahLst/>
              <a:cxnLst/>
              <a:rect l="l" t="t" r="r" b="b"/>
              <a:pathLst>
                <a:path w="2234" h="1010" extrusionOk="0">
                  <a:moveTo>
                    <a:pt x="407" y="0"/>
                  </a:moveTo>
                  <a:cubicBezTo>
                    <a:pt x="338" y="0"/>
                    <a:pt x="268" y="20"/>
                    <a:pt x="207" y="61"/>
                  </a:cubicBezTo>
                  <a:cubicBezTo>
                    <a:pt x="41" y="175"/>
                    <a:pt x="0" y="398"/>
                    <a:pt x="114" y="560"/>
                  </a:cubicBezTo>
                  <a:cubicBezTo>
                    <a:pt x="284" y="783"/>
                    <a:pt x="527" y="937"/>
                    <a:pt x="803" y="990"/>
                  </a:cubicBezTo>
                  <a:cubicBezTo>
                    <a:pt x="880" y="1002"/>
                    <a:pt x="953" y="1010"/>
                    <a:pt x="1030" y="1010"/>
                  </a:cubicBezTo>
                  <a:cubicBezTo>
                    <a:pt x="1346" y="1010"/>
                    <a:pt x="1679" y="888"/>
                    <a:pt x="2031" y="649"/>
                  </a:cubicBezTo>
                  <a:cubicBezTo>
                    <a:pt x="2193" y="540"/>
                    <a:pt x="2234" y="321"/>
                    <a:pt x="2120" y="159"/>
                  </a:cubicBezTo>
                  <a:cubicBezTo>
                    <a:pt x="2051" y="59"/>
                    <a:pt x="1941" y="5"/>
                    <a:pt x="1829" y="5"/>
                  </a:cubicBezTo>
                  <a:cubicBezTo>
                    <a:pt x="1759" y="5"/>
                    <a:pt x="1688" y="26"/>
                    <a:pt x="1626" y="69"/>
                  </a:cubicBezTo>
                  <a:cubicBezTo>
                    <a:pt x="1368" y="243"/>
                    <a:pt x="1172" y="298"/>
                    <a:pt x="1029" y="298"/>
                  </a:cubicBezTo>
                  <a:cubicBezTo>
                    <a:pt x="827" y="298"/>
                    <a:pt x="728" y="190"/>
                    <a:pt x="702" y="155"/>
                  </a:cubicBezTo>
                  <a:cubicBezTo>
                    <a:pt x="631" y="54"/>
                    <a:pt x="520" y="0"/>
                    <a:pt x="40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" name="Google Shape;5410;p73"/>
            <p:cNvSpPr/>
            <p:nvPr/>
          </p:nvSpPr>
          <p:spPr>
            <a:xfrm>
              <a:off x="3160694" y="3896585"/>
              <a:ext cx="37402" cy="18797"/>
            </a:xfrm>
            <a:custGeom>
              <a:avLst/>
              <a:gdLst/>
              <a:ahLst/>
              <a:cxnLst/>
              <a:rect l="l" t="t" r="r" b="b"/>
              <a:pathLst>
                <a:path w="2157" h="1084" extrusionOk="0">
                  <a:moveTo>
                    <a:pt x="1767" y="1"/>
                  </a:moveTo>
                  <a:cubicBezTo>
                    <a:pt x="1678" y="1"/>
                    <a:pt x="1589" y="33"/>
                    <a:pt x="1520" y="98"/>
                  </a:cubicBezTo>
                  <a:cubicBezTo>
                    <a:pt x="1303" y="305"/>
                    <a:pt x="1123" y="368"/>
                    <a:pt x="983" y="368"/>
                  </a:cubicBezTo>
                  <a:cubicBezTo>
                    <a:pt x="823" y="368"/>
                    <a:pt x="718" y="285"/>
                    <a:pt x="677" y="244"/>
                  </a:cubicBezTo>
                  <a:cubicBezTo>
                    <a:pt x="606" y="155"/>
                    <a:pt x="502" y="109"/>
                    <a:pt x="396" y="109"/>
                  </a:cubicBezTo>
                  <a:cubicBezTo>
                    <a:pt x="308" y="109"/>
                    <a:pt x="220" y="141"/>
                    <a:pt x="150" y="207"/>
                  </a:cubicBezTo>
                  <a:cubicBezTo>
                    <a:pt x="0" y="349"/>
                    <a:pt x="4" y="593"/>
                    <a:pt x="162" y="730"/>
                  </a:cubicBezTo>
                  <a:cubicBezTo>
                    <a:pt x="377" y="945"/>
                    <a:pt x="661" y="1071"/>
                    <a:pt x="965" y="1083"/>
                  </a:cubicBezTo>
                  <a:lnTo>
                    <a:pt x="993" y="1083"/>
                  </a:lnTo>
                  <a:cubicBezTo>
                    <a:pt x="1350" y="1083"/>
                    <a:pt x="1691" y="921"/>
                    <a:pt x="2019" y="609"/>
                  </a:cubicBezTo>
                  <a:cubicBezTo>
                    <a:pt x="2157" y="471"/>
                    <a:pt x="2157" y="248"/>
                    <a:pt x="2023" y="110"/>
                  </a:cubicBezTo>
                  <a:cubicBezTo>
                    <a:pt x="1954" y="37"/>
                    <a:pt x="1861" y="1"/>
                    <a:pt x="176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" name="Google Shape;5411;p73"/>
            <p:cNvSpPr/>
            <p:nvPr/>
          </p:nvSpPr>
          <p:spPr>
            <a:xfrm>
              <a:off x="3162862" y="3953235"/>
              <a:ext cx="38616" cy="17115"/>
            </a:xfrm>
            <a:custGeom>
              <a:avLst/>
              <a:gdLst/>
              <a:ahLst/>
              <a:cxnLst/>
              <a:rect l="l" t="t" r="r" b="b"/>
              <a:pathLst>
                <a:path w="2227" h="987" extrusionOk="0">
                  <a:moveTo>
                    <a:pt x="1821" y="0"/>
                  </a:moveTo>
                  <a:cubicBezTo>
                    <a:pt x="1750" y="0"/>
                    <a:pt x="1678" y="22"/>
                    <a:pt x="1614" y="66"/>
                  </a:cubicBezTo>
                  <a:cubicBezTo>
                    <a:pt x="1390" y="223"/>
                    <a:pt x="1204" y="273"/>
                    <a:pt x="1057" y="273"/>
                  </a:cubicBezTo>
                  <a:cubicBezTo>
                    <a:pt x="832" y="273"/>
                    <a:pt x="698" y="154"/>
                    <a:pt x="662" y="115"/>
                  </a:cubicBezTo>
                  <a:cubicBezTo>
                    <a:pt x="591" y="39"/>
                    <a:pt x="496" y="2"/>
                    <a:pt x="400" y="2"/>
                  </a:cubicBezTo>
                  <a:cubicBezTo>
                    <a:pt x="315" y="2"/>
                    <a:pt x="229" y="31"/>
                    <a:pt x="159" y="90"/>
                  </a:cubicBezTo>
                  <a:cubicBezTo>
                    <a:pt x="17" y="220"/>
                    <a:pt x="1" y="443"/>
                    <a:pt x="130" y="593"/>
                  </a:cubicBezTo>
                  <a:cubicBezTo>
                    <a:pt x="370" y="844"/>
                    <a:pt x="706" y="986"/>
                    <a:pt x="1059" y="986"/>
                  </a:cubicBezTo>
                  <a:cubicBezTo>
                    <a:pt x="1343" y="986"/>
                    <a:pt x="1671" y="897"/>
                    <a:pt x="2024" y="646"/>
                  </a:cubicBezTo>
                  <a:cubicBezTo>
                    <a:pt x="2186" y="532"/>
                    <a:pt x="2226" y="309"/>
                    <a:pt x="2109" y="151"/>
                  </a:cubicBezTo>
                  <a:cubicBezTo>
                    <a:pt x="2040" y="52"/>
                    <a:pt x="1931" y="0"/>
                    <a:pt x="182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5412;p73"/>
            <p:cNvSpPr/>
            <p:nvPr/>
          </p:nvSpPr>
          <p:spPr>
            <a:xfrm>
              <a:off x="3165463" y="4011670"/>
              <a:ext cx="38686" cy="16317"/>
            </a:xfrm>
            <a:custGeom>
              <a:avLst/>
              <a:gdLst/>
              <a:ahLst/>
              <a:cxnLst/>
              <a:rect l="l" t="t" r="r" b="b"/>
              <a:pathLst>
                <a:path w="2231" h="941" extrusionOk="0">
                  <a:moveTo>
                    <a:pt x="406" y="1"/>
                  </a:moveTo>
                  <a:cubicBezTo>
                    <a:pt x="290" y="1"/>
                    <a:pt x="177" y="57"/>
                    <a:pt x="110" y="162"/>
                  </a:cubicBezTo>
                  <a:cubicBezTo>
                    <a:pt x="1" y="328"/>
                    <a:pt x="49" y="547"/>
                    <a:pt x="212" y="656"/>
                  </a:cubicBezTo>
                  <a:cubicBezTo>
                    <a:pt x="499" y="835"/>
                    <a:pt x="832" y="932"/>
                    <a:pt x="1172" y="940"/>
                  </a:cubicBezTo>
                  <a:cubicBezTo>
                    <a:pt x="1488" y="940"/>
                    <a:pt x="1797" y="835"/>
                    <a:pt x="2048" y="640"/>
                  </a:cubicBezTo>
                  <a:cubicBezTo>
                    <a:pt x="2198" y="523"/>
                    <a:pt x="2230" y="300"/>
                    <a:pt x="2113" y="146"/>
                  </a:cubicBezTo>
                  <a:cubicBezTo>
                    <a:pt x="2043" y="52"/>
                    <a:pt x="1936" y="2"/>
                    <a:pt x="1828" y="2"/>
                  </a:cubicBezTo>
                  <a:cubicBezTo>
                    <a:pt x="1754" y="2"/>
                    <a:pt x="1681" y="25"/>
                    <a:pt x="1618" y="73"/>
                  </a:cubicBezTo>
                  <a:cubicBezTo>
                    <a:pt x="1469" y="187"/>
                    <a:pt x="1308" y="225"/>
                    <a:pt x="1160" y="225"/>
                  </a:cubicBezTo>
                  <a:cubicBezTo>
                    <a:pt x="866" y="225"/>
                    <a:pt x="621" y="74"/>
                    <a:pt x="605" y="61"/>
                  </a:cubicBezTo>
                  <a:cubicBezTo>
                    <a:pt x="543" y="20"/>
                    <a:pt x="474" y="1"/>
                    <a:pt x="40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" name="Google Shape;5413;p73"/>
            <p:cNvSpPr/>
            <p:nvPr/>
          </p:nvSpPr>
          <p:spPr>
            <a:xfrm>
              <a:off x="3168913" y="4063985"/>
              <a:ext cx="38668" cy="16230"/>
            </a:xfrm>
            <a:custGeom>
              <a:avLst/>
              <a:gdLst/>
              <a:ahLst/>
              <a:cxnLst/>
              <a:rect l="l" t="t" r="r" b="b"/>
              <a:pathLst>
                <a:path w="2230" h="936" extrusionOk="0">
                  <a:moveTo>
                    <a:pt x="1821" y="1"/>
                  </a:moveTo>
                  <a:cubicBezTo>
                    <a:pt x="1762" y="1"/>
                    <a:pt x="1702" y="16"/>
                    <a:pt x="1646" y="47"/>
                  </a:cubicBezTo>
                  <a:cubicBezTo>
                    <a:pt x="1417" y="180"/>
                    <a:pt x="1221" y="223"/>
                    <a:pt x="1064" y="223"/>
                  </a:cubicBezTo>
                  <a:cubicBezTo>
                    <a:pt x="808" y="223"/>
                    <a:pt x="655" y="109"/>
                    <a:pt x="625" y="84"/>
                  </a:cubicBezTo>
                  <a:cubicBezTo>
                    <a:pt x="559" y="29"/>
                    <a:pt x="477" y="2"/>
                    <a:pt x="396" y="2"/>
                  </a:cubicBezTo>
                  <a:cubicBezTo>
                    <a:pt x="299" y="2"/>
                    <a:pt x="201" y="41"/>
                    <a:pt x="130" y="116"/>
                  </a:cubicBezTo>
                  <a:cubicBezTo>
                    <a:pt x="0" y="266"/>
                    <a:pt x="17" y="489"/>
                    <a:pt x="167" y="619"/>
                  </a:cubicBezTo>
                  <a:cubicBezTo>
                    <a:pt x="418" y="822"/>
                    <a:pt x="731" y="935"/>
                    <a:pt x="1057" y="935"/>
                  </a:cubicBezTo>
                  <a:cubicBezTo>
                    <a:pt x="1063" y="935"/>
                    <a:pt x="1069" y="935"/>
                    <a:pt x="1075" y="935"/>
                  </a:cubicBezTo>
                  <a:cubicBezTo>
                    <a:pt x="1342" y="935"/>
                    <a:pt x="1650" y="862"/>
                    <a:pt x="1999" y="660"/>
                  </a:cubicBezTo>
                  <a:cubicBezTo>
                    <a:pt x="2169" y="562"/>
                    <a:pt x="2230" y="347"/>
                    <a:pt x="2133" y="177"/>
                  </a:cubicBezTo>
                  <a:cubicBezTo>
                    <a:pt x="2064" y="65"/>
                    <a:pt x="1944" y="1"/>
                    <a:pt x="182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" name="Google Shape;5414;p73"/>
            <p:cNvSpPr/>
            <p:nvPr/>
          </p:nvSpPr>
          <p:spPr>
            <a:xfrm>
              <a:off x="2897993" y="2690328"/>
              <a:ext cx="988137" cy="1495107"/>
            </a:xfrm>
            <a:custGeom>
              <a:avLst/>
              <a:gdLst/>
              <a:ahLst/>
              <a:cxnLst/>
              <a:rect l="l" t="t" r="r" b="b"/>
              <a:pathLst>
                <a:path w="56986" h="86223" extrusionOk="0">
                  <a:moveTo>
                    <a:pt x="23618" y="1"/>
                  </a:moveTo>
                  <a:cubicBezTo>
                    <a:pt x="14990" y="1"/>
                    <a:pt x="7755" y="1807"/>
                    <a:pt x="4225" y="4344"/>
                  </a:cubicBezTo>
                  <a:cubicBezTo>
                    <a:pt x="2498" y="5588"/>
                    <a:pt x="1112" y="7465"/>
                    <a:pt x="1" y="9735"/>
                  </a:cubicBezTo>
                  <a:cubicBezTo>
                    <a:pt x="70" y="10080"/>
                    <a:pt x="159" y="10437"/>
                    <a:pt x="248" y="10789"/>
                  </a:cubicBezTo>
                  <a:cubicBezTo>
                    <a:pt x="893" y="13234"/>
                    <a:pt x="3666" y="15958"/>
                    <a:pt x="5879" y="17203"/>
                  </a:cubicBezTo>
                  <a:cubicBezTo>
                    <a:pt x="9694" y="19339"/>
                    <a:pt x="16480" y="21954"/>
                    <a:pt x="17347" y="26243"/>
                  </a:cubicBezTo>
                  <a:cubicBezTo>
                    <a:pt x="23112" y="22436"/>
                    <a:pt x="26732" y="20352"/>
                    <a:pt x="33575" y="19396"/>
                  </a:cubicBezTo>
                  <a:lnTo>
                    <a:pt x="33575" y="19396"/>
                  </a:lnTo>
                  <a:cubicBezTo>
                    <a:pt x="31742" y="30588"/>
                    <a:pt x="34069" y="41996"/>
                    <a:pt x="36384" y="53091"/>
                  </a:cubicBezTo>
                  <a:cubicBezTo>
                    <a:pt x="37564" y="58762"/>
                    <a:pt x="38751" y="64429"/>
                    <a:pt x="39935" y="70093"/>
                  </a:cubicBezTo>
                  <a:cubicBezTo>
                    <a:pt x="40499" y="72809"/>
                    <a:pt x="41074" y="75561"/>
                    <a:pt x="42323" y="78038"/>
                  </a:cubicBezTo>
                  <a:cubicBezTo>
                    <a:pt x="43434" y="80252"/>
                    <a:pt x="45104" y="82432"/>
                    <a:pt x="44832" y="84893"/>
                  </a:cubicBezTo>
                  <a:cubicBezTo>
                    <a:pt x="44784" y="85319"/>
                    <a:pt x="44678" y="85773"/>
                    <a:pt x="44561" y="86223"/>
                  </a:cubicBezTo>
                  <a:cubicBezTo>
                    <a:pt x="49474" y="85108"/>
                    <a:pt x="53013" y="83953"/>
                    <a:pt x="53487" y="83231"/>
                  </a:cubicBezTo>
                  <a:cubicBezTo>
                    <a:pt x="54565" y="81565"/>
                    <a:pt x="54346" y="80604"/>
                    <a:pt x="54180" y="75525"/>
                  </a:cubicBezTo>
                  <a:cubicBezTo>
                    <a:pt x="54164" y="75136"/>
                    <a:pt x="54144" y="74714"/>
                    <a:pt x="54119" y="74272"/>
                  </a:cubicBezTo>
                  <a:cubicBezTo>
                    <a:pt x="53759" y="68098"/>
                    <a:pt x="56268" y="60120"/>
                    <a:pt x="56629" y="47403"/>
                  </a:cubicBezTo>
                  <a:cubicBezTo>
                    <a:pt x="56986" y="34679"/>
                    <a:pt x="56090" y="18289"/>
                    <a:pt x="51432" y="11507"/>
                  </a:cubicBezTo>
                  <a:cubicBezTo>
                    <a:pt x="46778" y="4721"/>
                    <a:pt x="41695" y="2451"/>
                    <a:pt x="37280" y="1482"/>
                  </a:cubicBezTo>
                  <a:cubicBezTo>
                    <a:pt x="32570" y="450"/>
                    <a:pt x="27921" y="1"/>
                    <a:pt x="23618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" name="Google Shape;5415;p73"/>
            <p:cNvSpPr/>
            <p:nvPr/>
          </p:nvSpPr>
          <p:spPr>
            <a:xfrm>
              <a:off x="2789462" y="3999914"/>
              <a:ext cx="1054706" cy="240801"/>
            </a:xfrm>
            <a:custGeom>
              <a:avLst/>
              <a:gdLst/>
              <a:ahLst/>
              <a:cxnLst/>
              <a:rect l="l" t="t" r="r" b="b"/>
              <a:pathLst>
                <a:path w="60825" h="13887" extrusionOk="0">
                  <a:moveTo>
                    <a:pt x="60439" y="1"/>
                  </a:moveTo>
                  <a:lnTo>
                    <a:pt x="60439" y="1"/>
                  </a:lnTo>
                  <a:cubicBezTo>
                    <a:pt x="47856" y="5168"/>
                    <a:pt x="37146" y="6890"/>
                    <a:pt x="28457" y="6890"/>
                  </a:cubicBezTo>
                  <a:cubicBezTo>
                    <a:pt x="11081" y="6890"/>
                    <a:pt x="1793" y="1"/>
                    <a:pt x="1793" y="1"/>
                  </a:cubicBezTo>
                  <a:lnTo>
                    <a:pt x="1793" y="1"/>
                  </a:lnTo>
                  <a:cubicBezTo>
                    <a:pt x="1975" y="629"/>
                    <a:pt x="1" y="4573"/>
                    <a:pt x="1793" y="6811"/>
                  </a:cubicBezTo>
                  <a:cubicBezTo>
                    <a:pt x="3588" y="9053"/>
                    <a:pt x="12454" y="13796"/>
                    <a:pt x="25443" y="13885"/>
                  </a:cubicBezTo>
                  <a:cubicBezTo>
                    <a:pt x="25576" y="13886"/>
                    <a:pt x="25710" y="13886"/>
                    <a:pt x="25845" y="13886"/>
                  </a:cubicBezTo>
                  <a:cubicBezTo>
                    <a:pt x="38843" y="13886"/>
                    <a:pt x="58591" y="9480"/>
                    <a:pt x="59746" y="7711"/>
                  </a:cubicBezTo>
                  <a:cubicBezTo>
                    <a:pt x="60824" y="6041"/>
                    <a:pt x="60605" y="5080"/>
                    <a:pt x="60439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" name="Google Shape;5416;p73"/>
            <p:cNvSpPr/>
            <p:nvPr/>
          </p:nvSpPr>
          <p:spPr>
            <a:xfrm>
              <a:off x="2791439" y="3993741"/>
              <a:ext cx="1056387" cy="253199"/>
            </a:xfrm>
            <a:custGeom>
              <a:avLst/>
              <a:gdLst/>
              <a:ahLst/>
              <a:cxnLst/>
              <a:rect l="l" t="t" r="r" b="b"/>
              <a:pathLst>
                <a:path w="60922" h="14602" extrusionOk="0">
                  <a:moveTo>
                    <a:pt x="59985" y="876"/>
                  </a:moveTo>
                  <a:cubicBezTo>
                    <a:pt x="60001" y="1362"/>
                    <a:pt x="60021" y="1804"/>
                    <a:pt x="60037" y="2213"/>
                  </a:cubicBezTo>
                  <a:cubicBezTo>
                    <a:pt x="60171" y="5692"/>
                    <a:pt x="60204" y="6519"/>
                    <a:pt x="59332" y="7868"/>
                  </a:cubicBezTo>
                  <a:cubicBezTo>
                    <a:pt x="58384" y="9328"/>
                    <a:pt x="39395" y="13888"/>
                    <a:pt x="25746" y="13888"/>
                  </a:cubicBezTo>
                  <a:lnTo>
                    <a:pt x="25337" y="13888"/>
                  </a:lnTo>
                  <a:cubicBezTo>
                    <a:pt x="12831" y="13803"/>
                    <a:pt x="3803" y="9251"/>
                    <a:pt x="1958" y="6944"/>
                  </a:cubicBezTo>
                  <a:cubicBezTo>
                    <a:pt x="779" y="5465"/>
                    <a:pt x="1423" y="3065"/>
                    <a:pt x="1808" y="1630"/>
                  </a:cubicBezTo>
                  <a:cubicBezTo>
                    <a:pt x="1873" y="1370"/>
                    <a:pt x="1930" y="1163"/>
                    <a:pt x="1970" y="985"/>
                  </a:cubicBezTo>
                  <a:cubicBezTo>
                    <a:pt x="3499" y="1990"/>
                    <a:pt x="8485" y="4905"/>
                    <a:pt x="16783" y="6514"/>
                  </a:cubicBezTo>
                  <a:cubicBezTo>
                    <a:pt x="19927" y="7128"/>
                    <a:pt x="23769" y="7580"/>
                    <a:pt x="28256" y="7580"/>
                  </a:cubicBezTo>
                  <a:cubicBezTo>
                    <a:pt x="36675" y="7580"/>
                    <a:pt x="47365" y="5987"/>
                    <a:pt x="59985" y="876"/>
                  </a:cubicBezTo>
                  <a:close/>
                  <a:moveTo>
                    <a:pt x="1680" y="0"/>
                  </a:moveTo>
                  <a:cubicBezTo>
                    <a:pt x="1610" y="0"/>
                    <a:pt x="1539" y="22"/>
                    <a:pt x="1476" y="65"/>
                  </a:cubicBezTo>
                  <a:cubicBezTo>
                    <a:pt x="1354" y="146"/>
                    <a:pt x="1298" y="300"/>
                    <a:pt x="1334" y="446"/>
                  </a:cubicBezTo>
                  <a:cubicBezTo>
                    <a:pt x="1358" y="572"/>
                    <a:pt x="1225" y="1058"/>
                    <a:pt x="1119" y="1443"/>
                  </a:cubicBezTo>
                  <a:cubicBezTo>
                    <a:pt x="698" y="3008"/>
                    <a:pt x="0" y="5627"/>
                    <a:pt x="1403" y="7386"/>
                  </a:cubicBezTo>
                  <a:cubicBezTo>
                    <a:pt x="3385" y="9859"/>
                    <a:pt x="12429" y="14509"/>
                    <a:pt x="25325" y="14602"/>
                  </a:cubicBezTo>
                  <a:lnTo>
                    <a:pt x="25702" y="14602"/>
                  </a:lnTo>
                  <a:cubicBezTo>
                    <a:pt x="38435" y="14602"/>
                    <a:pt x="58639" y="10240"/>
                    <a:pt x="59928" y="8258"/>
                  </a:cubicBezTo>
                  <a:cubicBezTo>
                    <a:pt x="60921" y="6721"/>
                    <a:pt x="60889" y="5765"/>
                    <a:pt x="60747" y="2185"/>
                  </a:cubicBezTo>
                  <a:cubicBezTo>
                    <a:pt x="60727" y="1638"/>
                    <a:pt x="60698" y="1030"/>
                    <a:pt x="60678" y="349"/>
                  </a:cubicBezTo>
                  <a:cubicBezTo>
                    <a:pt x="60674" y="231"/>
                    <a:pt x="60613" y="126"/>
                    <a:pt x="60516" y="57"/>
                  </a:cubicBezTo>
                  <a:cubicBezTo>
                    <a:pt x="60457" y="23"/>
                    <a:pt x="60390" y="5"/>
                    <a:pt x="60321" y="5"/>
                  </a:cubicBezTo>
                  <a:cubicBezTo>
                    <a:pt x="60276" y="5"/>
                    <a:pt x="60231" y="12"/>
                    <a:pt x="60187" y="28"/>
                  </a:cubicBezTo>
                  <a:cubicBezTo>
                    <a:pt x="47459" y="5256"/>
                    <a:pt x="36703" y="6873"/>
                    <a:pt x="28265" y="6873"/>
                  </a:cubicBezTo>
                  <a:cubicBezTo>
                    <a:pt x="23846" y="6873"/>
                    <a:pt x="20063" y="6430"/>
                    <a:pt x="16966" y="5829"/>
                  </a:cubicBezTo>
                  <a:cubicBezTo>
                    <a:pt x="7200" y="3936"/>
                    <a:pt x="1942" y="114"/>
                    <a:pt x="1893" y="73"/>
                  </a:cubicBezTo>
                  <a:cubicBezTo>
                    <a:pt x="1831" y="25"/>
                    <a:pt x="1756" y="0"/>
                    <a:pt x="168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" name="Google Shape;5417;p73"/>
            <p:cNvSpPr/>
            <p:nvPr/>
          </p:nvSpPr>
          <p:spPr>
            <a:xfrm>
              <a:off x="3524106" y="2951208"/>
              <a:ext cx="29114" cy="248673"/>
            </a:xfrm>
            <a:custGeom>
              <a:avLst/>
              <a:gdLst/>
              <a:ahLst/>
              <a:cxnLst/>
              <a:rect l="l" t="t" r="r" b="b"/>
              <a:pathLst>
                <a:path w="1679" h="14341" extrusionOk="0">
                  <a:moveTo>
                    <a:pt x="461" y="1"/>
                  </a:moveTo>
                  <a:cubicBezTo>
                    <a:pt x="414" y="1"/>
                    <a:pt x="365" y="95"/>
                    <a:pt x="353" y="220"/>
                  </a:cubicBezTo>
                  <a:cubicBezTo>
                    <a:pt x="240" y="1387"/>
                    <a:pt x="134" y="2547"/>
                    <a:pt x="77" y="3718"/>
                  </a:cubicBezTo>
                  <a:cubicBezTo>
                    <a:pt x="21" y="4886"/>
                    <a:pt x="0" y="6057"/>
                    <a:pt x="57" y="7233"/>
                  </a:cubicBezTo>
                  <a:cubicBezTo>
                    <a:pt x="114" y="8409"/>
                    <a:pt x="252" y="9576"/>
                    <a:pt x="475" y="10731"/>
                  </a:cubicBezTo>
                  <a:cubicBezTo>
                    <a:pt x="702" y="11883"/>
                    <a:pt x="1014" y="13018"/>
                    <a:pt x="1415" y="14120"/>
                  </a:cubicBezTo>
                  <a:cubicBezTo>
                    <a:pt x="1464" y="14245"/>
                    <a:pt x="1531" y="14341"/>
                    <a:pt x="1589" y="14341"/>
                  </a:cubicBezTo>
                  <a:cubicBezTo>
                    <a:pt x="1593" y="14341"/>
                    <a:pt x="1597" y="14340"/>
                    <a:pt x="1602" y="14339"/>
                  </a:cubicBezTo>
                  <a:cubicBezTo>
                    <a:pt x="1662" y="14323"/>
                    <a:pt x="1679" y="14193"/>
                    <a:pt x="1630" y="14043"/>
                  </a:cubicBezTo>
                  <a:cubicBezTo>
                    <a:pt x="1281" y="12937"/>
                    <a:pt x="1006" y="11810"/>
                    <a:pt x="799" y="10671"/>
                  </a:cubicBezTo>
                  <a:cubicBezTo>
                    <a:pt x="588" y="9527"/>
                    <a:pt x="462" y="8372"/>
                    <a:pt x="414" y="7213"/>
                  </a:cubicBezTo>
                  <a:cubicBezTo>
                    <a:pt x="345" y="6057"/>
                    <a:pt x="357" y="4890"/>
                    <a:pt x="394" y="3726"/>
                  </a:cubicBezTo>
                  <a:cubicBezTo>
                    <a:pt x="426" y="2567"/>
                    <a:pt x="487" y="1404"/>
                    <a:pt x="544" y="236"/>
                  </a:cubicBezTo>
                  <a:cubicBezTo>
                    <a:pt x="548" y="114"/>
                    <a:pt x="519" y="13"/>
                    <a:pt x="467" y="1"/>
                  </a:cubicBezTo>
                  <a:cubicBezTo>
                    <a:pt x="465" y="1"/>
                    <a:pt x="463" y="1"/>
                    <a:pt x="4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" name="Google Shape;5418;p73"/>
            <p:cNvSpPr/>
            <p:nvPr/>
          </p:nvSpPr>
          <p:spPr>
            <a:xfrm>
              <a:off x="3483756" y="3099794"/>
              <a:ext cx="21033" cy="113906"/>
            </a:xfrm>
            <a:custGeom>
              <a:avLst/>
              <a:gdLst/>
              <a:ahLst/>
              <a:cxnLst/>
              <a:rect l="l" t="t" r="r" b="b"/>
              <a:pathLst>
                <a:path w="1213" h="6569" extrusionOk="0">
                  <a:moveTo>
                    <a:pt x="318" y="1"/>
                  </a:moveTo>
                  <a:cubicBezTo>
                    <a:pt x="267" y="1"/>
                    <a:pt x="223" y="39"/>
                    <a:pt x="215" y="87"/>
                  </a:cubicBezTo>
                  <a:cubicBezTo>
                    <a:pt x="102" y="622"/>
                    <a:pt x="37" y="1165"/>
                    <a:pt x="17" y="1708"/>
                  </a:cubicBezTo>
                  <a:cubicBezTo>
                    <a:pt x="0" y="2256"/>
                    <a:pt x="25" y="2803"/>
                    <a:pt x="86" y="3346"/>
                  </a:cubicBezTo>
                  <a:cubicBezTo>
                    <a:pt x="154" y="3889"/>
                    <a:pt x="260" y="4428"/>
                    <a:pt x="402" y="4960"/>
                  </a:cubicBezTo>
                  <a:cubicBezTo>
                    <a:pt x="548" y="5482"/>
                    <a:pt x="742" y="5997"/>
                    <a:pt x="977" y="6488"/>
                  </a:cubicBezTo>
                  <a:cubicBezTo>
                    <a:pt x="994" y="6538"/>
                    <a:pt x="1041" y="6569"/>
                    <a:pt x="1092" y="6569"/>
                  </a:cubicBezTo>
                  <a:cubicBezTo>
                    <a:pt x="1102" y="6569"/>
                    <a:pt x="1113" y="6568"/>
                    <a:pt x="1123" y="6565"/>
                  </a:cubicBezTo>
                  <a:cubicBezTo>
                    <a:pt x="1184" y="6536"/>
                    <a:pt x="1213" y="6468"/>
                    <a:pt x="1188" y="6403"/>
                  </a:cubicBezTo>
                  <a:cubicBezTo>
                    <a:pt x="1006" y="5900"/>
                    <a:pt x="852" y="5389"/>
                    <a:pt x="722" y="4874"/>
                  </a:cubicBezTo>
                  <a:cubicBezTo>
                    <a:pt x="592" y="4356"/>
                    <a:pt x="499" y="3833"/>
                    <a:pt x="438" y="3306"/>
                  </a:cubicBezTo>
                  <a:cubicBezTo>
                    <a:pt x="369" y="2779"/>
                    <a:pt x="333" y="2248"/>
                    <a:pt x="333" y="1716"/>
                  </a:cubicBezTo>
                  <a:cubicBezTo>
                    <a:pt x="329" y="1181"/>
                    <a:pt x="353" y="650"/>
                    <a:pt x="410" y="119"/>
                  </a:cubicBezTo>
                  <a:cubicBezTo>
                    <a:pt x="418" y="67"/>
                    <a:pt x="386" y="14"/>
                    <a:pt x="333" y="2"/>
                  </a:cubicBezTo>
                  <a:cubicBezTo>
                    <a:pt x="328" y="1"/>
                    <a:pt x="323" y="1"/>
                    <a:pt x="31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" name="Google Shape;5419;p73"/>
            <p:cNvSpPr/>
            <p:nvPr/>
          </p:nvSpPr>
          <p:spPr>
            <a:xfrm>
              <a:off x="3442920" y="3135133"/>
              <a:ext cx="21103" cy="91625"/>
            </a:xfrm>
            <a:custGeom>
              <a:avLst/>
              <a:gdLst/>
              <a:ahLst/>
              <a:cxnLst/>
              <a:rect l="l" t="t" r="r" b="b"/>
              <a:pathLst>
                <a:path w="1217" h="5284" extrusionOk="0">
                  <a:moveTo>
                    <a:pt x="229" y="0"/>
                  </a:moveTo>
                  <a:cubicBezTo>
                    <a:pt x="185" y="0"/>
                    <a:pt x="145" y="30"/>
                    <a:pt x="138" y="72"/>
                  </a:cubicBezTo>
                  <a:cubicBezTo>
                    <a:pt x="53" y="510"/>
                    <a:pt x="4" y="951"/>
                    <a:pt x="0" y="1393"/>
                  </a:cubicBezTo>
                  <a:cubicBezTo>
                    <a:pt x="0" y="1843"/>
                    <a:pt x="37" y="2285"/>
                    <a:pt x="102" y="2727"/>
                  </a:cubicBezTo>
                  <a:cubicBezTo>
                    <a:pt x="179" y="3165"/>
                    <a:pt x="288" y="3599"/>
                    <a:pt x="434" y="4020"/>
                  </a:cubicBezTo>
                  <a:cubicBezTo>
                    <a:pt x="580" y="4442"/>
                    <a:pt x="766" y="4847"/>
                    <a:pt x="989" y="5232"/>
                  </a:cubicBezTo>
                  <a:cubicBezTo>
                    <a:pt x="1009" y="5264"/>
                    <a:pt x="1046" y="5283"/>
                    <a:pt x="1084" y="5283"/>
                  </a:cubicBezTo>
                  <a:cubicBezTo>
                    <a:pt x="1100" y="5283"/>
                    <a:pt x="1116" y="5280"/>
                    <a:pt x="1131" y="5273"/>
                  </a:cubicBezTo>
                  <a:cubicBezTo>
                    <a:pt x="1188" y="5248"/>
                    <a:pt x="1216" y="5184"/>
                    <a:pt x="1192" y="5127"/>
                  </a:cubicBezTo>
                  <a:cubicBezTo>
                    <a:pt x="1022" y="4730"/>
                    <a:pt x="872" y="4328"/>
                    <a:pt x="746" y="3919"/>
                  </a:cubicBezTo>
                  <a:cubicBezTo>
                    <a:pt x="616" y="3509"/>
                    <a:pt x="519" y="3092"/>
                    <a:pt x="454" y="2666"/>
                  </a:cubicBezTo>
                  <a:cubicBezTo>
                    <a:pt x="373" y="2245"/>
                    <a:pt x="329" y="1819"/>
                    <a:pt x="316" y="1389"/>
                  </a:cubicBezTo>
                  <a:cubicBezTo>
                    <a:pt x="296" y="959"/>
                    <a:pt x="300" y="530"/>
                    <a:pt x="333" y="100"/>
                  </a:cubicBezTo>
                  <a:cubicBezTo>
                    <a:pt x="333" y="51"/>
                    <a:pt x="296" y="11"/>
                    <a:pt x="252" y="3"/>
                  </a:cubicBezTo>
                  <a:cubicBezTo>
                    <a:pt x="244" y="1"/>
                    <a:pt x="236" y="0"/>
                    <a:pt x="22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" name="Google Shape;5420;p73"/>
            <p:cNvSpPr/>
            <p:nvPr/>
          </p:nvSpPr>
          <p:spPr>
            <a:xfrm>
              <a:off x="3237164" y="4075984"/>
              <a:ext cx="163950" cy="14704"/>
            </a:xfrm>
            <a:custGeom>
              <a:avLst/>
              <a:gdLst/>
              <a:ahLst/>
              <a:cxnLst/>
              <a:rect l="l" t="t" r="r" b="b"/>
              <a:pathLst>
                <a:path w="9455" h="848" extrusionOk="0">
                  <a:moveTo>
                    <a:pt x="136" y="1"/>
                  </a:moveTo>
                  <a:cubicBezTo>
                    <a:pt x="77" y="1"/>
                    <a:pt x="27" y="22"/>
                    <a:pt x="17" y="65"/>
                  </a:cubicBezTo>
                  <a:cubicBezTo>
                    <a:pt x="1" y="113"/>
                    <a:pt x="57" y="174"/>
                    <a:pt x="143" y="195"/>
                  </a:cubicBezTo>
                  <a:cubicBezTo>
                    <a:pt x="888" y="369"/>
                    <a:pt x="1642" y="519"/>
                    <a:pt x="2400" y="616"/>
                  </a:cubicBezTo>
                  <a:cubicBezTo>
                    <a:pt x="3163" y="713"/>
                    <a:pt x="3933" y="795"/>
                    <a:pt x="4699" y="823"/>
                  </a:cubicBezTo>
                  <a:cubicBezTo>
                    <a:pt x="5080" y="839"/>
                    <a:pt x="5463" y="847"/>
                    <a:pt x="5847" y="847"/>
                  </a:cubicBezTo>
                  <a:cubicBezTo>
                    <a:pt x="6230" y="847"/>
                    <a:pt x="6614" y="839"/>
                    <a:pt x="6998" y="823"/>
                  </a:cubicBezTo>
                  <a:cubicBezTo>
                    <a:pt x="7768" y="790"/>
                    <a:pt x="8534" y="718"/>
                    <a:pt x="9292" y="612"/>
                  </a:cubicBezTo>
                  <a:cubicBezTo>
                    <a:pt x="9385" y="596"/>
                    <a:pt x="9454" y="547"/>
                    <a:pt x="9454" y="486"/>
                  </a:cubicBezTo>
                  <a:cubicBezTo>
                    <a:pt x="9454" y="430"/>
                    <a:pt x="9381" y="384"/>
                    <a:pt x="9290" y="384"/>
                  </a:cubicBezTo>
                  <a:cubicBezTo>
                    <a:pt x="9282" y="384"/>
                    <a:pt x="9275" y="384"/>
                    <a:pt x="9268" y="385"/>
                  </a:cubicBezTo>
                  <a:cubicBezTo>
                    <a:pt x="8510" y="446"/>
                    <a:pt x="7743" y="474"/>
                    <a:pt x="6989" y="495"/>
                  </a:cubicBezTo>
                  <a:cubicBezTo>
                    <a:pt x="6772" y="500"/>
                    <a:pt x="6554" y="503"/>
                    <a:pt x="6336" y="503"/>
                  </a:cubicBezTo>
                  <a:cubicBezTo>
                    <a:pt x="5796" y="503"/>
                    <a:pt x="5254" y="488"/>
                    <a:pt x="4711" y="470"/>
                  </a:cubicBezTo>
                  <a:cubicBezTo>
                    <a:pt x="3953" y="446"/>
                    <a:pt x="3191" y="377"/>
                    <a:pt x="2437" y="304"/>
                  </a:cubicBezTo>
                  <a:cubicBezTo>
                    <a:pt x="1683" y="227"/>
                    <a:pt x="929" y="126"/>
                    <a:pt x="179" y="4"/>
                  </a:cubicBezTo>
                  <a:cubicBezTo>
                    <a:pt x="165" y="2"/>
                    <a:pt x="150" y="1"/>
                    <a:pt x="13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" name="Google Shape;5421;p73"/>
            <p:cNvSpPr/>
            <p:nvPr/>
          </p:nvSpPr>
          <p:spPr>
            <a:xfrm>
              <a:off x="3267457" y="4045258"/>
              <a:ext cx="98509" cy="9641"/>
            </a:xfrm>
            <a:custGeom>
              <a:avLst/>
              <a:gdLst/>
              <a:ahLst/>
              <a:cxnLst/>
              <a:rect l="l" t="t" r="r" b="b"/>
              <a:pathLst>
                <a:path w="5681" h="556" extrusionOk="0">
                  <a:moveTo>
                    <a:pt x="114" y="0"/>
                  </a:moveTo>
                  <a:cubicBezTo>
                    <a:pt x="62" y="0"/>
                    <a:pt x="21" y="33"/>
                    <a:pt x="13" y="82"/>
                  </a:cubicBezTo>
                  <a:cubicBezTo>
                    <a:pt x="1" y="134"/>
                    <a:pt x="37" y="183"/>
                    <a:pt x="86" y="195"/>
                  </a:cubicBezTo>
                  <a:cubicBezTo>
                    <a:pt x="540" y="280"/>
                    <a:pt x="994" y="357"/>
                    <a:pt x="1452" y="402"/>
                  </a:cubicBezTo>
                  <a:cubicBezTo>
                    <a:pt x="1906" y="446"/>
                    <a:pt x="2356" y="507"/>
                    <a:pt x="2818" y="523"/>
                  </a:cubicBezTo>
                  <a:cubicBezTo>
                    <a:pt x="3280" y="540"/>
                    <a:pt x="3734" y="556"/>
                    <a:pt x="4197" y="556"/>
                  </a:cubicBezTo>
                  <a:cubicBezTo>
                    <a:pt x="4659" y="556"/>
                    <a:pt x="5113" y="536"/>
                    <a:pt x="5575" y="499"/>
                  </a:cubicBezTo>
                  <a:cubicBezTo>
                    <a:pt x="5632" y="495"/>
                    <a:pt x="5676" y="450"/>
                    <a:pt x="5676" y="394"/>
                  </a:cubicBezTo>
                  <a:cubicBezTo>
                    <a:pt x="5680" y="329"/>
                    <a:pt x="5632" y="276"/>
                    <a:pt x="5571" y="276"/>
                  </a:cubicBezTo>
                  <a:lnTo>
                    <a:pt x="4201" y="223"/>
                  </a:lnTo>
                  <a:cubicBezTo>
                    <a:pt x="3747" y="215"/>
                    <a:pt x="3297" y="191"/>
                    <a:pt x="2839" y="171"/>
                  </a:cubicBezTo>
                  <a:cubicBezTo>
                    <a:pt x="2384" y="150"/>
                    <a:pt x="1930" y="122"/>
                    <a:pt x="1476" y="94"/>
                  </a:cubicBezTo>
                  <a:lnTo>
                    <a:pt x="114" y="0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" name="Google Shape;5422;p73"/>
            <p:cNvSpPr/>
            <p:nvPr/>
          </p:nvSpPr>
          <p:spPr>
            <a:xfrm>
              <a:off x="2928303" y="2862410"/>
              <a:ext cx="172221" cy="139431"/>
            </a:xfrm>
            <a:custGeom>
              <a:avLst/>
              <a:gdLst/>
              <a:ahLst/>
              <a:cxnLst/>
              <a:rect l="l" t="t" r="r" b="b"/>
              <a:pathLst>
                <a:path w="9932" h="8041" extrusionOk="0">
                  <a:moveTo>
                    <a:pt x="125" y="1"/>
                  </a:moveTo>
                  <a:cubicBezTo>
                    <a:pt x="76" y="1"/>
                    <a:pt x="32" y="90"/>
                    <a:pt x="24" y="209"/>
                  </a:cubicBezTo>
                  <a:cubicBezTo>
                    <a:pt x="0" y="1320"/>
                    <a:pt x="511" y="2378"/>
                    <a:pt x="1257" y="3192"/>
                  </a:cubicBezTo>
                  <a:cubicBezTo>
                    <a:pt x="2003" y="4007"/>
                    <a:pt x="2939" y="4591"/>
                    <a:pt x="3880" y="5110"/>
                  </a:cubicBezTo>
                  <a:lnTo>
                    <a:pt x="6746" y="6573"/>
                  </a:lnTo>
                  <a:cubicBezTo>
                    <a:pt x="7702" y="7052"/>
                    <a:pt x="8667" y="7526"/>
                    <a:pt x="9628" y="7992"/>
                  </a:cubicBezTo>
                  <a:cubicBezTo>
                    <a:pt x="9693" y="8024"/>
                    <a:pt x="9758" y="8040"/>
                    <a:pt x="9808" y="8040"/>
                  </a:cubicBezTo>
                  <a:cubicBezTo>
                    <a:pt x="9848" y="8040"/>
                    <a:pt x="9879" y="8030"/>
                    <a:pt x="9896" y="8008"/>
                  </a:cubicBezTo>
                  <a:cubicBezTo>
                    <a:pt x="9932" y="7956"/>
                    <a:pt x="9855" y="7862"/>
                    <a:pt x="9733" y="7789"/>
                  </a:cubicBezTo>
                  <a:cubicBezTo>
                    <a:pt x="8793" y="7279"/>
                    <a:pt x="7844" y="6776"/>
                    <a:pt x="6896" y="6281"/>
                  </a:cubicBezTo>
                  <a:lnTo>
                    <a:pt x="4050" y="4794"/>
                  </a:lnTo>
                  <a:cubicBezTo>
                    <a:pt x="3118" y="4303"/>
                    <a:pt x="2189" y="3736"/>
                    <a:pt x="1484" y="2982"/>
                  </a:cubicBezTo>
                  <a:cubicBezTo>
                    <a:pt x="783" y="2228"/>
                    <a:pt x="256" y="1255"/>
                    <a:pt x="219" y="205"/>
                  </a:cubicBezTo>
                  <a:cubicBezTo>
                    <a:pt x="219" y="103"/>
                    <a:pt x="183" y="10"/>
                    <a:pt x="134" y="2"/>
                  </a:cubicBezTo>
                  <a:cubicBezTo>
                    <a:pt x="131" y="1"/>
                    <a:pt x="128" y="1"/>
                    <a:pt x="12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" name="Google Shape;5423;p73"/>
            <p:cNvSpPr/>
            <p:nvPr/>
          </p:nvSpPr>
          <p:spPr>
            <a:xfrm>
              <a:off x="2879301" y="3762165"/>
              <a:ext cx="102289" cy="194503"/>
            </a:xfrm>
            <a:custGeom>
              <a:avLst/>
              <a:gdLst/>
              <a:ahLst/>
              <a:cxnLst/>
              <a:rect l="l" t="t" r="r" b="b"/>
              <a:pathLst>
                <a:path w="5899" h="11217" extrusionOk="0">
                  <a:moveTo>
                    <a:pt x="5793" y="0"/>
                  </a:moveTo>
                  <a:cubicBezTo>
                    <a:pt x="5736" y="0"/>
                    <a:pt x="5679" y="97"/>
                    <a:pt x="5660" y="225"/>
                  </a:cubicBezTo>
                  <a:cubicBezTo>
                    <a:pt x="5518" y="1242"/>
                    <a:pt x="5291" y="2252"/>
                    <a:pt x="4979" y="3233"/>
                  </a:cubicBezTo>
                  <a:cubicBezTo>
                    <a:pt x="4675" y="4214"/>
                    <a:pt x="4281" y="5166"/>
                    <a:pt x="3803" y="6078"/>
                  </a:cubicBezTo>
                  <a:cubicBezTo>
                    <a:pt x="3341" y="6995"/>
                    <a:pt x="2798" y="7870"/>
                    <a:pt x="2173" y="8685"/>
                  </a:cubicBezTo>
                  <a:cubicBezTo>
                    <a:pt x="1553" y="9512"/>
                    <a:pt x="864" y="10282"/>
                    <a:pt x="114" y="10992"/>
                  </a:cubicBezTo>
                  <a:cubicBezTo>
                    <a:pt x="41" y="11065"/>
                    <a:pt x="1" y="11150"/>
                    <a:pt x="29" y="11194"/>
                  </a:cubicBezTo>
                  <a:cubicBezTo>
                    <a:pt x="40" y="11209"/>
                    <a:pt x="57" y="11216"/>
                    <a:pt x="79" y="11216"/>
                  </a:cubicBezTo>
                  <a:cubicBezTo>
                    <a:pt x="124" y="11216"/>
                    <a:pt x="186" y="11188"/>
                    <a:pt x="248" y="11134"/>
                  </a:cubicBezTo>
                  <a:cubicBezTo>
                    <a:pt x="1046" y="10457"/>
                    <a:pt x="1772" y="9698"/>
                    <a:pt x="2421" y="8880"/>
                  </a:cubicBezTo>
                  <a:cubicBezTo>
                    <a:pt x="3065" y="8053"/>
                    <a:pt x="3637" y="7169"/>
                    <a:pt x="4123" y="6245"/>
                  </a:cubicBezTo>
                  <a:cubicBezTo>
                    <a:pt x="4598" y="5308"/>
                    <a:pt x="4991" y="4335"/>
                    <a:pt x="5295" y="3330"/>
                  </a:cubicBezTo>
                  <a:cubicBezTo>
                    <a:pt x="5595" y="2325"/>
                    <a:pt x="5789" y="1295"/>
                    <a:pt x="5883" y="249"/>
                  </a:cubicBezTo>
                  <a:cubicBezTo>
                    <a:pt x="5899" y="123"/>
                    <a:pt x="5866" y="18"/>
                    <a:pt x="5806" y="2"/>
                  </a:cubicBezTo>
                  <a:cubicBezTo>
                    <a:pt x="5801" y="1"/>
                    <a:pt x="5797" y="0"/>
                    <a:pt x="579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" name="Google Shape;5424;p73"/>
            <p:cNvSpPr/>
            <p:nvPr/>
          </p:nvSpPr>
          <p:spPr>
            <a:xfrm>
              <a:off x="2948609" y="3804787"/>
              <a:ext cx="52887" cy="105757"/>
            </a:xfrm>
            <a:custGeom>
              <a:avLst/>
              <a:gdLst/>
              <a:ahLst/>
              <a:cxnLst/>
              <a:rect l="l" t="t" r="r" b="b"/>
              <a:pathLst>
                <a:path w="3050" h="6099" extrusionOk="0">
                  <a:moveTo>
                    <a:pt x="2935" y="1"/>
                  </a:moveTo>
                  <a:cubicBezTo>
                    <a:pt x="2880" y="1"/>
                    <a:pt x="2828" y="38"/>
                    <a:pt x="2814" y="94"/>
                  </a:cubicBezTo>
                  <a:cubicBezTo>
                    <a:pt x="2644" y="608"/>
                    <a:pt x="2453" y="1119"/>
                    <a:pt x="2259" y="1622"/>
                  </a:cubicBezTo>
                  <a:cubicBezTo>
                    <a:pt x="2068" y="2125"/>
                    <a:pt x="1833" y="2615"/>
                    <a:pt x="1610" y="3106"/>
                  </a:cubicBezTo>
                  <a:cubicBezTo>
                    <a:pt x="1387" y="3600"/>
                    <a:pt x="1132" y="4074"/>
                    <a:pt x="868" y="4545"/>
                  </a:cubicBezTo>
                  <a:cubicBezTo>
                    <a:pt x="605" y="5019"/>
                    <a:pt x="325" y="5485"/>
                    <a:pt x="29" y="5939"/>
                  </a:cubicBezTo>
                  <a:cubicBezTo>
                    <a:pt x="1" y="5980"/>
                    <a:pt x="5" y="6041"/>
                    <a:pt x="41" y="6077"/>
                  </a:cubicBezTo>
                  <a:cubicBezTo>
                    <a:pt x="59" y="6091"/>
                    <a:pt x="80" y="6098"/>
                    <a:pt x="102" y="6098"/>
                  </a:cubicBezTo>
                  <a:cubicBezTo>
                    <a:pt x="135" y="6098"/>
                    <a:pt x="168" y="6082"/>
                    <a:pt x="187" y="6053"/>
                  </a:cubicBezTo>
                  <a:cubicBezTo>
                    <a:pt x="528" y="5619"/>
                    <a:pt x="844" y="5169"/>
                    <a:pt x="1136" y="4703"/>
                  </a:cubicBezTo>
                  <a:cubicBezTo>
                    <a:pt x="1424" y="4237"/>
                    <a:pt x="1687" y="3754"/>
                    <a:pt x="1930" y="3260"/>
                  </a:cubicBezTo>
                  <a:cubicBezTo>
                    <a:pt x="2169" y="2761"/>
                    <a:pt x="2384" y="2254"/>
                    <a:pt x="2567" y="1739"/>
                  </a:cubicBezTo>
                  <a:cubicBezTo>
                    <a:pt x="2753" y="1221"/>
                    <a:pt x="2907" y="690"/>
                    <a:pt x="3029" y="154"/>
                  </a:cubicBezTo>
                  <a:cubicBezTo>
                    <a:pt x="3049" y="94"/>
                    <a:pt x="3021" y="33"/>
                    <a:pt x="2964" y="4"/>
                  </a:cubicBezTo>
                  <a:cubicBezTo>
                    <a:pt x="2954" y="2"/>
                    <a:pt x="2945" y="1"/>
                    <a:pt x="29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" name="Google Shape;5425;p73"/>
            <p:cNvSpPr/>
            <p:nvPr/>
          </p:nvSpPr>
          <p:spPr>
            <a:xfrm>
              <a:off x="2837893" y="2947844"/>
              <a:ext cx="68493" cy="530517"/>
            </a:xfrm>
            <a:custGeom>
              <a:avLst/>
              <a:gdLst/>
              <a:ahLst/>
              <a:cxnLst/>
              <a:rect l="l" t="t" r="r" b="b"/>
              <a:pathLst>
                <a:path w="3950" h="30595" extrusionOk="0">
                  <a:moveTo>
                    <a:pt x="3888" y="0"/>
                  </a:moveTo>
                  <a:cubicBezTo>
                    <a:pt x="3837" y="0"/>
                    <a:pt x="3731" y="184"/>
                    <a:pt x="3645" y="426"/>
                  </a:cubicBezTo>
                  <a:cubicBezTo>
                    <a:pt x="2753" y="2773"/>
                    <a:pt x="2028" y="5177"/>
                    <a:pt x="1468" y="7626"/>
                  </a:cubicBezTo>
                  <a:cubicBezTo>
                    <a:pt x="913" y="10074"/>
                    <a:pt x="520" y="12555"/>
                    <a:pt x="285" y="15052"/>
                  </a:cubicBezTo>
                  <a:cubicBezTo>
                    <a:pt x="62" y="17553"/>
                    <a:pt x="1" y="20067"/>
                    <a:pt x="106" y="22572"/>
                  </a:cubicBezTo>
                  <a:cubicBezTo>
                    <a:pt x="208" y="25081"/>
                    <a:pt x="487" y="27578"/>
                    <a:pt x="937" y="30047"/>
                  </a:cubicBezTo>
                  <a:cubicBezTo>
                    <a:pt x="990" y="30347"/>
                    <a:pt x="1071" y="30586"/>
                    <a:pt x="1136" y="30594"/>
                  </a:cubicBezTo>
                  <a:cubicBezTo>
                    <a:pt x="1137" y="30595"/>
                    <a:pt x="1139" y="30595"/>
                    <a:pt x="1140" y="30595"/>
                  </a:cubicBezTo>
                  <a:cubicBezTo>
                    <a:pt x="1201" y="30595"/>
                    <a:pt x="1212" y="30336"/>
                    <a:pt x="1160" y="30015"/>
                  </a:cubicBezTo>
                  <a:cubicBezTo>
                    <a:pt x="763" y="27546"/>
                    <a:pt x="524" y="25061"/>
                    <a:pt x="435" y="22564"/>
                  </a:cubicBezTo>
                  <a:cubicBezTo>
                    <a:pt x="256" y="17570"/>
                    <a:pt x="706" y="12575"/>
                    <a:pt x="1772" y="7690"/>
                  </a:cubicBezTo>
                  <a:cubicBezTo>
                    <a:pt x="2308" y="5250"/>
                    <a:pt x="2993" y="2846"/>
                    <a:pt x="3828" y="491"/>
                  </a:cubicBezTo>
                  <a:cubicBezTo>
                    <a:pt x="3909" y="248"/>
                    <a:pt x="3949" y="41"/>
                    <a:pt x="3901" y="4"/>
                  </a:cubicBezTo>
                  <a:cubicBezTo>
                    <a:pt x="3897" y="1"/>
                    <a:pt x="3893" y="0"/>
                    <a:pt x="38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" name="Google Shape;5426;p73"/>
            <p:cNvSpPr/>
            <p:nvPr/>
          </p:nvSpPr>
          <p:spPr>
            <a:xfrm>
              <a:off x="2868411" y="2985853"/>
              <a:ext cx="51396" cy="222247"/>
            </a:xfrm>
            <a:custGeom>
              <a:avLst/>
              <a:gdLst/>
              <a:ahLst/>
              <a:cxnLst/>
              <a:rect l="l" t="t" r="r" b="b"/>
              <a:pathLst>
                <a:path w="2964" h="12817" extrusionOk="0">
                  <a:moveTo>
                    <a:pt x="2891" y="1"/>
                  </a:moveTo>
                  <a:cubicBezTo>
                    <a:pt x="2844" y="1"/>
                    <a:pt x="2783" y="68"/>
                    <a:pt x="2745" y="164"/>
                  </a:cubicBezTo>
                  <a:cubicBezTo>
                    <a:pt x="2343" y="1149"/>
                    <a:pt x="1987" y="2150"/>
                    <a:pt x="1670" y="3163"/>
                  </a:cubicBezTo>
                  <a:cubicBezTo>
                    <a:pt x="1358" y="4181"/>
                    <a:pt x="1087" y="5211"/>
                    <a:pt x="856" y="6248"/>
                  </a:cubicBezTo>
                  <a:cubicBezTo>
                    <a:pt x="629" y="7290"/>
                    <a:pt x="442" y="8336"/>
                    <a:pt x="296" y="9390"/>
                  </a:cubicBezTo>
                  <a:cubicBezTo>
                    <a:pt x="150" y="10444"/>
                    <a:pt x="53" y="11506"/>
                    <a:pt x="4" y="12568"/>
                  </a:cubicBezTo>
                  <a:cubicBezTo>
                    <a:pt x="0" y="12694"/>
                    <a:pt x="33" y="12807"/>
                    <a:pt x="94" y="12816"/>
                  </a:cubicBezTo>
                  <a:cubicBezTo>
                    <a:pt x="97" y="12816"/>
                    <a:pt x="100" y="12817"/>
                    <a:pt x="103" y="12817"/>
                  </a:cubicBezTo>
                  <a:cubicBezTo>
                    <a:pt x="161" y="12817"/>
                    <a:pt x="216" y="12719"/>
                    <a:pt x="231" y="12585"/>
                  </a:cubicBezTo>
                  <a:cubicBezTo>
                    <a:pt x="333" y="11531"/>
                    <a:pt x="466" y="10481"/>
                    <a:pt x="621" y="9439"/>
                  </a:cubicBezTo>
                  <a:cubicBezTo>
                    <a:pt x="779" y="8393"/>
                    <a:pt x="977" y="7359"/>
                    <a:pt x="1200" y="6325"/>
                  </a:cubicBezTo>
                  <a:cubicBezTo>
                    <a:pt x="1423" y="5292"/>
                    <a:pt x="1674" y="4270"/>
                    <a:pt x="1970" y="3257"/>
                  </a:cubicBezTo>
                  <a:cubicBezTo>
                    <a:pt x="2258" y="2243"/>
                    <a:pt x="2578" y="1234"/>
                    <a:pt x="2923" y="229"/>
                  </a:cubicBezTo>
                  <a:cubicBezTo>
                    <a:pt x="2960" y="127"/>
                    <a:pt x="2964" y="34"/>
                    <a:pt x="2911" y="6"/>
                  </a:cubicBezTo>
                  <a:cubicBezTo>
                    <a:pt x="2905" y="2"/>
                    <a:pt x="2898" y="1"/>
                    <a:pt x="289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" name="Google Shape;5427;p73"/>
            <p:cNvSpPr/>
            <p:nvPr/>
          </p:nvSpPr>
          <p:spPr>
            <a:xfrm>
              <a:off x="3153463" y="3086737"/>
              <a:ext cx="94902" cy="122299"/>
            </a:xfrm>
            <a:custGeom>
              <a:avLst/>
              <a:gdLst/>
              <a:ahLst/>
              <a:cxnLst/>
              <a:rect l="l" t="t" r="r" b="b"/>
              <a:pathLst>
                <a:path w="5473" h="7053" extrusionOk="0">
                  <a:moveTo>
                    <a:pt x="2832" y="4057"/>
                  </a:moveTo>
                  <a:cubicBezTo>
                    <a:pt x="2874" y="4057"/>
                    <a:pt x="2918" y="4060"/>
                    <a:pt x="2963" y="4067"/>
                  </a:cubicBezTo>
                  <a:cubicBezTo>
                    <a:pt x="3924" y="4209"/>
                    <a:pt x="4041" y="5640"/>
                    <a:pt x="2825" y="5810"/>
                  </a:cubicBezTo>
                  <a:cubicBezTo>
                    <a:pt x="2779" y="5816"/>
                    <a:pt x="2735" y="5819"/>
                    <a:pt x="2693" y="5819"/>
                  </a:cubicBezTo>
                  <a:cubicBezTo>
                    <a:pt x="1667" y="5819"/>
                    <a:pt x="1849" y="4057"/>
                    <a:pt x="2832" y="4057"/>
                  </a:cubicBezTo>
                  <a:close/>
                  <a:moveTo>
                    <a:pt x="2501" y="1"/>
                  </a:moveTo>
                  <a:cubicBezTo>
                    <a:pt x="1930" y="1"/>
                    <a:pt x="0" y="6086"/>
                    <a:pt x="389" y="6552"/>
                  </a:cubicBezTo>
                  <a:cubicBezTo>
                    <a:pt x="627" y="6837"/>
                    <a:pt x="2066" y="7052"/>
                    <a:pt x="3273" y="7052"/>
                  </a:cubicBezTo>
                  <a:cubicBezTo>
                    <a:pt x="4039" y="7052"/>
                    <a:pt x="4712" y="6965"/>
                    <a:pt x="4925" y="6754"/>
                  </a:cubicBezTo>
                  <a:cubicBezTo>
                    <a:pt x="5472" y="6215"/>
                    <a:pt x="4317" y="301"/>
                    <a:pt x="3916" y="167"/>
                  </a:cubicBezTo>
                  <a:cubicBezTo>
                    <a:pt x="3518" y="33"/>
                    <a:pt x="2505" y="1"/>
                    <a:pt x="2505" y="1"/>
                  </a:cubicBezTo>
                  <a:cubicBezTo>
                    <a:pt x="2504" y="1"/>
                    <a:pt x="2503" y="1"/>
                    <a:pt x="25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" name="Google Shape;5428;p73"/>
            <p:cNvSpPr/>
            <p:nvPr/>
          </p:nvSpPr>
          <p:spPr>
            <a:xfrm>
              <a:off x="3145851" y="3080547"/>
              <a:ext cx="109467" cy="134714"/>
            </a:xfrm>
            <a:custGeom>
              <a:avLst/>
              <a:gdLst/>
              <a:ahLst/>
              <a:cxnLst/>
              <a:rect l="l" t="t" r="r" b="b"/>
              <a:pathLst>
                <a:path w="6313" h="7769" extrusionOk="0">
                  <a:moveTo>
                    <a:pt x="3268" y="4764"/>
                  </a:moveTo>
                  <a:lnTo>
                    <a:pt x="3345" y="4772"/>
                  </a:lnTo>
                  <a:cubicBezTo>
                    <a:pt x="3605" y="4797"/>
                    <a:pt x="3799" y="5020"/>
                    <a:pt x="3795" y="5279"/>
                  </a:cubicBezTo>
                  <a:cubicBezTo>
                    <a:pt x="3791" y="5563"/>
                    <a:pt x="3580" y="5766"/>
                    <a:pt x="3215" y="5814"/>
                  </a:cubicBezTo>
                  <a:cubicBezTo>
                    <a:pt x="3188" y="5817"/>
                    <a:pt x="3163" y="5819"/>
                    <a:pt x="3140" y="5819"/>
                  </a:cubicBezTo>
                  <a:cubicBezTo>
                    <a:pt x="2977" y="5819"/>
                    <a:pt x="2910" y="5749"/>
                    <a:pt x="2871" y="5688"/>
                  </a:cubicBezTo>
                  <a:cubicBezTo>
                    <a:pt x="2757" y="5510"/>
                    <a:pt x="2802" y="5149"/>
                    <a:pt x="2919" y="4975"/>
                  </a:cubicBezTo>
                  <a:cubicBezTo>
                    <a:pt x="3037" y="4797"/>
                    <a:pt x="3175" y="4764"/>
                    <a:pt x="3268" y="4764"/>
                  </a:cubicBezTo>
                  <a:close/>
                  <a:moveTo>
                    <a:pt x="3270" y="4052"/>
                  </a:moveTo>
                  <a:cubicBezTo>
                    <a:pt x="2888" y="4052"/>
                    <a:pt x="2527" y="4249"/>
                    <a:pt x="2324" y="4582"/>
                  </a:cubicBezTo>
                  <a:cubicBezTo>
                    <a:pt x="2032" y="5036"/>
                    <a:pt x="2007" y="5660"/>
                    <a:pt x="2271" y="6070"/>
                  </a:cubicBezTo>
                  <a:cubicBezTo>
                    <a:pt x="2453" y="6359"/>
                    <a:pt x="2771" y="6532"/>
                    <a:pt x="3111" y="6532"/>
                  </a:cubicBezTo>
                  <a:cubicBezTo>
                    <a:pt x="3119" y="6532"/>
                    <a:pt x="3127" y="6532"/>
                    <a:pt x="3134" y="6532"/>
                  </a:cubicBezTo>
                  <a:cubicBezTo>
                    <a:pt x="3191" y="6528"/>
                    <a:pt x="3252" y="6524"/>
                    <a:pt x="3309" y="6515"/>
                  </a:cubicBezTo>
                  <a:cubicBezTo>
                    <a:pt x="4132" y="6402"/>
                    <a:pt x="4500" y="5814"/>
                    <a:pt x="4505" y="5283"/>
                  </a:cubicBezTo>
                  <a:cubicBezTo>
                    <a:pt x="4509" y="4671"/>
                    <a:pt x="4059" y="4152"/>
                    <a:pt x="3451" y="4067"/>
                  </a:cubicBezTo>
                  <a:cubicBezTo>
                    <a:pt x="3390" y="4057"/>
                    <a:pt x="3330" y="4052"/>
                    <a:pt x="3270" y="4052"/>
                  </a:cubicBezTo>
                  <a:close/>
                  <a:moveTo>
                    <a:pt x="3029" y="719"/>
                  </a:moveTo>
                  <a:cubicBezTo>
                    <a:pt x="3373" y="731"/>
                    <a:pt x="3888" y="775"/>
                    <a:pt x="4156" y="832"/>
                  </a:cubicBezTo>
                  <a:cubicBezTo>
                    <a:pt x="4565" y="1578"/>
                    <a:pt x="5400" y="6317"/>
                    <a:pt x="5113" y="6860"/>
                  </a:cubicBezTo>
                  <a:cubicBezTo>
                    <a:pt x="4967" y="6995"/>
                    <a:pt x="4387" y="7054"/>
                    <a:pt x="3709" y="7054"/>
                  </a:cubicBezTo>
                  <a:cubicBezTo>
                    <a:pt x="2691" y="7054"/>
                    <a:pt x="1453" y="6920"/>
                    <a:pt x="1132" y="6706"/>
                  </a:cubicBezTo>
                  <a:cubicBezTo>
                    <a:pt x="1034" y="5928"/>
                    <a:pt x="2494" y="1339"/>
                    <a:pt x="3029" y="719"/>
                  </a:cubicBezTo>
                  <a:close/>
                  <a:moveTo>
                    <a:pt x="2954" y="1"/>
                  </a:moveTo>
                  <a:cubicBezTo>
                    <a:pt x="2649" y="1"/>
                    <a:pt x="2415" y="296"/>
                    <a:pt x="2170" y="787"/>
                  </a:cubicBezTo>
                  <a:cubicBezTo>
                    <a:pt x="1643" y="1833"/>
                    <a:pt x="1" y="6471"/>
                    <a:pt x="552" y="7140"/>
                  </a:cubicBezTo>
                  <a:cubicBezTo>
                    <a:pt x="945" y="7610"/>
                    <a:pt x="2619" y="7723"/>
                    <a:pt x="3126" y="7752"/>
                  </a:cubicBezTo>
                  <a:cubicBezTo>
                    <a:pt x="3321" y="7760"/>
                    <a:pt x="3519" y="7768"/>
                    <a:pt x="3726" y="7768"/>
                  </a:cubicBezTo>
                  <a:cubicBezTo>
                    <a:pt x="4496" y="7768"/>
                    <a:pt x="5291" y="7679"/>
                    <a:pt x="5611" y="7363"/>
                  </a:cubicBezTo>
                  <a:cubicBezTo>
                    <a:pt x="6313" y="6670"/>
                    <a:pt x="5307" y="2263"/>
                    <a:pt x="5259" y="2077"/>
                  </a:cubicBezTo>
                  <a:cubicBezTo>
                    <a:pt x="4853" y="317"/>
                    <a:pt x="4646" y="244"/>
                    <a:pt x="4472" y="183"/>
                  </a:cubicBezTo>
                  <a:cubicBezTo>
                    <a:pt x="4034" y="37"/>
                    <a:pt x="3061" y="9"/>
                    <a:pt x="2960" y="1"/>
                  </a:cubicBezTo>
                  <a:cubicBezTo>
                    <a:pt x="2958" y="1"/>
                    <a:pt x="2956" y="1"/>
                    <a:pt x="295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" name="Google Shape;5429;p73"/>
            <p:cNvSpPr/>
            <p:nvPr/>
          </p:nvSpPr>
          <p:spPr>
            <a:xfrm>
              <a:off x="2809004" y="3649472"/>
              <a:ext cx="295820" cy="244945"/>
            </a:xfrm>
            <a:custGeom>
              <a:avLst/>
              <a:gdLst/>
              <a:ahLst/>
              <a:cxnLst/>
              <a:rect l="l" t="t" r="r" b="b"/>
              <a:pathLst>
                <a:path w="17060" h="14126" extrusionOk="0">
                  <a:moveTo>
                    <a:pt x="5697" y="1"/>
                  </a:moveTo>
                  <a:cubicBezTo>
                    <a:pt x="5616" y="1"/>
                    <a:pt x="5537" y="28"/>
                    <a:pt x="5473" y="80"/>
                  </a:cubicBezTo>
                  <a:cubicBezTo>
                    <a:pt x="5380" y="157"/>
                    <a:pt x="5332" y="270"/>
                    <a:pt x="5340" y="388"/>
                  </a:cubicBezTo>
                  <a:cubicBezTo>
                    <a:pt x="5352" y="465"/>
                    <a:pt x="5984" y="8394"/>
                    <a:pt x="167" y="13510"/>
                  </a:cubicBezTo>
                  <a:cubicBezTo>
                    <a:pt x="17" y="13635"/>
                    <a:pt x="1" y="13862"/>
                    <a:pt x="131" y="14008"/>
                  </a:cubicBezTo>
                  <a:cubicBezTo>
                    <a:pt x="199" y="14085"/>
                    <a:pt x="297" y="14126"/>
                    <a:pt x="398" y="14126"/>
                  </a:cubicBezTo>
                  <a:cubicBezTo>
                    <a:pt x="483" y="14126"/>
                    <a:pt x="568" y="14098"/>
                    <a:pt x="633" y="14041"/>
                  </a:cubicBezTo>
                  <a:cubicBezTo>
                    <a:pt x="5863" y="9448"/>
                    <a:pt x="6110" y="2710"/>
                    <a:pt x="6069" y="829"/>
                  </a:cubicBezTo>
                  <a:lnTo>
                    <a:pt x="6069" y="829"/>
                  </a:lnTo>
                  <a:cubicBezTo>
                    <a:pt x="9386" y="1696"/>
                    <a:pt x="13274" y="1825"/>
                    <a:pt x="15311" y="1825"/>
                  </a:cubicBezTo>
                  <a:cubicBezTo>
                    <a:pt x="16122" y="1825"/>
                    <a:pt x="16639" y="1805"/>
                    <a:pt x="16711" y="1802"/>
                  </a:cubicBezTo>
                  <a:cubicBezTo>
                    <a:pt x="16905" y="1794"/>
                    <a:pt x="17059" y="1628"/>
                    <a:pt x="17051" y="1434"/>
                  </a:cubicBezTo>
                  <a:cubicBezTo>
                    <a:pt x="17043" y="1240"/>
                    <a:pt x="16885" y="1093"/>
                    <a:pt x="16697" y="1093"/>
                  </a:cubicBezTo>
                  <a:cubicBezTo>
                    <a:pt x="16692" y="1093"/>
                    <a:pt x="16687" y="1093"/>
                    <a:pt x="16682" y="1093"/>
                  </a:cubicBezTo>
                  <a:cubicBezTo>
                    <a:pt x="16664" y="1093"/>
                    <a:pt x="16190" y="1111"/>
                    <a:pt x="15419" y="1111"/>
                  </a:cubicBezTo>
                  <a:cubicBezTo>
                    <a:pt x="13351" y="1111"/>
                    <a:pt x="9140" y="980"/>
                    <a:pt x="5798" y="15"/>
                  </a:cubicBezTo>
                  <a:cubicBezTo>
                    <a:pt x="5765" y="5"/>
                    <a:pt x="5731" y="1"/>
                    <a:pt x="569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" name="Google Shape;5430;p73"/>
            <p:cNvSpPr/>
            <p:nvPr/>
          </p:nvSpPr>
          <p:spPr>
            <a:xfrm>
              <a:off x="2810478" y="3659530"/>
              <a:ext cx="166273" cy="296965"/>
            </a:xfrm>
            <a:custGeom>
              <a:avLst/>
              <a:gdLst/>
              <a:ahLst/>
              <a:cxnLst/>
              <a:rect l="l" t="t" r="r" b="b"/>
              <a:pathLst>
                <a:path w="9589" h="17126" extrusionOk="0">
                  <a:moveTo>
                    <a:pt x="8227" y="0"/>
                  </a:moveTo>
                  <a:cubicBezTo>
                    <a:pt x="8214" y="0"/>
                    <a:pt x="8202" y="1"/>
                    <a:pt x="8190" y="2"/>
                  </a:cubicBezTo>
                  <a:cubicBezTo>
                    <a:pt x="7995" y="22"/>
                    <a:pt x="7853" y="197"/>
                    <a:pt x="7869" y="391"/>
                  </a:cubicBezTo>
                  <a:cubicBezTo>
                    <a:pt x="7886" y="497"/>
                    <a:pt x="8838" y="11077"/>
                    <a:pt x="220" y="16469"/>
                  </a:cubicBezTo>
                  <a:cubicBezTo>
                    <a:pt x="50" y="16574"/>
                    <a:pt x="1" y="16793"/>
                    <a:pt x="106" y="16955"/>
                  </a:cubicBezTo>
                  <a:cubicBezTo>
                    <a:pt x="171" y="17061"/>
                    <a:pt x="285" y="17121"/>
                    <a:pt x="406" y="17126"/>
                  </a:cubicBezTo>
                  <a:cubicBezTo>
                    <a:pt x="471" y="17126"/>
                    <a:pt x="536" y="17105"/>
                    <a:pt x="593" y="17069"/>
                  </a:cubicBezTo>
                  <a:cubicBezTo>
                    <a:pt x="9588" y="11454"/>
                    <a:pt x="8591" y="432"/>
                    <a:pt x="8579" y="322"/>
                  </a:cubicBezTo>
                  <a:cubicBezTo>
                    <a:pt x="8560" y="137"/>
                    <a:pt x="8406" y="0"/>
                    <a:pt x="822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" name="Google Shape;5431;p73"/>
            <p:cNvSpPr/>
            <p:nvPr/>
          </p:nvSpPr>
          <p:spPr>
            <a:xfrm>
              <a:off x="3270768" y="3655229"/>
              <a:ext cx="445465" cy="324258"/>
            </a:xfrm>
            <a:custGeom>
              <a:avLst/>
              <a:gdLst/>
              <a:ahLst/>
              <a:cxnLst/>
              <a:rect l="l" t="t" r="r" b="b"/>
              <a:pathLst>
                <a:path w="25690" h="18700" extrusionOk="0">
                  <a:moveTo>
                    <a:pt x="12260" y="0"/>
                  </a:moveTo>
                  <a:cubicBezTo>
                    <a:pt x="12230" y="0"/>
                    <a:pt x="12200" y="4"/>
                    <a:pt x="12170" y="11"/>
                  </a:cubicBezTo>
                  <a:cubicBezTo>
                    <a:pt x="9261" y="790"/>
                    <a:pt x="6670" y="1010"/>
                    <a:pt x="4671" y="1010"/>
                  </a:cubicBezTo>
                  <a:cubicBezTo>
                    <a:pt x="2101" y="1010"/>
                    <a:pt x="510" y="646"/>
                    <a:pt x="483" y="639"/>
                  </a:cubicBezTo>
                  <a:cubicBezTo>
                    <a:pt x="452" y="631"/>
                    <a:pt x="421" y="627"/>
                    <a:pt x="390" y="627"/>
                  </a:cubicBezTo>
                  <a:cubicBezTo>
                    <a:pt x="232" y="627"/>
                    <a:pt x="86" y="736"/>
                    <a:pt x="45" y="899"/>
                  </a:cubicBezTo>
                  <a:cubicBezTo>
                    <a:pt x="0" y="1093"/>
                    <a:pt x="122" y="1288"/>
                    <a:pt x="317" y="1329"/>
                  </a:cubicBezTo>
                  <a:cubicBezTo>
                    <a:pt x="435" y="1359"/>
                    <a:pt x="2053" y="1730"/>
                    <a:pt x="4657" y="1730"/>
                  </a:cubicBezTo>
                  <a:cubicBezTo>
                    <a:pt x="6610" y="1730"/>
                    <a:pt x="9118" y="1521"/>
                    <a:pt x="11963" y="802"/>
                  </a:cubicBezTo>
                  <a:cubicBezTo>
                    <a:pt x="12308" y="3092"/>
                    <a:pt x="14485" y="14224"/>
                    <a:pt x="24660" y="15549"/>
                  </a:cubicBezTo>
                  <a:lnTo>
                    <a:pt x="24960" y="18379"/>
                  </a:lnTo>
                  <a:cubicBezTo>
                    <a:pt x="24980" y="18561"/>
                    <a:pt x="25130" y="18699"/>
                    <a:pt x="25312" y="18699"/>
                  </a:cubicBezTo>
                  <a:lnTo>
                    <a:pt x="25349" y="18695"/>
                  </a:lnTo>
                  <a:cubicBezTo>
                    <a:pt x="25544" y="18675"/>
                    <a:pt x="25689" y="18500"/>
                    <a:pt x="25669" y="18306"/>
                  </a:cubicBezTo>
                  <a:lnTo>
                    <a:pt x="25333" y="15193"/>
                  </a:lnTo>
                  <a:cubicBezTo>
                    <a:pt x="25321" y="15026"/>
                    <a:pt x="25187" y="14893"/>
                    <a:pt x="25021" y="14880"/>
                  </a:cubicBezTo>
                  <a:cubicBezTo>
                    <a:pt x="14047" y="13664"/>
                    <a:pt x="12624" y="453"/>
                    <a:pt x="12616" y="319"/>
                  </a:cubicBezTo>
                  <a:cubicBezTo>
                    <a:pt x="12604" y="218"/>
                    <a:pt x="12547" y="120"/>
                    <a:pt x="12462" y="64"/>
                  </a:cubicBezTo>
                  <a:cubicBezTo>
                    <a:pt x="12402" y="21"/>
                    <a:pt x="12332" y="0"/>
                    <a:pt x="1226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" name="Google Shape;5432;p73"/>
            <p:cNvSpPr/>
            <p:nvPr/>
          </p:nvSpPr>
          <p:spPr>
            <a:xfrm>
              <a:off x="3428580" y="3665425"/>
              <a:ext cx="288208" cy="305982"/>
            </a:xfrm>
            <a:custGeom>
              <a:avLst/>
              <a:gdLst/>
              <a:ahLst/>
              <a:cxnLst/>
              <a:rect l="l" t="t" r="r" b="b"/>
              <a:pathLst>
                <a:path w="16621" h="17646" extrusionOk="0">
                  <a:moveTo>
                    <a:pt x="387" y="0"/>
                  </a:moveTo>
                  <a:cubicBezTo>
                    <a:pt x="373" y="0"/>
                    <a:pt x="359" y="1"/>
                    <a:pt x="345" y="3"/>
                  </a:cubicBezTo>
                  <a:cubicBezTo>
                    <a:pt x="142" y="23"/>
                    <a:pt x="0" y="209"/>
                    <a:pt x="33" y="412"/>
                  </a:cubicBezTo>
                  <a:cubicBezTo>
                    <a:pt x="57" y="680"/>
                    <a:pt x="799" y="7101"/>
                    <a:pt x="5663" y="12756"/>
                  </a:cubicBezTo>
                  <a:cubicBezTo>
                    <a:pt x="9393" y="17081"/>
                    <a:pt x="13394" y="17645"/>
                    <a:pt x="15218" y="17645"/>
                  </a:cubicBezTo>
                  <a:cubicBezTo>
                    <a:pt x="15246" y="17645"/>
                    <a:pt x="15274" y="17645"/>
                    <a:pt x="15302" y="17645"/>
                  </a:cubicBezTo>
                  <a:cubicBezTo>
                    <a:pt x="15610" y="17645"/>
                    <a:pt x="15915" y="17625"/>
                    <a:pt x="16220" y="17580"/>
                  </a:cubicBezTo>
                  <a:cubicBezTo>
                    <a:pt x="16621" y="17461"/>
                    <a:pt x="16528" y="16874"/>
                    <a:pt x="16123" y="16874"/>
                  </a:cubicBezTo>
                  <a:cubicBezTo>
                    <a:pt x="16114" y="16874"/>
                    <a:pt x="16106" y="16874"/>
                    <a:pt x="16098" y="16875"/>
                  </a:cubicBezTo>
                  <a:cubicBezTo>
                    <a:pt x="16092" y="16877"/>
                    <a:pt x="15781" y="16928"/>
                    <a:pt x="15250" y="16928"/>
                  </a:cubicBezTo>
                  <a:cubicBezTo>
                    <a:pt x="14684" y="16928"/>
                    <a:pt x="13869" y="16870"/>
                    <a:pt x="12908" y="16631"/>
                  </a:cubicBezTo>
                  <a:cubicBezTo>
                    <a:pt x="11193" y="16210"/>
                    <a:pt x="8631" y="15111"/>
                    <a:pt x="6198" y="12290"/>
                  </a:cubicBezTo>
                  <a:cubicBezTo>
                    <a:pt x="1488" y="6813"/>
                    <a:pt x="746" y="396"/>
                    <a:pt x="738" y="335"/>
                  </a:cubicBezTo>
                  <a:cubicBezTo>
                    <a:pt x="727" y="147"/>
                    <a:pt x="572" y="0"/>
                    <a:pt x="38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" name="Google Shape;5433;p73"/>
            <p:cNvSpPr/>
            <p:nvPr/>
          </p:nvSpPr>
          <p:spPr>
            <a:xfrm>
              <a:off x="2852666" y="4027883"/>
              <a:ext cx="33969" cy="136119"/>
            </a:xfrm>
            <a:custGeom>
              <a:avLst/>
              <a:gdLst/>
              <a:ahLst/>
              <a:cxnLst/>
              <a:rect l="l" t="t" r="r" b="b"/>
              <a:pathLst>
                <a:path w="1959" h="7850" extrusionOk="0">
                  <a:moveTo>
                    <a:pt x="1563" y="0"/>
                  </a:moveTo>
                  <a:cubicBezTo>
                    <a:pt x="1409" y="0"/>
                    <a:pt x="1264" y="102"/>
                    <a:pt x="1220" y="261"/>
                  </a:cubicBezTo>
                  <a:cubicBezTo>
                    <a:pt x="1172" y="443"/>
                    <a:pt x="0" y="4728"/>
                    <a:pt x="880" y="7598"/>
                  </a:cubicBezTo>
                  <a:cubicBezTo>
                    <a:pt x="929" y="7744"/>
                    <a:pt x="1062" y="7849"/>
                    <a:pt x="1220" y="7849"/>
                  </a:cubicBezTo>
                  <a:lnTo>
                    <a:pt x="1326" y="7833"/>
                  </a:lnTo>
                  <a:cubicBezTo>
                    <a:pt x="1516" y="7776"/>
                    <a:pt x="1618" y="7578"/>
                    <a:pt x="1561" y="7387"/>
                  </a:cubicBezTo>
                  <a:cubicBezTo>
                    <a:pt x="738" y="4724"/>
                    <a:pt x="1893" y="492"/>
                    <a:pt x="1906" y="451"/>
                  </a:cubicBezTo>
                  <a:cubicBezTo>
                    <a:pt x="1958" y="261"/>
                    <a:pt x="1849" y="66"/>
                    <a:pt x="1658" y="13"/>
                  </a:cubicBezTo>
                  <a:cubicBezTo>
                    <a:pt x="1627" y="4"/>
                    <a:pt x="1595" y="0"/>
                    <a:pt x="156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" name="Google Shape;5434;p73"/>
            <p:cNvSpPr/>
            <p:nvPr/>
          </p:nvSpPr>
          <p:spPr>
            <a:xfrm>
              <a:off x="2927592" y="4057361"/>
              <a:ext cx="28351" cy="140801"/>
            </a:xfrm>
            <a:custGeom>
              <a:avLst/>
              <a:gdLst/>
              <a:ahLst/>
              <a:cxnLst/>
              <a:rect l="l" t="t" r="r" b="b"/>
              <a:pathLst>
                <a:path w="1635" h="8120" extrusionOk="0">
                  <a:moveTo>
                    <a:pt x="1237" y="0"/>
                  </a:moveTo>
                  <a:cubicBezTo>
                    <a:pt x="1071" y="0"/>
                    <a:pt x="924" y="118"/>
                    <a:pt x="892" y="288"/>
                  </a:cubicBezTo>
                  <a:cubicBezTo>
                    <a:pt x="852" y="466"/>
                    <a:pt x="1" y="4722"/>
                    <a:pt x="896" y="7864"/>
                  </a:cubicBezTo>
                  <a:cubicBezTo>
                    <a:pt x="941" y="8014"/>
                    <a:pt x="1079" y="8120"/>
                    <a:pt x="1237" y="8120"/>
                  </a:cubicBezTo>
                  <a:cubicBezTo>
                    <a:pt x="1269" y="8120"/>
                    <a:pt x="1306" y="8115"/>
                    <a:pt x="1338" y="8107"/>
                  </a:cubicBezTo>
                  <a:cubicBezTo>
                    <a:pt x="1525" y="8051"/>
                    <a:pt x="1634" y="7852"/>
                    <a:pt x="1582" y="7665"/>
                  </a:cubicBezTo>
                  <a:cubicBezTo>
                    <a:pt x="730" y="4694"/>
                    <a:pt x="1578" y="470"/>
                    <a:pt x="1586" y="429"/>
                  </a:cubicBezTo>
                  <a:cubicBezTo>
                    <a:pt x="1626" y="235"/>
                    <a:pt x="1501" y="44"/>
                    <a:pt x="1310" y="8"/>
                  </a:cubicBezTo>
                  <a:cubicBezTo>
                    <a:pt x="1285" y="3"/>
                    <a:pt x="1261" y="0"/>
                    <a:pt x="123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" name="Google Shape;5435;p73"/>
            <p:cNvSpPr/>
            <p:nvPr/>
          </p:nvSpPr>
          <p:spPr>
            <a:xfrm>
              <a:off x="3033661" y="4085105"/>
              <a:ext cx="20825" cy="141807"/>
            </a:xfrm>
            <a:custGeom>
              <a:avLst/>
              <a:gdLst/>
              <a:ahLst/>
              <a:cxnLst/>
              <a:rect l="l" t="t" r="r" b="b"/>
              <a:pathLst>
                <a:path w="1201" h="8178" extrusionOk="0">
                  <a:moveTo>
                    <a:pt x="371" y="1"/>
                  </a:moveTo>
                  <a:cubicBezTo>
                    <a:pt x="183" y="1"/>
                    <a:pt x="29" y="157"/>
                    <a:pt x="25" y="350"/>
                  </a:cubicBezTo>
                  <a:cubicBezTo>
                    <a:pt x="25" y="394"/>
                    <a:pt x="1" y="4513"/>
                    <a:pt x="471" y="7869"/>
                  </a:cubicBezTo>
                  <a:cubicBezTo>
                    <a:pt x="495" y="8044"/>
                    <a:pt x="645" y="8173"/>
                    <a:pt x="820" y="8178"/>
                  </a:cubicBezTo>
                  <a:lnTo>
                    <a:pt x="872" y="8173"/>
                  </a:lnTo>
                  <a:cubicBezTo>
                    <a:pt x="1063" y="8145"/>
                    <a:pt x="1201" y="7967"/>
                    <a:pt x="1176" y="7772"/>
                  </a:cubicBezTo>
                  <a:cubicBezTo>
                    <a:pt x="714" y="4468"/>
                    <a:pt x="735" y="394"/>
                    <a:pt x="735" y="354"/>
                  </a:cubicBezTo>
                  <a:cubicBezTo>
                    <a:pt x="735" y="159"/>
                    <a:pt x="581" y="1"/>
                    <a:pt x="386" y="1"/>
                  </a:cubicBezTo>
                  <a:lnTo>
                    <a:pt x="378" y="1"/>
                  </a:lnTo>
                  <a:cubicBezTo>
                    <a:pt x="375" y="1"/>
                    <a:pt x="373" y="1"/>
                    <a:pt x="37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" name="Google Shape;5436;p73"/>
            <p:cNvSpPr/>
            <p:nvPr/>
          </p:nvSpPr>
          <p:spPr>
            <a:xfrm>
              <a:off x="3131164" y="4103538"/>
              <a:ext cx="17097" cy="138495"/>
            </a:xfrm>
            <a:custGeom>
              <a:avLst/>
              <a:gdLst/>
              <a:ahLst/>
              <a:cxnLst/>
              <a:rect l="l" t="t" r="r" b="b"/>
              <a:pathLst>
                <a:path w="986" h="7987" extrusionOk="0">
                  <a:moveTo>
                    <a:pt x="353" y="0"/>
                  </a:moveTo>
                  <a:cubicBezTo>
                    <a:pt x="155" y="4"/>
                    <a:pt x="0" y="162"/>
                    <a:pt x="0" y="361"/>
                  </a:cubicBezTo>
                  <a:cubicBezTo>
                    <a:pt x="9" y="397"/>
                    <a:pt x="94" y="4013"/>
                    <a:pt x="264" y="7646"/>
                  </a:cubicBezTo>
                  <a:cubicBezTo>
                    <a:pt x="272" y="7836"/>
                    <a:pt x="430" y="7986"/>
                    <a:pt x="621" y="7986"/>
                  </a:cubicBezTo>
                  <a:lnTo>
                    <a:pt x="641" y="7986"/>
                  </a:lnTo>
                  <a:cubicBezTo>
                    <a:pt x="836" y="7974"/>
                    <a:pt x="986" y="7808"/>
                    <a:pt x="981" y="7613"/>
                  </a:cubicBezTo>
                  <a:cubicBezTo>
                    <a:pt x="807" y="3989"/>
                    <a:pt x="718" y="381"/>
                    <a:pt x="718" y="345"/>
                  </a:cubicBezTo>
                  <a:cubicBezTo>
                    <a:pt x="710" y="154"/>
                    <a:pt x="552" y="0"/>
                    <a:pt x="36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" name="Google Shape;5437;p73"/>
            <p:cNvSpPr/>
            <p:nvPr/>
          </p:nvSpPr>
          <p:spPr>
            <a:xfrm>
              <a:off x="3216286" y="4111601"/>
              <a:ext cx="20895" cy="135339"/>
            </a:xfrm>
            <a:custGeom>
              <a:avLst/>
              <a:gdLst/>
              <a:ahLst/>
              <a:cxnLst/>
              <a:rect l="l" t="t" r="r" b="b"/>
              <a:pathLst>
                <a:path w="1205" h="7805" extrusionOk="0">
                  <a:moveTo>
                    <a:pt x="364" y="1"/>
                  </a:moveTo>
                  <a:cubicBezTo>
                    <a:pt x="359" y="1"/>
                    <a:pt x="354" y="1"/>
                    <a:pt x="349" y="1"/>
                  </a:cubicBezTo>
                  <a:cubicBezTo>
                    <a:pt x="151" y="9"/>
                    <a:pt x="1" y="176"/>
                    <a:pt x="9" y="370"/>
                  </a:cubicBezTo>
                  <a:cubicBezTo>
                    <a:pt x="9" y="423"/>
                    <a:pt x="211" y="5287"/>
                    <a:pt x="475" y="7493"/>
                  </a:cubicBezTo>
                  <a:cubicBezTo>
                    <a:pt x="499" y="7667"/>
                    <a:pt x="649" y="7801"/>
                    <a:pt x="828" y="7805"/>
                  </a:cubicBezTo>
                  <a:lnTo>
                    <a:pt x="868" y="7801"/>
                  </a:lnTo>
                  <a:cubicBezTo>
                    <a:pt x="1063" y="7776"/>
                    <a:pt x="1205" y="7598"/>
                    <a:pt x="1184" y="7404"/>
                  </a:cubicBezTo>
                  <a:cubicBezTo>
                    <a:pt x="921" y="5227"/>
                    <a:pt x="718" y="390"/>
                    <a:pt x="718" y="342"/>
                  </a:cubicBezTo>
                  <a:cubicBezTo>
                    <a:pt x="710" y="148"/>
                    <a:pt x="552" y="1"/>
                    <a:pt x="36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" name="Google Shape;5438;p73"/>
            <p:cNvSpPr/>
            <p:nvPr/>
          </p:nvSpPr>
          <p:spPr>
            <a:xfrm>
              <a:off x="3312384" y="4112676"/>
              <a:ext cx="22577" cy="130692"/>
            </a:xfrm>
            <a:custGeom>
              <a:avLst/>
              <a:gdLst/>
              <a:ahLst/>
              <a:cxnLst/>
              <a:rect l="l" t="t" r="r" b="b"/>
              <a:pathLst>
                <a:path w="1302" h="7537" extrusionOk="0">
                  <a:moveTo>
                    <a:pt x="393" y="0"/>
                  </a:moveTo>
                  <a:cubicBezTo>
                    <a:pt x="203" y="4"/>
                    <a:pt x="45" y="158"/>
                    <a:pt x="41" y="349"/>
                  </a:cubicBezTo>
                  <a:cubicBezTo>
                    <a:pt x="41" y="389"/>
                    <a:pt x="0" y="4180"/>
                    <a:pt x="568" y="7248"/>
                  </a:cubicBezTo>
                  <a:cubicBezTo>
                    <a:pt x="600" y="7414"/>
                    <a:pt x="746" y="7536"/>
                    <a:pt x="916" y="7536"/>
                  </a:cubicBezTo>
                  <a:lnTo>
                    <a:pt x="981" y="7532"/>
                  </a:lnTo>
                  <a:cubicBezTo>
                    <a:pt x="1176" y="7496"/>
                    <a:pt x="1301" y="7309"/>
                    <a:pt x="1265" y="7115"/>
                  </a:cubicBezTo>
                  <a:cubicBezTo>
                    <a:pt x="714" y="4119"/>
                    <a:pt x="750" y="397"/>
                    <a:pt x="750" y="361"/>
                  </a:cubicBezTo>
                  <a:cubicBezTo>
                    <a:pt x="754" y="162"/>
                    <a:pt x="596" y="0"/>
                    <a:pt x="39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" name="Google Shape;5439;p73"/>
            <p:cNvSpPr/>
            <p:nvPr/>
          </p:nvSpPr>
          <p:spPr>
            <a:xfrm>
              <a:off x="3416060" y="4103503"/>
              <a:ext cx="27917" cy="128958"/>
            </a:xfrm>
            <a:custGeom>
              <a:avLst/>
              <a:gdLst/>
              <a:ahLst/>
              <a:cxnLst/>
              <a:rect l="l" t="t" r="r" b="b"/>
              <a:pathLst>
                <a:path w="1610" h="7437" extrusionOk="0">
                  <a:moveTo>
                    <a:pt x="394" y="1"/>
                  </a:moveTo>
                  <a:cubicBezTo>
                    <a:pt x="367" y="1"/>
                    <a:pt x="340" y="4"/>
                    <a:pt x="313" y="10"/>
                  </a:cubicBezTo>
                  <a:cubicBezTo>
                    <a:pt x="118" y="55"/>
                    <a:pt x="1" y="245"/>
                    <a:pt x="45" y="440"/>
                  </a:cubicBezTo>
                  <a:cubicBezTo>
                    <a:pt x="57" y="472"/>
                    <a:pt x="897" y="4092"/>
                    <a:pt x="730" y="7060"/>
                  </a:cubicBezTo>
                  <a:cubicBezTo>
                    <a:pt x="722" y="7254"/>
                    <a:pt x="872" y="7421"/>
                    <a:pt x="1063" y="7437"/>
                  </a:cubicBezTo>
                  <a:lnTo>
                    <a:pt x="1083" y="7437"/>
                  </a:lnTo>
                  <a:cubicBezTo>
                    <a:pt x="1274" y="7437"/>
                    <a:pt x="1432" y="7287"/>
                    <a:pt x="1440" y="7096"/>
                  </a:cubicBezTo>
                  <a:cubicBezTo>
                    <a:pt x="1610" y="4032"/>
                    <a:pt x="775" y="428"/>
                    <a:pt x="738" y="278"/>
                  </a:cubicBezTo>
                  <a:cubicBezTo>
                    <a:pt x="700" y="111"/>
                    <a:pt x="555" y="1"/>
                    <a:pt x="39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" name="Google Shape;5440;p73"/>
            <p:cNvSpPr/>
            <p:nvPr/>
          </p:nvSpPr>
          <p:spPr>
            <a:xfrm>
              <a:off x="3514239" y="4090325"/>
              <a:ext cx="36102" cy="125628"/>
            </a:xfrm>
            <a:custGeom>
              <a:avLst/>
              <a:gdLst/>
              <a:ahLst/>
              <a:cxnLst/>
              <a:rect l="l" t="t" r="r" b="b"/>
              <a:pathLst>
                <a:path w="2082" h="7245" extrusionOk="0">
                  <a:moveTo>
                    <a:pt x="437" y="1"/>
                  </a:moveTo>
                  <a:cubicBezTo>
                    <a:pt x="217" y="1"/>
                    <a:pt x="0" y="200"/>
                    <a:pt x="83" y="470"/>
                  </a:cubicBezTo>
                  <a:cubicBezTo>
                    <a:pt x="99" y="495"/>
                    <a:pt x="1368" y="3438"/>
                    <a:pt x="1206" y="6875"/>
                  </a:cubicBezTo>
                  <a:cubicBezTo>
                    <a:pt x="1194" y="7070"/>
                    <a:pt x="1344" y="7236"/>
                    <a:pt x="1538" y="7244"/>
                  </a:cubicBezTo>
                  <a:lnTo>
                    <a:pt x="1558" y="7244"/>
                  </a:lnTo>
                  <a:cubicBezTo>
                    <a:pt x="1749" y="7244"/>
                    <a:pt x="1903" y="7094"/>
                    <a:pt x="1915" y="6904"/>
                  </a:cubicBezTo>
                  <a:cubicBezTo>
                    <a:pt x="2081" y="3308"/>
                    <a:pt x="792" y="308"/>
                    <a:pt x="740" y="178"/>
                  </a:cubicBezTo>
                  <a:cubicBezTo>
                    <a:pt x="665" y="54"/>
                    <a:pt x="550" y="1"/>
                    <a:pt x="43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" name="Google Shape;5441;p73"/>
            <p:cNvSpPr/>
            <p:nvPr/>
          </p:nvSpPr>
          <p:spPr>
            <a:xfrm>
              <a:off x="3605708" y="4069308"/>
              <a:ext cx="46211" cy="128143"/>
            </a:xfrm>
            <a:custGeom>
              <a:avLst/>
              <a:gdLst/>
              <a:ahLst/>
              <a:cxnLst/>
              <a:rect l="l" t="t" r="r" b="b"/>
              <a:pathLst>
                <a:path w="2665" h="7390" extrusionOk="0">
                  <a:moveTo>
                    <a:pt x="400" y="0"/>
                  </a:moveTo>
                  <a:cubicBezTo>
                    <a:pt x="331" y="0"/>
                    <a:pt x="262" y="20"/>
                    <a:pt x="199" y="61"/>
                  </a:cubicBezTo>
                  <a:cubicBezTo>
                    <a:pt x="41" y="170"/>
                    <a:pt x="1" y="393"/>
                    <a:pt x="110" y="555"/>
                  </a:cubicBezTo>
                  <a:cubicBezTo>
                    <a:pt x="126" y="580"/>
                    <a:pt x="1914" y="3283"/>
                    <a:pt x="1262" y="6981"/>
                  </a:cubicBezTo>
                  <a:cubicBezTo>
                    <a:pt x="1221" y="7175"/>
                    <a:pt x="1355" y="7362"/>
                    <a:pt x="1549" y="7390"/>
                  </a:cubicBezTo>
                  <a:lnTo>
                    <a:pt x="1610" y="7390"/>
                  </a:lnTo>
                  <a:cubicBezTo>
                    <a:pt x="1780" y="7390"/>
                    <a:pt x="1926" y="7268"/>
                    <a:pt x="1959" y="7102"/>
                  </a:cubicBezTo>
                  <a:cubicBezTo>
                    <a:pt x="2664" y="3109"/>
                    <a:pt x="779" y="271"/>
                    <a:pt x="698" y="154"/>
                  </a:cubicBezTo>
                  <a:cubicBezTo>
                    <a:pt x="627" y="55"/>
                    <a:pt x="515" y="0"/>
                    <a:pt x="4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" name="Google Shape;5442;p73"/>
            <p:cNvSpPr/>
            <p:nvPr/>
          </p:nvSpPr>
          <p:spPr>
            <a:xfrm>
              <a:off x="3714031" y="4037247"/>
              <a:ext cx="40576" cy="134420"/>
            </a:xfrm>
            <a:custGeom>
              <a:avLst/>
              <a:gdLst/>
              <a:ahLst/>
              <a:cxnLst/>
              <a:rect l="l" t="t" r="r" b="b"/>
              <a:pathLst>
                <a:path w="2340" h="7752" extrusionOk="0">
                  <a:moveTo>
                    <a:pt x="401" y="0"/>
                  </a:moveTo>
                  <a:cubicBezTo>
                    <a:pt x="348" y="0"/>
                    <a:pt x="294" y="12"/>
                    <a:pt x="244" y="37"/>
                  </a:cubicBezTo>
                  <a:cubicBezTo>
                    <a:pt x="70" y="126"/>
                    <a:pt x="1" y="341"/>
                    <a:pt x="86" y="515"/>
                  </a:cubicBezTo>
                  <a:cubicBezTo>
                    <a:pt x="102" y="544"/>
                    <a:pt x="1594" y="3564"/>
                    <a:pt x="799" y="7330"/>
                  </a:cubicBezTo>
                  <a:cubicBezTo>
                    <a:pt x="759" y="7524"/>
                    <a:pt x="885" y="7711"/>
                    <a:pt x="1079" y="7751"/>
                  </a:cubicBezTo>
                  <a:lnTo>
                    <a:pt x="1148" y="7751"/>
                  </a:lnTo>
                  <a:cubicBezTo>
                    <a:pt x="1314" y="7751"/>
                    <a:pt x="1460" y="7638"/>
                    <a:pt x="1501" y="7476"/>
                  </a:cubicBezTo>
                  <a:cubicBezTo>
                    <a:pt x="2340" y="3466"/>
                    <a:pt x="783" y="325"/>
                    <a:pt x="718" y="195"/>
                  </a:cubicBezTo>
                  <a:cubicBezTo>
                    <a:pt x="655" y="71"/>
                    <a:pt x="530" y="0"/>
                    <a:pt x="4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" name="Google Shape;5443;p73"/>
            <p:cNvSpPr/>
            <p:nvPr/>
          </p:nvSpPr>
          <p:spPr>
            <a:xfrm>
              <a:off x="2921194" y="2624540"/>
              <a:ext cx="754966" cy="457845"/>
            </a:xfrm>
            <a:custGeom>
              <a:avLst/>
              <a:gdLst/>
              <a:ahLst/>
              <a:cxnLst/>
              <a:rect l="l" t="t" r="r" b="b"/>
              <a:pathLst>
                <a:path w="43539" h="26404" extrusionOk="0">
                  <a:moveTo>
                    <a:pt x="22073" y="1"/>
                  </a:moveTo>
                  <a:cubicBezTo>
                    <a:pt x="16054" y="1"/>
                    <a:pt x="10184" y="928"/>
                    <a:pt x="6183" y="3298"/>
                  </a:cubicBezTo>
                  <a:cubicBezTo>
                    <a:pt x="1" y="6954"/>
                    <a:pt x="406" y="13457"/>
                    <a:pt x="5198" y="16606"/>
                  </a:cubicBezTo>
                  <a:cubicBezTo>
                    <a:pt x="9993" y="19760"/>
                    <a:pt x="15190" y="22699"/>
                    <a:pt x="16496" y="26396"/>
                  </a:cubicBezTo>
                  <a:cubicBezTo>
                    <a:pt x="16498" y="26401"/>
                    <a:pt x="16501" y="26404"/>
                    <a:pt x="16506" y="26404"/>
                  </a:cubicBezTo>
                  <a:cubicBezTo>
                    <a:pt x="16696" y="26404"/>
                    <a:pt x="19158" y="22988"/>
                    <a:pt x="24632" y="20920"/>
                  </a:cubicBezTo>
                  <a:cubicBezTo>
                    <a:pt x="30258" y="18795"/>
                    <a:pt x="38066" y="17547"/>
                    <a:pt x="40802" y="12281"/>
                  </a:cubicBezTo>
                  <a:cubicBezTo>
                    <a:pt x="43539" y="7015"/>
                    <a:pt x="40527" y="2065"/>
                    <a:pt x="31766" y="744"/>
                  </a:cubicBezTo>
                  <a:cubicBezTo>
                    <a:pt x="28676" y="276"/>
                    <a:pt x="25353" y="1"/>
                    <a:pt x="22073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" name="Google Shape;5444;p73"/>
            <p:cNvSpPr/>
            <p:nvPr/>
          </p:nvSpPr>
          <p:spPr>
            <a:xfrm>
              <a:off x="2941152" y="2618592"/>
              <a:ext cx="716523" cy="470001"/>
            </a:xfrm>
            <a:custGeom>
              <a:avLst/>
              <a:gdLst/>
              <a:ahLst/>
              <a:cxnLst/>
              <a:rect l="l" t="t" r="r" b="b"/>
              <a:pathLst>
                <a:path w="41322" h="27105" extrusionOk="0">
                  <a:moveTo>
                    <a:pt x="20959" y="710"/>
                  </a:moveTo>
                  <a:cubicBezTo>
                    <a:pt x="24170" y="714"/>
                    <a:pt x="27381" y="957"/>
                    <a:pt x="30559" y="1435"/>
                  </a:cubicBezTo>
                  <a:cubicBezTo>
                    <a:pt x="35156" y="2129"/>
                    <a:pt x="38391" y="3892"/>
                    <a:pt x="39668" y="6409"/>
                  </a:cubicBezTo>
                  <a:cubicBezTo>
                    <a:pt x="40580" y="8201"/>
                    <a:pt x="40466" y="10293"/>
                    <a:pt x="39335" y="12462"/>
                  </a:cubicBezTo>
                  <a:cubicBezTo>
                    <a:pt x="37264" y="16451"/>
                    <a:pt x="32188" y="18056"/>
                    <a:pt x="27283" y="19613"/>
                  </a:cubicBezTo>
                  <a:cubicBezTo>
                    <a:pt x="25897" y="20050"/>
                    <a:pt x="24591" y="20464"/>
                    <a:pt x="23359" y="20930"/>
                  </a:cubicBezTo>
                  <a:cubicBezTo>
                    <a:pt x="18892" y="22617"/>
                    <a:pt x="16439" y="25146"/>
                    <a:pt x="15487" y="26131"/>
                  </a:cubicBezTo>
                  <a:cubicBezTo>
                    <a:pt x="14096" y="23018"/>
                    <a:pt x="10184" y="20492"/>
                    <a:pt x="6053" y="17829"/>
                  </a:cubicBezTo>
                  <a:lnTo>
                    <a:pt x="4241" y="16653"/>
                  </a:lnTo>
                  <a:cubicBezTo>
                    <a:pt x="2016" y="15186"/>
                    <a:pt x="719" y="12896"/>
                    <a:pt x="775" y="10524"/>
                  </a:cubicBezTo>
                  <a:cubicBezTo>
                    <a:pt x="836" y="7938"/>
                    <a:pt x="2413" y="5599"/>
                    <a:pt x="5210" y="3945"/>
                  </a:cubicBezTo>
                  <a:cubicBezTo>
                    <a:pt x="9223" y="1577"/>
                    <a:pt x="15110" y="710"/>
                    <a:pt x="20959" y="710"/>
                  </a:cubicBezTo>
                  <a:close/>
                  <a:moveTo>
                    <a:pt x="20988" y="1"/>
                  </a:moveTo>
                  <a:cubicBezTo>
                    <a:pt x="15015" y="1"/>
                    <a:pt x="8978" y="891"/>
                    <a:pt x="4849" y="3329"/>
                  </a:cubicBezTo>
                  <a:cubicBezTo>
                    <a:pt x="1829" y="5112"/>
                    <a:pt x="131" y="7662"/>
                    <a:pt x="66" y="10512"/>
                  </a:cubicBezTo>
                  <a:cubicBezTo>
                    <a:pt x="1" y="13127"/>
                    <a:pt x="1420" y="15648"/>
                    <a:pt x="3852" y="17245"/>
                  </a:cubicBezTo>
                  <a:lnTo>
                    <a:pt x="5668" y="18425"/>
                  </a:lnTo>
                  <a:cubicBezTo>
                    <a:pt x="9913" y="21161"/>
                    <a:pt x="13914" y="23739"/>
                    <a:pt x="15008" y="26857"/>
                  </a:cubicBezTo>
                  <a:cubicBezTo>
                    <a:pt x="15053" y="26978"/>
                    <a:pt x="15154" y="27068"/>
                    <a:pt x="15276" y="27096"/>
                  </a:cubicBezTo>
                  <a:lnTo>
                    <a:pt x="15369" y="27104"/>
                  </a:lnTo>
                  <a:cubicBezTo>
                    <a:pt x="15539" y="27104"/>
                    <a:pt x="15661" y="26978"/>
                    <a:pt x="15965" y="26658"/>
                  </a:cubicBezTo>
                  <a:cubicBezTo>
                    <a:pt x="16865" y="25726"/>
                    <a:pt x="19240" y="23245"/>
                    <a:pt x="23606" y="21591"/>
                  </a:cubicBezTo>
                  <a:cubicBezTo>
                    <a:pt x="24823" y="21137"/>
                    <a:pt x="26120" y="20727"/>
                    <a:pt x="27498" y="20290"/>
                  </a:cubicBezTo>
                  <a:cubicBezTo>
                    <a:pt x="32310" y="18765"/>
                    <a:pt x="37754" y="17039"/>
                    <a:pt x="39972" y="12790"/>
                  </a:cubicBezTo>
                  <a:cubicBezTo>
                    <a:pt x="41208" y="10411"/>
                    <a:pt x="41322" y="8092"/>
                    <a:pt x="40300" y="6085"/>
                  </a:cubicBezTo>
                  <a:cubicBezTo>
                    <a:pt x="38918" y="3361"/>
                    <a:pt x="35496" y="1460"/>
                    <a:pt x="30668" y="730"/>
                  </a:cubicBezTo>
                  <a:cubicBezTo>
                    <a:pt x="27696" y="283"/>
                    <a:pt x="24352" y="1"/>
                    <a:pt x="2098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" name="Google Shape;5445;p73"/>
            <p:cNvSpPr/>
            <p:nvPr/>
          </p:nvSpPr>
          <p:spPr>
            <a:xfrm>
              <a:off x="3016165" y="2644984"/>
              <a:ext cx="584150" cy="385121"/>
            </a:xfrm>
            <a:custGeom>
              <a:avLst/>
              <a:gdLst/>
              <a:ahLst/>
              <a:cxnLst/>
              <a:rect l="l" t="t" r="r" b="b"/>
              <a:pathLst>
                <a:path w="33688" h="22210" extrusionOk="0">
                  <a:moveTo>
                    <a:pt x="16722" y="0"/>
                  </a:moveTo>
                  <a:cubicBezTo>
                    <a:pt x="8491" y="0"/>
                    <a:pt x="1615" y="1886"/>
                    <a:pt x="815" y="6018"/>
                  </a:cubicBezTo>
                  <a:cubicBezTo>
                    <a:pt x="0" y="10230"/>
                    <a:pt x="3770" y="12496"/>
                    <a:pt x="6458" y="14973"/>
                  </a:cubicBezTo>
                  <a:lnTo>
                    <a:pt x="6462" y="14973"/>
                  </a:lnTo>
                  <a:cubicBezTo>
                    <a:pt x="6924" y="15387"/>
                    <a:pt x="7354" y="15837"/>
                    <a:pt x="7755" y="16315"/>
                  </a:cubicBezTo>
                  <a:cubicBezTo>
                    <a:pt x="10265" y="19396"/>
                    <a:pt x="10950" y="22209"/>
                    <a:pt x="10950" y="22209"/>
                  </a:cubicBezTo>
                  <a:cubicBezTo>
                    <a:pt x="10950" y="22209"/>
                    <a:pt x="12847" y="18914"/>
                    <a:pt x="19155" y="16862"/>
                  </a:cubicBezTo>
                  <a:cubicBezTo>
                    <a:pt x="25462" y="14811"/>
                    <a:pt x="31150" y="12963"/>
                    <a:pt x="32658" y="9298"/>
                  </a:cubicBezTo>
                  <a:cubicBezTo>
                    <a:pt x="33688" y="6793"/>
                    <a:pt x="33051" y="3890"/>
                    <a:pt x="29253" y="2021"/>
                  </a:cubicBezTo>
                  <a:cubicBezTo>
                    <a:pt x="27497" y="1154"/>
                    <a:pt x="25057" y="505"/>
                    <a:pt x="21806" y="226"/>
                  </a:cubicBezTo>
                  <a:cubicBezTo>
                    <a:pt x="20082" y="76"/>
                    <a:pt x="18375" y="0"/>
                    <a:pt x="16722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" name="Google Shape;5446;p73"/>
            <p:cNvSpPr/>
            <p:nvPr/>
          </p:nvSpPr>
          <p:spPr>
            <a:xfrm>
              <a:off x="3011813" y="2639019"/>
              <a:ext cx="598559" cy="397207"/>
            </a:xfrm>
            <a:custGeom>
              <a:avLst/>
              <a:gdLst/>
              <a:ahLst/>
              <a:cxnLst/>
              <a:rect l="l" t="t" r="r" b="b"/>
              <a:pathLst>
                <a:path w="34519" h="22907" extrusionOk="0">
                  <a:moveTo>
                    <a:pt x="16941" y="698"/>
                  </a:moveTo>
                  <a:cubicBezTo>
                    <a:pt x="18552" y="698"/>
                    <a:pt x="20252" y="772"/>
                    <a:pt x="22020" y="926"/>
                  </a:cubicBezTo>
                  <a:cubicBezTo>
                    <a:pt x="25045" y="1186"/>
                    <a:pt x="27509" y="1778"/>
                    <a:pt x="29346" y="2686"/>
                  </a:cubicBezTo>
                  <a:cubicBezTo>
                    <a:pt x="33882" y="4915"/>
                    <a:pt x="33116" y="8199"/>
                    <a:pt x="32581" y="9504"/>
                  </a:cubicBezTo>
                  <a:cubicBezTo>
                    <a:pt x="31137" y="13015"/>
                    <a:pt x="25385" y="14888"/>
                    <a:pt x="19292" y="16866"/>
                  </a:cubicBezTo>
                  <a:cubicBezTo>
                    <a:pt x="14497" y="18435"/>
                    <a:pt x="12198" y="20693"/>
                    <a:pt x="11326" y="21767"/>
                  </a:cubicBezTo>
                  <a:cubicBezTo>
                    <a:pt x="10970" y="20721"/>
                    <a:pt x="10090" y="18658"/>
                    <a:pt x="8282" y="16436"/>
                  </a:cubicBezTo>
                  <a:cubicBezTo>
                    <a:pt x="7873" y="15946"/>
                    <a:pt x="7427" y="15484"/>
                    <a:pt x="6948" y="15054"/>
                  </a:cubicBezTo>
                  <a:lnTo>
                    <a:pt x="6920" y="15029"/>
                  </a:lnTo>
                  <a:cubicBezTo>
                    <a:pt x="6486" y="14632"/>
                    <a:pt x="6020" y="14231"/>
                    <a:pt x="5566" y="13846"/>
                  </a:cubicBezTo>
                  <a:cubicBezTo>
                    <a:pt x="3211" y="11835"/>
                    <a:pt x="774" y="9751"/>
                    <a:pt x="1419" y="6435"/>
                  </a:cubicBezTo>
                  <a:cubicBezTo>
                    <a:pt x="2106" y="2868"/>
                    <a:pt x="8244" y="698"/>
                    <a:pt x="16941" y="698"/>
                  </a:cubicBezTo>
                  <a:close/>
                  <a:moveTo>
                    <a:pt x="17065" y="0"/>
                  </a:moveTo>
                  <a:cubicBezTo>
                    <a:pt x="8936" y="0"/>
                    <a:pt x="1586" y="1826"/>
                    <a:pt x="718" y="6302"/>
                  </a:cubicBezTo>
                  <a:cubicBezTo>
                    <a:pt x="0" y="10031"/>
                    <a:pt x="2708" y="12346"/>
                    <a:pt x="5108" y="14389"/>
                  </a:cubicBezTo>
                  <a:cubicBezTo>
                    <a:pt x="5582" y="14798"/>
                    <a:pt x="6036" y="15184"/>
                    <a:pt x="6462" y="15581"/>
                  </a:cubicBezTo>
                  <a:lnTo>
                    <a:pt x="6498" y="15609"/>
                  </a:lnTo>
                  <a:cubicBezTo>
                    <a:pt x="6940" y="16006"/>
                    <a:pt x="7350" y="16432"/>
                    <a:pt x="7731" y="16886"/>
                  </a:cubicBezTo>
                  <a:cubicBezTo>
                    <a:pt x="10159" y="19862"/>
                    <a:pt x="10848" y="22614"/>
                    <a:pt x="10852" y="22638"/>
                  </a:cubicBezTo>
                  <a:cubicBezTo>
                    <a:pt x="10889" y="22780"/>
                    <a:pt x="11006" y="22886"/>
                    <a:pt x="11152" y="22906"/>
                  </a:cubicBezTo>
                  <a:lnTo>
                    <a:pt x="11201" y="22906"/>
                  </a:lnTo>
                  <a:cubicBezTo>
                    <a:pt x="11326" y="22906"/>
                    <a:pt x="11440" y="22841"/>
                    <a:pt x="11505" y="22736"/>
                  </a:cubicBezTo>
                  <a:cubicBezTo>
                    <a:pt x="11525" y="22703"/>
                    <a:pt x="13438" y="19533"/>
                    <a:pt x="19519" y="17551"/>
                  </a:cubicBezTo>
                  <a:cubicBezTo>
                    <a:pt x="26034" y="15427"/>
                    <a:pt x="31669" y="13594"/>
                    <a:pt x="33233" y="9780"/>
                  </a:cubicBezTo>
                  <a:cubicBezTo>
                    <a:pt x="34518" y="6671"/>
                    <a:pt x="33181" y="3784"/>
                    <a:pt x="29662" y="2049"/>
                  </a:cubicBezTo>
                  <a:cubicBezTo>
                    <a:pt x="27748" y="1105"/>
                    <a:pt x="25199" y="488"/>
                    <a:pt x="22085" y="221"/>
                  </a:cubicBezTo>
                  <a:cubicBezTo>
                    <a:pt x="20412" y="76"/>
                    <a:pt x="18722" y="0"/>
                    <a:pt x="1706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" name="Google Shape;5447;p73"/>
            <p:cNvSpPr/>
            <p:nvPr/>
          </p:nvSpPr>
          <p:spPr>
            <a:xfrm>
              <a:off x="3128216" y="2680028"/>
              <a:ext cx="472099" cy="350077"/>
            </a:xfrm>
            <a:custGeom>
              <a:avLst/>
              <a:gdLst/>
              <a:ahLst/>
              <a:cxnLst/>
              <a:rect l="l" t="t" r="r" b="b"/>
              <a:pathLst>
                <a:path w="27226" h="20189" extrusionOk="0">
                  <a:moveTo>
                    <a:pt x="22791" y="0"/>
                  </a:moveTo>
                  <a:lnTo>
                    <a:pt x="22791" y="0"/>
                  </a:lnTo>
                  <a:cubicBezTo>
                    <a:pt x="22965" y="187"/>
                    <a:pt x="23119" y="394"/>
                    <a:pt x="23253" y="613"/>
                  </a:cubicBezTo>
                  <a:cubicBezTo>
                    <a:pt x="24611" y="2899"/>
                    <a:pt x="24595" y="6069"/>
                    <a:pt x="22904" y="8177"/>
                  </a:cubicBezTo>
                  <a:cubicBezTo>
                    <a:pt x="21044" y="10496"/>
                    <a:pt x="17837" y="11315"/>
                    <a:pt x="15056" y="11862"/>
                  </a:cubicBezTo>
                  <a:cubicBezTo>
                    <a:pt x="12024" y="12462"/>
                    <a:pt x="9365" y="13528"/>
                    <a:pt x="7098" y="15729"/>
                  </a:cubicBezTo>
                  <a:cubicBezTo>
                    <a:pt x="6587" y="16230"/>
                    <a:pt x="5965" y="16809"/>
                    <a:pt x="5296" y="16809"/>
                  </a:cubicBezTo>
                  <a:cubicBezTo>
                    <a:pt x="5186" y="16809"/>
                    <a:pt x="5075" y="16793"/>
                    <a:pt x="4962" y="16759"/>
                  </a:cubicBezTo>
                  <a:cubicBezTo>
                    <a:pt x="4581" y="16645"/>
                    <a:pt x="4301" y="16337"/>
                    <a:pt x="4038" y="16049"/>
                  </a:cubicBezTo>
                  <a:cubicBezTo>
                    <a:pt x="3109" y="15020"/>
                    <a:pt x="2124" y="14010"/>
                    <a:pt x="908" y="13354"/>
                  </a:cubicBezTo>
                  <a:cubicBezTo>
                    <a:pt x="616" y="13196"/>
                    <a:pt x="312" y="13062"/>
                    <a:pt x="0" y="12952"/>
                  </a:cubicBezTo>
                  <a:lnTo>
                    <a:pt x="0" y="12952"/>
                  </a:lnTo>
                  <a:cubicBezTo>
                    <a:pt x="462" y="13366"/>
                    <a:pt x="892" y="13816"/>
                    <a:pt x="1293" y="14294"/>
                  </a:cubicBezTo>
                  <a:cubicBezTo>
                    <a:pt x="3803" y="17375"/>
                    <a:pt x="4488" y="20188"/>
                    <a:pt x="4488" y="20188"/>
                  </a:cubicBezTo>
                  <a:cubicBezTo>
                    <a:pt x="4488" y="20188"/>
                    <a:pt x="6385" y="16893"/>
                    <a:pt x="12693" y="14841"/>
                  </a:cubicBezTo>
                  <a:cubicBezTo>
                    <a:pt x="19000" y="12790"/>
                    <a:pt x="24688" y="10942"/>
                    <a:pt x="26196" y="7277"/>
                  </a:cubicBezTo>
                  <a:cubicBezTo>
                    <a:pt x="27226" y="4772"/>
                    <a:pt x="26589" y="1869"/>
                    <a:pt x="22791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" name="Google Shape;5448;p73"/>
            <p:cNvSpPr/>
            <p:nvPr/>
          </p:nvSpPr>
          <p:spPr>
            <a:xfrm>
              <a:off x="3484033" y="2724765"/>
              <a:ext cx="84723" cy="127484"/>
            </a:xfrm>
            <a:custGeom>
              <a:avLst/>
              <a:gdLst/>
              <a:ahLst/>
              <a:cxnLst/>
              <a:rect l="l" t="t" r="r" b="b"/>
              <a:pathLst>
                <a:path w="4886" h="7352" extrusionOk="0">
                  <a:moveTo>
                    <a:pt x="3714" y="0"/>
                  </a:moveTo>
                  <a:cubicBezTo>
                    <a:pt x="3691" y="0"/>
                    <a:pt x="3671" y="8"/>
                    <a:pt x="3657" y="23"/>
                  </a:cubicBezTo>
                  <a:cubicBezTo>
                    <a:pt x="3617" y="72"/>
                    <a:pt x="3641" y="161"/>
                    <a:pt x="3710" y="238"/>
                  </a:cubicBezTo>
                  <a:cubicBezTo>
                    <a:pt x="4257" y="777"/>
                    <a:pt x="4513" y="1555"/>
                    <a:pt x="4529" y="2321"/>
                  </a:cubicBezTo>
                  <a:cubicBezTo>
                    <a:pt x="4549" y="3092"/>
                    <a:pt x="4334" y="3854"/>
                    <a:pt x="3921" y="4502"/>
                  </a:cubicBezTo>
                  <a:cubicBezTo>
                    <a:pt x="3503" y="5159"/>
                    <a:pt x="2919" y="5690"/>
                    <a:pt x="2263" y="6120"/>
                  </a:cubicBezTo>
                  <a:cubicBezTo>
                    <a:pt x="1602" y="6550"/>
                    <a:pt x="880" y="6886"/>
                    <a:pt x="130" y="7158"/>
                  </a:cubicBezTo>
                  <a:cubicBezTo>
                    <a:pt x="53" y="7186"/>
                    <a:pt x="1" y="7239"/>
                    <a:pt x="13" y="7291"/>
                  </a:cubicBezTo>
                  <a:cubicBezTo>
                    <a:pt x="19" y="7327"/>
                    <a:pt x="61" y="7351"/>
                    <a:pt x="119" y="7351"/>
                  </a:cubicBezTo>
                  <a:cubicBezTo>
                    <a:pt x="141" y="7351"/>
                    <a:pt x="166" y="7348"/>
                    <a:pt x="191" y="7340"/>
                  </a:cubicBezTo>
                  <a:cubicBezTo>
                    <a:pt x="965" y="7117"/>
                    <a:pt x="1736" y="6813"/>
                    <a:pt x="2429" y="6383"/>
                  </a:cubicBezTo>
                  <a:cubicBezTo>
                    <a:pt x="3122" y="5954"/>
                    <a:pt x="3759" y="5394"/>
                    <a:pt x="4213" y="4697"/>
                  </a:cubicBezTo>
                  <a:cubicBezTo>
                    <a:pt x="4663" y="3983"/>
                    <a:pt x="4886" y="3152"/>
                    <a:pt x="4857" y="2309"/>
                  </a:cubicBezTo>
                  <a:cubicBezTo>
                    <a:pt x="4825" y="1478"/>
                    <a:pt x="4500" y="627"/>
                    <a:pt x="3868" y="72"/>
                  </a:cubicBezTo>
                  <a:cubicBezTo>
                    <a:pt x="3815" y="26"/>
                    <a:pt x="3758" y="0"/>
                    <a:pt x="37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" name="Google Shape;5449;p73"/>
            <p:cNvSpPr/>
            <p:nvPr/>
          </p:nvSpPr>
          <p:spPr>
            <a:xfrm>
              <a:off x="3500350" y="2749457"/>
              <a:ext cx="42258" cy="75429"/>
            </a:xfrm>
            <a:custGeom>
              <a:avLst/>
              <a:gdLst/>
              <a:ahLst/>
              <a:cxnLst/>
              <a:rect l="l" t="t" r="r" b="b"/>
              <a:pathLst>
                <a:path w="2437" h="4350" extrusionOk="0">
                  <a:moveTo>
                    <a:pt x="1821" y="0"/>
                  </a:moveTo>
                  <a:cubicBezTo>
                    <a:pt x="1793" y="0"/>
                    <a:pt x="1766" y="11"/>
                    <a:pt x="1747" y="34"/>
                  </a:cubicBezTo>
                  <a:cubicBezTo>
                    <a:pt x="1703" y="75"/>
                    <a:pt x="1699" y="139"/>
                    <a:pt x="1731" y="188"/>
                  </a:cubicBezTo>
                  <a:cubicBezTo>
                    <a:pt x="1991" y="484"/>
                    <a:pt x="2096" y="885"/>
                    <a:pt x="2096" y="1283"/>
                  </a:cubicBezTo>
                  <a:cubicBezTo>
                    <a:pt x="2096" y="1680"/>
                    <a:pt x="1995" y="2073"/>
                    <a:pt x="1792" y="2418"/>
                  </a:cubicBezTo>
                  <a:cubicBezTo>
                    <a:pt x="1589" y="2774"/>
                    <a:pt x="1326" y="3095"/>
                    <a:pt x="1018" y="3362"/>
                  </a:cubicBezTo>
                  <a:cubicBezTo>
                    <a:pt x="714" y="3646"/>
                    <a:pt x="377" y="3909"/>
                    <a:pt x="45" y="4181"/>
                  </a:cubicBezTo>
                  <a:cubicBezTo>
                    <a:pt x="8" y="4209"/>
                    <a:pt x="0" y="4262"/>
                    <a:pt x="29" y="4303"/>
                  </a:cubicBezTo>
                  <a:cubicBezTo>
                    <a:pt x="45" y="4332"/>
                    <a:pt x="75" y="4349"/>
                    <a:pt x="106" y="4349"/>
                  </a:cubicBezTo>
                  <a:cubicBezTo>
                    <a:pt x="123" y="4349"/>
                    <a:pt x="139" y="4345"/>
                    <a:pt x="154" y="4335"/>
                  </a:cubicBezTo>
                  <a:cubicBezTo>
                    <a:pt x="519" y="4112"/>
                    <a:pt x="892" y="3881"/>
                    <a:pt x="1224" y="3597"/>
                  </a:cubicBezTo>
                  <a:cubicBezTo>
                    <a:pt x="1569" y="3314"/>
                    <a:pt x="1865" y="2973"/>
                    <a:pt x="2100" y="2592"/>
                  </a:cubicBezTo>
                  <a:cubicBezTo>
                    <a:pt x="2327" y="2191"/>
                    <a:pt x="2436" y="1733"/>
                    <a:pt x="2424" y="1270"/>
                  </a:cubicBezTo>
                  <a:cubicBezTo>
                    <a:pt x="2416" y="816"/>
                    <a:pt x="2238" y="342"/>
                    <a:pt x="1893" y="30"/>
                  </a:cubicBezTo>
                  <a:cubicBezTo>
                    <a:pt x="1873" y="10"/>
                    <a:pt x="1847" y="0"/>
                    <a:pt x="182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" name="Google Shape;5450;p73"/>
            <p:cNvSpPr/>
            <p:nvPr/>
          </p:nvSpPr>
          <p:spPr>
            <a:xfrm>
              <a:off x="3049475" y="2734631"/>
              <a:ext cx="88451" cy="135894"/>
            </a:xfrm>
            <a:custGeom>
              <a:avLst/>
              <a:gdLst/>
              <a:ahLst/>
              <a:cxnLst/>
              <a:rect l="l" t="t" r="r" b="b"/>
              <a:pathLst>
                <a:path w="5101" h="7837" extrusionOk="0">
                  <a:moveTo>
                    <a:pt x="280" y="1"/>
                  </a:moveTo>
                  <a:cubicBezTo>
                    <a:pt x="229" y="1"/>
                    <a:pt x="183" y="61"/>
                    <a:pt x="171" y="147"/>
                  </a:cubicBezTo>
                  <a:cubicBezTo>
                    <a:pt x="82" y="950"/>
                    <a:pt x="1" y="1765"/>
                    <a:pt x="90" y="2575"/>
                  </a:cubicBezTo>
                  <a:cubicBezTo>
                    <a:pt x="183" y="3386"/>
                    <a:pt x="463" y="4217"/>
                    <a:pt x="990" y="4870"/>
                  </a:cubicBezTo>
                  <a:cubicBezTo>
                    <a:pt x="1517" y="5527"/>
                    <a:pt x="2206" y="6001"/>
                    <a:pt x="2879" y="6431"/>
                  </a:cubicBezTo>
                  <a:cubicBezTo>
                    <a:pt x="3552" y="6864"/>
                    <a:pt x="4245" y="7258"/>
                    <a:pt x="4845" y="7772"/>
                  </a:cubicBezTo>
                  <a:cubicBezTo>
                    <a:pt x="4896" y="7813"/>
                    <a:pt x="4947" y="7837"/>
                    <a:pt x="4991" y="7837"/>
                  </a:cubicBezTo>
                  <a:cubicBezTo>
                    <a:pt x="5014" y="7837"/>
                    <a:pt x="5034" y="7831"/>
                    <a:pt x="5052" y="7817"/>
                  </a:cubicBezTo>
                  <a:cubicBezTo>
                    <a:pt x="5101" y="7776"/>
                    <a:pt x="5076" y="7679"/>
                    <a:pt x="4995" y="7602"/>
                  </a:cubicBezTo>
                  <a:cubicBezTo>
                    <a:pt x="4407" y="7030"/>
                    <a:pt x="3718" y="6589"/>
                    <a:pt x="3058" y="6155"/>
                  </a:cubicBezTo>
                  <a:cubicBezTo>
                    <a:pt x="2393" y="5717"/>
                    <a:pt x="1760" y="5231"/>
                    <a:pt x="1262" y="4651"/>
                  </a:cubicBezTo>
                  <a:cubicBezTo>
                    <a:pt x="763" y="4067"/>
                    <a:pt x="512" y="3317"/>
                    <a:pt x="406" y="2543"/>
                  </a:cubicBezTo>
                  <a:cubicBezTo>
                    <a:pt x="301" y="1765"/>
                    <a:pt x="329" y="966"/>
                    <a:pt x="366" y="163"/>
                  </a:cubicBezTo>
                  <a:cubicBezTo>
                    <a:pt x="370" y="82"/>
                    <a:pt x="333" y="5"/>
                    <a:pt x="285" y="1"/>
                  </a:cubicBezTo>
                  <a:cubicBezTo>
                    <a:pt x="283" y="1"/>
                    <a:pt x="281" y="1"/>
                    <a:pt x="2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" name="Google Shape;5451;p73"/>
            <p:cNvSpPr/>
            <p:nvPr/>
          </p:nvSpPr>
          <p:spPr>
            <a:xfrm>
              <a:off x="3205535" y="2894125"/>
              <a:ext cx="203155" cy="83544"/>
            </a:xfrm>
            <a:custGeom>
              <a:avLst/>
              <a:gdLst/>
              <a:ahLst/>
              <a:cxnLst/>
              <a:rect l="l" t="t" r="r" b="b"/>
              <a:pathLst>
                <a:path w="11716" h="4818" extrusionOk="0">
                  <a:moveTo>
                    <a:pt x="11534" y="0"/>
                  </a:moveTo>
                  <a:cubicBezTo>
                    <a:pt x="11512" y="0"/>
                    <a:pt x="11489" y="2"/>
                    <a:pt x="11465" y="5"/>
                  </a:cubicBezTo>
                  <a:cubicBezTo>
                    <a:pt x="10439" y="115"/>
                    <a:pt x="9421" y="297"/>
                    <a:pt x="8420" y="553"/>
                  </a:cubicBezTo>
                  <a:cubicBezTo>
                    <a:pt x="7423" y="812"/>
                    <a:pt x="6438" y="1136"/>
                    <a:pt x="5477" y="1517"/>
                  </a:cubicBezTo>
                  <a:cubicBezTo>
                    <a:pt x="4524" y="1915"/>
                    <a:pt x="3596" y="2365"/>
                    <a:pt x="2696" y="2875"/>
                  </a:cubicBezTo>
                  <a:cubicBezTo>
                    <a:pt x="1800" y="3386"/>
                    <a:pt x="945" y="3966"/>
                    <a:pt x="130" y="4602"/>
                  </a:cubicBezTo>
                  <a:cubicBezTo>
                    <a:pt x="45" y="4667"/>
                    <a:pt x="0" y="4744"/>
                    <a:pt x="25" y="4789"/>
                  </a:cubicBezTo>
                  <a:cubicBezTo>
                    <a:pt x="34" y="4808"/>
                    <a:pt x="56" y="4817"/>
                    <a:pt x="84" y="4817"/>
                  </a:cubicBezTo>
                  <a:cubicBezTo>
                    <a:pt x="128" y="4817"/>
                    <a:pt x="187" y="4796"/>
                    <a:pt x="244" y="4756"/>
                  </a:cubicBezTo>
                  <a:cubicBezTo>
                    <a:pt x="1083" y="4173"/>
                    <a:pt x="1950" y="3638"/>
                    <a:pt x="2846" y="3147"/>
                  </a:cubicBezTo>
                  <a:cubicBezTo>
                    <a:pt x="4638" y="2174"/>
                    <a:pt x="6539" y="1412"/>
                    <a:pt x="8509" y="873"/>
                  </a:cubicBezTo>
                  <a:cubicBezTo>
                    <a:pt x="9490" y="601"/>
                    <a:pt x="10488" y="386"/>
                    <a:pt x="11497" y="228"/>
                  </a:cubicBezTo>
                  <a:cubicBezTo>
                    <a:pt x="11619" y="208"/>
                    <a:pt x="11716" y="159"/>
                    <a:pt x="11716" y="95"/>
                  </a:cubicBezTo>
                  <a:cubicBezTo>
                    <a:pt x="11716" y="38"/>
                    <a:pt x="11639" y="0"/>
                    <a:pt x="115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" name="Google Shape;5452;p73"/>
            <p:cNvSpPr/>
            <p:nvPr/>
          </p:nvSpPr>
          <p:spPr>
            <a:xfrm>
              <a:off x="3524106" y="2724487"/>
              <a:ext cx="103624" cy="169585"/>
            </a:xfrm>
            <a:custGeom>
              <a:avLst/>
              <a:gdLst/>
              <a:ahLst/>
              <a:cxnLst/>
              <a:rect l="l" t="t" r="r" b="b"/>
              <a:pathLst>
                <a:path w="5976" h="9780" extrusionOk="0">
                  <a:moveTo>
                    <a:pt x="5251" y="1"/>
                  </a:moveTo>
                  <a:cubicBezTo>
                    <a:pt x="5242" y="1"/>
                    <a:pt x="5234" y="2"/>
                    <a:pt x="5226" y="6"/>
                  </a:cubicBezTo>
                  <a:cubicBezTo>
                    <a:pt x="5169" y="31"/>
                    <a:pt x="5165" y="140"/>
                    <a:pt x="5218" y="258"/>
                  </a:cubicBezTo>
                  <a:cubicBezTo>
                    <a:pt x="5595" y="1133"/>
                    <a:pt x="5655" y="2123"/>
                    <a:pt x="5489" y="3055"/>
                  </a:cubicBezTo>
                  <a:cubicBezTo>
                    <a:pt x="5327" y="3999"/>
                    <a:pt x="4958" y="4895"/>
                    <a:pt x="4411" y="5682"/>
                  </a:cubicBezTo>
                  <a:cubicBezTo>
                    <a:pt x="3880" y="6480"/>
                    <a:pt x="3199" y="7170"/>
                    <a:pt x="2465" y="7802"/>
                  </a:cubicBezTo>
                  <a:cubicBezTo>
                    <a:pt x="1731" y="8438"/>
                    <a:pt x="941" y="9006"/>
                    <a:pt x="138" y="9565"/>
                  </a:cubicBezTo>
                  <a:cubicBezTo>
                    <a:pt x="53" y="9626"/>
                    <a:pt x="0" y="9703"/>
                    <a:pt x="29" y="9748"/>
                  </a:cubicBezTo>
                  <a:cubicBezTo>
                    <a:pt x="39" y="9769"/>
                    <a:pt x="64" y="9779"/>
                    <a:pt x="96" y="9779"/>
                  </a:cubicBezTo>
                  <a:cubicBezTo>
                    <a:pt x="137" y="9779"/>
                    <a:pt x="191" y="9762"/>
                    <a:pt x="244" y="9728"/>
                  </a:cubicBezTo>
                  <a:cubicBezTo>
                    <a:pt x="1075" y="9213"/>
                    <a:pt x="1906" y="8674"/>
                    <a:pt x="2668" y="8045"/>
                  </a:cubicBezTo>
                  <a:cubicBezTo>
                    <a:pt x="3426" y="7417"/>
                    <a:pt x="4135" y="6707"/>
                    <a:pt x="4703" y="5885"/>
                  </a:cubicBezTo>
                  <a:cubicBezTo>
                    <a:pt x="5270" y="5049"/>
                    <a:pt x="5651" y="4105"/>
                    <a:pt x="5818" y="3112"/>
                  </a:cubicBezTo>
                  <a:cubicBezTo>
                    <a:pt x="5976" y="2119"/>
                    <a:pt x="5870" y="1069"/>
                    <a:pt x="5420" y="161"/>
                  </a:cubicBezTo>
                  <a:cubicBezTo>
                    <a:pt x="5372" y="70"/>
                    <a:pt x="5305" y="1"/>
                    <a:pt x="525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" name="Google Shape;5453;p73"/>
            <p:cNvSpPr/>
            <p:nvPr/>
          </p:nvSpPr>
          <p:spPr>
            <a:xfrm>
              <a:off x="3446284" y="2907893"/>
              <a:ext cx="49159" cy="22108"/>
            </a:xfrm>
            <a:custGeom>
              <a:avLst/>
              <a:gdLst/>
              <a:ahLst/>
              <a:cxnLst/>
              <a:rect l="l" t="t" r="r" b="b"/>
              <a:pathLst>
                <a:path w="2835" h="1275" extrusionOk="0">
                  <a:moveTo>
                    <a:pt x="2705" y="1"/>
                  </a:moveTo>
                  <a:cubicBezTo>
                    <a:pt x="2702" y="1"/>
                    <a:pt x="2699" y="1"/>
                    <a:pt x="2697" y="2"/>
                  </a:cubicBezTo>
                  <a:lnTo>
                    <a:pt x="2036" y="294"/>
                  </a:lnTo>
                  <a:cubicBezTo>
                    <a:pt x="1821" y="395"/>
                    <a:pt x="1598" y="476"/>
                    <a:pt x="1379" y="569"/>
                  </a:cubicBezTo>
                  <a:cubicBezTo>
                    <a:pt x="1160" y="667"/>
                    <a:pt x="937" y="752"/>
                    <a:pt x="710" y="833"/>
                  </a:cubicBezTo>
                  <a:lnTo>
                    <a:pt x="37" y="1088"/>
                  </a:lnTo>
                  <a:cubicBezTo>
                    <a:pt x="9" y="1092"/>
                    <a:pt x="1" y="1129"/>
                    <a:pt x="9" y="1186"/>
                  </a:cubicBezTo>
                  <a:cubicBezTo>
                    <a:pt x="21" y="1238"/>
                    <a:pt x="49" y="1275"/>
                    <a:pt x="82" y="1275"/>
                  </a:cubicBezTo>
                  <a:cubicBezTo>
                    <a:pt x="325" y="1242"/>
                    <a:pt x="568" y="1194"/>
                    <a:pt x="803" y="1133"/>
                  </a:cubicBezTo>
                  <a:cubicBezTo>
                    <a:pt x="1043" y="1064"/>
                    <a:pt x="1282" y="995"/>
                    <a:pt x="1509" y="902"/>
                  </a:cubicBezTo>
                  <a:cubicBezTo>
                    <a:pt x="1736" y="804"/>
                    <a:pt x="1959" y="703"/>
                    <a:pt x="2178" y="590"/>
                  </a:cubicBezTo>
                  <a:cubicBezTo>
                    <a:pt x="2397" y="476"/>
                    <a:pt x="2607" y="346"/>
                    <a:pt x="2806" y="200"/>
                  </a:cubicBezTo>
                  <a:cubicBezTo>
                    <a:pt x="2834" y="184"/>
                    <a:pt x="2834" y="132"/>
                    <a:pt x="2802" y="79"/>
                  </a:cubicBezTo>
                  <a:cubicBezTo>
                    <a:pt x="2776" y="35"/>
                    <a:pt x="2734" y="1"/>
                    <a:pt x="270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" name="Google Shape;5454;p73"/>
            <p:cNvSpPr/>
            <p:nvPr/>
          </p:nvSpPr>
          <p:spPr>
            <a:xfrm>
              <a:off x="3232308" y="2948191"/>
              <a:ext cx="181741" cy="79539"/>
            </a:xfrm>
            <a:custGeom>
              <a:avLst/>
              <a:gdLst/>
              <a:ahLst/>
              <a:cxnLst/>
              <a:rect l="l" t="t" r="r" b="b"/>
              <a:pathLst>
                <a:path w="10481" h="4587" extrusionOk="0">
                  <a:moveTo>
                    <a:pt x="10311" y="1"/>
                  </a:moveTo>
                  <a:cubicBezTo>
                    <a:pt x="10293" y="1"/>
                    <a:pt x="10273" y="2"/>
                    <a:pt x="10253" y="5"/>
                  </a:cubicBezTo>
                  <a:cubicBezTo>
                    <a:pt x="9321" y="118"/>
                    <a:pt x="8384" y="244"/>
                    <a:pt x="7456" y="422"/>
                  </a:cubicBezTo>
                  <a:cubicBezTo>
                    <a:pt x="6524" y="601"/>
                    <a:pt x="5607" y="844"/>
                    <a:pt x="4707" y="1152"/>
                  </a:cubicBezTo>
                  <a:cubicBezTo>
                    <a:pt x="3812" y="1472"/>
                    <a:pt x="2956" y="1902"/>
                    <a:pt x="2162" y="2429"/>
                  </a:cubicBezTo>
                  <a:cubicBezTo>
                    <a:pt x="1359" y="2952"/>
                    <a:pt x="658" y="3609"/>
                    <a:pt x="82" y="4375"/>
                  </a:cubicBezTo>
                  <a:cubicBezTo>
                    <a:pt x="25" y="4456"/>
                    <a:pt x="1" y="4529"/>
                    <a:pt x="41" y="4569"/>
                  </a:cubicBezTo>
                  <a:cubicBezTo>
                    <a:pt x="53" y="4581"/>
                    <a:pt x="69" y="4587"/>
                    <a:pt x="87" y="4587"/>
                  </a:cubicBezTo>
                  <a:cubicBezTo>
                    <a:pt x="130" y="4587"/>
                    <a:pt x="186" y="4554"/>
                    <a:pt x="232" y="4496"/>
                  </a:cubicBezTo>
                  <a:cubicBezTo>
                    <a:pt x="836" y="3787"/>
                    <a:pt x="1545" y="3179"/>
                    <a:pt x="2332" y="2684"/>
                  </a:cubicBezTo>
                  <a:cubicBezTo>
                    <a:pt x="3114" y="2190"/>
                    <a:pt x="3953" y="1788"/>
                    <a:pt x="4829" y="1484"/>
                  </a:cubicBezTo>
                  <a:cubicBezTo>
                    <a:pt x="5709" y="1176"/>
                    <a:pt x="6609" y="929"/>
                    <a:pt x="7521" y="747"/>
                  </a:cubicBezTo>
                  <a:cubicBezTo>
                    <a:pt x="8437" y="552"/>
                    <a:pt x="9361" y="390"/>
                    <a:pt x="10281" y="228"/>
                  </a:cubicBezTo>
                  <a:cubicBezTo>
                    <a:pt x="10399" y="207"/>
                    <a:pt x="10480" y="155"/>
                    <a:pt x="10480" y="90"/>
                  </a:cubicBezTo>
                  <a:cubicBezTo>
                    <a:pt x="10480" y="35"/>
                    <a:pt x="10408" y="1"/>
                    <a:pt x="1031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" name="Google Shape;5455;p73"/>
            <p:cNvSpPr/>
            <p:nvPr/>
          </p:nvSpPr>
          <p:spPr>
            <a:xfrm>
              <a:off x="3079560" y="2994627"/>
              <a:ext cx="85018" cy="447389"/>
            </a:xfrm>
            <a:custGeom>
              <a:avLst/>
              <a:gdLst/>
              <a:ahLst/>
              <a:cxnLst/>
              <a:rect l="l" t="t" r="r" b="b"/>
              <a:pathLst>
                <a:path w="4903" h="25801" extrusionOk="0">
                  <a:moveTo>
                    <a:pt x="4415" y="1"/>
                  </a:moveTo>
                  <a:cubicBezTo>
                    <a:pt x="4243" y="1"/>
                    <a:pt x="4084" y="111"/>
                    <a:pt x="4026" y="286"/>
                  </a:cubicBezTo>
                  <a:lnTo>
                    <a:pt x="3990" y="351"/>
                  </a:lnTo>
                  <a:cubicBezTo>
                    <a:pt x="2831" y="2435"/>
                    <a:pt x="2470" y="5844"/>
                    <a:pt x="2940" y="10218"/>
                  </a:cubicBezTo>
                  <a:cubicBezTo>
                    <a:pt x="3402" y="14499"/>
                    <a:pt x="2186" y="17912"/>
                    <a:pt x="1209" y="20652"/>
                  </a:cubicBezTo>
                  <a:cubicBezTo>
                    <a:pt x="560" y="22464"/>
                    <a:pt x="1" y="24025"/>
                    <a:pt x="90" y="25399"/>
                  </a:cubicBezTo>
                  <a:cubicBezTo>
                    <a:pt x="102" y="25626"/>
                    <a:pt x="289" y="25801"/>
                    <a:pt x="516" y="25801"/>
                  </a:cubicBezTo>
                  <a:lnTo>
                    <a:pt x="540" y="25801"/>
                  </a:lnTo>
                  <a:cubicBezTo>
                    <a:pt x="775" y="25784"/>
                    <a:pt x="954" y="25586"/>
                    <a:pt x="941" y="25351"/>
                  </a:cubicBezTo>
                  <a:cubicBezTo>
                    <a:pt x="864" y="24147"/>
                    <a:pt x="1395" y="22663"/>
                    <a:pt x="2012" y="20940"/>
                  </a:cubicBezTo>
                  <a:cubicBezTo>
                    <a:pt x="3017" y="18119"/>
                    <a:pt x="4274" y="14600"/>
                    <a:pt x="3787" y="10129"/>
                  </a:cubicBezTo>
                  <a:cubicBezTo>
                    <a:pt x="3341" y="5990"/>
                    <a:pt x="3678" y="2662"/>
                    <a:pt x="4736" y="764"/>
                  </a:cubicBezTo>
                  <a:cubicBezTo>
                    <a:pt x="4772" y="708"/>
                    <a:pt x="4801" y="647"/>
                    <a:pt x="4821" y="586"/>
                  </a:cubicBezTo>
                  <a:cubicBezTo>
                    <a:pt x="4902" y="359"/>
                    <a:pt x="4784" y="112"/>
                    <a:pt x="4557" y="27"/>
                  </a:cubicBezTo>
                  <a:cubicBezTo>
                    <a:pt x="4510" y="9"/>
                    <a:pt x="4462" y="1"/>
                    <a:pt x="441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" name="Google Shape;5456;p73"/>
            <p:cNvSpPr/>
            <p:nvPr/>
          </p:nvSpPr>
          <p:spPr>
            <a:xfrm>
              <a:off x="3256081" y="3006904"/>
              <a:ext cx="94902" cy="435113"/>
            </a:xfrm>
            <a:custGeom>
              <a:avLst/>
              <a:gdLst/>
              <a:ahLst/>
              <a:cxnLst/>
              <a:rect l="l" t="t" r="r" b="b"/>
              <a:pathLst>
                <a:path w="5473" h="25093" extrusionOk="0">
                  <a:moveTo>
                    <a:pt x="471" y="0"/>
                  </a:moveTo>
                  <a:cubicBezTo>
                    <a:pt x="358" y="0"/>
                    <a:pt x="245" y="46"/>
                    <a:pt x="162" y="137"/>
                  </a:cubicBezTo>
                  <a:cubicBezTo>
                    <a:pt x="0" y="308"/>
                    <a:pt x="8" y="575"/>
                    <a:pt x="174" y="737"/>
                  </a:cubicBezTo>
                  <a:cubicBezTo>
                    <a:pt x="203" y="766"/>
                    <a:pt x="2826" y="3320"/>
                    <a:pt x="2639" y="9449"/>
                  </a:cubicBezTo>
                  <a:cubicBezTo>
                    <a:pt x="2420" y="16426"/>
                    <a:pt x="3028" y="21169"/>
                    <a:pt x="4593" y="24833"/>
                  </a:cubicBezTo>
                  <a:cubicBezTo>
                    <a:pt x="4662" y="24991"/>
                    <a:pt x="4816" y="25093"/>
                    <a:pt x="4990" y="25093"/>
                  </a:cubicBezTo>
                  <a:cubicBezTo>
                    <a:pt x="5047" y="25093"/>
                    <a:pt x="5104" y="25081"/>
                    <a:pt x="5157" y="25056"/>
                  </a:cubicBezTo>
                  <a:cubicBezTo>
                    <a:pt x="5375" y="24967"/>
                    <a:pt x="5473" y="24716"/>
                    <a:pt x="5380" y="24501"/>
                  </a:cubicBezTo>
                  <a:cubicBezTo>
                    <a:pt x="3863" y="20958"/>
                    <a:pt x="3276" y="16324"/>
                    <a:pt x="3490" y="9481"/>
                  </a:cubicBezTo>
                  <a:cubicBezTo>
                    <a:pt x="3693" y="2922"/>
                    <a:pt x="880" y="227"/>
                    <a:pt x="758" y="113"/>
                  </a:cubicBezTo>
                  <a:cubicBezTo>
                    <a:pt x="677" y="38"/>
                    <a:pt x="574" y="0"/>
                    <a:pt x="47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" name="Google Shape;5457;p73"/>
            <p:cNvSpPr/>
            <p:nvPr/>
          </p:nvSpPr>
          <p:spPr>
            <a:xfrm>
              <a:off x="3057903" y="2637337"/>
              <a:ext cx="458487" cy="256615"/>
            </a:xfrm>
            <a:custGeom>
              <a:avLst/>
              <a:gdLst/>
              <a:ahLst/>
              <a:cxnLst/>
              <a:rect l="l" t="t" r="r" b="b"/>
              <a:pathLst>
                <a:path w="26441" h="14799" extrusionOk="0">
                  <a:moveTo>
                    <a:pt x="15342" y="0"/>
                  </a:moveTo>
                  <a:cubicBezTo>
                    <a:pt x="14596" y="0"/>
                    <a:pt x="13822" y="14"/>
                    <a:pt x="13022" y="38"/>
                  </a:cubicBezTo>
                  <a:cubicBezTo>
                    <a:pt x="5515" y="273"/>
                    <a:pt x="1684" y="1530"/>
                    <a:pt x="938" y="4469"/>
                  </a:cubicBezTo>
                  <a:cubicBezTo>
                    <a:pt x="1" y="8190"/>
                    <a:pt x="3880" y="14799"/>
                    <a:pt x="12818" y="14799"/>
                  </a:cubicBezTo>
                  <a:cubicBezTo>
                    <a:pt x="13043" y="14799"/>
                    <a:pt x="13272" y="14795"/>
                    <a:pt x="13505" y="14786"/>
                  </a:cubicBezTo>
                  <a:cubicBezTo>
                    <a:pt x="23266" y="14425"/>
                    <a:pt x="26440" y="7404"/>
                    <a:pt x="26116" y="3987"/>
                  </a:cubicBezTo>
                  <a:cubicBezTo>
                    <a:pt x="25826" y="937"/>
                    <a:pt x="21598" y="0"/>
                    <a:pt x="153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" name="Google Shape;5458;p73"/>
            <p:cNvSpPr/>
            <p:nvPr/>
          </p:nvSpPr>
          <p:spPr>
            <a:xfrm>
              <a:off x="3059810" y="2631146"/>
              <a:ext cx="459666" cy="268978"/>
            </a:xfrm>
            <a:custGeom>
              <a:avLst/>
              <a:gdLst/>
              <a:ahLst/>
              <a:cxnLst/>
              <a:rect l="l" t="t" r="r" b="b"/>
              <a:pathLst>
                <a:path w="26509" h="15512" extrusionOk="0">
                  <a:moveTo>
                    <a:pt x="15200" y="715"/>
                  </a:moveTo>
                  <a:cubicBezTo>
                    <a:pt x="22168" y="715"/>
                    <a:pt x="25415" y="1866"/>
                    <a:pt x="25653" y="4376"/>
                  </a:cubicBezTo>
                  <a:cubicBezTo>
                    <a:pt x="25791" y="5835"/>
                    <a:pt x="25244" y="8341"/>
                    <a:pt x="23245" y="10619"/>
                  </a:cubicBezTo>
                  <a:cubicBezTo>
                    <a:pt x="21677" y="12411"/>
                    <a:pt x="18685" y="14596"/>
                    <a:pt x="13387" y="14786"/>
                  </a:cubicBezTo>
                  <a:cubicBezTo>
                    <a:pt x="13152" y="14795"/>
                    <a:pt x="12922" y="14799"/>
                    <a:pt x="12696" y="14799"/>
                  </a:cubicBezTo>
                  <a:cubicBezTo>
                    <a:pt x="7113" y="14799"/>
                    <a:pt x="4161" y="12221"/>
                    <a:pt x="2879" y="10631"/>
                  </a:cubicBezTo>
                  <a:cubicBezTo>
                    <a:pt x="1399" y="8803"/>
                    <a:pt x="743" y="6610"/>
                    <a:pt x="1172" y="4911"/>
                  </a:cubicBezTo>
                  <a:cubicBezTo>
                    <a:pt x="1849" y="2232"/>
                    <a:pt x="5364" y="983"/>
                    <a:pt x="12924" y="752"/>
                  </a:cubicBezTo>
                  <a:cubicBezTo>
                    <a:pt x="13723" y="728"/>
                    <a:pt x="14481" y="715"/>
                    <a:pt x="15200" y="715"/>
                  </a:cubicBezTo>
                  <a:close/>
                  <a:moveTo>
                    <a:pt x="15420" y="0"/>
                  </a:moveTo>
                  <a:cubicBezTo>
                    <a:pt x="14588" y="0"/>
                    <a:pt x="13744" y="17"/>
                    <a:pt x="12904" y="43"/>
                  </a:cubicBezTo>
                  <a:cubicBezTo>
                    <a:pt x="4967" y="286"/>
                    <a:pt x="1253" y="1688"/>
                    <a:pt x="483" y="4741"/>
                  </a:cubicBezTo>
                  <a:cubicBezTo>
                    <a:pt x="1" y="6650"/>
                    <a:pt x="706" y="9078"/>
                    <a:pt x="2328" y="11085"/>
                  </a:cubicBezTo>
                  <a:cubicBezTo>
                    <a:pt x="3690" y="12767"/>
                    <a:pt x="6815" y="15512"/>
                    <a:pt x="12689" y="15512"/>
                  </a:cubicBezTo>
                  <a:lnTo>
                    <a:pt x="13411" y="15504"/>
                  </a:lnTo>
                  <a:cubicBezTo>
                    <a:pt x="18965" y="15293"/>
                    <a:pt x="22114" y="12982"/>
                    <a:pt x="23781" y="11085"/>
                  </a:cubicBezTo>
                  <a:cubicBezTo>
                    <a:pt x="25925" y="8641"/>
                    <a:pt x="26509" y="5908"/>
                    <a:pt x="26355" y="4307"/>
                  </a:cubicBezTo>
                  <a:cubicBezTo>
                    <a:pt x="26020" y="733"/>
                    <a:pt x="20963" y="0"/>
                    <a:pt x="1542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" name="Google Shape;5459;p73"/>
            <p:cNvSpPr/>
            <p:nvPr/>
          </p:nvSpPr>
          <p:spPr>
            <a:xfrm>
              <a:off x="3064804" y="2688819"/>
              <a:ext cx="60898" cy="54482"/>
            </a:xfrm>
            <a:custGeom>
              <a:avLst/>
              <a:gdLst/>
              <a:ahLst/>
              <a:cxnLst/>
              <a:rect l="l" t="t" r="r" b="b"/>
              <a:pathLst>
                <a:path w="3512" h="3142" extrusionOk="0">
                  <a:moveTo>
                    <a:pt x="3117" y="1"/>
                  </a:moveTo>
                  <a:cubicBezTo>
                    <a:pt x="3083" y="1"/>
                    <a:pt x="3048" y="6"/>
                    <a:pt x="3013" y="16"/>
                  </a:cubicBezTo>
                  <a:cubicBezTo>
                    <a:pt x="2932" y="41"/>
                    <a:pt x="1010" y="624"/>
                    <a:pt x="86" y="2635"/>
                  </a:cubicBezTo>
                  <a:cubicBezTo>
                    <a:pt x="1" y="2813"/>
                    <a:pt x="78" y="3024"/>
                    <a:pt x="256" y="3105"/>
                  </a:cubicBezTo>
                  <a:cubicBezTo>
                    <a:pt x="305" y="3130"/>
                    <a:pt x="353" y="3142"/>
                    <a:pt x="410" y="3142"/>
                  </a:cubicBezTo>
                  <a:cubicBezTo>
                    <a:pt x="548" y="3142"/>
                    <a:pt x="674" y="3061"/>
                    <a:pt x="726" y="2935"/>
                  </a:cubicBezTo>
                  <a:cubicBezTo>
                    <a:pt x="1517" y="1224"/>
                    <a:pt x="3199" y="705"/>
                    <a:pt x="3215" y="697"/>
                  </a:cubicBezTo>
                  <a:cubicBezTo>
                    <a:pt x="3406" y="641"/>
                    <a:pt x="3511" y="442"/>
                    <a:pt x="3455" y="255"/>
                  </a:cubicBezTo>
                  <a:cubicBezTo>
                    <a:pt x="3411" y="100"/>
                    <a:pt x="3271" y="1"/>
                    <a:pt x="311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" name="Google Shape;5460;p73"/>
            <p:cNvSpPr/>
            <p:nvPr/>
          </p:nvSpPr>
          <p:spPr>
            <a:xfrm>
              <a:off x="3071133" y="2721245"/>
              <a:ext cx="50910" cy="56216"/>
            </a:xfrm>
            <a:custGeom>
              <a:avLst/>
              <a:gdLst/>
              <a:ahLst/>
              <a:cxnLst/>
              <a:rect l="l" t="t" r="r" b="b"/>
              <a:pathLst>
                <a:path w="2936" h="3242" extrusionOk="0">
                  <a:moveTo>
                    <a:pt x="2526" y="0"/>
                  </a:moveTo>
                  <a:cubicBezTo>
                    <a:pt x="2465" y="0"/>
                    <a:pt x="2404" y="15"/>
                    <a:pt x="2348" y="48"/>
                  </a:cubicBezTo>
                  <a:cubicBezTo>
                    <a:pt x="2279" y="88"/>
                    <a:pt x="653" y="1061"/>
                    <a:pt x="69" y="2772"/>
                  </a:cubicBezTo>
                  <a:cubicBezTo>
                    <a:pt x="0" y="2954"/>
                    <a:pt x="98" y="3161"/>
                    <a:pt x="288" y="3222"/>
                  </a:cubicBezTo>
                  <a:cubicBezTo>
                    <a:pt x="325" y="3234"/>
                    <a:pt x="361" y="3242"/>
                    <a:pt x="402" y="3242"/>
                  </a:cubicBezTo>
                  <a:cubicBezTo>
                    <a:pt x="556" y="3238"/>
                    <a:pt x="690" y="3141"/>
                    <a:pt x="738" y="2999"/>
                  </a:cubicBezTo>
                  <a:cubicBezTo>
                    <a:pt x="1233" y="1547"/>
                    <a:pt x="2692" y="668"/>
                    <a:pt x="2708" y="664"/>
                  </a:cubicBezTo>
                  <a:cubicBezTo>
                    <a:pt x="2879" y="562"/>
                    <a:pt x="2935" y="348"/>
                    <a:pt x="2834" y="177"/>
                  </a:cubicBezTo>
                  <a:cubicBezTo>
                    <a:pt x="2769" y="63"/>
                    <a:pt x="2649" y="0"/>
                    <a:pt x="252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" name="Google Shape;5461;p73"/>
            <p:cNvSpPr/>
            <p:nvPr/>
          </p:nvSpPr>
          <p:spPr>
            <a:xfrm>
              <a:off x="3088421" y="2759185"/>
              <a:ext cx="48379" cy="53147"/>
            </a:xfrm>
            <a:custGeom>
              <a:avLst/>
              <a:gdLst/>
              <a:ahLst/>
              <a:cxnLst/>
              <a:rect l="l" t="t" r="r" b="b"/>
              <a:pathLst>
                <a:path w="2790" h="3065" extrusionOk="0">
                  <a:moveTo>
                    <a:pt x="2378" y="0"/>
                  </a:moveTo>
                  <a:cubicBezTo>
                    <a:pt x="2299" y="0"/>
                    <a:pt x="2220" y="26"/>
                    <a:pt x="2153" y="81"/>
                  </a:cubicBezTo>
                  <a:cubicBezTo>
                    <a:pt x="2080" y="122"/>
                    <a:pt x="512" y="1188"/>
                    <a:pt x="62" y="2607"/>
                  </a:cubicBezTo>
                  <a:cubicBezTo>
                    <a:pt x="1" y="2793"/>
                    <a:pt x="106" y="2992"/>
                    <a:pt x="293" y="3052"/>
                  </a:cubicBezTo>
                  <a:cubicBezTo>
                    <a:pt x="329" y="3061"/>
                    <a:pt x="362" y="3065"/>
                    <a:pt x="398" y="3065"/>
                  </a:cubicBezTo>
                  <a:cubicBezTo>
                    <a:pt x="552" y="3065"/>
                    <a:pt x="690" y="2963"/>
                    <a:pt x="739" y="2817"/>
                  </a:cubicBezTo>
                  <a:cubicBezTo>
                    <a:pt x="1107" y="1642"/>
                    <a:pt x="2534" y="681"/>
                    <a:pt x="2542" y="669"/>
                  </a:cubicBezTo>
                  <a:cubicBezTo>
                    <a:pt x="2729" y="572"/>
                    <a:pt x="2790" y="332"/>
                    <a:pt x="2672" y="158"/>
                  </a:cubicBezTo>
                  <a:cubicBezTo>
                    <a:pt x="2605" y="55"/>
                    <a:pt x="2493" y="0"/>
                    <a:pt x="237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" name="Google Shape;5462;p73"/>
            <p:cNvSpPr/>
            <p:nvPr/>
          </p:nvSpPr>
          <p:spPr>
            <a:xfrm>
              <a:off x="3118367" y="2792426"/>
              <a:ext cx="39102" cy="54274"/>
            </a:xfrm>
            <a:custGeom>
              <a:avLst/>
              <a:gdLst/>
              <a:ahLst/>
              <a:cxnLst/>
              <a:rect l="l" t="t" r="r" b="b"/>
              <a:pathLst>
                <a:path w="2255" h="3130" extrusionOk="0">
                  <a:moveTo>
                    <a:pt x="1860" y="0"/>
                  </a:moveTo>
                  <a:cubicBezTo>
                    <a:pt x="1768" y="0"/>
                    <a:pt x="1676" y="36"/>
                    <a:pt x="1606" y="106"/>
                  </a:cubicBezTo>
                  <a:cubicBezTo>
                    <a:pt x="1561" y="154"/>
                    <a:pt x="451" y="1306"/>
                    <a:pt x="53" y="2680"/>
                  </a:cubicBezTo>
                  <a:cubicBezTo>
                    <a:pt x="1" y="2866"/>
                    <a:pt x="110" y="3065"/>
                    <a:pt x="297" y="3114"/>
                  </a:cubicBezTo>
                  <a:cubicBezTo>
                    <a:pt x="329" y="3126"/>
                    <a:pt x="361" y="3130"/>
                    <a:pt x="394" y="3130"/>
                  </a:cubicBezTo>
                  <a:cubicBezTo>
                    <a:pt x="552" y="3130"/>
                    <a:pt x="694" y="3029"/>
                    <a:pt x="738" y="2879"/>
                  </a:cubicBezTo>
                  <a:cubicBezTo>
                    <a:pt x="1083" y="1675"/>
                    <a:pt x="2109" y="613"/>
                    <a:pt x="2117" y="600"/>
                  </a:cubicBezTo>
                  <a:cubicBezTo>
                    <a:pt x="2255" y="458"/>
                    <a:pt x="2251" y="236"/>
                    <a:pt x="2109" y="102"/>
                  </a:cubicBezTo>
                  <a:cubicBezTo>
                    <a:pt x="2039" y="34"/>
                    <a:pt x="1949" y="0"/>
                    <a:pt x="186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" name="Google Shape;5463;p73"/>
            <p:cNvSpPr/>
            <p:nvPr/>
          </p:nvSpPr>
          <p:spPr>
            <a:xfrm>
              <a:off x="3157035" y="2818262"/>
              <a:ext cx="28836" cy="55228"/>
            </a:xfrm>
            <a:custGeom>
              <a:avLst/>
              <a:gdLst/>
              <a:ahLst/>
              <a:cxnLst/>
              <a:rect l="l" t="t" r="r" b="b"/>
              <a:pathLst>
                <a:path w="1663" h="3185" extrusionOk="0">
                  <a:moveTo>
                    <a:pt x="1258" y="0"/>
                  </a:moveTo>
                  <a:cubicBezTo>
                    <a:pt x="1114" y="0"/>
                    <a:pt x="978" y="92"/>
                    <a:pt x="925" y="237"/>
                  </a:cubicBezTo>
                  <a:cubicBezTo>
                    <a:pt x="920" y="250"/>
                    <a:pt x="381" y="1762"/>
                    <a:pt x="65" y="2714"/>
                  </a:cubicBezTo>
                  <a:cubicBezTo>
                    <a:pt x="0" y="2901"/>
                    <a:pt x="98" y="3103"/>
                    <a:pt x="288" y="3164"/>
                  </a:cubicBezTo>
                  <a:cubicBezTo>
                    <a:pt x="325" y="3180"/>
                    <a:pt x="361" y="3184"/>
                    <a:pt x="402" y="3184"/>
                  </a:cubicBezTo>
                  <a:cubicBezTo>
                    <a:pt x="552" y="3184"/>
                    <a:pt x="689" y="3087"/>
                    <a:pt x="738" y="2941"/>
                  </a:cubicBezTo>
                  <a:cubicBezTo>
                    <a:pt x="1054" y="1993"/>
                    <a:pt x="1589" y="489"/>
                    <a:pt x="1597" y="472"/>
                  </a:cubicBezTo>
                  <a:cubicBezTo>
                    <a:pt x="1662" y="290"/>
                    <a:pt x="1565" y="87"/>
                    <a:pt x="1379" y="22"/>
                  </a:cubicBezTo>
                  <a:cubicBezTo>
                    <a:pt x="1339" y="7"/>
                    <a:pt x="1298" y="0"/>
                    <a:pt x="125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" name="Google Shape;5464;p73"/>
            <p:cNvSpPr/>
            <p:nvPr/>
          </p:nvSpPr>
          <p:spPr>
            <a:xfrm>
              <a:off x="3209957" y="2839677"/>
              <a:ext cx="21536" cy="53286"/>
            </a:xfrm>
            <a:custGeom>
              <a:avLst/>
              <a:gdLst/>
              <a:ahLst/>
              <a:cxnLst/>
              <a:rect l="l" t="t" r="r" b="b"/>
              <a:pathLst>
                <a:path w="1242" h="3073" extrusionOk="0">
                  <a:moveTo>
                    <a:pt x="840" y="0"/>
                  </a:moveTo>
                  <a:cubicBezTo>
                    <a:pt x="694" y="0"/>
                    <a:pt x="555" y="95"/>
                    <a:pt x="503" y="243"/>
                  </a:cubicBezTo>
                  <a:cubicBezTo>
                    <a:pt x="483" y="300"/>
                    <a:pt x="49" y="1617"/>
                    <a:pt x="9" y="2699"/>
                  </a:cubicBezTo>
                  <a:cubicBezTo>
                    <a:pt x="1" y="2898"/>
                    <a:pt x="151" y="3060"/>
                    <a:pt x="349" y="3072"/>
                  </a:cubicBezTo>
                  <a:lnTo>
                    <a:pt x="362" y="3072"/>
                  </a:lnTo>
                  <a:cubicBezTo>
                    <a:pt x="552" y="3068"/>
                    <a:pt x="706" y="2918"/>
                    <a:pt x="718" y="2732"/>
                  </a:cubicBezTo>
                  <a:cubicBezTo>
                    <a:pt x="751" y="1747"/>
                    <a:pt x="1172" y="482"/>
                    <a:pt x="1180" y="470"/>
                  </a:cubicBezTo>
                  <a:cubicBezTo>
                    <a:pt x="1241" y="283"/>
                    <a:pt x="1140" y="85"/>
                    <a:pt x="953" y="20"/>
                  </a:cubicBezTo>
                  <a:cubicBezTo>
                    <a:pt x="916" y="7"/>
                    <a:pt x="878" y="0"/>
                    <a:pt x="84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" name="Google Shape;5465;p73"/>
            <p:cNvSpPr/>
            <p:nvPr/>
          </p:nvSpPr>
          <p:spPr>
            <a:xfrm>
              <a:off x="3267821" y="2846457"/>
              <a:ext cx="14843" cy="53667"/>
            </a:xfrm>
            <a:custGeom>
              <a:avLst/>
              <a:gdLst/>
              <a:ahLst/>
              <a:cxnLst/>
              <a:rect l="l" t="t" r="r" b="b"/>
              <a:pathLst>
                <a:path w="856" h="3095" extrusionOk="0">
                  <a:moveTo>
                    <a:pt x="473" y="1"/>
                  </a:moveTo>
                  <a:cubicBezTo>
                    <a:pt x="291" y="1"/>
                    <a:pt x="137" y="142"/>
                    <a:pt x="122" y="330"/>
                  </a:cubicBezTo>
                  <a:cubicBezTo>
                    <a:pt x="118" y="391"/>
                    <a:pt x="0" y="1891"/>
                    <a:pt x="126" y="2787"/>
                  </a:cubicBezTo>
                  <a:cubicBezTo>
                    <a:pt x="146" y="2961"/>
                    <a:pt x="300" y="3095"/>
                    <a:pt x="478" y="3095"/>
                  </a:cubicBezTo>
                  <a:lnTo>
                    <a:pt x="527" y="3091"/>
                  </a:lnTo>
                  <a:cubicBezTo>
                    <a:pt x="722" y="3062"/>
                    <a:pt x="855" y="2884"/>
                    <a:pt x="831" y="2689"/>
                  </a:cubicBezTo>
                  <a:cubicBezTo>
                    <a:pt x="714" y="1871"/>
                    <a:pt x="831" y="399"/>
                    <a:pt x="831" y="383"/>
                  </a:cubicBezTo>
                  <a:cubicBezTo>
                    <a:pt x="847" y="188"/>
                    <a:pt x="701" y="18"/>
                    <a:pt x="503" y="2"/>
                  </a:cubicBezTo>
                  <a:cubicBezTo>
                    <a:pt x="493" y="1"/>
                    <a:pt x="483" y="1"/>
                    <a:pt x="47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" name="Google Shape;5466;p73"/>
            <p:cNvSpPr/>
            <p:nvPr/>
          </p:nvSpPr>
          <p:spPr>
            <a:xfrm>
              <a:off x="3319979" y="2841550"/>
              <a:ext cx="20531" cy="54430"/>
            </a:xfrm>
            <a:custGeom>
              <a:avLst/>
              <a:gdLst/>
              <a:ahLst/>
              <a:cxnLst/>
              <a:rect l="l" t="t" r="r" b="b"/>
              <a:pathLst>
                <a:path w="1184" h="3139" extrusionOk="0">
                  <a:moveTo>
                    <a:pt x="399" y="0"/>
                  </a:moveTo>
                  <a:cubicBezTo>
                    <a:pt x="367" y="0"/>
                    <a:pt x="336" y="4"/>
                    <a:pt x="304" y="13"/>
                  </a:cubicBezTo>
                  <a:cubicBezTo>
                    <a:pt x="114" y="66"/>
                    <a:pt x="0" y="265"/>
                    <a:pt x="57" y="455"/>
                  </a:cubicBezTo>
                  <a:cubicBezTo>
                    <a:pt x="170" y="860"/>
                    <a:pt x="442" y="2060"/>
                    <a:pt x="357" y="2745"/>
                  </a:cubicBezTo>
                  <a:cubicBezTo>
                    <a:pt x="332" y="2940"/>
                    <a:pt x="470" y="3114"/>
                    <a:pt x="665" y="3139"/>
                  </a:cubicBezTo>
                  <a:lnTo>
                    <a:pt x="714" y="3139"/>
                  </a:lnTo>
                  <a:cubicBezTo>
                    <a:pt x="716" y="3139"/>
                    <a:pt x="719" y="3139"/>
                    <a:pt x="721" y="3139"/>
                  </a:cubicBezTo>
                  <a:cubicBezTo>
                    <a:pt x="892" y="3139"/>
                    <a:pt x="1042" y="3006"/>
                    <a:pt x="1062" y="2831"/>
                  </a:cubicBezTo>
                  <a:cubicBezTo>
                    <a:pt x="1184" y="1862"/>
                    <a:pt x="762" y="333"/>
                    <a:pt x="742" y="269"/>
                  </a:cubicBezTo>
                  <a:cubicBezTo>
                    <a:pt x="701" y="106"/>
                    <a:pt x="556" y="0"/>
                    <a:pt x="39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" name="Google Shape;5467;p73"/>
            <p:cNvSpPr/>
            <p:nvPr/>
          </p:nvSpPr>
          <p:spPr>
            <a:xfrm>
              <a:off x="3365809" y="2826863"/>
              <a:ext cx="27363" cy="54361"/>
            </a:xfrm>
            <a:custGeom>
              <a:avLst/>
              <a:gdLst/>
              <a:ahLst/>
              <a:cxnLst/>
              <a:rect l="l" t="t" r="r" b="b"/>
              <a:pathLst>
                <a:path w="1578" h="3135" extrusionOk="0">
                  <a:moveTo>
                    <a:pt x="405" y="0"/>
                  </a:moveTo>
                  <a:cubicBezTo>
                    <a:pt x="342" y="0"/>
                    <a:pt x="278" y="17"/>
                    <a:pt x="219" y="53"/>
                  </a:cubicBezTo>
                  <a:cubicBezTo>
                    <a:pt x="53" y="155"/>
                    <a:pt x="0" y="374"/>
                    <a:pt x="101" y="540"/>
                  </a:cubicBezTo>
                  <a:cubicBezTo>
                    <a:pt x="110" y="556"/>
                    <a:pt x="827" y="1744"/>
                    <a:pt x="860" y="2790"/>
                  </a:cubicBezTo>
                  <a:cubicBezTo>
                    <a:pt x="868" y="2984"/>
                    <a:pt x="1022" y="3134"/>
                    <a:pt x="1216" y="3134"/>
                  </a:cubicBezTo>
                  <a:lnTo>
                    <a:pt x="1224" y="3134"/>
                  </a:lnTo>
                  <a:cubicBezTo>
                    <a:pt x="1423" y="3130"/>
                    <a:pt x="1577" y="2968"/>
                    <a:pt x="1569" y="2770"/>
                  </a:cubicBezTo>
                  <a:cubicBezTo>
                    <a:pt x="1528" y="1533"/>
                    <a:pt x="746" y="228"/>
                    <a:pt x="710" y="171"/>
                  </a:cubicBezTo>
                  <a:cubicBezTo>
                    <a:pt x="643" y="62"/>
                    <a:pt x="526" y="0"/>
                    <a:pt x="40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" name="Google Shape;5468;p73"/>
            <p:cNvSpPr/>
            <p:nvPr/>
          </p:nvSpPr>
          <p:spPr>
            <a:xfrm>
              <a:off x="3406506" y="2800020"/>
              <a:ext cx="39171" cy="52037"/>
            </a:xfrm>
            <a:custGeom>
              <a:avLst/>
              <a:gdLst/>
              <a:ahLst/>
              <a:cxnLst/>
              <a:rect l="l" t="t" r="r" b="b"/>
              <a:pathLst>
                <a:path w="2259" h="3001" extrusionOk="0">
                  <a:moveTo>
                    <a:pt x="396" y="1"/>
                  </a:moveTo>
                  <a:cubicBezTo>
                    <a:pt x="297" y="1"/>
                    <a:pt x="199" y="42"/>
                    <a:pt x="130" y="122"/>
                  </a:cubicBezTo>
                  <a:cubicBezTo>
                    <a:pt x="0" y="272"/>
                    <a:pt x="17" y="495"/>
                    <a:pt x="166" y="625"/>
                  </a:cubicBezTo>
                  <a:cubicBezTo>
                    <a:pt x="175" y="637"/>
                    <a:pt x="1346" y="1654"/>
                    <a:pt x="1525" y="2704"/>
                  </a:cubicBezTo>
                  <a:cubicBezTo>
                    <a:pt x="1553" y="2874"/>
                    <a:pt x="1699" y="3000"/>
                    <a:pt x="1873" y="3000"/>
                  </a:cubicBezTo>
                  <a:lnTo>
                    <a:pt x="1934" y="2996"/>
                  </a:lnTo>
                  <a:cubicBezTo>
                    <a:pt x="2129" y="2964"/>
                    <a:pt x="2258" y="2777"/>
                    <a:pt x="2222" y="2587"/>
                  </a:cubicBezTo>
                  <a:cubicBezTo>
                    <a:pt x="2007" y="1277"/>
                    <a:pt x="681" y="134"/>
                    <a:pt x="629" y="85"/>
                  </a:cubicBezTo>
                  <a:cubicBezTo>
                    <a:pt x="561" y="29"/>
                    <a:pt x="478" y="1"/>
                    <a:pt x="39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" name="Google Shape;5469;p73"/>
            <p:cNvSpPr/>
            <p:nvPr/>
          </p:nvSpPr>
          <p:spPr>
            <a:xfrm>
              <a:off x="3436244" y="2762011"/>
              <a:ext cx="51881" cy="46038"/>
            </a:xfrm>
            <a:custGeom>
              <a:avLst/>
              <a:gdLst/>
              <a:ahLst/>
              <a:cxnLst/>
              <a:rect l="l" t="t" r="r" b="b"/>
              <a:pathLst>
                <a:path w="2992" h="2655" extrusionOk="0">
                  <a:moveTo>
                    <a:pt x="406" y="1"/>
                  </a:moveTo>
                  <a:cubicBezTo>
                    <a:pt x="277" y="1"/>
                    <a:pt x="152" y="71"/>
                    <a:pt x="89" y="194"/>
                  </a:cubicBezTo>
                  <a:cubicBezTo>
                    <a:pt x="0" y="368"/>
                    <a:pt x="69" y="579"/>
                    <a:pt x="243" y="668"/>
                  </a:cubicBezTo>
                  <a:cubicBezTo>
                    <a:pt x="260" y="680"/>
                    <a:pt x="1820" y="1491"/>
                    <a:pt x="2266" y="2448"/>
                  </a:cubicBezTo>
                  <a:cubicBezTo>
                    <a:pt x="2323" y="2573"/>
                    <a:pt x="2449" y="2654"/>
                    <a:pt x="2586" y="2654"/>
                  </a:cubicBezTo>
                  <a:cubicBezTo>
                    <a:pt x="2639" y="2650"/>
                    <a:pt x="2688" y="2642"/>
                    <a:pt x="2736" y="2618"/>
                  </a:cubicBezTo>
                  <a:cubicBezTo>
                    <a:pt x="2915" y="2537"/>
                    <a:pt x="2992" y="2326"/>
                    <a:pt x="2911" y="2148"/>
                  </a:cubicBezTo>
                  <a:cubicBezTo>
                    <a:pt x="2363" y="968"/>
                    <a:pt x="641" y="76"/>
                    <a:pt x="568" y="40"/>
                  </a:cubicBezTo>
                  <a:cubicBezTo>
                    <a:pt x="516" y="13"/>
                    <a:pt x="461" y="1"/>
                    <a:pt x="40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" name="Google Shape;5470;p73"/>
            <p:cNvSpPr/>
            <p:nvPr/>
          </p:nvSpPr>
          <p:spPr>
            <a:xfrm>
              <a:off x="3455856" y="2716286"/>
              <a:ext cx="59823" cy="27016"/>
            </a:xfrm>
            <a:custGeom>
              <a:avLst/>
              <a:gdLst/>
              <a:ahLst/>
              <a:cxnLst/>
              <a:rect l="l" t="t" r="r" b="b"/>
              <a:pathLst>
                <a:path w="3450" h="1558" extrusionOk="0">
                  <a:moveTo>
                    <a:pt x="363" y="0"/>
                  </a:moveTo>
                  <a:cubicBezTo>
                    <a:pt x="178" y="0"/>
                    <a:pt x="20" y="147"/>
                    <a:pt x="12" y="338"/>
                  </a:cubicBezTo>
                  <a:cubicBezTo>
                    <a:pt x="0" y="532"/>
                    <a:pt x="150" y="698"/>
                    <a:pt x="345" y="711"/>
                  </a:cubicBezTo>
                  <a:cubicBezTo>
                    <a:pt x="855" y="743"/>
                    <a:pt x="2303" y="934"/>
                    <a:pt x="2801" y="1452"/>
                  </a:cubicBezTo>
                  <a:cubicBezTo>
                    <a:pt x="2870" y="1517"/>
                    <a:pt x="2963" y="1558"/>
                    <a:pt x="3061" y="1558"/>
                  </a:cubicBezTo>
                  <a:cubicBezTo>
                    <a:pt x="3154" y="1554"/>
                    <a:pt x="3243" y="1517"/>
                    <a:pt x="3308" y="1456"/>
                  </a:cubicBezTo>
                  <a:cubicBezTo>
                    <a:pt x="3446" y="1315"/>
                    <a:pt x="3450" y="1092"/>
                    <a:pt x="3316" y="950"/>
                  </a:cubicBezTo>
                  <a:cubicBezTo>
                    <a:pt x="2530" y="155"/>
                    <a:pt x="604" y="17"/>
                    <a:pt x="385" y="1"/>
                  </a:cubicBezTo>
                  <a:cubicBezTo>
                    <a:pt x="378" y="1"/>
                    <a:pt x="370" y="0"/>
                    <a:pt x="36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" name="Google Shape;5471;p73"/>
            <p:cNvSpPr/>
            <p:nvPr/>
          </p:nvSpPr>
          <p:spPr>
            <a:xfrm>
              <a:off x="3452613" y="2675502"/>
              <a:ext cx="60829" cy="17201"/>
            </a:xfrm>
            <a:custGeom>
              <a:avLst/>
              <a:gdLst/>
              <a:ahLst/>
              <a:cxnLst/>
              <a:rect l="l" t="t" r="r" b="b"/>
              <a:pathLst>
                <a:path w="3508" h="992" extrusionOk="0">
                  <a:moveTo>
                    <a:pt x="1752" y="1"/>
                  </a:moveTo>
                  <a:cubicBezTo>
                    <a:pt x="916" y="1"/>
                    <a:pt x="288" y="297"/>
                    <a:pt x="248" y="318"/>
                  </a:cubicBezTo>
                  <a:cubicBezTo>
                    <a:pt x="74" y="403"/>
                    <a:pt x="1" y="614"/>
                    <a:pt x="86" y="788"/>
                  </a:cubicBezTo>
                  <a:cubicBezTo>
                    <a:pt x="147" y="915"/>
                    <a:pt x="275" y="988"/>
                    <a:pt x="407" y="988"/>
                  </a:cubicBezTo>
                  <a:cubicBezTo>
                    <a:pt x="457" y="988"/>
                    <a:pt x="508" y="977"/>
                    <a:pt x="556" y="955"/>
                  </a:cubicBezTo>
                  <a:cubicBezTo>
                    <a:pt x="567" y="952"/>
                    <a:pt x="1078" y="710"/>
                    <a:pt x="1755" y="710"/>
                  </a:cubicBezTo>
                  <a:cubicBezTo>
                    <a:pt x="2095" y="710"/>
                    <a:pt x="2477" y="771"/>
                    <a:pt x="2859" y="955"/>
                  </a:cubicBezTo>
                  <a:cubicBezTo>
                    <a:pt x="2903" y="979"/>
                    <a:pt x="2956" y="991"/>
                    <a:pt x="3009" y="991"/>
                  </a:cubicBezTo>
                  <a:cubicBezTo>
                    <a:pt x="3390" y="991"/>
                    <a:pt x="3507" y="480"/>
                    <a:pt x="3167" y="318"/>
                  </a:cubicBezTo>
                  <a:cubicBezTo>
                    <a:pt x="2674" y="80"/>
                    <a:pt x="2185" y="1"/>
                    <a:pt x="175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" name="Google Shape;5472;p73"/>
            <p:cNvSpPr/>
            <p:nvPr/>
          </p:nvSpPr>
          <p:spPr>
            <a:xfrm>
              <a:off x="3426880" y="2647134"/>
              <a:ext cx="39032" cy="28056"/>
            </a:xfrm>
            <a:custGeom>
              <a:avLst/>
              <a:gdLst/>
              <a:ahLst/>
              <a:cxnLst/>
              <a:rect l="l" t="t" r="r" b="b"/>
              <a:pathLst>
                <a:path w="2251" h="1618" extrusionOk="0">
                  <a:moveTo>
                    <a:pt x="1885" y="0"/>
                  </a:moveTo>
                  <a:cubicBezTo>
                    <a:pt x="1883" y="0"/>
                    <a:pt x="1880" y="0"/>
                    <a:pt x="1878" y="0"/>
                  </a:cubicBezTo>
                  <a:cubicBezTo>
                    <a:pt x="804" y="29"/>
                    <a:pt x="135" y="1026"/>
                    <a:pt x="106" y="1066"/>
                  </a:cubicBezTo>
                  <a:cubicBezTo>
                    <a:pt x="1" y="1228"/>
                    <a:pt x="45" y="1447"/>
                    <a:pt x="208" y="1557"/>
                  </a:cubicBezTo>
                  <a:cubicBezTo>
                    <a:pt x="264" y="1597"/>
                    <a:pt x="333" y="1618"/>
                    <a:pt x="406" y="1618"/>
                  </a:cubicBezTo>
                  <a:cubicBezTo>
                    <a:pt x="524" y="1618"/>
                    <a:pt x="633" y="1557"/>
                    <a:pt x="698" y="1460"/>
                  </a:cubicBezTo>
                  <a:cubicBezTo>
                    <a:pt x="702" y="1451"/>
                    <a:pt x="1201" y="730"/>
                    <a:pt x="1898" y="710"/>
                  </a:cubicBezTo>
                  <a:cubicBezTo>
                    <a:pt x="2097" y="706"/>
                    <a:pt x="2251" y="543"/>
                    <a:pt x="2243" y="345"/>
                  </a:cubicBezTo>
                  <a:cubicBezTo>
                    <a:pt x="2239" y="153"/>
                    <a:pt x="2081" y="0"/>
                    <a:pt x="188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" name="Google Shape;5473;p73"/>
            <p:cNvSpPr/>
            <p:nvPr/>
          </p:nvSpPr>
          <p:spPr>
            <a:xfrm>
              <a:off x="3090346" y="2667144"/>
              <a:ext cx="45049" cy="16768"/>
            </a:xfrm>
            <a:custGeom>
              <a:avLst/>
              <a:gdLst/>
              <a:ahLst/>
              <a:cxnLst/>
              <a:rect l="l" t="t" r="r" b="b"/>
              <a:pathLst>
                <a:path w="2598" h="967" extrusionOk="0">
                  <a:moveTo>
                    <a:pt x="1435" y="1"/>
                  </a:moveTo>
                  <a:cubicBezTo>
                    <a:pt x="844" y="1"/>
                    <a:pt x="348" y="286"/>
                    <a:pt x="319" y="302"/>
                  </a:cubicBezTo>
                  <a:cubicBezTo>
                    <a:pt x="1" y="479"/>
                    <a:pt x="128" y="966"/>
                    <a:pt x="493" y="966"/>
                  </a:cubicBezTo>
                  <a:cubicBezTo>
                    <a:pt x="495" y="966"/>
                    <a:pt x="496" y="966"/>
                    <a:pt x="498" y="966"/>
                  </a:cubicBezTo>
                  <a:cubicBezTo>
                    <a:pt x="559" y="966"/>
                    <a:pt x="619" y="950"/>
                    <a:pt x="672" y="914"/>
                  </a:cubicBezTo>
                  <a:cubicBezTo>
                    <a:pt x="680" y="914"/>
                    <a:pt x="1039" y="713"/>
                    <a:pt x="1431" y="713"/>
                  </a:cubicBezTo>
                  <a:cubicBezTo>
                    <a:pt x="1617" y="713"/>
                    <a:pt x="1810" y="758"/>
                    <a:pt x="1977" y="889"/>
                  </a:cubicBezTo>
                  <a:cubicBezTo>
                    <a:pt x="2041" y="941"/>
                    <a:pt x="2120" y="967"/>
                    <a:pt x="2197" y="967"/>
                  </a:cubicBezTo>
                  <a:cubicBezTo>
                    <a:pt x="2302" y="967"/>
                    <a:pt x="2406" y="921"/>
                    <a:pt x="2476" y="833"/>
                  </a:cubicBezTo>
                  <a:cubicBezTo>
                    <a:pt x="2598" y="679"/>
                    <a:pt x="2569" y="456"/>
                    <a:pt x="2415" y="334"/>
                  </a:cubicBezTo>
                  <a:cubicBezTo>
                    <a:pt x="2099" y="83"/>
                    <a:pt x="1753" y="1"/>
                    <a:pt x="14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" name="Google Shape;5474;p73"/>
            <p:cNvSpPr/>
            <p:nvPr/>
          </p:nvSpPr>
          <p:spPr>
            <a:xfrm>
              <a:off x="3122737" y="3240058"/>
              <a:ext cx="821881" cy="823841"/>
            </a:xfrm>
            <a:custGeom>
              <a:avLst/>
              <a:gdLst/>
              <a:ahLst/>
              <a:cxnLst/>
              <a:rect l="l" t="t" r="r" b="b"/>
              <a:pathLst>
                <a:path w="47398" h="47511" extrusionOk="0">
                  <a:moveTo>
                    <a:pt x="24254" y="0"/>
                  </a:moveTo>
                  <a:cubicBezTo>
                    <a:pt x="15830" y="0"/>
                    <a:pt x="8452" y="4621"/>
                    <a:pt x="4402" y="11533"/>
                  </a:cubicBezTo>
                  <a:cubicBezTo>
                    <a:pt x="118" y="18899"/>
                    <a:pt x="0" y="27971"/>
                    <a:pt x="4098" y="35443"/>
                  </a:cubicBezTo>
                  <a:cubicBezTo>
                    <a:pt x="8075" y="42646"/>
                    <a:pt x="15607" y="47511"/>
                    <a:pt x="24254" y="47511"/>
                  </a:cubicBezTo>
                  <a:cubicBezTo>
                    <a:pt x="37032" y="47511"/>
                    <a:pt x="47397" y="36882"/>
                    <a:pt x="47397" y="23755"/>
                  </a:cubicBezTo>
                  <a:cubicBezTo>
                    <a:pt x="47397" y="10641"/>
                    <a:pt x="37032" y="0"/>
                    <a:pt x="24254" y="0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" name="Google Shape;5475;p73"/>
            <p:cNvSpPr/>
            <p:nvPr/>
          </p:nvSpPr>
          <p:spPr>
            <a:xfrm>
              <a:off x="3116338" y="3233937"/>
              <a:ext cx="834470" cy="836152"/>
            </a:xfrm>
            <a:custGeom>
              <a:avLst/>
              <a:gdLst/>
              <a:ahLst/>
              <a:cxnLst/>
              <a:rect l="l" t="t" r="r" b="b"/>
              <a:pathLst>
                <a:path w="48124" h="48221" extrusionOk="0">
                  <a:moveTo>
                    <a:pt x="24623" y="714"/>
                  </a:moveTo>
                  <a:cubicBezTo>
                    <a:pt x="37190" y="714"/>
                    <a:pt x="47410" y="11209"/>
                    <a:pt x="47410" y="24108"/>
                  </a:cubicBezTo>
                  <a:cubicBezTo>
                    <a:pt x="47410" y="37012"/>
                    <a:pt x="37190" y="47511"/>
                    <a:pt x="24623" y="47511"/>
                  </a:cubicBezTo>
                  <a:cubicBezTo>
                    <a:pt x="16422" y="47511"/>
                    <a:pt x="8821" y="42955"/>
                    <a:pt x="4780" y="35629"/>
                  </a:cubicBezTo>
                  <a:cubicBezTo>
                    <a:pt x="750" y="28264"/>
                    <a:pt x="864" y="19325"/>
                    <a:pt x="5080" y="12065"/>
                  </a:cubicBezTo>
                  <a:cubicBezTo>
                    <a:pt x="9247" y="4954"/>
                    <a:pt x="16556" y="714"/>
                    <a:pt x="24623" y="714"/>
                  </a:cubicBezTo>
                  <a:close/>
                  <a:moveTo>
                    <a:pt x="24623" y="0"/>
                  </a:moveTo>
                  <a:cubicBezTo>
                    <a:pt x="16296" y="0"/>
                    <a:pt x="8760" y="4379"/>
                    <a:pt x="4471" y="11704"/>
                  </a:cubicBezTo>
                  <a:cubicBezTo>
                    <a:pt x="118" y="19179"/>
                    <a:pt x="0" y="28385"/>
                    <a:pt x="4155" y="35966"/>
                  </a:cubicBezTo>
                  <a:cubicBezTo>
                    <a:pt x="8327" y="43526"/>
                    <a:pt x="16167" y="48220"/>
                    <a:pt x="24623" y="48220"/>
                  </a:cubicBezTo>
                  <a:cubicBezTo>
                    <a:pt x="37579" y="48220"/>
                    <a:pt x="48123" y="37401"/>
                    <a:pt x="48123" y="24108"/>
                  </a:cubicBezTo>
                  <a:cubicBezTo>
                    <a:pt x="48123" y="10816"/>
                    <a:pt x="37579" y="0"/>
                    <a:pt x="246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" name="Google Shape;5476;p73"/>
            <p:cNvSpPr/>
            <p:nvPr/>
          </p:nvSpPr>
          <p:spPr>
            <a:xfrm>
              <a:off x="3193796" y="3240058"/>
              <a:ext cx="750822" cy="823841"/>
            </a:xfrm>
            <a:custGeom>
              <a:avLst/>
              <a:gdLst/>
              <a:ahLst/>
              <a:cxnLst/>
              <a:rect l="l" t="t" r="r" b="b"/>
              <a:pathLst>
                <a:path w="43300" h="47511" extrusionOk="0">
                  <a:moveTo>
                    <a:pt x="20156" y="0"/>
                  </a:moveTo>
                  <a:cubicBezTo>
                    <a:pt x="11732" y="0"/>
                    <a:pt x="4354" y="4621"/>
                    <a:pt x="304" y="11533"/>
                  </a:cubicBezTo>
                  <a:cubicBezTo>
                    <a:pt x="2684" y="8642"/>
                    <a:pt x="5884" y="6299"/>
                    <a:pt x="10372" y="6299"/>
                  </a:cubicBezTo>
                  <a:cubicBezTo>
                    <a:pt x="12146" y="6299"/>
                    <a:pt x="14120" y="6665"/>
                    <a:pt x="16325" y="7508"/>
                  </a:cubicBezTo>
                  <a:cubicBezTo>
                    <a:pt x="22248" y="9766"/>
                    <a:pt x="21579" y="19698"/>
                    <a:pt x="21782" y="26042"/>
                  </a:cubicBezTo>
                  <a:cubicBezTo>
                    <a:pt x="21838" y="27797"/>
                    <a:pt x="21842" y="29605"/>
                    <a:pt x="21251" y="31255"/>
                  </a:cubicBezTo>
                  <a:cubicBezTo>
                    <a:pt x="20655" y="32909"/>
                    <a:pt x="19357" y="34417"/>
                    <a:pt x="17635" y="34778"/>
                  </a:cubicBezTo>
                  <a:cubicBezTo>
                    <a:pt x="16548" y="35013"/>
                    <a:pt x="15352" y="34790"/>
                    <a:pt x="14355" y="35288"/>
                  </a:cubicBezTo>
                  <a:cubicBezTo>
                    <a:pt x="13710" y="35621"/>
                    <a:pt x="13248" y="36201"/>
                    <a:pt x="12721" y="36699"/>
                  </a:cubicBezTo>
                  <a:cubicBezTo>
                    <a:pt x="11325" y="38007"/>
                    <a:pt x="9498" y="38584"/>
                    <a:pt x="7604" y="38584"/>
                  </a:cubicBezTo>
                  <a:cubicBezTo>
                    <a:pt x="5235" y="38584"/>
                    <a:pt x="2763" y="37681"/>
                    <a:pt x="904" y="36176"/>
                  </a:cubicBezTo>
                  <a:cubicBezTo>
                    <a:pt x="604" y="35937"/>
                    <a:pt x="313" y="35682"/>
                    <a:pt x="0" y="35443"/>
                  </a:cubicBezTo>
                  <a:lnTo>
                    <a:pt x="0" y="35443"/>
                  </a:lnTo>
                  <a:cubicBezTo>
                    <a:pt x="3977" y="42646"/>
                    <a:pt x="11509" y="47511"/>
                    <a:pt x="20156" y="47511"/>
                  </a:cubicBezTo>
                  <a:cubicBezTo>
                    <a:pt x="32934" y="47511"/>
                    <a:pt x="43299" y="36882"/>
                    <a:pt x="43299" y="23755"/>
                  </a:cubicBezTo>
                  <a:cubicBezTo>
                    <a:pt x="43299" y="10641"/>
                    <a:pt x="32934" y="0"/>
                    <a:pt x="20156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" name="Google Shape;5477;p73"/>
            <p:cNvSpPr/>
            <p:nvPr/>
          </p:nvSpPr>
          <p:spPr>
            <a:xfrm>
              <a:off x="3566485" y="3284899"/>
              <a:ext cx="53026" cy="198439"/>
            </a:xfrm>
            <a:custGeom>
              <a:avLst/>
              <a:gdLst/>
              <a:ahLst/>
              <a:cxnLst/>
              <a:rect l="l" t="t" r="r" b="b"/>
              <a:pathLst>
                <a:path w="3058" h="11444" extrusionOk="0">
                  <a:moveTo>
                    <a:pt x="86" y="0"/>
                  </a:moveTo>
                  <a:cubicBezTo>
                    <a:pt x="29" y="0"/>
                    <a:pt x="1" y="86"/>
                    <a:pt x="9" y="191"/>
                  </a:cubicBezTo>
                  <a:cubicBezTo>
                    <a:pt x="86" y="1140"/>
                    <a:pt x="208" y="2088"/>
                    <a:pt x="382" y="3033"/>
                  </a:cubicBezTo>
                  <a:cubicBezTo>
                    <a:pt x="552" y="3981"/>
                    <a:pt x="751" y="4918"/>
                    <a:pt x="978" y="5842"/>
                  </a:cubicBezTo>
                  <a:cubicBezTo>
                    <a:pt x="1213" y="6766"/>
                    <a:pt x="1480" y="7686"/>
                    <a:pt x="1784" y="8594"/>
                  </a:cubicBezTo>
                  <a:cubicBezTo>
                    <a:pt x="2089" y="9503"/>
                    <a:pt x="2429" y="10394"/>
                    <a:pt x="2802" y="11274"/>
                  </a:cubicBezTo>
                  <a:cubicBezTo>
                    <a:pt x="2842" y="11375"/>
                    <a:pt x="2907" y="11444"/>
                    <a:pt x="2963" y="11444"/>
                  </a:cubicBezTo>
                  <a:cubicBezTo>
                    <a:pt x="2971" y="11444"/>
                    <a:pt x="2978" y="11443"/>
                    <a:pt x="2984" y="11440"/>
                  </a:cubicBezTo>
                  <a:cubicBezTo>
                    <a:pt x="3045" y="11420"/>
                    <a:pt x="3057" y="11315"/>
                    <a:pt x="3017" y="11193"/>
                  </a:cubicBezTo>
                  <a:cubicBezTo>
                    <a:pt x="2684" y="10301"/>
                    <a:pt x="2388" y="9393"/>
                    <a:pt x="2097" y="8493"/>
                  </a:cubicBezTo>
                  <a:cubicBezTo>
                    <a:pt x="1809" y="7589"/>
                    <a:pt x="1566" y="6673"/>
                    <a:pt x="1322" y="5757"/>
                  </a:cubicBezTo>
                  <a:cubicBezTo>
                    <a:pt x="1079" y="4837"/>
                    <a:pt x="872" y="3912"/>
                    <a:pt x="690" y="2980"/>
                  </a:cubicBezTo>
                  <a:cubicBezTo>
                    <a:pt x="508" y="2048"/>
                    <a:pt x="341" y="1107"/>
                    <a:pt x="199" y="171"/>
                  </a:cubicBezTo>
                  <a:cubicBezTo>
                    <a:pt x="183" y="77"/>
                    <a:pt x="143" y="0"/>
                    <a:pt x="8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" name="Google Shape;5478;p73"/>
            <p:cNvSpPr/>
            <p:nvPr/>
          </p:nvSpPr>
          <p:spPr>
            <a:xfrm>
              <a:off x="3553983" y="3342884"/>
              <a:ext cx="40211" cy="126911"/>
            </a:xfrm>
            <a:custGeom>
              <a:avLst/>
              <a:gdLst/>
              <a:ahLst/>
              <a:cxnLst/>
              <a:rect l="l" t="t" r="r" b="b"/>
              <a:pathLst>
                <a:path w="2319" h="7319" extrusionOk="0">
                  <a:moveTo>
                    <a:pt x="97" y="1"/>
                  </a:moveTo>
                  <a:cubicBezTo>
                    <a:pt x="94" y="1"/>
                    <a:pt x="92" y="1"/>
                    <a:pt x="89" y="1"/>
                  </a:cubicBezTo>
                  <a:cubicBezTo>
                    <a:pt x="33" y="5"/>
                    <a:pt x="0" y="66"/>
                    <a:pt x="12" y="139"/>
                  </a:cubicBezTo>
                  <a:cubicBezTo>
                    <a:pt x="118" y="739"/>
                    <a:pt x="239" y="1347"/>
                    <a:pt x="385" y="1947"/>
                  </a:cubicBezTo>
                  <a:cubicBezTo>
                    <a:pt x="535" y="2543"/>
                    <a:pt x="681" y="3147"/>
                    <a:pt x="860" y="3734"/>
                  </a:cubicBezTo>
                  <a:cubicBezTo>
                    <a:pt x="1034" y="4322"/>
                    <a:pt x="1216" y="4910"/>
                    <a:pt x="1419" y="5494"/>
                  </a:cubicBezTo>
                  <a:cubicBezTo>
                    <a:pt x="1622" y="6073"/>
                    <a:pt x="1845" y="6653"/>
                    <a:pt x="2080" y="7221"/>
                  </a:cubicBezTo>
                  <a:cubicBezTo>
                    <a:pt x="2098" y="7280"/>
                    <a:pt x="2154" y="7319"/>
                    <a:pt x="2213" y="7319"/>
                  </a:cubicBezTo>
                  <a:cubicBezTo>
                    <a:pt x="2219" y="7319"/>
                    <a:pt x="2224" y="7319"/>
                    <a:pt x="2230" y="7318"/>
                  </a:cubicBezTo>
                  <a:cubicBezTo>
                    <a:pt x="2287" y="7298"/>
                    <a:pt x="2319" y="7221"/>
                    <a:pt x="2291" y="7140"/>
                  </a:cubicBezTo>
                  <a:lnTo>
                    <a:pt x="1735" y="5392"/>
                  </a:lnTo>
                  <a:cubicBezTo>
                    <a:pt x="1549" y="4809"/>
                    <a:pt x="1387" y="4221"/>
                    <a:pt x="1204" y="3633"/>
                  </a:cubicBezTo>
                  <a:cubicBezTo>
                    <a:pt x="1022" y="3045"/>
                    <a:pt x="852" y="2457"/>
                    <a:pt x="689" y="1866"/>
                  </a:cubicBezTo>
                  <a:lnTo>
                    <a:pt x="199" y="90"/>
                  </a:lnTo>
                  <a:cubicBezTo>
                    <a:pt x="191" y="40"/>
                    <a:pt x="147" y="1"/>
                    <a:pt x="9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" name="Google Shape;5479;p73"/>
            <p:cNvSpPr/>
            <p:nvPr/>
          </p:nvSpPr>
          <p:spPr>
            <a:xfrm>
              <a:off x="3623013" y="3555386"/>
              <a:ext cx="42188" cy="215051"/>
            </a:xfrm>
            <a:custGeom>
              <a:avLst/>
              <a:gdLst/>
              <a:ahLst/>
              <a:cxnLst/>
              <a:rect l="l" t="t" r="r" b="b"/>
              <a:pathLst>
                <a:path w="2433" h="12402" extrusionOk="0">
                  <a:moveTo>
                    <a:pt x="89" y="0"/>
                  </a:moveTo>
                  <a:cubicBezTo>
                    <a:pt x="33" y="0"/>
                    <a:pt x="0" y="94"/>
                    <a:pt x="8" y="211"/>
                  </a:cubicBezTo>
                  <a:cubicBezTo>
                    <a:pt x="93" y="1225"/>
                    <a:pt x="203" y="2234"/>
                    <a:pt x="345" y="3239"/>
                  </a:cubicBezTo>
                  <a:cubicBezTo>
                    <a:pt x="487" y="4249"/>
                    <a:pt x="641" y="5258"/>
                    <a:pt x="819" y="6255"/>
                  </a:cubicBezTo>
                  <a:cubicBezTo>
                    <a:pt x="1005" y="7257"/>
                    <a:pt x="1208" y="8254"/>
                    <a:pt x="1431" y="9247"/>
                  </a:cubicBezTo>
                  <a:cubicBezTo>
                    <a:pt x="1654" y="10240"/>
                    <a:pt x="1905" y="11225"/>
                    <a:pt x="2181" y="12206"/>
                  </a:cubicBezTo>
                  <a:cubicBezTo>
                    <a:pt x="2212" y="12323"/>
                    <a:pt x="2269" y="12402"/>
                    <a:pt x="2330" y="12402"/>
                  </a:cubicBezTo>
                  <a:cubicBezTo>
                    <a:pt x="2333" y="12402"/>
                    <a:pt x="2336" y="12401"/>
                    <a:pt x="2339" y="12401"/>
                  </a:cubicBezTo>
                  <a:cubicBezTo>
                    <a:pt x="2404" y="12397"/>
                    <a:pt x="2432" y="12279"/>
                    <a:pt x="2400" y="12150"/>
                  </a:cubicBezTo>
                  <a:cubicBezTo>
                    <a:pt x="2177" y="11161"/>
                    <a:pt x="1958" y="10167"/>
                    <a:pt x="1751" y="9178"/>
                  </a:cubicBezTo>
                  <a:cubicBezTo>
                    <a:pt x="1541" y="8185"/>
                    <a:pt x="1346" y="7192"/>
                    <a:pt x="1168" y="6195"/>
                  </a:cubicBezTo>
                  <a:cubicBezTo>
                    <a:pt x="981" y="5193"/>
                    <a:pt x="811" y="4196"/>
                    <a:pt x="653" y="3195"/>
                  </a:cubicBezTo>
                  <a:cubicBezTo>
                    <a:pt x="495" y="2194"/>
                    <a:pt x="345" y="1192"/>
                    <a:pt x="203" y="191"/>
                  </a:cubicBezTo>
                  <a:cubicBezTo>
                    <a:pt x="187" y="86"/>
                    <a:pt x="146" y="0"/>
                    <a:pt x="8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" name="Google Shape;5480;p73"/>
            <p:cNvSpPr/>
            <p:nvPr/>
          </p:nvSpPr>
          <p:spPr>
            <a:xfrm>
              <a:off x="3375779" y="3273090"/>
              <a:ext cx="98786" cy="234697"/>
            </a:xfrm>
            <a:custGeom>
              <a:avLst/>
              <a:gdLst/>
              <a:ahLst/>
              <a:cxnLst/>
              <a:rect l="l" t="t" r="r" b="b"/>
              <a:pathLst>
                <a:path w="5697" h="13535" extrusionOk="0">
                  <a:moveTo>
                    <a:pt x="5617" y="1"/>
                  </a:moveTo>
                  <a:cubicBezTo>
                    <a:pt x="5569" y="1"/>
                    <a:pt x="5498" y="29"/>
                    <a:pt x="5425" y="81"/>
                  </a:cubicBezTo>
                  <a:cubicBezTo>
                    <a:pt x="4423" y="791"/>
                    <a:pt x="3674" y="1800"/>
                    <a:pt x="3106" y="2875"/>
                  </a:cubicBezTo>
                  <a:cubicBezTo>
                    <a:pt x="2543" y="3949"/>
                    <a:pt x="2105" y="5080"/>
                    <a:pt x="1707" y="6219"/>
                  </a:cubicBezTo>
                  <a:cubicBezTo>
                    <a:pt x="1314" y="7358"/>
                    <a:pt x="982" y="8521"/>
                    <a:pt x="690" y="9689"/>
                  </a:cubicBezTo>
                  <a:cubicBezTo>
                    <a:pt x="406" y="10861"/>
                    <a:pt x="183" y="12048"/>
                    <a:pt x="21" y="13244"/>
                  </a:cubicBezTo>
                  <a:cubicBezTo>
                    <a:pt x="1" y="13390"/>
                    <a:pt x="21" y="13512"/>
                    <a:pt x="82" y="13532"/>
                  </a:cubicBezTo>
                  <a:cubicBezTo>
                    <a:pt x="86" y="13534"/>
                    <a:pt x="91" y="13534"/>
                    <a:pt x="96" y="13534"/>
                  </a:cubicBezTo>
                  <a:cubicBezTo>
                    <a:pt x="153" y="13534"/>
                    <a:pt x="218" y="13423"/>
                    <a:pt x="244" y="13277"/>
                  </a:cubicBezTo>
                  <a:cubicBezTo>
                    <a:pt x="451" y="12097"/>
                    <a:pt x="714" y="10933"/>
                    <a:pt x="1010" y="9770"/>
                  </a:cubicBezTo>
                  <a:cubicBezTo>
                    <a:pt x="1306" y="8611"/>
                    <a:pt x="1659" y="7467"/>
                    <a:pt x="2044" y="6336"/>
                  </a:cubicBezTo>
                  <a:cubicBezTo>
                    <a:pt x="2429" y="5205"/>
                    <a:pt x="2847" y="4074"/>
                    <a:pt x="3386" y="3020"/>
                  </a:cubicBezTo>
                  <a:cubicBezTo>
                    <a:pt x="3929" y="1966"/>
                    <a:pt x="4606" y="969"/>
                    <a:pt x="5542" y="235"/>
                  </a:cubicBezTo>
                  <a:cubicBezTo>
                    <a:pt x="5636" y="163"/>
                    <a:pt x="5696" y="77"/>
                    <a:pt x="5672" y="29"/>
                  </a:cubicBezTo>
                  <a:cubicBezTo>
                    <a:pt x="5663" y="10"/>
                    <a:pt x="5644" y="1"/>
                    <a:pt x="561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" name="Google Shape;5481;p73"/>
            <p:cNvSpPr/>
            <p:nvPr/>
          </p:nvSpPr>
          <p:spPr>
            <a:xfrm>
              <a:off x="3340215" y="3646091"/>
              <a:ext cx="10075" cy="53182"/>
            </a:xfrm>
            <a:custGeom>
              <a:avLst/>
              <a:gdLst/>
              <a:ahLst/>
              <a:cxnLst/>
              <a:rect l="l" t="t" r="r" b="b"/>
              <a:pathLst>
                <a:path w="581" h="3067" extrusionOk="0">
                  <a:moveTo>
                    <a:pt x="335" y="1"/>
                  </a:moveTo>
                  <a:cubicBezTo>
                    <a:pt x="306" y="1"/>
                    <a:pt x="281" y="11"/>
                    <a:pt x="276" y="27"/>
                  </a:cubicBezTo>
                  <a:cubicBezTo>
                    <a:pt x="175" y="262"/>
                    <a:pt x="102" y="514"/>
                    <a:pt x="57" y="765"/>
                  </a:cubicBezTo>
                  <a:cubicBezTo>
                    <a:pt x="17" y="1024"/>
                    <a:pt x="1" y="1280"/>
                    <a:pt x="1" y="1543"/>
                  </a:cubicBezTo>
                  <a:cubicBezTo>
                    <a:pt x="13" y="1799"/>
                    <a:pt x="45" y="2058"/>
                    <a:pt x="102" y="2314"/>
                  </a:cubicBezTo>
                  <a:cubicBezTo>
                    <a:pt x="159" y="2565"/>
                    <a:pt x="244" y="2808"/>
                    <a:pt x="361" y="3043"/>
                  </a:cubicBezTo>
                  <a:cubicBezTo>
                    <a:pt x="366" y="3058"/>
                    <a:pt x="386" y="3067"/>
                    <a:pt x="415" y="3067"/>
                  </a:cubicBezTo>
                  <a:cubicBezTo>
                    <a:pt x="433" y="3067"/>
                    <a:pt x="455" y="3063"/>
                    <a:pt x="479" y="3055"/>
                  </a:cubicBezTo>
                  <a:cubicBezTo>
                    <a:pt x="540" y="3035"/>
                    <a:pt x="580" y="2991"/>
                    <a:pt x="572" y="2962"/>
                  </a:cubicBezTo>
                  <a:cubicBezTo>
                    <a:pt x="511" y="2723"/>
                    <a:pt x="463" y="2488"/>
                    <a:pt x="426" y="2245"/>
                  </a:cubicBezTo>
                  <a:cubicBezTo>
                    <a:pt x="382" y="2010"/>
                    <a:pt x="357" y="1770"/>
                    <a:pt x="357" y="1531"/>
                  </a:cubicBezTo>
                  <a:cubicBezTo>
                    <a:pt x="341" y="1288"/>
                    <a:pt x="345" y="1049"/>
                    <a:pt x="365" y="806"/>
                  </a:cubicBezTo>
                  <a:cubicBezTo>
                    <a:pt x="386" y="562"/>
                    <a:pt x="418" y="327"/>
                    <a:pt x="459" y="84"/>
                  </a:cubicBezTo>
                  <a:cubicBezTo>
                    <a:pt x="463" y="56"/>
                    <a:pt x="438" y="31"/>
                    <a:pt x="386" y="11"/>
                  </a:cubicBezTo>
                  <a:cubicBezTo>
                    <a:pt x="369" y="4"/>
                    <a:pt x="351" y="1"/>
                    <a:pt x="3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" name="Google Shape;5482;p73"/>
            <p:cNvSpPr/>
            <p:nvPr/>
          </p:nvSpPr>
          <p:spPr>
            <a:xfrm>
              <a:off x="3354486" y="3802325"/>
              <a:ext cx="101942" cy="217600"/>
            </a:xfrm>
            <a:custGeom>
              <a:avLst/>
              <a:gdLst/>
              <a:ahLst/>
              <a:cxnLst/>
              <a:rect l="l" t="t" r="r" b="b"/>
              <a:pathLst>
                <a:path w="5879" h="12549" extrusionOk="0">
                  <a:moveTo>
                    <a:pt x="77" y="0"/>
                  </a:moveTo>
                  <a:cubicBezTo>
                    <a:pt x="76" y="0"/>
                    <a:pt x="75" y="0"/>
                    <a:pt x="73" y="1"/>
                  </a:cubicBezTo>
                  <a:cubicBezTo>
                    <a:pt x="25" y="5"/>
                    <a:pt x="0" y="110"/>
                    <a:pt x="21" y="240"/>
                  </a:cubicBezTo>
                  <a:cubicBezTo>
                    <a:pt x="223" y="1354"/>
                    <a:pt x="430" y="2469"/>
                    <a:pt x="698" y="3580"/>
                  </a:cubicBezTo>
                  <a:cubicBezTo>
                    <a:pt x="965" y="4687"/>
                    <a:pt x="1298" y="5777"/>
                    <a:pt x="1703" y="6847"/>
                  </a:cubicBezTo>
                  <a:cubicBezTo>
                    <a:pt x="2117" y="7914"/>
                    <a:pt x="2644" y="8939"/>
                    <a:pt x="3272" y="9896"/>
                  </a:cubicBezTo>
                  <a:cubicBezTo>
                    <a:pt x="3900" y="10857"/>
                    <a:pt x="4675" y="11716"/>
                    <a:pt x="5562" y="12446"/>
                  </a:cubicBezTo>
                  <a:cubicBezTo>
                    <a:pt x="5645" y="12508"/>
                    <a:pt x="5726" y="12548"/>
                    <a:pt x="5781" y="12548"/>
                  </a:cubicBezTo>
                  <a:cubicBezTo>
                    <a:pt x="5801" y="12548"/>
                    <a:pt x="5818" y="12543"/>
                    <a:pt x="5830" y="12531"/>
                  </a:cubicBezTo>
                  <a:cubicBezTo>
                    <a:pt x="5879" y="12486"/>
                    <a:pt x="5826" y="12369"/>
                    <a:pt x="5708" y="12271"/>
                  </a:cubicBezTo>
                  <a:cubicBezTo>
                    <a:pt x="4877" y="11521"/>
                    <a:pt x="4148" y="10662"/>
                    <a:pt x="3548" y="9713"/>
                  </a:cubicBezTo>
                  <a:cubicBezTo>
                    <a:pt x="2939" y="8769"/>
                    <a:pt x="2433" y="7768"/>
                    <a:pt x="2031" y="6722"/>
                  </a:cubicBezTo>
                  <a:cubicBezTo>
                    <a:pt x="1622" y="5668"/>
                    <a:pt x="1277" y="4593"/>
                    <a:pt x="1002" y="3503"/>
                  </a:cubicBezTo>
                  <a:cubicBezTo>
                    <a:pt x="714" y="2408"/>
                    <a:pt x="463" y="1302"/>
                    <a:pt x="207" y="199"/>
                  </a:cubicBezTo>
                  <a:cubicBezTo>
                    <a:pt x="183" y="88"/>
                    <a:pt x="129" y="0"/>
                    <a:pt x="7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" name="Google Shape;5483;p73"/>
            <p:cNvSpPr/>
            <p:nvPr/>
          </p:nvSpPr>
          <p:spPr>
            <a:xfrm>
              <a:off x="3343596" y="3865720"/>
              <a:ext cx="63759" cy="143645"/>
            </a:xfrm>
            <a:custGeom>
              <a:avLst/>
              <a:gdLst/>
              <a:ahLst/>
              <a:cxnLst/>
              <a:rect l="l" t="t" r="r" b="b"/>
              <a:pathLst>
                <a:path w="3677" h="8284" extrusionOk="0">
                  <a:moveTo>
                    <a:pt x="117" y="1"/>
                  </a:moveTo>
                  <a:cubicBezTo>
                    <a:pt x="66" y="1"/>
                    <a:pt x="24" y="61"/>
                    <a:pt x="24" y="147"/>
                  </a:cubicBezTo>
                  <a:cubicBezTo>
                    <a:pt x="0" y="897"/>
                    <a:pt x="57" y="1651"/>
                    <a:pt x="203" y="2389"/>
                  </a:cubicBezTo>
                  <a:cubicBezTo>
                    <a:pt x="353" y="3131"/>
                    <a:pt x="572" y="3852"/>
                    <a:pt x="860" y="4549"/>
                  </a:cubicBezTo>
                  <a:cubicBezTo>
                    <a:pt x="1155" y="5243"/>
                    <a:pt x="1524" y="5903"/>
                    <a:pt x="1954" y="6524"/>
                  </a:cubicBezTo>
                  <a:cubicBezTo>
                    <a:pt x="2384" y="7144"/>
                    <a:pt x="2882" y="7715"/>
                    <a:pt x="3438" y="8222"/>
                  </a:cubicBezTo>
                  <a:cubicBezTo>
                    <a:pt x="3482" y="8261"/>
                    <a:pt x="3532" y="8284"/>
                    <a:pt x="3573" y="8284"/>
                  </a:cubicBezTo>
                  <a:cubicBezTo>
                    <a:pt x="3596" y="8284"/>
                    <a:pt x="3617" y="8277"/>
                    <a:pt x="3632" y="8263"/>
                  </a:cubicBezTo>
                  <a:cubicBezTo>
                    <a:pt x="3677" y="8222"/>
                    <a:pt x="3661" y="8133"/>
                    <a:pt x="3596" y="8060"/>
                  </a:cubicBezTo>
                  <a:cubicBezTo>
                    <a:pt x="3089" y="7529"/>
                    <a:pt x="2627" y="6953"/>
                    <a:pt x="2222" y="6341"/>
                  </a:cubicBezTo>
                  <a:cubicBezTo>
                    <a:pt x="1411" y="5117"/>
                    <a:pt x="831" y="3755"/>
                    <a:pt x="511" y="2324"/>
                  </a:cubicBezTo>
                  <a:cubicBezTo>
                    <a:pt x="345" y="1606"/>
                    <a:pt x="247" y="877"/>
                    <a:pt x="215" y="147"/>
                  </a:cubicBezTo>
                  <a:cubicBezTo>
                    <a:pt x="211" y="70"/>
                    <a:pt x="170" y="9"/>
                    <a:pt x="122" y="1"/>
                  </a:cubicBezTo>
                  <a:cubicBezTo>
                    <a:pt x="120" y="1"/>
                    <a:pt x="118" y="1"/>
                    <a:pt x="11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" name="Google Shape;5484;p73"/>
            <p:cNvSpPr/>
            <p:nvPr/>
          </p:nvSpPr>
          <p:spPr>
            <a:xfrm>
              <a:off x="3181849" y="3668026"/>
              <a:ext cx="163586" cy="82070"/>
            </a:xfrm>
            <a:custGeom>
              <a:avLst/>
              <a:gdLst/>
              <a:ahLst/>
              <a:cxnLst/>
              <a:rect l="l" t="t" r="r" b="b"/>
              <a:pathLst>
                <a:path w="9434" h="4733" extrusionOk="0">
                  <a:moveTo>
                    <a:pt x="96" y="1"/>
                  </a:moveTo>
                  <a:cubicBezTo>
                    <a:pt x="76" y="1"/>
                    <a:pt x="59" y="7"/>
                    <a:pt x="45" y="19"/>
                  </a:cubicBezTo>
                  <a:cubicBezTo>
                    <a:pt x="0" y="51"/>
                    <a:pt x="29" y="132"/>
                    <a:pt x="98" y="205"/>
                  </a:cubicBezTo>
                  <a:cubicBezTo>
                    <a:pt x="718" y="809"/>
                    <a:pt x="1354" y="1405"/>
                    <a:pt x="2027" y="1957"/>
                  </a:cubicBezTo>
                  <a:cubicBezTo>
                    <a:pt x="2704" y="2520"/>
                    <a:pt x="3422" y="3023"/>
                    <a:pt x="4180" y="3469"/>
                  </a:cubicBezTo>
                  <a:cubicBezTo>
                    <a:pt x="4946" y="3907"/>
                    <a:pt x="5765" y="4243"/>
                    <a:pt x="6616" y="4478"/>
                  </a:cubicBezTo>
                  <a:cubicBezTo>
                    <a:pt x="7236" y="4641"/>
                    <a:pt x="7881" y="4732"/>
                    <a:pt x="8523" y="4732"/>
                  </a:cubicBezTo>
                  <a:cubicBezTo>
                    <a:pt x="8762" y="4732"/>
                    <a:pt x="9001" y="4719"/>
                    <a:pt x="9239" y="4693"/>
                  </a:cubicBezTo>
                  <a:cubicBezTo>
                    <a:pt x="9352" y="4681"/>
                    <a:pt x="9434" y="4628"/>
                    <a:pt x="9434" y="4567"/>
                  </a:cubicBezTo>
                  <a:cubicBezTo>
                    <a:pt x="9434" y="4509"/>
                    <a:pt x="9344" y="4466"/>
                    <a:pt x="9241" y="4466"/>
                  </a:cubicBezTo>
                  <a:cubicBezTo>
                    <a:pt x="9236" y="4466"/>
                    <a:pt x="9231" y="4466"/>
                    <a:pt x="9227" y="4466"/>
                  </a:cubicBezTo>
                  <a:cubicBezTo>
                    <a:pt x="9116" y="4471"/>
                    <a:pt x="9006" y="4473"/>
                    <a:pt x="8896" y="4473"/>
                  </a:cubicBezTo>
                  <a:cubicBezTo>
                    <a:pt x="8152" y="4473"/>
                    <a:pt x="7414" y="4366"/>
                    <a:pt x="6701" y="4158"/>
                  </a:cubicBezTo>
                  <a:cubicBezTo>
                    <a:pt x="5882" y="3923"/>
                    <a:pt x="5092" y="3590"/>
                    <a:pt x="4354" y="3161"/>
                  </a:cubicBezTo>
                  <a:cubicBezTo>
                    <a:pt x="3608" y="2735"/>
                    <a:pt x="2895" y="2253"/>
                    <a:pt x="2222" y="1717"/>
                  </a:cubicBezTo>
                  <a:cubicBezTo>
                    <a:pt x="1545" y="1190"/>
                    <a:pt x="884" y="627"/>
                    <a:pt x="227" y="64"/>
                  </a:cubicBezTo>
                  <a:cubicBezTo>
                    <a:pt x="182" y="23"/>
                    <a:pt x="134" y="1"/>
                    <a:pt x="9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" name="Google Shape;5485;p73"/>
            <p:cNvSpPr/>
            <p:nvPr/>
          </p:nvSpPr>
          <p:spPr>
            <a:xfrm>
              <a:off x="3665531" y="3786441"/>
              <a:ext cx="15138" cy="31784"/>
            </a:xfrm>
            <a:custGeom>
              <a:avLst/>
              <a:gdLst/>
              <a:ahLst/>
              <a:cxnLst/>
              <a:rect l="l" t="t" r="r" b="b"/>
              <a:pathLst>
                <a:path w="873" h="1833" extrusionOk="0">
                  <a:moveTo>
                    <a:pt x="138" y="0"/>
                  </a:moveTo>
                  <a:cubicBezTo>
                    <a:pt x="124" y="0"/>
                    <a:pt x="107" y="2"/>
                    <a:pt x="90" y="4"/>
                  </a:cubicBezTo>
                  <a:cubicBezTo>
                    <a:pt x="41" y="17"/>
                    <a:pt x="1" y="41"/>
                    <a:pt x="1" y="57"/>
                  </a:cubicBezTo>
                  <a:cubicBezTo>
                    <a:pt x="9" y="215"/>
                    <a:pt x="29" y="373"/>
                    <a:pt x="65" y="531"/>
                  </a:cubicBezTo>
                  <a:cubicBezTo>
                    <a:pt x="106" y="685"/>
                    <a:pt x="147" y="839"/>
                    <a:pt x="207" y="989"/>
                  </a:cubicBezTo>
                  <a:cubicBezTo>
                    <a:pt x="268" y="1135"/>
                    <a:pt x="333" y="1281"/>
                    <a:pt x="406" y="1423"/>
                  </a:cubicBezTo>
                  <a:cubicBezTo>
                    <a:pt x="479" y="1565"/>
                    <a:pt x="568" y="1699"/>
                    <a:pt x="670" y="1825"/>
                  </a:cubicBezTo>
                  <a:cubicBezTo>
                    <a:pt x="672" y="1830"/>
                    <a:pt x="679" y="1833"/>
                    <a:pt x="689" y="1833"/>
                  </a:cubicBezTo>
                  <a:cubicBezTo>
                    <a:pt x="707" y="1833"/>
                    <a:pt x="738" y="1823"/>
                    <a:pt x="775" y="1804"/>
                  </a:cubicBezTo>
                  <a:cubicBezTo>
                    <a:pt x="832" y="1772"/>
                    <a:pt x="872" y="1731"/>
                    <a:pt x="864" y="1711"/>
                  </a:cubicBezTo>
                  <a:cubicBezTo>
                    <a:pt x="815" y="1565"/>
                    <a:pt x="763" y="1419"/>
                    <a:pt x="702" y="1281"/>
                  </a:cubicBezTo>
                  <a:cubicBezTo>
                    <a:pt x="641" y="1144"/>
                    <a:pt x="597" y="1002"/>
                    <a:pt x="536" y="860"/>
                  </a:cubicBezTo>
                  <a:cubicBezTo>
                    <a:pt x="475" y="718"/>
                    <a:pt x="418" y="584"/>
                    <a:pt x="365" y="434"/>
                  </a:cubicBezTo>
                  <a:lnTo>
                    <a:pt x="187" y="17"/>
                  </a:lnTo>
                  <a:cubicBezTo>
                    <a:pt x="184" y="6"/>
                    <a:pt x="165" y="0"/>
                    <a:pt x="13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" name="Google Shape;5486;p73"/>
            <p:cNvSpPr/>
            <p:nvPr/>
          </p:nvSpPr>
          <p:spPr>
            <a:xfrm>
              <a:off x="3535845" y="3888279"/>
              <a:ext cx="108063" cy="20583"/>
            </a:xfrm>
            <a:custGeom>
              <a:avLst/>
              <a:gdLst/>
              <a:ahLst/>
              <a:cxnLst/>
              <a:rect l="l" t="t" r="r" b="b"/>
              <a:pathLst>
                <a:path w="6232" h="1187" extrusionOk="0">
                  <a:moveTo>
                    <a:pt x="134" y="1"/>
                  </a:moveTo>
                  <a:cubicBezTo>
                    <a:pt x="53" y="1"/>
                    <a:pt x="0" y="163"/>
                    <a:pt x="94" y="188"/>
                  </a:cubicBezTo>
                  <a:cubicBezTo>
                    <a:pt x="560" y="403"/>
                    <a:pt x="1046" y="585"/>
                    <a:pt x="1541" y="727"/>
                  </a:cubicBezTo>
                  <a:cubicBezTo>
                    <a:pt x="2035" y="865"/>
                    <a:pt x="2538" y="978"/>
                    <a:pt x="3045" y="1063"/>
                  </a:cubicBezTo>
                  <a:cubicBezTo>
                    <a:pt x="3556" y="1128"/>
                    <a:pt x="4074" y="1169"/>
                    <a:pt x="4585" y="1185"/>
                  </a:cubicBezTo>
                  <a:cubicBezTo>
                    <a:pt x="4637" y="1186"/>
                    <a:pt x="4688" y="1186"/>
                    <a:pt x="4740" y="1186"/>
                  </a:cubicBezTo>
                  <a:cubicBezTo>
                    <a:pt x="5203" y="1186"/>
                    <a:pt x="5666" y="1153"/>
                    <a:pt x="6126" y="1088"/>
                  </a:cubicBezTo>
                  <a:cubicBezTo>
                    <a:pt x="6186" y="1084"/>
                    <a:pt x="6231" y="1031"/>
                    <a:pt x="6231" y="970"/>
                  </a:cubicBezTo>
                  <a:cubicBezTo>
                    <a:pt x="6227" y="908"/>
                    <a:pt x="6175" y="860"/>
                    <a:pt x="6113" y="860"/>
                  </a:cubicBezTo>
                  <a:cubicBezTo>
                    <a:pt x="6110" y="860"/>
                    <a:pt x="6108" y="861"/>
                    <a:pt x="6105" y="861"/>
                  </a:cubicBezTo>
                  <a:cubicBezTo>
                    <a:pt x="5879" y="870"/>
                    <a:pt x="5652" y="874"/>
                    <a:pt x="5424" y="874"/>
                  </a:cubicBezTo>
                  <a:cubicBezTo>
                    <a:pt x="5147" y="874"/>
                    <a:pt x="4870" y="868"/>
                    <a:pt x="4593" y="857"/>
                  </a:cubicBezTo>
                  <a:cubicBezTo>
                    <a:pt x="4095" y="836"/>
                    <a:pt x="3596" y="788"/>
                    <a:pt x="3102" y="707"/>
                  </a:cubicBezTo>
                  <a:cubicBezTo>
                    <a:pt x="2603" y="642"/>
                    <a:pt x="2108" y="549"/>
                    <a:pt x="1622" y="423"/>
                  </a:cubicBezTo>
                  <a:cubicBezTo>
                    <a:pt x="1127" y="309"/>
                    <a:pt x="641" y="168"/>
                    <a:pt x="167" y="9"/>
                  </a:cubicBezTo>
                  <a:cubicBezTo>
                    <a:pt x="155" y="3"/>
                    <a:pt x="145" y="1"/>
                    <a:pt x="1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" name="Google Shape;5487;p73"/>
            <p:cNvSpPr/>
            <p:nvPr/>
          </p:nvSpPr>
          <p:spPr>
            <a:xfrm>
              <a:off x="3342955" y="3236867"/>
              <a:ext cx="287879" cy="825627"/>
            </a:xfrm>
            <a:custGeom>
              <a:avLst/>
              <a:gdLst/>
              <a:ahLst/>
              <a:cxnLst/>
              <a:rect l="l" t="t" r="r" b="b"/>
              <a:pathLst>
                <a:path w="16602" h="47614" extrusionOk="0">
                  <a:moveTo>
                    <a:pt x="14337" y="1"/>
                  </a:moveTo>
                  <a:cubicBezTo>
                    <a:pt x="14329" y="1"/>
                    <a:pt x="14322" y="1"/>
                    <a:pt x="14315" y="2"/>
                  </a:cubicBezTo>
                  <a:cubicBezTo>
                    <a:pt x="12097" y="111"/>
                    <a:pt x="9847" y="1562"/>
                    <a:pt x="7800" y="4226"/>
                  </a:cubicBezTo>
                  <a:cubicBezTo>
                    <a:pt x="3422" y="9929"/>
                    <a:pt x="1" y="21677"/>
                    <a:pt x="2299" y="32221"/>
                  </a:cubicBezTo>
                  <a:cubicBezTo>
                    <a:pt x="5360" y="46268"/>
                    <a:pt x="11769" y="47614"/>
                    <a:pt x="15061" y="47614"/>
                  </a:cubicBezTo>
                  <a:cubicBezTo>
                    <a:pt x="15527" y="47614"/>
                    <a:pt x="15936" y="47585"/>
                    <a:pt x="16256" y="47565"/>
                  </a:cubicBezTo>
                  <a:cubicBezTo>
                    <a:pt x="16451" y="47553"/>
                    <a:pt x="16601" y="47383"/>
                    <a:pt x="16589" y="47188"/>
                  </a:cubicBezTo>
                  <a:cubicBezTo>
                    <a:pt x="16577" y="46997"/>
                    <a:pt x="16419" y="46855"/>
                    <a:pt x="16231" y="46855"/>
                  </a:cubicBezTo>
                  <a:cubicBezTo>
                    <a:pt x="16223" y="46855"/>
                    <a:pt x="16216" y="46855"/>
                    <a:pt x="16208" y="46856"/>
                  </a:cubicBezTo>
                  <a:cubicBezTo>
                    <a:pt x="15892" y="46877"/>
                    <a:pt x="15567" y="46890"/>
                    <a:pt x="15234" y="46890"/>
                  </a:cubicBezTo>
                  <a:cubicBezTo>
                    <a:pt x="11108" y="46890"/>
                    <a:pt x="5787" y="44885"/>
                    <a:pt x="2992" y="32067"/>
                  </a:cubicBezTo>
                  <a:cubicBezTo>
                    <a:pt x="738" y="21734"/>
                    <a:pt x="4079" y="10233"/>
                    <a:pt x="8364" y="4655"/>
                  </a:cubicBezTo>
                  <a:cubicBezTo>
                    <a:pt x="10277" y="2170"/>
                    <a:pt x="12345" y="808"/>
                    <a:pt x="14343" y="715"/>
                  </a:cubicBezTo>
                  <a:cubicBezTo>
                    <a:pt x="14542" y="707"/>
                    <a:pt x="14692" y="541"/>
                    <a:pt x="14684" y="342"/>
                  </a:cubicBezTo>
                  <a:cubicBezTo>
                    <a:pt x="14680" y="151"/>
                    <a:pt x="14525" y="1"/>
                    <a:pt x="1433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" name="Google Shape;5488;p73"/>
            <p:cNvSpPr/>
            <p:nvPr/>
          </p:nvSpPr>
          <p:spPr>
            <a:xfrm>
              <a:off x="3139383" y="3583442"/>
              <a:ext cx="812119" cy="169620"/>
            </a:xfrm>
            <a:custGeom>
              <a:avLst/>
              <a:gdLst/>
              <a:ahLst/>
              <a:cxnLst/>
              <a:rect l="l" t="t" r="r" b="b"/>
              <a:pathLst>
                <a:path w="46835" h="9782" extrusionOk="0">
                  <a:moveTo>
                    <a:pt x="407" y="0"/>
                  </a:moveTo>
                  <a:cubicBezTo>
                    <a:pt x="373" y="0"/>
                    <a:pt x="339" y="5"/>
                    <a:pt x="305" y="16"/>
                  </a:cubicBezTo>
                  <a:cubicBezTo>
                    <a:pt x="110" y="73"/>
                    <a:pt x="1" y="280"/>
                    <a:pt x="70" y="474"/>
                  </a:cubicBezTo>
                  <a:cubicBezTo>
                    <a:pt x="130" y="689"/>
                    <a:pt x="1764" y="5752"/>
                    <a:pt x="14197" y="8764"/>
                  </a:cubicBezTo>
                  <a:cubicBezTo>
                    <a:pt x="17148" y="9478"/>
                    <a:pt x="20379" y="9782"/>
                    <a:pt x="23626" y="9782"/>
                  </a:cubicBezTo>
                  <a:cubicBezTo>
                    <a:pt x="34077" y="9782"/>
                    <a:pt x="44706" y="6660"/>
                    <a:pt x="46713" y="4175"/>
                  </a:cubicBezTo>
                  <a:cubicBezTo>
                    <a:pt x="46835" y="4025"/>
                    <a:pt x="46814" y="3802"/>
                    <a:pt x="46664" y="3681"/>
                  </a:cubicBezTo>
                  <a:cubicBezTo>
                    <a:pt x="46597" y="3626"/>
                    <a:pt x="46518" y="3600"/>
                    <a:pt x="46438" y="3600"/>
                  </a:cubicBezTo>
                  <a:cubicBezTo>
                    <a:pt x="46335" y="3600"/>
                    <a:pt x="46233" y="3645"/>
                    <a:pt x="46162" y="3729"/>
                  </a:cubicBezTo>
                  <a:cubicBezTo>
                    <a:pt x="44414" y="5897"/>
                    <a:pt x="33935" y="9065"/>
                    <a:pt x="23545" y="9065"/>
                  </a:cubicBezTo>
                  <a:cubicBezTo>
                    <a:pt x="20395" y="9065"/>
                    <a:pt x="17252" y="8774"/>
                    <a:pt x="14363" y="8075"/>
                  </a:cubicBezTo>
                  <a:cubicBezTo>
                    <a:pt x="8096" y="6555"/>
                    <a:pt x="4728" y="4508"/>
                    <a:pt x="3005" y="3057"/>
                  </a:cubicBezTo>
                  <a:cubicBezTo>
                    <a:pt x="1144" y="1500"/>
                    <a:pt x="755" y="280"/>
                    <a:pt x="751" y="272"/>
                  </a:cubicBezTo>
                  <a:cubicBezTo>
                    <a:pt x="707" y="109"/>
                    <a:pt x="563" y="0"/>
                    <a:pt x="40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" name="Google Shape;5489;p73"/>
            <p:cNvSpPr/>
            <p:nvPr/>
          </p:nvSpPr>
          <p:spPr>
            <a:xfrm>
              <a:off x="3247776" y="3297991"/>
              <a:ext cx="561799" cy="345985"/>
            </a:xfrm>
            <a:custGeom>
              <a:avLst/>
              <a:gdLst/>
              <a:ahLst/>
              <a:cxnLst/>
              <a:rect l="l" t="t" r="r" b="b"/>
              <a:pathLst>
                <a:path w="32399" h="19953" extrusionOk="0">
                  <a:moveTo>
                    <a:pt x="4644" y="0"/>
                  </a:moveTo>
                  <a:cubicBezTo>
                    <a:pt x="4518" y="0"/>
                    <a:pt x="4398" y="66"/>
                    <a:pt x="4334" y="182"/>
                  </a:cubicBezTo>
                  <a:cubicBezTo>
                    <a:pt x="3426" y="1897"/>
                    <a:pt x="2701" y="3701"/>
                    <a:pt x="2170" y="5569"/>
                  </a:cubicBezTo>
                  <a:cubicBezTo>
                    <a:pt x="1014" y="9627"/>
                    <a:pt x="1140" y="13118"/>
                    <a:pt x="2530" y="15667"/>
                  </a:cubicBezTo>
                  <a:cubicBezTo>
                    <a:pt x="3990" y="18355"/>
                    <a:pt x="6985" y="19948"/>
                    <a:pt x="10545" y="19948"/>
                  </a:cubicBezTo>
                  <a:lnTo>
                    <a:pt x="10606" y="19952"/>
                  </a:lnTo>
                  <a:cubicBezTo>
                    <a:pt x="14838" y="19932"/>
                    <a:pt x="18766" y="17670"/>
                    <a:pt x="20614" y="14188"/>
                  </a:cubicBezTo>
                  <a:cubicBezTo>
                    <a:pt x="23813" y="8172"/>
                    <a:pt x="27380" y="2618"/>
                    <a:pt x="31815" y="2618"/>
                  </a:cubicBezTo>
                  <a:lnTo>
                    <a:pt x="31965" y="2618"/>
                  </a:lnTo>
                  <a:cubicBezTo>
                    <a:pt x="32391" y="2574"/>
                    <a:pt x="32399" y="1961"/>
                    <a:pt x="31977" y="1905"/>
                  </a:cubicBezTo>
                  <a:lnTo>
                    <a:pt x="31815" y="1905"/>
                  </a:lnTo>
                  <a:cubicBezTo>
                    <a:pt x="27003" y="1905"/>
                    <a:pt x="23290" y="7641"/>
                    <a:pt x="19986" y="13851"/>
                  </a:cubicBezTo>
                  <a:cubicBezTo>
                    <a:pt x="18259" y="17106"/>
                    <a:pt x="14574" y="19219"/>
                    <a:pt x="10602" y="19239"/>
                  </a:cubicBezTo>
                  <a:lnTo>
                    <a:pt x="10545" y="19239"/>
                  </a:lnTo>
                  <a:cubicBezTo>
                    <a:pt x="7249" y="19239"/>
                    <a:pt x="4492" y="17779"/>
                    <a:pt x="3155" y="15327"/>
                  </a:cubicBezTo>
                  <a:cubicBezTo>
                    <a:pt x="1" y="9542"/>
                    <a:pt x="4906" y="616"/>
                    <a:pt x="4959" y="530"/>
                  </a:cubicBezTo>
                  <a:cubicBezTo>
                    <a:pt x="5048" y="356"/>
                    <a:pt x="4987" y="141"/>
                    <a:pt x="4817" y="44"/>
                  </a:cubicBezTo>
                  <a:cubicBezTo>
                    <a:pt x="4761" y="14"/>
                    <a:pt x="4702" y="0"/>
                    <a:pt x="464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" name="Google Shape;5490;p73"/>
            <p:cNvSpPr/>
            <p:nvPr/>
          </p:nvSpPr>
          <p:spPr>
            <a:xfrm>
              <a:off x="3227748" y="3751466"/>
              <a:ext cx="537332" cy="258869"/>
            </a:xfrm>
            <a:custGeom>
              <a:avLst/>
              <a:gdLst/>
              <a:ahLst/>
              <a:cxnLst/>
              <a:rect l="l" t="t" r="r" b="b"/>
              <a:pathLst>
                <a:path w="30988" h="14929" extrusionOk="0">
                  <a:moveTo>
                    <a:pt x="10498" y="1"/>
                  </a:moveTo>
                  <a:cubicBezTo>
                    <a:pt x="9524" y="1"/>
                    <a:pt x="8491" y="153"/>
                    <a:pt x="7391" y="485"/>
                  </a:cubicBezTo>
                  <a:cubicBezTo>
                    <a:pt x="0" y="2711"/>
                    <a:pt x="718" y="10218"/>
                    <a:pt x="730" y="10291"/>
                  </a:cubicBezTo>
                  <a:cubicBezTo>
                    <a:pt x="741" y="10480"/>
                    <a:pt x="896" y="10626"/>
                    <a:pt x="1081" y="10626"/>
                  </a:cubicBezTo>
                  <a:cubicBezTo>
                    <a:pt x="1095" y="10626"/>
                    <a:pt x="1109" y="10625"/>
                    <a:pt x="1123" y="10624"/>
                  </a:cubicBezTo>
                  <a:cubicBezTo>
                    <a:pt x="1326" y="10603"/>
                    <a:pt x="1468" y="10417"/>
                    <a:pt x="1435" y="10214"/>
                  </a:cubicBezTo>
                  <a:cubicBezTo>
                    <a:pt x="1427" y="10149"/>
                    <a:pt x="750" y="3225"/>
                    <a:pt x="7597" y="1166"/>
                  </a:cubicBezTo>
                  <a:cubicBezTo>
                    <a:pt x="8627" y="856"/>
                    <a:pt x="9594" y="712"/>
                    <a:pt x="10505" y="712"/>
                  </a:cubicBezTo>
                  <a:cubicBezTo>
                    <a:pt x="15652" y="712"/>
                    <a:pt x="19019" y="5304"/>
                    <a:pt x="21891" y="10429"/>
                  </a:cubicBezTo>
                  <a:cubicBezTo>
                    <a:pt x="24011" y="14215"/>
                    <a:pt x="26910" y="14929"/>
                    <a:pt x="28795" y="14929"/>
                  </a:cubicBezTo>
                  <a:cubicBezTo>
                    <a:pt x="29918" y="14929"/>
                    <a:pt x="30688" y="14673"/>
                    <a:pt x="30704" y="14669"/>
                  </a:cubicBezTo>
                  <a:cubicBezTo>
                    <a:pt x="30891" y="14604"/>
                    <a:pt x="30988" y="14402"/>
                    <a:pt x="30923" y="14215"/>
                  </a:cubicBezTo>
                  <a:cubicBezTo>
                    <a:pt x="30872" y="14068"/>
                    <a:pt x="30734" y="13976"/>
                    <a:pt x="30587" y="13976"/>
                  </a:cubicBezTo>
                  <a:cubicBezTo>
                    <a:pt x="30548" y="13976"/>
                    <a:pt x="30508" y="13983"/>
                    <a:pt x="30469" y="13996"/>
                  </a:cubicBezTo>
                  <a:cubicBezTo>
                    <a:pt x="30398" y="14020"/>
                    <a:pt x="29725" y="14241"/>
                    <a:pt x="28750" y="14241"/>
                  </a:cubicBezTo>
                  <a:cubicBezTo>
                    <a:pt x="27062" y="14241"/>
                    <a:pt x="24467" y="13579"/>
                    <a:pt x="22511" y="10084"/>
                  </a:cubicBezTo>
                  <a:cubicBezTo>
                    <a:pt x="19658" y="4985"/>
                    <a:pt x="16059" y="1"/>
                    <a:pt x="1049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" name="Google Shape;5491;p73"/>
            <p:cNvSpPr/>
            <p:nvPr/>
          </p:nvSpPr>
          <p:spPr>
            <a:xfrm>
              <a:off x="3603748" y="2818869"/>
              <a:ext cx="831661" cy="1402477"/>
            </a:xfrm>
            <a:custGeom>
              <a:avLst/>
              <a:gdLst/>
              <a:ahLst/>
              <a:cxnLst/>
              <a:rect l="l" t="t" r="r" b="b"/>
              <a:pathLst>
                <a:path w="47962" h="80881" extrusionOk="0">
                  <a:moveTo>
                    <a:pt x="7570" y="1"/>
                  </a:moveTo>
                  <a:cubicBezTo>
                    <a:pt x="7459" y="1"/>
                    <a:pt x="7355" y="14"/>
                    <a:pt x="7257" y="40"/>
                  </a:cubicBezTo>
                  <a:cubicBezTo>
                    <a:pt x="0" y="1966"/>
                    <a:pt x="576" y="16977"/>
                    <a:pt x="4630" y="28936"/>
                  </a:cubicBezTo>
                  <a:cubicBezTo>
                    <a:pt x="8684" y="40894"/>
                    <a:pt x="16414" y="48649"/>
                    <a:pt x="15239" y="49578"/>
                  </a:cubicBezTo>
                  <a:cubicBezTo>
                    <a:pt x="14533" y="50129"/>
                    <a:pt x="12973" y="50903"/>
                    <a:pt x="12332" y="52237"/>
                  </a:cubicBezTo>
                  <a:cubicBezTo>
                    <a:pt x="11987" y="52951"/>
                    <a:pt x="11919" y="53818"/>
                    <a:pt x="12381" y="54892"/>
                  </a:cubicBezTo>
                  <a:cubicBezTo>
                    <a:pt x="12514" y="55208"/>
                    <a:pt x="12681" y="55508"/>
                    <a:pt x="12871" y="55796"/>
                  </a:cubicBezTo>
                  <a:cubicBezTo>
                    <a:pt x="15271" y="59518"/>
                    <a:pt x="19459" y="67402"/>
                    <a:pt x="22118" y="71201"/>
                  </a:cubicBezTo>
                  <a:cubicBezTo>
                    <a:pt x="22925" y="72356"/>
                    <a:pt x="23744" y="73755"/>
                    <a:pt x="24575" y="75121"/>
                  </a:cubicBezTo>
                  <a:cubicBezTo>
                    <a:pt x="26365" y="78066"/>
                    <a:pt x="28223" y="80880"/>
                    <a:pt x="30187" y="80880"/>
                  </a:cubicBezTo>
                  <a:cubicBezTo>
                    <a:pt x="30326" y="80880"/>
                    <a:pt x="30466" y="80866"/>
                    <a:pt x="30607" y="80837"/>
                  </a:cubicBezTo>
                  <a:cubicBezTo>
                    <a:pt x="30907" y="80776"/>
                    <a:pt x="31203" y="80699"/>
                    <a:pt x="31499" y="80610"/>
                  </a:cubicBezTo>
                  <a:lnTo>
                    <a:pt x="31503" y="80610"/>
                  </a:lnTo>
                  <a:cubicBezTo>
                    <a:pt x="33785" y="79876"/>
                    <a:pt x="34462" y="78254"/>
                    <a:pt x="37060" y="73653"/>
                  </a:cubicBezTo>
                  <a:cubicBezTo>
                    <a:pt x="39975" y="68493"/>
                    <a:pt x="44410" y="69429"/>
                    <a:pt x="46181" y="61674"/>
                  </a:cubicBezTo>
                  <a:cubicBezTo>
                    <a:pt x="47961" y="53915"/>
                    <a:pt x="42249" y="44470"/>
                    <a:pt x="38455" y="38296"/>
                  </a:cubicBezTo>
                  <a:cubicBezTo>
                    <a:pt x="34661" y="32126"/>
                    <a:pt x="30473" y="24456"/>
                    <a:pt x="23760" y="16316"/>
                  </a:cubicBezTo>
                  <a:cubicBezTo>
                    <a:pt x="17299" y="8478"/>
                    <a:pt x="10406" y="1"/>
                    <a:pt x="7570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" name="Google Shape;5492;p73"/>
            <p:cNvSpPr/>
            <p:nvPr/>
          </p:nvSpPr>
          <p:spPr>
            <a:xfrm>
              <a:off x="3602066" y="2812800"/>
              <a:ext cx="840366" cy="1414823"/>
            </a:xfrm>
            <a:custGeom>
              <a:avLst/>
              <a:gdLst/>
              <a:ahLst/>
              <a:cxnLst/>
              <a:rect l="l" t="t" r="r" b="b"/>
              <a:pathLst>
                <a:path w="48464" h="81593" extrusionOk="0">
                  <a:moveTo>
                    <a:pt x="7687" y="709"/>
                  </a:moveTo>
                  <a:cubicBezTo>
                    <a:pt x="10234" y="709"/>
                    <a:pt x="17276" y="9248"/>
                    <a:pt x="22969" y="16160"/>
                  </a:cubicBezTo>
                  <a:lnTo>
                    <a:pt x="23581" y="16905"/>
                  </a:lnTo>
                  <a:cubicBezTo>
                    <a:pt x="29029" y="23505"/>
                    <a:pt x="32771" y="29740"/>
                    <a:pt x="36071" y="35241"/>
                  </a:cubicBezTo>
                  <a:cubicBezTo>
                    <a:pt x="36817" y="36489"/>
                    <a:pt x="37542" y="37693"/>
                    <a:pt x="38252" y="38845"/>
                  </a:cubicBezTo>
                  <a:cubicBezTo>
                    <a:pt x="41783" y="44593"/>
                    <a:pt x="47709" y="54205"/>
                    <a:pt x="45934" y="61947"/>
                  </a:cubicBezTo>
                  <a:cubicBezTo>
                    <a:pt x="44908" y="66447"/>
                    <a:pt x="42983" y="67923"/>
                    <a:pt x="40940" y="69483"/>
                  </a:cubicBezTo>
                  <a:cubicBezTo>
                    <a:pt x="39525" y="70562"/>
                    <a:pt x="38061" y="71680"/>
                    <a:pt x="36849" y="73825"/>
                  </a:cubicBezTo>
                  <a:cubicBezTo>
                    <a:pt x="36570" y="74315"/>
                    <a:pt x="36318" y="74778"/>
                    <a:pt x="36079" y="75203"/>
                  </a:cubicBezTo>
                  <a:cubicBezTo>
                    <a:pt x="34125" y="78698"/>
                    <a:pt x="33395" y="80007"/>
                    <a:pt x="31494" y="80619"/>
                  </a:cubicBezTo>
                  <a:lnTo>
                    <a:pt x="31458" y="80635"/>
                  </a:lnTo>
                  <a:cubicBezTo>
                    <a:pt x="31214" y="80712"/>
                    <a:pt x="30947" y="80781"/>
                    <a:pt x="30631" y="80846"/>
                  </a:cubicBezTo>
                  <a:cubicBezTo>
                    <a:pt x="30519" y="80869"/>
                    <a:pt x="30407" y="80880"/>
                    <a:pt x="30294" y="80880"/>
                  </a:cubicBezTo>
                  <a:cubicBezTo>
                    <a:pt x="28532" y="80880"/>
                    <a:pt x="26702" y="78131"/>
                    <a:pt x="24976" y="75292"/>
                  </a:cubicBezTo>
                  <a:lnTo>
                    <a:pt x="24570" y="74619"/>
                  </a:lnTo>
                  <a:cubicBezTo>
                    <a:pt x="23889" y="73497"/>
                    <a:pt x="23188" y="72329"/>
                    <a:pt x="22503" y="71352"/>
                  </a:cubicBezTo>
                  <a:cubicBezTo>
                    <a:pt x="20991" y="69187"/>
                    <a:pt x="18992" y="65721"/>
                    <a:pt x="17067" y="62369"/>
                  </a:cubicBezTo>
                  <a:cubicBezTo>
                    <a:pt x="15640" y="59888"/>
                    <a:pt x="14294" y="57553"/>
                    <a:pt x="13268" y="55956"/>
                  </a:cubicBezTo>
                  <a:cubicBezTo>
                    <a:pt x="13090" y="55684"/>
                    <a:pt x="12932" y="55400"/>
                    <a:pt x="12802" y="55104"/>
                  </a:cubicBezTo>
                  <a:cubicBezTo>
                    <a:pt x="12429" y="54245"/>
                    <a:pt x="12409" y="53483"/>
                    <a:pt x="12733" y="52778"/>
                  </a:cubicBezTo>
                  <a:lnTo>
                    <a:pt x="12753" y="52749"/>
                  </a:lnTo>
                  <a:cubicBezTo>
                    <a:pt x="13199" y="51813"/>
                    <a:pt x="14205" y="51140"/>
                    <a:pt x="14934" y="50653"/>
                  </a:cubicBezTo>
                  <a:cubicBezTo>
                    <a:pt x="15169" y="50491"/>
                    <a:pt x="15380" y="50353"/>
                    <a:pt x="15550" y="50216"/>
                  </a:cubicBezTo>
                  <a:cubicBezTo>
                    <a:pt x="16284" y="49640"/>
                    <a:pt x="15413" y="48310"/>
                    <a:pt x="13499" y="45408"/>
                  </a:cubicBezTo>
                  <a:cubicBezTo>
                    <a:pt x="11091" y="41759"/>
                    <a:pt x="7459" y="36242"/>
                    <a:pt x="5067" y="29188"/>
                  </a:cubicBezTo>
                  <a:cubicBezTo>
                    <a:pt x="1682" y="19204"/>
                    <a:pt x="1163" y="8782"/>
                    <a:pt x="3811" y="3852"/>
                  </a:cubicBezTo>
                  <a:cubicBezTo>
                    <a:pt x="4698" y="2194"/>
                    <a:pt x="5923" y="1144"/>
                    <a:pt x="7443" y="739"/>
                  </a:cubicBezTo>
                  <a:cubicBezTo>
                    <a:pt x="7519" y="719"/>
                    <a:pt x="7600" y="709"/>
                    <a:pt x="7687" y="709"/>
                  </a:cubicBezTo>
                  <a:close/>
                  <a:moveTo>
                    <a:pt x="7653" y="0"/>
                  </a:moveTo>
                  <a:cubicBezTo>
                    <a:pt x="7515" y="0"/>
                    <a:pt x="7384" y="17"/>
                    <a:pt x="7260" y="50"/>
                  </a:cubicBezTo>
                  <a:cubicBezTo>
                    <a:pt x="5538" y="504"/>
                    <a:pt x="4171" y="1671"/>
                    <a:pt x="3182" y="3504"/>
                  </a:cubicBezTo>
                  <a:cubicBezTo>
                    <a:pt x="0" y="9450"/>
                    <a:pt x="1577" y="21097"/>
                    <a:pt x="4394" y="29407"/>
                  </a:cubicBezTo>
                  <a:cubicBezTo>
                    <a:pt x="6815" y="36550"/>
                    <a:pt x="10479" y="42112"/>
                    <a:pt x="12907" y="45793"/>
                  </a:cubicBezTo>
                  <a:cubicBezTo>
                    <a:pt x="14042" y="47520"/>
                    <a:pt x="15218" y="49303"/>
                    <a:pt x="15113" y="49652"/>
                  </a:cubicBezTo>
                  <a:cubicBezTo>
                    <a:pt x="14963" y="49770"/>
                    <a:pt x="14768" y="49899"/>
                    <a:pt x="14537" y="50053"/>
                  </a:cubicBezTo>
                  <a:cubicBezTo>
                    <a:pt x="13747" y="50584"/>
                    <a:pt x="12672" y="51306"/>
                    <a:pt x="12133" y="52392"/>
                  </a:cubicBezTo>
                  <a:lnTo>
                    <a:pt x="12105" y="52433"/>
                  </a:lnTo>
                  <a:cubicBezTo>
                    <a:pt x="11679" y="53333"/>
                    <a:pt x="11695" y="54326"/>
                    <a:pt x="12145" y="55388"/>
                  </a:cubicBezTo>
                  <a:cubicBezTo>
                    <a:pt x="12295" y="55721"/>
                    <a:pt x="12470" y="56037"/>
                    <a:pt x="12668" y="56341"/>
                  </a:cubicBezTo>
                  <a:cubicBezTo>
                    <a:pt x="13686" y="57922"/>
                    <a:pt x="15032" y="60253"/>
                    <a:pt x="16450" y="62722"/>
                  </a:cubicBezTo>
                  <a:cubicBezTo>
                    <a:pt x="18384" y="66086"/>
                    <a:pt x="20387" y="69568"/>
                    <a:pt x="21923" y="71758"/>
                  </a:cubicBezTo>
                  <a:cubicBezTo>
                    <a:pt x="22592" y="72714"/>
                    <a:pt x="23253" y="73821"/>
                    <a:pt x="23962" y="74988"/>
                  </a:cubicBezTo>
                  <a:lnTo>
                    <a:pt x="24368" y="75665"/>
                  </a:lnTo>
                  <a:cubicBezTo>
                    <a:pt x="26273" y="78795"/>
                    <a:pt x="28166" y="81592"/>
                    <a:pt x="30282" y="81592"/>
                  </a:cubicBezTo>
                  <a:cubicBezTo>
                    <a:pt x="30448" y="81592"/>
                    <a:pt x="30610" y="81576"/>
                    <a:pt x="30773" y="81543"/>
                  </a:cubicBezTo>
                  <a:cubicBezTo>
                    <a:pt x="31089" y="81479"/>
                    <a:pt x="31401" y="81397"/>
                    <a:pt x="31705" y="81304"/>
                  </a:cubicBezTo>
                  <a:lnTo>
                    <a:pt x="31741" y="81288"/>
                  </a:lnTo>
                  <a:cubicBezTo>
                    <a:pt x="33886" y="80583"/>
                    <a:pt x="34713" y="79103"/>
                    <a:pt x="36699" y="75552"/>
                  </a:cubicBezTo>
                  <a:lnTo>
                    <a:pt x="37465" y="74174"/>
                  </a:lnTo>
                  <a:cubicBezTo>
                    <a:pt x="38609" y="72155"/>
                    <a:pt x="40011" y="71081"/>
                    <a:pt x="41369" y="70043"/>
                  </a:cubicBezTo>
                  <a:cubicBezTo>
                    <a:pt x="43421" y="68478"/>
                    <a:pt x="45541" y="66856"/>
                    <a:pt x="46631" y="62101"/>
                  </a:cubicBezTo>
                  <a:cubicBezTo>
                    <a:pt x="48464" y="54075"/>
                    <a:pt x="42448" y="44301"/>
                    <a:pt x="38856" y="38464"/>
                  </a:cubicBezTo>
                  <a:cubicBezTo>
                    <a:pt x="38147" y="37320"/>
                    <a:pt x="37425" y="36116"/>
                    <a:pt x="36683" y="34872"/>
                  </a:cubicBezTo>
                  <a:cubicBezTo>
                    <a:pt x="33367" y="29347"/>
                    <a:pt x="29613" y="23092"/>
                    <a:pt x="24132" y="16447"/>
                  </a:cubicBezTo>
                  <a:lnTo>
                    <a:pt x="23516" y="15701"/>
                  </a:lnTo>
                  <a:cubicBezTo>
                    <a:pt x="15755" y="6282"/>
                    <a:pt x="10358" y="0"/>
                    <a:pt x="765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" name="Google Shape;5493;p73"/>
            <p:cNvSpPr/>
            <p:nvPr/>
          </p:nvSpPr>
          <p:spPr>
            <a:xfrm>
              <a:off x="3609297" y="2813338"/>
              <a:ext cx="260950" cy="838649"/>
            </a:xfrm>
            <a:custGeom>
              <a:avLst/>
              <a:gdLst/>
              <a:ahLst/>
              <a:cxnLst/>
              <a:rect l="l" t="t" r="r" b="b"/>
              <a:pathLst>
                <a:path w="15049" h="48365" extrusionOk="0">
                  <a:moveTo>
                    <a:pt x="7567" y="0"/>
                  </a:moveTo>
                  <a:cubicBezTo>
                    <a:pt x="7458" y="0"/>
                    <a:pt x="7354" y="13"/>
                    <a:pt x="7257" y="39"/>
                  </a:cubicBezTo>
                  <a:cubicBezTo>
                    <a:pt x="1" y="1969"/>
                    <a:pt x="576" y="16984"/>
                    <a:pt x="4630" y="28943"/>
                  </a:cubicBezTo>
                  <a:cubicBezTo>
                    <a:pt x="7930" y="38668"/>
                    <a:pt x="13654" y="45616"/>
                    <a:pt x="15048" y="48364"/>
                  </a:cubicBezTo>
                  <a:cubicBezTo>
                    <a:pt x="14201" y="46001"/>
                    <a:pt x="13390" y="43561"/>
                    <a:pt x="12701" y="41149"/>
                  </a:cubicBezTo>
                  <a:cubicBezTo>
                    <a:pt x="8927" y="27994"/>
                    <a:pt x="8141" y="15829"/>
                    <a:pt x="7853" y="9545"/>
                  </a:cubicBezTo>
                  <a:cubicBezTo>
                    <a:pt x="7596" y="3933"/>
                    <a:pt x="9916" y="1943"/>
                    <a:pt x="10816" y="1943"/>
                  </a:cubicBezTo>
                  <a:cubicBezTo>
                    <a:pt x="10924" y="1943"/>
                    <a:pt x="11011" y="1971"/>
                    <a:pt x="11072" y="2025"/>
                  </a:cubicBezTo>
                  <a:cubicBezTo>
                    <a:pt x="11635" y="2532"/>
                    <a:pt x="14197" y="5110"/>
                    <a:pt x="14197" y="5110"/>
                  </a:cubicBezTo>
                  <a:cubicBezTo>
                    <a:pt x="11359" y="2069"/>
                    <a:pt x="8967" y="0"/>
                    <a:pt x="7567" y="0"/>
                  </a:cubicBezTo>
                  <a:close/>
                </a:path>
              </a:pathLst>
            </a:custGeom>
            <a:solidFill>
              <a:srgbClr val="88CA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" name="Google Shape;5494;p73"/>
            <p:cNvSpPr/>
            <p:nvPr/>
          </p:nvSpPr>
          <p:spPr>
            <a:xfrm>
              <a:off x="3607615" y="2807217"/>
              <a:ext cx="269446" cy="850961"/>
            </a:xfrm>
            <a:custGeom>
              <a:avLst/>
              <a:gdLst/>
              <a:ahLst/>
              <a:cxnLst/>
              <a:rect l="l" t="t" r="r" b="b"/>
              <a:pathLst>
                <a:path w="15539" h="49075" extrusionOk="0">
                  <a:moveTo>
                    <a:pt x="7651" y="707"/>
                  </a:moveTo>
                  <a:cubicBezTo>
                    <a:pt x="7661" y="707"/>
                    <a:pt x="7672" y="708"/>
                    <a:pt x="7682" y="708"/>
                  </a:cubicBezTo>
                  <a:cubicBezTo>
                    <a:pt x="8274" y="708"/>
                    <a:pt x="9146" y="1178"/>
                    <a:pt x="10297" y="2111"/>
                  </a:cubicBezTo>
                  <a:cubicBezTo>
                    <a:pt x="9170" y="2662"/>
                    <a:pt x="7366" y="4912"/>
                    <a:pt x="7597" y="9918"/>
                  </a:cubicBezTo>
                  <a:cubicBezTo>
                    <a:pt x="7954" y="17487"/>
                    <a:pt x="8842" y="29008"/>
                    <a:pt x="12454" y="41603"/>
                  </a:cubicBezTo>
                  <a:cubicBezTo>
                    <a:pt x="12839" y="42945"/>
                    <a:pt x="13277" y="44335"/>
                    <a:pt x="13763" y="45807"/>
                  </a:cubicBezTo>
                  <a:lnTo>
                    <a:pt x="13500" y="45405"/>
                  </a:lnTo>
                  <a:cubicBezTo>
                    <a:pt x="11092" y="41757"/>
                    <a:pt x="7459" y="36236"/>
                    <a:pt x="5068" y="29186"/>
                  </a:cubicBezTo>
                  <a:cubicBezTo>
                    <a:pt x="2299" y="21014"/>
                    <a:pt x="726" y="9602"/>
                    <a:pt x="3811" y="3842"/>
                  </a:cubicBezTo>
                  <a:cubicBezTo>
                    <a:pt x="4699" y="2184"/>
                    <a:pt x="5923" y="1142"/>
                    <a:pt x="7443" y="737"/>
                  </a:cubicBezTo>
                  <a:cubicBezTo>
                    <a:pt x="7510" y="719"/>
                    <a:pt x="7580" y="707"/>
                    <a:pt x="7651" y="707"/>
                  </a:cubicBezTo>
                  <a:close/>
                  <a:moveTo>
                    <a:pt x="7660" y="1"/>
                  </a:moveTo>
                  <a:cubicBezTo>
                    <a:pt x="7519" y="1"/>
                    <a:pt x="7386" y="18"/>
                    <a:pt x="7261" y="51"/>
                  </a:cubicBezTo>
                  <a:cubicBezTo>
                    <a:pt x="5542" y="509"/>
                    <a:pt x="4172" y="1673"/>
                    <a:pt x="3183" y="3509"/>
                  </a:cubicBezTo>
                  <a:cubicBezTo>
                    <a:pt x="0" y="9452"/>
                    <a:pt x="1577" y="21103"/>
                    <a:pt x="4395" y="29413"/>
                  </a:cubicBezTo>
                  <a:cubicBezTo>
                    <a:pt x="6815" y="36552"/>
                    <a:pt x="10479" y="42114"/>
                    <a:pt x="12908" y="45795"/>
                  </a:cubicBezTo>
                  <a:cubicBezTo>
                    <a:pt x="13771" y="47112"/>
                    <a:pt x="14460" y="48154"/>
                    <a:pt x="14825" y="48880"/>
                  </a:cubicBezTo>
                  <a:cubicBezTo>
                    <a:pt x="14886" y="49001"/>
                    <a:pt x="15012" y="49074"/>
                    <a:pt x="15145" y="49074"/>
                  </a:cubicBezTo>
                  <a:cubicBezTo>
                    <a:pt x="15194" y="49074"/>
                    <a:pt x="15239" y="49066"/>
                    <a:pt x="15283" y="49050"/>
                  </a:cubicBezTo>
                  <a:cubicBezTo>
                    <a:pt x="15453" y="48973"/>
                    <a:pt x="15539" y="48778"/>
                    <a:pt x="15482" y="48604"/>
                  </a:cubicBezTo>
                  <a:cubicBezTo>
                    <a:pt x="14541" y="45977"/>
                    <a:pt x="13775" y="43626"/>
                    <a:pt x="13139" y="41412"/>
                  </a:cubicBezTo>
                  <a:cubicBezTo>
                    <a:pt x="9547" y="28886"/>
                    <a:pt x="8659" y="17418"/>
                    <a:pt x="8311" y="9882"/>
                  </a:cubicBezTo>
                  <a:cubicBezTo>
                    <a:pt x="8128" y="5990"/>
                    <a:pt x="9239" y="3732"/>
                    <a:pt x="10333" y="2913"/>
                  </a:cubicBezTo>
                  <a:cubicBezTo>
                    <a:pt x="10686" y="2650"/>
                    <a:pt x="10913" y="2646"/>
                    <a:pt x="10929" y="2646"/>
                  </a:cubicBezTo>
                  <a:cubicBezTo>
                    <a:pt x="11481" y="3144"/>
                    <a:pt x="14014" y="5690"/>
                    <a:pt x="14043" y="5719"/>
                  </a:cubicBezTo>
                  <a:cubicBezTo>
                    <a:pt x="14111" y="5791"/>
                    <a:pt x="14202" y="5826"/>
                    <a:pt x="14295" y="5826"/>
                  </a:cubicBezTo>
                  <a:cubicBezTo>
                    <a:pt x="14385" y="5826"/>
                    <a:pt x="14476" y="5793"/>
                    <a:pt x="14545" y="5727"/>
                  </a:cubicBezTo>
                  <a:cubicBezTo>
                    <a:pt x="14687" y="5589"/>
                    <a:pt x="14691" y="5362"/>
                    <a:pt x="14554" y="5220"/>
                  </a:cubicBezTo>
                  <a:cubicBezTo>
                    <a:pt x="11212" y="1643"/>
                    <a:pt x="9047" y="1"/>
                    <a:pt x="766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" name="Google Shape;5495;p73"/>
            <p:cNvSpPr/>
            <p:nvPr/>
          </p:nvSpPr>
          <p:spPr>
            <a:xfrm>
              <a:off x="3603748" y="2818956"/>
              <a:ext cx="831592" cy="1402390"/>
            </a:xfrm>
            <a:custGeom>
              <a:avLst/>
              <a:gdLst/>
              <a:ahLst/>
              <a:cxnLst/>
              <a:rect l="l" t="t" r="r" b="b"/>
              <a:pathLst>
                <a:path w="47958" h="80876" extrusionOk="0">
                  <a:moveTo>
                    <a:pt x="7568" y="0"/>
                  </a:moveTo>
                  <a:cubicBezTo>
                    <a:pt x="7458" y="0"/>
                    <a:pt x="7354" y="13"/>
                    <a:pt x="7257" y="39"/>
                  </a:cubicBezTo>
                  <a:cubicBezTo>
                    <a:pt x="0" y="1965"/>
                    <a:pt x="576" y="16980"/>
                    <a:pt x="4630" y="28939"/>
                  </a:cubicBezTo>
                  <a:cubicBezTo>
                    <a:pt x="8684" y="40898"/>
                    <a:pt x="16414" y="48648"/>
                    <a:pt x="15239" y="49577"/>
                  </a:cubicBezTo>
                  <a:lnTo>
                    <a:pt x="14983" y="49763"/>
                  </a:lnTo>
                  <a:lnTo>
                    <a:pt x="14983" y="49763"/>
                  </a:lnTo>
                  <a:lnTo>
                    <a:pt x="15502" y="49447"/>
                  </a:lnTo>
                  <a:cubicBezTo>
                    <a:pt x="15572" y="49401"/>
                    <a:pt x="15778" y="49243"/>
                    <a:pt x="15789" y="49243"/>
                  </a:cubicBezTo>
                  <a:cubicBezTo>
                    <a:pt x="15794" y="49243"/>
                    <a:pt x="15749" y="49283"/>
                    <a:pt x="15612" y="49398"/>
                  </a:cubicBezTo>
                  <a:cubicBezTo>
                    <a:pt x="15745" y="49289"/>
                    <a:pt x="15895" y="49200"/>
                    <a:pt x="16053" y="49131"/>
                  </a:cubicBezTo>
                  <a:cubicBezTo>
                    <a:pt x="15328" y="43379"/>
                    <a:pt x="13743" y="37703"/>
                    <a:pt x="13082" y="31902"/>
                  </a:cubicBezTo>
                  <a:cubicBezTo>
                    <a:pt x="12669" y="28181"/>
                    <a:pt x="12369" y="24447"/>
                    <a:pt x="12206" y="20714"/>
                  </a:cubicBezTo>
                  <a:cubicBezTo>
                    <a:pt x="12150" y="19421"/>
                    <a:pt x="12170" y="17957"/>
                    <a:pt x="13110" y="17065"/>
                  </a:cubicBezTo>
                  <a:cubicBezTo>
                    <a:pt x="13592" y="16608"/>
                    <a:pt x="14148" y="16415"/>
                    <a:pt x="14736" y="16415"/>
                  </a:cubicBezTo>
                  <a:cubicBezTo>
                    <a:pt x="16337" y="16415"/>
                    <a:pt x="18165" y="17845"/>
                    <a:pt x="19313" y="19250"/>
                  </a:cubicBezTo>
                  <a:cubicBezTo>
                    <a:pt x="25783" y="27163"/>
                    <a:pt x="31117" y="35956"/>
                    <a:pt x="35901" y="44996"/>
                  </a:cubicBezTo>
                  <a:cubicBezTo>
                    <a:pt x="38731" y="50331"/>
                    <a:pt x="41329" y="57060"/>
                    <a:pt x="37964" y="62083"/>
                  </a:cubicBezTo>
                  <a:cubicBezTo>
                    <a:pt x="36955" y="63591"/>
                    <a:pt x="35488" y="64758"/>
                    <a:pt x="34446" y="66246"/>
                  </a:cubicBezTo>
                  <a:cubicBezTo>
                    <a:pt x="32780" y="68634"/>
                    <a:pt x="32155" y="71893"/>
                    <a:pt x="29703" y="73454"/>
                  </a:cubicBezTo>
                  <a:cubicBezTo>
                    <a:pt x="28183" y="74423"/>
                    <a:pt x="26273" y="74508"/>
                    <a:pt x="24575" y="75116"/>
                  </a:cubicBezTo>
                  <a:cubicBezTo>
                    <a:pt x="26365" y="78057"/>
                    <a:pt x="28223" y="80875"/>
                    <a:pt x="30188" y="80875"/>
                  </a:cubicBezTo>
                  <a:cubicBezTo>
                    <a:pt x="30327" y="80875"/>
                    <a:pt x="30466" y="80861"/>
                    <a:pt x="30607" y="80832"/>
                  </a:cubicBezTo>
                  <a:cubicBezTo>
                    <a:pt x="30907" y="80771"/>
                    <a:pt x="31203" y="80694"/>
                    <a:pt x="31499" y="80605"/>
                  </a:cubicBezTo>
                  <a:lnTo>
                    <a:pt x="31503" y="80605"/>
                  </a:lnTo>
                  <a:cubicBezTo>
                    <a:pt x="33785" y="79867"/>
                    <a:pt x="34462" y="78245"/>
                    <a:pt x="37060" y="73644"/>
                  </a:cubicBezTo>
                  <a:cubicBezTo>
                    <a:pt x="39975" y="68488"/>
                    <a:pt x="44410" y="69424"/>
                    <a:pt x="46181" y="61665"/>
                  </a:cubicBezTo>
                  <a:cubicBezTo>
                    <a:pt x="47957" y="53910"/>
                    <a:pt x="42257" y="44473"/>
                    <a:pt x="38455" y="38299"/>
                  </a:cubicBezTo>
                  <a:cubicBezTo>
                    <a:pt x="34661" y="32125"/>
                    <a:pt x="30473" y="24455"/>
                    <a:pt x="23760" y="16315"/>
                  </a:cubicBezTo>
                  <a:cubicBezTo>
                    <a:pt x="17297" y="8479"/>
                    <a:pt x="10403" y="0"/>
                    <a:pt x="7568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" name="Google Shape;5496;p73"/>
            <p:cNvSpPr/>
            <p:nvPr/>
          </p:nvSpPr>
          <p:spPr>
            <a:xfrm>
              <a:off x="3867975" y="3520168"/>
              <a:ext cx="235651" cy="158453"/>
            </a:xfrm>
            <a:custGeom>
              <a:avLst/>
              <a:gdLst/>
              <a:ahLst/>
              <a:cxnLst/>
              <a:rect l="l" t="t" r="r" b="b"/>
              <a:pathLst>
                <a:path w="13590" h="9138" extrusionOk="0">
                  <a:moveTo>
                    <a:pt x="13589" y="1"/>
                  </a:moveTo>
                  <a:cubicBezTo>
                    <a:pt x="7002" y="1796"/>
                    <a:pt x="3455" y="6442"/>
                    <a:pt x="1" y="9138"/>
                  </a:cubicBezTo>
                  <a:lnTo>
                    <a:pt x="13589" y="1"/>
                  </a:lnTo>
                  <a:close/>
                </a:path>
              </a:pathLst>
            </a:custGeom>
            <a:solidFill>
              <a:srgbClr val="88CA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" name="Google Shape;5497;p73"/>
            <p:cNvSpPr/>
            <p:nvPr/>
          </p:nvSpPr>
          <p:spPr>
            <a:xfrm>
              <a:off x="3859618" y="3513943"/>
              <a:ext cx="250962" cy="170868"/>
            </a:xfrm>
            <a:custGeom>
              <a:avLst/>
              <a:gdLst/>
              <a:ahLst/>
              <a:cxnLst/>
              <a:rect l="l" t="t" r="r" b="b"/>
              <a:pathLst>
                <a:path w="14473" h="9854" extrusionOk="0">
                  <a:moveTo>
                    <a:pt x="14080" y="0"/>
                  </a:moveTo>
                  <a:cubicBezTo>
                    <a:pt x="14048" y="0"/>
                    <a:pt x="14015" y="5"/>
                    <a:pt x="13982" y="15"/>
                  </a:cubicBezTo>
                  <a:cubicBezTo>
                    <a:pt x="8947" y="1389"/>
                    <a:pt x="5724" y="4332"/>
                    <a:pt x="2883" y="6935"/>
                  </a:cubicBezTo>
                  <a:cubicBezTo>
                    <a:pt x="1970" y="7766"/>
                    <a:pt x="1111" y="8556"/>
                    <a:pt x="264" y="9217"/>
                  </a:cubicBezTo>
                  <a:cubicBezTo>
                    <a:pt x="0" y="9428"/>
                    <a:pt x="146" y="9849"/>
                    <a:pt x="483" y="9854"/>
                  </a:cubicBezTo>
                  <a:cubicBezTo>
                    <a:pt x="560" y="9849"/>
                    <a:pt x="637" y="9825"/>
                    <a:pt x="697" y="9777"/>
                  </a:cubicBezTo>
                  <a:cubicBezTo>
                    <a:pt x="1569" y="9095"/>
                    <a:pt x="2441" y="8301"/>
                    <a:pt x="3365" y="7454"/>
                  </a:cubicBezTo>
                  <a:cubicBezTo>
                    <a:pt x="6146" y="4912"/>
                    <a:pt x="9304" y="2030"/>
                    <a:pt x="14168" y="700"/>
                  </a:cubicBezTo>
                  <a:cubicBezTo>
                    <a:pt x="14359" y="651"/>
                    <a:pt x="14472" y="453"/>
                    <a:pt x="14420" y="262"/>
                  </a:cubicBezTo>
                  <a:cubicBezTo>
                    <a:pt x="14380" y="105"/>
                    <a:pt x="14235" y="0"/>
                    <a:pt x="1408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" name="Google Shape;5498;p73"/>
            <p:cNvSpPr/>
            <p:nvPr/>
          </p:nvSpPr>
          <p:spPr>
            <a:xfrm>
              <a:off x="3810060" y="3715954"/>
              <a:ext cx="386196" cy="505374"/>
            </a:xfrm>
            <a:custGeom>
              <a:avLst/>
              <a:gdLst/>
              <a:ahLst/>
              <a:cxnLst/>
              <a:rect l="l" t="t" r="r" b="b"/>
              <a:pathLst>
                <a:path w="22272" h="29145" extrusionOk="0">
                  <a:moveTo>
                    <a:pt x="1598" y="1"/>
                  </a:moveTo>
                  <a:cubicBezTo>
                    <a:pt x="1196" y="1"/>
                    <a:pt x="809" y="159"/>
                    <a:pt x="434" y="502"/>
                  </a:cubicBezTo>
                  <a:cubicBezTo>
                    <a:pt x="4" y="1406"/>
                    <a:pt x="0" y="2553"/>
                    <a:pt x="973" y="4061"/>
                  </a:cubicBezTo>
                  <a:cubicBezTo>
                    <a:pt x="1346" y="4641"/>
                    <a:pt x="1768" y="5326"/>
                    <a:pt x="2218" y="6088"/>
                  </a:cubicBezTo>
                  <a:cubicBezTo>
                    <a:pt x="3750" y="8646"/>
                    <a:pt x="5635" y="12015"/>
                    <a:pt x="7378" y="14958"/>
                  </a:cubicBezTo>
                  <a:cubicBezTo>
                    <a:pt x="8408" y="16693"/>
                    <a:pt x="9389" y="18278"/>
                    <a:pt x="10220" y="19466"/>
                  </a:cubicBezTo>
                  <a:cubicBezTo>
                    <a:pt x="12754" y="23094"/>
                    <a:pt x="15413" y="29144"/>
                    <a:pt x="18293" y="29144"/>
                  </a:cubicBezTo>
                  <a:cubicBezTo>
                    <a:pt x="18431" y="29144"/>
                    <a:pt x="18570" y="29130"/>
                    <a:pt x="18709" y="29102"/>
                  </a:cubicBezTo>
                  <a:cubicBezTo>
                    <a:pt x="19009" y="29041"/>
                    <a:pt x="19305" y="28964"/>
                    <a:pt x="19601" y="28875"/>
                  </a:cubicBezTo>
                  <a:lnTo>
                    <a:pt x="19605" y="28875"/>
                  </a:lnTo>
                  <a:cubicBezTo>
                    <a:pt x="22272" y="25992"/>
                    <a:pt x="19588" y="20735"/>
                    <a:pt x="13256" y="13511"/>
                  </a:cubicBezTo>
                  <a:cubicBezTo>
                    <a:pt x="12616" y="12781"/>
                    <a:pt x="12004" y="12039"/>
                    <a:pt x="11420" y="11301"/>
                  </a:cubicBezTo>
                  <a:cubicBezTo>
                    <a:pt x="9138" y="8407"/>
                    <a:pt x="7240" y="5508"/>
                    <a:pt x="5619" y="3380"/>
                  </a:cubicBezTo>
                  <a:cubicBezTo>
                    <a:pt x="4074" y="1343"/>
                    <a:pt x="2769" y="1"/>
                    <a:pt x="1598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" name="Google Shape;5499;p73"/>
            <p:cNvSpPr/>
            <p:nvPr/>
          </p:nvSpPr>
          <p:spPr>
            <a:xfrm>
              <a:off x="3802396" y="3709833"/>
              <a:ext cx="397953" cy="517790"/>
            </a:xfrm>
            <a:custGeom>
              <a:avLst/>
              <a:gdLst/>
              <a:ahLst/>
              <a:cxnLst/>
              <a:rect l="l" t="t" r="r" b="b"/>
              <a:pathLst>
                <a:path w="22950" h="29861" extrusionOk="0">
                  <a:moveTo>
                    <a:pt x="2049" y="713"/>
                  </a:moveTo>
                  <a:cubicBezTo>
                    <a:pt x="2082" y="713"/>
                    <a:pt x="2116" y="714"/>
                    <a:pt x="2149" y="717"/>
                  </a:cubicBezTo>
                  <a:cubicBezTo>
                    <a:pt x="3256" y="815"/>
                    <a:pt x="4602" y="2404"/>
                    <a:pt x="5777" y="3952"/>
                  </a:cubicBezTo>
                  <a:cubicBezTo>
                    <a:pt x="6442" y="4824"/>
                    <a:pt x="7155" y="5829"/>
                    <a:pt x="7909" y="6895"/>
                  </a:cubicBezTo>
                  <a:cubicBezTo>
                    <a:pt x="9000" y="8432"/>
                    <a:pt x="10232" y="10163"/>
                    <a:pt x="11586" y="11881"/>
                  </a:cubicBezTo>
                  <a:cubicBezTo>
                    <a:pt x="12243" y="12708"/>
                    <a:pt x="12847" y="13438"/>
                    <a:pt x="13431" y="14099"/>
                  </a:cubicBezTo>
                  <a:cubicBezTo>
                    <a:pt x="20051" y="21655"/>
                    <a:pt x="22094" y="26370"/>
                    <a:pt x="19844" y="28924"/>
                  </a:cubicBezTo>
                  <a:cubicBezTo>
                    <a:pt x="19621" y="28993"/>
                    <a:pt x="19370" y="29053"/>
                    <a:pt x="19078" y="29114"/>
                  </a:cubicBezTo>
                  <a:cubicBezTo>
                    <a:pt x="18967" y="29137"/>
                    <a:pt x="18857" y="29148"/>
                    <a:pt x="18745" y="29148"/>
                  </a:cubicBezTo>
                  <a:cubicBezTo>
                    <a:pt x="16804" y="29148"/>
                    <a:pt x="14758" y="25772"/>
                    <a:pt x="12948" y="22774"/>
                  </a:cubicBezTo>
                  <a:cubicBezTo>
                    <a:pt x="12259" y="21639"/>
                    <a:pt x="11611" y="20561"/>
                    <a:pt x="10950" y="19620"/>
                  </a:cubicBezTo>
                  <a:cubicBezTo>
                    <a:pt x="10220" y="18578"/>
                    <a:pt x="9300" y="17111"/>
                    <a:pt x="8128" y="15133"/>
                  </a:cubicBezTo>
                  <a:cubicBezTo>
                    <a:pt x="7249" y="13653"/>
                    <a:pt x="6337" y="12060"/>
                    <a:pt x="5449" y="10523"/>
                  </a:cubicBezTo>
                  <a:cubicBezTo>
                    <a:pt x="4561" y="8987"/>
                    <a:pt x="3726" y="7532"/>
                    <a:pt x="2972" y="6263"/>
                  </a:cubicBezTo>
                  <a:cubicBezTo>
                    <a:pt x="2510" y="5489"/>
                    <a:pt x="2084" y="4803"/>
                    <a:pt x="1715" y="4224"/>
                  </a:cubicBezTo>
                  <a:cubicBezTo>
                    <a:pt x="937" y="3028"/>
                    <a:pt x="763" y="1998"/>
                    <a:pt x="1168" y="1078"/>
                  </a:cubicBezTo>
                  <a:cubicBezTo>
                    <a:pt x="1450" y="833"/>
                    <a:pt x="1742" y="713"/>
                    <a:pt x="2049" y="713"/>
                  </a:cubicBezTo>
                  <a:close/>
                  <a:moveTo>
                    <a:pt x="2043" y="0"/>
                  </a:moveTo>
                  <a:cubicBezTo>
                    <a:pt x="1556" y="0"/>
                    <a:pt x="1092" y="193"/>
                    <a:pt x="669" y="571"/>
                  </a:cubicBezTo>
                  <a:cubicBezTo>
                    <a:pt x="621" y="604"/>
                    <a:pt x="580" y="648"/>
                    <a:pt x="552" y="705"/>
                  </a:cubicBezTo>
                  <a:cubicBezTo>
                    <a:pt x="0" y="1868"/>
                    <a:pt x="187" y="3182"/>
                    <a:pt x="1115" y="4609"/>
                  </a:cubicBezTo>
                  <a:cubicBezTo>
                    <a:pt x="1480" y="5185"/>
                    <a:pt x="1902" y="5857"/>
                    <a:pt x="2356" y="6628"/>
                  </a:cubicBezTo>
                  <a:cubicBezTo>
                    <a:pt x="3110" y="7892"/>
                    <a:pt x="3945" y="9340"/>
                    <a:pt x="4829" y="10880"/>
                  </a:cubicBezTo>
                  <a:cubicBezTo>
                    <a:pt x="5716" y="12421"/>
                    <a:pt x="6632" y="14010"/>
                    <a:pt x="7516" y="15493"/>
                  </a:cubicBezTo>
                  <a:cubicBezTo>
                    <a:pt x="8712" y="17516"/>
                    <a:pt x="9620" y="18955"/>
                    <a:pt x="10370" y="20026"/>
                  </a:cubicBezTo>
                  <a:cubicBezTo>
                    <a:pt x="11019" y="20950"/>
                    <a:pt x="11659" y="22016"/>
                    <a:pt x="12340" y="23147"/>
                  </a:cubicBezTo>
                  <a:cubicBezTo>
                    <a:pt x="14335" y="26451"/>
                    <a:pt x="16394" y="29860"/>
                    <a:pt x="18729" y="29860"/>
                  </a:cubicBezTo>
                  <a:cubicBezTo>
                    <a:pt x="18895" y="29860"/>
                    <a:pt x="19057" y="29840"/>
                    <a:pt x="19220" y="29803"/>
                  </a:cubicBezTo>
                  <a:cubicBezTo>
                    <a:pt x="19536" y="29742"/>
                    <a:pt x="19848" y="29661"/>
                    <a:pt x="20152" y="29568"/>
                  </a:cubicBezTo>
                  <a:cubicBezTo>
                    <a:pt x="20201" y="29552"/>
                    <a:pt x="20245" y="29524"/>
                    <a:pt x="20282" y="29491"/>
                  </a:cubicBezTo>
                  <a:lnTo>
                    <a:pt x="20286" y="29491"/>
                  </a:lnTo>
                  <a:lnTo>
                    <a:pt x="20310" y="29471"/>
                  </a:lnTo>
                  <a:cubicBezTo>
                    <a:pt x="22949" y="26613"/>
                    <a:pt x="20934" y="21582"/>
                    <a:pt x="13966" y="13637"/>
                  </a:cubicBezTo>
                  <a:cubicBezTo>
                    <a:pt x="13390" y="12976"/>
                    <a:pt x="12790" y="12258"/>
                    <a:pt x="12142" y="11440"/>
                  </a:cubicBezTo>
                  <a:cubicBezTo>
                    <a:pt x="10800" y="9737"/>
                    <a:pt x="9572" y="8010"/>
                    <a:pt x="8493" y="6486"/>
                  </a:cubicBezTo>
                  <a:cubicBezTo>
                    <a:pt x="7727" y="5412"/>
                    <a:pt x="7014" y="4402"/>
                    <a:pt x="6341" y="3522"/>
                  </a:cubicBezTo>
                  <a:cubicBezTo>
                    <a:pt x="4520" y="1123"/>
                    <a:pt x="3325" y="109"/>
                    <a:pt x="2210" y="8"/>
                  </a:cubicBezTo>
                  <a:cubicBezTo>
                    <a:pt x="2154" y="3"/>
                    <a:pt x="2099" y="0"/>
                    <a:pt x="204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5500;p73"/>
            <p:cNvSpPr/>
            <p:nvPr/>
          </p:nvSpPr>
          <p:spPr>
            <a:xfrm>
              <a:off x="3846682" y="2950324"/>
              <a:ext cx="193601" cy="233431"/>
            </a:xfrm>
            <a:custGeom>
              <a:avLst/>
              <a:gdLst/>
              <a:ahLst/>
              <a:cxnLst/>
              <a:rect l="l" t="t" r="r" b="b"/>
              <a:pathLst>
                <a:path w="11165" h="13462" extrusionOk="0">
                  <a:moveTo>
                    <a:pt x="75" y="0"/>
                  </a:moveTo>
                  <a:cubicBezTo>
                    <a:pt x="64" y="0"/>
                    <a:pt x="53" y="2"/>
                    <a:pt x="45" y="7"/>
                  </a:cubicBezTo>
                  <a:cubicBezTo>
                    <a:pt x="0" y="40"/>
                    <a:pt x="57" y="157"/>
                    <a:pt x="175" y="271"/>
                  </a:cubicBezTo>
                  <a:cubicBezTo>
                    <a:pt x="1176" y="1252"/>
                    <a:pt x="2149" y="2257"/>
                    <a:pt x="3102" y="3291"/>
                  </a:cubicBezTo>
                  <a:cubicBezTo>
                    <a:pt x="4058" y="4321"/>
                    <a:pt x="4978" y="5379"/>
                    <a:pt x="5862" y="6465"/>
                  </a:cubicBezTo>
                  <a:cubicBezTo>
                    <a:pt x="6754" y="7552"/>
                    <a:pt x="7613" y="8658"/>
                    <a:pt x="8444" y="9789"/>
                  </a:cubicBezTo>
                  <a:cubicBezTo>
                    <a:pt x="9271" y="10916"/>
                    <a:pt x="10070" y="12067"/>
                    <a:pt x="10840" y="13243"/>
                  </a:cubicBezTo>
                  <a:cubicBezTo>
                    <a:pt x="10927" y="13370"/>
                    <a:pt x="11021" y="13462"/>
                    <a:pt x="11084" y="13462"/>
                  </a:cubicBezTo>
                  <a:cubicBezTo>
                    <a:pt x="11091" y="13462"/>
                    <a:pt x="11097" y="13460"/>
                    <a:pt x="11104" y="13458"/>
                  </a:cubicBezTo>
                  <a:cubicBezTo>
                    <a:pt x="11165" y="13434"/>
                    <a:pt x="11128" y="13284"/>
                    <a:pt x="11031" y="13121"/>
                  </a:cubicBezTo>
                  <a:cubicBezTo>
                    <a:pt x="10301" y="11917"/>
                    <a:pt x="9539" y="10730"/>
                    <a:pt x="8712" y="9591"/>
                  </a:cubicBezTo>
                  <a:cubicBezTo>
                    <a:pt x="7885" y="8451"/>
                    <a:pt x="7030" y="7333"/>
                    <a:pt x="6138" y="6242"/>
                  </a:cubicBezTo>
                  <a:cubicBezTo>
                    <a:pt x="5238" y="5156"/>
                    <a:pt x="4301" y="4102"/>
                    <a:pt x="3329" y="3080"/>
                  </a:cubicBezTo>
                  <a:cubicBezTo>
                    <a:pt x="2356" y="2055"/>
                    <a:pt x="1350" y="1074"/>
                    <a:pt x="304" y="129"/>
                  </a:cubicBezTo>
                  <a:cubicBezTo>
                    <a:pt x="217" y="52"/>
                    <a:pt x="131" y="0"/>
                    <a:pt x="7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" name="Google Shape;5501;p73"/>
            <p:cNvSpPr/>
            <p:nvPr/>
          </p:nvSpPr>
          <p:spPr>
            <a:xfrm>
              <a:off x="3790795" y="2898772"/>
              <a:ext cx="42622" cy="41252"/>
            </a:xfrm>
            <a:custGeom>
              <a:avLst/>
              <a:gdLst/>
              <a:ahLst/>
              <a:cxnLst/>
              <a:rect l="l" t="t" r="r" b="b"/>
              <a:pathLst>
                <a:path w="2458" h="2379" extrusionOk="0">
                  <a:moveTo>
                    <a:pt x="127" y="1"/>
                  </a:moveTo>
                  <a:cubicBezTo>
                    <a:pt x="104" y="1"/>
                    <a:pt x="74" y="13"/>
                    <a:pt x="49" y="37"/>
                  </a:cubicBezTo>
                  <a:cubicBezTo>
                    <a:pt x="17" y="74"/>
                    <a:pt x="1" y="122"/>
                    <a:pt x="21" y="143"/>
                  </a:cubicBezTo>
                  <a:cubicBezTo>
                    <a:pt x="187" y="349"/>
                    <a:pt x="365" y="548"/>
                    <a:pt x="544" y="743"/>
                  </a:cubicBezTo>
                  <a:lnTo>
                    <a:pt x="1095" y="1310"/>
                  </a:lnTo>
                  <a:lnTo>
                    <a:pt x="1675" y="1853"/>
                  </a:lnTo>
                  <a:cubicBezTo>
                    <a:pt x="1865" y="2028"/>
                    <a:pt x="2068" y="2202"/>
                    <a:pt x="2275" y="2368"/>
                  </a:cubicBezTo>
                  <a:cubicBezTo>
                    <a:pt x="2284" y="2375"/>
                    <a:pt x="2295" y="2379"/>
                    <a:pt x="2308" y="2379"/>
                  </a:cubicBezTo>
                  <a:cubicBezTo>
                    <a:pt x="2333" y="2379"/>
                    <a:pt x="2363" y="2364"/>
                    <a:pt x="2392" y="2332"/>
                  </a:cubicBezTo>
                  <a:cubicBezTo>
                    <a:pt x="2437" y="2287"/>
                    <a:pt x="2457" y="2230"/>
                    <a:pt x="2433" y="2206"/>
                  </a:cubicBezTo>
                  <a:cubicBezTo>
                    <a:pt x="2259" y="2003"/>
                    <a:pt x="2088" y="1805"/>
                    <a:pt x="1902" y="1614"/>
                  </a:cubicBezTo>
                  <a:lnTo>
                    <a:pt x="1342" y="1055"/>
                  </a:lnTo>
                  <a:lnTo>
                    <a:pt x="763" y="520"/>
                  </a:lnTo>
                  <a:cubicBezTo>
                    <a:pt x="564" y="341"/>
                    <a:pt x="361" y="175"/>
                    <a:pt x="155" y="9"/>
                  </a:cubicBezTo>
                  <a:cubicBezTo>
                    <a:pt x="148" y="4"/>
                    <a:pt x="138" y="1"/>
                    <a:pt x="12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" name="Google Shape;5502;p73"/>
            <p:cNvSpPr/>
            <p:nvPr/>
          </p:nvSpPr>
          <p:spPr>
            <a:xfrm>
              <a:off x="4057623" y="3206210"/>
              <a:ext cx="34611" cy="44252"/>
            </a:xfrm>
            <a:custGeom>
              <a:avLst/>
              <a:gdLst/>
              <a:ahLst/>
              <a:cxnLst/>
              <a:rect l="l" t="t" r="r" b="b"/>
              <a:pathLst>
                <a:path w="1996" h="2552" extrusionOk="0">
                  <a:moveTo>
                    <a:pt x="138" y="1"/>
                  </a:moveTo>
                  <a:cubicBezTo>
                    <a:pt x="118" y="1"/>
                    <a:pt x="91" y="13"/>
                    <a:pt x="62" y="39"/>
                  </a:cubicBezTo>
                  <a:cubicBezTo>
                    <a:pt x="21" y="75"/>
                    <a:pt x="1" y="120"/>
                    <a:pt x="21" y="144"/>
                  </a:cubicBezTo>
                  <a:lnTo>
                    <a:pt x="475" y="736"/>
                  </a:lnTo>
                  <a:cubicBezTo>
                    <a:pt x="625" y="931"/>
                    <a:pt x="763" y="1137"/>
                    <a:pt x="913" y="1332"/>
                  </a:cubicBezTo>
                  <a:cubicBezTo>
                    <a:pt x="1067" y="1522"/>
                    <a:pt x="1213" y="1725"/>
                    <a:pt x="1351" y="1928"/>
                  </a:cubicBezTo>
                  <a:lnTo>
                    <a:pt x="1780" y="2532"/>
                  </a:lnTo>
                  <a:cubicBezTo>
                    <a:pt x="1791" y="2544"/>
                    <a:pt x="1808" y="2552"/>
                    <a:pt x="1830" y="2552"/>
                  </a:cubicBezTo>
                  <a:cubicBezTo>
                    <a:pt x="1850" y="2552"/>
                    <a:pt x="1875" y="2545"/>
                    <a:pt x="1902" y="2532"/>
                  </a:cubicBezTo>
                  <a:cubicBezTo>
                    <a:pt x="1959" y="2499"/>
                    <a:pt x="1995" y="2451"/>
                    <a:pt x="1979" y="2418"/>
                  </a:cubicBezTo>
                  <a:cubicBezTo>
                    <a:pt x="1874" y="2187"/>
                    <a:pt x="1760" y="1964"/>
                    <a:pt x="1631" y="1745"/>
                  </a:cubicBezTo>
                  <a:cubicBezTo>
                    <a:pt x="1493" y="1535"/>
                    <a:pt x="1359" y="1320"/>
                    <a:pt x="1205" y="1117"/>
                  </a:cubicBezTo>
                  <a:cubicBezTo>
                    <a:pt x="1047" y="914"/>
                    <a:pt x="881" y="724"/>
                    <a:pt x="710" y="533"/>
                  </a:cubicBezTo>
                  <a:cubicBezTo>
                    <a:pt x="540" y="347"/>
                    <a:pt x="354" y="172"/>
                    <a:pt x="159" y="6"/>
                  </a:cubicBezTo>
                  <a:cubicBezTo>
                    <a:pt x="153" y="3"/>
                    <a:pt x="146" y="1"/>
                    <a:pt x="13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" name="Google Shape;5503;p73"/>
            <p:cNvSpPr/>
            <p:nvPr/>
          </p:nvSpPr>
          <p:spPr>
            <a:xfrm>
              <a:off x="4124625" y="3304909"/>
              <a:ext cx="130397" cy="209519"/>
            </a:xfrm>
            <a:custGeom>
              <a:avLst/>
              <a:gdLst/>
              <a:ahLst/>
              <a:cxnLst/>
              <a:rect l="l" t="t" r="r" b="b"/>
              <a:pathLst>
                <a:path w="7520" h="12083" extrusionOk="0">
                  <a:moveTo>
                    <a:pt x="66" y="1"/>
                  </a:moveTo>
                  <a:cubicBezTo>
                    <a:pt x="58" y="1"/>
                    <a:pt x="51" y="2"/>
                    <a:pt x="45" y="6"/>
                  </a:cubicBezTo>
                  <a:cubicBezTo>
                    <a:pt x="0" y="30"/>
                    <a:pt x="12" y="140"/>
                    <a:pt x="81" y="249"/>
                  </a:cubicBezTo>
                  <a:lnTo>
                    <a:pt x="1901" y="3148"/>
                  </a:lnTo>
                  <a:cubicBezTo>
                    <a:pt x="2501" y="4112"/>
                    <a:pt x="3101" y="5081"/>
                    <a:pt x="3697" y="6050"/>
                  </a:cubicBezTo>
                  <a:cubicBezTo>
                    <a:pt x="4297" y="7019"/>
                    <a:pt x="4889" y="7992"/>
                    <a:pt x="5477" y="8969"/>
                  </a:cubicBezTo>
                  <a:lnTo>
                    <a:pt x="7240" y="11900"/>
                  </a:lnTo>
                  <a:cubicBezTo>
                    <a:pt x="7305" y="12007"/>
                    <a:pt x="7384" y="12082"/>
                    <a:pt x="7441" y="12082"/>
                  </a:cubicBezTo>
                  <a:cubicBezTo>
                    <a:pt x="7449" y="12082"/>
                    <a:pt x="7456" y="12081"/>
                    <a:pt x="7463" y="12078"/>
                  </a:cubicBezTo>
                  <a:cubicBezTo>
                    <a:pt x="7520" y="12050"/>
                    <a:pt x="7508" y="11924"/>
                    <a:pt x="7439" y="11786"/>
                  </a:cubicBezTo>
                  <a:cubicBezTo>
                    <a:pt x="6892" y="10785"/>
                    <a:pt x="6340" y="9788"/>
                    <a:pt x="5761" y="8803"/>
                  </a:cubicBezTo>
                  <a:cubicBezTo>
                    <a:pt x="5185" y="7822"/>
                    <a:pt x="4601" y="6832"/>
                    <a:pt x="3997" y="5864"/>
                  </a:cubicBezTo>
                  <a:cubicBezTo>
                    <a:pt x="3393" y="4895"/>
                    <a:pt x="2785" y="3930"/>
                    <a:pt x="2165" y="2977"/>
                  </a:cubicBezTo>
                  <a:cubicBezTo>
                    <a:pt x="1541" y="2025"/>
                    <a:pt x="896" y="1076"/>
                    <a:pt x="243" y="144"/>
                  </a:cubicBezTo>
                  <a:cubicBezTo>
                    <a:pt x="188" y="60"/>
                    <a:pt x="114" y="1"/>
                    <a:pt x="6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" name="Google Shape;5504;p73"/>
            <p:cNvSpPr/>
            <p:nvPr/>
          </p:nvSpPr>
          <p:spPr>
            <a:xfrm>
              <a:off x="4317359" y="3627433"/>
              <a:ext cx="76643" cy="239309"/>
            </a:xfrm>
            <a:custGeom>
              <a:avLst/>
              <a:gdLst/>
              <a:ahLst/>
              <a:cxnLst/>
              <a:rect l="l" t="t" r="r" b="b"/>
              <a:pathLst>
                <a:path w="4420" h="13801" extrusionOk="0">
                  <a:moveTo>
                    <a:pt x="68" y="0"/>
                  </a:moveTo>
                  <a:cubicBezTo>
                    <a:pt x="60" y="0"/>
                    <a:pt x="52" y="2"/>
                    <a:pt x="45" y="5"/>
                  </a:cubicBezTo>
                  <a:cubicBezTo>
                    <a:pt x="1" y="25"/>
                    <a:pt x="21" y="134"/>
                    <a:pt x="94" y="248"/>
                  </a:cubicBezTo>
                  <a:cubicBezTo>
                    <a:pt x="747" y="1225"/>
                    <a:pt x="1326" y="2250"/>
                    <a:pt x="1829" y="3313"/>
                  </a:cubicBezTo>
                  <a:cubicBezTo>
                    <a:pt x="2340" y="4371"/>
                    <a:pt x="2761" y="5465"/>
                    <a:pt x="3098" y="6592"/>
                  </a:cubicBezTo>
                  <a:cubicBezTo>
                    <a:pt x="3446" y="7711"/>
                    <a:pt x="3706" y="8858"/>
                    <a:pt x="3876" y="10022"/>
                  </a:cubicBezTo>
                  <a:cubicBezTo>
                    <a:pt x="4051" y="11181"/>
                    <a:pt x="4140" y="12353"/>
                    <a:pt x="4148" y="13528"/>
                  </a:cubicBezTo>
                  <a:cubicBezTo>
                    <a:pt x="4152" y="13670"/>
                    <a:pt x="4188" y="13792"/>
                    <a:pt x="4253" y="13800"/>
                  </a:cubicBezTo>
                  <a:cubicBezTo>
                    <a:pt x="4256" y="13800"/>
                    <a:pt x="4259" y="13801"/>
                    <a:pt x="4262" y="13801"/>
                  </a:cubicBezTo>
                  <a:cubicBezTo>
                    <a:pt x="4323" y="13801"/>
                    <a:pt x="4371" y="13683"/>
                    <a:pt x="4375" y="13532"/>
                  </a:cubicBezTo>
                  <a:cubicBezTo>
                    <a:pt x="4419" y="12340"/>
                    <a:pt x="4363" y="11149"/>
                    <a:pt x="4201" y="9969"/>
                  </a:cubicBezTo>
                  <a:cubicBezTo>
                    <a:pt x="4038" y="8793"/>
                    <a:pt x="3783" y="7626"/>
                    <a:pt x="3438" y="6491"/>
                  </a:cubicBezTo>
                  <a:cubicBezTo>
                    <a:pt x="3086" y="5352"/>
                    <a:pt x="2640" y="4241"/>
                    <a:pt x="2109" y="3175"/>
                  </a:cubicBezTo>
                  <a:cubicBezTo>
                    <a:pt x="1582" y="2109"/>
                    <a:pt x="962" y="1095"/>
                    <a:pt x="256" y="138"/>
                  </a:cubicBezTo>
                  <a:cubicBezTo>
                    <a:pt x="190" y="52"/>
                    <a:pt x="118" y="0"/>
                    <a:pt x="6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" name="Google Shape;5505;p73"/>
            <p:cNvSpPr/>
            <p:nvPr/>
          </p:nvSpPr>
          <p:spPr>
            <a:xfrm>
              <a:off x="4357848" y="3882297"/>
              <a:ext cx="29894" cy="60898"/>
            </a:xfrm>
            <a:custGeom>
              <a:avLst/>
              <a:gdLst/>
              <a:ahLst/>
              <a:cxnLst/>
              <a:rect l="l" t="t" r="r" b="b"/>
              <a:pathLst>
                <a:path w="1724" h="3512" extrusionOk="0">
                  <a:moveTo>
                    <a:pt x="1588" y="0"/>
                  </a:moveTo>
                  <a:cubicBezTo>
                    <a:pt x="1544" y="0"/>
                    <a:pt x="1506" y="19"/>
                    <a:pt x="1497" y="50"/>
                  </a:cubicBezTo>
                  <a:cubicBezTo>
                    <a:pt x="1411" y="346"/>
                    <a:pt x="1318" y="634"/>
                    <a:pt x="1217" y="922"/>
                  </a:cubicBezTo>
                  <a:cubicBezTo>
                    <a:pt x="1120" y="1210"/>
                    <a:pt x="1010" y="1494"/>
                    <a:pt x="880" y="1769"/>
                  </a:cubicBezTo>
                  <a:cubicBezTo>
                    <a:pt x="759" y="2049"/>
                    <a:pt x="625" y="2325"/>
                    <a:pt x="475" y="2588"/>
                  </a:cubicBezTo>
                  <a:cubicBezTo>
                    <a:pt x="333" y="2852"/>
                    <a:pt x="175" y="3115"/>
                    <a:pt x="13" y="3379"/>
                  </a:cubicBezTo>
                  <a:cubicBezTo>
                    <a:pt x="1" y="3419"/>
                    <a:pt x="17" y="3460"/>
                    <a:pt x="49" y="3480"/>
                  </a:cubicBezTo>
                  <a:cubicBezTo>
                    <a:pt x="66" y="3501"/>
                    <a:pt x="89" y="3511"/>
                    <a:pt x="113" y="3511"/>
                  </a:cubicBezTo>
                  <a:cubicBezTo>
                    <a:pt x="130" y="3511"/>
                    <a:pt x="148" y="3506"/>
                    <a:pt x="163" y="3496"/>
                  </a:cubicBezTo>
                  <a:cubicBezTo>
                    <a:pt x="382" y="3265"/>
                    <a:pt x="572" y="3014"/>
                    <a:pt x="743" y="2746"/>
                  </a:cubicBezTo>
                  <a:cubicBezTo>
                    <a:pt x="1091" y="2215"/>
                    <a:pt x="1359" y="1635"/>
                    <a:pt x="1533" y="1023"/>
                  </a:cubicBezTo>
                  <a:cubicBezTo>
                    <a:pt x="1622" y="719"/>
                    <a:pt x="1687" y="411"/>
                    <a:pt x="1720" y="95"/>
                  </a:cubicBezTo>
                  <a:cubicBezTo>
                    <a:pt x="1724" y="54"/>
                    <a:pt x="1691" y="22"/>
                    <a:pt x="1630" y="6"/>
                  </a:cubicBezTo>
                  <a:cubicBezTo>
                    <a:pt x="1616" y="2"/>
                    <a:pt x="1602" y="0"/>
                    <a:pt x="15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" name="Google Shape;5506;p73"/>
            <p:cNvSpPr/>
            <p:nvPr/>
          </p:nvSpPr>
          <p:spPr>
            <a:xfrm>
              <a:off x="4185922" y="4066014"/>
              <a:ext cx="56858" cy="79053"/>
            </a:xfrm>
            <a:custGeom>
              <a:avLst/>
              <a:gdLst/>
              <a:ahLst/>
              <a:cxnLst/>
              <a:rect l="l" t="t" r="r" b="b"/>
              <a:pathLst>
                <a:path w="3279" h="4559" extrusionOk="0">
                  <a:moveTo>
                    <a:pt x="3133" y="1"/>
                  </a:moveTo>
                  <a:cubicBezTo>
                    <a:pt x="3107" y="1"/>
                    <a:pt x="3080" y="10"/>
                    <a:pt x="3057" y="32"/>
                  </a:cubicBezTo>
                  <a:cubicBezTo>
                    <a:pt x="2769" y="372"/>
                    <a:pt x="2477" y="709"/>
                    <a:pt x="2218" y="1074"/>
                  </a:cubicBezTo>
                  <a:cubicBezTo>
                    <a:pt x="1954" y="1438"/>
                    <a:pt x="1695" y="1807"/>
                    <a:pt x="1472" y="2201"/>
                  </a:cubicBezTo>
                  <a:cubicBezTo>
                    <a:pt x="1249" y="2590"/>
                    <a:pt x="1042" y="2987"/>
                    <a:pt x="811" y="3356"/>
                  </a:cubicBezTo>
                  <a:cubicBezTo>
                    <a:pt x="584" y="3725"/>
                    <a:pt x="337" y="4086"/>
                    <a:pt x="33" y="4394"/>
                  </a:cubicBezTo>
                  <a:cubicBezTo>
                    <a:pt x="0" y="4430"/>
                    <a:pt x="0" y="4483"/>
                    <a:pt x="24" y="4519"/>
                  </a:cubicBezTo>
                  <a:cubicBezTo>
                    <a:pt x="44" y="4544"/>
                    <a:pt x="74" y="4558"/>
                    <a:pt x="104" y="4558"/>
                  </a:cubicBezTo>
                  <a:cubicBezTo>
                    <a:pt x="123" y="4558"/>
                    <a:pt x="142" y="4552"/>
                    <a:pt x="158" y="4540"/>
                  </a:cubicBezTo>
                  <a:cubicBezTo>
                    <a:pt x="523" y="4256"/>
                    <a:pt x="815" y="3899"/>
                    <a:pt x="1070" y="3522"/>
                  </a:cubicBezTo>
                  <a:cubicBezTo>
                    <a:pt x="1322" y="3145"/>
                    <a:pt x="1557" y="2764"/>
                    <a:pt x="1776" y="2383"/>
                  </a:cubicBezTo>
                  <a:cubicBezTo>
                    <a:pt x="1995" y="2002"/>
                    <a:pt x="2234" y="1633"/>
                    <a:pt x="2485" y="1268"/>
                  </a:cubicBezTo>
                  <a:lnTo>
                    <a:pt x="3239" y="170"/>
                  </a:lnTo>
                  <a:cubicBezTo>
                    <a:pt x="3278" y="82"/>
                    <a:pt x="3209" y="1"/>
                    <a:pt x="313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" name="Google Shape;5507;p73"/>
            <p:cNvSpPr/>
            <p:nvPr/>
          </p:nvSpPr>
          <p:spPr>
            <a:xfrm>
              <a:off x="4251155" y="3955957"/>
              <a:ext cx="97087" cy="88538"/>
            </a:xfrm>
            <a:custGeom>
              <a:avLst/>
              <a:gdLst/>
              <a:ahLst/>
              <a:cxnLst/>
              <a:rect l="l" t="t" r="r" b="b"/>
              <a:pathLst>
                <a:path w="5599" h="5106" extrusionOk="0">
                  <a:moveTo>
                    <a:pt x="5482" y="1"/>
                  </a:moveTo>
                  <a:cubicBezTo>
                    <a:pt x="5437" y="1"/>
                    <a:pt x="5387" y="35"/>
                    <a:pt x="5359" y="91"/>
                  </a:cubicBezTo>
                  <a:cubicBezTo>
                    <a:pt x="5112" y="630"/>
                    <a:pt x="4719" y="1068"/>
                    <a:pt x="4240" y="1429"/>
                  </a:cubicBezTo>
                  <a:cubicBezTo>
                    <a:pt x="3766" y="1786"/>
                    <a:pt x="3251" y="2130"/>
                    <a:pt x="2757" y="2487"/>
                  </a:cubicBezTo>
                  <a:lnTo>
                    <a:pt x="1281" y="3578"/>
                  </a:lnTo>
                  <a:cubicBezTo>
                    <a:pt x="807" y="3934"/>
                    <a:pt x="247" y="4328"/>
                    <a:pt x="20" y="4960"/>
                  </a:cubicBezTo>
                  <a:cubicBezTo>
                    <a:pt x="0" y="5021"/>
                    <a:pt x="20" y="5086"/>
                    <a:pt x="65" y="5102"/>
                  </a:cubicBezTo>
                  <a:cubicBezTo>
                    <a:pt x="74" y="5104"/>
                    <a:pt x="83" y="5106"/>
                    <a:pt x="93" y="5106"/>
                  </a:cubicBezTo>
                  <a:cubicBezTo>
                    <a:pt x="141" y="5106"/>
                    <a:pt x="189" y="5072"/>
                    <a:pt x="203" y="5025"/>
                  </a:cubicBezTo>
                  <a:cubicBezTo>
                    <a:pt x="446" y="4498"/>
                    <a:pt x="969" y="4173"/>
                    <a:pt x="1463" y="3829"/>
                  </a:cubicBezTo>
                  <a:lnTo>
                    <a:pt x="2963" y="2775"/>
                  </a:lnTo>
                  <a:cubicBezTo>
                    <a:pt x="3454" y="2414"/>
                    <a:pt x="3953" y="2074"/>
                    <a:pt x="4443" y="1684"/>
                  </a:cubicBezTo>
                  <a:cubicBezTo>
                    <a:pt x="4934" y="1295"/>
                    <a:pt x="5359" y="772"/>
                    <a:pt x="5570" y="180"/>
                  </a:cubicBezTo>
                  <a:cubicBezTo>
                    <a:pt x="5598" y="103"/>
                    <a:pt x="5578" y="35"/>
                    <a:pt x="5521" y="10"/>
                  </a:cubicBezTo>
                  <a:cubicBezTo>
                    <a:pt x="5509" y="4"/>
                    <a:pt x="5496" y="1"/>
                    <a:pt x="548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" name="Google Shape;5508;p73"/>
            <p:cNvSpPr/>
            <p:nvPr/>
          </p:nvSpPr>
          <p:spPr>
            <a:xfrm>
              <a:off x="4327347" y="3693620"/>
              <a:ext cx="43107" cy="188937"/>
            </a:xfrm>
            <a:custGeom>
              <a:avLst/>
              <a:gdLst/>
              <a:ahLst/>
              <a:cxnLst/>
              <a:rect l="l" t="t" r="r" b="b"/>
              <a:pathLst>
                <a:path w="2486" h="10896" extrusionOk="0">
                  <a:moveTo>
                    <a:pt x="78" y="0"/>
                  </a:moveTo>
                  <a:cubicBezTo>
                    <a:pt x="68" y="0"/>
                    <a:pt x="58" y="2"/>
                    <a:pt x="49" y="6"/>
                  </a:cubicBezTo>
                  <a:cubicBezTo>
                    <a:pt x="0" y="31"/>
                    <a:pt x="0" y="124"/>
                    <a:pt x="49" y="209"/>
                  </a:cubicBezTo>
                  <a:cubicBezTo>
                    <a:pt x="467" y="1008"/>
                    <a:pt x="807" y="1843"/>
                    <a:pt x="1062" y="2706"/>
                  </a:cubicBezTo>
                  <a:cubicBezTo>
                    <a:pt x="1322" y="3570"/>
                    <a:pt x="1533" y="4449"/>
                    <a:pt x="1687" y="5337"/>
                  </a:cubicBezTo>
                  <a:cubicBezTo>
                    <a:pt x="1857" y="6229"/>
                    <a:pt x="2031" y="7121"/>
                    <a:pt x="2096" y="8013"/>
                  </a:cubicBezTo>
                  <a:cubicBezTo>
                    <a:pt x="2161" y="8904"/>
                    <a:pt x="2141" y="9804"/>
                    <a:pt x="1873" y="10660"/>
                  </a:cubicBezTo>
                  <a:cubicBezTo>
                    <a:pt x="1845" y="10761"/>
                    <a:pt x="1853" y="10867"/>
                    <a:pt x="1910" y="10891"/>
                  </a:cubicBezTo>
                  <a:cubicBezTo>
                    <a:pt x="1918" y="10894"/>
                    <a:pt x="1926" y="10896"/>
                    <a:pt x="1935" y="10896"/>
                  </a:cubicBezTo>
                  <a:cubicBezTo>
                    <a:pt x="1989" y="10896"/>
                    <a:pt x="2054" y="10834"/>
                    <a:pt x="2092" y="10733"/>
                  </a:cubicBezTo>
                  <a:cubicBezTo>
                    <a:pt x="2421" y="9857"/>
                    <a:pt x="2485" y="8904"/>
                    <a:pt x="2425" y="7988"/>
                  </a:cubicBezTo>
                  <a:cubicBezTo>
                    <a:pt x="2364" y="7072"/>
                    <a:pt x="2218" y="6164"/>
                    <a:pt x="2035" y="5272"/>
                  </a:cubicBezTo>
                  <a:cubicBezTo>
                    <a:pt x="1853" y="4380"/>
                    <a:pt x="1650" y="3476"/>
                    <a:pt x="1362" y="2613"/>
                  </a:cubicBezTo>
                  <a:cubicBezTo>
                    <a:pt x="1075" y="1745"/>
                    <a:pt x="702" y="894"/>
                    <a:pt x="211" y="112"/>
                  </a:cubicBezTo>
                  <a:cubicBezTo>
                    <a:pt x="174" y="45"/>
                    <a:pt x="124" y="0"/>
                    <a:pt x="7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" name="Google Shape;5509;p73"/>
            <p:cNvSpPr/>
            <p:nvPr/>
          </p:nvSpPr>
          <p:spPr>
            <a:xfrm>
              <a:off x="4320879" y="3763015"/>
              <a:ext cx="19768" cy="110109"/>
            </a:xfrm>
            <a:custGeom>
              <a:avLst/>
              <a:gdLst/>
              <a:ahLst/>
              <a:cxnLst/>
              <a:rect l="l" t="t" r="r" b="b"/>
              <a:pathLst>
                <a:path w="1140" h="6350" extrusionOk="0">
                  <a:moveTo>
                    <a:pt x="106" y="0"/>
                  </a:moveTo>
                  <a:cubicBezTo>
                    <a:pt x="101" y="0"/>
                    <a:pt x="95" y="1"/>
                    <a:pt x="90" y="1"/>
                  </a:cubicBezTo>
                  <a:cubicBezTo>
                    <a:pt x="33" y="18"/>
                    <a:pt x="0" y="74"/>
                    <a:pt x="21" y="131"/>
                  </a:cubicBezTo>
                  <a:lnTo>
                    <a:pt x="398" y="1639"/>
                  </a:lnTo>
                  <a:cubicBezTo>
                    <a:pt x="523" y="2138"/>
                    <a:pt x="621" y="2645"/>
                    <a:pt x="690" y="3155"/>
                  </a:cubicBezTo>
                  <a:cubicBezTo>
                    <a:pt x="767" y="3658"/>
                    <a:pt x="799" y="4169"/>
                    <a:pt x="787" y="4680"/>
                  </a:cubicBezTo>
                  <a:cubicBezTo>
                    <a:pt x="779" y="5194"/>
                    <a:pt x="730" y="5705"/>
                    <a:pt x="641" y="6212"/>
                  </a:cubicBezTo>
                  <a:cubicBezTo>
                    <a:pt x="625" y="6269"/>
                    <a:pt x="661" y="6325"/>
                    <a:pt x="718" y="6346"/>
                  </a:cubicBezTo>
                  <a:cubicBezTo>
                    <a:pt x="728" y="6348"/>
                    <a:pt x="737" y="6349"/>
                    <a:pt x="747" y="6349"/>
                  </a:cubicBezTo>
                  <a:cubicBezTo>
                    <a:pt x="798" y="6349"/>
                    <a:pt x="847" y="6315"/>
                    <a:pt x="864" y="6261"/>
                  </a:cubicBezTo>
                  <a:cubicBezTo>
                    <a:pt x="1006" y="5746"/>
                    <a:pt x="1091" y="5223"/>
                    <a:pt x="1123" y="4692"/>
                  </a:cubicBezTo>
                  <a:cubicBezTo>
                    <a:pt x="1140" y="4161"/>
                    <a:pt x="1111" y="3630"/>
                    <a:pt x="1042" y="3103"/>
                  </a:cubicBezTo>
                  <a:cubicBezTo>
                    <a:pt x="957" y="2584"/>
                    <a:pt x="844" y="2065"/>
                    <a:pt x="702" y="1558"/>
                  </a:cubicBezTo>
                  <a:cubicBezTo>
                    <a:pt x="560" y="1055"/>
                    <a:pt x="386" y="561"/>
                    <a:pt x="203" y="74"/>
                  </a:cubicBezTo>
                  <a:cubicBezTo>
                    <a:pt x="192" y="28"/>
                    <a:pt x="150" y="0"/>
                    <a:pt x="10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" name="Google Shape;5510;p73"/>
            <p:cNvSpPr/>
            <p:nvPr/>
          </p:nvSpPr>
          <p:spPr>
            <a:xfrm>
              <a:off x="3856375" y="2997055"/>
              <a:ext cx="149107" cy="195873"/>
            </a:xfrm>
            <a:custGeom>
              <a:avLst/>
              <a:gdLst/>
              <a:ahLst/>
              <a:cxnLst/>
              <a:rect l="l" t="t" r="r" b="b"/>
              <a:pathLst>
                <a:path w="8599" h="11296" extrusionOk="0">
                  <a:moveTo>
                    <a:pt x="78" y="1"/>
                  </a:moveTo>
                  <a:cubicBezTo>
                    <a:pt x="63" y="1"/>
                    <a:pt x="51" y="5"/>
                    <a:pt x="41" y="12"/>
                  </a:cubicBezTo>
                  <a:cubicBezTo>
                    <a:pt x="1" y="49"/>
                    <a:pt x="41" y="146"/>
                    <a:pt x="135" y="239"/>
                  </a:cubicBezTo>
                  <a:cubicBezTo>
                    <a:pt x="949" y="1030"/>
                    <a:pt x="1711" y="1869"/>
                    <a:pt x="2421" y="2757"/>
                  </a:cubicBezTo>
                  <a:cubicBezTo>
                    <a:pt x="3130" y="3636"/>
                    <a:pt x="3791" y="4565"/>
                    <a:pt x="4444" y="5493"/>
                  </a:cubicBezTo>
                  <a:cubicBezTo>
                    <a:pt x="5096" y="6417"/>
                    <a:pt x="5729" y="7366"/>
                    <a:pt x="6369" y="8314"/>
                  </a:cubicBezTo>
                  <a:cubicBezTo>
                    <a:pt x="7010" y="9259"/>
                    <a:pt x="7658" y="10195"/>
                    <a:pt x="8311" y="11132"/>
                  </a:cubicBezTo>
                  <a:cubicBezTo>
                    <a:pt x="8381" y="11226"/>
                    <a:pt x="8459" y="11296"/>
                    <a:pt x="8516" y="11296"/>
                  </a:cubicBezTo>
                  <a:cubicBezTo>
                    <a:pt x="8525" y="11296"/>
                    <a:pt x="8534" y="11294"/>
                    <a:pt x="8542" y="11290"/>
                  </a:cubicBezTo>
                  <a:cubicBezTo>
                    <a:pt x="8599" y="11257"/>
                    <a:pt x="8579" y="11132"/>
                    <a:pt x="8498" y="11006"/>
                  </a:cubicBezTo>
                  <a:cubicBezTo>
                    <a:pt x="7885" y="10041"/>
                    <a:pt x="7269" y="9085"/>
                    <a:pt x="6641" y="8132"/>
                  </a:cubicBezTo>
                  <a:cubicBezTo>
                    <a:pt x="6013" y="7179"/>
                    <a:pt x="5396" y="6227"/>
                    <a:pt x="4736" y="5290"/>
                  </a:cubicBezTo>
                  <a:cubicBezTo>
                    <a:pt x="4079" y="4354"/>
                    <a:pt x="3394" y="3434"/>
                    <a:pt x="2660" y="2554"/>
                  </a:cubicBezTo>
                  <a:cubicBezTo>
                    <a:pt x="1926" y="1674"/>
                    <a:pt x="1124" y="851"/>
                    <a:pt x="264" y="97"/>
                  </a:cubicBezTo>
                  <a:cubicBezTo>
                    <a:pt x="196" y="39"/>
                    <a:pt x="126" y="1"/>
                    <a:pt x="7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" name="Google Shape;5511;p73"/>
            <p:cNvSpPr/>
            <p:nvPr/>
          </p:nvSpPr>
          <p:spPr>
            <a:xfrm>
              <a:off x="3889061" y="3078726"/>
              <a:ext cx="64349" cy="83440"/>
            </a:xfrm>
            <a:custGeom>
              <a:avLst/>
              <a:gdLst/>
              <a:ahLst/>
              <a:cxnLst/>
              <a:rect l="l" t="t" r="r" b="b"/>
              <a:pathLst>
                <a:path w="3711" h="4812" extrusionOk="0">
                  <a:moveTo>
                    <a:pt x="114" y="0"/>
                  </a:moveTo>
                  <a:cubicBezTo>
                    <a:pt x="96" y="0"/>
                    <a:pt x="78" y="6"/>
                    <a:pt x="62" y="17"/>
                  </a:cubicBezTo>
                  <a:cubicBezTo>
                    <a:pt x="13" y="45"/>
                    <a:pt x="1" y="110"/>
                    <a:pt x="33" y="155"/>
                  </a:cubicBezTo>
                  <a:cubicBezTo>
                    <a:pt x="305" y="556"/>
                    <a:pt x="572" y="949"/>
                    <a:pt x="856" y="1346"/>
                  </a:cubicBezTo>
                  <a:lnTo>
                    <a:pt x="1703" y="2506"/>
                  </a:lnTo>
                  <a:lnTo>
                    <a:pt x="2579" y="3649"/>
                  </a:lnTo>
                  <a:cubicBezTo>
                    <a:pt x="2871" y="4026"/>
                    <a:pt x="3175" y="4399"/>
                    <a:pt x="3487" y="4772"/>
                  </a:cubicBezTo>
                  <a:cubicBezTo>
                    <a:pt x="3510" y="4797"/>
                    <a:pt x="3544" y="4812"/>
                    <a:pt x="3580" y="4812"/>
                  </a:cubicBezTo>
                  <a:cubicBezTo>
                    <a:pt x="3600" y="4812"/>
                    <a:pt x="3622" y="4807"/>
                    <a:pt x="3641" y="4796"/>
                  </a:cubicBezTo>
                  <a:cubicBezTo>
                    <a:pt x="3694" y="4760"/>
                    <a:pt x="3710" y="4691"/>
                    <a:pt x="3674" y="4638"/>
                  </a:cubicBezTo>
                  <a:cubicBezTo>
                    <a:pt x="3406" y="4237"/>
                    <a:pt x="3126" y="3844"/>
                    <a:pt x="2847" y="3454"/>
                  </a:cubicBezTo>
                  <a:lnTo>
                    <a:pt x="1987" y="2291"/>
                  </a:lnTo>
                  <a:lnTo>
                    <a:pt x="1099" y="1152"/>
                  </a:lnTo>
                  <a:cubicBezTo>
                    <a:pt x="803" y="771"/>
                    <a:pt x="495" y="402"/>
                    <a:pt x="187" y="37"/>
                  </a:cubicBezTo>
                  <a:cubicBezTo>
                    <a:pt x="168" y="13"/>
                    <a:pt x="141" y="0"/>
                    <a:pt x="1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" name="Google Shape;5512;p73"/>
            <p:cNvSpPr/>
            <p:nvPr/>
          </p:nvSpPr>
          <p:spPr>
            <a:xfrm>
              <a:off x="3929134" y="3570523"/>
              <a:ext cx="155089" cy="109415"/>
            </a:xfrm>
            <a:custGeom>
              <a:avLst/>
              <a:gdLst/>
              <a:ahLst/>
              <a:cxnLst/>
              <a:rect l="l" t="t" r="r" b="b"/>
              <a:pathLst>
                <a:path w="8944" h="6310" extrusionOk="0">
                  <a:moveTo>
                    <a:pt x="8797" y="0"/>
                  </a:moveTo>
                  <a:cubicBezTo>
                    <a:pt x="8766" y="0"/>
                    <a:pt x="8732" y="5"/>
                    <a:pt x="8696" y="15"/>
                  </a:cubicBezTo>
                  <a:cubicBezTo>
                    <a:pt x="7832" y="263"/>
                    <a:pt x="6997" y="587"/>
                    <a:pt x="6191" y="980"/>
                  </a:cubicBezTo>
                  <a:cubicBezTo>
                    <a:pt x="4573" y="1762"/>
                    <a:pt x="3098" y="2804"/>
                    <a:pt x="1817" y="4065"/>
                  </a:cubicBezTo>
                  <a:cubicBezTo>
                    <a:pt x="1180" y="4693"/>
                    <a:pt x="596" y="5374"/>
                    <a:pt x="73" y="6104"/>
                  </a:cubicBezTo>
                  <a:cubicBezTo>
                    <a:pt x="21" y="6177"/>
                    <a:pt x="0" y="6258"/>
                    <a:pt x="41" y="6295"/>
                  </a:cubicBezTo>
                  <a:cubicBezTo>
                    <a:pt x="52" y="6305"/>
                    <a:pt x="66" y="6309"/>
                    <a:pt x="83" y="6309"/>
                  </a:cubicBezTo>
                  <a:cubicBezTo>
                    <a:pt x="125" y="6309"/>
                    <a:pt x="181" y="6276"/>
                    <a:pt x="227" y="6218"/>
                  </a:cubicBezTo>
                  <a:cubicBezTo>
                    <a:pt x="787" y="5537"/>
                    <a:pt x="1391" y="4892"/>
                    <a:pt x="2035" y="4292"/>
                  </a:cubicBezTo>
                  <a:cubicBezTo>
                    <a:pt x="2672" y="3688"/>
                    <a:pt x="3357" y="3133"/>
                    <a:pt x="4083" y="2638"/>
                  </a:cubicBezTo>
                  <a:cubicBezTo>
                    <a:pt x="4800" y="2127"/>
                    <a:pt x="5554" y="1669"/>
                    <a:pt x="6337" y="1272"/>
                  </a:cubicBezTo>
                  <a:cubicBezTo>
                    <a:pt x="7123" y="871"/>
                    <a:pt x="7934" y="522"/>
                    <a:pt x="8765" y="230"/>
                  </a:cubicBezTo>
                  <a:cubicBezTo>
                    <a:pt x="8866" y="194"/>
                    <a:pt x="8943" y="133"/>
                    <a:pt x="8927" y="68"/>
                  </a:cubicBezTo>
                  <a:cubicBezTo>
                    <a:pt x="8916" y="24"/>
                    <a:pt x="8865" y="0"/>
                    <a:pt x="879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" name="Google Shape;5513;p73"/>
            <p:cNvSpPr/>
            <p:nvPr/>
          </p:nvSpPr>
          <p:spPr>
            <a:xfrm>
              <a:off x="3990847" y="3590066"/>
              <a:ext cx="93307" cy="50338"/>
            </a:xfrm>
            <a:custGeom>
              <a:avLst/>
              <a:gdLst/>
              <a:ahLst/>
              <a:cxnLst/>
              <a:rect l="l" t="t" r="r" b="b"/>
              <a:pathLst>
                <a:path w="5381" h="2903" extrusionOk="0">
                  <a:moveTo>
                    <a:pt x="5260" y="1"/>
                  </a:moveTo>
                  <a:cubicBezTo>
                    <a:pt x="5253" y="1"/>
                    <a:pt x="5246" y="2"/>
                    <a:pt x="5238" y="3"/>
                  </a:cubicBezTo>
                  <a:cubicBezTo>
                    <a:pt x="4744" y="88"/>
                    <a:pt x="4261" y="214"/>
                    <a:pt x="3791" y="380"/>
                  </a:cubicBezTo>
                  <a:cubicBezTo>
                    <a:pt x="3325" y="546"/>
                    <a:pt x="2867" y="745"/>
                    <a:pt x="2425" y="968"/>
                  </a:cubicBezTo>
                  <a:cubicBezTo>
                    <a:pt x="1987" y="1203"/>
                    <a:pt x="1566" y="1471"/>
                    <a:pt x="1160" y="1762"/>
                  </a:cubicBezTo>
                  <a:cubicBezTo>
                    <a:pt x="763" y="2054"/>
                    <a:pt x="390" y="2379"/>
                    <a:pt x="41" y="2735"/>
                  </a:cubicBezTo>
                  <a:cubicBezTo>
                    <a:pt x="5" y="2772"/>
                    <a:pt x="1" y="2829"/>
                    <a:pt x="33" y="2869"/>
                  </a:cubicBezTo>
                  <a:cubicBezTo>
                    <a:pt x="51" y="2891"/>
                    <a:pt x="78" y="2902"/>
                    <a:pt x="105" y="2902"/>
                  </a:cubicBezTo>
                  <a:cubicBezTo>
                    <a:pt x="128" y="2902"/>
                    <a:pt x="152" y="2894"/>
                    <a:pt x="171" y="2877"/>
                  </a:cubicBezTo>
                  <a:cubicBezTo>
                    <a:pt x="548" y="2573"/>
                    <a:pt x="941" y="2285"/>
                    <a:pt x="1338" y="2018"/>
                  </a:cubicBezTo>
                  <a:cubicBezTo>
                    <a:pt x="1740" y="1746"/>
                    <a:pt x="2157" y="1503"/>
                    <a:pt x="2591" y="1288"/>
                  </a:cubicBezTo>
                  <a:cubicBezTo>
                    <a:pt x="3017" y="1057"/>
                    <a:pt x="3455" y="858"/>
                    <a:pt x="3909" y="688"/>
                  </a:cubicBezTo>
                  <a:cubicBezTo>
                    <a:pt x="4359" y="510"/>
                    <a:pt x="4821" y="356"/>
                    <a:pt x="5287" y="226"/>
                  </a:cubicBezTo>
                  <a:cubicBezTo>
                    <a:pt x="5344" y="210"/>
                    <a:pt x="5380" y="153"/>
                    <a:pt x="5372" y="96"/>
                  </a:cubicBezTo>
                  <a:cubicBezTo>
                    <a:pt x="5361" y="39"/>
                    <a:pt x="5313" y="1"/>
                    <a:pt x="526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" name="Google Shape;5514;p73"/>
            <p:cNvSpPr/>
            <p:nvPr/>
          </p:nvSpPr>
          <p:spPr>
            <a:xfrm>
              <a:off x="4038514" y="4090186"/>
              <a:ext cx="108687" cy="97312"/>
            </a:xfrm>
            <a:custGeom>
              <a:avLst/>
              <a:gdLst/>
              <a:ahLst/>
              <a:cxnLst/>
              <a:rect l="l" t="t" r="r" b="b"/>
              <a:pathLst>
                <a:path w="6268" h="5612" extrusionOk="0">
                  <a:moveTo>
                    <a:pt x="88" y="1"/>
                  </a:moveTo>
                  <a:cubicBezTo>
                    <a:pt x="73" y="1"/>
                    <a:pt x="58" y="5"/>
                    <a:pt x="45" y="16"/>
                  </a:cubicBezTo>
                  <a:cubicBezTo>
                    <a:pt x="0" y="53"/>
                    <a:pt x="4" y="126"/>
                    <a:pt x="53" y="186"/>
                  </a:cubicBezTo>
                  <a:cubicBezTo>
                    <a:pt x="479" y="738"/>
                    <a:pt x="718" y="1402"/>
                    <a:pt x="985" y="2071"/>
                  </a:cubicBezTo>
                  <a:cubicBezTo>
                    <a:pt x="1257" y="2740"/>
                    <a:pt x="1634" y="3401"/>
                    <a:pt x="2149" y="3932"/>
                  </a:cubicBezTo>
                  <a:cubicBezTo>
                    <a:pt x="2664" y="4463"/>
                    <a:pt x="3280" y="4889"/>
                    <a:pt x="3957" y="5185"/>
                  </a:cubicBezTo>
                  <a:cubicBezTo>
                    <a:pt x="4604" y="5465"/>
                    <a:pt x="5303" y="5611"/>
                    <a:pt x="6008" y="5611"/>
                  </a:cubicBezTo>
                  <a:cubicBezTo>
                    <a:pt x="6037" y="5611"/>
                    <a:pt x="6065" y="5611"/>
                    <a:pt x="6093" y="5610"/>
                  </a:cubicBezTo>
                  <a:cubicBezTo>
                    <a:pt x="6186" y="5610"/>
                    <a:pt x="6255" y="5566"/>
                    <a:pt x="6263" y="5501"/>
                  </a:cubicBezTo>
                  <a:cubicBezTo>
                    <a:pt x="6267" y="5440"/>
                    <a:pt x="6190" y="5387"/>
                    <a:pt x="6101" y="5379"/>
                  </a:cubicBezTo>
                  <a:cubicBezTo>
                    <a:pt x="5404" y="5347"/>
                    <a:pt x="4719" y="5177"/>
                    <a:pt x="4086" y="4881"/>
                  </a:cubicBezTo>
                  <a:cubicBezTo>
                    <a:pt x="3454" y="4597"/>
                    <a:pt x="2882" y="4187"/>
                    <a:pt x="2408" y="3685"/>
                  </a:cubicBezTo>
                  <a:cubicBezTo>
                    <a:pt x="1914" y="3194"/>
                    <a:pt x="1569" y="2594"/>
                    <a:pt x="1277" y="1950"/>
                  </a:cubicBezTo>
                  <a:cubicBezTo>
                    <a:pt x="981" y="1309"/>
                    <a:pt x="706" y="612"/>
                    <a:pt x="203" y="65"/>
                  </a:cubicBezTo>
                  <a:cubicBezTo>
                    <a:pt x="166" y="28"/>
                    <a:pt x="125" y="1"/>
                    <a:pt x="8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" name="Google Shape;5515;p73"/>
            <p:cNvSpPr/>
            <p:nvPr/>
          </p:nvSpPr>
          <p:spPr>
            <a:xfrm>
              <a:off x="4078726" y="4120531"/>
              <a:ext cx="47668" cy="29339"/>
            </a:xfrm>
            <a:custGeom>
              <a:avLst/>
              <a:gdLst/>
              <a:ahLst/>
              <a:cxnLst/>
              <a:rect l="l" t="t" r="r" b="b"/>
              <a:pathLst>
                <a:path w="2749" h="1692" extrusionOk="0">
                  <a:moveTo>
                    <a:pt x="133" y="0"/>
                  </a:moveTo>
                  <a:cubicBezTo>
                    <a:pt x="113" y="0"/>
                    <a:pt x="87" y="10"/>
                    <a:pt x="61" y="34"/>
                  </a:cubicBezTo>
                  <a:cubicBezTo>
                    <a:pt x="20" y="70"/>
                    <a:pt x="0" y="115"/>
                    <a:pt x="16" y="139"/>
                  </a:cubicBezTo>
                  <a:cubicBezTo>
                    <a:pt x="170" y="350"/>
                    <a:pt x="349" y="544"/>
                    <a:pt x="543" y="719"/>
                  </a:cubicBezTo>
                  <a:cubicBezTo>
                    <a:pt x="742" y="889"/>
                    <a:pt x="953" y="1043"/>
                    <a:pt x="1176" y="1181"/>
                  </a:cubicBezTo>
                  <a:cubicBezTo>
                    <a:pt x="1407" y="1310"/>
                    <a:pt x="1646" y="1420"/>
                    <a:pt x="1893" y="1513"/>
                  </a:cubicBezTo>
                  <a:cubicBezTo>
                    <a:pt x="2140" y="1598"/>
                    <a:pt x="2396" y="1659"/>
                    <a:pt x="2655" y="1692"/>
                  </a:cubicBezTo>
                  <a:cubicBezTo>
                    <a:pt x="2688" y="1692"/>
                    <a:pt x="2716" y="1655"/>
                    <a:pt x="2732" y="1594"/>
                  </a:cubicBezTo>
                  <a:cubicBezTo>
                    <a:pt x="2749" y="1533"/>
                    <a:pt x="2732" y="1477"/>
                    <a:pt x="2704" y="1469"/>
                  </a:cubicBezTo>
                  <a:cubicBezTo>
                    <a:pt x="2469" y="1392"/>
                    <a:pt x="2238" y="1302"/>
                    <a:pt x="2015" y="1205"/>
                  </a:cubicBezTo>
                  <a:cubicBezTo>
                    <a:pt x="1784" y="1112"/>
                    <a:pt x="1565" y="1002"/>
                    <a:pt x="1354" y="877"/>
                  </a:cubicBezTo>
                  <a:cubicBezTo>
                    <a:pt x="1139" y="755"/>
                    <a:pt x="936" y="621"/>
                    <a:pt x="742" y="475"/>
                  </a:cubicBezTo>
                  <a:cubicBezTo>
                    <a:pt x="539" y="329"/>
                    <a:pt x="349" y="171"/>
                    <a:pt x="162" y="9"/>
                  </a:cubicBezTo>
                  <a:cubicBezTo>
                    <a:pt x="155" y="3"/>
                    <a:pt x="145" y="0"/>
                    <a:pt x="13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" name="Google Shape;5516;p73"/>
            <p:cNvSpPr/>
            <p:nvPr/>
          </p:nvSpPr>
          <p:spPr>
            <a:xfrm>
              <a:off x="3560312" y="2740527"/>
              <a:ext cx="415518" cy="1293703"/>
            </a:xfrm>
            <a:custGeom>
              <a:avLst/>
              <a:gdLst/>
              <a:ahLst/>
              <a:cxnLst/>
              <a:rect l="l" t="t" r="r" b="b"/>
              <a:pathLst>
                <a:path w="23963" h="74608" extrusionOk="0">
                  <a:moveTo>
                    <a:pt x="8011" y="0"/>
                  </a:moveTo>
                  <a:cubicBezTo>
                    <a:pt x="7213" y="0"/>
                    <a:pt x="6449" y="221"/>
                    <a:pt x="5748" y="707"/>
                  </a:cubicBezTo>
                  <a:cubicBezTo>
                    <a:pt x="5307" y="1015"/>
                    <a:pt x="4548" y="1603"/>
                    <a:pt x="3750" y="2852"/>
                  </a:cubicBezTo>
                  <a:cubicBezTo>
                    <a:pt x="2440" y="4882"/>
                    <a:pt x="1014" y="8653"/>
                    <a:pt x="624" y="15803"/>
                  </a:cubicBezTo>
                  <a:cubicBezTo>
                    <a:pt x="0" y="27332"/>
                    <a:pt x="5469" y="49450"/>
                    <a:pt x="7877" y="55940"/>
                  </a:cubicBezTo>
                  <a:cubicBezTo>
                    <a:pt x="8347" y="57201"/>
                    <a:pt x="8890" y="58616"/>
                    <a:pt x="9478" y="60083"/>
                  </a:cubicBezTo>
                  <a:cubicBezTo>
                    <a:pt x="11930" y="66176"/>
                    <a:pt x="15210" y="73218"/>
                    <a:pt x="17168" y="74085"/>
                  </a:cubicBezTo>
                  <a:cubicBezTo>
                    <a:pt x="18004" y="74455"/>
                    <a:pt x="19028" y="74607"/>
                    <a:pt x="20070" y="74607"/>
                  </a:cubicBezTo>
                  <a:cubicBezTo>
                    <a:pt x="21473" y="74607"/>
                    <a:pt x="22908" y="74331"/>
                    <a:pt x="23962" y="73935"/>
                  </a:cubicBezTo>
                  <a:cubicBezTo>
                    <a:pt x="21335" y="69841"/>
                    <a:pt x="17825" y="63294"/>
                    <a:pt x="15696" y="59994"/>
                  </a:cubicBezTo>
                  <a:cubicBezTo>
                    <a:pt x="15506" y="59706"/>
                    <a:pt x="15344" y="59406"/>
                    <a:pt x="15202" y="59090"/>
                  </a:cubicBezTo>
                  <a:cubicBezTo>
                    <a:pt x="14744" y="58016"/>
                    <a:pt x="14817" y="57144"/>
                    <a:pt x="15157" y="56435"/>
                  </a:cubicBezTo>
                  <a:lnTo>
                    <a:pt x="15161" y="56435"/>
                  </a:lnTo>
                  <a:cubicBezTo>
                    <a:pt x="15798" y="55101"/>
                    <a:pt x="17359" y="54327"/>
                    <a:pt x="18060" y="53775"/>
                  </a:cubicBezTo>
                  <a:cubicBezTo>
                    <a:pt x="18157" y="53698"/>
                    <a:pt x="18194" y="53577"/>
                    <a:pt x="18177" y="53411"/>
                  </a:cubicBezTo>
                  <a:lnTo>
                    <a:pt x="17873" y="52572"/>
                  </a:lnTo>
                  <a:lnTo>
                    <a:pt x="17873" y="52559"/>
                  </a:lnTo>
                  <a:cubicBezTo>
                    <a:pt x="17026" y="50192"/>
                    <a:pt x="16215" y="47756"/>
                    <a:pt x="15526" y="45348"/>
                  </a:cubicBezTo>
                  <a:cubicBezTo>
                    <a:pt x="11752" y="32193"/>
                    <a:pt x="10966" y="20028"/>
                    <a:pt x="10678" y="13744"/>
                  </a:cubicBezTo>
                  <a:cubicBezTo>
                    <a:pt x="10421" y="8132"/>
                    <a:pt x="12741" y="6142"/>
                    <a:pt x="13641" y="6142"/>
                  </a:cubicBezTo>
                  <a:cubicBezTo>
                    <a:pt x="13749" y="6142"/>
                    <a:pt x="13836" y="6170"/>
                    <a:pt x="13897" y="6224"/>
                  </a:cubicBezTo>
                  <a:cubicBezTo>
                    <a:pt x="14460" y="6731"/>
                    <a:pt x="17022" y="9309"/>
                    <a:pt x="17022" y="9309"/>
                  </a:cubicBezTo>
                  <a:cubicBezTo>
                    <a:pt x="17063" y="9204"/>
                    <a:pt x="17683" y="7461"/>
                    <a:pt x="14878" y="4201"/>
                  </a:cubicBezTo>
                  <a:cubicBezTo>
                    <a:pt x="12748" y="1731"/>
                    <a:pt x="10246" y="0"/>
                    <a:pt x="8011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" name="Google Shape;5517;p73"/>
            <p:cNvSpPr/>
            <p:nvPr/>
          </p:nvSpPr>
          <p:spPr>
            <a:xfrm>
              <a:off x="3553983" y="2734319"/>
              <a:ext cx="428315" cy="1306031"/>
            </a:xfrm>
            <a:custGeom>
              <a:avLst/>
              <a:gdLst/>
              <a:ahLst/>
              <a:cxnLst/>
              <a:rect l="l" t="t" r="r" b="b"/>
              <a:pathLst>
                <a:path w="24701" h="75319" extrusionOk="0">
                  <a:moveTo>
                    <a:pt x="8361" y="716"/>
                  </a:moveTo>
                  <a:cubicBezTo>
                    <a:pt x="8374" y="716"/>
                    <a:pt x="8387" y="716"/>
                    <a:pt x="8400" y="716"/>
                  </a:cubicBezTo>
                  <a:cubicBezTo>
                    <a:pt x="10354" y="716"/>
                    <a:pt x="12677" y="2127"/>
                    <a:pt x="14979" y="4795"/>
                  </a:cubicBezTo>
                  <a:cubicBezTo>
                    <a:pt x="16678" y="6769"/>
                    <a:pt x="17063" y="8147"/>
                    <a:pt x="17115" y="8889"/>
                  </a:cubicBezTo>
                  <a:cubicBezTo>
                    <a:pt x="16329" y="8102"/>
                    <a:pt x="14914" y="6692"/>
                    <a:pt x="14505" y="6323"/>
                  </a:cubicBezTo>
                  <a:cubicBezTo>
                    <a:pt x="14376" y="6207"/>
                    <a:pt x="14208" y="6149"/>
                    <a:pt x="14015" y="6149"/>
                  </a:cubicBezTo>
                  <a:cubicBezTo>
                    <a:pt x="13835" y="6149"/>
                    <a:pt x="13635" y="6199"/>
                    <a:pt x="13426" y="6299"/>
                  </a:cubicBezTo>
                  <a:cubicBezTo>
                    <a:pt x="12300" y="6830"/>
                    <a:pt x="10459" y="9071"/>
                    <a:pt x="10694" y="14122"/>
                  </a:cubicBezTo>
                  <a:cubicBezTo>
                    <a:pt x="11055" y="21691"/>
                    <a:pt x="11939" y="33212"/>
                    <a:pt x="15555" y="45807"/>
                  </a:cubicBezTo>
                  <a:cubicBezTo>
                    <a:pt x="16195" y="48041"/>
                    <a:pt x="16965" y="50404"/>
                    <a:pt x="17906" y="53043"/>
                  </a:cubicBezTo>
                  <a:lnTo>
                    <a:pt x="17910" y="53043"/>
                  </a:lnTo>
                  <a:lnTo>
                    <a:pt x="17910" y="53063"/>
                  </a:lnTo>
                  <a:lnTo>
                    <a:pt x="18113" y="53627"/>
                  </a:lnTo>
                  <a:lnTo>
                    <a:pt x="18194" y="53850"/>
                  </a:lnTo>
                  <a:lnTo>
                    <a:pt x="18194" y="53870"/>
                  </a:lnTo>
                  <a:cubicBezTo>
                    <a:pt x="18048" y="53979"/>
                    <a:pt x="17853" y="54113"/>
                    <a:pt x="17630" y="54259"/>
                  </a:cubicBezTo>
                  <a:cubicBezTo>
                    <a:pt x="16840" y="54790"/>
                    <a:pt x="15766" y="55512"/>
                    <a:pt x="15222" y="56602"/>
                  </a:cubicBezTo>
                  <a:cubicBezTo>
                    <a:pt x="15218" y="56614"/>
                    <a:pt x="15206" y="56627"/>
                    <a:pt x="15202" y="56643"/>
                  </a:cubicBezTo>
                  <a:cubicBezTo>
                    <a:pt x="14772" y="57539"/>
                    <a:pt x="14789" y="58532"/>
                    <a:pt x="15243" y="59598"/>
                  </a:cubicBezTo>
                  <a:cubicBezTo>
                    <a:pt x="15389" y="59926"/>
                    <a:pt x="15563" y="60247"/>
                    <a:pt x="15761" y="60551"/>
                  </a:cubicBezTo>
                  <a:cubicBezTo>
                    <a:pt x="16779" y="62124"/>
                    <a:pt x="18080" y="64390"/>
                    <a:pt x="19532" y="66907"/>
                  </a:cubicBezTo>
                  <a:cubicBezTo>
                    <a:pt x="20979" y="69429"/>
                    <a:pt x="22475" y="72027"/>
                    <a:pt x="23788" y="74103"/>
                  </a:cubicBezTo>
                  <a:cubicBezTo>
                    <a:pt x="22813" y="74409"/>
                    <a:pt x="21603" y="74606"/>
                    <a:pt x="20431" y="74606"/>
                  </a:cubicBezTo>
                  <a:cubicBezTo>
                    <a:pt x="19430" y="74606"/>
                    <a:pt x="18458" y="74462"/>
                    <a:pt x="17683" y="74119"/>
                  </a:cubicBezTo>
                  <a:cubicBezTo>
                    <a:pt x="16191" y="73462"/>
                    <a:pt x="13386" y="68298"/>
                    <a:pt x="10171" y="60311"/>
                  </a:cubicBezTo>
                  <a:cubicBezTo>
                    <a:pt x="9624" y="58937"/>
                    <a:pt x="9089" y="57551"/>
                    <a:pt x="8574" y="56177"/>
                  </a:cubicBezTo>
                  <a:cubicBezTo>
                    <a:pt x="6194" y="49768"/>
                    <a:pt x="718" y="27808"/>
                    <a:pt x="1346" y="16182"/>
                  </a:cubicBezTo>
                  <a:cubicBezTo>
                    <a:pt x="1658" y="10369"/>
                    <a:pt x="2692" y="6072"/>
                    <a:pt x="4415" y="3400"/>
                  </a:cubicBezTo>
                  <a:cubicBezTo>
                    <a:pt x="5157" y="2241"/>
                    <a:pt x="5854" y="1677"/>
                    <a:pt x="6316" y="1357"/>
                  </a:cubicBezTo>
                  <a:cubicBezTo>
                    <a:pt x="6914" y="943"/>
                    <a:pt x="7629" y="716"/>
                    <a:pt x="8361" y="716"/>
                  </a:cubicBezTo>
                  <a:close/>
                  <a:moveTo>
                    <a:pt x="8389" y="1"/>
                  </a:moveTo>
                  <a:cubicBezTo>
                    <a:pt x="7494" y="1"/>
                    <a:pt x="6659" y="255"/>
                    <a:pt x="5911" y="773"/>
                  </a:cubicBezTo>
                  <a:cubicBezTo>
                    <a:pt x="5400" y="1130"/>
                    <a:pt x="4630" y="1746"/>
                    <a:pt x="3819" y="3015"/>
                  </a:cubicBezTo>
                  <a:cubicBezTo>
                    <a:pt x="2027" y="5792"/>
                    <a:pt x="961" y="10206"/>
                    <a:pt x="637" y="16137"/>
                  </a:cubicBezTo>
                  <a:cubicBezTo>
                    <a:pt x="0" y="27865"/>
                    <a:pt x="5513" y="49970"/>
                    <a:pt x="7913" y="56424"/>
                  </a:cubicBezTo>
                  <a:cubicBezTo>
                    <a:pt x="8424" y="57802"/>
                    <a:pt x="8959" y="59201"/>
                    <a:pt x="9515" y="60575"/>
                  </a:cubicBezTo>
                  <a:cubicBezTo>
                    <a:pt x="11898" y="66518"/>
                    <a:pt x="15210" y="73807"/>
                    <a:pt x="17391" y="74767"/>
                  </a:cubicBezTo>
                  <a:cubicBezTo>
                    <a:pt x="18271" y="75157"/>
                    <a:pt x="19345" y="75319"/>
                    <a:pt x="20444" y="75319"/>
                  </a:cubicBezTo>
                  <a:cubicBezTo>
                    <a:pt x="21867" y="75319"/>
                    <a:pt x="23330" y="75047"/>
                    <a:pt x="24457" y="74625"/>
                  </a:cubicBezTo>
                  <a:cubicBezTo>
                    <a:pt x="24554" y="74585"/>
                    <a:pt x="24631" y="74504"/>
                    <a:pt x="24668" y="74403"/>
                  </a:cubicBezTo>
                  <a:cubicBezTo>
                    <a:pt x="24700" y="74301"/>
                    <a:pt x="24684" y="74188"/>
                    <a:pt x="24627" y="74099"/>
                  </a:cubicBezTo>
                  <a:cubicBezTo>
                    <a:pt x="23269" y="71978"/>
                    <a:pt x="21680" y="69218"/>
                    <a:pt x="20144" y="66554"/>
                  </a:cubicBezTo>
                  <a:cubicBezTo>
                    <a:pt x="18725" y="64086"/>
                    <a:pt x="17387" y="61755"/>
                    <a:pt x="16357" y="60162"/>
                  </a:cubicBezTo>
                  <a:cubicBezTo>
                    <a:pt x="16179" y="59894"/>
                    <a:pt x="16025" y="59610"/>
                    <a:pt x="15891" y="59310"/>
                  </a:cubicBezTo>
                  <a:cubicBezTo>
                    <a:pt x="15522" y="58451"/>
                    <a:pt x="15502" y="57689"/>
                    <a:pt x="15826" y="56987"/>
                  </a:cubicBezTo>
                  <a:lnTo>
                    <a:pt x="15847" y="56951"/>
                  </a:lnTo>
                  <a:cubicBezTo>
                    <a:pt x="16293" y="56014"/>
                    <a:pt x="17298" y="55337"/>
                    <a:pt x="18028" y="54851"/>
                  </a:cubicBezTo>
                  <a:cubicBezTo>
                    <a:pt x="18263" y="54689"/>
                    <a:pt x="18534" y="54502"/>
                    <a:pt x="18644" y="54417"/>
                  </a:cubicBezTo>
                  <a:cubicBezTo>
                    <a:pt x="18757" y="54332"/>
                    <a:pt x="18940" y="54129"/>
                    <a:pt x="18899" y="53736"/>
                  </a:cubicBezTo>
                  <a:cubicBezTo>
                    <a:pt x="18895" y="53708"/>
                    <a:pt x="18887" y="53679"/>
                    <a:pt x="18879" y="53651"/>
                  </a:cubicBezTo>
                  <a:lnTo>
                    <a:pt x="18782" y="53384"/>
                  </a:lnTo>
                  <a:cubicBezTo>
                    <a:pt x="18709" y="53197"/>
                    <a:pt x="18644" y="53002"/>
                    <a:pt x="18575" y="52816"/>
                  </a:cubicBezTo>
                  <a:cubicBezTo>
                    <a:pt x="18571" y="52804"/>
                    <a:pt x="18567" y="52796"/>
                    <a:pt x="18563" y="52784"/>
                  </a:cubicBezTo>
                  <a:cubicBezTo>
                    <a:pt x="17630" y="50173"/>
                    <a:pt x="16868" y="47826"/>
                    <a:pt x="16232" y="45616"/>
                  </a:cubicBezTo>
                  <a:cubicBezTo>
                    <a:pt x="12640" y="33090"/>
                    <a:pt x="11752" y="21622"/>
                    <a:pt x="11404" y="14086"/>
                  </a:cubicBezTo>
                  <a:cubicBezTo>
                    <a:pt x="11221" y="10194"/>
                    <a:pt x="12332" y="7936"/>
                    <a:pt x="13426" y="7117"/>
                  </a:cubicBezTo>
                  <a:cubicBezTo>
                    <a:pt x="13779" y="6854"/>
                    <a:pt x="14006" y="6850"/>
                    <a:pt x="14022" y="6850"/>
                  </a:cubicBezTo>
                  <a:cubicBezTo>
                    <a:pt x="14574" y="7348"/>
                    <a:pt x="17107" y="9894"/>
                    <a:pt x="17136" y="9923"/>
                  </a:cubicBezTo>
                  <a:cubicBezTo>
                    <a:pt x="17205" y="9994"/>
                    <a:pt x="17295" y="10027"/>
                    <a:pt x="17384" y="10027"/>
                  </a:cubicBezTo>
                  <a:cubicBezTo>
                    <a:pt x="17529" y="10027"/>
                    <a:pt x="17671" y="9940"/>
                    <a:pt x="17724" y="9785"/>
                  </a:cubicBezTo>
                  <a:cubicBezTo>
                    <a:pt x="17817" y="9525"/>
                    <a:pt x="18372" y="7653"/>
                    <a:pt x="15514" y="4332"/>
                  </a:cubicBezTo>
                  <a:cubicBezTo>
                    <a:pt x="13069" y="1494"/>
                    <a:pt x="10557" y="1"/>
                    <a:pt x="83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" name="Google Shape;5518;p73"/>
            <p:cNvSpPr/>
            <p:nvPr/>
          </p:nvSpPr>
          <p:spPr>
            <a:xfrm>
              <a:off x="3625319" y="2740527"/>
              <a:ext cx="350511" cy="1293703"/>
            </a:xfrm>
            <a:custGeom>
              <a:avLst/>
              <a:gdLst/>
              <a:ahLst/>
              <a:cxnLst/>
              <a:rect l="l" t="t" r="r" b="b"/>
              <a:pathLst>
                <a:path w="20214" h="74608" extrusionOk="0">
                  <a:moveTo>
                    <a:pt x="4261" y="0"/>
                  </a:moveTo>
                  <a:cubicBezTo>
                    <a:pt x="3464" y="0"/>
                    <a:pt x="2700" y="221"/>
                    <a:pt x="1999" y="707"/>
                  </a:cubicBezTo>
                  <a:cubicBezTo>
                    <a:pt x="1558" y="1015"/>
                    <a:pt x="795" y="1603"/>
                    <a:pt x="1" y="2852"/>
                  </a:cubicBezTo>
                  <a:cubicBezTo>
                    <a:pt x="102" y="2841"/>
                    <a:pt x="204" y="2836"/>
                    <a:pt x="306" y="2836"/>
                  </a:cubicBezTo>
                  <a:cubicBezTo>
                    <a:pt x="903" y="2836"/>
                    <a:pt x="1521" y="3010"/>
                    <a:pt x="2113" y="3391"/>
                  </a:cubicBezTo>
                  <a:cubicBezTo>
                    <a:pt x="3617" y="4343"/>
                    <a:pt x="4351" y="6184"/>
                    <a:pt x="4468" y="7959"/>
                  </a:cubicBezTo>
                  <a:cubicBezTo>
                    <a:pt x="4582" y="9731"/>
                    <a:pt x="4180" y="11490"/>
                    <a:pt x="3897" y="13241"/>
                  </a:cubicBezTo>
                  <a:cubicBezTo>
                    <a:pt x="2757" y="20169"/>
                    <a:pt x="4411" y="27908"/>
                    <a:pt x="5619" y="34013"/>
                  </a:cubicBezTo>
                  <a:cubicBezTo>
                    <a:pt x="8729" y="49657"/>
                    <a:pt x="10573" y="55928"/>
                    <a:pt x="8785" y="60480"/>
                  </a:cubicBezTo>
                  <a:cubicBezTo>
                    <a:pt x="8490" y="60589"/>
                    <a:pt x="8193" y="60634"/>
                    <a:pt x="7896" y="60634"/>
                  </a:cubicBezTo>
                  <a:cubicBezTo>
                    <a:pt x="7180" y="60634"/>
                    <a:pt x="6460" y="60370"/>
                    <a:pt x="5729" y="60083"/>
                  </a:cubicBezTo>
                  <a:lnTo>
                    <a:pt x="5729" y="60083"/>
                  </a:lnTo>
                  <a:cubicBezTo>
                    <a:pt x="8181" y="66176"/>
                    <a:pt x="11461" y="73218"/>
                    <a:pt x="13419" y="74085"/>
                  </a:cubicBezTo>
                  <a:cubicBezTo>
                    <a:pt x="14255" y="74455"/>
                    <a:pt x="15279" y="74607"/>
                    <a:pt x="16321" y="74607"/>
                  </a:cubicBezTo>
                  <a:cubicBezTo>
                    <a:pt x="17724" y="74607"/>
                    <a:pt x="19159" y="74331"/>
                    <a:pt x="20213" y="73935"/>
                  </a:cubicBezTo>
                  <a:cubicBezTo>
                    <a:pt x="17586" y="69841"/>
                    <a:pt x="14076" y="63294"/>
                    <a:pt x="11947" y="59994"/>
                  </a:cubicBezTo>
                  <a:cubicBezTo>
                    <a:pt x="11757" y="59706"/>
                    <a:pt x="11595" y="59406"/>
                    <a:pt x="11453" y="59090"/>
                  </a:cubicBezTo>
                  <a:cubicBezTo>
                    <a:pt x="10991" y="58016"/>
                    <a:pt x="11068" y="57144"/>
                    <a:pt x="11408" y="56435"/>
                  </a:cubicBezTo>
                  <a:lnTo>
                    <a:pt x="11412" y="56435"/>
                  </a:lnTo>
                  <a:cubicBezTo>
                    <a:pt x="12045" y="55101"/>
                    <a:pt x="13605" y="54327"/>
                    <a:pt x="14311" y="53775"/>
                  </a:cubicBezTo>
                  <a:cubicBezTo>
                    <a:pt x="14408" y="53698"/>
                    <a:pt x="14445" y="53577"/>
                    <a:pt x="14428" y="53411"/>
                  </a:cubicBezTo>
                  <a:lnTo>
                    <a:pt x="14124" y="52572"/>
                  </a:lnTo>
                  <a:lnTo>
                    <a:pt x="14124" y="52559"/>
                  </a:lnTo>
                  <a:cubicBezTo>
                    <a:pt x="13277" y="50192"/>
                    <a:pt x="12466" y="47756"/>
                    <a:pt x="11777" y="45348"/>
                  </a:cubicBezTo>
                  <a:cubicBezTo>
                    <a:pt x="8003" y="32193"/>
                    <a:pt x="7217" y="20028"/>
                    <a:pt x="6929" y="13744"/>
                  </a:cubicBezTo>
                  <a:cubicBezTo>
                    <a:pt x="6672" y="8132"/>
                    <a:pt x="8992" y="6142"/>
                    <a:pt x="9892" y="6142"/>
                  </a:cubicBezTo>
                  <a:cubicBezTo>
                    <a:pt x="10000" y="6142"/>
                    <a:pt x="10087" y="6170"/>
                    <a:pt x="10148" y="6224"/>
                  </a:cubicBezTo>
                  <a:cubicBezTo>
                    <a:pt x="10711" y="6731"/>
                    <a:pt x="13273" y="9309"/>
                    <a:pt x="13273" y="9309"/>
                  </a:cubicBezTo>
                  <a:cubicBezTo>
                    <a:pt x="13314" y="9204"/>
                    <a:pt x="13930" y="7461"/>
                    <a:pt x="11129" y="4201"/>
                  </a:cubicBezTo>
                  <a:cubicBezTo>
                    <a:pt x="8996" y="1731"/>
                    <a:pt x="6495" y="0"/>
                    <a:pt x="4261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" name="Google Shape;5519;p73"/>
            <p:cNvSpPr/>
            <p:nvPr/>
          </p:nvSpPr>
          <p:spPr>
            <a:xfrm>
              <a:off x="3718401" y="2818696"/>
              <a:ext cx="62649" cy="117496"/>
            </a:xfrm>
            <a:custGeom>
              <a:avLst/>
              <a:gdLst/>
              <a:ahLst/>
              <a:cxnLst/>
              <a:rect l="l" t="t" r="r" b="b"/>
              <a:pathLst>
                <a:path w="3613" h="6776" extrusionOk="0">
                  <a:moveTo>
                    <a:pt x="3489" y="1"/>
                  </a:moveTo>
                  <a:cubicBezTo>
                    <a:pt x="2833" y="1"/>
                    <a:pt x="2218" y="389"/>
                    <a:pt x="1776" y="889"/>
                  </a:cubicBezTo>
                  <a:cubicBezTo>
                    <a:pt x="1301" y="1424"/>
                    <a:pt x="977" y="2061"/>
                    <a:pt x="734" y="2709"/>
                  </a:cubicBezTo>
                  <a:cubicBezTo>
                    <a:pt x="255" y="4007"/>
                    <a:pt x="0" y="5397"/>
                    <a:pt x="73" y="6775"/>
                  </a:cubicBezTo>
                  <a:cubicBezTo>
                    <a:pt x="284" y="5417"/>
                    <a:pt x="588" y="4100"/>
                    <a:pt x="1070" y="2835"/>
                  </a:cubicBezTo>
                  <a:cubicBezTo>
                    <a:pt x="1301" y="2203"/>
                    <a:pt x="1593" y="1591"/>
                    <a:pt x="1986" y="1068"/>
                  </a:cubicBezTo>
                  <a:cubicBezTo>
                    <a:pt x="2384" y="545"/>
                    <a:pt x="2919" y="99"/>
                    <a:pt x="3612" y="6"/>
                  </a:cubicBezTo>
                  <a:cubicBezTo>
                    <a:pt x="3571" y="2"/>
                    <a:pt x="3530" y="1"/>
                    <a:pt x="34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" name="Google Shape;5520;p73"/>
            <p:cNvSpPr/>
            <p:nvPr/>
          </p:nvSpPr>
          <p:spPr>
            <a:xfrm>
              <a:off x="3704615" y="3007025"/>
              <a:ext cx="27085" cy="258557"/>
            </a:xfrm>
            <a:custGeom>
              <a:avLst/>
              <a:gdLst/>
              <a:ahLst/>
              <a:cxnLst/>
              <a:rect l="l" t="t" r="r" b="b"/>
              <a:pathLst>
                <a:path w="1562" h="14911" extrusionOk="0">
                  <a:moveTo>
                    <a:pt x="345" y="1"/>
                  </a:moveTo>
                  <a:lnTo>
                    <a:pt x="345" y="1"/>
                  </a:lnTo>
                  <a:cubicBezTo>
                    <a:pt x="29" y="2490"/>
                    <a:pt x="1" y="5019"/>
                    <a:pt x="211" y="7516"/>
                  </a:cubicBezTo>
                  <a:cubicBezTo>
                    <a:pt x="426" y="10014"/>
                    <a:pt x="848" y="12503"/>
                    <a:pt x="1561" y="14911"/>
                  </a:cubicBezTo>
                  <a:cubicBezTo>
                    <a:pt x="1123" y="12442"/>
                    <a:pt x="775" y="9973"/>
                    <a:pt x="568" y="7484"/>
                  </a:cubicBezTo>
                  <a:cubicBezTo>
                    <a:pt x="361" y="4999"/>
                    <a:pt x="313" y="2506"/>
                    <a:pt x="34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" name="Google Shape;5521;p73"/>
            <p:cNvSpPr/>
            <p:nvPr/>
          </p:nvSpPr>
          <p:spPr>
            <a:xfrm>
              <a:off x="3726481" y="3309071"/>
              <a:ext cx="18710" cy="93931"/>
            </a:xfrm>
            <a:custGeom>
              <a:avLst/>
              <a:gdLst/>
              <a:ahLst/>
              <a:cxnLst/>
              <a:rect l="l" t="t" r="r" b="b"/>
              <a:pathLst>
                <a:path w="1079" h="5417" extrusionOk="0">
                  <a:moveTo>
                    <a:pt x="227" y="1"/>
                  </a:moveTo>
                  <a:cubicBezTo>
                    <a:pt x="12" y="905"/>
                    <a:pt x="0" y="1866"/>
                    <a:pt x="154" y="2786"/>
                  </a:cubicBezTo>
                  <a:cubicBezTo>
                    <a:pt x="304" y="3710"/>
                    <a:pt x="592" y="4614"/>
                    <a:pt x="1079" y="5417"/>
                  </a:cubicBezTo>
                  <a:cubicBezTo>
                    <a:pt x="856" y="4509"/>
                    <a:pt x="649" y="3633"/>
                    <a:pt x="503" y="2729"/>
                  </a:cubicBezTo>
                  <a:cubicBezTo>
                    <a:pt x="357" y="1829"/>
                    <a:pt x="288" y="925"/>
                    <a:pt x="22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" name="Google Shape;5522;p73"/>
            <p:cNvSpPr/>
            <p:nvPr/>
          </p:nvSpPr>
          <p:spPr>
            <a:xfrm>
              <a:off x="3762045" y="3451276"/>
              <a:ext cx="78394" cy="279226"/>
            </a:xfrm>
            <a:custGeom>
              <a:avLst/>
              <a:gdLst/>
              <a:ahLst/>
              <a:cxnLst/>
              <a:rect l="l" t="t" r="r" b="b"/>
              <a:pathLst>
                <a:path w="4521" h="16103" extrusionOk="0">
                  <a:moveTo>
                    <a:pt x="1" y="1"/>
                  </a:moveTo>
                  <a:cubicBezTo>
                    <a:pt x="621" y="2725"/>
                    <a:pt x="1338" y="5421"/>
                    <a:pt x="2096" y="8100"/>
                  </a:cubicBezTo>
                  <a:cubicBezTo>
                    <a:pt x="2850" y="10780"/>
                    <a:pt x="3637" y="13455"/>
                    <a:pt x="4521" y="16103"/>
                  </a:cubicBezTo>
                  <a:cubicBezTo>
                    <a:pt x="3904" y="13378"/>
                    <a:pt x="3195" y="10683"/>
                    <a:pt x="2433" y="8003"/>
                  </a:cubicBezTo>
                  <a:cubicBezTo>
                    <a:pt x="1675" y="5323"/>
                    <a:pt x="892" y="2648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5" name="Google Shape;5523;p73"/>
            <p:cNvSpPr/>
            <p:nvPr/>
          </p:nvSpPr>
          <p:spPr>
            <a:xfrm>
              <a:off x="3848086" y="3752975"/>
              <a:ext cx="16109" cy="33553"/>
            </a:xfrm>
            <a:custGeom>
              <a:avLst/>
              <a:gdLst/>
              <a:ahLst/>
              <a:cxnLst/>
              <a:rect l="l" t="t" r="r" b="b"/>
              <a:pathLst>
                <a:path w="929" h="1935" extrusionOk="0">
                  <a:moveTo>
                    <a:pt x="256" y="1"/>
                  </a:moveTo>
                  <a:cubicBezTo>
                    <a:pt x="17" y="317"/>
                    <a:pt x="0" y="759"/>
                    <a:pt x="134" y="1128"/>
                  </a:cubicBezTo>
                  <a:cubicBezTo>
                    <a:pt x="264" y="1501"/>
                    <a:pt x="548" y="1833"/>
                    <a:pt x="929" y="1934"/>
                  </a:cubicBezTo>
                  <a:cubicBezTo>
                    <a:pt x="738" y="1647"/>
                    <a:pt x="584" y="1338"/>
                    <a:pt x="467" y="1014"/>
                  </a:cubicBezTo>
                  <a:cubicBezTo>
                    <a:pt x="353" y="686"/>
                    <a:pt x="284" y="345"/>
                    <a:pt x="25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" name="Google Shape;5524;p73"/>
            <p:cNvSpPr/>
            <p:nvPr/>
          </p:nvSpPr>
          <p:spPr>
            <a:xfrm>
              <a:off x="3778206" y="3686979"/>
              <a:ext cx="50286" cy="149800"/>
            </a:xfrm>
            <a:custGeom>
              <a:avLst/>
              <a:gdLst/>
              <a:ahLst/>
              <a:cxnLst/>
              <a:rect l="l" t="t" r="r" b="b"/>
              <a:pathLst>
                <a:path w="2900" h="8639" extrusionOk="0">
                  <a:moveTo>
                    <a:pt x="1" y="0"/>
                  </a:moveTo>
                  <a:cubicBezTo>
                    <a:pt x="293" y="1500"/>
                    <a:pt x="702" y="2968"/>
                    <a:pt x="1193" y="4407"/>
                  </a:cubicBezTo>
                  <a:cubicBezTo>
                    <a:pt x="1683" y="5846"/>
                    <a:pt x="2226" y="7273"/>
                    <a:pt x="2899" y="8639"/>
                  </a:cubicBezTo>
                  <a:cubicBezTo>
                    <a:pt x="2490" y="7171"/>
                    <a:pt x="2024" y="5736"/>
                    <a:pt x="1533" y="4297"/>
                  </a:cubicBezTo>
                  <a:cubicBezTo>
                    <a:pt x="1043" y="2858"/>
                    <a:pt x="560" y="1419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7" name="Google Shape;5525;p73"/>
            <p:cNvSpPr/>
            <p:nvPr/>
          </p:nvSpPr>
          <p:spPr>
            <a:xfrm>
              <a:off x="3767594" y="3752975"/>
              <a:ext cx="31299" cy="80926"/>
            </a:xfrm>
            <a:custGeom>
              <a:avLst/>
              <a:gdLst/>
              <a:ahLst/>
              <a:cxnLst/>
              <a:rect l="l" t="t" r="r" b="b"/>
              <a:pathLst>
                <a:path w="1805" h="4667" extrusionOk="0">
                  <a:moveTo>
                    <a:pt x="17" y="1"/>
                  </a:moveTo>
                  <a:cubicBezTo>
                    <a:pt x="1" y="852"/>
                    <a:pt x="179" y="1695"/>
                    <a:pt x="487" y="2494"/>
                  </a:cubicBezTo>
                  <a:cubicBezTo>
                    <a:pt x="795" y="3288"/>
                    <a:pt x="1221" y="4042"/>
                    <a:pt x="1805" y="4667"/>
                  </a:cubicBezTo>
                  <a:cubicBezTo>
                    <a:pt x="1460" y="3892"/>
                    <a:pt x="1128" y="3134"/>
                    <a:pt x="824" y="2364"/>
                  </a:cubicBezTo>
                  <a:cubicBezTo>
                    <a:pt x="520" y="1594"/>
                    <a:pt x="276" y="803"/>
                    <a:pt x="1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8" name="Google Shape;5526;p73"/>
            <p:cNvSpPr/>
            <p:nvPr/>
          </p:nvSpPr>
          <p:spPr>
            <a:xfrm>
              <a:off x="3446423" y="3774633"/>
              <a:ext cx="561660" cy="289283"/>
            </a:xfrm>
            <a:custGeom>
              <a:avLst/>
              <a:gdLst/>
              <a:ahLst/>
              <a:cxnLst/>
              <a:rect l="l" t="t" r="r" b="b"/>
              <a:pathLst>
                <a:path w="32391" h="16683" extrusionOk="0">
                  <a:moveTo>
                    <a:pt x="26590" y="0"/>
                  </a:moveTo>
                  <a:cubicBezTo>
                    <a:pt x="25743" y="665"/>
                    <a:pt x="24251" y="1845"/>
                    <a:pt x="23189" y="2708"/>
                  </a:cubicBezTo>
                  <a:cubicBezTo>
                    <a:pt x="23014" y="2854"/>
                    <a:pt x="22840" y="2988"/>
                    <a:pt x="22694" y="3114"/>
                  </a:cubicBezTo>
                  <a:cubicBezTo>
                    <a:pt x="21614" y="3995"/>
                    <a:pt x="21027" y="4180"/>
                    <a:pt x="20668" y="4180"/>
                  </a:cubicBezTo>
                  <a:cubicBezTo>
                    <a:pt x="20545" y="4180"/>
                    <a:pt x="20448" y="4158"/>
                    <a:pt x="20367" y="4135"/>
                  </a:cubicBezTo>
                  <a:cubicBezTo>
                    <a:pt x="20084" y="4058"/>
                    <a:pt x="17735" y="3015"/>
                    <a:pt x="15156" y="3015"/>
                  </a:cubicBezTo>
                  <a:cubicBezTo>
                    <a:pt x="14895" y="3015"/>
                    <a:pt x="14632" y="3025"/>
                    <a:pt x="14368" y="3049"/>
                  </a:cubicBezTo>
                  <a:cubicBezTo>
                    <a:pt x="13753" y="3103"/>
                    <a:pt x="13199" y="3114"/>
                    <a:pt x="12708" y="3114"/>
                  </a:cubicBezTo>
                  <a:cubicBezTo>
                    <a:pt x="12347" y="3114"/>
                    <a:pt x="12020" y="3108"/>
                    <a:pt x="11729" y="3108"/>
                  </a:cubicBezTo>
                  <a:cubicBezTo>
                    <a:pt x="10565" y="3108"/>
                    <a:pt x="9963" y="3206"/>
                    <a:pt x="10002" y="4184"/>
                  </a:cubicBezTo>
                  <a:cubicBezTo>
                    <a:pt x="10058" y="5736"/>
                    <a:pt x="12993" y="6920"/>
                    <a:pt x="13934" y="6985"/>
                  </a:cubicBezTo>
                  <a:cubicBezTo>
                    <a:pt x="14870" y="7050"/>
                    <a:pt x="13561" y="8489"/>
                    <a:pt x="11749" y="8797"/>
                  </a:cubicBezTo>
                  <a:cubicBezTo>
                    <a:pt x="11334" y="8868"/>
                    <a:pt x="10868" y="8903"/>
                    <a:pt x="10368" y="8903"/>
                  </a:cubicBezTo>
                  <a:cubicBezTo>
                    <a:pt x="8678" y="8903"/>
                    <a:pt x="6610" y="8504"/>
                    <a:pt x="4902" y="7759"/>
                  </a:cubicBezTo>
                  <a:cubicBezTo>
                    <a:pt x="3891" y="7320"/>
                    <a:pt x="2809" y="7080"/>
                    <a:pt x="1925" y="7080"/>
                  </a:cubicBezTo>
                  <a:cubicBezTo>
                    <a:pt x="875" y="7080"/>
                    <a:pt x="105" y="7420"/>
                    <a:pt x="70" y="8169"/>
                  </a:cubicBezTo>
                  <a:cubicBezTo>
                    <a:pt x="1" y="9547"/>
                    <a:pt x="1006" y="10131"/>
                    <a:pt x="1006" y="10131"/>
                  </a:cubicBezTo>
                  <a:cubicBezTo>
                    <a:pt x="1006" y="10131"/>
                    <a:pt x="321" y="10216"/>
                    <a:pt x="568" y="11197"/>
                  </a:cubicBezTo>
                  <a:cubicBezTo>
                    <a:pt x="820" y="12174"/>
                    <a:pt x="1756" y="12421"/>
                    <a:pt x="1756" y="12421"/>
                  </a:cubicBezTo>
                  <a:cubicBezTo>
                    <a:pt x="1756" y="12421"/>
                    <a:pt x="933" y="13074"/>
                    <a:pt x="2125" y="14026"/>
                  </a:cubicBezTo>
                  <a:cubicBezTo>
                    <a:pt x="3247" y="14923"/>
                    <a:pt x="6061" y="16683"/>
                    <a:pt x="11113" y="16683"/>
                  </a:cubicBezTo>
                  <a:cubicBezTo>
                    <a:pt x="11427" y="16683"/>
                    <a:pt x="11750" y="16676"/>
                    <a:pt x="12081" y="16661"/>
                  </a:cubicBezTo>
                  <a:cubicBezTo>
                    <a:pt x="17749" y="16418"/>
                    <a:pt x="23241" y="15636"/>
                    <a:pt x="26614" y="12993"/>
                  </a:cubicBezTo>
                  <a:cubicBezTo>
                    <a:pt x="27186" y="12547"/>
                    <a:pt x="27774" y="12068"/>
                    <a:pt x="28349" y="11582"/>
                  </a:cubicBezTo>
                  <a:cubicBezTo>
                    <a:pt x="29886" y="10273"/>
                    <a:pt x="31357" y="8907"/>
                    <a:pt x="32391" y="7921"/>
                  </a:cubicBezTo>
                  <a:cubicBezTo>
                    <a:pt x="30109" y="5027"/>
                    <a:pt x="28211" y="2129"/>
                    <a:pt x="26590" y="0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9" name="Google Shape;5527;p73"/>
            <p:cNvSpPr/>
            <p:nvPr/>
          </p:nvSpPr>
          <p:spPr>
            <a:xfrm>
              <a:off x="3440666" y="3765841"/>
              <a:ext cx="575723" cy="304248"/>
            </a:xfrm>
            <a:custGeom>
              <a:avLst/>
              <a:gdLst/>
              <a:ahLst/>
              <a:cxnLst/>
              <a:rect l="l" t="t" r="r" b="b"/>
              <a:pathLst>
                <a:path w="33202" h="17546" extrusionOk="0">
                  <a:moveTo>
                    <a:pt x="26857" y="1010"/>
                  </a:moveTo>
                  <a:cubicBezTo>
                    <a:pt x="27453" y="1809"/>
                    <a:pt x="28098" y="2717"/>
                    <a:pt x="28770" y="3665"/>
                  </a:cubicBezTo>
                  <a:cubicBezTo>
                    <a:pt x="29804" y="5125"/>
                    <a:pt x="30972" y="6762"/>
                    <a:pt x="32245" y="8392"/>
                  </a:cubicBezTo>
                  <a:cubicBezTo>
                    <a:pt x="31264" y="9320"/>
                    <a:pt x="29881" y="10597"/>
                    <a:pt x="28454" y="11813"/>
                  </a:cubicBezTo>
                  <a:cubicBezTo>
                    <a:pt x="27875" y="12304"/>
                    <a:pt x="27295" y="12782"/>
                    <a:pt x="26731" y="13224"/>
                  </a:cubicBezTo>
                  <a:cubicBezTo>
                    <a:pt x="23160" y="16009"/>
                    <a:pt x="17197" y="16609"/>
                    <a:pt x="12397" y="16816"/>
                  </a:cubicBezTo>
                  <a:cubicBezTo>
                    <a:pt x="12065" y="16830"/>
                    <a:pt x="11743" y="16837"/>
                    <a:pt x="11429" y="16837"/>
                  </a:cubicBezTo>
                  <a:cubicBezTo>
                    <a:pt x="6635" y="16837"/>
                    <a:pt x="3917" y="15251"/>
                    <a:pt x="2680" y="14262"/>
                  </a:cubicBezTo>
                  <a:cubicBezTo>
                    <a:pt x="2352" y="13994"/>
                    <a:pt x="2173" y="13739"/>
                    <a:pt x="2169" y="13528"/>
                  </a:cubicBezTo>
                  <a:cubicBezTo>
                    <a:pt x="2169" y="13402"/>
                    <a:pt x="2222" y="13285"/>
                    <a:pt x="2311" y="13204"/>
                  </a:cubicBezTo>
                  <a:lnTo>
                    <a:pt x="2842" y="12770"/>
                  </a:lnTo>
                  <a:lnTo>
                    <a:pt x="2177" y="12584"/>
                  </a:lnTo>
                  <a:cubicBezTo>
                    <a:pt x="2149" y="12575"/>
                    <a:pt x="1436" y="12365"/>
                    <a:pt x="1241" y="11611"/>
                  </a:cubicBezTo>
                  <a:cubicBezTo>
                    <a:pt x="1180" y="11380"/>
                    <a:pt x="1184" y="11189"/>
                    <a:pt x="1253" y="11088"/>
                  </a:cubicBezTo>
                  <a:cubicBezTo>
                    <a:pt x="1277" y="11043"/>
                    <a:pt x="1326" y="11007"/>
                    <a:pt x="1379" y="10995"/>
                  </a:cubicBezTo>
                  <a:lnTo>
                    <a:pt x="2421" y="10861"/>
                  </a:lnTo>
                  <a:lnTo>
                    <a:pt x="1517" y="10334"/>
                  </a:lnTo>
                  <a:cubicBezTo>
                    <a:pt x="1508" y="10330"/>
                    <a:pt x="698" y="9843"/>
                    <a:pt x="754" y="8692"/>
                  </a:cubicBezTo>
                  <a:cubicBezTo>
                    <a:pt x="767" y="8477"/>
                    <a:pt x="860" y="8323"/>
                    <a:pt x="1058" y="8193"/>
                  </a:cubicBezTo>
                  <a:cubicBezTo>
                    <a:pt x="1334" y="8023"/>
                    <a:pt x="1750" y="7941"/>
                    <a:pt x="2246" y="7941"/>
                  </a:cubicBezTo>
                  <a:cubicBezTo>
                    <a:pt x="3071" y="7941"/>
                    <a:pt x="4115" y="8168"/>
                    <a:pt x="5092" y="8591"/>
                  </a:cubicBezTo>
                  <a:cubicBezTo>
                    <a:pt x="6812" y="9334"/>
                    <a:pt x="8945" y="9766"/>
                    <a:pt x="10720" y="9766"/>
                  </a:cubicBezTo>
                  <a:cubicBezTo>
                    <a:pt x="11230" y="9766"/>
                    <a:pt x="11710" y="9731"/>
                    <a:pt x="12142" y="9657"/>
                  </a:cubicBezTo>
                  <a:cubicBezTo>
                    <a:pt x="13560" y="9405"/>
                    <a:pt x="14967" y="8420"/>
                    <a:pt x="14935" y="7687"/>
                  </a:cubicBezTo>
                  <a:cubicBezTo>
                    <a:pt x="14919" y="7439"/>
                    <a:pt x="14744" y="7168"/>
                    <a:pt x="14290" y="7135"/>
                  </a:cubicBezTo>
                  <a:cubicBezTo>
                    <a:pt x="13463" y="7079"/>
                    <a:pt x="10739" y="5956"/>
                    <a:pt x="10686" y="4679"/>
                  </a:cubicBezTo>
                  <a:cubicBezTo>
                    <a:pt x="10670" y="4310"/>
                    <a:pt x="10767" y="4212"/>
                    <a:pt x="10800" y="4176"/>
                  </a:cubicBezTo>
                  <a:cubicBezTo>
                    <a:pt x="10971" y="3998"/>
                    <a:pt x="11438" y="3970"/>
                    <a:pt x="12047" y="3970"/>
                  </a:cubicBezTo>
                  <a:cubicBezTo>
                    <a:pt x="12189" y="3970"/>
                    <a:pt x="12339" y="3972"/>
                    <a:pt x="12494" y="3973"/>
                  </a:cubicBezTo>
                  <a:cubicBezTo>
                    <a:pt x="12657" y="3974"/>
                    <a:pt x="12829" y="3976"/>
                    <a:pt x="13010" y="3976"/>
                  </a:cubicBezTo>
                  <a:cubicBezTo>
                    <a:pt x="13516" y="3976"/>
                    <a:pt x="14094" y="3965"/>
                    <a:pt x="14736" y="3908"/>
                  </a:cubicBezTo>
                  <a:cubicBezTo>
                    <a:pt x="14982" y="3887"/>
                    <a:pt x="15228" y="3878"/>
                    <a:pt x="15473" y="3878"/>
                  </a:cubicBezTo>
                  <a:cubicBezTo>
                    <a:pt x="17628" y="3878"/>
                    <a:pt x="19636" y="4627"/>
                    <a:pt x="20338" y="4889"/>
                  </a:cubicBezTo>
                  <a:lnTo>
                    <a:pt x="20598" y="4987"/>
                  </a:lnTo>
                  <a:cubicBezTo>
                    <a:pt x="20715" y="5020"/>
                    <a:pt x="20845" y="5045"/>
                    <a:pt x="20996" y="5045"/>
                  </a:cubicBezTo>
                  <a:cubicBezTo>
                    <a:pt x="21462" y="5045"/>
                    <a:pt x="22132" y="4811"/>
                    <a:pt x="23253" y="3892"/>
                  </a:cubicBezTo>
                  <a:lnTo>
                    <a:pt x="23618" y="3588"/>
                  </a:lnTo>
                  <a:lnTo>
                    <a:pt x="23752" y="3487"/>
                  </a:lnTo>
                  <a:cubicBezTo>
                    <a:pt x="24652" y="2753"/>
                    <a:pt x="25848" y="1805"/>
                    <a:pt x="26857" y="1010"/>
                  </a:cubicBezTo>
                  <a:close/>
                  <a:moveTo>
                    <a:pt x="26983" y="1"/>
                  </a:moveTo>
                  <a:lnTo>
                    <a:pt x="26699" y="232"/>
                  </a:lnTo>
                  <a:cubicBezTo>
                    <a:pt x="25641" y="1067"/>
                    <a:pt x="24291" y="2129"/>
                    <a:pt x="23302" y="2936"/>
                  </a:cubicBezTo>
                  <a:lnTo>
                    <a:pt x="23176" y="3037"/>
                  </a:lnTo>
                  <a:lnTo>
                    <a:pt x="22795" y="3345"/>
                  </a:lnTo>
                  <a:cubicBezTo>
                    <a:pt x="21771" y="4189"/>
                    <a:pt x="21263" y="4337"/>
                    <a:pt x="20998" y="4337"/>
                  </a:cubicBezTo>
                  <a:cubicBezTo>
                    <a:pt x="20904" y="4337"/>
                    <a:pt x="20841" y="4318"/>
                    <a:pt x="20797" y="4306"/>
                  </a:cubicBezTo>
                  <a:lnTo>
                    <a:pt x="20590" y="4229"/>
                  </a:lnTo>
                  <a:cubicBezTo>
                    <a:pt x="19853" y="3949"/>
                    <a:pt x="17762" y="3165"/>
                    <a:pt x="15475" y="3165"/>
                  </a:cubicBezTo>
                  <a:cubicBezTo>
                    <a:pt x="15209" y="3165"/>
                    <a:pt x="14941" y="3176"/>
                    <a:pt x="14671" y="3199"/>
                  </a:cubicBezTo>
                  <a:cubicBezTo>
                    <a:pt x="14037" y="3258"/>
                    <a:pt x="13458" y="3265"/>
                    <a:pt x="12957" y="3265"/>
                  </a:cubicBezTo>
                  <a:cubicBezTo>
                    <a:pt x="12799" y="3265"/>
                    <a:pt x="12649" y="3264"/>
                    <a:pt x="12506" y="3264"/>
                  </a:cubicBezTo>
                  <a:cubicBezTo>
                    <a:pt x="12368" y="3263"/>
                    <a:pt x="12235" y="3262"/>
                    <a:pt x="12109" y="3262"/>
                  </a:cubicBezTo>
                  <a:cubicBezTo>
                    <a:pt x="11244" y="3262"/>
                    <a:pt x="10657" y="3307"/>
                    <a:pt x="10289" y="3685"/>
                  </a:cubicBezTo>
                  <a:cubicBezTo>
                    <a:pt x="10058" y="3925"/>
                    <a:pt x="9957" y="4253"/>
                    <a:pt x="9977" y="4703"/>
                  </a:cubicBezTo>
                  <a:cubicBezTo>
                    <a:pt x="10050" y="6479"/>
                    <a:pt x="13074" y="7715"/>
                    <a:pt x="14156" y="7837"/>
                  </a:cubicBezTo>
                  <a:cubicBezTo>
                    <a:pt x="13925" y="8149"/>
                    <a:pt x="13143" y="8757"/>
                    <a:pt x="12020" y="8951"/>
                  </a:cubicBezTo>
                  <a:cubicBezTo>
                    <a:pt x="11615" y="9021"/>
                    <a:pt x="11165" y="9055"/>
                    <a:pt x="10686" y="9055"/>
                  </a:cubicBezTo>
                  <a:cubicBezTo>
                    <a:pt x="9018" y="9055"/>
                    <a:pt x="7007" y="8648"/>
                    <a:pt x="5376" y="7942"/>
                  </a:cubicBezTo>
                  <a:cubicBezTo>
                    <a:pt x="4305" y="7475"/>
                    <a:pt x="3196" y="7233"/>
                    <a:pt x="2274" y="7233"/>
                  </a:cubicBezTo>
                  <a:cubicBezTo>
                    <a:pt x="1628" y="7233"/>
                    <a:pt x="1073" y="7351"/>
                    <a:pt x="686" y="7593"/>
                  </a:cubicBezTo>
                  <a:cubicBezTo>
                    <a:pt x="284" y="7845"/>
                    <a:pt x="65" y="8210"/>
                    <a:pt x="45" y="8664"/>
                  </a:cubicBezTo>
                  <a:cubicBezTo>
                    <a:pt x="0" y="9612"/>
                    <a:pt x="402" y="10245"/>
                    <a:pt x="734" y="10593"/>
                  </a:cubicBezTo>
                  <a:lnTo>
                    <a:pt x="661" y="10682"/>
                  </a:lnTo>
                  <a:cubicBezTo>
                    <a:pt x="475" y="10962"/>
                    <a:pt x="434" y="11339"/>
                    <a:pt x="556" y="11789"/>
                  </a:cubicBezTo>
                  <a:cubicBezTo>
                    <a:pt x="694" y="12336"/>
                    <a:pt x="1054" y="12803"/>
                    <a:pt x="1549" y="13074"/>
                  </a:cubicBezTo>
                  <a:cubicBezTo>
                    <a:pt x="1488" y="13216"/>
                    <a:pt x="1460" y="13366"/>
                    <a:pt x="1460" y="13516"/>
                  </a:cubicBezTo>
                  <a:cubicBezTo>
                    <a:pt x="1460" y="13962"/>
                    <a:pt x="1723" y="14400"/>
                    <a:pt x="2234" y="14813"/>
                  </a:cubicBezTo>
                  <a:cubicBezTo>
                    <a:pt x="3543" y="15863"/>
                    <a:pt x="6426" y="17545"/>
                    <a:pt x="11428" y="17545"/>
                  </a:cubicBezTo>
                  <a:cubicBezTo>
                    <a:pt x="11752" y="17545"/>
                    <a:pt x="12085" y="17541"/>
                    <a:pt x="12429" y="17525"/>
                  </a:cubicBezTo>
                  <a:cubicBezTo>
                    <a:pt x="17335" y="17310"/>
                    <a:pt x="23440" y="16694"/>
                    <a:pt x="27165" y="13779"/>
                  </a:cubicBezTo>
                  <a:cubicBezTo>
                    <a:pt x="27745" y="13334"/>
                    <a:pt x="28325" y="12851"/>
                    <a:pt x="28912" y="12357"/>
                  </a:cubicBezTo>
                  <a:cubicBezTo>
                    <a:pt x="30473" y="11027"/>
                    <a:pt x="31981" y="9624"/>
                    <a:pt x="32966" y="8688"/>
                  </a:cubicBezTo>
                  <a:lnTo>
                    <a:pt x="33201" y="8465"/>
                  </a:lnTo>
                  <a:lnTo>
                    <a:pt x="33003" y="8210"/>
                  </a:lnTo>
                  <a:cubicBezTo>
                    <a:pt x="31661" y="6507"/>
                    <a:pt x="30433" y="4780"/>
                    <a:pt x="29354" y="3256"/>
                  </a:cubicBezTo>
                  <a:cubicBezTo>
                    <a:pt x="28588" y="2182"/>
                    <a:pt x="27875" y="1172"/>
                    <a:pt x="27202" y="288"/>
                  </a:cubicBezTo>
                  <a:lnTo>
                    <a:pt x="26983" y="1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0" name="Google Shape;5528;p73"/>
            <p:cNvSpPr/>
            <p:nvPr/>
          </p:nvSpPr>
          <p:spPr>
            <a:xfrm>
              <a:off x="3460416" y="3947374"/>
              <a:ext cx="187497" cy="45465"/>
            </a:xfrm>
            <a:custGeom>
              <a:avLst/>
              <a:gdLst/>
              <a:ahLst/>
              <a:cxnLst/>
              <a:rect l="l" t="t" r="r" b="b"/>
              <a:pathLst>
                <a:path w="10813" h="2622" extrusionOk="0">
                  <a:moveTo>
                    <a:pt x="196" y="0"/>
                  </a:moveTo>
                  <a:cubicBezTo>
                    <a:pt x="141" y="0"/>
                    <a:pt x="87" y="25"/>
                    <a:pt x="53" y="71"/>
                  </a:cubicBezTo>
                  <a:cubicBezTo>
                    <a:pt x="1" y="153"/>
                    <a:pt x="21" y="258"/>
                    <a:pt x="102" y="311"/>
                  </a:cubicBezTo>
                  <a:cubicBezTo>
                    <a:pt x="1991" y="1551"/>
                    <a:pt x="5676" y="2621"/>
                    <a:pt x="8899" y="2621"/>
                  </a:cubicBezTo>
                  <a:cubicBezTo>
                    <a:pt x="8925" y="2622"/>
                    <a:pt x="8952" y="2622"/>
                    <a:pt x="8979" y="2622"/>
                  </a:cubicBezTo>
                  <a:cubicBezTo>
                    <a:pt x="9540" y="2622"/>
                    <a:pt x="10097" y="2581"/>
                    <a:pt x="10654" y="2504"/>
                  </a:cubicBezTo>
                  <a:cubicBezTo>
                    <a:pt x="10747" y="2492"/>
                    <a:pt x="10812" y="2402"/>
                    <a:pt x="10800" y="2309"/>
                  </a:cubicBezTo>
                  <a:cubicBezTo>
                    <a:pt x="10789" y="2226"/>
                    <a:pt x="10716" y="2165"/>
                    <a:pt x="10634" y="2165"/>
                  </a:cubicBezTo>
                  <a:cubicBezTo>
                    <a:pt x="10625" y="2165"/>
                    <a:pt x="10615" y="2166"/>
                    <a:pt x="10605" y="2167"/>
                  </a:cubicBezTo>
                  <a:cubicBezTo>
                    <a:pt x="10062" y="2246"/>
                    <a:pt x="9488" y="2282"/>
                    <a:pt x="8898" y="2282"/>
                  </a:cubicBezTo>
                  <a:cubicBezTo>
                    <a:pt x="5741" y="2282"/>
                    <a:pt x="2133" y="1239"/>
                    <a:pt x="288" y="27"/>
                  </a:cubicBezTo>
                  <a:cubicBezTo>
                    <a:pt x="260" y="9"/>
                    <a:pt x="228" y="0"/>
                    <a:pt x="19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1" name="Google Shape;5529;p73"/>
            <p:cNvSpPr/>
            <p:nvPr/>
          </p:nvSpPr>
          <p:spPr>
            <a:xfrm>
              <a:off x="3473352" y="3987013"/>
              <a:ext cx="184324" cy="46662"/>
            </a:xfrm>
            <a:custGeom>
              <a:avLst/>
              <a:gdLst/>
              <a:ahLst/>
              <a:cxnLst/>
              <a:rect l="l" t="t" r="r" b="b"/>
              <a:pathLst>
                <a:path w="10630" h="2691" extrusionOk="0">
                  <a:moveTo>
                    <a:pt x="200" y="0"/>
                  </a:moveTo>
                  <a:cubicBezTo>
                    <a:pt x="140" y="0"/>
                    <a:pt x="82" y="33"/>
                    <a:pt x="49" y="88"/>
                  </a:cubicBezTo>
                  <a:cubicBezTo>
                    <a:pt x="0" y="169"/>
                    <a:pt x="33" y="275"/>
                    <a:pt x="118" y="319"/>
                  </a:cubicBezTo>
                  <a:cubicBezTo>
                    <a:pt x="1780" y="1272"/>
                    <a:pt x="4861" y="2691"/>
                    <a:pt x="8420" y="2691"/>
                  </a:cubicBezTo>
                  <a:cubicBezTo>
                    <a:pt x="9109" y="2691"/>
                    <a:pt x="9795" y="2638"/>
                    <a:pt x="10476" y="2528"/>
                  </a:cubicBezTo>
                  <a:cubicBezTo>
                    <a:pt x="10565" y="2512"/>
                    <a:pt x="10630" y="2423"/>
                    <a:pt x="10617" y="2334"/>
                  </a:cubicBezTo>
                  <a:cubicBezTo>
                    <a:pt x="10603" y="2247"/>
                    <a:pt x="10531" y="2189"/>
                    <a:pt x="10449" y="2189"/>
                  </a:cubicBezTo>
                  <a:cubicBezTo>
                    <a:pt x="10439" y="2189"/>
                    <a:pt x="10429" y="2190"/>
                    <a:pt x="10419" y="2192"/>
                  </a:cubicBezTo>
                  <a:cubicBezTo>
                    <a:pt x="9741" y="2301"/>
                    <a:pt x="9075" y="2349"/>
                    <a:pt x="8424" y="2349"/>
                  </a:cubicBezTo>
                  <a:cubicBezTo>
                    <a:pt x="4936" y="2349"/>
                    <a:pt x="1917" y="956"/>
                    <a:pt x="284" y="23"/>
                  </a:cubicBezTo>
                  <a:cubicBezTo>
                    <a:pt x="257" y="8"/>
                    <a:pt x="228" y="0"/>
                    <a:pt x="2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2" name="Google Shape;5530;p73"/>
            <p:cNvSpPr/>
            <p:nvPr/>
          </p:nvSpPr>
          <p:spPr>
            <a:xfrm>
              <a:off x="3710025" y="3981776"/>
              <a:ext cx="167886" cy="56528"/>
            </a:xfrm>
            <a:custGeom>
              <a:avLst/>
              <a:gdLst/>
              <a:ahLst/>
              <a:cxnLst/>
              <a:rect l="l" t="t" r="r" b="b"/>
              <a:pathLst>
                <a:path w="9682" h="3260" extrusionOk="0">
                  <a:moveTo>
                    <a:pt x="9681" y="1"/>
                  </a:moveTo>
                  <a:lnTo>
                    <a:pt x="9681" y="1"/>
                  </a:lnTo>
                  <a:cubicBezTo>
                    <a:pt x="8279" y="1006"/>
                    <a:pt x="6730" y="1793"/>
                    <a:pt x="5088" y="2332"/>
                  </a:cubicBezTo>
                  <a:cubicBezTo>
                    <a:pt x="3459" y="2867"/>
                    <a:pt x="1740" y="3126"/>
                    <a:pt x="1" y="3143"/>
                  </a:cubicBezTo>
                  <a:cubicBezTo>
                    <a:pt x="517" y="3222"/>
                    <a:pt x="1041" y="3260"/>
                    <a:pt x="1566" y="3260"/>
                  </a:cubicBezTo>
                  <a:cubicBezTo>
                    <a:pt x="2792" y="3260"/>
                    <a:pt x="4025" y="3051"/>
                    <a:pt x="5198" y="2668"/>
                  </a:cubicBezTo>
                  <a:cubicBezTo>
                    <a:pt x="6868" y="2121"/>
                    <a:pt x="8441" y="1225"/>
                    <a:pt x="968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3" name="Google Shape;5531;p73"/>
            <p:cNvSpPr/>
            <p:nvPr/>
          </p:nvSpPr>
          <p:spPr>
            <a:xfrm>
              <a:off x="3895459" y="3904249"/>
              <a:ext cx="69759" cy="62164"/>
            </a:xfrm>
            <a:custGeom>
              <a:avLst/>
              <a:gdLst/>
              <a:ahLst/>
              <a:cxnLst/>
              <a:rect l="l" t="t" r="r" b="b"/>
              <a:pathLst>
                <a:path w="4023" h="3585" extrusionOk="0">
                  <a:moveTo>
                    <a:pt x="4022" y="1"/>
                  </a:moveTo>
                  <a:cubicBezTo>
                    <a:pt x="3325" y="580"/>
                    <a:pt x="2660" y="1172"/>
                    <a:pt x="1995" y="1776"/>
                  </a:cubicBezTo>
                  <a:cubicBezTo>
                    <a:pt x="1334" y="2376"/>
                    <a:pt x="657" y="2956"/>
                    <a:pt x="1" y="3584"/>
                  </a:cubicBezTo>
                  <a:cubicBezTo>
                    <a:pt x="816" y="3183"/>
                    <a:pt x="1561" y="2652"/>
                    <a:pt x="2234" y="2044"/>
                  </a:cubicBezTo>
                  <a:cubicBezTo>
                    <a:pt x="2907" y="1436"/>
                    <a:pt x="3532" y="767"/>
                    <a:pt x="402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4" name="Google Shape;5532;p73"/>
            <p:cNvSpPr/>
            <p:nvPr/>
          </p:nvSpPr>
          <p:spPr>
            <a:xfrm>
              <a:off x="3783339" y="3873748"/>
              <a:ext cx="168874" cy="116837"/>
            </a:xfrm>
            <a:custGeom>
              <a:avLst/>
              <a:gdLst/>
              <a:ahLst/>
              <a:cxnLst/>
              <a:rect l="l" t="t" r="r" b="b"/>
              <a:pathLst>
                <a:path w="9739" h="6738" extrusionOk="0">
                  <a:moveTo>
                    <a:pt x="9738" y="0"/>
                  </a:moveTo>
                  <a:lnTo>
                    <a:pt x="9738" y="0"/>
                  </a:lnTo>
                  <a:cubicBezTo>
                    <a:pt x="8494" y="1593"/>
                    <a:pt x="7038" y="2980"/>
                    <a:pt x="5396" y="4127"/>
                  </a:cubicBezTo>
                  <a:cubicBezTo>
                    <a:pt x="3755" y="5270"/>
                    <a:pt x="1930" y="6134"/>
                    <a:pt x="1" y="6738"/>
                  </a:cubicBezTo>
                  <a:cubicBezTo>
                    <a:pt x="2003" y="6405"/>
                    <a:pt x="3925" y="5578"/>
                    <a:pt x="5599" y="4419"/>
                  </a:cubicBezTo>
                  <a:cubicBezTo>
                    <a:pt x="7273" y="3259"/>
                    <a:pt x="8725" y="1755"/>
                    <a:pt x="973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5" name="Google Shape;5533;p73"/>
            <p:cNvSpPr/>
            <p:nvPr/>
          </p:nvSpPr>
          <p:spPr>
            <a:xfrm>
              <a:off x="2682700" y="1294475"/>
              <a:ext cx="1288830" cy="944111"/>
            </a:xfrm>
            <a:custGeom>
              <a:avLst/>
              <a:gdLst/>
              <a:ahLst/>
              <a:cxnLst/>
              <a:rect l="l" t="t" r="r" b="b"/>
              <a:pathLst>
                <a:path w="74327" h="54447" extrusionOk="0">
                  <a:moveTo>
                    <a:pt x="47754" y="1"/>
                  </a:moveTo>
                  <a:cubicBezTo>
                    <a:pt x="47754" y="1"/>
                    <a:pt x="51115" y="1282"/>
                    <a:pt x="54155" y="6880"/>
                  </a:cubicBezTo>
                  <a:cubicBezTo>
                    <a:pt x="54009" y="6771"/>
                    <a:pt x="50142" y="3892"/>
                    <a:pt x="43311" y="2802"/>
                  </a:cubicBezTo>
                  <a:cubicBezTo>
                    <a:pt x="41708" y="2544"/>
                    <a:pt x="39942" y="2386"/>
                    <a:pt x="38023" y="2386"/>
                  </a:cubicBezTo>
                  <a:cubicBezTo>
                    <a:pt x="34871" y="2386"/>
                    <a:pt x="31306" y="2812"/>
                    <a:pt x="27367" y="3921"/>
                  </a:cubicBezTo>
                  <a:cubicBezTo>
                    <a:pt x="27367" y="3921"/>
                    <a:pt x="27720" y="3890"/>
                    <a:pt x="28295" y="3890"/>
                  </a:cubicBezTo>
                  <a:cubicBezTo>
                    <a:pt x="29585" y="3890"/>
                    <a:pt x="31992" y="4044"/>
                    <a:pt x="34020" y="5040"/>
                  </a:cubicBezTo>
                  <a:cubicBezTo>
                    <a:pt x="34020" y="5040"/>
                    <a:pt x="33485" y="4930"/>
                    <a:pt x="32570" y="4930"/>
                  </a:cubicBezTo>
                  <a:cubicBezTo>
                    <a:pt x="30663" y="4930"/>
                    <a:pt x="27102" y="5404"/>
                    <a:pt x="23265" y="8323"/>
                  </a:cubicBezTo>
                  <a:cubicBezTo>
                    <a:pt x="19553" y="11150"/>
                    <a:pt x="14013" y="13153"/>
                    <a:pt x="8491" y="13153"/>
                  </a:cubicBezTo>
                  <a:cubicBezTo>
                    <a:pt x="5564" y="13153"/>
                    <a:pt x="2643" y="12591"/>
                    <a:pt x="0" y="11291"/>
                  </a:cubicBezTo>
                  <a:lnTo>
                    <a:pt x="0" y="11291"/>
                  </a:lnTo>
                  <a:cubicBezTo>
                    <a:pt x="118" y="11445"/>
                    <a:pt x="3953" y="16419"/>
                    <a:pt x="13694" y="17047"/>
                  </a:cubicBezTo>
                  <a:cubicBezTo>
                    <a:pt x="13694" y="17047"/>
                    <a:pt x="4698" y="21206"/>
                    <a:pt x="1577" y="29776"/>
                  </a:cubicBezTo>
                  <a:cubicBezTo>
                    <a:pt x="1577" y="29776"/>
                    <a:pt x="4739" y="27190"/>
                    <a:pt x="10305" y="24388"/>
                  </a:cubicBezTo>
                  <a:lnTo>
                    <a:pt x="10305" y="24388"/>
                  </a:lnTo>
                  <a:cubicBezTo>
                    <a:pt x="9482" y="24855"/>
                    <a:pt x="2218" y="29399"/>
                    <a:pt x="4062" y="43599"/>
                  </a:cubicBezTo>
                  <a:cubicBezTo>
                    <a:pt x="4062" y="43599"/>
                    <a:pt x="5967" y="36250"/>
                    <a:pt x="10374" y="35930"/>
                  </a:cubicBezTo>
                  <a:cubicBezTo>
                    <a:pt x="14784" y="35609"/>
                    <a:pt x="16755" y="35459"/>
                    <a:pt x="22333" y="29691"/>
                  </a:cubicBezTo>
                  <a:cubicBezTo>
                    <a:pt x="25482" y="26437"/>
                    <a:pt x="30960" y="25248"/>
                    <a:pt x="36156" y="25248"/>
                  </a:cubicBezTo>
                  <a:cubicBezTo>
                    <a:pt x="40164" y="25248"/>
                    <a:pt x="44004" y="25955"/>
                    <a:pt x="46477" y="26967"/>
                  </a:cubicBezTo>
                  <a:cubicBezTo>
                    <a:pt x="52161" y="29285"/>
                    <a:pt x="53600" y="35970"/>
                    <a:pt x="52720" y="43595"/>
                  </a:cubicBezTo>
                  <a:cubicBezTo>
                    <a:pt x="52043" y="49445"/>
                    <a:pt x="54115" y="53377"/>
                    <a:pt x="57054" y="54253"/>
                  </a:cubicBezTo>
                  <a:cubicBezTo>
                    <a:pt x="57471" y="54381"/>
                    <a:pt x="57906" y="54446"/>
                    <a:pt x="58352" y="54446"/>
                  </a:cubicBezTo>
                  <a:cubicBezTo>
                    <a:pt x="58863" y="54446"/>
                    <a:pt x="59389" y="54361"/>
                    <a:pt x="59924" y="54188"/>
                  </a:cubicBezTo>
                  <a:cubicBezTo>
                    <a:pt x="64213" y="52777"/>
                    <a:pt x="70164" y="44658"/>
                    <a:pt x="70164" y="44658"/>
                  </a:cubicBezTo>
                  <a:cubicBezTo>
                    <a:pt x="72328" y="41216"/>
                    <a:pt x="73690" y="31612"/>
                    <a:pt x="74011" y="26646"/>
                  </a:cubicBezTo>
                  <a:cubicBezTo>
                    <a:pt x="74327" y="21689"/>
                    <a:pt x="69766" y="16569"/>
                    <a:pt x="64164" y="15442"/>
                  </a:cubicBezTo>
                  <a:cubicBezTo>
                    <a:pt x="64164" y="15442"/>
                    <a:pt x="61444" y="7448"/>
                    <a:pt x="57520" y="4083"/>
                  </a:cubicBezTo>
                  <a:cubicBezTo>
                    <a:pt x="53600" y="718"/>
                    <a:pt x="47754" y="1"/>
                    <a:pt x="47754" y="1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6" name="Google Shape;5534;p73"/>
            <p:cNvSpPr/>
            <p:nvPr/>
          </p:nvSpPr>
          <p:spPr>
            <a:xfrm>
              <a:off x="2674481" y="1288302"/>
              <a:ext cx="1303309" cy="956492"/>
            </a:xfrm>
            <a:custGeom>
              <a:avLst/>
              <a:gdLst/>
              <a:ahLst/>
              <a:cxnLst/>
              <a:rect l="l" t="t" r="r" b="b"/>
              <a:pathLst>
                <a:path w="75162" h="55161" extrusionOk="0">
                  <a:moveTo>
                    <a:pt x="50105" y="1082"/>
                  </a:moveTo>
                  <a:lnTo>
                    <a:pt x="50105" y="1082"/>
                  </a:lnTo>
                  <a:cubicBezTo>
                    <a:pt x="52120" y="1577"/>
                    <a:pt x="55339" y="2631"/>
                    <a:pt x="57763" y="4706"/>
                  </a:cubicBezTo>
                  <a:cubicBezTo>
                    <a:pt x="61565" y="7966"/>
                    <a:pt x="64273" y="15834"/>
                    <a:pt x="64302" y="15915"/>
                  </a:cubicBezTo>
                  <a:cubicBezTo>
                    <a:pt x="64342" y="16033"/>
                    <a:pt x="64443" y="16122"/>
                    <a:pt x="64565" y="16150"/>
                  </a:cubicBezTo>
                  <a:cubicBezTo>
                    <a:pt x="70058" y="17249"/>
                    <a:pt x="74436" y="22211"/>
                    <a:pt x="74128" y="26982"/>
                  </a:cubicBezTo>
                  <a:cubicBezTo>
                    <a:pt x="73775" y="32451"/>
                    <a:pt x="72365" y="41596"/>
                    <a:pt x="70354" y="44799"/>
                  </a:cubicBezTo>
                  <a:cubicBezTo>
                    <a:pt x="70293" y="44880"/>
                    <a:pt x="64419" y="52854"/>
                    <a:pt x="60284" y="54203"/>
                  </a:cubicBezTo>
                  <a:cubicBezTo>
                    <a:pt x="59790" y="54368"/>
                    <a:pt x="59302" y="54449"/>
                    <a:pt x="58825" y="54449"/>
                  </a:cubicBezTo>
                  <a:cubicBezTo>
                    <a:pt x="58418" y="54449"/>
                    <a:pt x="58019" y="54390"/>
                    <a:pt x="57629" y="54272"/>
                  </a:cubicBezTo>
                  <a:cubicBezTo>
                    <a:pt x="55095" y="53514"/>
                    <a:pt x="52845" y="50044"/>
                    <a:pt x="53547" y="43996"/>
                  </a:cubicBezTo>
                  <a:cubicBezTo>
                    <a:pt x="54856" y="32657"/>
                    <a:pt x="50754" y="28494"/>
                    <a:pt x="47085" y="26998"/>
                  </a:cubicBezTo>
                  <a:cubicBezTo>
                    <a:pt x="44669" y="26009"/>
                    <a:pt x="40720" y="25259"/>
                    <a:pt x="36565" y="25259"/>
                  </a:cubicBezTo>
                  <a:cubicBezTo>
                    <a:pt x="31344" y="25259"/>
                    <a:pt x="25802" y="26439"/>
                    <a:pt x="22547" y="29800"/>
                  </a:cubicBezTo>
                  <a:cubicBezTo>
                    <a:pt x="17050" y="35483"/>
                    <a:pt x="15100" y="35621"/>
                    <a:pt x="10823" y="35937"/>
                  </a:cubicBezTo>
                  <a:cubicBezTo>
                    <a:pt x="7499" y="36176"/>
                    <a:pt x="5562" y="40027"/>
                    <a:pt x="4710" y="42277"/>
                  </a:cubicBezTo>
                  <a:cubicBezTo>
                    <a:pt x="3632" y="29617"/>
                    <a:pt x="10175" y="25494"/>
                    <a:pt x="10949" y="25053"/>
                  </a:cubicBezTo>
                  <a:cubicBezTo>
                    <a:pt x="11115" y="24955"/>
                    <a:pt x="11180" y="24749"/>
                    <a:pt x="11091" y="24574"/>
                  </a:cubicBezTo>
                  <a:cubicBezTo>
                    <a:pt x="11025" y="24454"/>
                    <a:pt x="10902" y="24387"/>
                    <a:pt x="10774" y="24387"/>
                  </a:cubicBezTo>
                  <a:cubicBezTo>
                    <a:pt x="10719" y="24387"/>
                    <a:pt x="10664" y="24399"/>
                    <a:pt x="10613" y="24424"/>
                  </a:cubicBezTo>
                  <a:cubicBezTo>
                    <a:pt x="6899" y="26293"/>
                    <a:pt x="4228" y="28089"/>
                    <a:pt x="2866" y="29070"/>
                  </a:cubicBezTo>
                  <a:cubicBezTo>
                    <a:pt x="6247" y="21534"/>
                    <a:pt x="14233" y="17768"/>
                    <a:pt x="14318" y="17723"/>
                  </a:cubicBezTo>
                  <a:cubicBezTo>
                    <a:pt x="14638" y="17561"/>
                    <a:pt x="14549" y="17083"/>
                    <a:pt x="14192" y="17046"/>
                  </a:cubicBezTo>
                  <a:cubicBezTo>
                    <a:pt x="7690" y="16625"/>
                    <a:pt x="3851" y="14217"/>
                    <a:pt x="2035" y="12692"/>
                  </a:cubicBezTo>
                  <a:lnTo>
                    <a:pt x="2035" y="12692"/>
                  </a:lnTo>
                  <a:cubicBezTo>
                    <a:pt x="4233" y="13491"/>
                    <a:pt x="6575" y="13845"/>
                    <a:pt x="8919" y="13845"/>
                  </a:cubicBezTo>
                  <a:cubicBezTo>
                    <a:pt x="14570" y="13845"/>
                    <a:pt x="20239" y="11791"/>
                    <a:pt x="23958" y="8963"/>
                  </a:cubicBezTo>
                  <a:cubicBezTo>
                    <a:pt x="27716" y="6100"/>
                    <a:pt x="31232" y="5649"/>
                    <a:pt x="33078" y="5649"/>
                  </a:cubicBezTo>
                  <a:cubicBezTo>
                    <a:pt x="33916" y="5649"/>
                    <a:pt x="34410" y="5742"/>
                    <a:pt x="34425" y="5744"/>
                  </a:cubicBezTo>
                  <a:cubicBezTo>
                    <a:pt x="34454" y="5751"/>
                    <a:pt x="34482" y="5754"/>
                    <a:pt x="34509" y="5754"/>
                  </a:cubicBezTo>
                  <a:cubicBezTo>
                    <a:pt x="34863" y="5754"/>
                    <a:pt x="35006" y="5241"/>
                    <a:pt x="34648" y="5075"/>
                  </a:cubicBezTo>
                  <a:cubicBezTo>
                    <a:pt x="33286" y="4406"/>
                    <a:pt x="31770" y="4102"/>
                    <a:pt x="30517" y="3977"/>
                  </a:cubicBezTo>
                  <a:cubicBezTo>
                    <a:pt x="33230" y="3393"/>
                    <a:pt x="35901" y="3099"/>
                    <a:pt x="38508" y="3099"/>
                  </a:cubicBezTo>
                  <a:cubicBezTo>
                    <a:pt x="40279" y="3099"/>
                    <a:pt x="42021" y="3234"/>
                    <a:pt x="43728" y="3507"/>
                  </a:cubicBezTo>
                  <a:cubicBezTo>
                    <a:pt x="50458" y="4581"/>
                    <a:pt x="54256" y="7398"/>
                    <a:pt x="54418" y="7520"/>
                  </a:cubicBezTo>
                  <a:cubicBezTo>
                    <a:pt x="54488" y="7575"/>
                    <a:pt x="54563" y="7599"/>
                    <a:pt x="54636" y="7599"/>
                  </a:cubicBezTo>
                  <a:cubicBezTo>
                    <a:pt x="54881" y="7599"/>
                    <a:pt x="55095" y="7325"/>
                    <a:pt x="54945" y="7062"/>
                  </a:cubicBezTo>
                  <a:cubicBezTo>
                    <a:pt x="53214" y="3888"/>
                    <a:pt x="51398" y="2071"/>
                    <a:pt x="50105" y="1082"/>
                  </a:cubicBezTo>
                  <a:close/>
                  <a:moveTo>
                    <a:pt x="48229" y="1"/>
                  </a:moveTo>
                  <a:cubicBezTo>
                    <a:pt x="48069" y="1"/>
                    <a:pt x="47924" y="109"/>
                    <a:pt x="47884" y="268"/>
                  </a:cubicBezTo>
                  <a:cubicBezTo>
                    <a:pt x="47843" y="442"/>
                    <a:pt x="47936" y="620"/>
                    <a:pt x="48102" y="689"/>
                  </a:cubicBezTo>
                  <a:cubicBezTo>
                    <a:pt x="48135" y="701"/>
                    <a:pt x="50871" y="1800"/>
                    <a:pt x="53579" y="6142"/>
                  </a:cubicBezTo>
                  <a:cubicBezTo>
                    <a:pt x="51893" y="5156"/>
                    <a:pt x="48565" y="3555"/>
                    <a:pt x="43842" y="2801"/>
                  </a:cubicBezTo>
                  <a:cubicBezTo>
                    <a:pt x="42098" y="2525"/>
                    <a:pt x="40321" y="2387"/>
                    <a:pt x="38515" y="2387"/>
                  </a:cubicBezTo>
                  <a:cubicBezTo>
                    <a:pt x="35019" y="2387"/>
                    <a:pt x="31416" y="2904"/>
                    <a:pt x="27748" y="3936"/>
                  </a:cubicBezTo>
                  <a:cubicBezTo>
                    <a:pt x="27349" y="4055"/>
                    <a:pt x="27443" y="4635"/>
                    <a:pt x="27841" y="4635"/>
                  </a:cubicBezTo>
                  <a:cubicBezTo>
                    <a:pt x="27852" y="4635"/>
                    <a:pt x="27863" y="4634"/>
                    <a:pt x="27874" y="4634"/>
                  </a:cubicBezTo>
                  <a:cubicBezTo>
                    <a:pt x="27884" y="4634"/>
                    <a:pt x="28227" y="4605"/>
                    <a:pt x="28778" y="4605"/>
                  </a:cubicBezTo>
                  <a:cubicBezTo>
                    <a:pt x="29580" y="4605"/>
                    <a:pt x="30821" y="4665"/>
                    <a:pt x="32122" y="4958"/>
                  </a:cubicBezTo>
                  <a:cubicBezTo>
                    <a:pt x="30055" y="5108"/>
                    <a:pt x="26901" y="5829"/>
                    <a:pt x="23528" y="8395"/>
                  </a:cubicBezTo>
                  <a:cubicBezTo>
                    <a:pt x="19915" y="11143"/>
                    <a:pt x="14408" y="13141"/>
                    <a:pt x="8928" y="13141"/>
                  </a:cubicBezTo>
                  <a:cubicBezTo>
                    <a:pt x="6064" y="13141"/>
                    <a:pt x="3207" y="12595"/>
                    <a:pt x="632" y="11326"/>
                  </a:cubicBezTo>
                  <a:cubicBezTo>
                    <a:pt x="577" y="11298"/>
                    <a:pt x="521" y="11286"/>
                    <a:pt x="468" y="11286"/>
                  </a:cubicBezTo>
                  <a:cubicBezTo>
                    <a:pt x="201" y="11286"/>
                    <a:pt x="1" y="11607"/>
                    <a:pt x="190" y="11857"/>
                  </a:cubicBezTo>
                  <a:cubicBezTo>
                    <a:pt x="344" y="12060"/>
                    <a:pt x="3920" y="16702"/>
                    <a:pt x="12936" y="17654"/>
                  </a:cubicBezTo>
                  <a:cubicBezTo>
                    <a:pt x="10418" y="19081"/>
                    <a:pt x="4204" y="23188"/>
                    <a:pt x="1723" y="30006"/>
                  </a:cubicBezTo>
                  <a:cubicBezTo>
                    <a:pt x="1666" y="30156"/>
                    <a:pt x="1719" y="30327"/>
                    <a:pt x="1848" y="30420"/>
                  </a:cubicBezTo>
                  <a:cubicBezTo>
                    <a:pt x="1910" y="30462"/>
                    <a:pt x="1982" y="30483"/>
                    <a:pt x="2054" y="30483"/>
                  </a:cubicBezTo>
                  <a:cubicBezTo>
                    <a:pt x="2134" y="30483"/>
                    <a:pt x="2214" y="30457"/>
                    <a:pt x="2278" y="30404"/>
                  </a:cubicBezTo>
                  <a:cubicBezTo>
                    <a:pt x="2306" y="30383"/>
                    <a:pt x="4386" y="28689"/>
                    <a:pt x="8083" y="26589"/>
                  </a:cubicBezTo>
                  <a:lnTo>
                    <a:pt x="8083" y="26589"/>
                  </a:lnTo>
                  <a:cubicBezTo>
                    <a:pt x="5776" y="29208"/>
                    <a:pt x="2943" y="34482"/>
                    <a:pt x="4179" y="44000"/>
                  </a:cubicBezTo>
                  <a:cubicBezTo>
                    <a:pt x="4204" y="44166"/>
                    <a:pt x="4341" y="44296"/>
                    <a:pt x="4508" y="44308"/>
                  </a:cubicBezTo>
                  <a:cubicBezTo>
                    <a:pt x="4513" y="44308"/>
                    <a:pt x="4519" y="44309"/>
                    <a:pt x="4525" y="44309"/>
                  </a:cubicBezTo>
                  <a:cubicBezTo>
                    <a:pt x="4688" y="44309"/>
                    <a:pt x="4834" y="44197"/>
                    <a:pt x="4881" y="44041"/>
                  </a:cubicBezTo>
                  <a:cubicBezTo>
                    <a:pt x="4893" y="43968"/>
                    <a:pt x="6774" y="36942"/>
                    <a:pt x="10880" y="36642"/>
                  </a:cubicBezTo>
                  <a:cubicBezTo>
                    <a:pt x="15339" y="36318"/>
                    <a:pt x="17374" y="36172"/>
                    <a:pt x="23058" y="30290"/>
                  </a:cubicBezTo>
                  <a:cubicBezTo>
                    <a:pt x="25462" y="27813"/>
                    <a:pt x="29653" y="26289"/>
                    <a:pt x="34855" y="26009"/>
                  </a:cubicBezTo>
                  <a:cubicBezTo>
                    <a:pt x="35422" y="25979"/>
                    <a:pt x="35996" y="25964"/>
                    <a:pt x="36574" y="25964"/>
                  </a:cubicBezTo>
                  <a:cubicBezTo>
                    <a:pt x="40332" y="25964"/>
                    <a:pt x="44206" y="26590"/>
                    <a:pt x="46813" y="27651"/>
                  </a:cubicBezTo>
                  <a:cubicBezTo>
                    <a:pt x="50259" y="29062"/>
                    <a:pt x="54098" y="33022"/>
                    <a:pt x="52841" y="43911"/>
                  </a:cubicBezTo>
                  <a:cubicBezTo>
                    <a:pt x="52095" y="50369"/>
                    <a:pt x="54605" y="54110"/>
                    <a:pt x="57422" y="54949"/>
                  </a:cubicBezTo>
                  <a:cubicBezTo>
                    <a:pt x="57876" y="55091"/>
                    <a:pt x="58351" y="55160"/>
                    <a:pt x="58825" y="55160"/>
                  </a:cubicBezTo>
                  <a:cubicBezTo>
                    <a:pt x="59396" y="55156"/>
                    <a:pt x="59964" y="55063"/>
                    <a:pt x="60507" y="54885"/>
                  </a:cubicBezTo>
                  <a:cubicBezTo>
                    <a:pt x="64857" y="53454"/>
                    <a:pt x="70678" y="45557"/>
                    <a:pt x="70942" y="45200"/>
                  </a:cubicBezTo>
                  <a:cubicBezTo>
                    <a:pt x="73236" y="41552"/>
                    <a:pt x="74554" y="31381"/>
                    <a:pt x="74837" y="27031"/>
                  </a:cubicBezTo>
                  <a:cubicBezTo>
                    <a:pt x="75162" y="21976"/>
                    <a:pt x="70634" y="16738"/>
                    <a:pt x="64906" y="15490"/>
                  </a:cubicBezTo>
                  <a:cubicBezTo>
                    <a:pt x="64456" y="14221"/>
                    <a:pt x="61881" y="7301"/>
                    <a:pt x="58221" y="4171"/>
                  </a:cubicBezTo>
                  <a:cubicBezTo>
                    <a:pt x="54268" y="774"/>
                    <a:pt x="48520" y="36"/>
                    <a:pt x="48277" y="4"/>
                  </a:cubicBezTo>
                  <a:cubicBezTo>
                    <a:pt x="48261" y="2"/>
                    <a:pt x="48245" y="1"/>
                    <a:pt x="4822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7" name="Google Shape;5535;p73"/>
            <p:cNvSpPr/>
            <p:nvPr/>
          </p:nvSpPr>
          <p:spPr>
            <a:xfrm>
              <a:off x="3433712" y="1294475"/>
              <a:ext cx="537817" cy="944111"/>
            </a:xfrm>
            <a:custGeom>
              <a:avLst/>
              <a:gdLst/>
              <a:ahLst/>
              <a:cxnLst/>
              <a:rect l="l" t="t" r="r" b="b"/>
              <a:pathLst>
                <a:path w="31016" h="54447" extrusionOk="0">
                  <a:moveTo>
                    <a:pt x="16601" y="19613"/>
                  </a:moveTo>
                  <a:lnTo>
                    <a:pt x="16601" y="19613"/>
                  </a:lnTo>
                  <a:cubicBezTo>
                    <a:pt x="16601" y="19613"/>
                    <a:pt x="16601" y="19613"/>
                    <a:pt x="16601" y="19613"/>
                  </a:cubicBezTo>
                  <a:cubicBezTo>
                    <a:pt x="16601" y="19613"/>
                    <a:pt x="16601" y="19613"/>
                    <a:pt x="16601" y="19613"/>
                  </a:cubicBezTo>
                  <a:close/>
                  <a:moveTo>
                    <a:pt x="4443" y="1"/>
                  </a:moveTo>
                  <a:cubicBezTo>
                    <a:pt x="4443" y="1"/>
                    <a:pt x="7804" y="1282"/>
                    <a:pt x="10844" y="6880"/>
                  </a:cubicBezTo>
                  <a:cubicBezTo>
                    <a:pt x="10698" y="6767"/>
                    <a:pt x="6831" y="3888"/>
                    <a:pt x="0" y="2802"/>
                  </a:cubicBezTo>
                  <a:lnTo>
                    <a:pt x="0" y="2802"/>
                  </a:lnTo>
                  <a:cubicBezTo>
                    <a:pt x="369" y="2932"/>
                    <a:pt x="730" y="3069"/>
                    <a:pt x="1095" y="3215"/>
                  </a:cubicBezTo>
                  <a:cubicBezTo>
                    <a:pt x="5736" y="5100"/>
                    <a:pt x="9863" y="8283"/>
                    <a:pt x="12847" y="12312"/>
                  </a:cubicBezTo>
                  <a:cubicBezTo>
                    <a:pt x="13288" y="12904"/>
                    <a:pt x="16844" y="19577"/>
                    <a:pt x="16601" y="19613"/>
                  </a:cubicBezTo>
                  <a:lnTo>
                    <a:pt x="16601" y="19613"/>
                  </a:lnTo>
                  <a:cubicBezTo>
                    <a:pt x="16776" y="19590"/>
                    <a:pt x="16951" y="19579"/>
                    <a:pt x="17126" y="19579"/>
                  </a:cubicBezTo>
                  <a:cubicBezTo>
                    <a:pt x="18742" y="19579"/>
                    <a:pt x="20294" y="20545"/>
                    <a:pt x="21279" y="21855"/>
                  </a:cubicBezTo>
                  <a:cubicBezTo>
                    <a:pt x="22369" y="23302"/>
                    <a:pt x="22864" y="25106"/>
                    <a:pt x="23180" y="26890"/>
                  </a:cubicBezTo>
                  <a:cubicBezTo>
                    <a:pt x="23828" y="30627"/>
                    <a:pt x="23776" y="34450"/>
                    <a:pt x="23022" y="38163"/>
                  </a:cubicBezTo>
                  <a:cubicBezTo>
                    <a:pt x="22829" y="38139"/>
                    <a:pt x="22638" y="38127"/>
                    <a:pt x="22450" y="38127"/>
                  </a:cubicBezTo>
                  <a:cubicBezTo>
                    <a:pt x="19685" y="38127"/>
                    <a:pt x="17466" y="40712"/>
                    <a:pt x="15887" y="43089"/>
                  </a:cubicBezTo>
                  <a:cubicBezTo>
                    <a:pt x="14695" y="44885"/>
                    <a:pt x="13536" y="46749"/>
                    <a:pt x="13037" y="48841"/>
                  </a:cubicBezTo>
                  <a:cubicBezTo>
                    <a:pt x="12608" y="50661"/>
                    <a:pt x="12762" y="52692"/>
                    <a:pt x="13743" y="54253"/>
                  </a:cubicBezTo>
                  <a:cubicBezTo>
                    <a:pt x="14160" y="54381"/>
                    <a:pt x="14595" y="54446"/>
                    <a:pt x="15041" y="54446"/>
                  </a:cubicBezTo>
                  <a:cubicBezTo>
                    <a:pt x="15552" y="54446"/>
                    <a:pt x="16078" y="54361"/>
                    <a:pt x="16613" y="54188"/>
                  </a:cubicBezTo>
                  <a:cubicBezTo>
                    <a:pt x="20902" y="52777"/>
                    <a:pt x="26853" y="44658"/>
                    <a:pt x="26853" y="44658"/>
                  </a:cubicBezTo>
                  <a:cubicBezTo>
                    <a:pt x="29017" y="41216"/>
                    <a:pt x="30379" y="31612"/>
                    <a:pt x="30700" y="26646"/>
                  </a:cubicBezTo>
                  <a:cubicBezTo>
                    <a:pt x="31016" y="21689"/>
                    <a:pt x="26455" y="16569"/>
                    <a:pt x="20853" y="15442"/>
                  </a:cubicBezTo>
                  <a:cubicBezTo>
                    <a:pt x="20853" y="15442"/>
                    <a:pt x="18133" y="7448"/>
                    <a:pt x="14209" y="4083"/>
                  </a:cubicBezTo>
                  <a:cubicBezTo>
                    <a:pt x="10289" y="718"/>
                    <a:pt x="4443" y="1"/>
                    <a:pt x="4443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8" name="Google Shape;5536;p73"/>
            <p:cNvSpPr/>
            <p:nvPr/>
          </p:nvSpPr>
          <p:spPr>
            <a:xfrm>
              <a:off x="3874513" y="1628374"/>
              <a:ext cx="61384" cy="181723"/>
            </a:xfrm>
            <a:custGeom>
              <a:avLst/>
              <a:gdLst/>
              <a:ahLst/>
              <a:cxnLst/>
              <a:rect l="l" t="t" r="r" b="b"/>
              <a:pathLst>
                <a:path w="3540" h="10480" extrusionOk="0">
                  <a:moveTo>
                    <a:pt x="1" y="0"/>
                  </a:moveTo>
                  <a:cubicBezTo>
                    <a:pt x="921" y="357"/>
                    <a:pt x="1501" y="1164"/>
                    <a:pt x="1890" y="2027"/>
                  </a:cubicBezTo>
                  <a:cubicBezTo>
                    <a:pt x="2283" y="2887"/>
                    <a:pt x="2514" y="3823"/>
                    <a:pt x="2717" y="4755"/>
                  </a:cubicBezTo>
                  <a:cubicBezTo>
                    <a:pt x="3122" y="6628"/>
                    <a:pt x="3260" y="8546"/>
                    <a:pt x="3199" y="10479"/>
                  </a:cubicBezTo>
                  <a:cubicBezTo>
                    <a:pt x="3540" y="8574"/>
                    <a:pt x="3467" y="6588"/>
                    <a:pt x="3065" y="4682"/>
                  </a:cubicBezTo>
                  <a:cubicBezTo>
                    <a:pt x="2850" y="3734"/>
                    <a:pt x="2599" y="2781"/>
                    <a:pt x="2145" y="1906"/>
                  </a:cubicBezTo>
                  <a:cubicBezTo>
                    <a:pt x="1914" y="1468"/>
                    <a:pt x="1634" y="1054"/>
                    <a:pt x="1274" y="710"/>
                  </a:cubicBezTo>
                  <a:cubicBezTo>
                    <a:pt x="921" y="361"/>
                    <a:pt x="483" y="118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" name="Google Shape;5537;p73"/>
            <p:cNvSpPr/>
            <p:nvPr/>
          </p:nvSpPr>
          <p:spPr>
            <a:xfrm>
              <a:off x="3914447" y="1837494"/>
              <a:ext cx="11254" cy="54274"/>
            </a:xfrm>
            <a:custGeom>
              <a:avLst/>
              <a:gdLst/>
              <a:ahLst/>
              <a:cxnLst/>
              <a:rect l="l" t="t" r="r" b="b"/>
              <a:pathLst>
                <a:path w="649" h="3130" extrusionOk="0">
                  <a:moveTo>
                    <a:pt x="523" y="0"/>
                  </a:moveTo>
                  <a:cubicBezTo>
                    <a:pt x="369" y="527"/>
                    <a:pt x="284" y="1038"/>
                    <a:pt x="203" y="1553"/>
                  </a:cubicBezTo>
                  <a:cubicBezTo>
                    <a:pt x="122" y="2072"/>
                    <a:pt x="29" y="2583"/>
                    <a:pt x="0" y="3130"/>
                  </a:cubicBezTo>
                  <a:cubicBezTo>
                    <a:pt x="296" y="2664"/>
                    <a:pt x="470" y="2141"/>
                    <a:pt x="552" y="1610"/>
                  </a:cubicBezTo>
                  <a:cubicBezTo>
                    <a:pt x="633" y="1079"/>
                    <a:pt x="649" y="531"/>
                    <a:pt x="5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" name="Google Shape;5538;p73"/>
            <p:cNvSpPr/>
            <p:nvPr/>
          </p:nvSpPr>
          <p:spPr>
            <a:xfrm>
              <a:off x="3893777" y="1919738"/>
              <a:ext cx="18779" cy="93150"/>
            </a:xfrm>
            <a:custGeom>
              <a:avLst/>
              <a:gdLst/>
              <a:ahLst/>
              <a:cxnLst/>
              <a:rect l="l" t="t" r="r" b="b"/>
              <a:pathLst>
                <a:path w="1083" h="5372" extrusionOk="0">
                  <a:moveTo>
                    <a:pt x="1083" y="0"/>
                  </a:moveTo>
                  <a:lnTo>
                    <a:pt x="1083" y="0"/>
                  </a:lnTo>
                  <a:cubicBezTo>
                    <a:pt x="645" y="815"/>
                    <a:pt x="365" y="1703"/>
                    <a:pt x="207" y="2615"/>
                  </a:cubicBezTo>
                  <a:cubicBezTo>
                    <a:pt x="49" y="3527"/>
                    <a:pt x="0" y="4460"/>
                    <a:pt x="130" y="5372"/>
                  </a:cubicBezTo>
                  <a:cubicBezTo>
                    <a:pt x="280" y="4460"/>
                    <a:pt x="406" y="3560"/>
                    <a:pt x="556" y="2676"/>
                  </a:cubicBezTo>
                  <a:cubicBezTo>
                    <a:pt x="710" y="1788"/>
                    <a:pt x="908" y="904"/>
                    <a:pt x="108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" name="Google Shape;5539;p73"/>
            <p:cNvSpPr/>
            <p:nvPr/>
          </p:nvSpPr>
          <p:spPr>
            <a:xfrm>
              <a:off x="3674798" y="1917345"/>
              <a:ext cx="39032" cy="178359"/>
            </a:xfrm>
            <a:custGeom>
              <a:avLst/>
              <a:gdLst/>
              <a:ahLst/>
              <a:cxnLst/>
              <a:rect l="l" t="t" r="r" b="b"/>
              <a:pathLst>
                <a:path w="2251" h="10286" extrusionOk="0">
                  <a:moveTo>
                    <a:pt x="840" y="1"/>
                  </a:moveTo>
                  <a:lnTo>
                    <a:pt x="840" y="1"/>
                  </a:lnTo>
                  <a:cubicBezTo>
                    <a:pt x="293" y="1711"/>
                    <a:pt x="1" y="3548"/>
                    <a:pt x="167" y="5352"/>
                  </a:cubicBezTo>
                  <a:cubicBezTo>
                    <a:pt x="333" y="7156"/>
                    <a:pt x="990" y="8980"/>
                    <a:pt x="2251" y="10285"/>
                  </a:cubicBezTo>
                  <a:cubicBezTo>
                    <a:pt x="1217" y="8805"/>
                    <a:pt x="690" y="7083"/>
                    <a:pt x="524" y="5319"/>
                  </a:cubicBezTo>
                  <a:cubicBezTo>
                    <a:pt x="354" y="3556"/>
                    <a:pt x="568" y="1772"/>
                    <a:pt x="84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" name="Google Shape;5540;p73"/>
            <p:cNvSpPr/>
            <p:nvPr/>
          </p:nvSpPr>
          <p:spPr>
            <a:xfrm>
              <a:off x="3619275" y="1665135"/>
              <a:ext cx="34888" cy="185590"/>
            </a:xfrm>
            <a:custGeom>
              <a:avLst/>
              <a:gdLst/>
              <a:ahLst/>
              <a:cxnLst/>
              <a:rect l="l" t="t" r="r" b="b"/>
              <a:pathLst>
                <a:path w="2012" h="10703" extrusionOk="0">
                  <a:moveTo>
                    <a:pt x="1448" y="0"/>
                  </a:moveTo>
                  <a:lnTo>
                    <a:pt x="1448" y="0"/>
                  </a:lnTo>
                  <a:cubicBezTo>
                    <a:pt x="507" y="1663"/>
                    <a:pt x="29" y="3596"/>
                    <a:pt x="0" y="5518"/>
                  </a:cubicBezTo>
                  <a:cubicBezTo>
                    <a:pt x="0" y="6483"/>
                    <a:pt x="82" y="7464"/>
                    <a:pt x="361" y="8388"/>
                  </a:cubicBezTo>
                  <a:cubicBezTo>
                    <a:pt x="637" y="9312"/>
                    <a:pt x="1180" y="10208"/>
                    <a:pt x="2011" y="10703"/>
                  </a:cubicBezTo>
                  <a:cubicBezTo>
                    <a:pt x="1265" y="10090"/>
                    <a:pt x="852" y="9215"/>
                    <a:pt x="629" y="8311"/>
                  </a:cubicBezTo>
                  <a:cubicBezTo>
                    <a:pt x="406" y="7411"/>
                    <a:pt x="353" y="6462"/>
                    <a:pt x="361" y="5526"/>
                  </a:cubicBezTo>
                  <a:cubicBezTo>
                    <a:pt x="373" y="3645"/>
                    <a:pt x="767" y="1780"/>
                    <a:pt x="144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" name="Google Shape;5541;p73"/>
            <p:cNvSpPr/>
            <p:nvPr/>
          </p:nvSpPr>
          <p:spPr>
            <a:xfrm>
              <a:off x="3616684" y="1358512"/>
              <a:ext cx="145309" cy="184688"/>
            </a:xfrm>
            <a:custGeom>
              <a:avLst/>
              <a:gdLst/>
              <a:ahLst/>
              <a:cxnLst/>
              <a:rect l="l" t="t" r="r" b="b"/>
              <a:pathLst>
                <a:path w="8380" h="10651" extrusionOk="0">
                  <a:moveTo>
                    <a:pt x="0" y="1"/>
                  </a:moveTo>
                  <a:lnTo>
                    <a:pt x="0" y="1"/>
                  </a:lnTo>
                  <a:cubicBezTo>
                    <a:pt x="2015" y="1144"/>
                    <a:pt x="3677" y="2782"/>
                    <a:pt x="5027" y="4630"/>
                  </a:cubicBezTo>
                  <a:cubicBezTo>
                    <a:pt x="6373" y="6483"/>
                    <a:pt x="7398" y="8558"/>
                    <a:pt x="8379" y="10650"/>
                  </a:cubicBezTo>
                  <a:cubicBezTo>
                    <a:pt x="7662" y="8453"/>
                    <a:pt x="6673" y="6292"/>
                    <a:pt x="5311" y="4419"/>
                  </a:cubicBezTo>
                  <a:cubicBezTo>
                    <a:pt x="3945" y="2542"/>
                    <a:pt x="2153" y="897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" name="Google Shape;5542;p73"/>
            <p:cNvSpPr/>
            <p:nvPr/>
          </p:nvSpPr>
          <p:spPr>
            <a:xfrm>
              <a:off x="3647671" y="1417138"/>
              <a:ext cx="77492" cy="94642"/>
            </a:xfrm>
            <a:custGeom>
              <a:avLst/>
              <a:gdLst/>
              <a:ahLst/>
              <a:cxnLst/>
              <a:rect l="l" t="t" r="r" b="b"/>
              <a:pathLst>
                <a:path w="4469" h="5458" extrusionOk="0">
                  <a:moveTo>
                    <a:pt x="1" y="1"/>
                  </a:moveTo>
                  <a:lnTo>
                    <a:pt x="1" y="1"/>
                  </a:lnTo>
                  <a:cubicBezTo>
                    <a:pt x="828" y="872"/>
                    <a:pt x="1708" y="1671"/>
                    <a:pt x="2498" y="2542"/>
                  </a:cubicBezTo>
                  <a:cubicBezTo>
                    <a:pt x="3289" y="3414"/>
                    <a:pt x="3978" y="4363"/>
                    <a:pt x="4468" y="5457"/>
                  </a:cubicBezTo>
                  <a:cubicBezTo>
                    <a:pt x="4245" y="4265"/>
                    <a:pt x="3585" y="3203"/>
                    <a:pt x="2762" y="2303"/>
                  </a:cubicBezTo>
                  <a:cubicBezTo>
                    <a:pt x="1943" y="1407"/>
                    <a:pt x="1002" y="657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" name="Google Shape;5543;p73"/>
            <p:cNvSpPr/>
            <p:nvPr/>
          </p:nvSpPr>
          <p:spPr>
            <a:xfrm>
              <a:off x="3839729" y="1632380"/>
              <a:ext cx="59060" cy="156494"/>
            </a:xfrm>
            <a:custGeom>
              <a:avLst/>
              <a:gdLst/>
              <a:ahLst/>
              <a:cxnLst/>
              <a:rect l="l" t="t" r="r" b="b"/>
              <a:pathLst>
                <a:path w="3406" h="9025" extrusionOk="0">
                  <a:moveTo>
                    <a:pt x="0" y="0"/>
                  </a:moveTo>
                  <a:lnTo>
                    <a:pt x="0" y="0"/>
                  </a:lnTo>
                  <a:cubicBezTo>
                    <a:pt x="989" y="1322"/>
                    <a:pt x="1804" y="2753"/>
                    <a:pt x="2371" y="4277"/>
                  </a:cubicBezTo>
                  <a:cubicBezTo>
                    <a:pt x="2663" y="5035"/>
                    <a:pt x="2882" y="5822"/>
                    <a:pt x="3032" y="6616"/>
                  </a:cubicBezTo>
                  <a:cubicBezTo>
                    <a:pt x="3162" y="7415"/>
                    <a:pt x="3186" y="8238"/>
                    <a:pt x="2919" y="9024"/>
                  </a:cubicBezTo>
                  <a:cubicBezTo>
                    <a:pt x="3320" y="8294"/>
                    <a:pt x="3405" y="7415"/>
                    <a:pt x="3312" y="6580"/>
                  </a:cubicBezTo>
                  <a:cubicBezTo>
                    <a:pt x="3215" y="5741"/>
                    <a:pt x="2992" y="4938"/>
                    <a:pt x="2704" y="4151"/>
                  </a:cubicBezTo>
                  <a:cubicBezTo>
                    <a:pt x="2116" y="2591"/>
                    <a:pt x="1204" y="1140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" name="Google Shape;5544;p73"/>
            <p:cNvSpPr/>
            <p:nvPr/>
          </p:nvSpPr>
          <p:spPr>
            <a:xfrm>
              <a:off x="3864948" y="1843251"/>
              <a:ext cx="20687" cy="144477"/>
            </a:xfrm>
            <a:custGeom>
              <a:avLst/>
              <a:gdLst/>
              <a:ahLst/>
              <a:cxnLst/>
              <a:rect l="l" t="t" r="r" b="b"/>
              <a:pathLst>
                <a:path w="1193" h="8332" extrusionOk="0">
                  <a:moveTo>
                    <a:pt x="1038" y="1"/>
                  </a:moveTo>
                  <a:lnTo>
                    <a:pt x="1038" y="1"/>
                  </a:lnTo>
                  <a:cubicBezTo>
                    <a:pt x="913" y="1403"/>
                    <a:pt x="795" y="2798"/>
                    <a:pt x="625" y="4180"/>
                  </a:cubicBezTo>
                  <a:cubicBezTo>
                    <a:pt x="451" y="5567"/>
                    <a:pt x="224" y="6937"/>
                    <a:pt x="1" y="8331"/>
                  </a:cubicBezTo>
                  <a:cubicBezTo>
                    <a:pt x="491" y="7010"/>
                    <a:pt x="807" y="5619"/>
                    <a:pt x="973" y="4221"/>
                  </a:cubicBezTo>
                  <a:cubicBezTo>
                    <a:pt x="1140" y="2822"/>
                    <a:pt x="1192" y="1403"/>
                    <a:pt x="103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7" name="Google Shape;5545;p73"/>
            <p:cNvSpPr/>
            <p:nvPr/>
          </p:nvSpPr>
          <p:spPr>
            <a:xfrm>
              <a:off x="3344151" y="1363089"/>
              <a:ext cx="253996" cy="66586"/>
            </a:xfrm>
            <a:custGeom>
              <a:avLst/>
              <a:gdLst/>
              <a:ahLst/>
              <a:cxnLst/>
              <a:rect l="l" t="t" r="r" b="b"/>
              <a:pathLst>
                <a:path w="14648" h="3840" extrusionOk="0">
                  <a:moveTo>
                    <a:pt x="1689" y="0"/>
                  </a:moveTo>
                  <a:cubicBezTo>
                    <a:pt x="1126" y="0"/>
                    <a:pt x="562" y="19"/>
                    <a:pt x="1" y="57"/>
                  </a:cubicBezTo>
                  <a:cubicBezTo>
                    <a:pt x="2575" y="162"/>
                    <a:pt x="5125" y="454"/>
                    <a:pt x="7622" y="1014"/>
                  </a:cubicBezTo>
                  <a:cubicBezTo>
                    <a:pt x="8874" y="1293"/>
                    <a:pt x="10123" y="1630"/>
                    <a:pt x="11327" y="2023"/>
                  </a:cubicBezTo>
                  <a:cubicBezTo>
                    <a:pt x="12535" y="2412"/>
                    <a:pt x="13751" y="2899"/>
                    <a:pt x="14647" y="3839"/>
                  </a:cubicBezTo>
                  <a:cubicBezTo>
                    <a:pt x="13857" y="2797"/>
                    <a:pt x="12620" y="2197"/>
                    <a:pt x="11420" y="1760"/>
                  </a:cubicBezTo>
                  <a:cubicBezTo>
                    <a:pt x="10204" y="1310"/>
                    <a:pt x="8964" y="949"/>
                    <a:pt x="7699" y="669"/>
                  </a:cubicBezTo>
                  <a:cubicBezTo>
                    <a:pt x="5728" y="238"/>
                    <a:pt x="3707" y="0"/>
                    <a:pt x="168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8" name="Google Shape;5546;p73"/>
            <p:cNvSpPr/>
            <p:nvPr/>
          </p:nvSpPr>
          <p:spPr>
            <a:xfrm>
              <a:off x="3400385" y="1394336"/>
              <a:ext cx="162320" cy="31958"/>
            </a:xfrm>
            <a:custGeom>
              <a:avLst/>
              <a:gdLst/>
              <a:ahLst/>
              <a:cxnLst/>
              <a:rect l="l" t="t" r="r" b="b"/>
              <a:pathLst>
                <a:path w="9361" h="1843" extrusionOk="0">
                  <a:moveTo>
                    <a:pt x="1358" y="0"/>
                  </a:moveTo>
                  <a:cubicBezTo>
                    <a:pt x="906" y="0"/>
                    <a:pt x="453" y="11"/>
                    <a:pt x="1" y="31"/>
                  </a:cubicBezTo>
                  <a:cubicBezTo>
                    <a:pt x="1598" y="241"/>
                    <a:pt x="3195" y="355"/>
                    <a:pt x="4764" y="594"/>
                  </a:cubicBezTo>
                  <a:cubicBezTo>
                    <a:pt x="6337" y="833"/>
                    <a:pt x="7881" y="1214"/>
                    <a:pt x="9361" y="1843"/>
                  </a:cubicBezTo>
                  <a:cubicBezTo>
                    <a:pt x="8007" y="959"/>
                    <a:pt x="6422" y="489"/>
                    <a:pt x="4821" y="245"/>
                  </a:cubicBezTo>
                  <a:cubicBezTo>
                    <a:pt x="3670" y="71"/>
                    <a:pt x="2514" y="0"/>
                    <a:pt x="135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" name="Google Shape;5547;p73"/>
            <p:cNvSpPr/>
            <p:nvPr/>
          </p:nvSpPr>
          <p:spPr>
            <a:xfrm>
              <a:off x="3369676" y="1633299"/>
              <a:ext cx="188052" cy="36969"/>
            </a:xfrm>
            <a:custGeom>
              <a:avLst/>
              <a:gdLst/>
              <a:ahLst/>
              <a:cxnLst/>
              <a:rect l="l" t="t" r="r" b="b"/>
              <a:pathLst>
                <a:path w="10845" h="2132" extrusionOk="0">
                  <a:moveTo>
                    <a:pt x="10844" y="0"/>
                  </a:moveTo>
                  <a:lnTo>
                    <a:pt x="10844" y="0"/>
                  </a:lnTo>
                  <a:cubicBezTo>
                    <a:pt x="9190" y="860"/>
                    <a:pt x="7398" y="1427"/>
                    <a:pt x="5550" y="1674"/>
                  </a:cubicBezTo>
                  <a:cubicBezTo>
                    <a:pt x="4879" y="1761"/>
                    <a:pt x="4205" y="1804"/>
                    <a:pt x="3531" y="1804"/>
                  </a:cubicBezTo>
                  <a:cubicBezTo>
                    <a:pt x="2345" y="1804"/>
                    <a:pt x="1161" y="1671"/>
                    <a:pt x="0" y="1407"/>
                  </a:cubicBezTo>
                  <a:lnTo>
                    <a:pt x="0" y="1407"/>
                  </a:lnTo>
                  <a:cubicBezTo>
                    <a:pt x="1268" y="1897"/>
                    <a:pt x="2636" y="2131"/>
                    <a:pt x="4006" y="2131"/>
                  </a:cubicBezTo>
                  <a:cubicBezTo>
                    <a:pt x="4537" y="2131"/>
                    <a:pt x="5069" y="2096"/>
                    <a:pt x="5594" y="2027"/>
                  </a:cubicBezTo>
                  <a:cubicBezTo>
                    <a:pt x="7475" y="1776"/>
                    <a:pt x="9320" y="1103"/>
                    <a:pt x="1084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" name="Google Shape;5548;p73"/>
            <p:cNvSpPr/>
            <p:nvPr/>
          </p:nvSpPr>
          <p:spPr>
            <a:xfrm>
              <a:off x="3266260" y="1656898"/>
              <a:ext cx="66447" cy="7057"/>
            </a:xfrm>
            <a:custGeom>
              <a:avLst/>
              <a:gdLst/>
              <a:ahLst/>
              <a:cxnLst/>
              <a:rect l="l" t="t" r="r" b="b"/>
              <a:pathLst>
                <a:path w="3832" h="407" extrusionOk="0">
                  <a:moveTo>
                    <a:pt x="2014" y="0"/>
                  </a:moveTo>
                  <a:cubicBezTo>
                    <a:pt x="1979" y="0"/>
                    <a:pt x="1945" y="1"/>
                    <a:pt x="1910" y="1"/>
                  </a:cubicBezTo>
                  <a:cubicBezTo>
                    <a:pt x="1258" y="9"/>
                    <a:pt x="597" y="123"/>
                    <a:pt x="1" y="407"/>
                  </a:cubicBezTo>
                  <a:cubicBezTo>
                    <a:pt x="658" y="394"/>
                    <a:pt x="1282" y="366"/>
                    <a:pt x="1914" y="354"/>
                  </a:cubicBezTo>
                  <a:cubicBezTo>
                    <a:pt x="2007" y="353"/>
                    <a:pt x="2099" y="352"/>
                    <a:pt x="2192" y="352"/>
                  </a:cubicBezTo>
                  <a:cubicBezTo>
                    <a:pt x="2638" y="352"/>
                    <a:pt x="3083" y="364"/>
                    <a:pt x="3544" y="364"/>
                  </a:cubicBezTo>
                  <a:cubicBezTo>
                    <a:pt x="3639" y="364"/>
                    <a:pt x="3735" y="363"/>
                    <a:pt x="3832" y="362"/>
                  </a:cubicBezTo>
                  <a:cubicBezTo>
                    <a:pt x="3260" y="105"/>
                    <a:pt x="2633" y="0"/>
                    <a:pt x="20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" name="Google Shape;5549;p73"/>
            <p:cNvSpPr/>
            <p:nvPr/>
          </p:nvSpPr>
          <p:spPr>
            <a:xfrm>
              <a:off x="2999848" y="1655875"/>
              <a:ext cx="201907" cy="86388"/>
            </a:xfrm>
            <a:custGeom>
              <a:avLst/>
              <a:gdLst/>
              <a:ahLst/>
              <a:cxnLst/>
              <a:rect l="l" t="t" r="r" b="b"/>
              <a:pathLst>
                <a:path w="11644" h="4982" extrusionOk="0">
                  <a:moveTo>
                    <a:pt x="10218" y="0"/>
                  </a:moveTo>
                  <a:cubicBezTo>
                    <a:pt x="9614" y="0"/>
                    <a:pt x="9007" y="83"/>
                    <a:pt x="8417" y="222"/>
                  </a:cubicBezTo>
                  <a:cubicBezTo>
                    <a:pt x="7351" y="470"/>
                    <a:pt x="6345" y="899"/>
                    <a:pt x="5380" y="1394"/>
                  </a:cubicBezTo>
                  <a:cubicBezTo>
                    <a:pt x="3467" y="2395"/>
                    <a:pt x="1647" y="3583"/>
                    <a:pt x="1" y="4982"/>
                  </a:cubicBezTo>
                  <a:cubicBezTo>
                    <a:pt x="1809" y="3810"/>
                    <a:pt x="3641" y="2691"/>
                    <a:pt x="5542" y="1710"/>
                  </a:cubicBezTo>
                  <a:cubicBezTo>
                    <a:pt x="6491" y="1220"/>
                    <a:pt x="7468" y="786"/>
                    <a:pt x="8486" y="490"/>
                  </a:cubicBezTo>
                  <a:cubicBezTo>
                    <a:pt x="9265" y="267"/>
                    <a:pt x="10067" y="127"/>
                    <a:pt x="10881" y="127"/>
                  </a:cubicBezTo>
                  <a:cubicBezTo>
                    <a:pt x="11134" y="127"/>
                    <a:pt x="11389" y="141"/>
                    <a:pt x="11644" y="170"/>
                  </a:cubicBezTo>
                  <a:cubicBezTo>
                    <a:pt x="11178" y="53"/>
                    <a:pt x="10699" y="0"/>
                    <a:pt x="1021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" name="Google Shape;5550;p73"/>
            <p:cNvSpPr/>
            <p:nvPr/>
          </p:nvSpPr>
          <p:spPr>
            <a:xfrm>
              <a:off x="2872139" y="1502624"/>
              <a:ext cx="123721" cy="33744"/>
            </a:xfrm>
            <a:custGeom>
              <a:avLst/>
              <a:gdLst/>
              <a:ahLst/>
              <a:cxnLst/>
              <a:rect l="l" t="t" r="r" b="b"/>
              <a:pathLst>
                <a:path w="7135" h="1946" extrusionOk="0">
                  <a:moveTo>
                    <a:pt x="7135" y="0"/>
                  </a:moveTo>
                  <a:lnTo>
                    <a:pt x="7135" y="0"/>
                  </a:lnTo>
                  <a:cubicBezTo>
                    <a:pt x="6077" y="677"/>
                    <a:pt x="4893" y="1014"/>
                    <a:pt x="3681" y="1241"/>
                  </a:cubicBezTo>
                  <a:cubicBezTo>
                    <a:pt x="2469" y="1468"/>
                    <a:pt x="1208" y="1577"/>
                    <a:pt x="0" y="1946"/>
                  </a:cubicBezTo>
                  <a:cubicBezTo>
                    <a:pt x="1253" y="1853"/>
                    <a:pt x="2509" y="1824"/>
                    <a:pt x="3742" y="1589"/>
                  </a:cubicBezTo>
                  <a:cubicBezTo>
                    <a:pt x="4974" y="1358"/>
                    <a:pt x="6251" y="912"/>
                    <a:pt x="713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3" name="Google Shape;5551;p73"/>
            <p:cNvSpPr/>
            <p:nvPr/>
          </p:nvSpPr>
          <p:spPr>
            <a:xfrm>
              <a:off x="3028321" y="1418612"/>
              <a:ext cx="148482" cy="73192"/>
            </a:xfrm>
            <a:custGeom>
              <a:avLst/>
              <a:gdLst/>
              <a:ahLst/>
              <a:cxnLst/>
              <a:rect l="l" t="t" r="r" b="b"/>
              <a:pathLst>
                <a:path w="8563" h="4221" extrusionOk="0">
                  <a:moveTo>
                    <a:pt x="8562" y="1"/>
                  </a:moveTo>
                  <a:cubicBezTo>
                    <a:pt x="7180" y="816"/>
                    <a:pt x="5794" y="1602"/>
                    <a:pt x="4371" y="2307"/>
                  </a:cubicBezTo>
                  <a:cubicBezTo>
                    <a:pt x="2948" y="3009"/>
                    <a:pt x="1484" y="3625"/>
                    <a:pt x="1" y="4221"/>
                  </a:cubicBezTo>
                  <a:cubicBezTo>
                    <a:pt x="1570" y="3892"/>
                    <a:pt x="3090" y="3333"/>
                    <a:pt x="4529" y="2620"/>
                  </a:cubicBezTo>
                  <a:cubicBezTo>
                    <a:pt x="5968" y="1906"/>
                    <a:pt x="7342" y="1051"/>
                    <a:pt x="856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4" name="Google Shape;5552;p73"/>
            <p:cNvSpPr/>
            <p:nvPr/>
          </p:nvSpPr>
          <p:spPr>
            <a:xfrm>
              <a:off x="3736025" y="2009871"/>
              <a:ext cx="100607" cy="53425"/>
            </a:xfrm>
            <a:custGeom>
              <a:avLst/>
              <a:gdLst/>
              <a:ahLst/>
              <a:cxnLst/>
              <a:rect l="l" t="t" r="r" b="b"/>
              <a:pathLst>
                <a:path w="5802" h="3081" extrusionOk="0">
                  <a:moveTo>
                    <a:pt x="4698" y="0"/>
                  </a:moveTo>
                  <a:cubicBezTo>
                    <a:pt x="3900" y="0"/>
                    <a:pt x="3091" y="207"/>
                    <a:pt x="2376" y="571"/>
                  </a:cubicBezTo>
                  <a:cubicBezTo>
                    <a:pt x="1330" y="1110"/>
                    <a:pt x="426" y="1998"/>
                    <a:pt x="1" y="3080"/>
                  </a:cubicBezTo>
                  <a:cubicBezTo>
                    <a:pt x="653" y="2152"/>
                    <a:pt x="1525" y="1402"/>
                    <a:pt x="2539" y="891"/>
                  </a:cubicBezTo>
                  <a:cubicBezTo>
                    <a:pt x="3515" y="399"/>
                    <a:pt x="4590" y="140"/>
                    <a:pt x="5679" y="140"/>
                  </a:cubicBezTo>
                  <a:cubicBezTo>
                    <a:pt x="5720" y="140"/>
                    <a:pt x="5761" y="141"/>
                    <a:pt x="5802" y="141"/>
                  </a:cubicBezTo>
                  <a:cubicBezTo>
                    <a:pt x="5443" y="46"/>
                    <a:pt x="5072" y="0"/>
                    <a:pt x="469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" name="Google Shape;5553;p73"/>
            <p:cNvSpPr/>
            <p:nvPr/>
          </p:nvSpPr>
          <p:spPr>
            <a:xfrm>
              <a:off x="3212489" y="1405399"/>
              <a:ext cx="154101" cy="20756"/>
            </a:xfrm>
            <a:custGeom>
              <a:avLst/>
              <a:gdLst/>
              <a:ahLst/>
              <a:cxnLst/>
              <a:rect l="l" t="t" r="r" b="b"/>
              <a:pathLst>
                <a:path w="8887" h="1197" extrusionOk="0">
                  <a:moveTo>
                    <a:pt x="4998" y="1"/>
                  </a:moveTo>
                  <a:cubicBezTo>
                    <a:pt x="4796" y="1"/>
                    <a:pt x="4593" y="6"/>
                    <a:pt x="4391" y="17"/>
                  </a:cubicBezTo>
                  <a:cubicBezTo>
                    <a:pt x="2863" y="98"/>
                    <a:pt x="1343" y="479"/>
                    <a:pt x="1" y="1197"/>
                  </a:cubicBezTo>
                  <a:cubicBezTo>
                    <a:pt x="1444" y="738"/>
                    <a:pt x="2924" y="455"/>
                    <a:pt x="4411" y="374"/>
                  </a:cubicBezTo>
                  <a:cubicBezTo>
                    <a:pt x="4699" y="357"/>
                    <a:pt x="4987" y="349"/>
                    <a:pt x="5275" y="349"/>
                  </a:cubicBezTo>
                  <a:cubicBezTo>
                    <a:pt x="6480" y="349"/>
                    <a:pt x="7686" y="489"/>
                    <a:pt x="8887" y="734"/>
                  </a:cubicBezTo>
                  <a:cubicBezTo>
                    <a:pt x="7666" y="235"/>
                    <a:pt x="6332" y="1"/>
                    <a:pt x="499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" name="Google Shape;5554;p73"/>
            <p:cNvSpPr/>
            <p:nvPr/>
          </p:nvSpPr>
          <p:spPr>
            <a:xfrm>
              <a:off x="3788402" y="1593209"/>
              <a:ext cx="82608" cy="30397"/>
            </a:xfrm>
            <a:custGeom>
              <a:avLst/>
              <a:gdLst/>
              <a:ahLst/>
              <a:cxnLst/>
              <a:rect l="l" t="t" r="r" b="b"/>
              <a:pathLst>
                <a:path w="4764" h="1753" extrusionOk="0">
                  <a:moveTo>
                    <a:pt x="710" y="1"/>
                  </a:moveTo>
                  <a:cubicBezTo>
                    <a:pt x="472" y="1"/>
                    <a:pt x="235" y="18"/>
                    <a:pt x="1" y="54"/>
                  </a:cubicBezTo>
                  <a:cubicBezTo>
                    <a:pt x="860" y="196"/>
                    <a:pt x="1671" y="391"/>
                    <a:pt x="2465" y="670"/>
                  </a:cubicBezTo>
                  <a:cubicBezTo>
                    <a:pt x="3260" y="946"/>
                    <a:pt x="4010" y="1323"/>
                    <a:pt x="4764" y="1753"/>
                  </a:cubicBezTo>
                  <a:cubicBezTo>
                    <a:pt x="4184" y="1100"/>
                    <a:pt x="3414" y="622"/>
                    <a:pt x="2587" y="334"/>
                  </a:cubicBezTo>
                  <a:cubicBezTo>
                    <a:pt x="1985" y="124"/>
                    <a:pt x="1346" y="1"/>
                    <a:pt x="71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7" name="Google Shape;5555;p73"/>
            <p:cNvSpPr/>
            <p:nvPr/>
          </p:nvSpPr>
          <p:spPr>
            <a:xfrm>
              <a:off x="2609161" y="1961302"/>
              <a:ext cx="167314" cy="254170"/>
            </a:xfrm>
            <a:custGeom>
              <a:avLst/>
              <a:gdLst/>
              <a:ahLst/>
              <a:cxnLst/>
              <a:rect l="l" t="t" r="r" b="b"/>
              <a:pathLst>
                <a:path w="9649" h="14658" extrusionOk="0">
                  <a:moveTo>
                    <a:pt x="5397" y="0"/>
                  </a:moveTo>
                  <a:cubicBezTo>
                    <a:pt x="5222" y="0"/>
                    <a:pt x="5042" y="13"/>
                    <a:pt x="4857" y="40"/>
                  </a:cubicBezTo>
                  <a:lnTo>
                    <a:pt x="4723" y="60"/>
                  </a:lnTo>
                  <a:cubicBezTo>
                    <a:pt x="2153" y="514"/>
                    <a:pt x="1" y="3145"/>
                    <a:pt x="755" y="6891"/>
                  </a:cubicBezTo>
                  <a:cubicBezTo>
                    <a:pt x="1302" y="9558"/>
                    <a:pt x="3086" y="12493"/>
                    <a:pt x="5757" y="13867"/>
                  </a:cubicBezTo>
                  <a:cubicBezTo>
                    <a:pt x="6754" y="14388"/>
                    <a:pt x="7862" y="14658"/>
                    <a:pt x="8980" y="14658"/>
                  </a:cubicBezTo>
                  <a:cubicBezTo>
                    <a:pt x="9203" y="14658"/>
                    <a:pt x="9426" y="14647"/>
                    <a:pt x="9649" y="14625"/>
                  </a:cubicBezTo>
                  <a:cubicBezTo>
                    <a:pt x="9649" y="14625"/>
                    <a:pt x="8108" y="8046"/>
                    <a:pt x="9183" y="2204"/>
                  </a:cubicBezTo>
                  <a:cubicBezTo>
                    <a:pt x="9183" y="2204"/>
                    <a:pt x="7714" y="0"/>
                    <a:pt x="5397" y="0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8" name="Google Shape;5556;p73"/>
            <p:cNvSpPr/>
            <p:nvPr/>
          </p:nvSpPr>
          <p:spPr>
            <a:xfrm>
              <a:off x="2609733" y="1955164"/>
              <a:ext cx="174406" cy="266498"/>
            </a:xfrm>
            <a:custGeom>
              <a:avLst/>
              <a:gdLst/>
              <a:ahLst/>
              <a:cxnLst/>
              <a:rect l="l" t="t" r="r" b="b"/>
              <a:pathLst>
                <a:path w="10058" h="15369" extrusionOk="0">
                  <a:moveTo>
                    <a:pt x="5359" y="706"/>
                  </a:moveTo>
                  <a:cubicBezTo>
                    <a:pt x="7167" y="706"/>
                    <a:pt x="8452" y="2218"/>
                    <a:pt x="8777" y="2644"/>
                  </a:cubicBezTo>
                  <a:cubicBezTo>
                    <a:pt x="7897" y="7614"/>
                    <a:pt x="8878" y="13127"/>
                    <a:pt x="9186" y="14651"/>
                  </a:cubicBezTo>
                  <a:cubicBezTo>
                    <a:pt x="9102" y="14654"/>
                    <a:pt x="9017" y="14656"/>
                    <a:pt x="8933" y="14656"/>
                  </a:cubicBezTo>
                  <a:cubicBezTo>
                    <a:pt x="7872" y="14656"/>
                    <a:pt x="6825" y="14397"/>
                    <a:pt x="5886" y="13901"/>
                  </a:cubicBezTo>
                  <a:cubicBezTo>
                    <a:pt x="3551" y="12705"/>
                    <a:pt x="1662" y="10062"/>
                    <a:pt x="1074" y="7180"/>
                  </a:cubicBezTo>
                  <a:cubicBezTo>
                    <a:pt x="637" y="5019"/>
                    <a:pt x="1241" y="3544"/>
                    <a:pt x="1824" y="2692"/>
                  </a:cubicBezTo>
                  <a:cubicBezTo>
                    <a:pt x="2518" y="1675"/>
                    <a:pt x="3588" y="969"/>
                    <a:pt x="4751" y="763"/>
                  </a:cubicBezTo>
                  <a:lnTo>
                    <a:pt x="4877" y="742"/>
                  </a:lnTo>
                  <a:cubicBezTo>
                    <a:pt x="5039" y="722"/>
                    <a:pt x="5197" y="710"/>
                    <a:pt x="5359" y="706"/>
                  </a:cubicBezTo>
                  <a:close/>
                  <a:moveTo>
                    <a:pt x="5374" y="0"/>
                  </a:moveTo>
                  <a:cubicBezTo>
                    <a:pt x="5178" y="0"/>
                    <a:pt x="4975" y="14"/>
                    <a:pt x="4767" y="45"/>
                  </a:cubicBezTo>
                  <a:lnTo>
                    <a:pt x="4630" y="65"/>
                  </a:lnTo>
                  <a:cubicBezTo>
                    <a:pt x="3276" y="300"/>
                    <a:pt x="2035" y="1115"/>
                    <a:pt x="1233" y="2295"/>
                  </a:cubicBezTo>
                  <a:cubicBezTo>
                    <a:pt x="304" y="3661"/>
                    <a:pt x="0" y="5445"/>
                    <a:pt x="377" y="7314"/>
                  </a:cubicBezTo>
                  <a:cubicBezTo>
                    <a:pt x="1006" y="10407"/>
                    <a:pt x="3041" y="13244"/>
                    <a:pt x="5558" y="14537"/>
                  </a:cubicBezTo>
                  <a:cubicBezTo>
                    <a:pt x="6604" y="15081"/>
                    <a:pt x="7767" y="15368"/>
                    <a:pt x="8947" y="15368"/>
                  </a:cubicBezTo>
                  <a:cubicBezTo>
                    <a:pt x="9182" y="15368"/>
                    <a:pt x="9413" y="15356"/>
                    <a:pt x="9652" y="15336"/>
                  </a:cubicBezTo>
                  <a:lnTo>
                    <a:pt x="10058" y="15296"/>
                  </a:lnTo>
                  <a:lnTo>
                    <a:pt x="9964" y="14902"/>
                  </a:lnTo>
                  <a:cubicBezTo>
                    <a:pt x="9944" y="14833"/>
                    <a:pt x="8452" y="8323"/>
                    <a:pt x="9498" y="2623"/>
                  </a:cubicBezTo>
                  <a:lnTo>
                    <a:pt x="9527" y="2481"/>
                  </a:lnTo>
                  <a:lnTo>
                    <a:pt x="9450" y="2360"/>
                  </a:lnTo>
                  <a:cubicBezTo>
                    <a:pt x="9378" y="2255"/>
                    <a:pt x="7843" y="0"/>
                    <a:pt x="537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9" name="Google Shape;5557;p73"/>
            <p:cNvSpPr/>
            <p:nvPr/>
          </p:nvSpPr>
          <p:spPr>
            <a:xfrm>
              <a:off x="2691058" y="1961302"/>
              <a:ext cx="85417" cy="254170"/>
            </a:xfrm>
            <a:custGeom>
              <a:avLst/>
              <a:gdLst/>
              <a:ahLst/>
              <a:cxnLst/>
              <a:rect l="l" t="t" r="r" b="b"/>
              <a:pathLst>
                <a:path w="4926" h="14658" extrusionOk="0">
                  <a:moveTo>
                    <a:pt x="674" y="0"/>
                  </a:moveTo>
                  <a:cubicBezTo>
                    <a:pt x="499" y="0"/>
                    <a:pt x="319" y="13"/>
                    <a:pt x="134" y="40"/>
                  </a:cubicBezTo>
                  <a:lnTo>
                    <a:pt x="0" y="60"/>
                  </a:lnTo>
                  <a:cubicBezTo>
                    <a:pt x="763" y="1077"/>
                    <a:pt x="957" y="2363"/>
                    <a:pt x="945" y="4012"/>
                  </a:cubicBezTo>
                  <a:cubicBezTo>
                    <a:pt x="904" y="7284"/>
                    <a:pt x="600" y="10657"/>
                    <a:pt x="1034" y="13867"/>
                  </a:cubicBezTo>
                  <a:cubicBezTo>
                    <a:pt x="2031" y="14388"/>
                    <a:pt x="3139" y="14658"/>
                    <a:pt x="4257" y="14658"/>
                  </a:cubicBezTo>
                  <a:cubicBezTo>
                    <a:pt x="4480" y="14658"/>
                    <a:pt x="4703" y="14647"/>
                    <a:pt x="4926" y="14625"/>
                  </a:cubicBezTo>
                  <a:cubicBezTo>
                    <a:pt x="4926" y="14625"/>
                    <a:pt x="3385" y="8046"/>
                    <a:pt x="4460" y="2204"/>
                  </a:cubicBezTo>
                  <a:cubicBezTo>
                    <a:pt x="4460" y="2204"/>
                    <a:pt x="2991" y="0"/>
                    <a:pt x="674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0" name="Google Shape;5558;p73"/>
            <p:cNvSpPr/>
            <p:nvPr/>
          </p:nvSpPr>
          <p:spPr>
            <a:xfrm>
              <a:off x="2628634" y="2007773"/>
              <a:ext cx="121623" cy="48847"/>
            </a:xfrm>
            <a:custGeom>
              <a:avLst/>
              <a:gdLst/>
              <a:ahLst/>
              <a:cxnLst/>
              <a:rect l="l" t="t" r="r" b="b"/>
              <a:pathLst>
                <a:path w="7014" h="2817" extrusionOk="0">
                  <a:moveTo>
                    <a:pt x="3876" y="0"/>
                  </a:moveTo>
                  <a:cubicBezTo>
                    <a:pt x="3648" y="0"/>
                    <a:pt x="3421" y="21"/>
                    <a:pt x="3195" y="64"/>
                  </a:cubicBezTo>
                  <a:cubicBezTo>
                    <a:pt x="1265" y="420"/>
                    <a:pt x="151" y="2200"/>
                    <a:pt x="106" y="2273"/>
                  </a:cubicBezTo>
                  <a:cubicBezTo>
                    <a:pt x="1" y="2439"/>
                    <a:pt x="53" y="2658"/>
                    <a:pt x="220" y="2759"/>
                  </a:cubicBezTo>
                  <a:cubicBezTo>
                    <a:pt x="276" y="2796"/>
                    <a:pt x="341" y="2816"/>
                    <a:pt x="410" y="2816"/>
                  </a:cubicBezTo>
                  <a:cubicBezTo>
                    <a:pt x="532" y="2816"/>
                    <a:pt x="649" y="2751"/>
                    <a:pt x="710" y="2646"/>
                  </a:cubicBezTo>
                  <a:cubicBezTo>
                    <a:pt x="722" y="2630"/>
                    <a:pt x="1699" y="1065"/>
                    <a:pt x="3325" y="765"/>
                  </a:cubicBezTo>
                  <a:cubicBezTo>
                    <a:pt x="3505" y="731"/>
                    <a:pt x="3687" y="714"/>
                    <a:pt x="3870" y="714"/>
                  </a:cubicBezTo>
                  <a:cubicBezTo>
                    <a:pt x="4681" y="714"/>
                    <a:pt x="5521" y="1043"/>
                    <a:pt x="6377" y="1701"/>
                  </a:cubicBezTo>
                  <a:cubicBezTo>
                    <a:pt x="6444" y="1759"/>
                    <a:pt x="6525" y="1787"/>
                    <a:pt x="6606" y="1787"/>
                  </a:cubicBezTo>
                  <a:cubicBezTo>
                    <a:pt x="6713" y="1787"/>
                    <a:pt x="6819" y="1739"/>
                    <a:pt x="6888" y="1649"/>
                  </a:cubicBezTo>
                  <a:cubicBezTo>
                    <a:pt x="7014" y="1486"/>
                    <a:pt x="6977" y="1255"/>
                    <a:pt x="6807" y="1138"/>
                  </a:cubicBezTo>
                  <a:cubicBezTo>
                    <a:pt x="5829" y="383"/>
                    <a:pt x="4845" y="0"/>
                    <a:pt x="387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1" name="Google Shape;5559;p73"/>
            <p:cNvSpPr/>
            <p:nvPr/>
          </p:nvSpPr>
          <p:spPr>
            <a:xfrm>
              <a:off x="2643615" y="2007791"/>
              <a:ext cx="83457" cy="149349"/>
            </a:xfrm>
            <a:custGeom>
              <a:avLst/>
              <a:gdLst/>
              <a:ahLst/>
              <a:cxnLst/>
              <a:rect l="l" t="t" r="r" b="b"/>
              <a:pathLst>
                <a:path w="4813" h="8613" extrusionOk="0">
                  <a:moveTo>
                    <a:pt x="2639" y="0"/>
                  </a:moveTo>
                  <a:cubicBezTo>
                    <a:pt x="2509" y="0"/>
                    <a:pt x="2383" y="73"/>
                    <a:pt x="2323" y="196"/>
                  </a:cubicBezTo>
                  <a:cubicBezTo>
                    <a:pt x="2295" y="241"/>
                    <a:pt x="0" y="4826"/>
                    <a:pt x="4180" y="8523"/>
                  </a:cubicBezTo>
                  <a:cubicBezTo>
                    <a:pt x="4244" y="8580"/>
                    <a:pt x="4326" y="8612"/>
                    <a:pt x="4415" y="8612"/>
                  </a:cubicBezTo>
                  <a:cubicBezTo>
                    <a:pt x="4516" y="8612"/>
                    <a:pt x="4613" y="8567"/>
                    <a:pt x="4682" y="8490"/>
                  </a:cubicBezTo>
                  <a:cubicBezTo>
                    <a:pt x="4812" y="8345"/>
                    <a:pt x="4796" y="8122"/>
                    <a:pt x="4654" y="7988"/>
                  </a:cubicBezTo>
                  <a:cubicBezTo>
                    <a:pt x="892" y="4672"/>
                    <a:pt x="2866" y="687"/>
                    <a:pt x="2955" y="521"/>
                  </a:cubicBezTo>
                  <a:cubicBezTo>
                    <a:pt x="3045" y="342"/>
                    <a:pt x="2972" y="127"/>
                    <a:pt x="2797" y="38"/>
                  </a:cubicBezTo>
                  <a:cubicBezTo>
                    <a:pt x="2747" y="12"/>
                    <a:pt x="2692" y="0"/>
                    <a:pt x="263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2" name="Google Shape;5560;p73"/>
            <p:cNvSpPr/>
            <p:nvPr/>
          </p:nvSpPr>
          <p:spPr>
            <a:xfrm>
              <a:off x="2743008" y="1659014"/>
              <a:ext cx="1210003" cy="1193703"/>
            </a:xfrm>
            <a:custGeom>
              <a:avLst/>
              <a:gdLst/>
              <a:ahLst/>
              <a:cxnLst/>
              <a:rect l="l" t="t" r="r" b="b"/>
              <a:pathLst>
                <a:path w="69781" h="68841" extrusionOk="0">
                  <a:moveTo>
                    <a:pt x="50478" y="1"/>
                  </a:moveTo>
                  <a:cubicBezTo>
                    <a:pt x="47347" y="1915"/>
                    <a:pt x="43559" y="2383"/>
                    <a:pt x="39648" y="2383"/>
                  </a:cubicBezTo>
                  <a:cubicBezTo>
                    <a:pt x="35897" y="2383"/>
                    <a:pt x="32032" y="1953"/>
                    <a:pt x="28525" y="1953"/>
                  </a:cubicBezTo>
                  <a:cubicBezTo>
                    <a:pt x="26387" y="1953"/>
                    <a:pt x="24383" y="2113"/>
                    <a:pt x="22617" y="2628"/>
                  </a:cubicBezTo>
                  <a:cubicBezTo>
                    <a:pt x="16666" y="4363"/>
                    <a:pt x="12300" y="9438"/>
                    <a:pt x="10637" y="11639"/>
                  </a:cubicBezTo>
                  <a:cubicBezTo>
                    <a:pt x="10151" y="12284"/>
                    <a:pt x="9892" y="12677"/>
                    <a:pt x="9892" y="12677"/>
                  </a:cubicBezTo>
                  <a:cubicBezTo>
                    <a:pt x="10025" y="11416"/>
                    <a:pt x="10297" y="10168"/>
                    <a:pt x="10702" y="8964"/>
                  </a:cubicBezTo>
                  <a:cubicBezTo>
                    <a:pt x="12652" y="3211"/>
                    <a:pt x="17006" y="929"/>
                    <a:pt x="17006" y="929"/>
                  </a:cubicBezTo>
                  <a:cubicBezTo>
                    <a:pt x="16791" y="919"/>
                    <a:pt x="16576" y="914"/>
                    <a:pt x="16361" y="914"/>
                  </a:cubicBezTo>
                  <a:cubicBezTo>
                    <a:pt x="11554" y="914"/>
                    <a:pt x="6896" y="3325"/>
                    <a:pt x="6896" y="3325"/>
                  </a:cubicBezTo>
                  <a:cubicBezTo>
                    <a:pt x="6649" y="3576"/>
                    <a:pt x="6142" y="4274"/>
                    <a:pt x="5517" y="5319"/>
                  </a:cubicBezTo>
                  <a:cubicBezTo>
                    <a:pt x="3839" y="8133"/>
                    <a:pt x="1334" y="13508"/>
                    <a:pt x="770" y="19869"/>
                  </a:cubicBezTo>
                  <a:cubicBezTo>
                    <a:pt x="0" y="28604"/>
                    <a:pt x="693" y="36258"/>
                    <a:pt x="7650" y="44374"/>
                  </a:cubicBezTo>
                  <a:cubicBezTo>
                    <a:pt x="14610" y="52494"/>
                    <a:pt x="22260" y="51022"/>
                    <a:pt x="22892" y="52181"/>
                  </a:cubicBezTo>
                  <a:cubicBezTo>
                    <a:pt x="23529" y="53345"/>
                    <a:pt x="23188" y="56669"/>
                    <a:pt x="22617" y="57978"/>
                  </a:cubicBezTo>
                  <a:cubicBezTo>
                    <a:pt x="22041" y="59292"/>
                    <a:pt x="21129" y="60139"/>
                    <a:pt x="21392" y="61355"/>
                  </a:cubicBezTo>
                  <a:cubicBezTo>
                    <a:pt x="21591" y="62263"/>
                    <a:pt x="22163" y="64189"/>
                    <a:pt x="23630" y="65859"/>
                  </a:cubicBezTo>
                  <a:cubicBezTo>
                    <a:pt x="25037" y="67466"/>
                    <a:pt x="27272" y="68840"/>
                    <a:pt x="30791" y="68840"/>
                  </a:cubicBezTo>
                  <a:cubicBezTo>
                    <a:pt x="31356" y="68840"/>
                    <a:pt x="31955" y="68805"/>
                    <a:pt x="32589" y="68729"/>
                  </a:cubicBezTo>
                  <a:cubicBezTo>
                    <a:pt x="41126" y="67703"/>
                    <a:pt x="41661" y="60447"/>
                    <a:pt x="41511" y="59600"/>
                  </a:cubicBezTo>
                  <a:cubicBezTo>
                    <a:pt x="41357" y="58757"/>
                    <a:pt x="40036" y="59215"/>
                    <a:pt x="39574" y="57670"/>
                  </a:cubicBezTo>
                  <a:cubicBezTo>
                    <a:pt x="39116" y="56126"/>
                    <a:pt x="38491" y="54350"/>
                    <a:pt x="40766" y="52108"/>
                  </a:cubicBezTo>
                  <a:cubicBezTo>
                    <a:pt x="43040" y="49863"/>
                    <a:pt x="46153" y="50329"/>
                    <a:pt x="50478" y="46462"/>
                  </a:cubicBezTo>
                  <a:cubicBezTo>
                    <a:pt x="54808" y="42594"/>
                    <a:pt x="56275" y="37726"/>
                    <a:pt x="56275" y="37726"/>
                  </a:cubicBezTo>
                  <a:cubicBezTo>
                    <a:pt x="62656" y="37726"/>
                    <a:pt x="68490" y="34320"/>
                    <a:pt x="69187" y="29375"/>
                  </a:cubicBezTo>
                  <a:cubicBezTo>
                    <a:pt x="69780" y="25141"/>
                    <a:pt x="67943" y="21468"/>
                    <a:pt x="64442" y="21468"/>
                  </a:cubicBezTo>
                  <a:cubicBezTo>
                    <a:pt x="63853" y="21468"/>
                    <a:pt x="63218" y="21572"/>
                    <a:pt x="62539" y="21794"/>
                  </a:cubicBezTo>
                  <a:cubicBezTo>
                    <a:pt x="57824" y="23339"/>
                    <a:pt x="56275" y="27619"/>
                    <a:pt x="56275" y="27619"/>
                  </a:cubicBezTo>
                  <a:cubicBezTo>
                    <a:pt x="56275" y="27619"/>
                    <a:pt x="55604" y="28637"/>
                    <a:pt x="54798" y="28637"/>
                  </a:cubicBezTo>
                  <a:cubicBezTo>
                    <a:pt x="54180" y="28637"/>
                    <a:pt x="53484" y="28039"/>
                    <a:pt x="52951" y="25929"/>
                  </a:cubicBezTo>
                  <a:cubicBezTo>
                    <a:pt x="51727" y="21065"/>
                    <a:pt x="53263" y="13342"/>
                    <a:pt x="53263" y="13342"/>
                  </a:cubicBezTo>
                  <a:lnTo>
                    <a:pt x="53263" y="13342"/>
                  </a:lnTo>
                  <a:cubicBezTo>
                    <a:pt x="53263" y="13342"/>
                    <a:pt x="52488" y="14104"/>
                    <a:pt x="51602" y="14104"/>
                  </a:cubicBezTo>
                  <a:cubicBezTo>
                    <a:pt x="50741" y="14104"/>
                    <a:pt x="49777" y="13384"/>
                    <a:pt x="49319" y="10545"/>
                  </a:cubicBezTo>
                  <a:cubicBezTo>
                    <a:pt x="48391" y="4784"/>
                    <a:pt x="50478" y="1"/>
                    <a:pt x="50478" y="1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" name="Google Shape;5561;p73"/>
            <p:cNvSpPr/>
            <p:nvPr/>
          </p:nvSpPr>
          <p:spPr>
            <a:xfrm>
              <a:off x="2736332" y="1643547"/>
              <a:ext cx="1219817" cy="1215326"/>
            </a:xfrm>
            <a:custGeom>
              <a:avLst/>
              <a:gdLst/>
              <a:ahLst/>
              <a:cxnLst/>
              <a:rect l="l" t="t" r="r" b="b"/>
              <a:pathLst>
                <a:path w="70347" h="70088" extrusionOk="0">
                  <a:moveTo>
                    <a:pt x="50191" y="1679"/>
                  </a:moveTo>
                  <a:cubicBezTo>
                    <a:pt x="49627" y="3362"/>
                    <a:pt x="48650" y="7132"/>
                    <a:pt x="49355" y="11498"/>
                  </a:cubicBezTo>
                  <a:cubicBezTo>
                    <a:pt x="49700" y="13662"/>
                    <a:pt x="50397" y="14927"/>
                    <a:pt x="51427" y="15268"/>
                  </a:cubicBezTo>
                  <a:cubicBezTo>
                    <a:pt x="51615" y="15329"/>
                    <a:pt x="51801" y="15355"/>
                    <a:pt x="51982" y="15355"/>
                  </a:cubicBezTo>
                  <a:cubicBezTo>
                    <a:pt x="52415" y="15355"/>
                    <a:pt x="52820" y="15206"/>
                    <a:pt x="53146" y="15028"/>
                  </a:cubicBezTo>
                  <a:lnTo>
                    <a:pt x="53146" y="15028"/>
                  </a:lnTo>
                  <a:cubicBezTo>
                    <a:pt x="52781" y="17197"/>
                    <a:pt x="51994" y="22929"/>
                    <a:pt x="52992" y="26906"/>
                  </a:cubicBezTo>
                  <a:cubicBezTo>
                    <a:pt x="53462" y="28771"/>
                    <a:pt x="54111" y="29744"/>
                    <a:pt x="54974" y="29886"/>
                  </a:cubicBezTo>
                  <a:cubicBezTo>
                    <a:pt x="55048" y="29899"/>
                    <a:pt x="55121" y="29905"/>
                    <a:pt x="55192" y="29905"/>
                  </a:cubicBezTo>
                  <a:cubicBezTo>
                    <a:pt x="56180" y="29905"/>
                    <a:pt x="56926" y="28759"/>
                    <a:pt x="56960" y="28706"/>
                  </a:cubicBezTo>
                  <a:lnTo>
                    <a:pt x="56997" y="28637"/>
                  </a:lnTo>
                  <a:cubicBezTo>
                    <a:pt x="57009" y="28597"/>
                    <a:pt x="58529" y="24494"/>
                    <a:pt x="63037" y="23027"/>
                  </a:cubicBezTo>
                  <a:cubicBezTo>
                    <a:pt x="63665" y="22821"/>
                    <a:pt x="64266" y="22718"/>
                    <a:pt x="64830" y="22718"/>
                  </a:cubicBezTo>
                  <a:cubicBezTo>
                    <a:pt x="65799" y="22718"/>
                    <a:pt x="66661" y="23021"/>
                    <a:pt x="67379" y="23623"/>
                  </a:cubicBezTo>
                  <a:cubicBezTo>
                    <a:pt x="68903" y="24899"/>
                    <a:pt x="69612" y="27429"/>
                    <a:pt x="69219" y="30222"/>
                  </a:cubicBezTo>
                  <a:cubicBezTo>
                    <a:pt x="68575" y="34807"/>
                    <a:pt x="63175" y="38265"/>
                    <a:pt x="56660" y="38265"/>
                  </a:cubicBezTo>
                  <a:lnTo>
                    <a:pt x="56397" y="38265"/>
                  </a:lnTo>
                  <a:lnTo>
                    <a:pt x="56324" y="38516"/>
                  </a:lnTo>
                  <a:cubicBezTo>
                    <a:pt x="56308" y="38561"/>
                    <a:pt x="54828" y="43336"/>
                    <a:pt x="50628" y="47086"/>
                  </a:cubicBezTo>
                  <a:cubicBezTo>
                    <a:pt x="48253" y="49202"/>
                    <a:pt x="46287" y="49984"/>
                    <a:pt x="44552" y="50674"/>
                  </a:cubicBezTo>
                  <a:cubicBezTo>
                    <a:pt x="43161" y="51225"/>
                    <a:pt x="41957" y="51707"/>
                    <a:pt x="40903" y="52745"/>
                  </a:cubicBezTo>
                  <a:cubicBezTo>
                    <a:pt x="38544" y="55076"/>
                    <a:pt x="39120" y="56993"/>
                    <a:pt x="39586" y="58534"/>
                  </a:cubicBezTo>
                  <a:lnTo>
                    <a:pt x="39622" y="58664"/>
                  </a:lnTo>
                  <a:cubicBezTo>
                    <a:pt x="39934" y="59701"/>
                    <a:pt x="40619" y="59989"/>
                    <a:pt x="41069" y="60188"/>
                  </a:cubicBezTo>
                  <a:cubicBezTo>
                    <a:pt x="41422" y="60342"/>
                    <a:pt x="41515" y="60395"/>
                    <a:pt x="41548" y="60561"/>
                  </a:cubicBezTo>
                  <a:cubicBezTo>
                    <a:pt x="41596" y="60849"/>
                    <a:pt x="41568" y="63305"/>
                    <a:pt x="39869" y="65604"/>
                  </a:cubicBezTo>
                  <a:cubicBezTo>
                    <a:pt x="38353" y="67663"/>
                    <a:pt x="36018" y="68895"/>
                    <a:pt x="32925" y="69264"/>
                  </a:cubicBezTo>
                  <a:cubicBezTo>
                    <a:pt x="32314" y="69337"/>
                    <a:pt x="31726" y="69374"/>
                    <a:pt x="31159" y="69374"/>
                  </a:cubicBezTo>
                  <a:cubicBezTo>
                    <a:pt x="28258" y="69374"/>
                    <a:pt x="25948" y="68418"/>
                    <a:pt x="24283" y="66512"/>
                  </a:cubicBezTo>
                  <a:cubicBezTo>
                    <a:pt x="22827" y="64862"/>
                    <a:pt x="22284" y="62892"/>
                    <a:pt x="22130" y="62174"/>
                  </a:cubicBezTo>
                  <a:cubicBezTo>
                    <a:pt x="21972" y="61461"/>
                    <a:pt x="22312" y="60877"/>
                    <a:pt x="22730" y="60143"/>
                  </a:cubicBezTo>
                  <a:cubicBezTo>
                    <a:pt x="22953" y="59778"/>
                    <a:pt x="23152" y="59401"/>
                    <a:pt x="23330" y="59012"/>
                  </a:cubicBezTo>
                  <a:cubicBezTo>
                    <a:pt x="23926" y="57634"/>
                    <a:pt x="24303" y="54204"/>
                    <a:pt x="23593" y="52907"/>
                  </a:cubicBezTo>
                  <a:cubicBezTo>
                    <a:pt x="23330" y="52425"/>
                    <a:pt x="22616" y="52311"/>
                    <a:pt x="21319" y="52096"/>
                  </a:cubicBezTo>
                  <a:cubicBezTo>
                    <a:pt x="18490" y="51634"/>
                    <a:pt x="13232" y="50779"/>
                    <a:pt x="8306" y="45035"/>
                  </a:cubicBezTo>
                  <a:cubicBezTo>
                    <a:pt x="1581" y="37191"/>
                    <a:pt x="726" y="29671"/>
                    <a:pt x="1508" y="20793"/>
                  </a:cubicBezTo>
                  <a:cubicBezTo>
                    <a:pt x="2124" y="13901"/>
                    <a:pt x="4994" y="8429"/>
                    <a:pt x="6207" y="6394"/>
                  </a:cubicBezTo>
                  <a:cubicBezTo>
                    <a:pt x="6774" y="5437"/>
                    <a:pt x="7256" y="4772"/>
                    <a:pt x="7500" y="4505"/>
                  </a:cubicBezTo>
                  <a:cubicBezTo>
                    <a:pt x="7994" y="4257"/>
                    <a:pt x="11987" y="2336"/>
                    <a:pt x="16195" y="2170"/>
                  </a:cubicBezTo>
                  <a:lnTo>
                    <a:pt x="16195" y="2170"/>
                  </a:lnTo>
                  <a:cubicBezTo>
                    <a:pt x="14748" y="3228"/>
                    <a:pt x="12153" y="5599"/>
                    <a:pt x="10751" y="9746"/>
                  </a:cubicBezTo>
                  <a:cubicBezTo>
                    <a:pt x="10337" y="10975"/>
                    <a:pt x="10062" y="12243"/>
                    <a:pt x="9924" y="13537"/>
                  </a:cubicBezTo>
                  <a:lnTo>
                    <a:pt x="9762" y="15016"/>
                  </a:lnTo>
                  <a:lnTo>
                    <a:pt x="10573" y="13764"/>
                  </a:lnTo>
                  <a:cubicBezTo>
                    <a:pt x="10581" y="13764"/>
                    <a:pt x="10832" y="13374"/>
                    <a:pt x="11302" y="12750"/>
                  </a:cubicBezTo>
                  <a:cubicBezTo>
                    <a:pt x="12891" y="10646"/>
                    <a:pt x="17217" y="5579"/>
                    <a:pt x="23099" y="3860"/>
                  </a:cubicBezTo>
                  <a:cubicBezTo>
                    <a:pt x="24828" y="3357"/>
                    <a:pt x="26791" y="3199"/>
                    <a:pt x="28897" y="3199"/>
                  </a:cubicBezTo>
                  <a:cubicBezTo>
                    <a:pt x="30608" y="3199"/>
                    <a:pt x="32412" y="3303"/>
                    <a:pt x="34263" y="3410"/>
                  </a:cubicBezTo>
                  <a:cubicBezTo>
                    <a:pt x="36191" y="3521"/>
                    <a:pt x="38140" y="3633"/>
                    <a:pt x="40057" y="3633"/>
                  </a:cubicBezTo>
                  <a:cubicBezTo>
                    <a:pt x="43673" y="3633"/>
                    <a:pt x="47173" y="3235"/>
                    <a:pt x="50191" y="1679"/>
                  </a:cubicBezTo>
                  <a:close/>
                  <a:moveTo>
                    <a:pt x="51634" y="1"/>
                  </a:moveTo>
                  <a:lnTo>
                    <a:pt x="50677" y="589"/>
                  </a:lnTo>
                  <a:cubicBezTo>
                    <a:pt x="47617" y="2460"/>
                    <a:pt x="43906" y="2921"/>
                    <a:pt x="40041" y="2921"/>
                  </a:cubicBezTo>
                  <a:cubicBezTo>
                    <a:pt x="38147" y="2921"/>
                    <a:pt x="36215" y="2810"/>
                    <a:pt x="34304" y="2701"/>
                  </a:cubicBezTo>
                  <a:cubicBezTo>
                    <a:pt x="32436" y="2593"/>
                    <a:pt x="30617" y="2488"/>
                    <a:pt x="28886" y="2488"/>
                  </a:cubicBezTo>
                  <a:cubicBezTo>
                    <a:pt x="26727" y="2488"/>
                    <a:pt x="24706" y="2651"/>
                    <a:pt x="22904" y="3175"/>
                  </a:cubicBezTo>
                  <a:cubicBezTo>
                    <a:pt x="16945" y="4914"/>
                    <a:pt x="12555" y="9941"/>
                    <a:pt x="10844" y="12175"/>
                  </a:cubicBezTo>
                  <a:cubicBezTo>
                    <a:pt x="10986" y="11429"/>
                    <a:pt x="11181" y="10691"/>
                    <a:pt x="11428" y="9973"/>
                  </a:cubicBezTo>
                  <a:cubicBezTo>
                    <a:pt x="13301" y="4428"/>
                    <a:pt x="17513" y="2154"/>
                    <a:pt x="17557" y="2133"/>
                  </a:cubicBezTo>
                  <a:lnTo>
                    <a:pt x="18713" y="1525"/>
                  </a:lnTo>
                  <a:lnTo>
                    <a:pt x="17407" y="1464"/>
                  </a:lnTo>
                  <a:cubicBezTo>
                    <a:pt x="17182" y="1454"/>
                    <a:pt x="16957" y="1449"/>
                    <a:pt x="16732" y="1449"/>
                  </a:cubicBezTo>
                  <a:cubicBezTo>
                    <a:pt x="11908" y="1449"/>
                    <a:pt x="7324" y="3796"/>
                    <a:pt x="7119" y="3901"/>
                  </a:cubicBezTo>
                  <a:lnTo>
                    <a:pt x="7029" y="3970"/>
                  </a:lnTo>
                  <a:cubicBezTo>
                    <a:pt x="6778" y="4221"/>
                    <a:pt x="6267" y="4898"/>
                    <a:pt x="5594" y="6029"/>
                  </a:cubicBezTo>
                  <a:cubicBezTo>
                    <a:pt x="4362" y="8109"/>
                    <a:pt x="1427" y="13687"/>
                    <a:pt x="799" y="20724"/>
                  </a:cubicBezTo>
                  <a:cubicBezTo>
                    <a:pt x="0" y="29784"/>
                    <a:pt x="880" y="37462"/>
                    <a:pt x="7767" y="45501"/>
                  </a:cubicBezTo>
                  <a:cubicBezTo>
                    <a:pt x="12859" y="51440"/>
                    <a:pt x="18287" y="52323"/>
                    <a:pt x="21206" y="52802"/>
                  </a:cubicBezTo>
                  <a:cubicBezTo>
                    <a:pt x="21948" y="52923"/>
                    <a:pt x="22868" y="53069"/>
                    <a:pt x="22965" y="53248"/>
                  </a:cubicBezTo>
                  <a:cubicBezTo>
                    <a:pt x="23508" y="54237"/>
                    <a:pt x="23253" y="57407"/>
                    <a:pt x="22677" y="58728"/>
                  </a:cubicBezTo>
                  <a:cubicBezTo>
                    <a:pt x="22511" y="59093"/>
                    <a:pt x="22325" y="59446"/>
                    <a:pt x="22118" y="59791"/>
                  </a:cubicBezTo>
                  <a:cubicBezTo>
                    <a:pt x="21656" y="60589"/>
                    <a:pt x="21222" y="61343"/>
                    <a:pt x="21433" y="62324"/>
                  </a:cubicBezTo>
                  <a:cubicBezTo>
                    <a:pt x="21607" y="63135"/>
                    <a:pt x="22183" y="65206"/>
                    <a:pt x="23743" y="66986"/>
                  </a:cubicBezTo>
                  <a:cubicBezTo>
                    <a:pt x="25555" y="69045"/>
                    <a:pt x="28036" y="70087"/>
                    <a:pt x="31150" y="70087"/>
                  </a:cubicBezTo>
                  <a:cubicBezTo>
                    <a:pt x="31770" y="70083"/>
                    <a:pt x="32394" y="70043"/>
                    <a:pt x="33010" y="69970"/>
                  </a:cubicBezTo>
                  <a:cubicBezTo>
                    <a:pt x="36302" y="69581"/>
                    <a:pt x="38803" y="68251"/>
                    <a:pt x="40441" y="66025"/>
                  </a:cubicBezTo>
                  <a:cubicBezTo>
                    <a:pt x="42148" y="63711"/>
                    <a:pt x="42363" y="61076"/>
                    <a:pt x="42245" y="60431"/>
                  </a:cubicBezTo>
                  <a:cubicBezTo>
                    <a:pt x="42144" y="59876"/>
                    <a:pt x="41775" y="59718"/>
                    <a:pt x="41349" y="59535"/>
                  </a:cubicBezTo>
                  <a:cubicBezTo>
                    <a:pt x="40923" y="59353"/>
                    <a:pt x="40518" y="59178"/>
                    <a:pt x="40303" y="58461"/>
                  </a:cubicBezTo>
                  <a:lnTo>
                    <a:pt x="40263" y="58331"/>
                  </a:lnTo>
                  <a:cubicBezTo>
                    <a:pt x="39813" y="56827"/>
                    <a:pt x="39347" y="55279"/>
                    <a:pt x="41402" y="53252"/>
                  </a:cubicBezTo>
                  <a:cubicBezTo>
                    <a:pt x="42350" y="52311"/>
                    <a:pt x="43490" y="51857"/>
                    <a:pt x="44815" y="51338"/>
                  </a:cubicBezTo>
                  <a:cubicBezTo>
                    <a:pt x="46518" y="50657"/>
                    <a:pt x="48634" y="49818"/>
                    <a:pt x="51099" y="47617"/>
                  </a:cubicBezTo>
                  <a:cubicBezTo>
                    <a:pt x="54942" y="44179"/>
                    <a:pt x="56555" y="40036"/>
                    <a:pt x="56920" y="38970"/>
                  </a:cubicBezTo>
                  <a:cubicBezTo>
                    <a:pt x="63669" y="38881"/>
                    <a:pt x="69239" y="35192"/>
                    <a:pt x="69920" y="30315"/>
                  </a:cubicBezTo>
                  <a:cubicBezTo>
                    <a:pt x="70346" y="27287"/>
                    <a:pt x="69548" y="24514"/>
                    <a:pt x="67833" y="23075"/>
                  </a:cubicBezTo>
                  <a:cubicBezTo>
                    <a:pt x="67189" y="22536"/>
                    <a:pt x="66205" y="22002"/>
                    <a:pt x="64832" y="22002"/>
                  </a:cubicBezTo>
                  <a:cubicBezTo>
                    <a:pt x="64235" y="22002"/>
                    <a:pt x="63563" y="22104"/>
                    <a:pt x="62814" y="22350"/>
                  </a:cubicBezTo>
                  <a:cubicBezTo>
                    <a:pt x="58189" y="23862"/>
                    <a:pt x="56531" y="27863"/>
                    <a:pt x="56344" y="28349"/>
                  </a:cubicBezTo>
                  <a:cubicBezTo>
                    <a:pt x="56158" y="28623"/>
                    <a:pt x="55661" y="29196"/>
                    <a:pt x="55186" y="29196"/>
                  </a:cubicBezTo>
                  <a:cubicBezTo>
                    <a:pt x="55154" y="29196"/>
                    <a:pt x="55123" y="29194"/>
                    <a:pt x="55092" y="29188"/>
                  </a:cubicBezTo>
                  <a:cubicBezTo>
                    <a:pt x="54784" y="29136"/>
                    <a:pt x="54188" y="28747"/>
                    <a:pt x="53681" y="26736"/>
                  </a:cubicBezTo>
                  <a:cubicBezTo>
                    <a:pt x="52493" y="22001"/>
                    <a:pt x="53981" y="14380"/>
                    <a:pt x="53997" y="14303"/>
                  </a:cubicBezTo>
                  <a:lnTo>
                    <a:pt x="54220" y="13184"/>
                  </a:lnTo>
                  <a:lnTo>
                    <a:pt x="53397" y="13978"/>
                  </a:lnTo>
                  <a:cubicBezTo>
                    <a:pt x="53390" y="13989"/>
                    <a:pt x="52714" y="14642"/>
                    <a:pt x="51992" y="14642"/>
                  </a:cubicBezTo>
                  <a:cubicBezTo>
                    <a:pt x="51877" y="14642"/>
                    <a:pt x="51761" y="14625"/>
                    <a:pt x="51646" y="14587"/>
                  </a:cubicBezTo>
                  <a:cubicBezTo>
                    <a:pt x="50904" y="14343"/>
                    <a:pt x="50353" y="13237"/>
                    <a:pt x="50053" y="11380"/>
                  </a:cubicBezTo>
                  <a:cubicBezTo>
                    <a:pt x="49157" y="5798"/>
                    <a:pt x="51168" y="1079"/>
                    <a:pt x="51188" y="1035"/>
                  </a:cubicBezTo>
                  <a:lnTo>
                    <a:pt x="51634" y="1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4" name="Google Shape;5562;p73"/>
            <p:cNvSpPr/>
            <p:nvPr/>
          </p:nvSpPr>
          <p:spPr>
            <a:xfrm>
              <a:off x="2838673" y="1674863"/>
              <a:ext cx="199237" cy="139587"/>
            </a:xfrm>
            <a:custGeom>
              <a:avLst/>
              <a:gdLst/>
              <a:ahLst/>
              <a:cxnLst/>
              <a:rect l="l" t="t" r="r" b="b"/>
              <a:pathLst>
                <a:path w="11490" h="8050" extrusionOk="0">
                  <a:moveTo>
                    <a:pt x="10844" y="0"/>
                  </a:moveTo>
                  <a:cubicBezTo>
                    <a:pt x="6037" y="0"/>
                    <a:pt x="1379" y="2411"/>
                    <a:pt x="1379" y="2411"/>
                  </a:cubicBezTo>
                  <a:cubicBezTo>
                    <a:pt x="1132" y="2662"/>
                    <a:pt x="625" y="3360"/>
                    <a:pt x="0" y="4405"/>
                  </a:cubicBezTo>
                  <a:cubicBezTo>
                    <a:pt x="2165" y="3424"/>
                    <a:pt x="4338" y="2520"/>
                    <a:pt x="6693" y="1933"/>
                  </a:cubicBezTo>
                  <a:lnTo>
                    <a:pt x="6693" y="1933"/>
                  </a:lnTo>
                  <a:cubicBezTo>
                    <a:pt x="5887" y="3882"/>
                    <a:pt x="5376" y="5946"/>
                    <a:pt x="5185" y="8050"/>
                  </a:cubicBezTo>
                  <a:cubicBezTo>
                    <a:pt x="7135" y="2297"/>
                    <a:pt x="11489" y="15"/>
                    <a:pt x="11489" y="15"/>
                  </a:cubicBezTo>
                  <a:cubicBezTo>
                    <a:pt x="11274" y="5"/>
                    <a:pt x="11059" y="0"/>
                    <a:pt x="10844" y="0"/>
                  </a:cubicBezTo>
                  <a:close/>
                </a:path>
              </a:pathLst>
            </a:custGeom>
            <a:solidFill>
              <a:srgbClr val="7F33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5" name="Google Shape;5563;p73"/>
            <p:cNvSpPr/>
            <p:nvPr/>
          </p:nvSpPr>
          <p:spPr>
            <a:xfrm>
              <a:off x="2927454" y="1659014"/>
              <a:ext cx="1025557" cy="1193703"/>
            </a:xfrm>
            <a:custGeom>
              <a:avLst/>
              <a:gdLst/>
              <a:ahLst/>
              <a:cxnLst/>
              <a:rect l="l" t="t" r="r" b="b"/>
              <a:pathLst>
                <a:path w="59144" h="68841" extrusionOk="0">
                  <a:moveTo>
                    <a:pt x="39841" y="1"/>
                  </a:moveTo>
                  <a:cubicBezTo>
                    <a:pt x="36710" y="1915"/>
                    <a:pt x="32922" y="2383"/>
                    <a:pt x="29011" y="2383"/>
                  </a:cubicBezTo>
                  <a:cubicBezTo>
                    <a:pt x="25260" y="2383"/>
                    <a:pt x="21395" y="1953"/>
                    <a:pt x="17888" y="1953"/>
                  </a:cubicBezTo>
                  <a:cubicBezTo>
                    <a:pt x="15750" y="1953"/>
                    <a:pt x="13746" y="2113"/>
                    <a:pt x="11980" y="2628"/>
                  </a:cubicBezTo>
                  <a:cubicBezTo>
                    <a:pt x="6029" y="4363"/>
                    <a:pt x="1663" y="9438"/>
                    <a:pt x="0" y="11639"/>
                  </a:cubicBezTo>
                  <a:cubicBezTo>
                    <a:pt x="21" y="12288"/>
                    <a:pt x="73" y="12936"/>
                    <a:pt x="163" y="13581"/>
                  </a:cubicBezTo>
                  <a:cubicBezTo>
                    <a:pt x="2741" y="8502"/>
                    <a:pt x="8019" y="4906"/>
                    <a:pt x="13686" y="4363"/>
                  </a:cubicBezTo>
                  <a:cubicBezTo>
                    <a:pt x="14283" y="4305"/>
                    <a:pt x="14880" y="4280"/>
                    <a:pt x="15477" y="4280"/>
                  </a:cubicBezTo>
                  <a:cubicBezTo>
                    <a:pt x="20758" y="4280"/>
                    <a:pt x="26060" y="6291"/>
                    <a:pt x="31271" y="6291"/>
                  </a:cubicBezTo>
                  <a:cubicBezTo>
                    <a:pt x="32523" y="6291"/>
                    <a:pt x="33770" y="6175"/>
                    <a:pt x="35009" y="5887"/>
                  </a:cubicBezTo>
                  <a:lnTo>
                    <a:pt x="35009" y="5887"/>
                  </a:lnTo>
                  <a:cubicBezTo>
                    <a:pt x="34320" y="8112"/>
                    <a:pt x="34109" y="10460"/>
                    <a:pt x="34401" y="12770"/>
                  </a:cubicBezTo>
                  <a:cubicBezTo>
                    <a:pt x="34599" y="14365"/>
                    <a:pt x="35746" y="16286"/>
                    <a:pt x="37128" y="16286"/>
                  </a:cubicBezTo>
                  <a:cubicBezTo>
                    <a:pt x="37362" y="16286"/>
                    <a:pt x="37603" y="16231"/>
                    <a:pt x="37847" y="16111"/>
                  </a:cubicBezTo>
                  <a:lnTo>
                    <a:pt x="37847" y="16111"/>
                  </a:lnTo>
                  <a:cubicBezTo>
                    <a:pt x="37012" y="20124"/>
                    <a:pt x="36230" y="24543"/>
                    <a:pt x="38232" y="28118"/>
                  </a:cubicBezTo>
                  <a:cubicBezTo>
                    <a:pt x="38937" y="29375"/>
                    <a:pt x="39959" y="30469"/>
                    <a:pt x="40401" y="31843"/>
                  </a:cubicBezTo>
                  <a:cubicBezTo>
                    <a:pt x="40948" y="33562"/>
                    <a:pt x="40498" y="35431"/>
                    <a:pt x="39841" y="37109"/>
                  </a:cubicBezTo>
                  <a:cubicBezTo>
                    <a:pt x="38256" y="41204"/>
                    <a:pt x="35573" y="44783"/>
                    <a:pt x="32091" y="47459"/>
                  </a:cubicBezTo>
                  <a:cubicBezTo>
                    <a:pt x="29212" y="49660"/>
                    <a:pt x="25406" y="52011"/>
                    <a:pt x="25706" y="55615"/>
                  </a:cubicBezTo>
                  <a:cubicBezTo>
                    <a:pt x="25803" y="56677"/>
                    <a:pt x="26269" y="57670"/>
                    <a:pt x="26456" y="58720"/>
                  </a:cubicBezTo>
                  <a:cubicBezTo>
                    <a:pt x="27064" y="62109"/>
                    <a:pt x="24445" y="65514"/>
                    <a:pt x="21165" y="66568"/>
                  </a:cubicBezTo>
                  <a:cubicBezTo>
                    <a:pt x="20200" y="66878"/>
                    <a:pt x="19203" y="67019"/>
                    <a:pt x="18201" y="67019"/>
                  </a:cubicBezTo>
                  <a:cubicBezTo>
                    <a:pt x="16433" y="67019"/>
                    <a:pt x="14649" y="66581"/>
                    <a:pt x="12993" y="65859"/>
                  </a:cubicBezTo>
                  <a:lnTo>
                    <a:pt x="12993" y="65859"/>
                  </a:lnTo>
                  <a:cubicBezTo>
                    <a:pt x="14400" y="67466"/>
                    <a:pt x="16635" y="68840"/>
                    <a:pt x="20154" y="68840"/>
                  </a:cubicBezTo>
                  <a:cubicBezTo>
                    <a:pt x="20719" y="68840"/>
                    <a:pt x="21318" y="68805"/>
                    <a:pt x="21952" y="68729"/>
                  </a:cubicBezTo>
                  <a:cubicBezTo>
                    <a:pt x="30489" y="67703"/>
                    <a:pt x="31024" y="60447"/>
                    <a:pt x="30874" y="59600"/>
                  </a:cubicBezTo>
                  <a:cubicBezTo>
                    <a:pt x="30720" y="58757"/>
                    <a:pt x="29399" y="59215"/>
                    <a:pt x="28937" y="57670"/>
                  </a:cubicBezTo>
                  <a:cubicBezTo>
                    <a:pt x="28479" y="56126"/>
                    <a:pt x="27854" y="54350"/>
                    <a:pt x="30129" y="52108"/>
                  </a:cubicBezTo>
                  <a:cubicBezTo>
                    <a:pt x="32403" y="49863"/>
                    <a:pt x="35516" y="50329"/>
                    <a:pt x="39841" y="46462"/>
                  </a:cubicBezTo>
                  <a:cubicBezTo>
                    <a:pt x="44171" y="42594"/>
                    <a:pt x="45638" y="37726"/>
                    <a:pt x="45638" y="37726"/>
                  </a:cubicBezTo>
                  <a:cubicBezTo>
                    <a:pt x="52019" y="37726"/>
                    <a:pt x="57853" y="34320"/>
                    <a:pt x="58550" y="29375"/>
                  </a:cubicBezTo>
                  <a:cubicBezTo>
                    <a:pt x="59143" y="25141"/>
                    <a:pt x="57306" y="21468"/>
                    <a:pt x="53805" y="21468"/>
                  </a:cubicBezTo>
                  <a:cubicBezTo>
                    <a:pt x="53216" y="21468"/>
                    <a:pt x="52581" y="21572"/>
                    <a:pt x="51902" y="21794"/>
                  </a:cubicBezTo>
                  <a:cubicBezTo>
                    <a:pt x="47187" y="23339"/>
                    <a:pt x="45638" y="27619"/>
                    <a:pt x="45638" y="27619"/>
                  </a:cubicBezTo>
                  <a:cubicBezTo>
                    <a:pt x="45638" y="27619"/>
                    <a:pt x="44967" y="28637"/>
                    <a:pt x="44161" y="28637"/>
                  </a:cubicBezTo>
                  <a:cubicBezTo>
                    <a:pt x="43543" y="28637"/>
                    <a:pt x="42847" y="28039"/>
                    <a:pt x="42314" y="25929"/>
                  </a:cubicBezTo>
                  <a:cubicBezTo>
                    <a:pt x="41090" y="21065"/>
                    <a:pt x="42626" y="13342"/>
                    <a:pt x="42626" y="13342"/>
                  </a:cubicBezTo>
                  <a:lnTo>
                    <a:pt x="42626" y="13342"/>
                  </a:lnTo>
                  <a:cubicBezTo>
                    <a:pt x="42626" y="13342"/>
                    <a:pt x="41851" y="14104"/>
                    <a:pt x="40965" y="14104"/>
                  </a:cubicBezTo>
                  <a:cubicBezTo>
                    <a:pt x="40104" y="14104"/>
                    <a:pt x="39140" y="13384"/>
                    <a:pt x="38682" y="10545"/>
                  </a:cubicBezTo>
                  <a:cubicBezTo>
                    <a:pt x="37754" y="4784"/>
                    <a:pt x="39841" y="1"/>
                    <a:pt x="39841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6" name="Google Shape;5564;p73"/>
            <p:cNvSpPr/>
            <p:nvPr/>
          </p:nvSpPr>
          <p:spPr>
            <a:xfrm>
              <a:off x="3755577" y="2245401"/>
              <a:ext cx="121207" cy="41425"/>
            </a:xfrm>
            <a:custGeom>
              <a:avLst/>
              <a:gdLst/>
              <a:ahLst/>
              <a:cxnLst/>
              <a:rect l="l" t="t" r="r" b="b"/>
              <a:pathLst>
                <a:path w="6990" h="2389" extrusionOk="0">
                  <a:moveTo>
                    <a:pt x="6989" y="1"/>
                  </a:moveTo>
                  <a:lnTo>
                    <a:pt x="6989" y="1"/>
                  </a:lnTo>
                  <a:cubicBezTo>
                    <a:pt x="5866" y="552"/>
                    <a:pt x="4748" y="1051"/>
                    <a:pt x="3584" y="1452"/>
                  </a:cubicBezTo>
                  <a:cubicBezTo>
                    <a:pt x="2417" y="1853"/>
                    <a:pt x="1225" y="2141"/>
                    <a:pt x="1" y="2384"/>
                  </a:cubicBezTo>
                  <a:cubicBezTo>
                    <a:pt x="87" y="2387"/>
                    <a:pt x="173" y="2388"/>
                    <a:pt x="260" y="2388"/>
                  </a:cubicBezTo>
                  <a:cubicBezTo>
                    <a:pt x="1425" y="2388"/>
                    <a:pt x="2584" y="2162"/>
                    <a:pt x="3694" y="1784"/>
                  </a:cubicBezTo>
                  <a:cubicBezTo>
                    <a:pt x="4885" y="1379"/>
                    <a:pt x="6016" y="791"/>
                    <a:pt x="69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7" name="Google Shape;5565;p73"/>
            <p:cNvSpPr/>
            <p:nvPr/>
          </p:nvSpPr>
          <p:spPr>
            <a:xfrm>
              <a:off x="3885974" y="2106577"/>
              <a:ext cx="34246" cy="112970"/>
            </a:xfrm>
            <a:custGeom>
              <a:avLst/>
              <a:gdLst/>
              <a:ahLst/>
              <a:cxnLst/>
              <a:rect l="l" t="t" r="r" b="b"/>
              <a:pathLst>
                <a:path w="1975" h="6515" extrusionOk="0">
                  <a:moveTo>
                    <a:pt x="1642" y="0"/>
                  </a:moveTo>
                  <a:lnTo>
                    <a:pt x="1642" y="0"/>
                  </a:lnTo>
                  <a:cubicBezTo>
                    <a:pt x="1699" y="1152"/>
                    <a:pt x="1565" y="2283"/>
                    <a:pt x="1245" y="3341"/>
                  </a:cubicBezTo>
                  <a:cubicBezTo>
                    <a:pt x="929" y="4399"/>
                    <a:pt x="284" y="5388"/>
                    <a:pt x="0" y="6515"/>
                  </a:cubicBezTo>
                  <a:cubicBezTo>
                    <a:pt x="536" y="5505"/>
                    <a:pt x="1241" y="4569"/>
                    <a:pt x="1585" y="3446"/>
                  </a:cubicBezTo>
                  <a:cubicBezTo>
                    <a:pt x="1930" y="2327"/>
                    <a:pt x="1975" y="1107"/>
                    <a:pt x="164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8" name="Google Shape;5566;p73"/>
            <p:cNvSpPr/>
            <p:nvPr/>
          </p:nvSpPr>
          <p:spPr>
            <a:xfrm>
              <a:off x="3073110" y="1725565"/>
              <a:ext cx="208999" cy="35686"/>
            </a:xfrm>
            <a:custGeom>
              <a:avLst/>
              <a:gdLst/>
              <a:ahLst/>
              <a:cxnLst/>
              <a:rect l="l" t="t" r="r" b="b"/>
              <a:pathLst>
                <a:path w="12053" h="2058" extrusionOk="0">
                  <a:moveTo>
                    <a:pt x="7876" y="0"/>
                  </a:moveTo>
                  <a:cubicBezTo>
                    <a:pt x="7202" y="0"/>
                    <a:pt x="6528" y="32"/>
                    <a:pt x="5858" y="99"/>
                  </a:cubicBezTo>
                  <a:cubicBezTo>
                    <a:pt x="3794" y="306"/>
                    <a:pt x="1719" y="890"/>
                    <a:pt x="0" y="2057"/>
                  </a:cubicBezTo>
                  <a:cubicBezTo>
                    <a:pt x="1849" y="1137"/>
                    <a:pt x="3863" y="658"/>
                    <a:pt x="5894" y="448"/>
                  </a:cubicBezTo>
                  <a:cubicBezTo>
                    <a:pt x="6932" y="342"/>
                    <a:pt x="7977" y="306"/>
                    <a:pt x="9027" y="306"/>
                  </a:cubicBezTo>
                  <a:cubicBezTo>
                    <a:pt x="10032" y="306"/>
                    <a:pt x="11041" y="339"/>
                    <a:pt x="12052" y="375"/>
                  </a:cubicBezTo>
                  <a:cubicBezTo>
                    <a:pt x="10676" y="137"/>
                    <a:pt x="9275" y="0"/>
                    <a:pt x="787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" name="Google Shape;5567;p73"/>
            <p:cNvSpPr/>
            <p:nvPr/>
          </p:nvSpPr>
          <p:spPr>
            <a:xfrm>
              <a:off x="3322858" y="1719843"/>
              <a:ext cx="66221" cy="7578"/>
            </a:xfrm>
            <a:custGeom>
              <a:avLst/>
              <a:gdLst/>
              <a:ahLst/>
              <a:cxnLst/>
              <a:rect l="l" t="t" r="r" b="b"/>
              <a:pathLst>
                <a:path w="3819" h="437" extrusionOk="0">
                  <a:moveTo>
                    <a:pt x="386" y="1"/>
                  </a:moveTo>
                  <a:cubicBezTo>
                    <a:pt x="258" y="1"/>
                    <a:pt x="130" y="3"/>
                    <a:pt x="0" y="7"/>
                  </a:cubicBezTo>
                  <a:cubicBezTo>
                    <a:pt x="608" y="263"/>
                    <a:pt x="1245" y="380"/>
                    <a:pt x="1889" y="421"/>
                  </a:cubicBezTo>
                  <a:cubicBezTo>
                    <a:pt x="2050" y="431"/>
                    <a:pt x="2212" y="437"/>
                    <a:pt x="2375" y="437"/>
                  </a:cubicBezTo>
                  <a:cubicBezTo>
                    <a:pt x="2859" y="437"/>
                    <a:pt x="3346" y="387"/>
                    <a:pt x="3819" y="263"/>
                  </a:cubicBezTo>
                  <a:cubicBezTo>
                    <a:pt x="3174" y="149"/>
                    <a:pt x="2546" y="101"/>
                    <a:pt x="1914" y="64"/>
                  </a:cubicBezTo>
                  <a:cubicBezTo>
                    <a:pt x="1407" y="35"/>
                    <a:pt x="903" y="1"/>
                    <a:pt x="38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" name="Google Shape;5568;p73"/>
            <p:cNvSpPr/>
            <p:nvPr/>
          </p:nvSpPr>
          <p:spPr>
            <a:xfrm>
              <a:off x="3426048" y="1702104"/>
              <a:ext cx="149731" cy="31108"/>
            </a:xfrm>
            <a:custGeom>
              <a:avLst/>
              <a:gdLst/>
              <a:ahLst/>
              <a:cxnLst/>
              <a:rect l="l" t="t" r="r" b="b"/>
              <a:pathLst>
                <a:path w="8635" h="1794" extrusionOk="0">
                  <a:moveTo>
                    <a:pt x="8635" y="1"/>
                  </a:moveTo>
                  <a:cubicBezTo>
                    <a:pt x="7330" y="743"/>
                    <a:pt x="5899" y="1128"/>
                    <a:pt x="4439" y="1326"/>
                  </a:cubicBezTo>
                  <a:cubicBezTo>
                    <a:pt x="2980" y="1525"/>
                    <a:pt x="1496" y="1529"/>
                    <a:pt x="0" y="1586"/>
                  </a:cubicBezTo>
                  <a:cubicBezTo>
                    <a:pt x="870" y="1717"/>
                    <a:pt x="1755" y="1794"/>
                    <a:pt x="2640" y="1794"/>
                  </a:cubicBezTo>
                  <a:cubicBezTo>
                    <a:pt x="3256" y="1794"/>
                    <a:pt x="3873" y="1757"/>
                    <a:pt x="4484" y="1675"/>
                  </a:cubicBezTo>
                  <a:cubicBezTo>
                    <a:pt x="5976" y="1476"/>
                    <a:pt x="7480" y="982"/>
                    <a:pt x="86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1" name="Google Shape;5569;p73"/>
            <p:cNvSpPr/>
            <p:nvPr/>
          </p:nvSpPr>
          <p:spPr>
            <a:xfrm>
              <a:off x="3570282" y="1731842"/>
              <a:ext cx="20201" cy="115935"/>
            </a:xfrm>
            <a:custGeom>
              <a:avLst/>
              <a:gdLst/>
              <a:ahLst/>
              <a:cxnLst/>
              <a:rect l="l" t="t" r="r" b="b"/>
              <a:pathLst>
                <a:path w="1165" h="6686" extrusionOk="0">
                  <a:moveTo>
                    <a:pt x="289" y="1"/>
                  </a:moveTo>
                  <a:cubicBezTo>
                    <a:pt x="49" y="1140"/>
                    <a:pt x="1" y="2315"/>
                    <a:pt x="62" y="3479"/>
                  </a:cubicBezTo>
                  <a:cubicBezTo>
                    <a:pt x="94" y="4058"/>
                    <a:pt x="159" y="4638"/>
                    <a:pt x="256" y="5214"/>
                  </a:cubicBezTo>
                  <a:cubicBezTo>
                    <a:pt x="313" y="5510"/>
                    <a:pt x="406" y="5793"/>
                    <a:pt x="540" y="6061"/>
                  </a:cubicBezTo>
                  <a:cubicBezTo>
                    <a:pt x="682" y="6329"/>
                    <a:pt x="897" y="6564"/>
                    <a:pt x="1164" y="6685"/>
                  </a:cubicBezTo>
                  <a:cubicBezTo>
                    <a:pt x="702" y="6308"/>
                    <a:pt x="589" y="5733"/>
                    <a:pt x="536" y="5169"/>
                  </a:cubicBezTo>
                  <a:cubicBezTo>
                    <a:pt x="487" y="4606"/>
                    <a:pt x="447" y="4030"/>
                    <a:pt x="410" y="3458"/>
                  </a:cubicBezTo>
                  <a:cubicBezTo>
                    <a:pt x="345" y="2311"/>
                    <a:pt x="329" y="1164"/>
                    <a:pt x="2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2" name="Google Shape;5570;p73"/>
            <p:cNvSpPr/>
            <p:nvPr/>
          </p:nvSpPr>
          <p:spPr>
            <a:xfrm>
              <a:off x="3617239" y="1964024"/>
              <a:ext cx="42414" cy="201543"/>
            </a:xfrm>
            <a:custGeom>
              <a:avLst/>
              <a:gdLst/>
              <a:ahLst/>
              <a:cxnLst/>
              <a:rect l="l" t="t" r="r" b="b"/>
              <a:pathLst>
                <a:path w="2446" h="11623" extrusionOk="0">
                  <a:moveTo>
                    <a:pt x="751" y="0"/>
                  </a:moveTo>
                  <a:lnTo>
                    <a:pt x="751" y="0"/>
                  </a:lnTo>
                  <a:cubicBezTo>
                    <a:pt x="191" y="1946"/>
                    <a:pt x="1" y="4018"/>
                    <a:pt x="276" y="6049"/>
                  </a:cubicBezTo>
                  <a:cubicBezTo>
                    <a:pt x="418" y="7062"/>
                    <a:pt x="678" y="8051"/>
                    <a:pt x="945" y="9024"/>
                  </a:cubicBezTo>
                  <a:cubicBezTo>
                    <a:pt x="1087" y="9511"/>
                    <a:pt x="1237" y="10001"/>
                    <a:pt x="1460" y="10463"/>
                  </a:cubicBezTo>
                  <a:cubicBezTo>
                    <a:pt x="1683" y="10925"/>
                    <a:pt x="2007" y="11359"/>
                    <a:pt x="2445" y="11623"/>
                  </a:cubicBezTo>
                  <a:cubicBezTo>
                    <a:pt x="2048" y="11298"/>
                    <a:pt x="1797" y="10864"/>
                    <a:pt x="1618" y="10398"/>
                  </a:cubicBezTo>
                  <a:cubicBezTo>
                    <a:pt x="1440" y="9928"/>
                    <a:pt x="1330" y="9446"/>
                    <a:pt x="1217" y="8951"/>
                  </a:cubicBezTo>
                  <a:cubicBezTo>
                    <a:pt x="994" y="7970"/>
                    <a:pt x="759" y="6993"/>
                    <a:pt x="625" y="6000"/>
                  </a:cubicBezTo>
                  <a:cubicBezTo>
                    <a:pt x="353" y="4022"/>
                    <a:pt x="463" y="1999"/>
                    <a:pt x="75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3" name="Google Shape;5571;p73"/>
            <p:cNvSpPr/>
            <p:nvPr/>
          </p:nvSpPr>
          <p:spPr>
            <a:xfrm>
              <a:off x="3599101" y="2014848"/>
              <a:ext cx="33553" cy="138425"/>
            </a:xfrm>
            <a:custGeom>
              <a:avLst/>
              <a:gdLst/>
              <a:ahLst/>
              <a:cxnLst/>
              <a:rect l="l" t="t" r="r" b="b"/>
              <a:pathLst>
                <a:path w="1935" h="7983" extrusionOk="0">
                  <a:moveTo>
                    <a:pt x="366" y="0"/>
                  </a:moveTo>
                  <a:lnTo>
                    <a:pt x="366" y="0"/>
                  </a:lnTo>
                  <a:cubicBezTo>
                    <a:pt x="9" y="1346"/>
                    <a:pt x="1" y="2785"/>
                    <a:pt x="272" y="4163"/>
                  </a:cubicBezTo>
                  <a:cubicBezTo>
                    <a:pt x="544" y="5542"/>
                    <a:pt x="1095" y="6867"/>
                    <a:pt x="1934" y="7982"/>
                  </a:cubicBezTo>
                  <a:cubicBezTo>
                    <a:pt x="1334" y="6725"/>
                    <a:pt x="889" y="5440"/>
                    <a:pt x="621" y="4095"/>
                  </a:cubicBezTo>
                  <a:cubicBezTo>
                    <a:pt x="353" y="2753"/>
                    <a:pt x="289" y="1387"/>
                    <a:pt x="36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4" name="Google Shape;5572;p73"/>
            <p:cNvSpPr/>
            <p:nvPr/>
          </p:nvSpPr>
          <p:spPr>
            <a:xfrm>
              <a:off x="3532394" y="2354296"/>
              <a:ext cx="134992" cy="137298"/>
            </a:xfrm>
            <a:custGeom>
              <a:avLst/>
              <a:gdLst/>
              <a:ahLst/>
              <a:cxnLst/>
              <a:rect l="l" t="t" r="r" b="b"/>
              <a:pathLst>
                <a:path w="7785" h="7918" extrusionOk="0">
                  <a:moveTo>
                    <a:pt x="7784" y="0"/>
                  </a:moveTo>
                  <a:lnTo>
                    <a:pt x="7784" y="0"/>
                  </a:lnTo>
                  <a:cubicBezTo>
                    <a:pt x="6900" y="1662"/>
                    <a:pt x="5700" y="3097"/>
                    <a:pt x="4346" y="4374"/>
                  </a:cubicBezTo>
                  <a:cubicBezTo>
                    <a:pt x="2996" y="5651"/>
                    <a:pt x="1488" y="6766"/>
                    <a:pt x="1" y="7917"/>
                  </a:cubicBezTo>
                  <a:cubicBezTo>
                    <a:pt x="1642" y="6997"/>
                    <a:pt x="3219" y="5923"/>
                    <a:pt x="4590" y="4634"/>
                  </a:cubicBezTo>
                  <a:cubicBezTo>
                    <a:pt x="5964" y="3340"/>
                    <a:pt x="7160" y="1784"/>
                    <a:pt x="778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5" name="Google Shape;5573;p73"/>
            <p:cNvSpPr/>
            <p:nvPr/>
          </p:nvSpPr>
          <p:spPr>
            <a:xfrm>
              <a:off x="3672415" y="2305640"/>
              <a:ext cx="23010" cy="36223"/>
            </a:xfrm>
            <a:custGeom>
              <a:avLst/>
              <a:gdLst/>
              <a:ahLst/>
              <a:cxnLst/>
              <a:rect l="l" t="t" r="r" b="b"/>
              <a:pathLst>
                <a:path w="1327" h="2089" extrusionOk="0">
                  <a:moveTo>
                    <a:pt x="1327" y="1"/>
                  </a:moveTo>
                  <a:lnTo>
                    <a:pt x="1327" y="1"/>
                  </a:lnTo>
                  <a:cubicBezTo>
                    <a:pt x="941" y="203"/>
                    <a:pt x="641" y="524"/>
                    <a:pt x="418" y="885"/>
                  </a:cubicBezTo>
                  <a:cubicBezTo>
                    <a:pt x="195" y="1245"/>
                    <a:pt x="29" y="1651"/>
                    <a:pt x="1" y="2088"/>
                  </a:cubicBezTo>
                  <a:cubicBezTo>
                    <a:pt x="285" y="1752"/>
                    <a:pt x="504" y="1420"/>
                    <a:pt x="718" y="1075"/>
                  </a:cubicBezTo>
                  <a:cubicBezTo>
                    <a:pt x="929" y="730"/>
                    <a:pt x="1148" y="394"/>
                    <a:pt x="132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6" name="Google Shape;5574;p73"/>
            <p:cNvSpPr/>
            <p:nvPr/>
          </p:nvSpPr>
          <p:spPr>
            <a:xfrm>
              <a:off x="3308934" y="2697038"/>
              <a:ext cx="124501" cy="134489"/>
            </a:xfrm>
            <a:custGeom>
              <a:avLst/>
              <a:gdLst/>
              <a:ahLst/>
              <a:cxnLst/>
              <a:rect l="l" t="t" r="r" b="b"/>
              <a:pathLst>
                <a:path w="7180" h="7756" extrusionOk="0">
                  <a:moveTo>
                    <a:pt x="6868" y="0"/>
                  </a:moveTo>
                  <a:lnTo>
                    <a:pt x="6868" y="0"/>
                  </a:lnTo>
                  <a:cubicBezTo>
                    <a:pt x="6892" y="1881"/>
                    <a:pt x="6130" y="3685"/>
                    <a:pt x="4796" y="4954"/>
                  </a:cubicBezTo>
                  <a:cubicBezTo>
                    <a:pt x="3458" y="6219"/>
                    <a:pt x="1695" y="6949"/>
                    <a:pt x="1" y="7755"/>
                  </a:cubicBezTo>
                  <a:cubicBezTo>
                    <a:pt x="905" y="7480"/>
                    <a:pt x="1805" y="7184"/>
                    <a:pt x="2656" y="6778"/>
                  </a:cubicBezTo>
                  <a:cubicBezTo>
                    <a:pt x="3507" y="6373"/>
                    <a:pt x="4338" y="5874"/>
                    <a:pt x="5039" y="5210"/>
                  </a:cubicBezTo>
                  <a:cubicBezTo>
                    <a:pt x="6458" y="3900"/>
                    <a:pt x="7180" y="1865"/>
                    <a:pt x="686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7" name="Google Shape;5575;p73"/>
            <p:cNvSpPr/>
            <p:nvPr/>
          </p:nvSpPr>
          <p:spPr>
            <a:xfrm>
              <a:off x="3337475" y="2708639"/>
              <a:ext cx="63135" cy="88226"/>
            </a:xfrm>
            <a:custGeom>
              <a:avLst/>
              <a:gdLst/>
              <a:ahLst/>
              <a:cxnLst/>
              <a:rect l="l" t="t" r="r" b="b"/>
              <a:pathLst>
                <a:path w="3641" h="5088" extrusionOk="0">
                  <a:moveTo>
                    <a:pt x="3641" y="0"/>
                  </a:moveTo>
                  <a:cubicBezTo>
                    <a:pt x="3292" y="1026"/>
                    <a:pt x="2818" y="1966"/>
                    <a:pt x="2210" y="2826"/>
                  </a:cubicBezTo>
                  <a:cubicBezTo>
                    <a:pt x="1602" y="3681"/>
                    <a:pt x="852" y="4427"/>
                    <a:pt x="0" y="5088"/>
                  </a:cubicBezTo>
                  <a:cubicBezTo>
                    <a:pt x="1002" y="4662"/>
                    <a:pt x="1865" y="3924"/>
                    <a:pt x="2502" y="3033"/>
                  </a:cubicBezTo>
                  <a:cubicBezTo>
                    <a:pt x="3134" y="2141"/>
                    <a:pt x="3564" y="1087"/>
                    <a:pt x="364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8" name="Google Shape;5576;p73"/>
            <p:cNvSpPr/>
            <p:nvPr/>
          </p:nvSpPr>
          <p:spPr>
            <a:xfrm>
              <a:off x="3818556" y="2047794"/>
              <a:ext cx="90914" cy="16629"/>
            </a:xfrm>
            <a:custGeom>
              <a:avLst/>
              <a:gdLst/>
              <a:ahLst/>
              <a:cxnLst/>
              <a:rect l="l" t="t" r="r" b="b"/>
              <a:pathLst>
                <a:path w="5243" h="959" extrusionOk="0">
                  <a:moveTo>
                    <a:pt x="2409" y="0"/>
                  </a:moveTo>
                  <a:cubicBezTo>
                    <a:pt x="1512" y="0"/>
                    <a:pt x="609" y="331"/>
                    <a:pt x="1" y="958"/>
                  </a:cubicBezTo>
                  <a:cubicBezTo>
                    <a:pt x="730" y="566"/>
                    <a:pt x="1517" y="353"/>
                    <a:pt x="2307" y="353"/>
                  </a:cubicBezTo>
                  <a:cubicBezTo>
                    <a:pt x="2401" y="353"/>
                    <a:pt x="2494" y="356"/>
                    <a:pt x="2587" y="362"/>
                  </a:cubicBezTo>
                  <a:cubicBezTo>
                    <a:pt x="3025" y="382"/>
                    <a:pt x="3451" y="504"/>
                    <a:pt x="3884" y="638"/>
                  </a:cubicBezTo>
                  <a:cubicBezTo>
                    <a:pt x="4314" y="776"/>
                    <a:pt x="4768" y="938"/>
                    <a:pt x="5242" y="954"/>
                  </a:cubicBezTo>
                  <a:cubicBezTo>
                    <a:pt x="4801" y="796"/>
                    <a:pt x="4411" y="573"/>
                    <a:pt x="3986" y="378"/>
                  </a:cubicBezTo>
                  <a:cubicBezTo>
                    <a:pt x="3552" y="168"/>
                    <a:pt x="3086" y="42"/>
                    <a:pt x="2607" y="5"/>
                  </a:cubicBezTo>
                  <a:cubicBezTo>
                    <a:pt x="2541" y="2"/>
                    <a:pt x="2475" y="0"/>
                    <a:pt x="240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9" name="Google Shape;5577;p73"/>
            <p:cNvSpPr/>
            <p:nvPr/>
          </p:nvSpPr>
          <p:spPr>
            <a:xfrm>
              <a:off x="2720657" y="2061943"/>
              <a:ext cx="24397" cy="105375"/>
            </a:xfrm>
            <a:custGeom>
              <a:avLst/>
              <a:gdLst/>
              <a:ahLst/>
              <a:cxnLst/>
              <a:rect l="l" t="t" r="r" b="b"/>
              <a:pathLst>
                <a:path w="1407" h="6077" extrusionOk="0">
                  <a:moveTo>
                    <a:pt x="507" y="0"/>
                  </a:moveTo>
                  <a:lnTo>
                    <a:pt x="507" y="0"/>
                  </a:lnTo>
                  <a:cubicBezTo>
                    <a:pt x="101" y="985"/>
                    <a:pt x="0" y="2088"/>
                    <a:pt x="162" y="3154"/>
                  </a:cubicBezTo>
                  <a:cubicBezTo>
                    <a:pt x="324" y="4216"/>
                    <a:pt x="730" y="5258"/>
                    <a:pt x="1407" y="6077"/>
                  </a:cubicBezTo>
                  <a:cubicBezTo>
                    <a:pt x="973" y="5108"/>
                    <a:pt x="677" y="4123"/>
                    <a:pt x="519" y="3101"/>
                  </a:cubicBezTo>
                  <a:cubicBezTo>
                    <a:pt x="361" y="2084"/>
                    <a:pt x="377" y="1050"/>
                    <a:pt x="50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0" name="Google Shape;5578;p73"/>
            <p:cNvSpPr/>
            <p:nvPr/>
          </p:nvSpPr>
          <p:spPr>
            <a:xfrm>
              <a:off x="2662447" y="1983705"/>
              <a:ext cx="78810" cy="14635"/>
            </a:xfrm>
            <a:custGeom>
              <a:avLst/>
              <a:gdLst/>
              <a:ahLst/>
              <a:cxnLst/>
              <a:rect l="l" t="t" r="r" b="b"/>
              <a:pathLst>
                <a:path w="4545" h="844" extrusionOk="0">
                  <a:moveTo>
                    <a:pt x="2275" y="0"/>
                  </a:moveTo>
                  <a:cubicBezTo>
                    <a:pt x="1448" y="0"/>
                    <a:pt x="596" y="264"/>
                    <a:pt x="1" y="819"/>
                  </a:cubicBezTo>
                  <a:cubicBezTo>
                    <a:pt x="717" y="509"/>
                    <a:pt x="1481" y="354"/>
                    <a:pt x="2245" y="354"/>
                  </a:cubicBezTo>
                  <a:cubicBezTo>
                    <a:pt x="3028" y="354"/>
                    <a:pt x="3812" y="517"/>
                    <a:pt x="4545" y="844"/>
                  </a:cubicBezTo>
                  <a:cubicBezTo>
                    <a:pt x="3945" y="284"/>
                    <a:pt x="3098" y="0"/>
                    <a:pt x="227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" name="Google Shape;5579;p73"/>
            <p:cNvSpPr/>
            <p:nvPr/>
          </p:nvSpPr>
          <p:spPr>
            <a:xfrm>
              <a:off x="3194074" y="2350360"/>
              <a:ext cx="93792" cy="36379"/>
            </a:xfrm>
            <a:custGeom>
              <a:avLst/>
              <a:gdLst/>
              <a:ahLst/>
              <a:cxnLst/>
              <a:rect l="l" t="t" r="r" b="b"/>
              <a:pathLst>
                <a:path w="5409" h="2098" extrusionOk="0">
                  <a:moveTo>
                    <a:pt x="5408" y="0"/>
                  </a:moveTo>
                  <a:lnTo>
                    <a:pt x="5408" y="0"/>
                  </a:lnTo>
                  <a:cubicBezTo>
                    <a:pt x="4569" y="515"/>
                    <a:pt x="3706" y="957"/>
                    <a:pt x="2810" y="1305"/>
                  </a:cubicBezTo>
                  <a:cubicBezTo>
                    <a:pt x="1914" y="1658"/>
                    <a:pt x="974" y="1889"/>
                    <a:pt x="1" y="2067"/>
                  </a:cubicBezTo>
                  <a:cubicBezTo>
                    <a:pt x="195" y="2087"/>
                    <a:pt x="391" y="2097"/>
                    <a:pt x="587" y="2097"/>
                  </a:cubicBezTo>
                  <a:cubicBezTo>
                    <a:pt x="1385" y="2097"/>
                    <a:pt x="2187" y="1935"/>
                    <a:pt x="2936" y="1642"/>
                  </a:cubicBezTo>
                  <a:cubicBezTo>
                    <a:pt x="3868" y="1277"/>
                    <a:pt x="4740" y="734"/>
                    <a:pt x="540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" name="Google Shape;5580;p73"/>
            <p:cNvSpPr/>
            <p:nvPr/>
          </p:nvSpPr>
          <p:spPr>
            <a:xfrm>
              <a:off x="3223534" y="2815696"/>
              <a:ext cx="69950" cy="12676"/>
            </a:xfrm>
            <a:custGeom>
              <a:avLst/>
              <a:gdLst/>
              <a:ahLst/>
              <a:cxnLst/>
              <a:rect l="l" t="t" r="r" b="b"/>
              <a:pathLst>
                <a:path w="4034" h="731" extrusionOk="0">
                  <a:moveTo>
                    <a:pt x="0" y="0"/>
                  </a:moveTo>
                  <a:lnTo>
                    <a:pt x="0" y="0"/>
                  </a:lnTo>
                  <a:cubicBezTo>
                    <a:pt x="535" y="470"/>
                    <a:pt x="1273" y="714"/>
                    <a:pt x="1999" y="730"/>
                  </a:cubicBezTo>
                  <a:cubicBezTo>
                    <a:pt x="2027" y="731"/>
                    <a:pt x="2055" y="731"/>
                    <a:pt x="2083" y="731"/>
                  </a:cubicBezTo>
                  <a:cubicBezTo>
                    <a:pt x="2778" y="731"/>
                    <a:pt x="3488" y="538"/>
                    <a:pt x="4034" y="118"/>
                  </a:cubicBezTo>
                  <a:lnTo>
                    <a:pt x="4034" y="118"/>
                  </a:lnTo>
                  <a:cubicBezTo>
                    <a:pt x="3398" y="286"/>
                    <a:pt x="2783" y="375"/>
                    <a:pt x="2163" y="375"/>
                  </a:cubicBezTo>
                  <a:cubicBezTo>
                    <a:pt x="2111" y="375"/>
                    <a:pt x="2059" y="374"/>
                    <a:pt x="2007" y="373"/>
                  </a:cubicBezTo>
                  <a:cubicBezTo>
                    <a:pt x="1334" y="361"/>
                    <a:pt x="673" y="223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" name="Google Shape;5581;p73"/>
            <p:cNvSpPr/>
            <p:nvPr/>
          </p:nvSpPr>
          <p:spPr>
            <a:xfrm>
              <a:off x="2955926" y="2444689"/>
              <a:ext cx="168163" cy="79487"/>
            </a:xfrm>
            <a:custGeom>
              <a:avLst/>
              <a:gdLst/>
              <a:ahLst/>
              <a:cxnLst/>
              <a:rect l="l" t="t" r="r" b="b"/>
              <a:pathLst>
                <a:path w="9698" h="4584" extrusionOk="0">
                  <a:moveTo>
                    <a:pt x="0" y="0"/>
                  </a:moveTo>
                  <a:cubicBezTo>
                    <a:pt x="1075" y="1512"/>
                    <a:pt x="2587" y="2712"/>
                    <a:pt x="4277" y="3503"/>
                  </a:cubicBezTo>
                  <a:cubicBezTo>
                    <a:pt x="5744" y="4190"/>
                    <a:pt x="7361" y="4583"/>
                    <a:pt x="8974" y="4583"/>
                  </a:cubicBezTo>
                  <a:cubicBezTo>
                    <a:pt x="9215" y="4583"/>
                    <a:pt x="9456" y="4575"/>
                    <a:pt x="9697" y="4557"/>
                  </a:cubicBezTo>
                  <a:cubicBezTo>
                    <a:pt x="7869" y="4423"/>
                    <a:pt x="6085" y="3957"/>
                    <a:pt x="4427" y="3178"/>
                  </a:cubicBezTo>
                  <a:cubicBezTo>
                    <a:pt x="2777" y="2408"/>
                    <a:pt x="1285" y="1322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4" name="Google Shape;5582;p73"/>
            <p:cNvSpPr/>
            <p:nvPr/>
          </p:nvSpPr>
          <p:spPr>
            <a:xfrm>
              <a:off x="3722545" y="2078607"/>
              <a:ext cx="199011" cy="104040"/>
            </a:xfrm>
            <a:custGeom>
              <a:avLst/>
              <a:gdLst/>
              <a:ahLst/>
              <a:cxnLst/>
              <a:rect l="l" t="t" r="r" b="b"/>
              <a:pathLst>
                <a:path w="11477" h="6000" extrusionOk="0">
                  <a:moveTo>
                    <a:pt x="9088" y="1"/>
                  </a:moveTo>
                  <a:cubicBezTo>
                    <a:pt x="3214" y="1"/>
                    <a:pt x="127" y="5411"/>
                    <a:pt x="98" y="5473"/>
                  </a:cubicBezTo>
                  <a:cubicBezTo>
                    <a:pt x="0" y="5643"/>
                    <a:pt x="61" y="5858"/>
                    <a:pt x="231" y="5959"/>
                  </a:cubicBezTo>
                  <a:cubicBezTo>
                    <a:pt x="284" y="5983"/>
                    <a:pt x="345" y="6000"/>
                    <a:pt x="406" y="6000"/>
                  </a:cubicBezTo>
                  <a:cubicBezTo>
                    <a:pt x="535" y="6000"/>
                    <a:pt x="653" y="5927"/>
                    <a:pt x="714" y="5817"/>
                  </a:cubicBezTo>
                  <a:cubicBezTo>
                    <a:pt x="747" y="5762"/>
                    <a:pt x="3628" y="713"/>
                    <a:pt x="9093" y="713"/>
                  </a:cubicBezTo>
                  <a:cubicBezTo>
                    <a:pt x="9698" y="713"/>
                    <a:pt x="10335" y="775"/>
                    <a:pt x="11002" y="912"/>
                  </a:cubicBezTo>
                  <a:cubicBezTo>
                    <a:pt x="11031" y="919"/>
                    <a:pt x="11059" y="923"/>
                    <a:pt x="11087" y="923"/>
                  </a:cubicBezTo>
                  <a:cubicBezTo>
                    <a:pt x="11251" y="923"/>
                    <a:pt x="11401" y="806"/>
                    <a:pt x="11436" y="636"/>
                  </a:cubicBezTo>
                  <a:cubicBezTo>
                    <a:pt x="11477" y="438"/>
                    <a:pt x="11343" y="247"/>
                    <a:pt x="11144" y="215"/>
                  </a:cubicBezTo>
                  <a:cubicBezTo>
                    <a:pt x="10425" y="67"/>
                    <a:pt x="9739" y="1"/>
                    <a:pt x="908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5" name="Google Shape;5583;p73"/>
            <p:cNvSpPr/>
            <p:nvPr/>
          </p:nvSpPr>
          <p:spPr>
            <a:xfrm>
              <a:off x="3774721" y="2089653"/>
              <a:ext cx="71909" cy="137576"/>
            </a:xfrm>
            <a:custGeom>
              <a:avLst/>
              <a:gdLst/>
              <a:ahLst/>
              <a:cxnLst/>
              <a:rect l="l" t="t" r="r" b="b"/>
              <a:pathLst>
                <a:path w="4147" h="7934" extrusionOk="0">
                  <a:moveTo>
                    <a:pt x="2733" y="1"/>
                  </a:moveTo>
                  <a:cubicBezTo>
                    <a:pt x="2623" y="1"/>
                    <a:pt x="2514" y="51"/>
                    <a:pt x="2444" y="145"/>
                  </a:cubicBezTo>
                  <a:cubicBezTo>
                    <a:pt x="2326" y="303"/>
                    <a:pt x="2359" y="526"/>
                    <a:pt x="2521" y="644"/>
                  </a:cubicBezTo>
                  <a:cubicBezTo>
                    <a:pt x="3056" y="1110"/>
                    <a:pt x="3376" y="1779"/>
                    <a:pt x="3392" y="2493"/>
                  </a:cubicBezTo>
                  <a:cubicBezTo>
                    <a:pt x="3425" y="3907"/>
                    <a:pt x="2346" y="5573"/>
                    <a:pt x="259" y="7304"/>
                  </a:cubicBezTo>
                  <a:cubicBezTo>
                    <a:pt x="0" y="7518"/>
                    <a:pt x="152" y="7933"/>
                    <a:pt x="481" y="7933"/>
                  </a:cubicBezTo>
                  <a:cubicBezTo>
                    <a:pt x="482" y="7933"/>
                    <a:pt x="484" y="7933"/>
                    <a:pt x="486" y="7933"/>
                  </a:cubicBezTo>
                  <a:cubicBezTo>
                    <a:pt x="491" y="7933"/>
                    <a:pt x="496" y="7933"/>
                    <a:pt x="502" y="7933"/>
                  </a:cubicBezTo>
                  <a:cubicBezTo>
                    <a:pt x="581" y="7933"/>
                    <a:pt x="656" y="7905"/>
                    <a:pt x="717" y="7852"/>
                  </a:cubicBezTo>
                  <a:cubicBezTo>
                    <a:pt x="3007" y="5946"/>
                    <a:pt x="4146" y="4138"/>
                    <a:pt x="4102" y="2472"/>
                  </a:cubicBezTo>
                  <a:cubicBezTo>
                    <a:pt x="4061" y="920"/>
                    <a:pt x="2991" y="105"/>
                    <a:pt x="2946" y="68"/>
                  </a:cubicBezTo>
                  <a:cubicBezTo>
                    <a:pt x="2881" y="23"/>
                    <a:pt x="2807" y="1"/>
                    <a:pt x="273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6" name="Google Shape;5584;p73"/>
            <p:cNvSpPr/>
            <p:nvPr/>
          </p:nvSpPr>
          <p:spPr>
            <a:xfrm>
              <a:off x="3189444" y="1912369"/>
              <a:ext cx="384029" cy="336934"/>
            </a:xfrm>
            <a:custGeom>
              <a:avLst/>
              <a:gdLst/>
              <a:ahLst/>
              <a:cxnLst/>
              <a:rect l="l" t="t" r="r" b="b"/>
              <a:pathLst>
                <a:path w="22147" h="19431" extrusionOk="0">
                  <a:moveTo>
                    <a:pt x="11161" y="0"/>
                  </a:moveTo>
                  <a:cubicBezTo>
                    <a:pt x="7351" y="0"/>
                    <a:pt x="4558" y="2100"/>
                    <a:pt x="3004" y="4921"/>
                  </a:cubicBezTo>
                  <a:cubicBezTo>
                    <a:pt x="0" y="10386"/>
                    <a:pt x="1658" y="18550"/>
                    <a:pt x="9612" y="19365"/>
                  </a:cubicBezTo>
                  <a:cubicBezTo>
                    <a:pt x="10045" y="19409"/>
                    <a:pt x="10466" y="19431"/>
                    <a:pt x="10874" y="19431"/>
                  </a:cubicBezTo>
                  <a:cubicBezTo>
                    <a:pt x="14557" y="19431"/>
                    <a:pt x="17202" y="17679"/>
                    <a:pt x="18753" y="15230"/>
                  </a:cubicBezTo>
                  <a:cubicBezTo>
                    <a:pt x="22146" y="9875"/>
                    <a:pt x="20310" y="1163"/>
                    <a:pt x="12693" y="109"/>
                  </a:cubicBezTo>
                  <a:cubicBezTo>
                    <a:pt x="12165" y="36"/>
                    <a:pt x="11655" y="0"/>
                    <a:pt x="111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7" name="Google Shape;5585;p73"/>
            <p:cNvSpPr/>
            <p:nvPr/>
          </p:nvSpPr>
          <p:spPr>
            <a:xfrm>
              <a:off x="3241516" y="1912386"/>
              <a:ext cx="331957" cy="264071"/>
            </a:xfrm>
            <a:custGeom>
              <a:avLst/>
              <a:gdLst/>
              <a:ahLst/>
              <a:cxnLst/>
              <a:rect l="l" t="t" r="r" b="b"/>
              <a:pathLst>
                <a:path w="19144" h="15229" extrusionOk="0">
                  <a:moveTo>
                    <a:pt x="8165" y="1"/>
                  </a:moveTo>
                  <a:cubicBezTo>
                    <a:pt x="4354" y="1"/>
                    <a:pt x="1556" y="2098"/>
                    <a:pt x="1" y="4924"/>
                  </a:cubicBezTo>
                  <a:cubicBezTo>
                    <a:pt x="17" y="4952"/>
                    <a:pt x="33" y="4985"/>
                    <a:pt x="54" y="5013"/>
                  </a:cubicBezTo>
                  <a:cubicBezTo>
                    <a:pt x="54" y="5013"/>
                    <a:pt x="2222" y="1507"/>
                    <a:pt x="7533" y="1223"/>
                  </a:cubicBezTo>
                  <a:cubicBezTo>
                    <a:pt x="7689" y="1214"/>
                    <a:pt x="7846" y="1210"/>
                    <a:pt x="8004" y="1210"/>
                  </a:cubicBezTo>
                  <a:cubicBezTo>
                    <a:pt x="13301" y="1210"/>
                    <a:pt x="19018" y="6040"/>
                    <a:pt x="15750" y="15229"/>
                  </a:cubicBezTo>
                  <a:cubicBezTo>
                    <a:pt x="19143" y="9874"/>
                    <a:pt x="17307" y="1162"/>
                    <a:pt x="9690" y="108"/>
                  </a:cubicBezTo>
                  <a:cubicBezTo>
                    <a:pt x="9165" y="35"/>
                    <a:pt x="8657" y="1"/>
                    <a:pt x="816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8" name="Google Shape;5586;p73"/>
            <p:cNvSpPr/>
            <p:nvPr/>
          </p:nvSpPr>
          <p:spPr>
            <a:xfrm>
              <a:off x="2781104" y="1926830"/>
              <a:ext cx="300797" cy="269273"/>
            </a:xfrm>
            <a:custGeom>
              <a:avLst/>
              <a:gdLst/>
              <a:ahLst/>
              <a:cxnLst/>
              <a:rect l="l" t="t" r="r" b="b"/>
              <a:pathLst>
                <a:path w="17347" h="15529" extrusionOk="0">
                  <a:moveTo>
                    <a:pt x="9038" y="1"/>
                  </a:moveTo>
                  <a:cubicBezTo>
                    <a:pt x="8633" y="1"/>
                    <a:pt x="8215" y="28"/>
                    <a:pt x="7784" y="86"/>
                  </a:cubicBezTo>
                  <a:cubicBezTo>
                    <a:pt x="1512" y="925"/>
                    <a:pt x="0" y="7894"/>
                    <a:pt x="2794" y="12174"/>
                  </a:cubicBezTo>
                  <a:cubicBezTo>
                    <a:pt x="4069" y="14131"/>
                    <a:pt x="6246" y="15528"/>
                    <a:pt x="9276" y="15528"/>
                  </a:cubicBezTo>
                  <a:cubicBezTo>
                    <a:pt x="9616" y="15528"/>
                    <a:pt x="9968" y="15511"/>
                    <a:pt x="10330" y="15474"/>
                  </a:cubicBezTo>
                  <a:cubicBezTo>
                    <a:pt x="10532" y="15454"/>
                    <a:pt x="10731" y="15430"/>
                    <a:pt x="10917" y="15397"/>
                  </a:cubicBezTo>
                  <a:cubicBezTo>
                    <a:pt x="13390" y="15004"/>
                    <a:pt x="15048" y="13727"/>
                    <a:pt x="15985" y="12065"/>
                  </a:cubicBezTo>
                  <a:cubicBezTo>
                    <a:pt x="17347" y="9653"/>
                    <a:pt x="17217" y="6487"/>
                    <a:pt x="15770" y="3937"/>
                  </a:cubicBezTo>
                  <a:cubicBezTo>
                    <a:pt x="14491" y="1678"/>
                    <a:pt x="12184" y="1"/>
                    <a:pt x="90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9" name="Google Shape;5587;p73"/>
            <p:cNvSpPr/>
            <p:nvPr/>
          </p:nvSpPr>
          <p:spPr>
            <a:xfrm>
              <a:off x="2781035" y="1926830"/>
              <a:ext cx="273521" cy="211184"/>
            </a:xfrm>
            <a:custGeom>
              <a:avLst/>
              <a:gdLst/>
              <a:ahLst/>
              <a:cxnLst/>
              <a:rect l="l" t="t" r="r" b="b"/>
              <a:pathLst>
                <a:path w="15774" h="12179" extrusionOk="0">
                  <a:moveTo>
                    <a:pt x="9042" y="1"/>
                  </a:moveTo>
                  <a:cubicBezTo>
                    <a:pt x="8637" y="1"/>
                    <a:pt x="8219" y="28"/>
                    <a:pt x="7788" y="86"/>
                  </a:cubicBezTo>
                  <a:cubicBezTo>
                    <a:pt x="1516" y="933"/>
                    <a:pt x="0" y="7894"/>
                    <a:pt x="2798" y="12178"/>
                  </a:cubicBezTo>
                  <a:lnTo>
                    <a:pt x="2798" y="12178"/>
                  </a:lnTo>
                  <a:cubicBezTo>
                    <a:pt x="98" y="4810"/>
                    <a:pt x="4791" y="685"/>
                    <a:pt x="9167" y="685"/>
                  </a:cubicBezTo>
                  <a:cubicBezTo>
                    <a:pt x="9286" y="685"/>
                    <a:pt x="9404" y="688"/>
                    <a:pt x="9523" y="694"/>
                  </a:cubicBezTo>
                  <a:cubicBezTo>
                    <a:pt x="13901" y="921"/>
                    <a:pt x="15733" y="4010"/>
                    <a:pt x="15733" y="4010"/>
                  </a:cubicBezTo>
                  <a:cubicBezTo>
                    <a:pt x="15749" y="3986"/>
                    <a:pt x="15762" y="3961"/>
                    <a:pt x="15774" y="3937"/>
                  </a:cubicBezTo>
                  <a:cubicBezTo>
                    <a:pt x="14495" y="1678"/>
                    <a:pt x="12188" y="1"/>
                    <a:pt x="904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0" name="Google Shape;5588;p73"/>
            <p:cNvSpPr/>
            <p:nvPr/>
          </p:nvSpPr>
          <p:spPr>
            <a:xfrm>
              <a:off x="3241672" y="2031893"/>
              <a:ext cx="238408" cy="216264"/>
            </a:xfrm>
            <a:custGeom>
              <a:avLst/>
              <a:gdLst/>
              <a:ahLst/>
              <a:cxnLst/>
              <a:rect l="l" t="t" r="r" b="b"/>
              <a:pathLst>
                <a:path w="13749" h="12472" extrusionOk="0">
                  <a:moveTo>
                    <a:pt x="7009" y="0"/>
                  </a:moveTo>
                  <a:cubicBezTo>
                    <a:pt x="1" y="0"/>
                    <a:pt x="222" y="12448"/>
                    <a:pt x="6600" y="12472"/>
                  </a:cubicBezTo>
                  <a:cubicBezTo>
                    <a:pt x="6607" y="12472"/>
                    <a:pt x="6614" y="12472"/>
                    <a:pt x="6621" y="12472"/>
                  </a:cubicBezTo>
                  <a:cubicBezTo>
                    <a:pt x="13633" y="12472"/>
                    <a:pt x="13748" y="290"/>
                    <a:pt x="7277" y="6"/>
                  </a:cubicBezTo>
                  <a:cubicBezTo>
                    <a:pt x="7186" y="2"/>
                    <a:pt x="7097" y="0"/>
                    <a:pt x="700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1" name="Google Shape;5589;p73"/>
            <p:cNvSpPr/>
            <p:nvPr/>
          </p:nvSpPr>
          <p:spPr>
            <a:xfrm>
              <a:off x="2898531" y="2023275"/>
              <a:ext cx="172412" cy="170556"/>
            </a:xfrm>
            <a:custGeom>
              <a:avLst/>
              <a:gdLst/>
              <a:ahLst/>
              <a:cxnLst/>
              <a:rect l="l" t="t" r="r" b="b"/>
              <a:pathLst>
                <a:path w="9943" h="9836" extrusionOk="0">
                  <a:moveTo>
                    <a:pt x="5423" y="0"/>
                  </a:moveTo>
                  <a:cubicBezTo>
                    <a:pt x="195" y="0"/>
                    <a:pt x="0" y="8671"/>
                    <a:pt x="4145" y="9835"/>
                  </a:cubicBezTo>
                  <a:cubicBezTo>
                    <a:pt x="6618" y="9442"/>
                    <a:pt x="8276" y="8165"/>
                    <a:pt x="9213" y="6503"/>
                  </a:cubicBezTo>
                  <a:cubicBezTo>
                    <a:pt x="9942" y="3681"/>
                    <a:pt x="8730" y="143"/>
                    <a:pt x="5633" y="5"/>
                  </a:cubicBezTo>
                  <a:cubicBezTo>
                    <a:pt x="5562" y="2"/>
                    <a:pt x="5492" y="0"/>
                    <a:pt x="54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2" name="Google Shape;5590;p73"/>
            <p:cNvSpPr/>
            <p:nvPr/>
          </p:nvSpPr>
          <p:spPr>
            <a:xfrm>
              <a:off x="3266052" y="1778816"/>
              <a:ext cx="312120" cy="111618"/>
            </a:xfrm>
            <a:custGeom>
              <a:avLst/>
              <a:gdLst/>
              <a:ahLst/>
              <a:cxnLst/>
              <a:rect l="l" t="t" r="r" b="b"/>
              <a:pathLst>
                <a:path w="18000" h="6437" extrusionOk="0">
                  <a:moveTo>
                    <a:pt x="5136" y="1"/>
                  </a:moveTo>
                  <a:cubicBezTo>
                    <a:pt x="3065" y="1"/>
                    <a:pt x="1416" y="303"/>
                    <a:pt x="872" y="835"/>
                  </a:cubicBezTo>
                  <a:cubicBezTo>
                    <a:pt x="1" y="1682"/>
                    <a:pt x="349" y="4057"/>
                    <a:pt x="1683" y="4592"/>
                  </a:cubicBezTo>
                  <a:cubicBezTo>
                    <a:pt x="1924" y="4690"/>
                    <a:pt x="2192" y="4728"/>
                    <a:pt x="2495" y="4728"/>
                  </a:cubicBezTo>
                  <a:cubicBezTo>
                    <a:pt x="3527" y="4728"/>
                    <a:pt x="4956" y="4288"/>
                    <a:pt x="7065" y="4288"/>
                  </a:cubicBezTo>
                  <a:cubicBezTo>
                    <a:pt x="7754" y="4288"/>
                    <a:pt x="8514" y="4335"/>
                    <a:pt x="9357" y="4459"/>
                  </a:cubicBezTo>
                  <a:cubicBezTo>
                    <a:pt x="12984" y="4990"/>
                    <a:pt x="15649" y="6437"/>
                    <a:pt x="16802" y="6437"/>
                  </a:cubicBezTo>
                  <a:cubicBezTo>
                    <a:pt x="16977" y="6437"/>
                    <a:pt x="17118" y="6403"/>
                    <a:pt x="17221" y="6327"/>
                  </a:cubicBezTo>
                  <a:cubicBezTo>
                    <a:pt x="18000" y="5756"/>
                    <a:pt x="15336" y="1828"/>
                    <a:pt x="11051" y="737"/>
                  </a:cubicBezTo>
                  <a:cubicBezTo>
                    <a:pt x="9060" y="230"/>
                    <a:pt x="6938" y="1"/>
                    <a:pt x="5136" y="1"/>
                  </a:cubicBezTo>
                  <a:close/>
                </a:path>
              </a:pathLst>
            </a:custGeom>
            <a:solidFill>
              <a:srgbClr val="8C53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3" name="Google Shape;5591;p73"/>
            <p:cNvSpPr/>
            <p:nvPr/>
          </p:nvSpPr>
          <p:spPr>
            <a:xfrm>
              <a:off x="3264647" y="1772625"/>
              <a:ext cx="309727" cy="123998"/>
            </a:xfrm>
            <a:custGeom>
              <a:avLst/>
              <a:gdLst/>
              <a:ahLst/>
              <a:cxnLst/>
              <a:rect l="l" t="t" r="r" b="b"/>
              <a:pathLst>
                <a:path w="17862" h="7151" extrusionOk="0">
                  <a:moveTo>
                    <a:pt x="5256" y="716"/>
                  </a:moveTo>
                  <a:cubicBezTo>
                    <a:pt x="6969" y="716"/>
                    <a:pt x="9023" y="924"/>
                    <a:pt x="11047" y="1439"/>
                  </a:cubicBezTo>
                  <a:cubicBezTo>
                    <a:pt x="14173" y="2233"/>
                    <a:pt x="16297" y="4524"/>
                    <a:pt x="16905" y="5780"/>
                  </a:cubicBezTo>
                  <a:cubicBezTo>
                    <a:pt x="17092" y="6178"/>
                    <a:pt x="17088" y="6372"/>
                    <a:pt x="17088" y="6393"/>
                  </a:cubicBezTo>
                  <a:cubicBezTo>
                    <a:pt x="17043" y="6426"/>
                    <a:pt x="16971" y="6441"/>
                    <a:pt x="16877" y="6441"/>
                  </a:cubicBezTo>
                  <a:cubicBezTo>
                    <a:pt x="16455" y="6441"/>
                    <a:pt x="15585" y="6140"/>
                    <a:pt x="14736" y="5845"/>
                  </a:cubicBezTo>
                  <a:cubicBezTo>
                    <a:pt x="13411" y="5391"/>
                    <a:pt x="11595" y="4767"/>
                    <a:pt x="9487" y="4459"/>
                  </a:cubicBezTo>
                  <a:cubicBezTo>
                    <a:pt x="8716" y="4349"/>
                    <a:pt x="7938" y="4293"/>
                    <a:pt x="7160" y="4293"/>
                  </a:cubicBezTo>
                  <a:cubicBezTo>
                    <a:pt x="5883" y="4293"/>
                    <a:pt x="4857" y="4451"/>
                    <a:pt x="4018" y="4576"/>
                  </a:cubicBezTo>
                  <a:cubicBezTo>
                    <a:pt x="3454" y="4661"/>
                    <a:pt x="2978" y="4729"/>
                    <a:pt x="2585" y="4729"/>
                  </a:cubicBezTo>
                  <a:cubicBezTo>
                    <a:pt x="2319" y="4729"/>
                    <a:pt x="2091" y="4698"/>
                    <a:pt x="1898" y="4621"/>
                  </a:cubicBezTo>
                  <a:cubicBezTo>
                    <a:pt x="1415" y="4427"/>
                    <a:pt x="1018" y="3839"/>
                    <a:pt x="884" y="3141"/>
                  </a:cubicBezTo>
                  <a:cubicBezTo>
                    <a:pt x="747" y="2440"/>
                    <a:pt x="872" y="1759"/>
                    <a:pt x="1201" y="1443"/>
                  </a:cubicBezTo>
                  <a:cubicBezTo>
                    <a:pt x="1640" y="1014"/>
                    <a:pt x="3204" y="716"/>
                    <a:pt x="5256" y="716"/>
                  </a:cubicBezTo>
                  <a:close/>
                  <a:moveTo>
                    <a:pt x="5196" y="0"/>
                  </a:moveTo>
                  <a:cubicBezTo>
                    <a:pt x="3078" y="0"/>
                    <a:pt x="1342" y="315"/>
                    <a:pt x="706" y="932"/>
                  </a:cubicBezTo>
                  <a:cubicBezTo>
                    <a:pt x="199" y="1423"/>
                    <a:pt x="1" y="2314"/>
                    <a:pt x="187" y="3279"/>
                  </a:cubicBezTo>
                  <a:cubicBezTo>
                    <a:pt x="378" y="4240"/>
                    <a:pt x="953" y="5006"/>
                    <a:pt x="1626" y="5282"/>
                  </a:cubicBezTo>
                  <a:cubicBezTo>
                    <a:pt x="1917" y="5398"/>
                    <a:pt x="2230" y="5442"/>
                    <a:pt x="2574" y="5442"/>
                  </a:cubicBezTo>
                  <a:cubicBezTo>
                    <a:pt x="3032" y="5442"/>
                    <a:pt x="3544" y="5364"/>
                    <a:pt x="4127" y="5274"/>
                  </a:cubicBezTo>
                  <a:cubicBezTo>
                    <a:pt x="4934" y="5153"/>
                    <a:pt x="5933" y="5001"/>
                    <a:pt x="7165" y="5001"/>
                  </a:cubicBezTo>
                  <a:cubicBezTo>
                    <a:pt x="7833" y="5001"/>
                    <a:pt x="8570" y="5046"/>
                    <a:pt x="9381" y="5164"/>
                  </a:cubicBezTo>
                  <a:cubicBezTo>
                    <a:pt x="11428" y="5464"/>
                    <a:pt x="13135" y="6052"/>
                    <a:pt x="14505" y="6522"/>
                  </a:cubicBezTo>
                  <a:cubicBezTo>
                    <a:pt x="15563" y="6887"/>
                    <a:pt x="16329" y="7151"/>
                    <a:pt x="16881" y="7151"/>
                  </a:cubicBezTo>
                  <a:cubicBezTo>
                    <a:pt x="17132" y="7151"/>
                    <a:pt x="17367" y="7070"/>
                    <a:pt x="17509" y="6968"/>
                  </a:cubicBezTo>
                  <a:cubicBezTo>
                    <a:pt x="17651" y="6867"/>
                    <a:pt x="17862" y="6620"/>
                    <a:pt x="17760" y="6093"/>
                  </a:cubicBezTo>
                  <a:cubicBezTo>
                    <a:pt x="17497" y="4743"/>
                    <a:pt x="15020" y="1719"/>
                    <a:pt x="11226" y="750"/>
                  </a:cubicBezTo>
                  <a:cubicBezTo>
                    <a:pt x="9248" y="247"/>
                    <a:pt x="7072" y="0"/>
                    <a:pt x="519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4" name="Google Shape;5592;p73"/>
            <p:cNvSpPr/>
            <p:nvPr/>
          </p:nvSpPr>
          <p:spPr>
            <a:xfrm>
              <a:off x="2773995" y="1783931"/>
              <a:ext cx="297936" cy="116005"/>
            </a:xfrm>
            <a:custGeom>
              <a:avLst/>
              <a:gdLst/>
              <a:ahLst/>
              <a:cxnLst/>
              <a:rect l="l" t="t" r="r" b="b"/>
              <a:pathLst>
                <a:path w="17182" h="6690" extrusionOk="0">
                  <a:moveTo>
                    <a:pt x="12682" y="1"/>
                  </a:moveTo>
                  <a:cubicBezTo>
                    <a:pt x="10865" y="1"/>
                    <a:pt x="8647" y="275"/>
                    <a:pt x="6580" y="872"/>
                  </a:cubicBezTo>
                  <a:cubicBezTo>
                    <a:pt x="2494" y="2056"/>
                    <a:pt x="1" y="6032"/>
                    <a:pt x="755" y="6588"/>
                  </a:cubicBezTo>
                  <a:cubicBezTo>
                    <a:pt x="850" y="6658"/>
                    <a:pt x="976" y="6689"/>
                    <a:pt x="1133" y="6689"/>
                  </a:cubicBezTo>
                  <a:cubicBezTo>
                    <a:pt x="2222" y="6689"/>
                    <a:pt x="4763" y="5159"/>
                    <a:pt x="8263" y="4549"/>
                  </a:cubicBezTo>
                  <a:cubicBezTo>
                    <a:pt x="9197" y="4385"/>
                    <a:pt x="10027" y="4327"/>
                    <a:pt x="10766" y="4327"/>
                  </a:cubicBezTo>
                  <a:cubicBezTo>
                    <a:pt x="12564" y="4327"/>
                    <a:pt x="13828" y="4670"/>
                    <a:pt x="14756" y="4670"/>
                  </a:cubicBezTo>
                  <a:cubicBezTo>
                    <a:pt x="15079" y="4670"/>
                    <a:pt x="15362" y="4629"/>
                    <a:pt x="15612" y="4516"/>
                  </a:cubicBezTo>
                  <a:cubicBezTo>
                    <a:pt x="16881" y="3949"/>
                    <a:pt x="17181" y="1569"/>
                    <a:pt x="16334" y="738"/>
                  </a:cubicBezTo>
                  <a:cubicBezTo>
                    <a:pt x="15843" y="262"/>
                    <a:pt x="14454" y="1"/>
                    <a:pt x="12682" y="1"/>
                  </a:cubicBezTo>
                  <a:close/>
                </a:path>
              </a:pathLst>
            </a:custGeom>
            <a:solidFill>
              <a:srgbClr val="8C53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5" name="Google Shape;5593;p73"/>
            <p:cNvSpPr/>
            <p:nvPr/>
          </p:nvSpPr>
          <p:spPr>
            <a:xfrm>
              <a:off x="2777445" y="1777706"/>
              <a:ext cx="296237" cy="128403"/>
            </a:xfrm>
            <a:custGeom>
              <a:avLst/>
              <a:gdLst/>
              <a:ahLst/>
              <a:cxnLst/>
              <a:rect l="l" t="t" r="r" b="b"/>
              <a:pathLst>
                <a:path w="17084" h="7405" extrusionOk="0">
                  <a:moveTo>
                    <a:pt x="12442" y="716"/>
                  </a:moveTo>
                  <a:cubicBezTo>
                    <a:pt x="14185" y="716"/>
                    <a:pt x="15490" y="967"/>
                    <a:pt x="15888" y="1353"/>
                  </a:cubicBezTo>
                  <a:cubicBezTo>
                    <a:pt x="16204" y="1661"/>
                    <a:pt x="16338" y="2342"/>
                    <a:pt x="16212" y="3063"/>
                  </a:cubicBezTo>
                  <a:cubicBezTo>
                    <a:pt x="16082" y="3781"/>
                    <a:pt x="15729" y="4344"/>
                    <a:pt x="15267" y="4551"/>
                  </a:cubicBezTo>
                  <a:cubicBezTo>
                    <a:pt x="15066" y="4641"/>
                    <a:pt x="14828" y="4676"/>
                    <a:pt x="14549" y="4676"/>
                  </a:cubicBezTo>
                  <a:cubicBezTo>
                    <a:pt x="14187" y="4676"/>
                    <a:pt x="13757" y="4618"/>
                    <a:pt x="13244" y="4547"/>
                  </a:cubicBezTo>
                  <a:cubicBezTo>
                    <a:pt x="12515" y="4451"/>
                    <a:pt x="11626" y="4330"/>
                    <a:pt x="10546" y="4330"/>
                  </a:cubicBezTo>
                  <a:cubicBezTo>
                    <a:pt x="9795" y="4330"/>
                    <a:pt x="8951" y="4389"/>
                    <a:pt x="8003" y="4555"/>
                  </a:cubicBezTo>
                  <a:cubicBezTo>
                    <a:pt x="5980" y="4912"/>
                    <a:pt x="4253" y="5577"/>
                    <a:pt x="2988" y="6063"/>
                  </a:cubicBezTo>
                  <a:cubicBezTo>
                    <a:pt x="2183" y="6370"/>
                    <a:pt x="1288" y="6712"/>
                    <a:pt x="922" y="6712"/>
                  </a:cubicBezTo>
                  <a:cubicBezTo>
                    <a:pt x="862" y="6712"/>
                    <a:pt x="816" y="6703"/>
                    <a:pt x="787" y="6683"/>
                  </a:cubicBezTo>
                  <a:cubicBezTo>
                    <a:pt x="771" y="6643"/>
                    <a:pt x="759" y="6432"/>
                    <a:pt x="953" y="6002"/>
                  </a:cubicBezTo>
                  <a:cubicBezTo>
                    <a:pt x="1529" y="4746"/>
                    <a:pt x="3536" y="2423"/>
                    <a:pt x="6475" y="1572"/>
                  </a:cubicBezTo>
                  <a:cubicBezTo>
                    <a:pt x="8416" y="1016"/>
                    <a:pt x="10423" y="728"/>
                    <a:pt x="12442" y="716"/>
                  </a:cubicBezTo>
                  <a:close/>
                  <a:moveTo>
                    <a:pt x="12479" y="0"/>
                  </a:moveTo>
                  <a:cubicBezTo>
                    <a:pt x="10586" y="0"/>
                    <a:pt x="8319" y="296"/>
                    <a:pt x="6280" y="886"/>
                  </a:cubicBezTo>
                  <a:cubicBezTo>
                    <a:pt x="2676" y="1932"/>
                    <a:pt x="333" y="5001"/>
                    <a:pt x="90" y="6355"/>
                  </a:cubicBezTo>
                  <a:cubicBezTo>
                    <a:pt x="1" y="6862"/>
                    <a:pt x="183" y="7121"/>
                    <a:pt x="345" y="7239"/>
                  </a:cubicBezTo>
                  <a:cubicBezTo>
                    <a:pt x="507" y="7352"/>
                    <a:pt x="698" y="7405"/>
                    <a:pt x="933" y="7405"/>
                  </a:cubicBezTo>
                  <a:cubicBezTo>
                    <a:pt x="1468" y="7405"/>
                    <a:pt x="2214" y="7121"/>
                    <a:pt x="3244" y="6724"/>
                  </a:cubicBezTo>
                  <a:cubicBezTo>
                    <a:pt x="4549" y="6225"/>
                    <a:pt x="6171" y="5601"/>
                    <a:pt x="8129" y="5256"/>
                  </a:cubicBezTo>
                  <a:cubicBezTo>
                    <a:pt x="9028" y="5099"/>
                    <a:pt x="9833" y="5043"/>
                    <a:pt x="10552" y="5043"/>
                  </a:cubicBezTo>
                  <a:cubicBezTo>
                    <a:pt x="11589" y="5043"/>
                    <a:pt x="12447" y="5159"/>
                    <a:pt x="13151" y="5252"/>
                  </a:cubicBezTo>
                  <a:cubicBezTo>
                    <a:pt x="13677" y="5324"/>
                    <a:pt x="14136" y="5389"/>
                    <a:pt x="14553" y="5389"/>
                  </a:cubicBezTo>
                  <a:cubicBezTo>
                    <a:pt x="14916" y="5389"/>
                    <a:pt x="15248" y="5339"/>
                    <a:pt x="15563" y="5200"/>
                  </a:cubicBezTo>
                  <a:cubicBezTo>
                    <a:pt x="16236" y="4900"/>
                    <a:pt x="16739" y="4150"/>
                    <a:pt x="16909" y="3189"/>
                  </a:cubicBezTo>
                  <a:cubicBezTo>
                    <a:pt x="17083" y="2224"/>
                    <a:pt x="16881" y="1328"/>
                    <a:pt x="16382" y="842"/>
                  </a:cubicBezTo>
                  <a:cubicBezTo>
                    <a:pt x="15805" y="280"/>
                    <a:pt x="14319" y="0"/>
                    <a:pt x="1247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6" name="Google Shape;5594;p73"/>
            <p:cNvSpPr/>
            <p:nvPr/>
          </p:nvSpPr>
          <p:spPr>
            <a:xfrm>
              <a:off x="2995357" y="1989462"/>
              <a:ext cx="144616" cy="271007"/>
            </a:xfrm>
            <a:custGeom>
              <a:avLst/>
              <a:gdLst/>
              <a:ahLst/>
              <a:cxnLst/>
              <a:rect l="l" t="t" r="r" b="b"/>
              <a:pathLst>
                <a:path w="8340" h="15629" extrusionOk="0">
                  <a:moveTo>
                    <a:pt x="8339" y="1"/>
                  </a:moveTo>
                  <a:cubicBezTo>
                    <a:pt x="8027" y="1602"/>
                    <a:pt x="7658" y="3187"/>
                    <a:pt x="7192" y="4727"/>
                  </a:cubicBezTo>
                  <a:cubicBezTo>
                    <a:pt x="6949" y="5498"/>
                    <a:pt x="6689" y="6260"/>
                    <a:pt x="6365" y="6985"/>
                  </a:cubicBezTo>
                  <a:cubicBezTo>
                    <a:pt x="6041" y="7707"/>
                    <a:pt x="5660" y="8384"/>
                    <a:pt x="5129" y="8952"/>
                  </a:cubicBezTo>
                  <a:cubicBezTo>
                    <a:pt x="4091" y="10115"/>
                    <a:pt x="2672" y="10865"/>
                    <a:pt x="1229" y="11651"/>
                  </a:cubicBezTo>
                  <a:cubicBezTo>
                    <a:pt x="1046" y="11757"/>
                    <a:pt x="872" y="11862"/>
                    <a:pt x="690" y="11992"/>
                  </a:cubicBezTo>
                  <a:cubicBezTo>
                    <a:pt x="596" y="12057"/>
                    <a:pt x="507" y="12130"/>
                    <a:pt x="418" y="12207"/>
                  </a:cubicBezTo>
                  <a:cubicBezTo>
                    <a:pt x="333" y="12304"/>
                    <a:pt x="256" y="12409"/>
                    <a:pt x="203" y="12527"/>
                  </a:cubicBezTo>
                  <a:cubicBezTo>
                    <a:pt x="0" y="12977"/>
                    <a:pt x="41" y="13463"/>
                    <a:pt x="183" y="13877"/>
                  </a:cubicBezTo>
                  <a:cubicBezTo>
                    <a:pt x="491" y="14704"/>
                    <a:pt x="1172" y="15300"/>
                    <a:pt x="1910" y="15628"/>
                  </a:cubicBezTo>
                  <a:cubicBezTo>
                    <a:pt x="1245" y="15162"/>
                    <a:pt x="690" y="14517"/>
                    <a:pt x="515" y="13780"/>
                  </a:cubicBezTo>
                  <a:cubicBezTo>
                    <a:pt x="430" y="13415"/>
                    <a:pt x="491" y="12981"/>
                    <a:pt x="617" y="12738"/>
                  </a:cubicBezTo>
                  <a:cubicBezTo>
                    <a:pt x="746" y="12495"/>
                    <a:pt x="1144" y="12320"/>
                    <a:pt x="1488" y="12142"/>
                  </a:cubicBezTo>
                  <a:cubicBezTo>
                    <a:pt x="2218" y="11801"/>
                    <a:pt x="2968" y="11449"/>
                    <a:pt x="3685" y="11011"/>
                  </a:cubicBezTo>
                  <a:cubicBezTo>
                    <a:pt x="4399" y="10577"/>
                    <a:pt x="5076" y="10054"/>
                    <a:pt x="5656" y="9422"/>
                  </a:cubicBezTo>
                  <a:cubicBezTo>
                    <a:pt x="6231" y="8789"/>
                    <a:pt x="6669" y="8019"/>
                    <a:pt x="6977" y="7249"/>
                  </a:cubicBezTo>
                  <a:cubicBezTo>
                    <a:pt x="7289" y="6479"/>
                    <a:pt x="7537" y="5684"/>
                    <a:pt x="7723" y="4877"/>
                  </a:cubicBezTo>
                  <a:cubicBezTo>
                    <a:pt x="8104" y="3276"/>
                    <a:pt x="8311" y="1643"/>
                    <a:pt x="833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" name="Google Shape;5595;p73"/>
            <p:cNvSpPr/>
            <p:nvPr/>
          </p:nvSpPr>
          <p:spPr>
            <a:xfrm>
              <a:off x="3069434" y="2244863"/>
              <a:ext cx="37853" cy="15883"/>
            </a:xfrm>
            <a:custGeom>
              <a:avLst/>
              <a:gdLst/>
              <a:ahLst/>
              <a:cxnLst/>
              <a:rect l="l" t="t" r="r" b="b"/>
              <a:pathLst>
                <a:path w="2183" h="916" extrusionOk="0">
                  <a:moveTo>
                    <a:pt x="1056" y="0"/>
                  </a:moveTo>
                  <a:cubicBezTo>
                    <a:pt x="551" y="0"/>
                    <a:pt x="61" y="140"/>
                    <a:pt x="30" y="457"/>
                  </a:cubicBezTo>
                  <a:cubicBezTo>
                    <a:pt x="1" y="775"/>
                    <a:pt x="490" y="916"/>
                    <a:pt x="1010" y="916"/>
                  </a:cubicBezTo>
                  <a:cubicBezTo>
                    <a:pt x="1578" y="916"/>
                    <a:pt x="2182" y="747"/>
                    <a:pt x="2182" y="457"/>
                  </a:cubicBezTo>
                  <a:cubicBezTo>
                    <a:pt x="2182" y="169"/>
                    <a:pt x="1611" y="0"/>
                    <a:pt x="105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" name="Google Shape;5596;p73"/>
            <p:cNvSpPr/>
            <p:nvPr/>
          </p:nvSpPr>
          <p:spPr>
            <a:xfrm>
              <a:off x="3113096" y="2221090"/>
              <a:ext cx="50355" cy="64696"/>
            </a:xfrm>
            <a:custGeom>
              <a:avLst/>
              <a:gdLst/>
              <a:ahLst/>
              <a:cxnLst/>
              <a:rect l="l" t="t" r="r" b="b"/>
              <a:pathLst>
                <a:path w="2904" h="3731" extrusionOk="0">
                  <a:moveTo>
                    <a:pt x="1549" y="0"/>
                  </a:moveTo>
                  <a:lnTo>
                    <a:pt x="1549" y="0"/>
                  </a:lnTo>
                  <a:cubicBezTo>
                    <a:pt x="1922" y="337"/>
                    <a:pt x="2088" y="734"/>
                    <a:pt x="2157" y="1151"/>
                  </a:cubicBezTo>
                  <a:cubicBezTo>
                    <a:pt x="2194" y="1358"/>
                    <a:pt x="2214" y="1573"/>
                    <a:pt x="2210" y="1784"/>
                  </a:cubicBezTo>
                  <a:cubicBezTo>
                    <a:pt x="2198" y="1986"/>
                    <a:pt x="2186" y="2165"/>
                    <a:pt x="2109" y="2323"/>
                  </a:cubicBezTo>
                  <a:cubicBezTo>
                    <a:pt x="1975" y="2639"/>
                    <a:pt x="1667" y="2903"/>
                    <a:pt x="1286" y="3113"/>
                  </a:cubicBezTo>
                  <a:cubicBezTo>
                    <a:pt x="876" y="3324"/>
                    <a:pt x="447" y="3490"/>
                    <a:pt x="1" y="3604"/>
                  </a:cubicBezTo>
                  <a:cubicBezTo>
                    <a:pt x="242" y="3691"/>
                    <a:pt x="498" y="3731"/>
                    <a:pt x="757" y="3731"/>
                  </a:cubicBezTo>
                  <a:cubicBezTo>
                    <a:pt x="1003" y="3731"/>
                    <a:pt x="1252" y="3695"/>
                    <a:pt x="1496" y="3632"/>
                  </a:cubicBezTo>
                  <a:cubicBezTo>
                    <a:pt x="1756" y="3559"/>
                    <a:pt x="1999" y="3438"/>
                    <a:pt x="2218" y="3280"/>
                  </a:cubicBezTo>
                  <a:cubicBezTo>
                    <a:pt x="2457" y="3105"/>
                    <a:pt x="2644" y="2870"/>
                    <a:pt x="2761" y="2599"/>
                  </a:cubicBezTo>
                  <a:cubicBezTo>
                    <a:pt x="2887" y="2327"/>
                    <a:pt x="2903" y="2011"/>
                    <a:pt x="2879" y="1747"/>
                  </a:cubicBezTo>
                  <a:cubicBezTo>
                    <a:pt x="2855" y="1484"/>
                    <a:pt x="2790" y="1228"/>
                    <a:pt x="2692" y="985"/>
                  </a:cubicBezTo>
                  <a:cubicBezTo>
                    <a:pt x="2494" y="495"/>
                    <a:pt x="2056" y="57"/>
                    <a:pt x="154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9" name="Google Shape;5597;p73"/>
            <p:cNvSpPr/>
            <p:nvPr/>
          </p:nvSpPr>
          <p:spPr>
            <a:xfrm>
              <a:off x="3069919" y="2289392"/>
              <a:ext cx="243523" cy="84151"/>
            </a:xfrm>
            <a:custGeom>
              <a:avLst/>
              <a:gdLst/>
              <a:ahLst/>
              <a:cxnLst/>
              <a:rect l="l" t="t" r="r" b="b"/>
              <a:pathLst>
                <a:path w="14044" h="4853" extrusionOk="0">
                  <a:moveTo>
                    <a:pt x="13085" y="1"/>
                  </a:moveTo>
                  <a:cubicBezTo>
                    <a:pt x="12921" y="1"/>
                    <a:pt x="12732" y="50"/>
                    <a:pt x="12524" y="159"/>
                  </a:cubicBezTo>
                  <a:cubicBezTo>
                    <a:pt x="11356" y="772"/>
                    <a:pt x="9913" y="1988"/>
                    <a:pt x="6366" y="2989"/>
                  </a:cubicBezTo>
                  <a:cubicBezTo>
                    <a:pt x="4772" y="3437"/>
                    <a:pt x="3324" y="3514"/>
                    <a:pt x="2214" y="3514"/>
                  </a:cubicBezTo>
                  <a:cubicBezTo>
                    <a:pt x="1630" y="3514"/>
                    <a:pt x="1139" y="3493"/>
                    <a:pt x="769" y="3493"/>
                  </a:cubicBezTo>
                  <a:cubicBezTo>
                    <a:pt x="278" y="3493"/>
                    <a:pt x="0" y="3531"/>
                    <a:pt x="2" y="3707"/>
                  </a:cubicBezTo>
                  <a:cubicBezTo>
                    <a:pt x="12" y="4427"/>
                    <a:pt x="1058" y="4852"/>
                    <a:pt x="3393" y="4852"/>
                  </a:cubicBezTo>
                  <a:cubicBezTo>
                    <a:pt x="3776" y="4852"/>
                    <a:pt x="4194" y="4841"/>
                    <a:pt x="4647" y="4817"/>
                  </a:cubicBezTo>
                  <a:cubicBezTo>
                    <a:pt x="7866" y="4651"/>
                    <a:pt x="12021" y="3038"/>
                    <a:pt x="13132" y="1935"/>
                  </a:cubicBezTo>
                  <a:cubicBezTo>
                    <a:pt x="14044" y="1027"/>
                    <a:pt x="13833" y="1"/>
                    <a:pt x="130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" name="Google Shape;5598;p73"/>
            <p:cNvSpPr/>
            <p:nvPr/>
          </p:nvSpPr>
          <p:spPr>
            <a:xfrm>
              <a:off x="3066850" y="2286340"/>
              <a:ext cx="246523" cy="90255"/>
            </a:xfrm>
            <a:custGeom>
              <a:avLst/>
              <a:gdLst/>
              <a:ahLst/>
              <a:cxnLst/>
              <a:rect l="l" t="t" r="r" b="b"/>
              <a:pathLst>
                <a:path w="14217" h="5205" extrusionOk="0">
                  <a:moveTo>
                    <a:pt x="13273" y="334"/>
                  </a:moveTo>
                  <a:cubicBezTo>
                    <a:pt x="13408" y="334"/>
                    <a:pt x="13524" y="391"/>
                    <a:pt x="13625" y="530"/>
                  </a:cubicBezTo>
                  <a:cubicBezTo>
                    <a:pt x="13836" y="814"/>
                    <a:pt x="13747" y="1422"/>
                    <a:pt x="13179" y="1989"/>
                  </a:cubicBezTo>
                  <a:cubicBezTo>
                    <a:pt x="12064" y="3104"/>
                    <a:pt x="7905" y="4661"/>
                    <a:pt x="4820" y="4815"/>
                  </a:cubicBezTo>
                  <a:cubicBezTo>
                    <a:pt x="4357" y="4840"/>
                    <a:pt x="3941" y="4851"/>
                    <a:pt x="3569" y="4851"/>
                  </a:cubicBezTo>
                  <a:cubicBezTo>
                    <a:pt x="1612" y="4851"/>
                    <a:pt x="836" y="4543"/>
                    <a:pt x="539" y="4268"/>
                  </a:cubicBezTo>
                  <a:cubicBezTo>
                    <a:pt x="434" y="4174"/>
                    <a:pt x="365" y="4045"/>
                    <a:pt x="357" y="3903"/>
                  </a:cubicBezTo>
                  <a:cubicBezTo>
                    <a:pt x="438" y="3858"/>
                    <a:pt x="693" y="3846"/>
                    <a:pt x="994" y="3846"/>
                  </a:cubicBezTo>
                  <a:cubicBezTo>
                    <a:pt x="1160" y="3846"/>
                    <a:pt x="1340" y="3850"/>
                    <a:pt x="1512" y="3854"/>
                  </a:cubicBezTo>
                  <a:cubicBezTo>
                    <a:pt x="1788" y="3861"/>
                    <a:pt x="2095" y="3868"/>
                    <a:pt x="2431" y="3868"/>
                  </a:cubicBezTo>
                  <a:cubicBezTo>
                    <a:pt x="3554" y="3868"/>
                    <a:pt x="4991" y="3788"/>
                    <a:pt x="6592" y="3335"/>
                  </a:cubicBezTo>
                  <a:cubicBezTo>
                    <a:pt x="9360" y="2557"/>
                    <a:pt x="10848" y="1649"/>
                    <a:pt x="11935" y="988"/>
                  </a:cubicBezTo>
                  <a:cubicBezTo>
                    <a:pt x="12247" y="798"/>
                    <a:pt x="12522" y="631"/>
                    <a:pt x="12782" y="494"/>
                  </a:cubicBezTo>
                  <a:cubicBezTo>
                    <a:pt x="12970" y="396"/>
                    <a:pt x="13132" y="334"/>
                    <a:pt x="13273" y="334"/>
                  </a:cubicBezTo>
                  <a:close/>
                  <a:moveTo>
                    <a:pt x="13255" y="0"/>
                  </a:moveTo>
                  <a:cubicBezTo>
                    <a:pt x="13071" y="0"/>
                    <a:pt x="12857" y="52"/>
                    <a:pt x="12616" y="177"/>
                  </a:cubicBezTo>
                  <a:cubicBezTo>
                    <a:pt x="12344" y="319"/>
                    <a:pt x="12073" y="490"/>
                    <a:pt x="11752" y="684"/>
                  </a:cubicBezTo>
                  <a:cubicBezTo>
                    <a:pt x="10682" y="1333"/>
                    <a:pt x="9219" y="2233"/>
                    <a:pt x="6498" y="2995"/>
                  </a:cubicBezTo>
                  <a:cubicBezTo>
                    <a:pt x="4940" y="3430"/>
                    <a:pt x="3531" y="3513"/>
                    <a:pt x="2431" y="3513"/>
                  </a:cubicBezTo>
                  <a:cubicBezTo>
                    <a:pt x="2098" y="3513"/>
                    <a:pt x="1793" y="3505"/>
                    <a:pt x="1520" y="3497"/>
                  </a:cubicBezTo>
                  <a:cubicBezTo>
                    <a:pt x="1318" y="3493"/>
                    <a:pt x="1139" y="3490"/>
                    <a:pt x="981" y="3490"/>
                  </a:cubicBezTo>
                  <a:cubicBezTo>
                    <a:pt x="517" y="3490"/>
                    <a:pt x="237" y="3521"/>
                    <a:pt x="98" y="3660"/>
                  </a:cubicBezTo>
                  <a:cubicBezTo>
                    <a:pt x="33" y="3720"/>
                    <a:pt x="0" y="3801"/>
                    <a:pt x="0" y="3887"/>
                  </a:cubicBezTo>
                  <a:cubicBezTo>
                    <a:pt x="4" y="4134"/>
                    <a:pt x="114" y="4365"/>
                    <a:pt x="296" y="4527"/>
                  </a:cubicBezTo>
                  <a:cubicBezTo>
                    <a:pt x="779" y="4977"/>
                    <a:pt x="1881" y="5204"/>
                    <a:pt x="3592" y="5204"/>
                  </a:cubicBezTo>
                  <a:cubicBezTo>
                    <a:pt x="3981" y="5204"/>
                    <a:pt x="4395" y="5196"/>
                    <a:pt x="4836" y="5172"/>
                  </a:cubicBezTo>
                  <a:cubicBezTo>
                    <a:pt x="8051" y="5001"/>
                    <a:pt x="12255" y="3416"/>
                    <a:pt x="13435" y="2237"/>
                  </a:cubicBezTo>
                  <a:cubicBezTo>
                    <a:pt x="14148" y="1523"/>
                    <a:pt x="14217" y="733"/>
                    <a:pt x="13913" y="315"/>
                  </a:cubicBezTo>
                  <a:cubicBezTo>
                    <a:pt x="13782" y="139"/>
                    <a:pt x="13559" y="0"/>
                    <a:pt x="1325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" name="Google Shape;5599;p73"/>
            <p:cNvSpPr/>
            <p:nvPr/>
          </p:nvSpPr>
          <p:spPr>
            <a:xfrm>
              <a:off x="3404781" y="2234216"/>
              <a:ext cx="176313" cy="158384"/>
            </a:xfrm>
            <a:custGeom>
              <a:avLst/>
              <a:gdLst/>
              <a:ahLst/>
              <a:cxnLst/>
              <a:rect l="l" t="t" r="r" b="b"/>
              <a:pathLst>
                <a:path w="10168" h="9134" extrusionOk="0">
                  <a:moveTo>
                    <a:pt x="5082" y="1"/>
                  </a:moveTo>
                  <a:cubicBezTo>
                    <a:pt x="3097" y="1"/>
                    <a:pt x="1271" y="1306"/>
                    <a:pt x="698" y="3309"/>
                  </a:cubicBezTo>
                  <a:cubicBezTo>
                    <a:pt x="1" y="5733"/>
                    <a:pt x="1403" y="8259"/>
                    <a:pt x="3827" y="8956"/>
                  </a:cubicBezTo>
                  <a:cubicBezTo>
                    <a:pt x="4248" y="9076"/>
                    <a:pt x="4671" y="9133"/>
                    <a:pt x="5087" y="9133"/>
                  </a:cubicBezTo>
                  <a:cubicBezTo>
                    <a:pt x="7072" y="9133"/>
                    <a:pt x="8898" y="7830"/>
                    <a:pt x="9474" y="5826"/>
                  </a:cubicBezTo>
                  <a:cubicBezTo>
                    <a:pt x="10168" y="3402"/>
                    <a:pt x="8765" y="873"/>
                    <a:pt x="6345" y="179"/>
                  </a:cubicBezTo>
                  <a:cubicBezTo>
                    <a:pt x="5924" y="58"/>
                    <a:pt x="5499" y="1"/>
                    <a:pt x="5082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" name="Google Shape;5600;p73"/>
            <p:cNvSpPr/>
            <p:nvPr/>
          </p:nvSpPr>
          <p:spPr>
            <a:xfrm>
              <a:off x="2808050" y="2214830"/>
              <a:ext cx="155713" cy="155713"/>
            </a:xfrm>
            <a:custGeom>
              <a:avLst/>
              <a:gdLst/>
              <a:ahLst/>
              <a:cxnLst/>
              <a:rect l="l" t="t" r="r" b="b"/>
              <a:pathLst>
                <a:path w="8980" h="8980" extrusionOk="0">
                  <a:moveTo>
                    <a:pt x="4488" y="0"/>
                  </a:moveTo>
                  <a:cubicBezTo>
                    <a:pt x="2007" y="0"/>
                    <a:pt x="0" y="2011"/>
                    <a:pt x="0" y="4492"/>
                  </a:cubicBezTo>
                  <a:cubicBezTo>
                    <a:pt x="0" y="6969"/>
                    <a:pt x="2007" y="8979"/>
                    <a:pt x="4488" y="8979"/>
                  </a:cubicBezTo>
                  <a:cubicBezTo>
                    <a:pt x="6969" y="8979"/>
                    <a:pt x="8979" y="6969"/>
                    <a:pt x="8979" y="4492"/>
                  </a:cubicBezTo>
                  <a:cubicBezTo>
                    <a:pt x="8979" y="2011"/>
                    <a:pt x="6969" y="0"/>
                    <a:pt x="4488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66" name="图片 65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67" name="图片 66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grpSp>
        <p:nvGrpSpPr>
          <p:cNvPr id="579" name="组合 578"/>
          <p:cNvGrpSpPr/>
          <p:nvPr/>
        </p:nvGrpSpPr>
        <p:grpSpPr>
          <a:xfrm>
            <a:off x="-591185" y="1508760"/>
            <a:ext cx="3279140" cy="4554220"/>
            <a:chOff x="14035" y="1820"/>
            <a:chExt cx="5164" cy="7172"/>
          </a:xfrm>
        </p:grpSpPr>
        <p:grpSp>
          <p:nvGrpSpPr>
            <p:cNvPr id="2208" name="Google Shape;2208;p36"/>
            <p:cNvGrpSpPr/>
            <p:nvPr/>
          </p:nvGrpSpPr>
          <p:grpSpPr>
            <a:xfrm>
              <a:off x="15401" y="4153"/>
              <a:ext cx="1385" cy="1035"/>
              <a:chOff x="4030925" y="2186525"/>
              <a:chExt cx="944700" cy="706325"/>
            </a:xfrm>
          </p:grpSpPr>
          <p:sp>
            <p:nvSpPr>
              <p:cNvPr id="2209" name="Google Shape;2209;p36"/>
              <p:cNvSpPr/>
              <p:nvPr/>
            </p:nvSpPr>
            <p:spPr>
              <a:xfrm>
                <a:off x="4030925" y="2186525"/>
                <a:ext cx="944700" cy="281675"/>
              </a:xfrm>
              <a:custGeom>
                <a:avLst/>
                <a:gdLst/>
                <a:ahLst/>
                <a:cxnLst/>
                <a:rect l="l" t="t" r="r" b="b"/>
                <a:pathLst>
                  <a:path w="37788" h="11267" extrusionOk="0">
                    <a:moveTo>
                      <a:pt x="33327" y="1430"/>
                    </a:moveTo>
                    <a:lnTo>
                      <a:pt x="9699" y="10348"/>
                    </a:lnTo>
                    <a:lnTo>
                      <a:pt x="1770" y="6049"/>
                    </a:lnTo>
                    <a:lnTo>
                      <a:pt x="33327" y="1430"/>
                    </a:lnTo>
                    <a:close/>
                    <a:moveTo>
                      <a:pt x="37185" y="0"/>
                    </a:moveTo>
                    <a:cubicBezTo>
                      <a:pt x="37164" y="0"/>
                      <a:pt x="37142" y="1"/>
                      <a:pt x="37120" y="5"/>
                    </a:cubicBezTo>
                    <a:lnTo>
                      <a:pt x="391" y="5383"/>
                    </a:lnTo>
                    <a:cubicBezTo>
                      <a:pt x="207" y="5406"/>
                      <a:pt x="69" y="5544"/>
                      <a:pt x="23" y="5728"/>
                    </a:cubicBezTo>
                    <a:cubicBezTo>
                      <a:pt x="0" y="5912"/>
                      <a:pt x="92" y="6095"/>
                      <a:pt x="253" y="6187"/>
                    </a:cubicBezTo>
                    <a:lnTo>
                      <a:pt x="9447" y="11221"/>
                    </a:lnTo>
                    <a:lnTo>
                      <a:pt x="9653" y="11267"/>
                    </a:lnTo>
                    <a:lnTo>
                      <a:pt x="9814" y="11244"/>
                    </a:lnTo>
                    <a:lnTo>
                      <a:pt x="37327" y="855"/>
                    </a:lnTo>
                    <a:cubicBezTo>
                      <a:pt x="37788" y="679"/>
                      <a:pt x="37641" y="0"/>
                      <a:pt x="371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0" name="Google Shape;2210;p36"/>
              <p:cNvSpPr/>
              <p:nvPr/>
            </p:nvSpPr>
            <p:spPr>
              <a:xfrm>
                <a:off x="4423950" y="2187475"/>
                <a:ext cx="547625" cy="512875"/>
              </a:xfrm>
              <a:custGeom>
                <a:avLst/>
                <a:gdLst/>
                <a:ahLst/>
                <a:cxnLst/>
                <a:rect l="l" t="t" r="r" b="b"/>
                <a:pathLst>
                  <a:path w="21905" h="20515" extrusionOk="0">
                    <a:moveTo>
                      <a:pt x="19882" y="2104"/>
                    </a:moveTo>
                    <a:lnTo>
                      <a:pt x="8918" y="19572"/>
                    </a:lnTo>
                    <a:lnTo>
                      <a:pt x="1265" y="15918"/>
                    </a:lnTo>
                    <a:lnTo>
                      <a:pt x="19882" y="2104"/>
                    </a:lnTo>
                    <a:close/>
                    <a:moveTo>
                      <a:pt x="21443" y="0"/>
                    </a:moveTo>
                    <a:cubicBezTo>
                      <a:pt x="21354" y="0"/>
                      <a:pt x="21266" y="29"/>
                      <a:pt x="21192" y="81"/>
                    </a:cubicBezTo>
                    <a:lnTo>
                      <a:pt x="184" y="15688"/>
                    </a:lnTo>
                    <a:cubicBezTo>
                      <a:pt x="69" y="15780"/>
                      <a:pt x="0" y="15941"/>
                      <a:pt x="23" y="16102"/>
                    </a:cubicBezTo>
                    <a:cubicBezTo>
                      <a:pt x="23" y="16240"/>
                      <a:pt x="115" y="16378"/>
                      <a:pt x="253" y="16446"/>
                    </a:cubicBezTo>
                    <a:lnTo>
                      <a:pt x="8918" y="20515"/>
                    </a:lnTo>
                    <a:lnTo>
                      <a:pt x="9102" y="20515"/>
                    </a:lnTo>
                    <a:cubicBezTo>
                      <a:pt x="9240" y="20515"/>
                      <a:pt x="9378" y="20469"/>
                      <a:pt x="9470" y="20354"/>
                    </a:cubicBezTo>
                    <a:lnTo>
                      <a:pt x="21813" y="656"/>
                    </a:lnTo>
                    <a:cubicBezTo>
                      <a:pt x="21905" y="472"/>
                      <a:pt x="21882" y="265"/>
                      <a:pt x="21744" y="127"/>
                    </a:cubicBezTo>
                    <a:cubicBezTo>
                      <a:pt x="21656" y="40"/>
                      <a:pt x="21549" y="0"/>
                      <a:pt x="214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1" name="Google Shape;2211;p36"/>
              <p:cNvSpPr/>
              <p:nvPr/>
            </p:nvSpPr>
            <p:spPr>
              <a:xfrm>
                <a:off x="4261325" y="2186625"/>
                <a:ext cx="710825" cy="706225"/>
              </a:xfrm>
              <a:custGeom>
                <a:avLst/>
                <a:gdLst/>
                <a:ahLst/>
                <a:cxnLst/>
                <a:rect l="l" t="t" r="r" b="b"/>
                <a:pathLst>
                  <a:path w="28433" h="28249" extrusionOk="0">
                    <a:moveTo>
                      <a:pt x="25261" y="1908"/>
                    </a:moveTo>
                    <a:lnTo>
                      <a:pt x="6689" y="15699"/>
                    </a:lnTo>
                    <a:cubicBezTo>
                      <a:pt x="6620" y="15745"/>
                      <a:pt x="6551" y="15837"/>
                      <a:pt x="6528" y="15929"/>
                    </a:cubicBezTo>
                    <a:lnTo>
                      <a:pt x="3196" y="25973"/>
                    </a:lnTo>
                    <a:lnTo>
                      <a:pt x="920" y="11102"/>
                    </a:lnTo>
                    <a:lnTo>
                      <a:pt x="25261" y="1908"/>
                    </a:lnTo>
                    <a:close/>
                    <a:moveTo>
                      <a:pt x="27953" y="1"/>
                    </a:moveTo>
                    <a:cubicBezTo>
                      <a:pt x="27906" y="1"/>
                      <a:pt x="27859" y="8"/>
                      <a:pt x="27812" y="24"/>
                    </a:cubicBezTo>
                    <a:lnTo>
                      <a:pt x="300" y="10436"/>
                    </a:lnTo>
                    <a:cubicBezTo>
                      <a:pt x="116" y="10504"/>
                      <a:pt x="1" y="10711"/>
                      <a:pt x="24" y="10895"/>
                    </a:cubicBezTo>
                    <a:lnTo>
                      <a:pt x="2621" y="27881"/>
                    </a:lnTo>
                    <a:cubicBezTo>
                      <a:pt x="2644" y="28065"/>
                      <a:pt x="2805" y="28226"/>
                      <a:pt x="3012" y="28249"/>
                    </a:cubicBezTo>
                    <a:lnTo>
                      <a:pt x="3058" y="28249"/>
                    </a:lnTo>
                    <a:cubicBezTo>
                      <a:pt x="3242" y="28249"/>
                      <a:pt x="3402" y="28111"/>
                      <a:pt x="3448" y="27927"/>
                    </a:cubicBezTo>
                    <a:lnTo>
                      <a:pt x="7310" y="16297"/>
                    </a:lnTo>
                    <a:lnTo>
                      <a:pt x="28226" y="782"/>
                    </a:lnTo>
                    <a:cubicBezTo>
                      <a:pt x="28387" y="667"/>
                      <a:pt x="28433" y="414"/>
                      <a:pt x="28341" y="230"/>
                    </a:cubicBezTo>
                    <a:cubicBezTo>
                      <a:pt x="28269" y="88"/>
                      <a:pt x="28115" y="1"/>
                      <a:pt x="279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2" name="Google Shape;2212;p36"/>
              <p:cNvSpPr/>
              <p:nvPr/>
            </p:nvSpPr>
            <p:spPr>
              <a:xfrm>
                <a:off x="4325700" y="2577225"/>
                <a:ext cx="236750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9470" h="12625" extrusionOk="0">
                    <a:moveTo>
                      <a:pt x="4620" y="1017"/>
                    </a:moveTo>
                    <a:lnTo>
                      <a:pt x="8343" y="2764"/>
                    </a:lnTo>
                    <a:lnTo>
                      <a:pt x="1540" y="10395"/>
                    </a:lnTo>
                    <a:lnTo>
                      <a:pt x="4620" y="1017"/>
                    </a:lnTo>
                    <a:close/>
                    <a:moveTo>
                      <a:pt x="4379" y="0"/>
                    </a:moveTo>
                    <a:cubicBezTo>
                      <a:pt x="4321" y="0"/>
                      <a:pt x="4264" y="18"/>
                      <a:pt x="4206" y="52"/>
                    </a:cubicBezTo>
                    <a:cubicBezTo>
                      <a:pt x="4091" y="98"/>
                      <a:pt x="3999" y="190"/>
                      <a:pt x="3953" y="305"/>
                    </a:cubicBezTo>
                    <a:lnTo>
                      <a:pt x="69" y="12050"/>
                    </a:lnTo>
                    <a:cubicBezTo>
                      <a:pt x="0" y="12257"/>
                      <a:pt x="92" y="12464"/>
                      <a:pt x="276" y="12579"/>
                    </a:cubicBezTo>
                    <a:lnTo>
                      <a:pt x="483" y="12625"/>
                    </a:lnTo>
                    <a:cubicBezTo>
                      <a:pt x="598" y="12625"/>
                      <a:pt x="713" y="12579"/>
                      <a:pt x="781" y="12487"/>
                    </a:cubicBezTo>
                    <a:lnTo>
                      <a:pt x="9355" y="2925"/>
                    </a:lnTo>
                    <a:cubicBezTo>
                      <a:pt x="9424" y="2810"/>
                      <a:pt x="9470" y="2672"/>
                      <a:pt x="9470" y="2534"/>
                    </a:cubicBezTo>
                    <a:cubicBezTo>
                      <a:pt x="9447" y="2396"/>
                      <a:pt x="9332" y="2304"/>
                      <a:pt x="9217" y="2259"/>
                    </a:cubicBezTo>
                    <a:lnTo>
                      <a:pt x="4551" y="52"/>
                    </a:lnTo>
                    <a:cubicBezTo>
                      <a:pt x="4493" y="18"/>
                      <a:pt x="4436" y="0"/>
                      <a:pt x="4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61" name="Google Shape;4561;p69"/>
            <p:cNvSpPr/>
            <p:nvPr/>
          </p:nvSpPr>
          <p:spPr>
            <a:xfrm>
              <a:off x="14035" y="1820"/>
              <a:ext cx="5165" cy="7172"/>
            </a:xfrm>
            <a:custGeom>
              <a:avLst/>
              <a:gdLst/>
              <a:ahLst/>
              <a:cxnLst/>
              <a:rect l="l" t="t" r="r" b="b"/>
              <a:pathLst>
                <a:path w="92138" h="127940" extrusionOk="0">
                  <a:moveTo>
                    <a:pt x="85073" y="0"/>
                  </a:moveTo>
                  <a:cubicBezTo>
                    <a:pt x="85013" y="0"/>
                    <a:pt x="84958" y="40"/>
                    <a:pt x="84958" y="108"/>
                  </a:cubicBezTo>
                  <a:cubicBezTo>
                    <a:pt x="84899" y="167"/>
                    <a:pt x="84919" y="266"/>
                    <a:pt x="84998" y="326"/>
                  </a:cubicBezTo>
                  <a:cubicBezTo>
                    <a:pt x="85573" y="603"/>
                    <a:pt x="86128" y="940"/>
                    <a:pt x="86644" y="1337"/>
                  </a:cubicBezTo>
                  <a:lnTo>
                    <a:pt x="86743" y="1337"/>
                  </a:lnTo>
                  <a:cubicBezTo>
                    <a:pt x="86783" y="1337"/>
                    <a:pt x="86842" y="1317"/>
                    <a:pt x="86882" y="1297"/>
                  </a:cubicBezTo>
                  <a:cubicBezTo>
                    <a:pt x="86922" y="1218"/>
                    <a:pt x="86902" y="1119"/>
                    <a:pt x="86842" y="1059"/>
                  </a:cubicBezTo>
                  <a:cubicBezTo>
                    <a:pt x="86307" y="663"/>
                    <a:pt x="85732" y="326"/>
                    <a:pt x="85157" y="28"/>
                  </a:cubicBezTo>
                  <a:cubicBezTo>
                    <a:pt x="85131" y="9"/>
                    <a:pt x="85102" y="0"/>
                    <a:pt x="85073" y="0"/>
                  </a:cubicBezTo>
                  <a:close/>
                  <a:moveTo>
                    <a:pt x="88675" y="2762"/>
                  </a:moveTo>
                  <a:cubicBezTo>
                    <a:pt x="88636" y="2762"/>
                    <a:pt x="88595" y="2777"/>
                    <a:pt x="88568" y="2805"/>
                  </a:cubicBezTo>
                  <a:cubicBezTo>
                    <a:pt x="88488" y="2844"/>
                    <a:pt x="88488" y="2963"/>
                    <a:pt x="88548" y="3023"/>
                  </a:cubicBezTo>
                  <a:cubicBezTo>
                    <a:pt x="88984" y="3499"/>
                    <a:pt x="89381" y="4014"/>
                    <a:pt x="89738" y="4570"/>
                  </a:cubicBezTo>
                  <a:cubicBezTo>
                    <a:pt x="89777" y="4609"/>
                    <a:pt x="89817" y="4629"/>
                    <a:pt x="89877" y="4629"/>
                  </a:cubicBezTo>
                  <a:lnTo>
                    <a:pt x="89956" y="4609"/>
                  </a:lnTo>
                  <a:cubicBezTo>
                    <a:pt x="90035" y="4550"/>
                    <a:pt x="90055" y="4451"/>
                    <a:pt x="89996" y="4371"/>
                  </a:cubicBezTo>
                  <a:cubicBezTo>
                    <a:pt x="89658" y="3816"/>
                    <a:pt x="89242" y="3300"/>
                    <a:pt x="88786" y="2824"/>
                  </a:cubicBezTo>
                  <a:cubicBezTo>
                    <a:pt x="88765" y="2782"/>
                    <a:pt x="88721" y="2762"/>
                    <a:pt x="88675" y="2762"/>
                  </a:cubicBezTo>
                  <a:close/>
                  <a:moveTo>
                    <a:pt x="91110" y="6597"/>
                  </a:moveTo>
                  <a:cubicBezTo>
                    <a:pt x="91089" y="6597"/>
                    <a:pt x="91068" y="6602"/>
                    <a:pt x="91047" y="6612"/>
                  </a:cubicBezTo>
                  <a:cubicBezTo>
                    <a:pt x="90967" y="6632"/>
                    <a:pt x="90908" y="6731"/>
                    <a:pt x="90947" y="6810"/>
                  </a:cubicBezTo>
                  <a:cubicBezTo>
                    <a:pt x="91185" y="7425"/>
                    <a:pt x="91384" y="8040"/>
                    <a:pt x="91523" y="8675"/>
                  </a:cubicBezTo>
                  <a:cubicBezTo>
                    <a:pt x="91542" y="8754"/>
                    <a:pt x="91622" y="8794"/>
                    <a:pt x="91701" y="8794"/>
                  </a:cubicBezTo>
                  <a:lnTo>
                    <a:pt x="91721" y="8794"/>
                  </a:lnTo>
                  <a:cubicBezTo>
                    <a:pt x="91800" y="8774"/>
                    <a:pt x="91860" y="8694"/>
                    <a:pt x="91840" y="8595"/>
                  </a:cubicBezTo>
                  <a:cubicBezTo>
                    <a:pt x="91681" y="7941"/>
                    <a:pt x="91483" y="7306"/>
                    <a:pt x="91245" y="6692"/>
                  </a:cubicBezTo>
                  <a:cubicBezTo>
                    <a:pt x="91216" y="6633"/>
                    <a:pt x="91166" y="6597"/>
                    <a:pt x="91110" y="6597"/>
                  </a:cubicBezTo>
                  <a:close/>
                  <a:moveTo>
                    <a:pt x="91959" y="11054"/>
                  </a:moveTo>
                  <a:cubicBezTo>
                    <a:pt x="91879" y="11054"/>
                    <a:pt x="91800" y="11114"/>
                    <a:pt x="91780" y="11213"/>
                  </a:cubicBezTo>
                  <a:cubicBezTo>
                    <a:pt x="91800" y="11848"/>
                    <a:pt x="91741" y="12502"/>
                    <a:pt x="91622" y="13137"/>
                  </a:cubicBezTo>
                  <a:cubicBezTo>
                    <a:pt x="91622" y="13236"/>
                    <a:pt x="91681" y="13315"/>
                    <a:pt x="91760" y="13335"/>
                  </a:cubicBezTo>
                  <a:lnTo>
                    <a:pt x="91800" y="13335"/>
                  </a:lnTo>
                  <a:cubicBezTo>
                    <a:pt x="91879" y="13335"/>
                    <a:pt x="91939" y="13275"/>
                    <a:pt x="91939" y="13196"/>
                  </a:cubicBezTo>
                  <a:cubicBezTo>
                    <a:pt x="92058" y="12542"/>
                    <a:pt x="92117" y="11887"/>
                    <a:pt x="92137" y="11233"/>
                  </a:cubicBezTo>
                  <a:cubicBezTo>
                    <a:pt x="92137" y="11134"/>
                    <a:pt x="92058" y="11054"/>
                    <a:pt x="91959" y="11054"/>
                  </a:cubicBezTo>
                  <a:close/>
                  <a:moveTo>
                    <a:pt x="91092" y="15504"/>
                  </a:moveTo>
                  <a:cubicBezTo>
                    <a:pt x="91027" y="15504"/>
                    <a:pt x="90963" y="15554"/>
                    <a:pt x="90947" y="15616"/>
                  </a:cubicBezTo>
                  <a:cubicBezTo>
                    <a:pt x="90709" y="16211"/>
                    <a:pt x="90432" y="16786"/>
                    <a:pt x="90134" y="17381"/>
                  </a:cubicBezTo>
                  <a:cubicBezTo>
                    <a:pt x="90095" y="17460"/>
                    <a:pt x="90114" y="17539"/>
                    <a:pt x="90174" y="17599"/>
                  </a:cubicBezTo>
                  <a:lnTo>
                    <a:pt x="90253" y="17599"/>
                  </a:lnTo>
                  <a:cubicBezTo>
                    <a:pt x="90313" y="17599"/>
                    <a:pt x="90372" y="17579"/>
                    <a:pt x="90412" y="17519"/>
                  </a:cubicBezTo>
                  <a:cubicBezTo>
                    <a:pt x="90729" y="16944"/>
                    <a:pt x="91007" y="16349"/>
                    <a:pt x="91245" y="15735"/>
                  </a:cubicBezTo>
                  <a:cubicBezTo>
                    <a:pt x="91265" y="15635"/>
                    <a:pt x="91245" y="15536"/>
                    <a:pt x="91146" y="15516"/>
                  </a:cubicBezTo>
                  <a:cubicBezTo>
                    <a:pt x="91128" y="15508"/>
                    <a:pt x="91110" y="15504"/>
                    <a:pt x="91092" y="15504"/>
                  </a:cubicBezTo>
                  <a:close/>
                  <a:moveTo>
                    <a:pt x="88856" y="19462"/>
                  </a:moveTo>
                  <a:cubicBezTo>
                    <a:pt x="88802" y="19462"/>
                    <a:pt x="88752" y="19484"/>
                    <a:pt x="88726" y="19522"/>
                  </a:cubicBezTo>
                  <a:cubicBezTo>
                    <a:pt x="88330" y="20018"/>
                    <a:pt x="87893" y="20514"/>
                    <a:pt x="87457" y="20990"/>
                  </a:cubicBezTo>
                  <a:cubicBezTo>
                    <a:pt x="87378" y="21049"/>
                    <a:pt x="87378" y="21168"/>
                    <a:pt x="87457" y="21208"/>
                  </a:cubicBezTo>
                  <a:lnTo>
                    <a:pt x="87576" y="21267"/>
                  </a:lnTo>
                  <a:lnTo>
                    <a:pt x="87675" y="21208"/>
                  </a:lnTo>
                  <a:cubicBezTo>
                    <a:pt x="88131" y="20752"/>
                    <a:pt x="88568" y="20256"/>
                    <a:pt x="88964" y="19721"/>
                  </a:cubicBezTo>
                  <a:cubicBezTo>
                    <a:pt x="89024" y="19661"/>
                    <a:pt x="89004" y="19542"/>
                    <a:pt x="88944" y="19483"/>
                  </a:cubicBezTo>
                  <a:cubicBezTo>
                    <a:pt x="88916" y="19469"/>
                    <a:pt x="88886" y="19462"/>
                    <a:pt x="88856" y="19462"/>
                  </a:cubicBezTo>
                  <a:close/>
                  <a:moveTo>
                    <a:pt x="85625" y="22735"/>
                  </a:moveTo>
                  <a:cubicBezTo>
                    <a:pt x="85601" y="22735"/>
                    <a:pt x="85577" y="22741"/>
                    <a:pt x="85553" y="22755"/>
                  </a:cubicBezTo>
                  <a:cubicBezTo>
                    <a:pt x="85057" y="23151"/>
                    <a:pt x="84522" y="23548"/>
                    <a:pt x="83987" y="23925"/>
                  </a:cubicBezTo>
                  <a:cubicBezTo>
                    <a:pt x="83907" y="23965"/>
                    <a:pt x="83887" y="24084"/>
                    <a:pt x="83967" y="24143"/>
                  </a:cubicBezTo>
                  <a:cubicBezTo>
                    <a:pt x="83987" y="24183"/>
                    <a:pt x="84026" y="24222"/>
                    <a:pt x="84086" y="24222"/>
                  </a:cubicBezTo>
                  <a:lnTo>
                    <a:pt x="84185" y="24183"/>
                  </a:lnTo>
                  <a:cubicBezTo>
                    <a:pt x="84720" y="23826"/>
                    <a:pt x="85256" y="23429"/>
                    <a:pt x="85771" y="22993"/>
                  </a:cubicBezTo>
                  <a:cubicBezTo>
                    <a:pt x="85837" y="22878"/>
                    <a:pt x="85739" y="22735"/>
                    <a:pt x="85625" y="22735"/>
                  </a:cubicBezTo>
                  <a:close/>
                  <a:moveTo>
                    <a:pt x="81855" y="25254"/>
                  </a:moveTo>
                  <a:cubicBezTo>
                    <a:pt x="81829" y="25254"/>
                    <a:pt x="81805" y="25260"/>
                    <a:pt x="81785" y="25273"/>
                  </a:cubicBezTo>
                  <a:lnTo>
                    <a:pt x="81706" y="25273"/>
                  </a:lnTo>
                  <a:lnTo>
                    <a:pt x="80020" y="26106"/>
                  </a:lnTo>
                  <a:cubicBezTo>
                    <a:pt x="79834" y="26144"/>
                    <a:pt x="79893" y="26407"/>
                    <a:pt x="80064" y="26407"/>
                  </a:cubicBezTo>
                  <a:cubicBezTo>
                    <a:pt x="80075" y="26407"/>
                    <a:pt x="80087" y="26406"/>
                    <a:pt x="80100" y="26404"/>
                  </a:cubicBezTo>
                  <a:lnTo>
                    <a:pt x="80159" y="26424"/>
                  </a:lnTo>
                  <a:lnTo>
                    <a:pt x="81845" y="25611"/>
                  </a:lnTo>
                  <a:lnTo>
                    <a:pt x="81924" y="25551"/>
                  </a:lnTo>
                  <a:cubicBezTo>
                    <a:pt x="82023" y="25531"/>
                    <a:pt x="82043" y="25412"/>
                    <a:pt x="82003" y="25333"/>
                  </a:cubicBezTo>
                  <a:cubicBezTo>
                    <a:pt x="81964" y="25280"/>
                    <a:pt x="81907" y="25254"/>
                    <a:pt x="81855" y="25254"/>
                  </a:cubicBezTo>
                  <a:close/>
                  <a:moveTo>
                    <a:pt x="77650" y="27033"/>
                  </a:moveTo>
                  <a:cubicBezTo>
                    <a:pt x="77634" y="27033"/>
                    <a:pt x="77618" y="27035"/>
                    <a:pt x="77601" y="27038"/>
                  </a:cubicBezTo>
                  <a:cubicBezTo>
                    <a:pt x="77026" y="27257"/>
                    <a:pt x="76391" y="27455"/>
                    <a:pt x="75757" y="27653"/>
                  </a:cubicBezTo>
                  <a:cubicBezTo>
                    <a:pt x="75677" y="27693"/>
                    <a:pt x="75638" y="27772"/>
                    <a:pt x="75657" y="27851"/>
                  </a:cubicBezTo>
                  <a:cubicBezTo>
                    <a:pt x="75657" y="27931"/>
                    <a:pt x="75737" y="27990"/>
                    <a:pt x="75796" y="27990"/>
                  </a:cubicBezTo>
                  <a:lnTo>
                    <a:pt x="75856" y="27970"/>
                  </a:lnTo>
                  <a:lnTo>
                    <a:pt x="77720" y="27376"/>
                  </a:lnTo>
                  <a:cubicBezTo>
                    <a:pt x="77819" y="27316"/>
                    <a:pt x="77859" y="27237"/>
                    <a:pt x="77819" y="27138"/>
                  </a:cubicBezTo>
                  <a:cubicBezTo>
                    <a:pt x="77786" y="27072"/>
                    <a:pt x="77726" y="27033"/>
                    <a:pt x="77650" y="27033"/>
                  </a:cubicBezTo>
                  <a:close/>
                  <a:moveTo>
                    <a:pt x="73289" y="28343"/>
                  </a:moveTo>
                  <a:cubicBezTo>
                    <a:pt x="73279" y="28343"/>
                    <a:pt x="73268" y="28345"/>
                    <a:pt x="73258" y="28347"/>
                  </a:cubicBezTo>
                  <a:lnTo>
                    <a:pt x="71374" y="28823"/>
                  </a:lnTo>
                  <a:cubicBezTo>
                    <a:pt x="71275" y="28843"/>
                    <a:pt x="71215" y="28942"/>
                    <a:pt x="71235" y="29022"/>
                  </a:cubicBezTo>
                  <a:cubicBezTo>
                    <a:pt x="71252" y="29090"/>
                    <a:pt x="71299" y="29144"/>
                    <a:pt x="71363" y="29144"/>
                  </a:cubicBezTo>
                  <a:cubicBezTo>
                    <a:pt x="71373" y="29144"/>
                    <a:pt x="71383" y="29143"/>
                    <a:pt x="71394" y="29141"/>
                  </a:cubicBezTo>
                  <a:lnTo>
                    <a:pt x="71433" y="29141"/>
                  </a:lnTo>
                  <a:lnTo>
                    <a:pt x="73317" y="28684"/>
                  </a:lnTo>
                  <a:cubicBezTo>
                    <a:pt x="73416" y="28665"/>
                    <a:pt x="73456" y="28565"/>
                    <a:pt x="73456" y="28486"/>
                  </a:cubicBezTo>
                  <a:cubicBezTo>
                    <a:pt x="73439" y="28400"/>
                    <a:pt x="73361" y="28343"/>
                    <a:pt x="73289" y="28343"/>
                  </a:cubicBezTo>
                  <a:close/>
                  <a:moveTo>
                    <a:pt x="68816" y="29398"/>
                  </a:moveTo>
                  <a:lnTo>
                    <a:pt x="66912" y="29815"/>
                  </a:lnTo>
                  <a:cubicBezTo>
                    <a:pt x="66813" y="29835"/>
                    <a:pt x="66753" y="29934"/>
                    <a:pt x="66773" y="30013"/>
                  </a:cubicBezTo>
                  <a:cubicBezTo>
                    <a:pt x="66790" y="30082"/>
                    <a:pt x="66837" y="30136"/>
                    <a:pt x="66901" y="30136"/>
                  </a:cubicBezTo>
                  <a:cubicBezTo>
                    <a:pt x="66911" y="30136"/>
                    <a:pt x="66921" y="30135"/>
                    <a:pt x="66932" y="30132"/>
                  </a:cubicBezTo>
                  <a:lnTo>
                    <a:pt x="66971" y="30132"/>
                  </a:lnTo>
                  <a:lnTo>
                    <a:pt x="68895" y="29716"/>
                  </a:lnTo>
                  <a:cubicBezTo>
                    <a:pt x="68974" y="29716"/>
                    <a:pt x="69034" y="29616"/>
                    <a:pt x="69014" y="29517"/>
                  </a:cubicBezTo>
                  <a:cubicBezTo>
                    <a:pt x="68974" y="29438"/>
                    <a:pt x="68895" y="29398"/>
                    <a:pt x="68816" y="29398"/>
                  </a:cubicBezTo>
                  <a:close/>
                  <a:moveTo>
                    <a:pt x="64396" y="30405"/>
                  </a:moveTo>
                  <a:cubicBezTo>
                    <a:pt x="64381" y="30405"/>
                    <a:pt x="64367" y="30406"/>
                    <a:pt x="64354" y="30410"/>
                  </a:cubicBezTo>
                  <a:lnTo>
                    <a:pt x="64135" y="30469"/>
                  </a:lnTo>
                  <a:lnTo>
                    <a:pt x="62470" y="30886"/>
                  </a:lnTo>
                  <a:cubicBezTo>
                    <a:pt x="62370" y="30886"/>
                    <a:pt x="62311" y="30985"/>
                    <a:pt x="62351" y="31084"/>
                  </a:cubicBezTo>
                  <a:cubicBezTo>
                    <a:pt x="62351" y="31163"/>
                    <a:pt x="62410" y="31203"/>
                    <a:pt x="62489" y="31203"/>
                  </a:cubicBezTo>
                  <a:lnTo>
                    <a:pt x="62549" y="31183"/>
                  </a:lnTo>
                  <a:lnTo>
                    <a:pt x="64195" y="30787"/>
                  </a:lnTo>
                  <a:lnTo>
                    <a:pt x="64433" y="30707"/>
                  </a:lnTo>
                  <a:cubicBezTo>
                    <a:pt x="64512" y="30707"/>
                    <a:pt x="64572" y="30608"/>
                    <a:pt x="64552" y="30509"/>
                  </a:cubicBezTo>
                  <a:cubicBezTo>
                    <a:pt x="64535" y="30443"/>
                    <a:pt x="64465" y="30405"/>
                    <a:pt x="64396" y="30405"/>
                  </a:cubicBezTo>
                  <a:close/>
                  <a:moveTo>
                    <a:pt x="59994" y="31567"/>
                  </a:moveTo>
                  <a:cubicBezTo>
                    <a:pt x="59974" y="31567"/>
                    <a:pt x="59952" y="31571"/>
                    <a:pt x="59931" y="31580"/>
                  </a:cubicBezTo>
                  <a:lnTo>
                    <a:pt x="58087" y="32195"/>
                  </a:lnTo>
                  <a:cubicBezTo>
                    <a:pt x="57988" y="32234"/>
                    <a:pt x="57948" y="32333"/>
                    <a:pt x="57988" y="32413"/>
                  </a:cubicBezTo>
                  <a:cubicBezTo>
                    <a:pt x="57988" y="32478"/>
                    <a:pt x="58042" y="32517"/>
                    <a:pt x="58095" y="32517"/>
                  </a:cubicBezTo>
                  <a:cubicBezTo>
                    <a:pt x="58106" y="32517"/>
                    <a:pt x="58116" y="32515"/>
                    <a:pt x="58127" y="32512"/>
                  </a:cubicBezTo>
                  <a:lnTo>
                    <a:pt x="58186" y="32512"/>
                  </a:lnTo>
                  <a:lnTo>
                    <a:pt x="60030" y="31897"/>
                  </a:lnTo>
                  <a:cubicBezTo>
                    <a:pt x="60110" y="31877"/>
                    <a:pt x="60149" y="31778"/>
                    <a:pt x="60129" y="31699"/>
                  </a:cubicBezTo>
                  <a:cubicBezTo>
                    <a:pt x="60129" y="31621"/>
                    <a:pt x="60068" y="31567"/>
                    <a:pt x="59994" y="31567"/>
                  </a:cubicBezTo>
                  <a:close/>
                  <a:moveTo>
                    <a:pt x="55702" y="33154"/>
                  </a:moveTo>
                  <a:cubicBezTo>
                    <a:pt x="55683" y="33154"/>
                    <a:pt x="55665" y="33158"/>
                    <a:pt x="55648" y="33166"/>
                  </a:cubicBezTo>
                  <a:cubicBezTo>
                    <a:pt x="55033" y="33444"/>
                    <a:pt x="54438" y="33741"/>
                    <a:pt x="53863" y="34039"/>
                  </a:cubicBezTo>
                  <a:cubicBezTo>
                    <a:pt x="53783" y="34059"/>
                    <a:pt x="53744" y="34158"/>
                    <a:pt x="53783" y="34237"/>
                  </a:cubicBezTo>
                  <a:cubicBezTo>
                    <a:pt x="53803" y="34297"/>
                    <a:pt x="53863" y="34336"/>
                    <a:pt x="53942" y="34336"/>
                  </a:cubicBezTo>
                  <a:lnTo>
                    <a:pt x="54021" y="34316"/>
                  </a:lnTo>
                  <a:lnTo>
                    <a:pt x="55767" y="33464"/>
                  </a:lnTo>
                  <a:cubicBezTo>
                    <a:pt x="55846" y="33424"/>
                    <a:pt x="55886" y="33345"/>
                    <a:pt x="55846" y="33265"/>
                  </a:cubicBezTo>
                  <a:cubicBezTo>
                    <a:pt x="55830" y="33203"/>
                    <a:pt x="55767" y="33154"/>
                    <a:pt x="55702" y="33154"/>
                  </a:cubicBezTo>
                  <a:close/>
                  <a:moveTo>
                    <a:pt x="51683" y="35303"/>
                  </a:moveTo>
                  <a:cubicBezTo>
                    <a:pt x="51654" y="35303"/>
                    <a:pt x="51626" y="35316"/>
                    <a:pt x="51602" y="35348"/>
                  </a:cubicBezTo>
                  <a:cubicBezTo>
                    <a:pt x="51047" y="35705"/>
                    <a:pt x="50511" y="36081"/>
                    <a:pt x="49996" y="36518"/>
                  </a:cubicBezTo>
                  <a:cubicBezTo>
                    <a:pt x="49916" y="36557"/>
                    <a:pt x="49916" y="36676"/>
                    <a:pt x="49976" y="36736"/>
                  </a:cubicBezTo>
                  <a:lnTo>
                    <a:pt x="50095" y="36795"/>
                  </a:lnTo>
                  <a:lnTo>
                    <a:pt x="50194" y="36756"/>
                  </a:lnTo>
                  <a:cubicBezTo>
                    <a:pt x="50690" y="36359"/>
                    <a:pt x="51245" y="36002"/>
                    <a:pt x="51780" y="35625"/>
                  </a:cubicBezTo>
                  <a:cubicBezTo>
                    <a:pt x="51960" y="35593"/>
                    <a:pt x="51816" y="35303"/>
                    <a:pt x="51683" y="35303"/>
                  </a:cubicBezTo>
                  <a:close/>
                  <a:moveTo>
                    <a:pt x="48182" y="38228"/>
                  </a:moveTo>
                  <a:cubicBezTo>
                    <a:pt x="48145" y="38228"/>
                    <a:pt x="48106" y="38244"/>
                    <a:pt x="48072" y="38283"/>
                  </a:cubicBezTo>
                  <a:lnTo>
                    <a:pt x="47775" y="38580"/>
                  </a:lnTo>
                  <a:cubicBezTo>
                    <a:pt x="47418" y="38937"/>
                    <a:pt x="47100" y="39334"/>
                    <a:pt x="46783" y="39770"/>
                  </a:cubicBezTo>
                  <a:cubicBezTo>
                    <a:pt x="46704" y="39830"/>
                    <a:pt x="46723" y="39929"/>
                    <a:pt x="46803" y="39988"/>
                  </a:cubicBezTo>
                  <a:lnTo>
                    <a:pt x="46902" y="40028"/>
                  </a:lnTo>
                  <a:cubicBezTo>
                    <a:pt x="46942" y="40028"/>
                    <a:pt x="47001" y="40008"/>
                    <a:pt x="47021" y="39968"/>
                  </a:cubicBezTo>
                  <a:cubicBezTo>
                    <a:pt x="47338" y="39572"/>
                    <a:pt x="47675" y="39175"/>
                    <a:pt x="48013" y="38798"/>
                  </a:cubicBezTo>
                  <a:lnTo>
                    <a:pt x="48290" y="38501"/>
                  </a:lnTo>
                  <a:cubicBezTo>
                    <a:pt x="48395" y="38381"/>
                    <a:pt x="48296" y="38228"/>
                    <a:pt x="48182" y="38228"/>
                  </a:cubicBezTo>
                  <a:close/>
                  <a:moveTo>
                    <a:pt x="45430" y="41892"/>
                  </a:moveTo>
                  <a:cubicBezTo>
                    <a:pt x="45373" y="41892"/>
                    <a:pt x="45315" y="41918"/>
                    <a:pt x="45276" y="41971"/>
                  </a:cubicBezTo>
                  <a:cubicBezTo>
                    <a:pt x="44958" y="42546"/>
                    <a:pt x="44661" y="43122"/>
                    <a:pt x="44383" y="43716"/>
                  </a:cubicBezTo>
                  <a:cubicBezTo>
                    <a:pt x="44364" y="43796"/>
                    <a:pt x="44383" y="43895"/>
                    <a:pt x="44463" y="43935"/>
                  </a:cubicBezTo>
                  <a:lnTo>
                    <a:pt x="44542" y="43935"/>
                  </a:lnTo>
                  <a:cubicBezTo>
                    <a:pt x="44602" y="43935"/>
                    <a:pt x="44661" y="43895"/>
                    <a:pt x="44701" y="43855"/>
                  </a:cubicBezTo>
                  <a:cubicBezTo>
                    <a:pt x="44958" y="43260"/>
                    <a:pt x="45256" y="42685"/>
                    <a:pt x="45593" y="42150"/>
                  </a:cubicBezTo>
                  <a:cubicBezTo>
                    <a:pt x="45633" y="42051"/>
                    <a:pt x="45613" y="41952"/>
                    <a:pt x="45514" y="41912"/>
                  </a:cubicBezTo>
                  <a:cubicBezTo>
                    <a:pt x="45487" y="41899"/>
                    <a:pt x="45459" y="41892"/>
                    <a:pt x="45430" y="41892"/>
                  </a:cubicBezTo>
                  <a:close/>
                  <a:moveTo>
                    <a:pt x="43607" y="46032"/>
                  </a:moveTo>
                  <a:cubicBezTo>
                    <a:pt x="43538" y="46032"/>
                    <a:pt x="43464" y="46070"/>
                    <a:pt x="43431" y="46136"/>
                  </a:cubicBezTo>
                  <a:cubicBezTo>
                    <a:pt x="43233" y="46751"/>
                    <a:pt x="43055" y="47365"/>
                    <a:pt x="42876" y="48040"/>
                  </a:cubicBezTo>
                  <a:cubicBezTo>
                    <a:pt x="42876" y="48119"/>
                    <a:pt x="42936" y="48198"/>
                    <a:pt x="43015" y="48238"/>
                  </a:cubicBezTo>
                  <a:lnTo>
                    <a:pt x="43055" y="48238"/>
                  </a:lnTo>
                  <a:cubicBezTo>
                    <a:pt x="43134" y="48238"/>
                    <a:pt x="43194" y="48179"/>
                    <a:pt x="43213" y="48119"/>
                  </a:cubicBezTo>
                  <a:cubicBezTo>
                    <a:pt x="43372" y="47465"/>
                    <a:pt x="43550" y="46850"/>
                    <a:pt x="43749" y="46235"/>
                  </a:cubicBezTo>
                  <a:cubicBezTo>
                    <a:pt x="43769" y="46156"/>
                    <a:pt x="43729" y="46057"/>
                    <a:pt x="43650" y="46037"/>
                  </a:cubicBezTo>
                  <a:cubicBezTo>
                    <a:pt x="43636" y="46033"/>
                    <a:pt x="43622" y="46032"/>
                    <a:pt x="43607" y="46032"/>
                  </a:cubicBezTo>
                  <a:close/>
                  <a:moveTo>
                    <a:pt x="42528" y="50475"/>
                  </a:moveTo>
                  <a:cubicBezTo>
                    <a:pt x="42460" y="50475"/>
                    <a:pt x="42398" y="50529"/>
                    <a:pt x="42380" y="50598"/>
                  </a:cubicBezTo>
                  <a:cubicBezTo>
                    <a:pt x="42281" y="51233"/>
                    <a:pt x="42182" y="51887"/>
                    <a:pt x="42142" y="52561"/>
                  </a:cubicBezTo>
                  <a:cubicBezTo>
                    <a:pt x="42123" y="52641"/>
                    <a:pt x="42202" y="52720"/>
                    <a:pt x="42281" y="52720"/>
                  </a:cubicBezTo>
                  <a:cubicBezTo>
                    <a:pt x="42380" y="52720"/>
                    <a:pt x="42460" y="52680"/>
                    <a:pt x="42460" y="52581"/>
                  </a:cubicBezTo>
                  <a:cubicBezTo>
                    <a:pt x="42539" y="51927"/>
                    <a:pt x="42618" y="51292"/>
                    <a:pt x="42718" y="50638"/>
                  </a:cubicBezTo>
                  <a:cubicBezTo>
                    <a:pt x="42718" y="50558"/>
                    <a:pt x="42638" y="50479"/>
                    <a:pt x="42559" y="50479"/>
                  </a:cubicBezTo>
                  <a:cubicBezTo>
                    <a:pt x="42548" y="50476"/>
                    <a:pt x="42538" y="50475"/>
                    <a:pt x="42528" y="50475"/>
                  </a:cubicBezTo>
                  <a:close/>
                  <a:moveTo>
                    <a:pt x="42142" y="55000"/>
                  </a:moveTo>
                  <a:cubicBezTo>
                    <a:pt x="42063" y="55000"/>
                    <a:pt x="41964" y="55080"/>
                    <a:pt x="41964" y="55159"/>
                  </a:cubicBezTo>
                  <a:lnTo>
                    <a:pt x="41964" y="57142"/>
                  </a:lnTo>
                  <a:cubicBezTo>
                    <a:pt x="41964" y="57222"/>
                    <a:pt x="42023" y="57281"/>
                    <a:pt x="42123" y="57281"/>
                  </a:cubicBezTo>
                  <a:cubicBezTo>
                    <a:pt x="42202" y="57281"/>
                    <a:pt x="42281" y="57202"/>
                    <a:pt x="42281" y="57122"/>
                  </a:cubicBezTo>
                  <a:lnTo>
                    <a:pt x="42281" y="55179"/>
                  </a:lnTo>
                  <a:cubicBezTo>
                    <a:pt x="42301" y="55080"/>
                    <a:pt x="42222" y="55000"/>
                    <a:pt x="42142" y="55000"/>
                  </a:cubicBezTo>
                  <a:close/>
                  <a:moveTo>
                    <a:pt x="42221" y="59619"/>
                  </a:moveTo>
                  <a:cubicBezTo>
                    <a:pt x="42152" y="59619"/>
                    <a:pt x="42084" y="59658"/>
                    <a:pt x="42063" y="59740"/>
                  </a:cubicBezTo>
                  <a:cubicBezTo>
                    <a:pt x="42123" y="60395"/>
                    <a:pt x="42162" y="61029"/>
                    <a:pt x="42242" y="61703"/>
                  </a:cubicBezTo>
                  <a:cubicBezTo>
                    <a:pt x="42242" y="61783"/>
                    <a:pt x="42321" y="61842"/>
                    <a:pt x="42420" y="61842"/>
                  </a:cubicBezTo>
                  <a:cubicBezTo>
                    <a:pt x="42519" y="61822"/>
                    <a:pt x="42579" y="61743"/>
                    <a:pt x="42559" y="61684"/>
                  </a:cubicBezTo>
                  <a:cubicBezTo>
                    <a:pt x="42519" y="61009"/>
                    <a:pt x="42440" y="60355"/>
                    <a:pt x="42380" y="59720"/>
                  </a:cubicBezTo>
                  <a:cubicBezTo>
                    <a:pt x="42352" y="59653"/>
                    <a:pt x="42286" y="59619"/>
                    <a:pt x="42221" y="59619"/>
                  </a:cubicBezTo>
                  <a:close/>
                  <a:moveTo>
                    <a:pt x="42718" y="64103"/>
                  </a:moveTo>
                  <a:cubicBezTo>
                    <a:pt x="42618" y="64123"/>
                    <a:pt x="42559" y="64202"/>
                    <a:pt x="42559" y="64301"/>
                  </a:cubicBezTo>
                  <a:lnTo>
                    <a:pt x="42856" y="66245"/>
                  </a:lnTo>
                  <a:cubicBezTo>
                    <a:pt x="42876" y="66304"/>
                    <a:pt x="42956" y="66364"/>
                    <a:pt x="43035" y="66364"/>
                  </a:cubicBezTo>
                  <a:lnTo>
                    <a:pt x="43055" y="66364"/>
                  </a:lnTo>
                  <a:cubicBezTo>
                    <a:pt x="43134" y="66344"/>
                    <a:pt x="43194" y="66265"/>
                    <a:pt x="43174" y="66185"/>
                  </a:cubicBezTo>
                  <a:lnTo>
                    <a:pt x="42876" y="64262"/>
                  </a:lnTo>
                  <a:cubicBezTo>
                    <a:pt x="42876" y="64163"/>
                    <a:pt x="42797" y="64103"/>
                    <a:pt x="42718" y="64103"/>
                  </a:cubicBezTo>
                  <a:close/>
                  <a:moveTo>
                    <a:pt x="43471" y="68650"/>
                  </a:moveTo>
                  <a:cubicBezTo>
                    <a:pt x="43389" y="68650"/>
                    <a:pt x="43312" y="68709"/>
                    <a:pt x="43312" y="68803"/>
                  </a:cubicBezTo>
                  <a:lnTo>
                    <a:pt x="43610" y="70548"/>
                  </a:lnTo>
                  <a:lnTo>
                    <a:pt x="43650" y="70727"/>
                  </a:lnTo>
                  <a:cubicBezTo>
                    <a:pt x="43650" y="70806"/>
                    <a:pt x="43709" y="70866"/>
                    <a:pt x="43808" y="70866"/>
                  </a:cubicBezTo>
                  <a:lnTo>
                    <a:pt x="43828" y="70866"/>
                  </a:lnTo>
                  <a:cubicBezTo>
                    <a:pt x="43907" y="70846"/>
                    <a:pt x="43967" y="70766"/>
                    <a:pt x="43967" y="70667"/>
                  </a:cubicBezTo>
                  <a:lnTo>
                    <a:pt x="43927" y="70489"/>
                  </a:lnTo>
                  <a:lnTo>
                    <a:pt x="43630" y="68744"/>
                  </a:lnTo>
                  <a:cubicBezTo>
                    <a:pt x="43589" y="68679"/>
                    <a:pt x="43529" y="68650"/>
                    <a:pt x="43471" y="68650"/>
                  </a:cubicBezTo>
                  <a:close/>
                  <a:moveTo>
                    <a:pt x="44225" y="73106"/>
                  </a:moveTo>
                  <a:cubicBezTo>
                    <a:pt x="44126" y="73126"/>
                    <a:pt x="44086" y="73206"/>
                    <a:pt x="44106" y="73305"/>
                  </a:cubicBezTo>
                  <a:cubicBezTo>
                    <a:pt x="44205" y="73939"/>
                    <a:pt x="44324" y="74594"/>
                    <a:pt x="44423" y="75228"/>
                  </a:cubicBezTo>
                  <a:cubicBezTo>
                    <a:pt x="44423" y="75308"/>
                    <a:pt x="44502" y="75367"/>
                    <a:pt x="44562" y="75367"/>
                  </a:cubicBezTo>
                  <a:lnTo>
                    <a:pt x="44602" y="75367"/>
                  </a:lnTo>
                  <a:cubicBezTo>
                    <a:pt x="44681" y="75347"/>
                    <a:pt x="44740" y="75268"/>
                    <a:pt x="44740" y="75189"/>
                  </a:cubicBezTo>
                  <a:cubicBezTo>
                    <a:pt x="44641" y="74534"/>
                    <a:pt x="44522" y="73900"/>
                    <a:pt x="44423" y="73245"/>
                  </a:cubicBezTo>
                  <a:cubicBezTo>
                    <a:pt x="44403" y="73166"/>
                    <a:pt x="44304" y="73106"/>
                    <a:pt x="44225" y="73106"/>
                  </a:cubicBezTo>
                  <a:close/>
                  <a:moveTo>
                    <a:pt x="44939" y="77608"/>
                  </a:moveTo>
                  <a:cubicBezTo>
                    <a:pt x="44840" y="77628"/>
                    <a:pt x="44780" y="77727"/>
                    <a:pt x="44780" y="77806"/>
                  </a:cubicBezTo>
                  <a:cubicBezTo>
                    <a:pt x="44879" y="78481"/>
                    <a:pt x="44958" y="79135"/>
                    <a:pt x="45038" y="79750"/>
                  </a:cubicBezTo>
                  <a:cubicBezTo>
                    <a:pt x="45038" y="79829"/>
                    <a:pt x="45097" y="79889"/>
                    <a:pt x="45177" y="79889"/>
                  </a:cubicBezTo>
                  <a:lnTo>
                    <a:pt x="45216" y="79889"/>
                  </a:lnTo>
                  <a:cubicBezTo>
                    <a:pt x="45296" y="79869"/>
                    <a:pt x="45355" y="79790"/>
                    <a:pt x="45355" y="79690"/>
                  </a:cubicBezTo>
                  <a:cubicBezTo>
                    <a:pt x="45276" y="79076"/>
                    <a:pt x="45216" y="78421"/>
                    <a:pt x="45117" y="77767"/>
                  </a:cubicBezTo>
                  <a:cubicBezTo>
                    <a:pt x="45117" y="77668"/>
                    <a:pt x="45038" y="77608"/>
                    <a:pt x="44939" y="77608"/>
                  </a:cubicBezTo>
                  <a:close/>
                  <a:moveTo>
                    <a:pt x="45415" y="82150"/>
                  </a:moveTo>
                  <a:cubicBezTo>
                    <a:pt x="45335" y="82169"/>
                    <a:pt x="45276" y="82249"/>
                    <a:pt x="45256" y="82328"/>
                  </a:cubicBezTo>
                  <a:cubicBezTo>
                    <a:pt x="45315" y="83002"/>
                    <a:pt x="45335" y="83657"/>
                    <a:pt x="45355" y="84291"/>
                  </a:cubicBezTo>
                  <a:cubicBezTo>
                    <a:pt x="45355" y="84371"/>
                    <a:pt x="45434" y="84430"/>
                    <a:pt x="45514" y="84430"/>
                  </a:cubicBezTo>
                  <a:cubicBezTo>
                    <a:pt x="45593" y="84430"/>
                    <a:pt x="45672" y="84371"/>
                    <a:pt x="45672" y="84291"/>
                  </a:cubicBezTo>
                  <a:cubicBezTo>
                    <a:pt x="45653" y="83637"/>
                    <a:pt x="45633" y="82963"/>
                    <a:pt x="45573" y="82308"/>
                  </a:cubicBezTo>
                  <a:cubicBezTo>
                    <a:pt x="45573" y="82209"/>
                    <a:pt x="45494" y="82150"/>
                    <a:pt x="45415" y="82150"/>
                  </a:cubicBezTo>
                  <a:close/>
                  <a:moveTo>
                    <a:pt x="45514" y="86711"/>
                  </a:moveTo>
                  <a:cubicBezTo>
                    <a:pt x="45415" y="86711"/>
                    <a:pt x="45335" y="86790"/>
                    <a:pt x="45335" y="86889"/>
                  </a:cubicBezTo>
                  <a:cubicBezTo>
                    <a:pt x="45315" y="87524"/>
                    <a:pt x="45256" y="88198"/>
                    <a:pt x="45196" y="88813"/>
                  </a:cubicBezTo>
                  <a:cubicBezTo>
                    <a:pt x="45196" y="88912"/>
                    <a:pt x="45236" y="88991"/>
                    <a:pt x="45335" y="88991"/>
                  </a:cubicBezTo>
                  <a:lnTo>
                    <a:pt x="45355" y="88991"/>
                  </a:lnTo>
                  <a:cubicBezTo>
                    <a:pt x="45434" y="88991"/>
                    <a:pt x="45514" y="88932"/>
                    <a:pt x="45514" y="88852"/>
                  </a:cubicBezTo>
                  <a:cubicBezTo>
                    <a:pt x="45573" y="88218"/>
                    <a:pt x="45633" y="87563"/>
                    <a:pt x="45653" y="86889"/>
                  </a:cubicBezTo>
                  <a:cubicBezTo>
                    <a:pt x="45653" y="86810"/>
                    <a:pt x="45593" y="86731"/>
                    <a:pt x="45514" y="86711"/>
                  </a:cubicBezTo>
                  <a:close/>
                  <a:moveTo>
                    <a:pt x="45018" y="91252"/>
                  </a:moveTo>
                  <a:cubicBezTo>
                    <a:pt x="44919" y="91252"/>
                    <a:pt x="44859" y="91312"/>
                    <a:pt x="44840" y="91391"/>
                  </a:cubicBezTo>
                  <a:cubicBezTo>
                    <a:pt x="44721" y="92025"/>
                    <a:pt x="44602" y="92660"/>
                    <a:pt x="44423" y="93315"/>
                  </a:cubicBezTo>
                  <a:cubicBezTo>
                    <a:pt x="44403" y="93394"/>
                    <a:pt x="44463" y="93473"/>
                    <a:pt x="44542" y="93513"/>
                  </a:cubicBezTo>
                  <a:lnTo>
                    <a:pt x="44602" y="93513"/>
                  </a:lnTo>
                  <a:cubicBezTo>
                    <a:pt x="44661" y="93513"/>
                    <a:pt x="44721" y="93453"/>
                    <a:pt x="44740" y="93374"/>
                  </a:cubicBezTo>
                  <a:cubicBezTo>
                    <a:pt x="44879" y="92739"/>
                    <a:pt x="45038" y="92085"/>
                    <a:pt x="45157" y="91450"/>
                  </a:cubicBezTo>
                  <a:cubicBezTo>
                    <a:pt x="45157" y="91351"/>
                    <a:pt x="45097" y="91272"/>
                    <a:pt x="45018" y="91252"/>
                  </a:cubicBezTo>
                  <a:close/>
                  <a:moveTo>
                    <a:pt x="43854" y="95679"/>
                  </a:moveTo>
                  <a:cubicBezTo>
                    <a:pt x="43788" y="95679"/>
                    <a:pt x="43733" y="95720"/>
                    <a:pt x="43689" y="95793"/>
                  </a:cubicBezTo>
                  <a:cubicBezTo>
                    <a:pt x="43511" y="96408"/>
                    <a:pt x="43273" y="97023"/>
                    <a:pt x="43055" y="97618"/>
                  </a:cubicBezTo>
                  <a:cubicBezTo>
                    <a:pt x="43015" y="97697"/>
                    <a:pt x="43055" y="97796"/>
                    <a:pt x="43134" y="97836"/>
                  </a:cubicBezTo>
                  <a:lnTo>
                    <a:pt x="43213" y="97836"/>
                  </a:lnTo>
                  <a:cubicBezTo>
                    <a:pt x="43273" y="97836"/>
                    <a:pt x="43332" y="97796"/>
                    <a:pt x="43352" y="97737"/>
                  </a:cubicBezTo>
                  <a:cubicBezTo>
                    <a:pt x="43590" y="97122"/>
                    <a:pt x="43828" y="96507"/>
                    <a:pt x="44026" y="95893"/>
                  </a:cubicBezTo>
                  <a:cubicBezTo>
                    <a:pt x="44046" y="95793"/>
                    <a:pt x="44007" y="95714"/>
                    <a:pt x="43927" y="95694"/>
                  </a:cubicBezTo>
                  <a:cubicBezTo>
                    <a:pt x="43902" y="95684"/>
                    <a:pt x="43877" y="95679"/>
                    <a:pt x="43854" y="95679"/>
                  </a:cubicBezTo>
                  <a:close/>
                  <a:moveTo>
                    <a:pt x="42153" y="99929"/>
                  </a:moveTo>
                  <a:cubicBezTo>
                    <a:pt x="42092" y="99929"/>
                    <a:pt x="42030" y="99965"/>
                    <a:pt x="42004" y="100017"/>
                  </a:cubicBezTo>
                  <a:cubicBezTo>
                    <a:pt x="41746" y="100593"/>
                    <a:pt x="41448" y="101188"/>
                    <a:pt x="41111" y="101763"/>
                  </a:cubicBezTo>
                  <a:cubicBezTo>
                    <a:pt x="41091" y="101842"/>
                    <a:pt x="41111" y="101941"/>
                    <a:pt x="41191" y="101981"/>
                  </a:cubicBezTo>
                  <a:lnTo>
                    <a:pt x="41270" y="101981"/>
                  </a:lnTo>
                  <a:cubicBezTo>
                    <a:pt x="41329" y="101981"/>
                    <a:pt x="41389" y="101961"/>
                    <a:pt x="41409" y="101901"/>
                  </a:cubicBezTo>
                  <a:cubicBezTo>
                    <a:pt x="41706" y="101326"/>
                    <a:pt x="42043" y="100751"/>
                    <a:pt x="42301" y="100176"/>
                  </a:cubicBezTo>
                  <a:cubicBezTo>
                    <a:pt x="42341" y="100077"/>
                    <a:pt x="42301" y="99978"/>
                    <a:pt x="42242" y="99958"/>
                  </a:cubicBezTo>
                  <a:cubicBezTo>
                    <a:pt x="42215" y="99938"/>
                    <a:pt x="42184" y="99929"/>
                    <a:pt x="42153" y="99929"/>
                  </a:cubicBezTo>
                  <a:close/>
                  <a:moveTo>
                    <a:pt x="39901" y="103899"/>
                  </a:moveTo>
                  <a:cubicBezTo>
                    <a:pt x="39853" y="103899"/>
                    <a:pt x="39813" y="103923"/>
                    <a:pt x="39802" y="103984"/>
                  </a:cubicBezTo>
                  <a:cubicBezTo>
                    <a:pt x="39465" y="104539"/>
                    <a:pt x="39088" y="105074"/>
                    <a:pt x="38712" y="105630"/>
                  </a:cubicBezTo>
                  <a:cubicBezTo>
                    <a:pt x="38672" y="105709"/>
                    <a:pt x="38692" y="105788"/>
                    <a:pt x="38771" y="105848"/>
                  </a:cubicBezTo>
                  <a:lnTo>
                    <a:pt x="38870" y="105848"/>
                  </a:lnTo>
                  <a:cubicBezTo>
                    <a:pt x="38910" y="105848"/>
                    <a:pt x="38969" y="105828"/>
                    <a:pt x="38989" y="105808"/>
                  </a:cubicBezTo>
                  <a:cubicBezTo>
                    <a:pt x="39366" y="105273"/>
                    <a:pt x="39743" y="104717"/>
                    <a:pt x="40080" y="104162"/>
                  </a:cubicBezTo>
                  <a:cubicBezTo>
                    <a:pt x="40209" y="104062"/>
                    <a:pt x="40027" y="103899"/>
                    <a:pt x="39901" y="103899"/>
                  </a:cubicBezTo>
                  <a:close/>
                  <a:moveTo>
                    <a:pt x="37289" y="107605"/>
                  </a:moveTo>
                  <a:cubicBezTo>
                    <a:pt x="37242" y="107605"/>
                    <a:pt x="37198" y="107620"/>
                    <a:pt x="37165" y="107653"/>
                  </a:cubicBezTo>
                  <a:cubicBezTo>
                    <a:pt x="36768" y="108188"/>
                    <a:pt x="36332" y="108684"/>
                    <a:pt x="35915" y="109180"/>
                  </a:cubicBezTo>
                  <a:cubicBezTo>
                    <a:pt x="35856" y="109239"/>
                    <a:pt x="35876" y="109338"/>
                    <a:pt x="35935" y="109398"/>
                  </a:cubicBezTo>
                  <a:cubicBezTo>
                    <a:pt x="35955" y="109418"/>
                    <a:pt x="35995" y="109437"/>
                    <a:pt x="36034" y="109437"/>
                  </a:cubicBezTo>
                  <a:cubicBezTo>
                    <a:pt x="36094" y="109437"/>
                    <a:pt x="36134" y="109418"/>
                    <a:pt x="36173" y="109378"/>
                  </a:cubicBezTo>
                  <a:cubicBezTo>
                    <a:pt x="36590" y="108882"/>
                    <a:pt x="37026" y="108386"/>
                    <a:pt x="37423" y="107890"/>
                  </a:cubicBezTo>
                  <a:cubicBezTo>
                    <a:pt x="37482" y="107811"/>
                    <a:pt x="37462" y="107692"/>
                    <a:pt x="37403" y="107633"/>
                  </a:cubicBezTo>
                  <a:cubicBezTo>
                    <a:pt x="37367" y="107615"/>
                    <a:pt x="37327" y="107605"/>
                    <a:pt x="37289" y="107605"/>
                  </a:cubicBezTo>
                  <a:close/>
                  <a:moveTo>
                    <a:pt x="34266" y="111031"/>
                  </a:moveTo>
                  <a:cubicBezTo>
                    <a:pt x="34228" y="111031"/>
                    <a:pt x="34188" y="111046"/>
                    <a:pt x="34150" y="111083"/>
                  </a:cubicBezTo>
                  <a:cubicBezTo>
                    <a:pt x="33714" y="111520"/>
                    <a:pt x="33238" y="111996"/>
                    <a:pt x="32742" y="112452"/>
                  </a:cubicBezTo>
                  <a:cubicBezTo>
                    <a:pt x="32683" y="112511"/>
                    <a:pt x="32683" y="112591"/>
                    <a:pt x="32742" y="112670"/>
                  </a:cubicBezTo>
                  <a:lnTo>
                    <a:pt x="32861" y="112709"/>
                  </a:lnTo>
                  <a:lnTo>
                    <a:pt x="32961" y="112670"/>
                  </a:lnTo>
                  <a:cubicBezTo>
                    <a:pt x="33456" y="112214"/>
                    <a:pt x="33932" y="111777"/>
                    <a:pt x="34388" y="111301"/>
                  </a:cubicBezTo>
                  <a:cubicBezTo>
                    <a:pt x="34495" y="111195"/>
                    <a:pt x="34392" y="111031"/>
                    <a:pt x="34266" y="111031"/>
                  </a:cubicBezTo>
                  <a:close/>
                  <a:moveTo>
                    <a:pt x="30919" y="114115"/>
                  </a:moveTo>
                  <a:cubicBezTo>
                    <a:pt x="30883" y="114115"/>
                    <a:pt x="30846" y="114130"/>
                    <a:pt x="30819" y="114157"/>
                  </a:cubicBezTo>
                  <a:lnTo>
                    <a:pt x="29292" y="115367"/>
                  </a:lnTo>
                  <a:cubicBezTo>
                    <a:pt x="29232" y="115426"/>
                    <a:pt x="29193" y="115526"/>
                    <a:pt x="29252" y="115625"/>
                  </a:cubicBezTo>
                  <a:lnTo>
                    <a:pt x="29391" y="115664"/>
                  </a:lnTo>
                  <a:lnTo>
                    <a:pt x="29490" y="115645"/>
                  </a:lnTo>
                  <a:cubicBezTo>
                    <a:pt x="30025" y="115248"/>
                    <a:pt x="30521" y="114831"/>
                    <a:pt x="31017" y="114395"/>
                  </a:cubicBezTo>
                  <a:cubicBezTo>
                    <a:pt x="31077" y="114355"/>
                    <a:pt x="31096" y="114237"/>
                    <a:pt x="31037" y="114177"/>
                  </a:cubicBezTo>
                  <a:cubicBezTo>
                    <a:pt x="31005" y="114135"/>
                    <a:pt x="30962" y="114115"/>
                    <a:pt x="30919" y="114115"/>
                  </a:cubicBezTo>
                  <a:close/>
                  <a:moveTo>
                    <a:pt x="27278" y="116860"/>
                  </a:moveTo>
                  <a:cubicBezTo>
                    <a:pt x="27247" y="116860"/>
                    <a:pt x="27216" y="116876"/>
                    <a:pt x="27190" y="116914"/>
                  </a:cubicBezTo>
                  <a:lnTo>
                    <a:pt x="25563" y="117965"/>
                  </a:lnTo>
                  <a:cubicBezTo>
                    <a:pt x="25484" y="118024"/>
                    <a:pt x="25464" y="118143"/>
                    <a:pt x="25504" y="118223"/>
                  </a:cubicBezTo>
                  <a:cubicBezTo>
                    <a:pt x="25544" y="118262"/>
                    <a:pt x="25603" y="118282"/>
                    <a:pt x="25663" y="118302"/>
                  </a:cubicBezTo>
                  <a:lnTo>
                    <a:pt x="25722" y="118262"/>
                  </a:lnTo>
                  <a:lnTo>
                    <a:pt x="27368" y="117172"/>
                  </a:lnTo>
                  <a:cubicBezTo>
                    <a:pt x="27545" y="117139"/>
                    <a:pt x="27409" y="116860"/>
                    <a:pt x="27278" y="116860"/>
                  </a:cubicBezTo>
                  <a:close/>
                  <a:moveTo>
                    <a:pt x="23367" y="119328"/>
                  </a:moveTo>
                  <a:cubicBezTo>
                    <a:pt x="23353" y="119328"/>
                    <a:pt x="23338" y="119329"/>
                    <a:pt x="23322" y="119333"/>
                  </a:cubicBezTo>
                  <a:lnTo>
                    <a:pt x="21617" y="120245"/>
                  </a:lnTo>
                  <a:cubicBezTo>
                    <a:pt x="21538" y="120305"/>
                    <a:pt x="21518" y="120384"/>
                    <a:pt x="21538" y="120483"/>
                  </a:cubicBezTo>
                  <a:cubicBezTo>
                    <a:pt x="21557" y="120523"/>
                    <a:pt x="21617" y="120563"/>
                    <a:pt x="21696" y="120583"/>
                  </a:cubicBezTo>
                  <a:lnTo>
                    <a:pt x="21756" y="120543"/>
                  </a:lnTo>
                  <a:cubicBezTo>
                    <a:pt x="22351" y="120245"/>
                    <a:pt x="22926" y="119928"/>
                    <a:pt x="23501" y="119611"/>
                  </a:cubicBezTo>
                  <a:cubicBezTo>
                    <a:pt x="23573" y="119485"/>
                    <a:pt x="23499" y="119328"/>
                    <a:pt x="23367" y="119328"/>
                  </a:cubicBezTo>
                  <a:close/>
                  <a:moveTo>
                    <a:pt x="19343" y="121409"/>
                  </a:moveTo>
                  <a:cubicBezTo>
                    <a:pt x="19321" y="121409"/>
                    <a:pt x="19299" y="121411"/>
                    <a:pt x="19277" y="121415"/>
                  </a:cubicBezTo>
                  <a:cubicBezTo>
                    <a:pt x="18722" y="121713"/>
                    <a:pt x="18127" y="121991"/>
                    <a:pt x="17532" y="122229"/>
                  </a:cubicBezTo>
                  <a:cubicBezTo>
                    <a:pt x="17452" y="122288"/>
                    <a:pt x="17413" y="122367"/>
                    <a:pt x="17433" y="122466"/>
                  </a:cubicBezTo>
                  <a:cubicBezTo>
                    <a:pt x="17472" y="122506"/>
                    <a:pt x="17532" y="122546"/>
                    <a:pt x="17591" y="122566"/>
                  </a:cubicBezTo>
                  <a:lnTo>
                    <a:pt x="17651" y="122526"/>
                  </a:lnTo>
                  <a:cubicBezTo>
                    <a:pt x="18246" y="122288"/>
                    <a:pt x="18841" y="122010"/>
                    <a:pt x="19436" y="121713"/>
                  </a:cubicBezTo>
                  <a:cubicBezTo>
                    <a:pt x="19515" y="121673"/>
                    <a:pt x="19535" y="121594"/>
                    <a:pt x="19515" y="121515"/>
                  </a:cubicBezTo>
                  <a:cubicBezTo>
                    <a:pt x="19484" y="121438"/>
                    <a:pt x="19418" y="121409"/>
                    <a:pt x="19343" y="121409"/>
                  </a:cubicBezTo>
                  <a:close/>
                  <a:moveTo>
                    <a:pt x="15196" y="123240"/>
                  </a:moveTo>
                  <a:cubicBezTo>
                    <a:pt x="15167" y="123240"/>
                    <a:pt x="15139" y="123247"/>
                    <a:pt x="15112" y="123260"/>
                  </a:cubicBezTo>
                  <a:lnTo>
                    <a:pt x="13288" y="123954"/>
                  </a:lnTo>
                  <a:cubicBezTo>
                    <a:pt x="13208" y="123974"/>
                    <a:pt x="13169" y="124053"/>
                    <a:pt x="13189" y="124152"/>
                  </a:cubicBezTo>
                  <a:cubicBezTo>
                    <a:pt x="13208" y="124212"/>
                    <a:pt x="13288" y="124271"/>
                    <a:pt x="13367" y="124271"/>
                  </a:cubicBezTo>
                  <a:lnTo>
                    <a:pt x="13407" y="124251"/>
                  </a:lnTo>
                  <a:lnTo>
                    <a:pt x="15251" y="123557"/>
                  </a:lnTo>
                  <a:cubicBezTo>
                    <a:pt x="15330" y="123498"/>
                    <a:pt x="15370" y="123418"/>
                    <a:pt x="15350" y="123319"/>
                  </a:cubicBezTo>
                  <a:cubicBezTo>
                    <a:pt x="15311" y="123266"/>
                    <a:pt x="15253" y="123240"/>
                    <a:pt x="15196" y="123240"/>
                  </a:cubicBezTo>
                  <a:close/>
                  <a:moveTo>
                    <a:pt x="10871" y="124782"/>
                  </a:moveTo>
                  <a:cubicBezTo>
                    <a:pt x="10857" y="124782"/>
                    <a:pt x="10842" y="124783"/>
                    <a:pt x="10829" y="124787"/>
                  </a:cubicBezTo>
                  <a:lnTo>
                    <a:pt x="8965" y="125382"/>
                  </a:lnTo>
                  <a:cubicBezTo>
                    <a:pt x="8885" y="125421"/>
                    <a:pt x="8846" y="125501"/>
                    <a:pt x="8865" y="125580"/>
                  </a:cubicBezTo>
                  <a:cubicBezTo>
                    <a:pt x="8885" y="125659"/>
                    <a:pt x="8945" y="125699"/>
                    <a:pt x="9024" y="125699"/>
                  </a:cubicBezTo>
                  <a:lnTo>
                    <a:pt x="9064" y="125699"/>
                  </a:lnTo>
                  <a:lnTo>
                    <a:pt x="10928" y="125104"/>
                  </a:lnTo>
                  <a:cubicBezTo>
                    <a:pt x="11027" y="125084"/>
                    <a:pt x="11087" y="124985"/>
                    <a:pt x="11047" y="124886"/>
                  </a:cubicBezTo>
                  <a:cubicBezTo>
                    <a:pt x="11014" y="124820"/>
                    <a:pt x="10940" y="124782"/>
                    <a:pt x="10871" y="124782"/>
                  </a:cubicBezTo>
                  <a:close/>
                  <a:moveTo>
                    <a:pt x="6503" y="126092"/>
                  </a:moveTo>
                  <a:cubicBezTo>
                    <a:pt x="6491" y="126092"/>
                    <a:pt x="6479" y="126093"/>
                    <a:pt x="6466" y="126096"/>
                  </a:cubicBezTo>
                  <a:lnTo>
                    <a:pt x="4582" y="126591"/>
                  </a:lnTo>
                  <a:cubicBezTo>
                    <a:pt x="4503" y="126611"/>
                    <a:pt x="4443" y="126710"/>
                    <a:pt x="4463" y="126790"/>
                  </a:cubicBezTo>
                  <a:cubicBezTo>
                    <a:pt x="4483" y="126869"/>
                    <a:pt x="4562" y="126909"/>
                    <a:pt x="4641" y="126929"/>
                  </a:cubicBezTo>
                  <a:lnTo>
                    <a:pt x="4661" y="126929"/>
                  </a:lnTo>
                  <a:lnTo>
                    <a:pt x="6565" y="126433"/>
                  </a:lnTo>
                  <a:cubicBezTo>
                    <a:pt x="6644" y="126393"/>
                    <a:pt x="6684" y="126314"/>
                    <a:pt x="6664" y="126234"/>
                  </a:cubicBezTo>
                  <a:cubicBezTo>
                    <a:pt x="6647" y="126148"/>
                    <a:pt x="6584" y="126092"/>
                    <a:pt x="6503" y="126092"/>
                  </a:cubicBezTo>
                  <a:close/>
                  <a:moveTo>
                    <a:pt x="2103" y="127221"/>
                  </a:moveTo>
                  <a:cubicBezTo>
                    <a:pt x="2090" y="127221"/>
                    <a:pt x="2076" y="127223"/>
                    <a:pt x="2063" y="127226"/>
                  </a:cubicBezTo>
                  <a:lnTo>
                    <a:pt x="140" y="127623"/>
                  </a:lnTo>
                  <a:cubicBezTo>
                    <a:pt x="60" y="127642"/>
                    <a:pt x="1" y="127722"/>
                    <a:pt x="21" y="127821"/>
                  </a:cubicBezTo>
                  <a:cubicBezTo>
                    <a:pt x="40" y="127880"/>
                    <a:pt x="100" y="127940"/>
                    <a:pt x="179" y="127940"/>
                  </a:cubicBezTo>
                  <a:lnTo>
                    <a:pt x="199" y="127940"/>
                  </a:lnTo>
                  <a:lnTo>
                    <a:pt x="2123" y="127523"/>
                  </a:lnTo>
                  <a:cubicBezTo>
                    <a:pt x="2202" y="127523"/>
                    <a:pt x="2262" y="127424"/>
                    <a:pt x="2262" y="127345"/>
                  </a:cubicBezTo>
                  <a:cubicBezTo>
                    <a:pt x="2229" y="127262"/>
                    <a:pt x="2168" y="127221"/>
                    <a:pt x="2103" y="127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521" name="Google Shape;4521;p69"/>
          <p:cNvGrpSpPr/>
          <p:nvPr/>
        </p:nvGrpSpPr>
        <p:grpSpPr>
          <a:xfrm flipH="1">
            <a:off x="7386096" y="-70"/>
            <a:ext cx="1091382" cy="1155725"/>
            <a:chOff x="2958275" y="539500"/>
            <a:chExt cx="1091382" cy="1155725"/>
          </a:xfrm>
        </p:grpSpPr>
        <p:grpSp>
          <p:nvGrpSpPr>
            <p:cNvPr id="4522" name="Google Shape;4522;p69"/>
            <p:cNvGrpSpPr/>
            <p:nvPr/>
          </p:nvGrpSpPr>
          <p:grpSpPr>
            <a:xfrm>
              <a:off x="3170379" y="1212137"/>
              <a:ext cx="879278" cy="483088"/>
              <a:chOff x="2296950" y="3661600"/>
              <a:chExt cx="616475" cy="338700"/>
            </a:xfrm>
          </p:grpSpPr>
          <p:sp>
            <p:nvSpPr>
              <p:cNvPr id="4523" name="Google Shape;4523;p69"/>
              <p:cNvSpPr/>
              <p:nvPr/>
            </p:nvSpPr>
            <p:spPr>
              <a:xfrm>
                <a:off x="2510075" y="3661600"/>
                <a:ext cx="402675" cy="97750"/>
              </a:xfrm>
              <a:custGeom>
                <a:avLst/>
                <a:gdLst/>
                <a:ahLst/>
                <a:cxnLst/>
                <a:rect l="l" t="t" r="r" b="b"/>
                <a:pathLst>
                  <a:path w="16107" h="3910" extrusionOk="0">
                    <a:moveTo>
                      <a:pt x="4306" y="700"/>
                    </a:moveTo>
                    <a:lnTo>
                      <a:pt x="13180" y="2635"/>
                    </a:lnTo>
                    <a:lnTo>
                      <a:pt x="1346" y="3189"/>
                    </a:lnTo>
                    <a:lnTo>
                      <a:pt x="4306" y="700"/>
                    </a:lnTo>
                    <a:close/>
                    <a:moveTo>
                      <a:pt x="4216" y="0"/>
                    </a:moveTo>
                    <a:cubicBezTo>
                      <a:pt x="4136" y="0"/>
                      <a:pt x="4058" y="29"/>
                      <a:pt x="3998" y="83"/>
                    </a:cubicBezTo>
                    <a:lnTo>
                      <a:pt x="152" y="3314"/>
                    </a:lnTo>
                    <a:cubicBezTo>
                      <a:pt x="42" y="3405"/>
                      <a:pt x="0" y="3560"/>
                      <a:pt x="56" y="3696"/>
                    </a:cubicBezTo>
                    <a:cubicBezTo>
                      <a:pt x="103" y="3823"/>
                      <a:pt x="227" y="3909"/>
                      <a:pt x="368" y="3909"/>
                    </a:cubicBezTo>
                    <a:lnTo>
                      <a:pt x="385" y="3909"/>
                    </a:lnTo>
                    <a:lnTo>
                      <a:pt x="15768" y="3189"/>
                    </a:lnTo>
                    <a:cubicBezTo>
                      <a:pt x="15937" y="3184"/>
                      <a:pt x="16078" y="3051"/>
                      <a:pt x="16092" y="2882"/>
                    </a:cubicBezTo>
                    <a:cubicBezTo>
                      <a:pt x="16106" y="2713"/>
                      <a:pt x="15990" y="2558"/>
                      <a:pt x="15824" y="2525"/>
                    </a:cubicBezTo>
                    <a:lnTo>
                      <a:pt x="4286" y="8"/>
                    </a:lnTo>
                    <a:cubicBezTo>
                      <a:pt x="4263" y="3"/>
                      <a:pt x="4240" y="0"/>
                      <a:pt x="42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69"/>
              <p:cNvSpPr/>
              <p:nvPr/>
            </p:nvSpPr>
            <p:spPr>
              <a:xfrm>
                <a:off x="2296950" y="3724500"/>
                <a:ext cx="616275" cy="210650"/>
              </a:xfrm>
              <a:custGeom>
                <a:avLst/>
                <a:gdLst/>
                <a:ahLst/>
                <a:cxnLst/>
                <a:rect l="l" t="t" r="r" b="b"/>
                <a:pathLst>
                  <a:path w="24651" h="8426" extrusionOk="0">
                    <a:moveTo>
                      <a:pt x="20027" y="1363"/>
                    </a:moveTo>
                    <a:lnTo>
                      <a:pt x="2334" y="7100"/>
                    </a:lnTo>
                    <a:lnTo>
                      <a:pt x="7528" y="3373"/>
                    </a:lnTo>
                    <a:lnTo>
                      <a:pt x="20027" y="1363"/>
                    </a:lnTo>
                    <a:close/>
                    <a:moveTo>
                      <a:pt x="24283" y="1"/>
                    </a:moveTo>
                    <a:cubicBezTo>
                      <a:pt x="24264" y="1"/>
                      <a:pt x="24244" y="3"/>
                      <a:pt x="24224" y="6"/>
                    </a:cubicBezTo>
                    <a:lnTo>
                      <a:pt x="7346" y="2722"/>
                    </a:lnTo>
                    <a:cubicBezTo>
                      <a:pt x="7293" y="2730"/>
                      <a:pt x="7243" y="2750"/>
                      <a:pt x="7204" y="2780"/>
                    </a:cubicBezTo>
                    <a:lnTo>
                      <a:pt x="180" y="7817"/>
                    </a:lnTo>
                    <a:cubicBezTo>
                      <a:pt x="44" y="7914"/>
                      <a:pt x="0" y="8094"/>
                      <a:pt x="78" y="8243"/>
                    </a:cubicBezTo>
                    <a:cubicBezTo>
                      <a:pt x="136" y="8354"/>
                      <a:pt x="252" y="8426"/>
                      <a:pt x="379" y="8426"/>
                    </a:cubicBezTo>
                    <a:cubicBezTo>
                      <a:pt x="413" y="8426"/>
                      <a:pt x="449" y="8420"/>
                      <a:pt x="482" y="8409"/>
                    </a:cubicBezTo>
                    <a:lnTo>
                      <a:pt x="24385" y="657"/>
                    </a:lnTo>
                    <a:cubicBezTo>
                      <a:pt x="24551" y="601"/>
                      <a:pt x="24651" y="427"/>
                      <a:pt x="24606" y="255"/>
                    </a:cubicBezTo>
                    <a:cubicBezTo>
                      <a:pt x="24569" y="103"/>
                      <a:pt x="24435" y="1"/>
                      <a:pt x="242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69"/>
              <p:cNvSpPr/>
              <p:nvPr/>
            </p:nvSpPr>
            <p:spPr>
              <a:xfrm>
                <a:off x="2510825" y="3724575"/>
                <a:ext cx="401925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16077" h="3146" extrusionOk="0">
                    <a:moveTo>
                      <a:pt x="9783" y="950"/>
                    </a:moveTo>
                    <a:lnTo>
                      <a:pt x="676" y="2415"/>
                    </a:lnTo>
                    <a:lnTo>
                      <a:pt x="676" y="1376"/>
                    </a:lnTo>
                    <a:lnTo>
                      <a:pt x="9783" y="950"/>
                    </a:lnTo>
                    <a:close/>
                    <a:moveTo>
                      <a:pt x="15719" y="0"/>
                    </a:moveTo>
                    <a:cubicBezTo>
                      <a:pt x="15715" y="0"/>
                      <a:pt x="15712" y="0"/>
                      <a:pt x="15708" y="0"/>
                    </a:cubicBezTo>
                    <a:lnTo>
                      <a:pt x="325" y="720"/>
                    </a:lnTo>
                    <a:cubicBezTo>
                      <a:pt x="142" y="726"/>
                      <a:pt x="1" y="875"/>
                      <a:pt x="1" y="1055"/>
                    </a:cubicBezTo>
                    <a:lnTo>
                      <a:pt x="1" y="2811"/>
                    </a:lnTo>
                    <a:cubicBezTo>
                      <a:pt x="1" y="2907"/>
                      <a:pt x="42" y="3002"/>
                      <a:pt x="120" y="3065"/>
                    </a:cubicBezTo>
                    <a:cubicBezTo>
                      <a:pt x="181" y="3118"/>
                      <a:pt x="258" y="3146"/>
                      <a:pt x="338" y="3146"/>
                    </a:cubicBezTo>
                    <a:lnTo>
                      <a:pt x="394" y="3143"/>
                    </a:lnTo>
                    <a:lnTo>
                      <a:pt x="15777" y="667"/>
                    </a:lnTo>
                    <a:cubicBezTo>
                      <a:pt x="15954" y="640"/>
                      <a:pt x="16076" y="476"/>
                      <a:pt x="16057" y="299"/>
                    </a:cubicBezTo>
                    <a:cubicBezTo>
                      <a:pt x="16035" y="128"/>
                      <a:pt x="15891" y="0"/>
                      <a:pt x="157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69"/>
              <p:cNvSpPr/>
              <p:nvPr/>
            </p:nvSpPr>
            <p:spPr>
              <a:xfrm>
                <a:off x="2482025" y="3724450"/>
                <a:ext cx="431400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11034" extrusionOk="0">
                    <a:moveTo>
                      <a:pt x="14387" y="1500"/>
                    </a:moveTo>
                    <a:lnTo>
                      <a:pt x="676" y="10089"/>
                    </a:lnTo>
                    <a:lnTo>
                      <a:pt x="676" y="5947"/>
                    </a:lnTo>
                    <a:lnTo>
                      <a:pt x="14387" y="1500"/>
                    </a:lnTo>
                    <a:close/>
                    <a:moveTo>
                      <a:pt x="16882" y="1"/>
                    </a:moveTo>
                    <a:cubicBezTo>
                      <a:pt x="16846" y="1"/>
                      <a:pt x="16810" y="7"/>
                      <a:pt x="16774" y="19"/>
                    </a:cubicBezTo>
                    <a:lnTo>
                      <a:pt x="236" y="5382"/>
                    </a:lnTo>
                    <a:cubicBezTo>
                      <a:pt x="98" y="5426"/>
                      <a:pt x="4" y="5554"/>
                      <a:pt x="1" y="5701"/>
                    </a:cubicBezTo>
                    <a:lnTo>
                      <a:pt x="1" y="10695"/>
                    </a:lnTo>
                    <a:cubicBezTo>
                      <a:pt x="1" y="10817"/>
                      <a:pt x="70" y="10931"/>
                      <a:pt x="178" y="10989"/>
                    </a:cubicBezTo>
                    <a:cubicBezTo>
                      <a:pt x="222" y="11017"/>
                      <a:pt x="275" y="11034"/>
                      <a:pt x="329" y="11034"/>
                    </a:cubicBezTo>
                    <a:cubicBezTo>
                      <a:pt x="333" y="11034"/>
                      <a:pt x="337" y="11033"/>
                      <a:pt x="341" y="11033"/>
                    </a:cubicBezTo>
                    <a:cubicBezTo>
                      <a:pt x="402" y="11033"/>
                      <a:pt x="463" y="11017"/>
                      <a:pt x="516" y="10983"/>
                    </a:cubicBezTo>
                    <a:lnTo>
                      <a:pt x="17054" y="623"/>
                    </a:lnTo>
                    <a:cubicBezTo>
                      <a:pt x="17200" y="534"/>
                      <a:pt x="17256" y="351"/>
                      <a:pt x="17184" y="196"/>
                    </a:cubicBezTo>
                    <a:cubicBezTo>
                      <a:pt x="17128" y="73"/>
                      <a:pt x="17008" y="1"/>
                      <a:pt x="16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27" name="Google Shape;4527;p69"/>
            <p:cNvSpPr/>
            <p:nvPr/>
          </p:nvSpPr>
          <p:spPr>
            <a:xfrm>
              <a:off x="2958275" y="539500"/>
              <a:ext cx="562425" cy="897575"/>
            </a:xfrm>
            <a:custGeom>
              <a:avLst/>
              <a:gdLst/>
              <a:ahLst/>
              <a:cxnLst/>
              <a:rect l="l" t="t" r="r" b="b"/>
              <a:pathLst>
                <a:path w="22497" h="35903" extrusionOk="0">
                  <a:moveTo>
                    <a:pt x="20015" y="1"/>
                  </a:moveTo>
                  <a:cubicBezTo>
                    <a:pt x="19867" y="1"/>
                    <a:pt x="19729" y="176"/>
                    <a:pt x="19849" y="335"/>
                  </a:cubicBezTo>
                  <a:cubicBezTo>
                    <a:pt x="20176" y="761"/>
                    <a:pt x="20470" y="1210"/>
                    <a:pt x="20733" y="1680"/>
                  </a:cubicBezTo>
                  <a:cubicBezTo>
                    <a:pt x="20766" y="1747"/>
                    <a:pt x="20832" y="1788"/>
                    <a:pt x="20907" y="1788"/>
                  </a:cubicBezTo>
                  <a:cubicBezTo>
                    <a:pt x="20943" y="1788"/>
                    <a:pt x="20976" y="1777"/>
                    <a:pt x="21010" y="1761"/>
                  </a:cubicBezTo>
                  <a:cubicBezTo>
                    <a:pt x="21109" y="1705"/>
                    <a:pt x="21145" y="1581"/>
                    <a:pt x="21087" y="1484"/>
                  </a:cubicBezTo>
                  <a:cubicBezTo>
                    <a:pt x="20818" y="994"/>
                    <a:pt x="20514" y="526"/>
                    <a:pt x="20173" y="86"/>
                  </a:cubicBezTo>
                  <a:cubicBezTo>
                    <a:pt x="20128" y="26"/>
                    <a:pt x="20071" y="1"/>
                    <a:pt x="20015" y="1"/>
                  </a:cubicBezTo>
                  <a:close/>
                  <a:moveTo>
                    <a:pt x="22064" y="4439"/>
                  </a:moveTo>
                  <a:cubicBezTo>
                    <a:pt x="22050" y="4439"/>
                    <a:pt x="22035" y="4440"/>
                    <a:pt x="22020" y="4444"/>
                  </a:cubicBezTo>
                  <a:cubicBezTo>
                    <a:pt x="21909" y="4469"/>
                    <a:pt x="21837" y="4577"/>
                    <a:pt x="21860" y="4687"/>
                  </a:cubicBezTo>
                  <a:cubicBezTo>
                    <a:pt x="21973" y="5213"/>
                    <a:pt x="22048" y="5745"/>
                    <a:pt x="22081" y="6279"/>
                  </a:cubicBezTo>
                  <a:cubicBezTo>
                    <a:pt x="22087" y="6390"/>
                    <a:pt x="22175" y="6473"/>
                    <a:pt x="22286" y="6473"/>
                  </a:cubicBezTo>
                  <a:lnTo>
                    <a:pt x="22300" y="6473"/>
                  </a:lnTo>
                  <a:cubicBezTo>
                    <a:pt x="22413" y="6468"/>
                    <a:pt x="22496" y="6368"/>
                    <a:pt x="22491" y="6257"/>
                  </a:cubicBezTo>
                  <a:cubicBezTo>
                    <a:pt x="22455" y="5701"/>
                    <a:pt x="22380" y="5147"/>
                    <a:pt x="22261" y="4601"/>
                  </a:cubicBezTo>
                  <a:cubicBezTo>
                    <a:pt x="22242" y="4506"/>
                    <a:pt x="22158" y="4439"/>
                    <a:pt x="22064" y="4439"/>
                  </a:cubicBezTo>
                  <a:close/>
                  <a:moveTo>
                    <a:pt x="21969" y="9334"/>
                  </a:moveTo>
                  <a:cubicBezTo>
                    <a:pt x="21889" y="9334"/>
                    <a:pt x="21810" y="9377"/>
                    <a:pt x="21776" y="9475"/>
                  </a:cubicBezTo>
                  <a:cubicBezTo>
                    <a:pt x="21646" y="9998"/>
                    <a:pt x="21477" y="10507"/>
                    <a:pt x="21273" y="11006"/>
                  </a:cubicBezTo>
                  <a:cubicBezTo>
                    <a:pt x="21228" y="11108"/>
                    <a:pt x="21278" y="11227"/>
                    <a:pt x="21383" y="11271"/>
                  </a:cubicBezTo>
                  <a:cubicBezTo>
                    <a:pt x="21408" y="11283"/>
                    <a:pt x="21433" y="11288"/>
                    <a:pt x="21461" y="11288"/>
                  </a:cubicBezTo>
                  <a:cubicBezTo>
                    <a:pt x="21544" y="11285"/>
                    <a:pt x="21619" y="11235"/>
                    <a:pt x="21652" y="11161"/>
                  </a:cubicBezTo>
                  <a:cubicBezTo>
                    <a:pt x="21862" y="10643"/>
                    <a:pt x="22039" y="10114"/>
                    <a:pt x="22178" y="9574"/>
                  </a:cubicBezTo>
                  <a:cubicBezTo>
                    <a:pt x="22203" y="9426"/>
                    <a:pt x="22086" y="9334"/>
                    <a:pt x="21969" y="9334"/>
                  </a:cubicBezTo>
                  <a:close/>
                  <a:moveTo>
                    <a:pt x="19769" y="13698"/>
                  </a:moveTo>
                  <a:cubicBezTo>
                    <a:pt x="19720" y="13698"/>
                    <a:pt x="19669" y="13717"/>
                    <a:pt x="19625" y="13761"/>
                  </a:cubicBezTo>
                  <a:cubicBezTo>
                    <a:pt x="19285" y="14176"/>
                    <a:pt x="18914" y="14564"/>
                    <a:pt x="18512" y="14921"/>
                  </a:cubicBezTo>
                  <a:cubicBezTo>
                    <a:pt x="18376" y="15051"/>
                    <a:pt x="18465" y="15281"/>
                    <a:pt x="18651" y="15283"/>
                  </a:cubicBezTo>
                  <a:cubicBezTo>
                    <a:pt x="18700" y="15283"/>
                    <a:pt x="18750" y="15264"/>
                    <a:pt x="18786" y="15231"/>
                  </a:cubicBezTo>
                  <a:cubicBezTo>
                    <a:pt x="19201" y="14857"/>
                    <a:pt x="19589" y="14453"/>
                    <a:pt x="19944" y="14021"/>
                  </a:cubicBezTo>
                  <a:cubicBezTo>
                    <a:pt x="20045" y="13865"/>
                    <a:pt x="19915" y="13698"/>
                    <a:pt x="19769" y="13698"/>
                  </a:cubicBezTo>
                  <a:close/>
                  <a:moveTo>
                    <a:pt x="15938" y="16706"/>
                  </a:moveTo>
                  <a:cubicBezTo>
                    <a:pt x="15907" y="16706"/>
                    <a:pt x="15875" y="16713"/>
                    <a:pt x="15846" y="16729"/>
                  </a:cubicBezTo>
                  <a:cubicBezTo>
                    <a:pt x="15389" y="16967"/>
                    <a:pt x="14907" y="17194"/>
                    <a:pt x="14370" y="17418"/>
                  </a:cubicBezTo>
                  <a:cubicBezTo>
                    <a:pt x="14265" y="17460"/>
                    <a:pt x="14215" y="17579"/>
                    <a:pt x="14259" y="17684"/>
                  </a:cubicBezTo>
                  <a:cubicBezTo>
                    <a:pt x="14292" y="17761"/>
                    <a:pt x="14367" y="17811"/>
                    <a:pt x="14450" y="17811"/>
                  </a:cubicBezTo>
                  <a:cubicBezTo>
                    <a:pt x="14478" y="17811"/>
                    <a:pt x="14503" y="17806"/>
                    <a:pt x="14531" y="17795"/>
                  </a:cubicBezTo>
                  <a:cubicBezTo>
                    <a:pt x="15076" y="17568"/>
                    <a:pt x="15569" y="17338"/>
                    <a:pt x="16031" y="17097"/>
                  </a:cubicBezTo>
                  <a:cubicBezTo>
                    <a:pt x="16134" y="17044"/>
                    <a:pt x="16172" y="16920"/>
                    <a:pt x="16120" y="16820"/>
                  </a:cubicBezTo>
                  <a:cubicBezTo>
                    <a:pt x="16085" y="16748"/>
                    <a:pt x="16012" y="16706"/>
                    <a:pt x="15938" y="16706"/>
                  </a:cubicBezTo>
                  <a:close/>
                  <a:moveTo>
                    <a:pt x="11369" y="18532"/>
                  </a:moveTo>
                  <a:cubicBezTo>
                    <a:pt x="11348" y="18532"/>
                    <a:pt x="11326" y="18535"/>
                    <a:pt x="11305" y="18542"/>
                  </a:cubicBezTo>
                  <a:lnTo>
                    <a:pt x="10782" y="18714"/>
                  </a:lnTo>
                  <a:lnTo>
                    <a:pt x="9743" y="19060"/>
                  </a:lnTo>
                  <a:cubicBezTo>
                    <a:pt x="9533" y="19143"/>
                    <a:pt x="9583" y="19453"/>
                    <a:pt x="9807" y="19462"/>
                  </a:cubicBezTo>
                  <a:cubicBezTo>
                    <a:pt x="9832" y="19462"/>
                    <a:pt x="9854" y="19459"/>
                    <a:pt x="9879" y="19453"/>
                  </a:cubicBezTo>
                  <a:lnTo>
                    <a:pt x="10912" y="19102"/>
                  </a:lnTo>
                  <a:lnTo>
                    <a:pt x="11432" y="18930"/>
                  </a:lnTo>
                  <a:cubicBezTo>
                    <a:pt x="11538" y="18894"/>
                    <a:pt x="11598" y="18778"/>
                    <a:pt x="11562" y="18670"/>
                  </a:cubicBezTo>
                  <a:cubicBezTo>
                    <a:pt x="11534" y="18586"/>
                    <a:pt x="11454" y="18532"/>
                    <a:pt x="11369" y="18532"/>
                  </a:cubicBezTo>
                  <a:close/>
                  <a:moveTo>
                    <a:pt x="6751" y="20236"/>
                  </a:moveTo>
                  <a:cubicBezTo>
                    <a:pt x="6722" y="20236"/>
                    <a:pt x="6691" y="20242"/>
                    <a:pt x="6662" y="20256"/>
                  </a:cubicBezTo>
                  <a:cubicBezTo>
                    <a:pt x="6141" y="20494"/>
                    <a:pt x="5646" y="20752"/>
                    <a:pt x="5186" y="21009"/>
                  </a:cubicBezTo>
                  <a:cubicBezTo>
                    <a:pt x="5086" y="21067"/>
                    <a:pt x="5053" y="21192"/>
                    <a:pt x="5108" y="21289"/>
                  </a:cubicBezTo>
                  <a:cubicBezTo>
                    <a:pt x="5143" y="21353"/>
                    <a:pt x="5209" y="21394"/>
                    <a:pt x="5281" y="21394"/>
                  </a:cubicBezTo>
                  <a:cubicBezTo>
                    <a:pt x="5284" y="21394"/>
                    <a:pt x="5286" y="21394"/>
                    <a:pt x="5288" y="21394"/>
                  </a:cubicBezTo>
                  <a:cubicBezTo>
                    <a:pt x="5324" y="21394"/>
                    <a:pt x="5358" y="21386"/>
                    <a:pt x="5388" y="21369"/>
                  </a:cubicBezTo>
                  <a:cubicBezTo>
                    <a:pt x="5837" y="21114"/>
                    <a:pt x="6324" y="20865"/>
                    <a:pt x="6836" y="20630"/>
                  </a:cubicBezTo>
                  <a:cubicBezTo>
                    <a:pt x="6936" y="20580"/>
                    <a:pt x="6980" y="20458"/>
                    <a:pt x="6936" y="20356"/>
                  </a:cubicBezTo>
                  <a:cubicBezTo>
                    <a:pt x="6902" y="20280"/>
                    <a:pt x="6829" y="20236"/>
                    <a:pt x="6751" y="20236"/>
                  </a:cubicBezTo>
                  <a:close/>
                  <a:moveTo>
                    <a:pt x="2649" y="22927"/>
                  </a:moveTo>
                  <a:cubicBezTo>
                    <a:pt x="2598" y="22927"/>
                    <a:pt x="2547" y="22945"/>
                    <a:pt x="2506" y="22983"/>
                  </a:cubicBezTo>
                  <a:cubicBezTo>
                    <a:pt x="2104" y="23374"/>
                    <a:pt x="1736" y="23797"/>
                    <a:pt x="1409" y="24254"/>
                  </a:cubicBezTo>
                  <a:cubicBezTo>
                    <a:pt x="1343" y="24346"/>
                    <a:pt x="1365" y="24470"/>
                    <a:pt x="1456" y="24537"/>
                  </a:cubicBezTo>
                  <a:cubicBezTo>
                    <a:pt x="1492" y="24562"/>
                    <a:pt x="1534" y="24575"/>
                    <a:pt x="1578" y="24575"/>
                  </a:cubicBezTo>
                  <a:cubicBezTo>
                    <a:pt x="1645" y="24575"/>
                    <a:pt x="1706" y="24545"/>
                    <a:pt x="1744" y="24492"/>
                  </a:cubicBezTo>
                  <a:cubicBezTo>
                    <a:pt x="2057" y="24058"/>
                    <a:pt x="2406" y="23651"/>
                    <a:pt x="2788" y="23277"/>
                  </a:cubicBezTo>
                  <a:cubicBezTo>
                    <a:pt x="2871" y="23199"/>
                    <a:pt x="2874" y="23069"/>
                    <a:pt x="2796" y="22986"/>
                  </a:cubicBezTo>
                  <a:cubicBezTo>
                    <a:pt x="2756" y="22947"/>
                    <a:pt x="2703" y="22927"/>
                    <a:pt x="2649" y="22927"/>
                  </a:cubicBezTo>
                  <a:close/>
                  <a:moveTo>
                    <a:pt x="304" y="27162"/>
                  </a:moveTo>
                  <a:cubicBezTo>
                    <a:pt x="205" y="27162"/>
                    <a:pt x="117" y="27233"/>
                    <a:pt x="100" y="27333"/>
                  </a:cubicBezTo>
                  <a:cubicBezTo>
                    <a:pt x="33" y="27735"/>
                    <a:pt x="0" y="28139"/>
                    <a:pt x="0" y="28546"/>
                  </a:cubicBezTo>
                  <a:cubicBezTo>
                    <a:pt x="0" y="28701"/>
                    <a:pt x="3" y="28859"/>
                    <a:pt x="14" y="29017"/>
                  </a:cubicBezTo>
                  <a:cubicBezTo>
                    <a:pt x="22" y="29122"/>
                    <a:pt x="111" y="29208"/>
                    <a:pt x="219" y="29210"/>
                  </a:cubicBezTo>
                  <a:lnTo>
                    <a:pt x="233" y="29205"/>
                  </a:lnTo>
                  <a:cubicBezTo>
                    <a:pt x="346" y="29199"/>
                    <a:pt x="432" y="29105"/>
                    <a:pt x="426" y="28992"/>
                  </a:cubicBezTo>
                  <a:cubicBezTo>
                    <a:pt x="415" y="28842"/>
                    <a:pt x="410" y="28693"/>
                    <a:pt x="413" y="28546"/>
                  </a:cubicBezTo>
                  <a:cubicBezTo>
                    <a:pt x="413" y="28161"/>
                    <a:pt x="443" y="27779"/>
                    <a:pt x="507" y="27400"/>
                  </a:cubicBezTo>
                  <a:cubicBezTo>
                    <a:pt x="526" y="27286"/>
                    <a:pt x="449" y="27178"/>
                    <a:pt x="335" y="27164"/>
                  </a:cubicBezTo>
                  <a:cubicBezTo>
                    <a:pt x="325" y="27163"/>
                    <a:pt x="314" y="27162"/>
                    <a:pt x="304" y="27162"/>
                  </a:cubicBezTo>
                  <a:close/>
                  <a:moveTo>
                    <a:pt x="1122" y="31929"/>
                  </a:moveTo>
                  <a:cubicBezTo>
                    <a:pt x="1089" y="31929"/>
                    <a:pt x="1055" y="31937"/>
                    <a:pt x="1024" y="31954"/>
                  </a:cubicBezTo>
                  <a:cubicBezTo>
                    <a:pt x="925" y="32007"/>
                    <a:pt x="889" y="32131"/>
                    <a:pt x="941" y="32231"/>
                  </a:cubicBezTo>
                  <a:cubicBezTo>
                    <a:pt x="1210" y="32727"/>
                    <a:pt x="1537" y="33189"/>
                    <a:pt x="1910" y="33613"/>
                  </a:cubicBezTo>
                  <a:cubicBezTo>
                    <a:pt x="1949" y="33654"/>
                    <a:pt x="2005" y="33679"/>
                    <a:pt x="2063" y="33682"/>
                  </a:cubicBezTo>
                  <a:cubicBezTo>
                    <a:pt x="2113" y="33682"/>
                    <a:pt x="2162" y="33660"/>
                    <a:pt x="2198" y="33627"/>
                  </a:cubicBezTo>
                  <a:cubicBezTo>
                    <a:pt x="2284" y="33552"/>
                    <a:pt x="2290" y="33422"/>
                    <a:pt x="2215" y="33339"/>
                  </a:cubicBezTo>
                  <a:cubicBezTo>
                    <a:pt x="1861" y="32940"/>
                    <a:pt x="1556" y="32505"/>
                    <a:pt x="1301" y="32037"/>
                  </a:cubicBezTo>
                  <a:cubicBezTo>
                    <a:pt x="1265" y="31969"/>
                    <a:pt x="1195" y="31929"/>
                    <a:pt x="1122" y="31929"/>
                  </a:cubicBezTo>
                  <a:close/>
                  <a:moveTo>
                    <a:pt x="11080" y="34552"/>
                  </a:moveTo>
                  <a:cubicBezTo>
                    <a:pt x="11045" y="34552"/>
                    <a:pt x="11009" y="34562"/>
                    <a:pt x="10975" y="34582"/>
                  </a:cubicBezTo>
                  <a:cubicBezTo>
                    <a:pt x="10521" y="34856"/>
                    <a:pt x="10034" y="35077"/>
                    <a:pt x="9527" y="35238"/>
                  </a:cubicBezTo>
                  <a:cubicBezTo>
                    <a:pt x="9419" y="35269"/>
                    <a:pt x="9358" y="35385"/>
                    <a:pt x="9392" y="35496"/>
                  </a:cubicBezTo>
                  <a:cubicBezTo>
                    <a:pt x="9419" y="35579"/>
                    <a:pt x="9500" y="35637"/>
                    <a:pt x="9588" y="35637"/>
                  </a:cubicBezTo>
                  <a:cubicBezTo>
                    <a:pt x="9608" y="35637"/>
                    <a:pt x="9630" y="35634"/>
                    <a:pt x="9649" y="35628"/>
                  </a:cubicBezTo>
                  <a:cubicBezTo>
                    <a:pt x="10189" y="35460"/>
                    <a:pt x="10704" y="35224"/>
                    <a:pt x="11186" y="34931"/>
                  </a:cubicBezTo>
                  <a:cubicBezTo>
                    <a:pt x="11280" y="34870"/>
                    <a:pt x="11310" y="34748"/>
                    <a:pt x="11252" y="34651"/>
                  </a:cubicBezTo>
                  <a:cubicBezTo>
                    <a:pt x="11214" y="34587"/>
                    <a:pt x="11148" y="34552"/>
                    <a:pt x="11080" y="34552"/>
                  </a:cubicBezTo>
                  <a:close/>
                  <a:moveTo>
                    <a:pt x="4752" y="35094"/>
                  </a:moveTo>
                  <a:cubicBezTo>
                    <a:pt x="4669" y="35094"/>
                    <a:pt x="4593" y="35146"/>
                    <a:pt x="4563" y="35227"/>
                  </a:cubicBezTo>
                  <a:cubicBezTo>
                    <a:pt x="4521" y="35335"/>
                    <a:pt x="4577" y="35451"/>
                    <a:pt x="4682" y="35490"/>
                  </a:cubicBezTo>
                  <a:cubicBezTo>
                    <a:pt x="5211" y="35687"/>
                    <a:pt x="5756" y="35825"/>
                    <a:pt x="6313" y="35903"/>
                  </a:cubicBezTo>
                  <a:lnTo>
                    <a:pt x="6343" y="35903"/>
                  </a:lnTo>
                  <a:cubicBezTo>
                    <a:pt x="6446" y="35903"/>
                    <a:pt x="6532" y="35828"/>
                    <a:pt x="6545" y="35725"/>
                  </a:cubicBezTo>
                  <a:cubicBezTo>
                    <a:pt x="6562" y="35615"/>
                    <a:pt x="6484" y="35509"/>
                    <a:pt x="6371" y="35496"/>
                  </a:cubicBezTo>
                  <a:cubicBezTo>
                    <a:pt x="5842" y="35421"/>
                    <a:pt x="5324" y="35291"/>
                    <a:pt x="4826" y="35108"/>
                  </a:cubicBezTo>
                  <a:cubicBezTo>
                    <a:pt x="4802" y="35099"/>
                    <a:pt x="4777" y="35094"/>
                    <a:pt x="4752" y="350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1413510" y="1198245"/>
            <a:ext cx="9585325" cy="49707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" indent="9525" algn="l" rtl="0" eaLnBrk="0">
              <a:lnSpc>
                <a:spcPct val="106000"/>
              </a:lnSpc>
            </a:pPr>
            <a:r>
              <a:rPr sz="2000" b="1" kern="0" spc="10" dirty="0">
                <a:solidFill>
                  <a:srgbClr val="99CA3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□ </a:t>
            </a:r>
            <a:r>
              <a:rPr sz="2000" b="1" kern="0" spc="0" dirty="0">
                <a:solidFill>
                  <a:srgbClr val="0033CC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</a:t>
            </a:r>
            <a:r>
              <a:rPr sz="2000" b="1" kern="0" spc="260" dirty="0">
                <a:solidFill>
                  <a:srgbClr val="0033CC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1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已成为世界顶尖的数学应用</a:t>
            </a:r>
            <a:r>
              <a:rPr sz="2100" b="1" kern="0" spc="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软件，以其强大的工程计算、算</a:t>
            </a:r>
            <a:r>
              <a:rPr sz="2100" b="1" kern="0" spc="-1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法研究、工程绘图、应用程序开发、数据分析和动态仿真等功</a:t>
            </a:r>
            <a:r>
              <a:rPr sz="2100" b="1" kern="0" spc="-2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能，在航</a:t>
            </a:r>
            <a:r>
              <a:rPr sz="2100" b="1" kern="0" spc="-1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空航天、机械制造和工程建筑等领域发挥着越来越</a:t>
            </a:r>
            <a:r>
              <a:rPr sz="2100" b="1" kern="0" spc="-2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重要的作用。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5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940" algn="l" rtl="0" eaLnBrk="0">
              <a:lnSpc>
                <a:spcPct val="92000"/>
              </a:lnSpc>
              <a:spcBef>
                <a:spcPts val="640"/>
              </a:spcBef>
            </a:pPr>
            <a:r>
              <a:rPr sz="2000" b="1" kern="0" spc="80" dirty="0">
                <a:solidFill>
                  <a:srgbClr val="99CA3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□ </a:t>
            </a:r>
            <a:r>
              <a:rPr sz="2000" b="1" kern="0" spc="0" dirty="0">
                <a:solidFill>
                  <a:srgbClr val="0033CC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Matlab</a:t>
            </a:r>
            <a:r>
              <a:rPr sz="2000" b="1" kern="0" spc="250" dirty="0">
                <a:solidFill>
                  <a:srgbClr val="0033CC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100" b="1" kern="0" spc="8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的发行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210" algn="l" rtl="0" eaLnBrk="0">
              <a:lnSpc>
                <a:spcPct val="98000"/>
              </a:lnSpc>
              <a:spcBef>
                <a:spcPts val="1140"/>
              </a:spcBef>
            </a:pPr>
            <a:r>
              <a:rPr sz="1900" b="1" kern="0" spc="-5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1984</a:t>
            </a:r>
            <a:r>
              <a:rPr sz="19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年，</a:t>
            </a:r>
            <a:r>
              <a:rPr sz="1900" b="1" kern="0" spc="-5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</a:t>
            </a:r>
            <a:r>
              <a:rPr sz="1900" b="1" kern="0" spc="16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1900" b="1" kern="0" spc="-5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1.0 </a:t>
            </a:r>
            <a:r>
              <a:rPr sz="19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1900" b="1" kern="0" spc="-5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DOS</a:t>
            </a:r>
            <a:r>
              <a:rPr sz="19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版</a:t>
            </a:r>
            <a:r>
              <a:rPr sz="1900" b="1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900" b="1" kern="0" spc="-6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182K</a:t>
            </a:r>
            <a:r>
              <a:rPr sz="1900" b="1" kern="0" spc="-3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1900" b="1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900" b="1" kern="0" spc="-6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20</a:t>
            </a:r>
            <a:r>
              <a:rPr sz="1900" b="1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多个函数）</a:t>
            </a:r>
            <a:endParaRPr sz="1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210" algn="l" rtl="0" eaLnBrk="0">
              <a:lnSpc>
                <a:spcPct val="98000"/>
              </a:lnSpc>
              <a:spcBef>
                <a:spcPts val="540"/>
              </a:spcBef>
            </a:pPr>
            <a:r>
              <a:rPr sz="1900" b="1" kern="0" spc="-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1992</a:t>
            </a:r>
            <a:r>
              <a:rPr sz="19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年，</a:t>
            </a:r>
            <a:r>
              <a:rPr sz="1900" b="1" kern="0" spc="-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</a:t>
            </a:r>
            <a:r>
              <a:rPr sz="1900" b="1" kern="0" spc="-4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4.0 </a:t>
            </a:r>
            <a:r>
              <a:rPr sz="19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1900" b="1" kern="0" spc="-4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93</a:t>
            </a:r>
            <a:r>
              <a:rPr sz="19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年推出</a:t>
            </a:r>
            <a:r>
              <a:rPr sz="1900" b="1" kern="0" spc="-4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Windows</a:t>
            </a:r>
            <a:r>
              <a:rPr sz="19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版，加入</a:t>
            </a:r>
            <a:r>
              <a:rPr sz="1900" kern="0" spc="-3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00" b="1" kern="0" spc="-4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simulink</a:t>
            </a:r>
            <a:r>
              <a:rPr sz="19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sz="1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210" algn="l" rtl="0" eaLnBrk="0">
              <a:lnSpc>
                <a:spcPct val="98000"/>
              </a:lnSpc>
              <a:spcBef>
                <a:spcPts val="535"/>
              </a:spcBef>
            </a:pPr>
            <a:r>
              <a:rPr sz="1900" b="1" kern="0" spc="-2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1994</a:t>
            </a:r>
            <a:r>
              <a:rPr sz="19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年，</a:t>
            </a:r>
            <a:r>
              <a:rPr sz="1900" b="1" kern="0" spc="-2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 4</a:t>
            </a:r>
            <a:r>
              <a:rPr sz="1900" b="1" kern="0" spc="-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.2</a:t>
            </a:r>
            <a:r>
              <a:rPr sz="19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（得到广泛重视和应用）</a:t>
            </a:r>
            <a:endParaRPr sz="1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210" algn="l" rtl="0" eaLnBrk="0">
              <a:lnSpc>
                <a:spcPct val="98000"/>
              </a:lnSpc>
              <a:spcBef>
                <a:spcPts val="550"/>
              </a:spcBef>
            </a:pPr>
            <a:r>
              <a:rPr sz="1900" b="1" kern="0" spc="-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1999</a:t>
            </a:r>
            <a:r>
              <a:rPr sz="19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年，</a:t>
            </a:r>
            <a:r>
              <a:rPr sz="1900" b="1" kern="0" spc="-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 5.</a:t>
            </a:r>
            <a:r>
              <a:rPr sz="1900" b="1" kern="0" spc="-4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3</a:t>
            </a:r>
            <a:r>
              <a:rPr sz="19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（真正实现</a:t>
            </a:r>
            <a:r>
              <a:rPr sz="1900" b="1" kern="0" spc="-4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32</a:t>
            </a:r>
            <a:r>
              <a:rPr sz="19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位运算）</a:t>
            </a:r>
            <a:endParaRPr sz="1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ts val="2770"/>
              </a:lnSpc>
            </a:pPr>
            <a:r>
              <a:rPr sz="1900" b="1" kern="0" spc="-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2002</a:t>
            </a:r>
            <a:r>
              <a:rPr sz="19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年，</a:t>
            </a:r>
            <a:r>
              <a:rPr sz="1900" b="1" kern="0" spc="-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 6.5</a:t>
            </a:r>
            <a:r>
              <a:rPr sz="19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（采用</a:t>
            </a:r>
            <a:r>
              <a:rPr sz="1900" b="1" kern="0" spc="-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JIT</a:t>
            </a:r>
            <a:r>
              <a:rPr sz="19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加速器）</a:t>
            </a:r>
            <a:endParaRPr sz="1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98000"/>
              </a:lnSpc>
              <a:spcBef>
                <a:spcPts val="550"/>
              </a:spcBef>
            </a:pPr>
            <a:r>
              <a:rPr sz="1900" b="1" kern="0" spc="-4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2004</a:t>
            </a:r>
            <a:r>
              <a:rPr sz="19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年，</a:t>
            </a:r>
            <a:r>
              <a:rPr sz="1900" b="1" kern="0" spc="-4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 7.0</a:t>
            </a:r>
            <a:endParaRPr sz="1900" dirty="0"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marL="15875" indent="29210" algn="l" rtl="0" eaLnBrk="0">
              <a:lnSpc>
                <a:spcPct val="120000"/>
              </a:lnSpc>
              <a:spcBef>
                <a:spcPts val="350"/>
              </a:spcBef>
            </a:pPr>
            <a:r>
              <a:rPr sz="19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</a:t>
            </a:r>
            <a:r>
              <a:rPr sz="1900" b="1" kern="0" spc="-1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2006</a:t>
            </a:r>
            <a:r>
              <a:rPr sz="19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年起，</a:t>
            </a:r>
            <a:r>
              <a:rPr sz="1900" b="1" kern="0" spc="-1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</a:t>
            </a:r>
            <a:r>
              <a:rPr sz="19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每年更新两</a:t>
            </a:r>
            <a:r>
              <a:rPr sz="19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次，</a:t>
            </a:r>
            <a:r>
              <a:rPr sz="1900" b="1" kern="0" spc="-2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3</a:t>
            </a:r>
            <a:r>
              <a:rPr sz="19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月产品编号“</a:t>
            </a:r>
            <a:r>
              <a:rPr sz="1900" b="1" kern="0" spc="-2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R</a:t>
            </a:r>
            <a:r>
              <a:rPr sz="19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年份</a:t>
            </a:r>
            <a:r>
              <a:rPr sz="1900" b="1" kern="0" spc="-2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</a:t>
            </a:r>
            <a:r>
              <a:rPr sz="19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”，</a:t>
            </a:r>
            <a:r>
              <a:rPr sz="1900" b="1" kern="0" spc="-2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9</a:t>
            </a:r>
            <a:r>
              <a:rPr sz="19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月产品编号“</a:t>
            </a:r>
            <a:r>
              <a:rPr sz="1900" b="1" kern="0" spc="-2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R</a:t>
            </a:r>
            <a:r>
              <a:rPr sz="1900" b="1" kern="0" spc="2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年份</a:t>
            </a:r>
            <a:r>
              <a:rPr sz="1900" b="1" kern="0" spc="22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b</a:t>
            </a:r>
            <a:r>
              <a:rPr sz="1900" b="1" kern="0" spc="2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sz="1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" algn="l" rtl="0" eaLnBrk="0">
              <a:lnSpc>
                <a:spcPct val="98000"/>
              </a:lnSpc>
              <a:spcBef>
                <a:spcPts val="0"/>
              </a:spcBef>
            </a:pPr>
            <a:r>
              <a:rPr sz="19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</a:t>
            </a:r>
            <a:r>
              <a:rPr sz="1900" b="1" kern="0" spc="-4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2015</a:t>
            </a:r>
            <a:r>
              <a:rPr sz="19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年开始，</a:t>
            </a:r>
            <a:r>
              <a:rPr sz="1900" b="1" kern="0" spc="-4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</a:t>
            </a:r>
            <a:r>
              <a:rPr sz="19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不再支持</a:t>
            </a:r>
            <a:r>
              <a:rPr sz="1900" b="1" kern="0" spc="-4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32</a:t>
            </a:r>
            <a:r>
              <a:rPr sz="19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位的系统</a:t>
            </a:r>
            <a:endParaRPr sz="1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15" name="图片 14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59" name="图片 58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grpSp>
        <p:nvGrpSpPr>
          <p:cNvPr id="60" name="Google Shape;5640;p73"/>
          <p:cNvGrpSpPr/>
          <p:nvPr/>
        </p:nvGrpSpPr>
        <p:grpSpPr>
          <a:xfrm>
            <a:off x="9648952" y="2542470"/>
            <a:ext cx="1607850" cy="1761912"/>
            <a:chOff x="3575440" y="1839617"/>
            <a:chExt cx="1993120" cy="2184099"/>
          </a:xfrm>
        </p:grpSpPr>
        <p:grpSp>
          <p:nvGrpSpPr>
            <p:cNvPr id="61" name="Google Shape;5641;p73"/>
            <p:cNvGrpSpPr/>
            <p:nvPr/>
          </p:nvGrpSpPr>
          <p:grpSpPr>
            <a:xfrm>
              <a:off x="3575440" y="1839617"/>
              <a:ext cx="1993120" cy="2184099"/>
              <a:chOff x="205650" y="1162725"/>
              <a:chExt cx="3089150" cy="3385150"/>
            </a:xfrm>
          </p:grpSpPr>
          <p:sp>
            <p:nvSpPr>
              <p:cNvPr id="62" name="Google Shape;5642;p73"/>
              <p:cNvSpPr/>
              <p:nvPr/>
            </p:nvSpPr>
            <p:spPr>
              <a:xfrm>
                <a:off x="2233325" y="1949275"/>
                <a:ext cx="689525" cy="1339100"/>
              </a:xfrm>
              <a:custGeom>
                <a:avLst/>
                <a:gdLst/>
                <a:ahLst/>
                <a:cxnLst/>
                <a:rect l="l" t="t" r="r" b="b"/>
                <a:pathLst>
                  <a:path w="27581" h="53564" extrusionOk="0">
                    <a:moveTo>
                      <a:pt x="23702" y="0"/>
                    </a:moveTo>
                    <a:lnTo>
                      <a:pt x="1211" y="42368"/>
                    </a:lnTo>
                    <a:lnTo>
                      <a:pt x="1" y="53001"/>
                    </a:lnTo>
                    <a:lnTo>
                      <a:pt x="1928" y="53564"/>
                    </a:lnTo>
                    <a:lnTo>
                      <a:pt x="27580" y="4430"/>
                    </a:lnTo>
                    <a:lnTo>
                      <a:pt x="23702" y="0"/>
                    </a:lnTo>
                    <a:close/>
                  </a:path>
                </a:pathLst>
              </a:custGeom>
              <a:solidFill>
                <a:srgbClr val="A6E8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3" name="Google Shape;5643;p73"/>
              <p:cNvSpPr/>
              <p:nvPr/>
            </p:nvSpPr>
            <p:spPr>
              <a:xfrm>
                <a:off x="2213475" y="1917700"/>
                <a:ext cx="731300" cy="1392175"/>
              </a:xfrm>
              <a:custGeom>
                <a:avLst/>
                <a:gdLst/>
                <a:ahLst/>
                <a:cxnLst/>
                <a:rect l="l" t="t" r="r" b="b"/>
                <a:pathLst>
                  <a:path w="29252" h="55687" extrusionOk="0">
                    <a:moveTo>
                      <a:pt x="24644" y="2532"/>
                    </a:moveTo>
                    <a:lnTo>
                      <a:pt x="27503" y="5794"/>
                    </a:lnTo>
                    <a:lnTo>
                      <a:pt x="2360" y="53961"/>
                    </a:lnTo>
                    <a:lnTo>
                      <a:pt x="1578" y="53736"/>
                    </a:lnTo>
                    <a:lnTo>
                      <a:pt x="2704" y="43851"/>
                    </a:lnTo>
                    <a:lnTo>
                      <a:pt x="24644" y="2532"/>
                    </a:lnTo>
                    <a:close/>
                    <a:moveTo>
                      <a:pt x="24348" y="0"/>
                    </a:moveTo>
                    <a:lnTo>
                      <a:pt x="1358" y="43293"/>
                    </a:lnTo>
                    <a:lnTo>
                      <a:pt x="1299" y="43412"/>
                    </a:lnTo>
                    <a:lnTo>
                      <a:pt x="0" y="54779"/>
                    </a:lnTo>
                    <a:lnTo>
                      <a:pt x="3090" y="55687"/>
                    </a:lnTo>
                    <a:lnTo>
                      <a:pt x="29021" y="6025"/>
                    </a:lnTo>
                    <a:lnTo>
                      <a:pt x="29252" y="5580"/>
                    </a:lnTo>
                    <a:lnTo>
                      <a:pt x="24348" y="0"/>
                    </a:ln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4" name="Google Shape;5644;p73"/>
              <p:cNvSpPr/>
              <p:nvPr/>
            </p:nvSpPr>
            <p:spPr>
              <a:xfrm>
                <a:off x="2235125" y="3262425"/>
                <a:ext cx="22850" cy="80075"/>
              </a:xfrm>
              <a:custGeom>
                <a:avLst/>
                <a:gdLst/>
                <a:ahLst/>
                <a:cxnLst/>
                <a:rect l="l" t="t" r="r" b="b"/>
                <a:pathLst>
                  <a:path w="914" h="3203" extrusionOk="0">
                    <a:moveTo>
                      <a:pt x="913" y="0"/>
                    </a:moveTo>
                    <a:lnTo>
                      <a:pt x="0" y="3202"/>
                    </a:lnTo>
                  </a:path>
                </a:pathLst>
              </a:custGeom>
              <a:solidFill>
                <a:srgbClr val="B39A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5" name="Google Shape;5645;p73"/>
              <p:cNvSpPr/>
              <p:nvPr/>
            </p:nvSpPr>
            <p:spPr>
              <a:xfrm>
                <a:off x="2217625" y="3257225"/>
                <a:ext cx="57825" cy="90150"/>
              </a:xfrm>
              <a:custGeom>
                <a:avLst/>
                <a:gdLst/>
                <a:ahLst/>
                <a:cxnLst/>
                <a:rect l="l" t="t" r="r" b="b"/>
                <a:pathLst>
                  <a:path w="2313" h="3606" extrusionOk="0">
                    <a:moveTo>
                      <a:pt x="919" y="1"/>
                    </a:moveTo>
                    <a:lnTo>
                      <a:pt x="0" y="3209"/>
                    </a:lnTo>
                    <a:lnTo>
                      <a:pt x="1400" y="3606"/>
                    </a:lnTo>
                    <a:lnTo>
                      <a:pt x="2313" y="398"/>
                    </a:lnTo>
                    <a:lnTo>
                      <a:pt x="919" y="1"/>
                    </a:ln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" name="Google Shape;5646;p73"/>
              <p:cNvSpPr/>
              <p:nvPr/>
            </p:nvSpPr>
            <p:spPr>
              <a:xfrm>
                <a:off x="2860700" y="2025175"/>
                <a:ext cx="269400" cy="1434275"/>
              </a:xfrm>
              <a:custGeom>
                <a:avLst/>
                <a:gdLst/>
                <a:ahLst/>
                <a:cxnLst/>
                <a:rect l="l" t="t" r="r" b="b"/>
                <a:pathLst>
                  <a:path w="10776" h="57371" extrusionOk="0">
                    <a:moveTo>
                      <a:pt x="10775" y="0"/>
                    </a:moveTo>
                    <a:lnTo>
                      <a:pt x="5118" y="1607"/>
                    </a:lnTo>
                    <a:lnTo>
                      <a:pt x="1" y="56796"/>
                    </a:lnTo>
                    <a:lnTo>
                      <a:pt x="1928" y="57371"/>
                    </a:lnTo>
                    <a:lnTo>
                      <a:pt x="6689" y="47794"/>
                    </a:lnTo>
                    <a:lnTo>
                      <a:pt x="10775" y="0"/>
                    </a:lnTo>
                    <a:close/>
                  </a:path>
                </a:pathLst>
              </a:custGeom>
              <a:solidFill>
                <a:srgbClr val="A6E8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7" name="Google Shape;5647;p73"/>
              <p:cNvSpPr/>
              <p:nvPr/>
            </p:nvSpPr>
            <p:spPr>
              <a:xfrm>
                <a:off x="2841275" y="2000425"/>
                <a:ext cx="308975" cy="1480675"/>
              </a:xfrm>
              <a:custGeom>
                <a:avLst/>
                <a:gdLst/>
                <a:ahLst/>
                <a:cxnLst/>
                <a:rect l="l" t="t" r="r" b="b"/>
                <a:pathLst>
                  <a:path w="12359" h="59227" extrusionOk="0">
                    <a:moveTo>
                      <a:pt x="10734" y="1963"/>
                    </a:moveTo>
                    <a:lnTo>
                      <a:pt x="6755" y="48583"/>
                    </a:lnTo>
                    <a:lnTo>
                      <a:pt x="2331" y="57489"/>
                    </a:lnTo>
                    <a:lnTo>
                      <a:pt x="1560" y="57258"/>
                    </a:lnTo>
                    <a:lnTo>
                      <a:pt x="6571" y="3149"/>
                    </a:lnTo>
                    <a:lnTo>
                      <a:pt x="10734" y="1963"/>
                    </a:lnTo>
                    <a:close/>
                    <a:moveTo>
                      <a:pt x="12359" y="0"/>
                    </a:moveTo>
                    <a:lnTo>
                      <a:pt x="5219" y="2034"/>
                    </a:lnTo>
                    <a:lnTo>
                      <a:pt x="1" y="58313"/>
                    </a:lnTo>
                    <a:lnTo>
                      <a:pt x="3084" y="59227"/>
                    </a:lnTo>
                    <a:lnTo>
                      <a:pt x="8172" y="48974"/>
                    </a:lnTo>
                    <a:lnTo>
                      <a:pt x="12359" y="0"/>
                    </a:ln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" name="Google Shape;5648;p73"/>
              <p:cNvSpPr/>
              <p:nvPr/>
            </p:nvSpPr>
            <p:spPr>
              <a:xfrm>
                <a:off x="2870350" y="3436000"/>
                <a:ext cx="24325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973" h="3192" extrusionOk="0">
                    <a:moveTo>
                      <a:pt x="973" y="1"/>
                    </a:moveTo>
                    <a:lnTo>
                      <a:pt x="0" y="3191"/>
                    </a:lnTo>
                  </a:path>
                </a:pathLst>
              </a:custGeom>
              <a:solidFill>
                <a:srgbClr val="B39A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3" name="Google Shape;5649;p73"/>
              <p:cNvSpPr/>
              <p:nvPr/>
            </p:nvSpPr>
            <p:spPr>
              <a:xfrm>
                <a:off x="2852100" y="3429050"/>
                <a:ext cx="58875" cy="90450"/>
              </a:xfrm>
              <a:custGeom>
                <a:avLst/>
                <a:gdLst/>
                <a:ahLst/>
                <a:cxnLst/>
                <a:rect l="l" t="t" r="r" b="b"/>
                <a:pathLst>
                  <a:path w="2355" h="3618" extrusionOk="0">
                    <a:moveTo>
                      <a:pt x="967" y="0"/>
                    </a:moveTo>
                    <a:lnTo>
                      <a:pt x="1" y="3190"/>
                    </a:lnTo>
                    <a:lnTo>
                      <a:pt x="1382" y="3617"/>
                    </a:lnTo>
                    <a:lnTo>
                      <a:pt x="2355" y="421"/>
                    </a:lnTo>
                    <a:lnTo>
                      <a:pt x="967" y="0"/>
                    </a:ln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4" name="Google Shape;5650;p73"/>
              <p:cNvSpPr/>
              <p:nvPr/>
            </p:nvSpPr>
            <p:spPr>
              <a:xfrm>
                <a:off x="2997375" y="1406700"/>
                <a:ext cx="228325" cy="286425"/>
              </a:xfrm>
              <a:custGeom>
                <a:avLst/>
                <a:gdLst/>
                <a:ahLst/>
                <a:cxnLst/>
                <a:rect l="l" t="t" r="r" b="b"/>
                <a:pathLst>
                  <a:path w="9133" h="11457" extrusionOk="0">
                    <a:moveTo>
                      <a:pt x="2462" y="0"/>
                    </a:moveTo>
                    <a:lnTo>
                      <a:pt x="1" y="10140"/>
                    </a:lnTo>
                    <a:cubicBezTo>
                      <a:pt x="17" y="10140"/>
                      <a:pt x="34" y="10140"/>
                      <a:pt x="51" y="10140"/>
                    </a:cubicBezTo>
                    <a:cubicBezTo>
                      <a:pt x="1600" y="10140"/>
                      <a:pt x="5237" y="11457"/>
                      <a:pt x="5237" y="11457"/>
                    </a:cubicBezTo>
                    <a:lnTo>
                      <a:pt x="9133" y="2402"/>
                    </a:lnTo>
                    <a:lnTo>
                      <a:pt x="2462" y="0"/>
                    </a:lnTo>
                    <a:close/>
                  </a:path>
                </a:pathLst>
              </a:custGeom>
              <a:solidFill>
                <a:srgbClr val="FFBE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5" name="Google Shape;5651;p73"/>
              <p:cNvSpPr/>
              <p:nvPr/>
            </p:nvSpPr>
            <p:spPr>
              <a:xfrm>
                <a:off x="2978250" y="1388675"/>
                <a:ext cx="265850" cy="322550"/>
              </a:xfrm>
              <a:custGeom>
                <a:avLst/>
                <a:gdLst/>
                <a:ahLst/>
                <a:cxnLst/>
                <a:rect l="l" t="t" r="r" b="b"/>
                <a:pathLst>
                  <a:path w="10634" h="12902" extrusionOk="0">
                    <a:moveTo>
                      <a:pt x="3737" y="1682"/>
                    </a:moveTo>
                    <a:lnTo>
                      <a:pt x="8925" y="3550"/>
                    </a:lnTo>
                    <a:lnTo>
                      <a:pt x="5605" y="11270"/>
                    </a:lnTo>
                    <a:cubicBezTo>
                      <a:pt x="4668" y="10950"/>
                      <a:pt x="2960" y="10411"/>
                      <a:pt x="1661" y="10221"/>
                    </a:cubicBezTo>
                    <a:lnTo>
                      <a:pt x="3737" y="1682"/>
                    </a:lnTo>
                    <a:close/>
                    <a:moveTo>
                      <a:pt x="3230" y="1"/>
                    </a:moveTo>
                    <a:cubicBezTo>
                      <a:pt x="3109" y="1"/>
                      <a:pt x="2987" y="30"/>
                      <a:pt x="2877" y="87"/>
                    </a:cubicBezTo>
                    <a:cubicBezTo>
                      <a:pt x="2693" y="182"/>
                      <a:pt x="2563" y="354"/>
                      <a:pt x="2521" y="549"/>
                    </a:cubicBezTo>
                    <a:lnTo>
                      <a:pt x="60" y="10695"/>
                    </a:lnTo>
                    <a:cubicBezTo>
                      <a:pt x="1" y="10909"/>
                      <a:pt x="48" y="11140"/>
                      <a:pt x="191" y="11312"/>
                    </a:cubicBezTo>
                    <a:cubicBezTo>
                      <a:pt x="333" y="11490"/>
                      <a:pt x="547" y="11591"/>
                      <a:pt x="772" y="11591"/>
                    </a:cubicBezTo>
                    <a:cubicBezTo>
                      <a:pt x="806" y="11589"/>
                      <a:pt x="842" y="11588"/>
                      <a:pt x="879" y="11588"/>
                    </a:cubicBezTo>
                    <a:cubicBezTo>
                      <a:pt x="2100" y="11588"/>
                      <a:pt x="4786" y="12508"/>
                      <a:pt x="5759" y="12854"/>
                    </a:cubicBezTo>
                    <a:cubicBezTo>
                      <a:pt x="5836" y="12883"/>
                      <a:pt x="5919" y="12901"/>
                      <a:pt x="6002" y="12901"/>
                    </a:cubicBezTo>
                    <a:cubicBezTo>
                      <a:pt x="6292" y="12901"/>
                      <a:pt x="6553" y="12729"/>
                      <a:pt x="6672" y="12462"/>
                    </a:cubicBezTo>
                    <a:lnTo>
                      <a:pt x="10562" y="3408"/>
                    </a:lnTo>
                    <a:cubicBezTo>
                      <a:pt x="10633" y="3224"/>
                      <a:pt x="10633" y="3016"/>
                      <a:pt x="10562" y="2832"/>
                    </a:cubicBezTo>
                    <a:cubicBezTo>
                      <a:pt x="10479" y="2654"/>
                      <a:pt x="10331" y="2512"/>
                      <a:pt x="10141" y="2441"/>
                    </a:cubicBezTo>
                    <a:lnTo>
                      <a:pt x="3470" y="39"/>
                    </a:lnTo>
                    <a:cubicBezTo>
                      <a:pt x="3392" y="13"/>
                      <a:pt x="3311" y="1"/>
                      <a:pt x="3230" y="1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6" name="Google Shape;5652;p73"/>
              <p:cNvSpPr/>
              <p:nvPr/>
            </p:nvSpPr>
            <p:spPr>
              <a:xfrm>
                <a:off x="2747600" y="1626475"/>
                <a:ext cx="518275" cy="472175"/>
              </a:xfrm>
              <a:custGeom>
                <a:avLst/>
                <a:gdLst/>
                <a:ahLst/>
                <a:cxnLst/>
                <a:rect l="l" t="t" r="r" b="b"/>
                <a:pathLst>
                  <a:path w="20731" h="18887" extrusionOk="0">
                    <a:moveTo>
                      <a:pt x="10366" y="0"/>
                    </a:moveTo>
                    <a:cubicBezTo>
                      <a:pt x="7949" y="0"/>
                      <a:pt x="5533" y="922"/>
                      <a:pt x="3689" y="2766"/>
                    </a:cubicBezTo>
                    <a:cubicBezTo>
                      <a:pt x="0" y="6455"/>
                      <a:pt x="0" y="12432"/>
                      <a:pt x="3689" y="16120"/>
                    </a:cubicBezTo>
                    <a:cubicBezTo>
                      <a:pt x="5533" y="17964"/>
                      <a:pt x="7949" y="18887"/>
                      <a:pt x="10366" y="18887"/>
                    </a:cubicBezTo>
                    <a:cubicBezTo>
                      <a:pt x="12782" y="18887"/>
                      <a:pt x="15198" y="17964"/>
                      <a:pt x="17042" y="16120"/>
                    </a:cubicBezTo>
                    <a:cubicBezTo>
                      <a:pt x="20731" y="12432"/>
                      <a:pt x="20731" y="6455"/>
                      <a:pt x="17042" y="2766"/>
                    </a:cubicBezTo>
                    <a:cubicBezTo>
                      <a:pt x="15198" y="922"/>
                      <a:pt x="12782" y="0"/>
                      <a:pt x="10366" y="0"/>
                    </a:cubicBezTo>
                    <a:close/>
                  </a:path>
                </a:pathLst>
              </a:custGeom>
              <a:solidFill>
                <a:srgbClr val="F78A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7" name="Google Shape;5653;p73"/>
              <p:cNvSpPr/>
              <p:nvPr/>
            </p:nvSpPr>
            <p:spPr>
              <a:xfrm>
                <a:off x="2718825" y="1608400"/>
                <a:ext cx="575975" cy="508425"/>
              </a:xfrm>
              <a:custGeom>
                <a:avLst/>
                <a:gdLst/>
                <a:ahLst/>
                <a:cxnLst/>
                <a:rect l="l" t="t" r="r" b="b"/>
                <a:pathLst>
                  <a:path w="23039" h="20337" extrusionOk="0">
                    <a:moveTo>
                      <a:pt x="11505" y="1450"/>
                    </a:moveTo>
                    <a:cubicBezTo>
                      <a:pt x="11961" y="1450"/>
                      <a:pt x="12418" y="1485"/>
                      <a:pt x="12868" y="1556"/>
                    </a:cubicBezTo>
                    <a:cubicBezTo>
                      <a:pt x="17494" y="2274"/>
                      <a:pt x="20725" y="6520"/>
                      <a:pt x="20186" y="11169"/>
                    </a:cubicBezTo>
                    <a:cubicBezTo>
                      <a:pt x="19672" y="15593"/>
                      <a:pt x="15920" y="18873"/>
                      <a:pt x="11536" y="18873"/>
                    </a:cubicBezTo>
                    <a:cubicBezTo>
                      <a:pt x="11314" y="18873"/>
                      <a:pt x="11090" y="18865"/>
                      <a:pt x="10864" y="18848"/>
                    </a:cubicBezTo>
                    <a:cubicBezTo>
                      <a:pt x="6198" y="18498"/>
                      <a:pt x="2646" y="14525"/>
                      <a:pt x="2818" y="9846"/>
                    </a:cubicBezTo>
                    <a:cubicBezTo>
                      <a:pt x="2984" y="5174"/>
                      <a:pt x="6820" y="1462"/>
                      <a:pt x="11505" y="1450"/>
                    </a:cubicBezTo>
                    <a:close/>
                    <a:moveTo>
                      <a:pt x="11513" y="1"/>
                    </a:moveTo>
                    <a:cubicBezTo>
                      <a:pt x="9435" y="1"/>
                      <a:pt x="7337" y="635"/>
                      <a:pt x="5527" y="1954"/>
                    </a:cubicBezTo>
                    <a:cubicBezTo>
                      <a:pt x="1003" y="5251"/>
                      <a:pt x="1" y="11625"/>
                      <a:pt x="3304" y="16155"/>
                    </a:cubicBezTo>
                    <a:cubicBezTo>
                      <a:pt x="4887" y="18344"/>
                      <a:pt x="7277" y="19802"/>
                      <a:pt x="9945" y="20211"/>
                    </a:cubicBezTo>
                    <a:cubicBezTo>
                      <a:pt x="10443" y="20290"/>
                      <a:pt x="10947" y="20336"/>
                      <a:pt x="11450" y="20336"/>
                    </a:cubicBezTo>
                    <a:cubicBezTo>
                      <a:pt x="11480" y="20336"/>
                      <a:pt x="11510" y="20336"/>
                      <a:pt x="11540" y="20336"/>
                    </a:cubicBezTo>
                    <a:cubicBezTo>
                      <a:pt x="13687" y="20336"/>
                      <a:pt x="15774" y="19654"/>
                      <a:pt x="17506" y="18391"/>
                    </a:cubicBezTo>
                    <a:cubicBezTo>
                      <a:pt x="22036" y="15082"/>
                      <a:pt x="23038" y="8708"/>
                      <a:pt x="19741" y="4177"/>
                    </a:cubicBezTo>
                    <a:cubicBezTo>
                      <a:pt x="17747" y="1448"/>
                      <a:pt x="14652" y="1"/>
                      <a:pt x="11513" y="1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8" name="Google Shape;5654;p73"/>
              <p:cNvSpPr/>
              <p:nvPr/>
            </p:nvSpPr>
            <p:spPr>
              <a:xfrm>
                <a:off x="2820975" y="1693325"/>
                <a:ext cx="371375" cy="338475"/>
              </a:xfrm>
              <a:custGeom>
                <a:avLst/>
                <a:gdLst/>
                <a:ahLst/>
                <a:cxnLst/>
                <a:rect l="l" t="t" r="r" b="b"/>
                <a:pathLst>
                  <a:path w="14855" h="13539" extrusionOk="0">
                    <a:moveTo>
                      <a:pt x="7428" y="1"/>
                    </a:moveTo>
                    <a:cubicBezTo>
                      <a:pt x="5696" y="1"/>
                      <a:pt x="3965" y="662"/>
                      <a:pt x="2645" y="1984"/>
                    </a:cubicBezTo>
                    <a:cubicBezTo>
                      <a:pt x="0" y="4629"/>
                      <a:pt x="0" y="8910"/>
                      <a:pt x="2645" y="11555"/>
                    </a:cubicBezTo>
                    <a:cubicBezTo>
                      <a:pt x="3965" y="12877"/>
                      <a:pt x="5696" y="13538"/>
                      <a:pt x="7428" y="13538"/>
                    </a:cubicBezTo>
                    <a:cubicBezTo>
                      <a:pt x="9161" y="13538"/>
                      <a:pt x="10893" y="12877"/>
                      <a:pt x="12216" y="11555"/>
                    </a:cubicBezTo>
                    <a:cubicBezTo>
                      <a:pt x="14855" y="8910"/>
                      <a:pt x="14855" y="4629"/>
                      <a:pt x="12216" y="1984"/>
                    </a:cubicBezTo>
                    <a:cubicBezTo>
                      <a:pt x="10893" y="662"/>
                      <a:pt x="9161" y="1"/>
                      <a:pt x="7428" y="1"/>
                    </a:cubicBezTo>
                    <a:close/>
                  </a:path>
                </a:pathLst>
              </a:custGeom>
              <a:solidFill>
                <a:srgbClr val="F78A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9" name="Google Shape;5655;p73"/>
              <p:cNvSpPr/>
              <p:nvPr/>
            </p:nvSpPr>
            <p:spPr>
              <a:xfrm>
                <a:off x="2810775" y="1675250"/>
                <a:ext cx="395075" cy="374700"/>
              </a:xfrm>
              <a:custGeom>
                <a:avLst/>
                <a:gdLst/>
                <a:ahLst/>
                <a:cxnLst/>
                <a:rect l="l" t="t" r="r" b="b"/>
                <a:pathLst>
                  <a:path w="15803" h="14988" extrusionOk="0">
                    <a:moveTo>
                      <a:pt x="7923" y="1455"/>
                    </a:moveTo>
                    <a:cubicBezTo>
                      <a:pt x="8211" y="1455"/>
                      <a:pt x="8498" y="1479"/>
                      <a:pt x="8781" y="1527"/>
                    </a:cubicBezTo>
                    <a:cubicBezTo>
                      <a:pt x="11989" y="2031"/>
                      <a:pt x="14225" y="4984"/>
                      <a:pt x="13845" y="8204"/>
                    </a:cubicBezTo>
                    <a:cubicBezTo>
                      <a:pt x="13485" y="11269"/>
                      <a:pt x="10886" y="13542"/>
                      <a:pt x="7851" y="13542"/>
                    </a:cubicBezTo>
                    <a:cubicBezTo>
                      <a:pt x="7692" y="13542"/>
                      <a:pt x="7531" y="13536"/>
                      <a:pt x="7370" y="13523"/>
                    </a:cubicBezTo>
                    <a:cubicBezTo>
                      <a:pt x="4132" y="13274"/>
                      <a:pt x="1672" y="10517"/>
                      <a:pt x="1796" y="7273"/>
                    </a:cubicBezTo>
                    <a:cubicBezTo>
                      <a:pt x="1915" y="4029"/>
                      <a:pt x="4577" y="1462"/>
                      <a:pt x="7827" y="1456"/>
                    </a:cubicBezTo>
                    <a:cubicBezTo>
                      <a:pt x="7859" y="1455"/>
                      <a:pt x="7891" y="1455"/>
                      <a:pt x="7923" y="1455"/>
                    </a:cubicBezTo>
                    <a:close/>
                    <a:moveTo>
                      <a:pt x="7798" y="1"/>
                    </a:moveTo>
                    <a:cubicBezTo>
                      <a:pt x="3958" y="1"/>
                      <a:pt x="644" y="2957"/>
                      <a:pt x="337" y="6917"/>
                    </a:cubicBezTo>
                    <a:cubicBezTo>
                      <a:pt x="1" y="11270"/>
                      <a:pt x="3441" y="14988"/>
                      <a:pt x="7804" y="14988"/>
                    </a:cubicBezTo>
                    <a:cubicBezTo>
                      <a:pt x="7822" y="14988"/>
                      <a:pt x="7839" y="14988"/>
                      <a:pt x="7856" y="14988"/>
                    </a:cubicBezTo>
                    <a:cubicBezTo>
                      <a:pt x="10673" y="14988"/>
                      <a:pt x="13252" y="13404"/>
                      <a:pt x="14527" y="10890"/>
                    </a:cubicBezTo>
                    <a:cubicBezTo>
                      <a:pt x="15802" y="8376"/>
                      <a:pt x="15559" y="5358"/>
                      <a:pt x="13899" y="3087"/>
                    </a:cubicBezTo>
                    <a:cubicBezTo>
                      <a:pt x="12731" y="1474"/>
                      <a:pt x="10969" y="394"/>
                      <a:pt x="9007" y="98"/>
                    </a:cubicBezTo>
                    <a:cubicBezTo>
                      <a:pt x="8600" y="32"/>
                      <a:pt x="8196" y="1"/>
                      <a:pt x="7798" y="1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0" name="Google Shape;5656;p73"/>
              <p:cNvSpPr/>
              <p:nvPr/>
            </p:nvSpPr>
            <p:spPr>
              <a:xfrm>
                <a:off x="2979900" y="1826825"/>
                <a:ext cx="118325" cy="145500"/>
              </a:xfrm>
              <a:custGeom>
                <a:avLst/>
                <a:gdLst/>
                <a:ahLst/>
                <a:cxnLst/>
                <a:rect l="l" t="t" r="r" b="b"/>
                <a:pathLst>
                  <a:path w="4733" h="5820" extrusionOk="0">
                    <a:moveTo>
                      <a:pt x="4471" y="0"/>
                    </a:moveTo>
                    <a:cubicBezTo>
                      <a:pt x="4353" y="0"/>
                      <a:pt x="4246" y="54"/>
                      <a:pt x="4240" y="119"/>
                    </a:cubicBezTo>
                    <a:cubicBezTo>
                      <a:pt x="4175" y="700"/>
                      <a:pt x="4021" y="1275"/>
                      <a:pt x="3795" y="1815"/>
                    </a:cubicBezTo>
                    <a:cubicBezTo>
                      <a:pt x="3582" y="2354"/>
                      <a:pt x="3279" y="2858"/>
                      <a:pt x="2906" y="3303"/>
                    </a:cubicBezTo>
                    <a:cubicBezTo>
                      <a:pt x="2556" y="3772"/>
                      <a:pt x="2135" y="4181"/>
                      <a:pt x="1655" y="4507"/>
                    </a:cubicBezTo>
                    <a:cubicBezTo>
                      <a:pt x="1180" y="4851"/>
                      <a:pt x="664" y="5124"/>
                      <a:pt x="113" y="5319"/>
                    </a:cubicBezTo>
                    <a:cubicBezTo>
                      <a:pt x="42" y="5343"/>
                      <a:pt x="0" y="5450"/>
                      <a:pt x="30" y="5586"/>
                    </a:cubicBezTo>
                    <a:cubicBezTo>
                      <a:pt x="57" y="5718"/>
                      <a:pt x="136" y="5819"/>
                      <a:pt x="218" y="5819"/>
                    </a:cubicBezTo>
                    <a:cubicBezTo>
                      <a:pt x="224" y="5819"/>
                      <a:pt x="231" y="5819"/>
                      <a:pt x="237" y="5817"/>
                    </a:cubicBezTo>
                    <a:cubicBezTo>
                      <a:pt x="890" y="5717"/>
                      <a:pt x="1512" y="5479"/>
                      <a:pt x="2070" y="5124"/>
                    </a:cubicBezTo>
                    <a:cubicBezTo>
                      <a:pt x="3202" y="4418"/>
                      <a:pt x="4050" y="3333"/>
                      <a:pt x="4453" y="2064"/>
                    </a:cubicBezTo>
                    <a:cubicBezTo>
                      <a:pt x="4661" y="1435"/>
                      <a:pt x="4732" y="771"/>
                      <a:pt x="4673" y="119"/>
                    </a:cubicBezTo>
                    <a:cubicBezTo>
                      <a:pt x="4661" y="54"/>
                      <a:pt x="4590" y="0"/>
                      <a:pt x="4471" y="0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1" name="Google Shape;5657;p73"/>
              <p:cNvSpPr/>
              <p:nvPr/>
            </p:nvSpPr>
            <p:spPr>
              <a:xfrm>
                <a:off x="2920000" y="1816375"/>
                <a:ext cx="98900" cy="74075"/>
              </a:xfrm>
              <a:custGeom>
                <a:avLst/>
                <a:gdLst/>
                <a:ahLst/>
                <a:cxnLst/>
                <a:rect l="l" t="t" r="r" b="b"/>
                <a:pathLst>
                  <a:path w="3956" h="2963" extrusionOk="0">
                    <a:moveTo>
                      <a:pt x="3619" y="1"/>
                    </a:moveTo>
                    <a:cubicBezTo>
                      <a:pt x="3578" y="1"/>
                      <a:pt x="3549" y="10"/>
                      <a:pt x="3541" y="27"/>
                    </a:cubicBezTo>
                    <a:cubicBezTo>
                      <a:pt x="3333" y="389"/>
                      <a:pt x="3143" y="744"/>
                      <a:pt x="2936" y="1071"/>
                    </a:cubicBezTo>
                    <a:cubicBezTo>
                      <a:pt x="2764" y="1391"/>
                      <a:pt x="2521" y="1664"/>
                      <a:pt x="2236" y="1889"/>
                    </a:cubicBezTo>
                    <a:cubicBezTo>
                      <a:pt x="1975" y="2091"/>
                      <a:pt x="1661" y="2209"/>
                      <a:pt x="1329" y="2221"/>
                    </a:cubicBezTo>
                    <a:cubicBezTo>
                      <a:pt x="1289" y="2224"/>
                      <a:pt x="1250" y="2225"/>
                      <a:pt x="1211" y="2225"/>
                    </a:cubicBezTo>
                    <a:cubicBezTo>
                      <a:pt x="927" y="2225"/>
                      <a:pt x="654" y="2147"/>
                      <a:pt x="445" y="1954"/>
                    </a:cubicBezTo>
                    <a:cubicBezTo>
                      <a:pt x="438" y="1949"/>
                      <a:pt x="428" y="1946"/>
                      <a:pt x="414" y="1946"/>
                    </a:cubicBezTo>
                    <a:cubicBezTo>
                      <a:pt x="368" y="1946"/>
                      <a:pt x="287" y="1975"/>
                      <a:pt x="196" y="2025"/>
                    </a:cubicBezTo>
                    <a:cubicBezTo>
                      <a:pt x="78" y="2096"/>
                      <a:pt x="1" y="2197"/>
                      <a:pt x="42" y="2262"/>
                    </a:cubicBezTo>
                    <a:cubicBezTo>
                      <a:pt x="297" y="2719"/>
                      <a:pt x="849" y="2956"/>
                      <a:pt x="1335" y="2962"/>
                    </a:cubicBezTo>
                    <a:cubicBezTo>
                      <a:pt x="1344" y="2962"/>
                      <a:pt x="1353" y="2962"/>
                      <a:pt x="1363" y="2962"/>
                    </a:cubicBezTo>
                    <a:cubicBezTo>
                      <a:pt x="1857" y="2962"/>
                      <a:pt x="2338" y="2808"/>
                      <a:pt x="2728" y="2512"/>
                    </a:cubicBezTo>
                    <a:cubicBezTo>
                      <a:pt x="3078" y="2203"/>
                      <a:pt x="3363" y="1824"/>
                      <a:pt x="3558" y="1403"/>
                    </a:cubicBezTo>
                    <a:cubicBezTo>
                      <a:pt x="3736" y="1011"/>
                      <a:pt x="3861" y="596"/>
                      <a:pt x="3938" y="175"/>
                    </a:cubicBezTo>
                    <a:cubicBezTo>
                      <a:pt x="3956" y="140"/>
                      <a:pt x="3885" y="80"/>
                      <a:pt x="3778" y="33"/>
                    </a:cubicBezTo>
                    <a:cubicBezTo>
                      <a:pt x="3719" y="11"/>
                      <a:pt x="3662" y="1"/>
                      <a:pt x="3619" y="1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2" name="Google Shape;5658;p73"/>
              <p:cNvSpPr/>
              <p:nvPr/>
            </p:nvSpPr>
            <p:spPr>
              <a:xfrm>
                <a:off x="2539450" y="2174800"/>
                <a:ext cx="256050" cy="515100"/>
              </a:xfrm>
              <a:custGeom>
                <a:avLst/>
                <a:gdLst/>
                <a:ahLst/>
                <a:cxnLst/>
                <a:rect l="l" t="t" r="r" b="b"/>
                <a:pathLst>
                  <a:path w="10242" h="20604" extrusionOk="0">
                    <a:moveTo>
                      <a:pt x="10054" y="1"/>
                    </a:moveTo>
                    <a:cubicBezTo>
                      <a:pt x="9948" y="1"/>
                      <a:pt x="9835" y="120"/>
                      <a:pt x="9779" y="283"/>
                    </a:cubicBezTo>
                    <a:cubicBezTo>
                      <a:pt x="9228" y="2032"/>
                      <a:pt x="8463" y="3687"/>
                      <a:pt x="7621" y="5317"/>
                    </a:cubicBezTo>
                    <a:cubicBezTo>
                      <a:pt x="6773" y="6948"/>
                      <a:pt x="5806" y="8508"/>
                      <a:pt x="4869" y="10097"/>
                    </a:cubicBezTo>
                    <a:cubicBezTo>
                      <a:pt x="3938" y="11686"/>
                      <a:pt x="2978" y="13269"/>
                      <a:pt x="2136" y="14930"/>
                    </a:cubicBezTo>
                    <a:cubicBezTo>
                      <a:pt x="1288" y="16590"/>
                      <a:pt x="558" y="18316"/>
                      <a:pt x="66" y="20118"/>
                    </a:cubicBezTo>
                    <a:cubicBezTo>
                      <a:pt x="1" y="20343"/>
                      <a:pt x="31" y="20539"/>
                      <a:pt x="161" y="20593"/>
                    </a:cubicBezTo>
                    <a:cubicBezTo>
                      <a:pt x="180" y="20600"/>
                      <a:pt x="200" y="20604"/>
                      <a:pt x="221" y="20604"/>
                    </a:cubicBezTo>
                    <a:cubicBezTo>
                      <a:pt x="344" y="20604"/>
                      <a:pt x="482" y="20471"/>
                      <a:pt x="558" y="20272"/>
                    </a:cubicBezTo>
                    <a:cubicBezTo>
                      <a:pt x="1139" y="18541"/>
                      <a:pt x="1940" y="16904"/>
                      <a:pt x="2794" y="15279"/>
                    </a:cubicBezTo>
                    <a:cubicBezTo>
                      <a:pt x="3648" y="13655"/>
                      <a:pt x="4620" y="12101"/>
                      <a:pt x="5551" y="10506"/>
                    </a:cubicBezTo>
                    <a:cubicBezTo>
                      <a:pt x="6488" y="8911"/>
                      <a:pt x="7419" y="7304"/>
                      <a:pt x="8243" y="5638"/>
                    </a:cubicBezTo>
                    <a:cubicBezTo>
                      <a:pt x="9067" y="3965"/>
                      <a:pt x="9755" y="2216"/>
                      <a:pt x="10194" y="402"/>
                    </a:cubicBezTo>
                    <a:cubicBezTo>
                      <a:pt x="10242" y="218"/>
                      <a:pt x="10224" y="52"/>
                      <a:pt x="10105" y="10"/>
                    </a:cubicBezTo>
                    <a:cubicBezTo>
                      <a:pt x="10089" y="4"/>
                      <a:pt x="10072" y="1"/>
                      <a:pt x="10054" y="1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3" name="Google Shape;5659;p73"/>
              <p:cNvSpPr/>
              <p:nvPr/>
            </p:nvSpPr>
            <p:spPr>
              <a:xfrm>
                <a:off x="3035925" y="2178650"/>
                <a:ext cx="21225" cy="154700"/>
              </a:xfrm>
              <a:custGeom>
                <a:avLst/>
                <a:gdLst/>
                <a:ahLst/>
                <a:cxnLst/>
                <a:rect l="l" t="t" r="r" b="b"/>
                <a:pathLst>
                  <a:path w="849" h="6188" extrusionOk="0">
                    <a:moveTo>
                      <a:pt x="299" y="1"/>
                    </a:moveTo>
                    <a:cubicBezTo>
                      <a:pt x="284" y="1"/>
                      <a:pt x="267" y="2"/>
                      <a:pt x="250" y="5"/>
                    </a:cubicBezTo>
                    <a:cubicBezTo>
                      <a:pt x="131" y="16"/>
                      <a:pt x="36" y="70"/>
                      <a:pt x="36" y="123"/>
                    </a:cubicBezTo>
                    <a:cubicBezTo>
                      <a:pt x="18" y="627"/>
                      <a:pt x="1" y="1113"/>
                      <a:pt x="13" y="1612"/>
                    </a:cubicBezTo>
                    <a:cubicBezTo>
                      <a:pt x="30" y="2110"/>
                      <a:pt x="7" y="2602"/>
                      <a:pt x="18" y="3094"/>
                    </a:cubicBezTo>
                    <a:cubicBezTo>
                      <a:pt x="36" y="3580"/>
                      <a:pt x="36" y="4072"/>
                      <a:pt x="42" y="4571"/>
                    </a:cubicBezTo>
                    <a:cubicBezTo>
                      <a:pt x="48" y="5063"/>
                      <a:pt x="66" y="5555"/>
                      <a:pt x="90" y="6059"/>
                    </a:cubicBezTo>
                    <a:cubicBezTo>
                      <a:pt x="96" y="6118"/>
                      <a:pt x="190" y="6172"/>
                      <a:pt x="327" y="6183"/>
                    </a:cubicBezTo>
                    <a:cubicBezTo>
                      <a:pt x="346" y="6186"/>
                      <a:pt x="364" y="6187"/>
                      <a:pt x="382" y="6187"/>
                    </a:cubicBezTo>
                    <a:cubicBezTo>
                      <a:pt x="491" y="6187"/>
                      <a:pt x="584" y="6144"/>
                      <a:pt x="600" y="6089"/>
                    </a:cubicBezTo>
                    <a:cubicBezTo>
                      <a:pt x="689" y="5590"/>
                      <a:pt x="748" y="5092"/>
                      <a:pt x="783" y="4588"/>
                    </a:cubicBezTo>
                    <a:cubicBezTo>
                      <a:pt x="807" y="4090"/>
                      <a:pt x="849" y="3580"/>
                      <a:pt x="819" y="3076"/>
                    </a:cubicBezTo>
                    <a:cubicBezTo>
                      <a:pt x="789" y="2578"/>
                      <a:pt x="760" y="2074"/>
                      <a:pt x="718" y="1576"/>
                    </a:cubicBezTo>
                    <a:cubicBezTo>
                      <a:pt x="659" y="1072"/>
                      <a:pt x="576" y="574"/>
                      <a:pt x="463" y="88"/>
                    </a:cubicBezTo>
                    <a:cubicBezTo>
                      <a:pt x="453" y="42"/>
                      <a:pt x="391" y="1"/>
                      <a:pt x="299" y="1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4" name="Google Shape;5660;p73"/>
              <p:cNvSpPr/>
              <p:nvPr/>
            </p:nvSpPr>
            <p:spPr>
              <a:xfrm>
                <a:off x="3091075" y="1482450"/>
                <a:ext cx="70300" cy="127150"/>
              </a:xfrm>
              <a:custGeom>
                <a:avLst/>
                <a:gdLst/>
                <a:ahLst/>
                <a:cxnLst/>
                <a:rect l="l" t="t" r="r" b="b"/>
                <a:pathLst>
                  <a:path w="2812" h="5086" extrusionOk="0">
                    <a:moveTo>
                      <a:pt x="2485" y="0"/>
                    </a:moveTo>
                    <a:cubicBezTo>
                      <a:pt x="2461" y="0"/>
                      <a:pt x="2442" y="6"/>
                      <a:pt x="2432" y="18"/>
                    </a:cubicBezTo>
                    <a:cubicBezTo>
                      <a:pt x="2123" y="356"/>
                      <a:pt x="1851" y="724"/>
                      <a:pt x="1602" y="1109"/>
                    </a:cubicBezTo>
                    <a:cubicBezTo>
                      <a:pt x="1358" y="1501"/>
                      <a:pt x="1098" y="1886"/>
                      <a:pt x="914" y="2301"/>
                    </a:cubicBezTo>
                    <a:cubicBezTo>
                      <a:pt x="730" y="2716"/>
                      <a:pt x="540" y="3137"/>
                      <a:pt x="380" y="3558"/>
                    </a:cubicBezTo>
                    <a:cubicBezTo>
                      <a:pt x="226" y="3991"/>
                      <a:pt x="101" y="4430"/>
                      <a:pt x="18" y="4881"/>
                    </a:cubicBezTo>
                    <a:cubicBezTo>
                      <a:pt x="1" y="4940"/>
                      <a:pt x="78" y="5011"/>
                      <a:pt x="208" y="5059"/>
                    </a:cubicBezTo>
                    <a:cubicBezTo>
                      <a:pt x="268" y="5077"/>
                      <a:pt x="325" y="5086"/>
                      <a:pt x="373" y="5086"/>
                    </a:cubicBezTo>
                    <a:cubicBezTo>
                      <a:pt x="435" y="5086"/>
                      <a:pt x="482" y="5071"/>
                      <a:pt x="499" y="5041"/>
                    </a:cubicBezTo>
                    <a:lnTo>
                      <a:pt x="1068" y="3843"/>
                    </a:lnTo>
                    <a:cubicBezTo>
                      <a:pt x="1246" y="3434"/>
                      <a:pt x="1453" y="3060"/>
                      <a:pt x="1631" y="2651"/>
                    </a:cubicBezTo>
                    <a:cubicBezTo>
                      <a:pt x="1809" y="2242"/>
                      <a:pt x="2005" y="1851"/>
                      <a:pt x="2212" y="1459"/>
                    </a:cubicBezTo>
                    <a:lnTo>
                      <a:pt x="2788" y="255"/>
                    </a:lnTo>
                    <a:cubicBezTo>
                      <a:pt x="2811" y="214"/>
                      <a:pt x="2764" y="137"/>
                      <a:pt x="2669" y="72"/>
                    </a:cubicBezTo>
                    <a:cubicBezTo>
                      <a:pt x="2606" y="24"/>
                      <a:pt x="2535" y="0"/>
                      <a:pt x="2485" y="0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5" name="Google Shape;5661;p73"/>
              <p:cNvSpPr/>
              <p:nvPr/>
            </p:nvSpPr>
            <p:spPr>
              <a:xfrm>
                <a:off x="1062350" y="1199975"/>
                <a:ext cx="346175" cy="494625"/>
              </a:xfrm>
              <a:custGeom>
                <a:avLst/>
                <a:gdLst/>
                <a:ahLst/>
                <a:cxnLst/>
                <a:rect l="l" t="t" r="r" b="b"/>
                <a:pathLst>
                  <a:path w="13847" h="19785" extrusionOk="0">
                    <a:moveTo>
                      <a:pt x="10533" y="0"/>
                    </a:moveTo>
                    <a:cubicBezTo>
                      <a:pt x="9293" y="0"/>
                      <a:pt x="7608" y="376"/>
                      <a:pt x="5331" y="1468"/>
                    </a:cubicBezTo>
                    <a:cubicBezTo>
                      <a:pt x="511" y="3775"/>
                      <a:pt x="1" y="12770"/>
                      <a:pt x="2331" y="19785"/>
                    </a:cubicBezTo>
                    <a:cubicBezTo>
                      <a:pt x="2331" y="19785"/>
                      <a:pt x="4863" y="17680"/>
                      <a:pt x="8006" y="16180"/>
                    </a:cubicBezTo>
                    <a:cubicBezTo>
                      <a:pt x="8006" y="16180"/>
                      <a:pt x="5456" y="11904"/>
                      <a:pt x="7431" y="6502"/>
                    </a:cubicBezTo>
                    <a:cubicBezTo>
                      <a:pt x="8874" y="2537"/>
                      <a:pt x="11099" y="1553"/>
                      <a:pt x="12587" y="1553"/>
                    </a:cubicBezTo>
                    <a:cubicBezTo>
                      <a:pt x="13129" y="1553"/>
                      <a:pt x="13573" y="1683"/>
                      <a:pt x="13847" y="1847"/>
                    </a:cubicBezTo>
                    <a:cubicBezTo>
                      <a:pt x="13847" y="1847"/>
                      <a:pt x="13281" y="0"/>
                      <a:pt x="10533" y="0"/>
                    </a:cubicBezTo>
                    <a:close/>
                  </a:path>
                </a:pathLst>
              </a:custGeom>
              <a:solidFill>
                <a:srgbClr val="F78A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6" name="Google Shape;5662;p73"/>
              <p:cNvSpPr/>
              <p:nvPr/>
            </p:nvSpPr>
            <p:spPr>
              <a:xfrm>
                <a:off x="1042925" y="1181750"/>
                <a:ext cx="385025" cy="530950"/>
              </a:xfrm>
              <a:custGeom>
                <a:avLst/>
                <a:gdLst/>
                <a:ahLst/>
                <a:cxnLst/>
                <a:rect l="l" t="t" r="r" b="b"/>
                <a:pathLst>
                  <a:path w="15401" h="21238" extrusionOk="0">
                    <a:moveTo>
                      <a:pt x="11301" y="1452"/>
                    </a:moveTo>
                    <a:cubicBezTo>
                      <a:pt x="11817" y="1452"/>
                      <a:pt x="12228" y="1526"/>
                      <a:pt x="12554" y="1634"/>
                    </a:cubicBezTo>
                    <a:cubicBezTo>
                      <a:pt x="12329" y="1681"/>
                      <a:pt x="12103" y="1740"/>
                      <a:pt x="11890" y="1817"/>
                    </a:cubicBezTo>
                    <a:cubicBezTo>
                      <a:pt x="10591" y="2268"/>
                      <a:pt x="8783" y="3537"/>
                      <a:pt x="7526" y="6982"/>
                    </a:cubicBezTo>
                    <a:cubicBezTo>
                      <a:pt x="6369" y="10101"/>
                      <a:pt x="6476" y="13541"/>
                      <a:pt x="7810" y="16583"/>
                    </a:cubicBezTo>
                    <a:cubicBezTo>
                      <a:pt x="6298" y="17371"/>
                      <a:pt x="4857" y="18278"/>
                      <a:pt x="3493" y="19298"/>
                    </a:cubicBezTo>
                    <a:cubicBezTo>
                      <a:pt x="1614" y="12728"/>
                      <a:pt x="2290" y="4830"/>
                      <a:pt x="6429" y="2849"/>
                    </a:cubicBezTo>
                    <a:cubicBezTo>
                      <a:pt x="8636" y="1788"/>
                      <a:pt x="10204" y="1452"/>
                      <a:pt x="11301" y="1452"/>
                    </a:cubicBezTo>
                    <a:close/>
                    <a:moveTo>
                      <a:pt x="11312" y="1"/>
                    </a:moveTo>
                    <a:cubicBezTo>
                      <a:pt x="9782" y="1"/>
                      <a:pt x="7935" y="514"/>
                      <a:pt x="5794" y="1539"/>
                    </a:cubicBezTo>
                    <a:cubicBezTo>
                      <a:pt x="600" y="4023"/>
                      <a:pt x="1" y="13440"/>
                      <a:pt x="2414" y="20739"/>
                    </a:cubicBezTo>
                    <a:cubicBezTo>
                      <a:pt x="2491" y="20965"/>
                      <a:pt x="2675" y="21143"/>
                      <a:pt x="2906" y="21208"/>
                    </a:cubicBezTo>
                    <a:cubicBezTo>
                      <a:pt x="2972" y="21226"/>
                      <a:pt x="3037" y="21237"/>
                      <a:pt x="3108" y="21237"/>
                    </a:cubicBezTo>
                    <a:cubicBezTo>
                      <a:pt x="3274" y="21237"/>
                      <a:pt x="3440" y="21178"/>
                      <a:pt x="3570" y="21065"/>
                    </a:cubicBezTo>
                    <a:cubicBezTo>
                      <a:pt x="3594" y="21048"/>
                      <a:pt x="6073" y="19008"/>
                      <a:pt x="9103" y="17561"/>
                    </a:cubicBezTo>
                    <a:cubicBezTo>
                      <a:pt x="9281" y="17472"/>
                      <a:pt x="9417" y="17312"/>
                      <a:pt x="9482" y="17116"/>
                    </a:cubicBezTo>
                    <a:cubicBezTo>
                      <a:pt x="9536" y="16921"/>
                      <a:pt x="9512" y="16713"/>
                      <a:pt x="9405" y="16541"/>
                    </a:cubicBezTo>
                    <a:cubicBezTo>
                      <a:pt x="9382" y="16494"/>
                      <a:pt x="7063" y="12467"/>
                      <a:pt x="8889" y="7480"/>
                    </a:cubicBezTo>
                    <a:cubicBezTo>
                      <a:pt x="9945" y="4569"/>
                      <a:pt x="11368" y="3537"/>
                      <a:pt x="12370" y="3181"/>
                    </a:cubicBezTo>
                    <a:cubicBezTo>
                      <a:pt x="12730" y="3055"/>
                      <a:pt x="13068" y="3007"/>
                      <a:pt x="13360" y="3007"/>
                    </a:cubicBezTo>
                    <a:cubicBezTo>
                      <a:pt x="13766" y="3007"/>
                      <a:pt x="14082" y="3099"/>
                      <a:pt x="14244" y="3199"/>
                    </a:cubicBezTo>
                    <a:cubicBezTo>
                      <a:pt x="14360" y="3267"/>
                      <a:pt x="14488" y="3301"/>
                      <a:pt x="14616" y="3301"/>
                    </a:cubicBezTo>
                    <a:cubicBezTo>
                      <a:pt x="14777" y="3301"/>
                      <a:pt x="14936" y="3248"/>
                      <a:pt x="15068" y="3146"/>
                    </a:cubicBezTo>
                    <a:cubicBezTo>
                      <a:pt x="15306" y="2962"/>
                      <a:pt x="15400" y="2654"/>
                      <a:pt x="15311" y="2369"/>
                    </a:cubicBezTo>
                    <a:cubicBezTo>
                      <a:pt x="15276" y="2233"/>
                      <a:pt x="14879" y="1053"/>
                      <a:pt x="13402" y="400"/>
                    </a:cubicBezTo>
                    <a:cubicBezTo>
                      <a:pt x="12790" y="134"/>
                      <a:pt x="12092" y="1"/>
                      <a:pt x="11312" y="1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7" name="Google Shape;5663;p73"/>
              <p:cNvSpPr/>
              <p:nvPr/>
            </p:nvSpPr>
            <p:spPr>
              <a:xfrm>
                <a:off x="1195625" y="1181125"/>
                <a:ext cx="612875" cy="325650"/>
              </a:xfrm>
              <a:custGeom>
                <a:avLst/>
                <a:gdLst/>
                <a:ahLst/>
                <a:cxnLst/>
                <a:rect l="l" t="t" r="r" b="b"/>
                <a:pathLst>
                  <a:path w="24515" h="13026" extrusionOk="0">
                    <a:moveTo>
                      <a:pt x="8285" y="1"/>
                    </a:moveTo>
                    <a:cubicBezTo>
                      <a:pt x="5463" y="1"/>
                      <a:pt x="2642" y="790"/>
                      <a:pt x="0" y="2222"/>
                    </a:cubicBezTo>
                    <a:cubicBezTo>
                      <a:pt x="0" y="2222"/>
                      <a:pt x="1643" y="1478"/>
                      <a:pt x="3930" y="1478"/>
                    </a:cubicBezTo>
                    <a:cubicBezTo>
                      <a:pt x="6064" y="1478"/>
                      <a:pt x="8758" y="2125"/>
                      <a:pt x="11202" y="4629"/>
                    </a:cubicBezTo>
                    <a:cubicBezTo>
                      <a:pt x="16260" y="9818"/>
                      <a:pt x="16189" y="13026"/>
                      <a:pt x="16189" y="13026"/>
                    </a:cubicBezTo>
                    <a:lnTo>
                      <a:pt x="24514" y="12184"/>
                    </a:lnTo>
                    <a:cubicBezTo>
                      <a:pt x="24289" y="12071"/>
                      <a:pt x="21294" y="5359"/>
                      <a:pt x="16112" y="2222"/>
                    </a:cubicBezTo>
                    <a:cubicBezTo>
                      <a:pt x="13601" y="701"/>
                      <a:pt x="10942" y="1"/>
                      <a:pt x="8285" y="1"/>
                    </a:cubicBezTo>
                    <a:close/>
                  </a:path>
                </a:pathLst>
              </a:custGeom>
              <a:solidFill>
                <a:srgbClr val="F78A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8" name="Google Shape;5664;p73"/>
              <p:cNvSpPr/>
              <p:nvPr/>
            </p:nvSpPr>
            <p:spPr>
              <a:xfrm>
                <a:off x="1175025" y="1162725"/>
                <a:ext cx="652150" cy="362300"/>
              </a:xfrm>
              <a:custGeom>
                <a:avLst/>
                <a:gdLst/>
                <a:ahLst/>
                <a:cxnLst/>
                <a:rect l="l" t="t" r="r" b="b"/>
                <a:pathLst>
                  <a:path w="26086" h="14492" extrusionOk="0">
                    <a:moveTo>
                      <a:pt x="9100" y="1457"/>
                    </a:moveTo>
                    <a:cubicBezTo>
                      <a:pt x="11700" y="1457"/>
                      <a:pt x="14229" y="2162"/>
                      <a:pt x="16562" y="3575"/>
                    </a:cubicBezTo>
                    <a:cubicBezTo>
                      <a:pt x="20416" y="5905"/>
                      <a:pt x="23073" y="10412"/>
                      <a:pt x="24134" y="12309"/>
                    </a:cubicBezTo>
                    <a:lnTo>
                      <a:pt x="17635" y="12973"/>
                    </a:lnTo>
                    <a:cubicBezTo>
                      <a:pt x="17369" y="11645"/>
                      <a:pt x="16355" y="8751"/>
                      <a:pt x="12542" y="4855"/>
                    </a:cubicBezTo>
                    <a:cubicBezTo>
                      <a:pt x="10609" y="2881"/>
                      <a:pt x="8515" y="1991"/>
                      <a:pt x="6636" y="1665"/>
                    </a:cubicBezTo>
                    <a:cubicBezTo>
                      <a:pt x="7461" y="1526"/>
                      <a:pt x="8284" y="1457"/>
                      <a:pt x="9100" y="1457"/>
                    </a:cubicBezTo>
                    <a:close/>
                    <a:moveTo>
                      <a:pt x="9104" y="0"/>
                    </a:moveTo>
                    <a:cubicBezTo>
                      <a:pt x="6257" y="0"/>
                      <a:pt x="3336" y="773"/>
                      <a:pt x="481" y="2318"/>
                    </a:cubicBezTo>
                    <a:cubicBezTo>
                      <a:pt x="137" y="2501"/>
                      <a:pt x="0" y="2928"/>
                      <a:pt x="178" y="3278"/>
                    </a:cubicBezTo>
                    <a:cubicBezTo>
                      <a:pt x="303" y="3533"/>
                      <a:pt x="560" y="3681"/>
                      <a:pt x="828" y="3681"/>
                    </a:cubicBezTo>
                    <a:cubicBezTo>
                      <a:pt x="928" y="3681"/>
                      <a:pt x="1030" y="3660"/>
                      <a:pt x="1127" y="3616"/>
                    </a:cubicBezTo>
                    <a:cubicBezTo>
                      <a:pt x="1154" y="3601"/>
                      <a:pt x="2653" y="2918"/>
                      <a:pt x="4744" y="2918"/>
                    </a:cubicBezTo>
                    <a:cubicBezTo>
                      <a:pt x="6716" y="2918"/>
                      <a:pt x="9214" y="3525"/>
                      <a:pt x="11504" y="5869"/>
                    </a:cubicBezTo>
                    <a:cubicBezTo>
                      <a:pt x="16224" y="10702"/>
                      <a:pt x="16283" y="13726"/>
                      <a:pt x="16283" y="13750"/>
                    </a:cubicBezTo>
                    <a:cubicBezTo>
                      <a:pt x="16283" y="14153"/>
                      <a:pt x="16604" y="14485"/>
                      <a:pt x="17013" y="14491"/>
                    </a:cubicBezTo>
                    <a:lnTo>
                      <a:pt x="17084" y="14491"/>
                    </a:lnTo>
                    <a:lnTo>
                      <a:pt x="25403" y="13637"/>
                    </a:lnTo>
                    <a:cubicBezTo>
                      <a:pt x="25724" y="13608"/>
                      <a:pt x="25990" y="13365"/>
                      <a:pt x="26050" y="13044"/>
                    </a:cubicBezTo>
                    <a:cubicBezTo>
                      <a:pt x="26085" y="12819"/>
                      <a:pt x="26020" y="12594"/>
                      <a:pt x="25872" y="12422"/>
                    </a:cubicBezTo>
                    <a:cubicBezTo>
                      <a:pt x="25813" y="12339"/>
                      <a:pt x="25724" y="12173"/>
                      <a:pt x="25593" y="11942"/>
                    </a:cubicBezTo>
                    <a:cubicBezTo>
                      <a:pt x="24638" y="10228"/>
                      <a:pt x="21739" y="5016"/>
                      <a:pt x="17315" y="2335"/>
                    </a:cubicBezTo>
                    <a:cubicBezTo>
                      <a:pt x="14746" y="779"/>
                      <a:pt x="11962" y="0"/>
                      <a:pt x="9104" y="0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9" name="Google Shape;5665;p73"/>
              <p:cNvSpPr/>
              <p:nvPr/>
            </p:nvSpPr>
            <p:spPr>
              <a:xfrm>
                <a:off x="222100" y="1561950"/>
                <a:ext cx="898525" cy="2446225"/>
              </a:xfrm>
              <a:custGeom>
                <a:avLst/>
                <a:gdLst/>
                <a:ahLst/>
                <a:cxnLst/>
                <a:rect l="l" t="t" r="r" b="b"/>
                <a:pathLst>
                  <a:path w="35941" h="97849" extrusionOk="0">
                    <a:moveTo>
                      <a:pt x="25099" y="1"/>
                    </a:moveTo>
                    <a:cubicBezTo>
                      <a:pt x="22353" y="1"/>
                      <a:pt x="19978" y="1535"/>
                      <a:pt x="15993" y="4310"/>
                    </a:cubicBezTo>
                    <a:cubicBezTo>
                      <a:pt x="10722" y="7980"/>
                      <a:pt x="7425" y="10186"/>
                      <a:pt x="8990" y="17859"/>
                    </a:cubicBezTo>
                    <a:cubicBezTo>
                      <a:pt x="10550" y="25532"/>
                      <a:pt x="13930" y="34919"/>
                      <a:pt x="10224" y="44650"/>
                    </a:cubicBezTo>
                    <a:cubicBezTo>
                      <a:pt x="6517" y="54375"/>
                      <a:pt x="4306" y="56877"/>
                      <a:pt x="2153" y="67906"/>
                    </a:cubicBezTo>
                    <a:cubicBezTo>
                      <a:pt x="1" y="78936"/>
                      <a:pt x="2408" y="87421"/>
                      <a:pt x="8000" y="93523"/>
                    </a:cubicBezTo>
                    <a:cubicBezTo>
                      <a:pt x="11289" y="97109"/>
                      <a:pt x="15523" y="97848"/>
                      <a:pt x="18455" y="97848"/>
                    </a:cubicBezTo>
                    <a:cubicBezTo>
                      <a:pt x="20512" y="97848"/>
                      <a:pt x="21929" y="97484"/>
                      <a:pt x="21929" y="97484"/>
                    </a:cubicBezTo>
                    <a:lnTo>
                      <a:pt x="16657" y="84866"/>
                    </a:lnTo>
                    <a:cubicBezTo>
                      <a:pt x="16657" y="84866"/>
                      <a:pt x="11961" y="83549"/>
                      <a:pt x="11961" y="72834"/>
                    </a:cubicBezTo>
                    <a:cubicBezTo>
                      <a:pt x="11961" y="66596"/>
                      <a:pt x="13390" y="61751"/>
                      <a:pt x="15199" y="57340"/>
                    </a:cubicBezTo>
                    <a:cubicBezTo>
                      <a:pt x="16479" y="54155"/>
                      <a:pt x="17956" y="51208"/>
                      <a:pt x="19225" y="48107"/>
                    </a:cubicBezTo>
                    <a:cubicBezTo>
                      <a:pt x="22255" y="40695"/>
                      <a:pt x="20002" y="25544"/>
                      <a:pt x="23815" y="19033"/>
                    </a:cubicBezTo>
                    <a:cubicBezTo>
                      <a:pt x="27621" y="12517"/>
                      <a:pt x="32395" y="6830"/>
                      <a:pt x="35941" y="5306"/>
                    </a:cubicBezTo>
                    <a:cubicBezTo>
                      <a:pt x="35941" y="5306"/>
                      <a:pt x="32537" y="2062"/>
                      <a:pt x="28179" y="574"/>
                    </a:cubicBezTo>
                    <a:cubicBezTo>
                      <a:pt x="28102" y="538"/>
                      <a:pt x="28019" y="515"/>
                      <a:pt x="27942" y="491"/>
                    </a:cubicBezTo>
                    <a:cubicBezTo>
                      <a:pt x="26911" y="161"/>
                      <a:pt x="25986" y="1"/>
                      <a:pt x="25099" y="1"/>
                    </a:cubicBezTo>
                    <a:close/>
                  </a:path>
                </a:pathLst>
              </a:custGeom>
              <a:solidFill>
                <a:srgbClr val="F78A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0" name="Google Shape;5666;p73"/>
              <p:cNvSpPr/>
              <p:nvPr/>
            </p:nvSpPr>
            <p:spPr>
              <a:xfrm>
                <a:off x="205650" y="1543975"/>
                <a:ext cx="933825" cy="2482525"/>
              </a:xfrm>
              <a:custGeom>
                <a:avLst/>
                <a:gdLst/>
                <a:ahLst/>
                <a:cxnLst/>
                <a:rect l="l" t="t" r="r" b="b"/>
                <a:pathLst>
                  <a:path w="37353" h="99301" extrusionOk="0">
                    <a:moveTo>
                      <a:pt x="25813" y="1465"/>
                    </a:moveTo>
                    <a:cubicBezTo>
                      <a:pt x="26690" y="1471"/>
                      <a:pt x="27562" y="1625"/>
                      <a:pt x="28392" y="1910"/>
                    </a:cubicBezTo>
                    <a:cubicBezTo>
                      <a:pt x="28463" y="1928"/>
                      <a:pt x="28529" y="1945"/>
                      <a:pt x="28600" y="1975"/>
                    </a:cubicBezTo>
                    <a:cubicBezTo>
                      <a:pt x="31559" y="2989"/>
                      <a:pt x="34085" y="4857"/>
                      <a:pt x="35312" y="5865"/>
                    </a:cubicBezTo>
                    <a:cubicBezTo>
                      <a:pt x="31333" y="8195"/>
                      <a:pt x="26856" y="14226"/>
                      <a:pt x="23850" y="19385"/>
                    </a:cubicBezTo>
                    <a:cubicBezTo>
                      <a:pt x="21727" y="23020"/>
                      <a:pt x="21407" y="29127"/>
                      <a:pt x="21104" y="35033"/>
                    </a:cubicBezTo>
                    <a:cubicBezTo>
                      <a:pt x="20844" y="40038"/>
                      <a:pt x="20577" y="45209"/>
                      <a:pt x="19213" y="48553"/>
                    </a:cubicBezTo>
                    <a:cubicBezTo>
                      <a:pt x="18608" y="50036"/>
                      <a:pt x="17932" y="51518"/>
                      <a:pt x="17286" y="52959"/>
                    </a:cubicBezTo>
                    <a:cubicBezTo>
                      <a:pt x="16586" y="54513"/>
                      <a:pt x="15851" y="56120"/>
                      <a:pt x="15181" y="57780"/>
                    </a:cubicBezTo>
                    <a:cubicBezTo>
                      <a:pt x="13556" y="61771"/>
                      <a:pt x="11890" y="66764"/>
                      <a:pt x="11890" y="73553"/>
                    </a:cubicBezTo>
                    <a:cubicBezTo>
                      <a:pt x="11890" y="83100"/>
                      <a:pt x="15578" y="85585"/>
                      <a:pt x="16764" y="86142"/>
                    </a:cubicBezTo>
                    <a:lnTo>
                      <a:pt x="21573" y="97652"/>
                    </a:lnTo>
                    <a:cubicBezTo>
                      <a:pt x="20998" y="97738"/>
                      <a:pt x="20155" y="97828"/>
                      <a:pt x="19148" y="97828"/>
                    </a:cubicBezTo>
                    <a:cubicBezTo>
                      <a:pt x="16355" y="97828"/>
                      <a:pt x="12299" y="97135"/>
                      <a:pt x="9192" y="93744"/>
                    </a:cubicBezTo>
                    <a:cubicBezTo>
                      <a:pt x="3428" y="87476"/>
                      <a:pt x="1524" y="79068"/>
                      <a:pt x="3523" y="68762"/>
                    </a:cubicBezTo>
                    <a:cubicBezTo>
                      <a:pt x="4999" y="61148"/>
                      <a:pt x="6488" y="57709"/>
                      <a:pt x="8551" y="52941"/>
                    </a:cubicBezTo>
                    <a:cubicBezTo>
                      <a:pt x="9429" y="50901"/>
                      <a:pt x="10431" y="48589"/>
                      <a:pt x="11563" y="45624"/>
                    </a:cubicBezTo>
                    <a:cubicBezTo>
                      <a:pt x="14736" y="37293"/>
                      <a:pt x="12874" y="29353"/>
                      <a:pt x="11237" y="22344"/>
                    </a:cubicBezTo>
                    <a:cubicBezTo>
                      <a:pt x="10911" y="20980"/>
                      <a:pt x="10615" y="19693"/>
                      <a:pt x="10354" y="18436"/>
                    </a:cubicBezTo>
                    <a:cubicBezTo>
                      <a:pt x="8901" y="11291"/>
                      <a:pt x="11753" y="9322"/>
                      <a:pt x="16924" y="5729"/>
                    </a:cubicBezTo>
                    <a:lnTo>
                      <a:pt x="17066" y="5628"/>
                    </a:lnTo>
                    <a:cubicBezTo>
                      <a:pt x="20897" y="2959"/>
                      <a:pt x="23192" y="1465"/>
                      <a:pt x="25813" y="1465"/>
                    </a:cubicBezTo>
                    <a:close/>
                    <a:moveTo>
                      <a:pt x="25773" y="1"/>
                    </a:moveTo>
                    <a:cubicBezTo>
                      <a:pt x="22801" y="1"/>
                      <a:pt x="20255" y="1649"/>
                      <a:pt x="16242" y="4436"/>
                    </a:cubicBezTo>
                    <a:lnTo>
                      <a:pt x="16100" y="4531"/>
                    </a:lnTo>
                    <a:cubicBezTo>
                      <a:pt x="10793" y="8219"/>
                      <a:pt x="7294" y="10650"/>
                      <a:pt x="8942" y="18727"/>
                    </a:cubicBezTo>
                    <a:cubicBezTo>
                      <a:pt x="9197" y="20001"/>
                      <a:pt x="9506" y="21300"/>
                      <a:pt x="9820" y="22676"/>
                    </a:cubicBezTo>
                    <a:cubicBezTo>
                      <a:pt x="11415" y="29483"/>
                      <a:pt x="13224" y="37198"/>
                      <a:pt x="10206" y="45108"/>
                    </a:cubicBezTo>
                    <a:cubicBezTo>
                      <a:pt x="9091" y="48043"/>
                      <a:pt x="8095" y="50338"/>
                      <a:pt x="7217" y="52366"/>
                    </a:cubicBezTo>
                    <a:cubicBezTo>
                      <a:pt x="5195" y="57033"/>
                      <a:pt x="3606" y="60715"/>
                      <a:pt x="2100" y="68483"/>
                    </a:cubicBezTo>
                    <a:cubicBezTo>
                      <a:pt x="0" y="79269"/>
                      <a:pt x="2034" y="88099"/>
                      <a:pt x="8124" y="94734"/>
                    </a:cubicBezTo>
                    <a:cubicBezTo>
                      <a:pt x="11593" y="98511"/>
                      <a:pt x="15999" y="99300"/>
                      <a:pt x="19065" y="99300"/>
                    </a:cubicBezTo>
                    <a:cubicBezTo>
                      <a:pt x="21158" y="99300"/>
                      <a:pt x="22622" y="98932"/>
                      <a:pt x="22771" y="98897"/>
                    </a:cubicBezTo>
                    <a:cubicBezTo>
                      <a:pt x="23198" y="98784"/>
                      <a:pt x="23429" y="98322"/>
                      <a:pt x="23257" y="97919"/>
                    </a:cubicBezTo>
                    <a:lnTo>
                      <a:pt x="17985" y="85306"/>
                    </a:lnTo>
                    <a:cubicBezTo>
                      <a:pt x="17896" y="85104"/>
                      <a:pt x="17724" y="84956"/>
                      <a:pt x="17517" y="84891"/>
                    </a:cubicBezTo>
                    <a:cubicBezTo>
                      <a:pt x="17481" y="84873"/>
                      <a:pt x="13342" y="83468"/>
                      <a:pt x="13342" y="73553"/>
                    </a:cubicBezTo>
                    <a:cubicBezTo>
                      <a:pt x="13342" y="67019"/>
                      <a:pt x="14955" y="62186"/>
                      <a:pt x="16527" y="58325"/>
                    </a:cubicBezTo>
                    <a:cubicBezTo>
                      <a:pt x="17185" y="56695"/>
                      <a:pt x="17956" y="54993"/>
                      <a:pt x="18608" y="53552"/>
                    </a:cubicBezTo>
                    <a:cubicBezTo>
                      <a:pt x="19260" y="52105"/>
                      <a:pt x="19936" y="50617"/>
                      <a:pt x="20559" y="49105"/>
                    </a:cubicBezTo>
                    <a:cubicBezTo>
                      <a:pt x="22018" y="45535"/>
                      <a:pt x="22290" y="40240"/>
                      <a:pt x="22551" y="35110"/>
                    </a:cubicBezTo>
                    <a:cubicBezTo>
                      <a:pt x="22848" y="29376"/>
                      <a:pt x="23156" y="23447"/>
                      <a:pt x="25095" y="20120"/>
                    </a:cubicBezTo>
                    <a:cubicBezTo>
                      <a:pt x="29056" y="13336"/>
                      <a:pt x="33682" y="8071"/>
                      <a:pt x="36884" y="6689"/>
                    </a:cubicBezTo>
                    <a:cubicBezTo>
                      <a:pt x="37109" y="6594"/>
                      <a:pt x="37269" y="6387"/>
                      <a:pt x="37305" y="6150"/>
                    </a:cubicBezTo>
                    <a:cubicBezTo>
                      <a:pt x="37352" y="5906"/>
                      <a:pt x="37269" y="5663"/>
                      <a:pt x="37091" y="5497"/>
                    </a:cubicBezTo>
                    <a:cubicBezTo>
                      <a:pt x="36955" y="5361"/>
                      <a:pt x="33527" y="2129"/>
                      <a:pt x="29104" y="617"/>
                    </a:cubicBezTo>
                    <a:cubicBezTo>
                      <a:pt x="29009" y="581"/>
                      <a:pt x="28914" y="546"/>
                      <a:pt x="28813" y="522"/>
                    </a:cubicBezTo>
                    <a:cubicBezTo>
                      <a:pt x="27715" y="169"/>
                      <a:pt x="26722" y="1"/>
                      <a:pt x="25773" y="1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1" name="Google Shape;5667;p73"/>
              <p:cNvSpPr/>
              <p:nvPr/>
            </p:nvSpPr>
            <p:spPr>
              <a:xfrm>
                <a:off x="222100" y="1561950"/>
                <a:ext cx="698550" cy="2446225"/>
              </a:xfrm>
              <a:custGeom>
                <a:avLst/>
                <a:gdLst/>
                <a:ahLst/>
                <a:cxnLst/>
                <a:rect l="l" t="t" r="r" b="b"/>
                <a:pathLst>
                  <a:path w="27942" h="97849" extrusionOk="0">
                    <a:moveTo>
                      <a:pt x="25099" y="1"/>
                    </a:moveTo>
                    <a:cubicBezTo>
                      <a:pt x="22353" y="1"/>
                      <a:pt x="19978" y="1535"/>
                      <a:pt x="15993" y="4310"/>
                    </a:cubicBezTo>
                    <a:cubicBezTo>
                      <a:pt x="10722" y="7980"/>
                      <a:pt x="7425" y="10186"/>
                      <a:pt x="8990" y="17859"/>
                    </a:cubicBezTo>
                    <a:cubicBezTo>
                      <a:pt x="10550" y="25532"/>
                      <a:pt x="13930" y="34919"/>
                      <a:pt x="10224" y="44650"/>
                    </a:cubicBezTo>
                    <a:cubicBezTo>
                      <a:pt x="6517" y="54375"/>
                      <a:pt x="4306" y="56877"/>
                      <a:pt x="2153" y="67906"/>
                    </a:cubicBezTo>
                    <a:cubicBezTo>
                      <a:pt x="1" y="78936"/>
                      <a:pt x="2402" y="87421"/>
                      <a:pt x="8000" y="93523"/>
                    </a:cubicBezTo>
                    <a:cubicBezTo>
                      <a:pt x="11289" y="97109"/>
                      <a:pt x="15523" y="97848"/>
                      <a:pt x="18455" y="97848"/>
                    </a:cubicBezTo>
                    <a:cubicBezTo>
                      <a:pt x="20512" y="97848"/>
                      <a:pt x="21929" y="97484"/>
                      <a:pt x="21929" y="97484"/>
                    </a:cubicBezTo>
                    <a:lnTo>
                      <a:pt x="16657" y="84866"/>
                    </a:lnTo>
                    <a:cubicBezTo>
                      <a:pt x="16657" y="84866"/>
                      <a:pt x="11961" y="83549"/>
                      <a:pt x="11961" y="72834"/>
                    </a:cubicBezTo>
                    <a:cubicBezTo>
                      <a:pt x="11961" y="66596"/>
                      <a:pt x="13390" y="61751"/>
                      <a:pt x="15199" y="57340"/>
                    </a:cubicBezTo>
                    <a:cubicBezTo>
                      <a:pt x="15044" y="48777"/>
                      <a:pt x="17381" y="39788"/>
                      <a:pt x="16877" y="31100"/>
                    </a:cubicBezTo>
                    <a:cubicBezTo>
                      <a:pt x="16468" y="23973"/>
                      <a:pt x="14161" y="16555"/>
                      <a:pt x="16764" y="9907"/>
                    </a:cubicBezTo>
                    <a:cubicBezTo>
                      <a:pt x="18756" y="4802"/>
                      <a:pt x="22824" y="2495"/>
                      <a:pt x="27604" y="621"/>
                    </a:cubicBezTo>
                    <a:lnTo>
                      <a:pt x="27942" y="491"/>
                    </a:lnTo>
                    <a:cubicBezTo>
                      <a:pt x="26911" y="161"/>
                      <a:pt x="25986" y="1"/>
                      <a:pt x="25099" y="1"/>
                    </a:cubicBezTo>
                    <a:close/>
                  </a:path>
                </a:pathLst>
              </a:custGeom>
              <a:solidFill>
                <a:srgbClr val="3D0800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2" name="Google Shape;5668;p73"/>
              <p:cNvSpPr/>
              <p:nvPr/>
            </p:nvSpPr>
            <p:spPr>
              <a:xfrm>
                <a:off x="282000" y="1840950"/>
                <a:ext cx="538875" cy="2109375"/>
              </a:xfrm>
              <a:custGeom>
                <a:avLst/>
                <a:gdLst/>
                <a:ahLst/>
                <a:cxnLst/>
                <a:rect l="l" t="t" r="r" b="b"/>
                <a:pathLst>
                  <a:path w="21555" h="84375" extrusionOk="0">
                    <a:moveTo>
                      <a:pt x="13249" y="1"/>
                    </a:moveTo>
                    <a:cubicBezTo>
                      <a:pt x="11068" y="1"/>
                      <a:pt x="9566" y="2081"/>
                      <a:pt x="10490" y="6699"/>
                    </a:cubicBezTo>
                    <a:cubicBezTo>
                      <a:pt x="11878" y="13637"/>
                      <a:pt x="13188" y="22117"/>
                      <a:pt x="9393" y="33413"/>
                    </a:cubicBezTo>
                    <a:cubicBezTo>
                      <a:pt x="5598" y="44709"/>
                      <a:pt x="2805" y="47994"/>
                      <a:pt x="1406" y="58958"/>
                    </a:cubicBezTo>
                    <a:cubicBezTo>
                      <a:pt x="0" y="69916"/>
                      <a:pt x="4946" y="81260"/>
                      <a:pt x="11136" y="83347"/>
                    </a:cubicBezTo>
                    <a:cubicBezTo>
                      <a:pt x="13447" y="84129"/>
                      <a:pt x="15466" y="84374"/>
                      <a:pt x="17089" y="84374"/>
                    </a:cubicBezTo>
                    <a:cubicBezTo>
                      <a:pt x="19811" y="84374"/>
                      <a:pt x="21419" y="83685"/>
                      <a:pt x="21419" y="83685"/>
                    </a:cubicBezTo>
                    <a:cubicBezTo>
                      <a:pt x="21419" y="83685"/>
                      <a:pt x="12115" y="69045"/>
                      <a:pt x="13769" y="58436"/>
                    </a:cubicBezTo>
                    <a:cubicBezTo>
                      <a:pt x="15418" y="47828"/>
                      <a:pt x="21555" y="25829"/>
                      <a:pt x="20873" y="14206"/>
                    </a:cubicBezTo>
                    <a:cubicBezTo>
                      <a:pt x="20873" y="14206"/>
                      <a:pt x="20470" y="4482"/>
                      <a:pt x="16829" y="1517"/>
                    </a:cubicBezTo>
                    <a:cubicBezTo>
                      <a:pt x="15612" y="525"/>
                      <a:pt x="14345" y="1"/>
                      <a:pt x="13249" y="1"/>
                    </a:cubicBezTo>
                    <a:close/>
                  </a:path>
                </a:pathLst>
              </a:custGeom>
              <a:solidFill>
                <a:srgbClr val="F78A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3" name="Google Shape;5669;p73"/>
              <p:cNvSpPr/>
              <p:nvPr/>
            </p:nvSpPr>
            <p:spPr>
              <a:xfrm>
                <a:off x="264200" y="1822925"/>
                <a:ext cx="572100" cy="2145750"/>
              </a:xfrm>
              <a:custGeom>
                <a:avLst/>
                <a:gdLst/>
                <a:ahLst/>
                <a:cxnLst/>
                <a:rect l="l" t="t" r="r" b="b"/>
                <a:pathLst>
                  <a:path w="22884" h="85830" extrusionOk="0">
                    <a:moveTo>
                      <a:pt x="13902" y="1448"/>
                    </a:moveTo>
                    <a:cubicBezTo>
                      <a:pt x="13923" y="1448"/>
                      <a:pt x="13944" y="1448"/>
                      <a:pt x="13965" y="1449"/>
                    </a:cubicBezTo>
                    <a:cubicBezTo>
                      <a:pt x="14884" y="1449"/>
                      <a:pt x="15999" y="1912"/>
                      <a:pt x="17078" y="2801"/>
                    </a:cubicBezTo>
                    <a:cubicBezTo>
                      <a:pt x="20429" y="5523"/>
                      <a:pt x="20862" y="14862"/>
                      <a:pt x="20862" y="14957"/>
                    </a:cubicBezTo>
                    <a:lnTo>
                      <a:pt x="20862" y="14975"/>
                    </a:lnTo>
                    <a:cubicBezTo>
                      <a:pt x="21330" y="22915"/>
                      <a:pt x="18513" y="36037"/>
                      <a:pt x="16242" y="46586"/>
                    </a:cubicBezTo>
                    <a:cubicBezTo>
                      <a:pt x="15228" y="51301"/>
                      <a:pt x="14274" y="55754"/>
                      <a:pt x="13758" y="59045"/>
                    </a:cubicBezTo>
                    <a:cubicBezTo>
                      <a:pt x="12293" y="68491"/>
                      <a:pt x="19089" y="80736"/>
                      <a:pt x="21022" y="83991"/>
                    </a:cubicBezTo>
                    <a:cubicBezTo>
                      <a:pt x="20334" y="84165"/>
                      <a:pt x="19226" y="84366"/>
                      <a:pt x="17786" y="84366"/>
                    </a:cubicBezTo>
                    <a:cubicBezTo>
                      <a:pt x="16235" y="84366"/>
                      <a:pt x="14299" y="84134"/>
                      <a:pt x="12086" y="83386"/>
                    </a:cubicBezTo>
                    <a:cubicBezTo>
                      <a:pt x="5456" y="81151"/>
                      <a:pt x="1673" y="68853"/>
                      <a:pt x="2835" y="59774"/>
                    </a:cubicBezTo>
                    <a:cubicBezTo>
                      <a:pt x="3760" y="52534"/>
                      <a:pt x="5266" y="48769"/>
                      <a:pt x="7354" y="43556"/>
                    </a:cubicBezTo>
                    <a:cubicBezTo>
                      <a:pt x="8379" y="41006"/>
                      <a:pt x="9536" y="38125"/>
                      <a:pt x="10793" y="34365"/>
                    </a:cubicBezTo>
                    <a:cubicBezTo>
                      <a:pt x="14570" y="23128"/>
                      <a:pt x="13343" y="14489"/>
                      <a:pt x="11908" y="7278"/>
                    </a:cubicBezTo>
                    <a:cubicBezTo>
                      <a:pt x="11350" y="4455"/>
                      <a:pt x="11700" y="2433"/>
                      <a:pt x="12880" y="1728"/>
                    </a:cubicBezTo>
                    <a:cubicBezTo>
                      <a:pt x="13188" y="1543"/>
                      <a:pt x="13544" y="1448"/>
                      <a:pt x="13902" y="1448"/>
                    </a:cubicBezTo>
                    <a:close/>
                    <a:moveTo>
                      <a:pt x="13947" y="0"/>
                    </a:moveTo>
                    <a:cubicBezTo>
                      <a:pt x="13284" y="0"/>
                      <a:pt x="12665" y="158"/>
                      <a:pt x="12127" y="482"/>
                    </a:cubicBezTo>
                    <a:cubicBezTo>
                      <a:pt x="11113" y="1099"/>
                      <a:pt x="9542" y="2831"/>
                      <a:pt x="10490" y="7563"/>
                    </a:cubicBezTo>
                    <a:cubicBezTo>
                      <a:pt x="11949" y="14916"/>
                      <a:pt x="13076" y="23010"/>
                      <a:pt x="9423" y="33897"/>
                    </a:cubicBezTo>
                    <a:cubicBezTo>
                      <a:pt x="8172" y="37621"/>
                      <a:pt x="7021" y="40485"/>
                      <a:pt x="6008" y="43017"/>
                    </a:cubicBezTo>
                    <a:cubicBezTo>
                      <a:pt x="3962" y="48128"/>
                      <a:pt x="2343" y="52160"/>
                      <a:pt x="1394" y="59584"/>
                    </a:cubicBezTo>
                    <a:cubicBezTo>
                      <a:pt x="1" y="70483"/>
                      <a:pt x="4869" y="82479"/>
                      <a:pt x="11617" y="84762"/>
                    </a:cubicBezTo>
                    <a:cubicBezTo>
                      <a:pt x="14013" y="85569"/>
                      <a:pt x="16106" y="85830"/>
                      <a:pt x="17802" y="85830"/>
                    </a:cubicBezTo>
                    <a:cubicBezTo>
                      <a:pt x="20607" y="85830"/>
                      <a:pt x="22308" y="85118"/>
                      <a:pt x="22415" y="85065"/>
                    </a:cubicBezTo>
                    <a:cubicBezTo>
                      <a:pt x="22611" y="84982"/>
                      <a:pt x="22759" y="84816"/>
                      <a:pt x="22824" y="84620"/>
                    </a:cubicBezTo>
                    <a:cubicBezTo>
                      <a:pt x="22884" y="84412"/>
                      <a:pt x="22854" y="84193"/>
                      <a:pt x="22741" y="84009"/>
                    </a:cubicBezTo>
                    <a:cubicBezTo>
                      <a:pt x="22646" y="83873"/>
                      <a:pt x="13604" y="69493"/>
                      <a:pt x="15187" y="59270"/>
                    </a:cubicBezTo>
                    <a:cubicBezTo>
                      <a:pt x="15691" y="56021"/>
                      <a:pt x="16651" y="51591"/>
                      <a:pt x="17660" y="46889"/>
                    </a:cubicBezTo>
                    <a:cubicBezTo>
                      <a:pt x="19942" y="36263"/>
                      <a:pt x="22789" y="23033"/>
                      <a:pt x="22314" y="14892"/>
                    </a:cubicBezTo>
                    <a:cubicBezTo>
                      <a:pt x="22291" y="14394"/>
                      <a:pt x="21828" y="4799"/>
                      <a:pt x="17998" y="1674"/>
                    </a:cubicBezTo>
                    <a:cubicBezTo>
                      <a:pt x="16647" y="577"/>
                      <a:pt x="15215" y="0"/>
                      <a:pt x="13947" y="0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4" name="Google Shape;5670;p73"/>
              <p:cNvSpPr/>
              <p:nvPr/>
            </p:nvSpPr>
            <p:spPr>
              <a:xfrm>
                <a:off x="1786525" y="1351675"/>
                <a:ext cx="519625" cy="395850"/>
              </a:xfrm>
              <a:custGeom>
                <a:avLst/>
                <a:gdLst/>
                <a:ahLst/>
                <a:cxnLst/>
                <a:rect l="l" t="t" r="r" b="b"/>
                <a:pathLst>
                  <a:path w="20785" h="15834" extrusionOk="0">
                    <a:moveTo>
                      <a:pt x="5190" y="0"/>
                    </a:moveTo>
                    <a:cubicBezTo>
                      <a:pt x="4769" y="0"/>
                      <a:pt x="4362" y="19"/>
                      <a:pt x="3973" y="55"/>
                    </a:cubicBezTo>
                    <a:cubicBezTo>
                      <a:pt x="653" y="375"/>
                      <a:pt x="1" y="2379"/>
                      <a:pt x="78" y="4229"/>
                    </a:cubicBezTo>
                    <a:cubicBezTo>
                      <a:pt x="89" y="4704"/>
                      <a:pt x="143" y="5178"/>
                      <a:pt x="238" y="5641"/>
                    </a:cubicBezTo>
                    <a:cubicBezTo>
                      <a:pt x="315" y="6014"/>
                      <a:pt x="825" y="6471"/>
                      <a:pt x="1637" y="6987"/>
                    </a:cubicBezTo>
                    <a:cubicBezTo>
                      <a:pt x="2627" y="7609"/>
                      <a:pt x="4068" y="8309"/>
                      <a:pt x="5752" y="9074"/>
                    </a:cubicBezTo>
                    <a:cubicBezTo>
                      <a:pt x="10437" y="11185"/>
                      <a:pt x="16983" y="13693"/>
                      <a:pt x="20784" y="15834"/>
                    </a:cubicBezTo>
                    <a:cubicBezTo>
                      <a:pt x="20784" y="15834"/>
                      <a:pt x="19509" y="10871"/>
                      <a:pt x="17671" y="6969"/>
                    </a:cubicBezTo>
                    <a:cubicBezTo>
                      <a:pt x="17398" y="6400"/>
                      <a:pt x="17126" y="5848"/>
                      <a:pt x="16829" y="5338"/>
                    </a:cubicBezTo>
                    <a:cubicBezTo>
                      <a:pt x="14757" y="1749"/>
                      <a:pt x="9320" y="0"/>
                      <a:pt x="5190" y="0"/>
                    </a:cubicBezTo>
                    <a:close/>
                  </a:path>
                </a:pathLst>
              </a:custGeom>
              <a:solidFill>
                <a:srgbClr val="F78A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5" name="Google Shape;5671;p73"/>
              <p:cNvSpPr/>
              <p:nvPr/>
            </p:nvSpPr>
            <p:spPr>
              <a:xfrm>
                <a:off x="1767400" y="1333525"/>
                <a:ext cx="559175" cy="432100"/>
              </a:xfrm>
              <a:custGeom>
                <a:avLst/>
                <a:gdLst/>
                <a:ahLst/>
                <a:cxnLst/>
                <a:rect l="l" t="t" r="r" b="b"/>
                <a:pathLst>
                  <a:path w="22367" h="17284" extrusionOk="0">
                    <a:moveTo>
                      <a:pt x="5986" y="1450"/>
                    </a:moveTo>
                    <a:cubicBezTo>
                      <a:pt x="10099" y="1450"/>
                      <a:pt x="15151" y="3289"/>
                      <a:pt x="16960" y="6426"/>
                    </a:cubicBezTo>
                    <a:cubicBezTo>
                      <a:pt x="17221" y="6871"/>
                      <a:pt x="17487" y="7393"/>
                      <a:pt x="17778" y="8009"/>
                    </a:cubicBezTo>
                    <a:cubicBezTo>
                      <a:pt x="18934" y="10452"/>
                      <a:pt x="19871" y="13358"/>
                      <a:pt x="20393" y="15131"/>
                    </a:cubicBezTo>
                    <a:cubicBezTo>
                      <a:pt x="17962" y="13897"/>
                      <a:pt x="14896" y="12593"/>
                      <a:pt x="11902" y="11336"/>
                    </a:cubicBezTo>
                    <a:cubicBezTo>
                      <a:pt x="10081" y="10565"/>
                      <a:pt x="8356" y="9836"/>
                      <a:pt x="6814" y="9136"/>
                    </a:cubicBezTo>
                    <a:cubicBezTo>
                      <a:pt x="4970" y="8306"/>
                      <a:pt x="3724" y="7689"/>
                      <a:pt x="2782" y="7096"/>
                    </a:cubicBezTo>
                    <a:cubicBezTo>
                      <a:pt x="1839" y="6503"/>
                      <a:pt x="1714" y="6218"/>
                      <a:pt x="1714" y="6218"/>
                    </a:cubicBezTo>
                    <a:cubicBezTo>
                      <a:pt x="1625" y="5791"/>
                      <a:pt x="1572" y="5359"/>
                      <a:pt x="1560" y="4926"/>
                    </a:cubicBezTo>
                    <a:cubicBezTo>
                      <a:pt x="1477" y="2809"/>
                      <a:pt x="2509" y="1724"/>
                      <a:pt x="4804" y="1504"/>
                    </a:cubicBezTo>
                    <a:cubicBezTo>
                      <a:pt x="5186" y="1468"/>
                      <a:pt x="5582" y="1450"/>
                      <a:pt x="5986" y="1450"/>
                    </a:cubicBezTo>
                    <a:close/>
                    <a:moveTo>
                      <a:pt x="6009" y="0"/>
                    </a:moveTo>
                    <a:cubicBezTo>
                      <a:pt x="5549" y="0"/>
                      <a:pt x="5101" y="21"/>
                      <a:pt x="4667" y="63"/>
                    </a:cubicBezTo>
                    <a:cubicBezTo>
                      <a:pt x="1572" y="360"/>
                      <a:pt x="1" y="2062"/>
                      <a:pt x="113" y="4973"/>
                    </a:cubicBezTo>
                    <a:cubicBezTo>
                      <a:pt x="131" y="5489"/>
                      <a:pt x="190" y="5999"/>
                      <a:pt x="291" y="6503"/>
                    </a:cubicBezTo>
                    <a:cubicBezTo>
                      <a:pt x="404" y="7084"/>
                      <a:pt x="920" y="7636"/>
                      <a:pt x="2011" y="8318"/>
                    </a:cubicBezTo>
                    <a:cubicBezTo>
                      <a:pt x="2942" y="8905"/>
                      <a:pt x="4276" y="9587"/>
                      <a:pt x="6221" y="10458"/>
                    </a:cubicBezTo>
                    <a:cubicBezTo>
                      <a:pt x="7780" y="11164"/>
                      <a:pt x="9506" y="11887"/>
                      <a:pt x="11338" y="12670"/>
                    </a:cubicBezTo>
                    <a:cubicBezTo>
                      <a:pt x="14955" y="14194"/>
                      <a:pt x="18685" y="15783"/>
                      <a:pt x="21188" y="17188"/>
                    </a:cubicBezTo>
                    <a:cubicBezTo>
                      <a:pt x="21287" y="17249"/>
                      <a:pt x="21406" y="17284"/>
                      <a:pt x="21522" y="17284"/>
                    </a:cubicBezTo>
                    <a:cubicBezTo>
                      <a:pt x="21531" y="17284"/>
                      <a:pt x="21540" y="17284"/>
                      <a:pt x="21549" y="17283"/>
                    </a:cubicBezTo>
                    <a:cubicBezTo>
                      <a:pt x="21552" y="17283"/>
                      <a:pt x="21556" y="17283"/>
                      <a:pt x="21559" y="17283"/>
                    </a:cubicBezTo>
                    <a:cubicBezTo>
                      <a:pt x="22028" y="17283"/>
                      <a:pt x="22367" y="16836"/>
                      <a:pt x="22249" y="16382"/>
                    </a:cubicBezTo>
                    <a:cubicBezTo>
                      <a:pt x="22196" y="16174"/>
                      <a:pt x="20945" y="11300"/>
                      <a:pt x="19089" y="7393"/>
                    </a:cubicBezTo>
                    <a:cubicBezTo>
                      <a:pt x="18786" y="6740"/>
                      <a:pt x="18496" y="6183"/>
                      <a:pt x="18223" y="5703"/>
                    </a:cubicBezTo>
                    <a:cubicBezTo>
                      <a:pt x="16097" y="2021"/>
                      <a:pt x="10531" y="0"/>
                      <a:pt x="6009" y="0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6" name="Google Shape;5672;p73"/>
              <p:cNvSpPr/>
              <p:nvPr/>
            </p:nvSpPr>
            <p:spPr>
              <a:xfrm>
                <a:off x="1786525" y="1351675"/>
                <a:ext cx="441800" cy="174225"/>
              </a:xfrm>
              <a:custGeom>
                <a:avLst/>
                <a:gdLst/>
                <a:ahLst/>
                <a:cxnLst/>
                <a:rect l="l" t="t" r="r" b="b"/>
                <a:pathLst>
                  <a:path w="17672" h="6969" extrusionOk="0">
                    <a:moveTo>
                      <a:pt x="5190" y="0"/>
                    </a:moveTo>
                    <a:cubicBezTo>
                      <a:pt x="4769" y="0"/>
                      <a:pt x="4362" y="19"/>
                      <a:pt x="3973" y="55"/>
                    </a:cubicBezTo>
                    <a:cubicBezTo>
                      <a:pt x="653" y="375"/>
                      <a:pt x="1" y="2379"/>
                      <a:pt x="78" y="4229"/>
                    </a:cubicBezTo>
                    <a:cubicBezTo>
                      <a:pt x="1572" y="3678"/>
                      <a:pt x="3078" y="2978"/>
                      <a:pt x="4507" y="2783"/>
                    </a:cubicBezTo>
                    <a:cubicBezTo>
                      <a:pt x="5043" y="2708"/>
                      <a:pt x="5565" y="2673"/>
                      <a:pt x="6075" y="2673"/>
                    </a:cubicBezTo>
                    <a:cubicBezTo>
                      <a:pt x="10129" y="2673"/>
                      <a:pt x="13409" y="4878"/>
                      <a:pt x="17055" y="6690"/>
                    </a:cubicBezTo>
                    <a:cubicBezTo>
                      <a:pt x="17256" y="6785"/>
                      <a:pt x="17464" y="6886"/>
                      <a:pt x="17671" y="6969"/>
                    </a:cubicBezTo>
                    <a:cubicBezTo>
                      <a:pt x="17398" y="6400"/>
                      <a:pt x="17120" y="5848"/>
                      <a:pt x="16829" y="5338"/>
                    </a:cubicBezTo>
                    <a:cubicBezTo>
                      <a:pt x="14757" y="1749"/>
                      <a:pt x="9320" y="0"/>
                      <a:pt x="5190" y="0"/>
                    </a:cubicBezTo>
                    <a:close/>
                  </a:path>
                </a:pathLst>
              </a:custGeom>
              <a:solidFill>
                <a:srgbClr val="3D0800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7" name="Google Shape;5673;p73"/>
              <p:cNvSpPr/>
              <p:nvPr/>
            </p:nvSpPr>
            <p:spPr>
              <a:xfrm>
                <a:off x="1813200" y="1392875"/>
                <a:ext cx="117150" cy="185650"/>
              </a:xfrm>
              <a:custGeom>
                <a:avLst/>
                <a:gdLst/>
                <a:ahLst/>
                <a:cxnLst/>
                <a:rect l="l" t="t" r="r" b="b"/>
                <a:pathLst>
                  <a:path w="4686" h="7426" extrusionOk="0">
                    <a:moveTo>
                      <a:pt x="1988" y="1"/>
                    </a:moveTo>
                    <a:cubicBezTo>
                      <a:pt x="1802" y="1"/>
                      <a:pt x="1605" y="43"/>
                      <a:pt x="1394" y="126"/>
                    </a:cubicBezTo>
                    <a:cubicBezTo>
                      <a:pt x="1" y="684"/>
                      <a:pt x="268" y="3589"/>
                      <a:pt x="570" y="5339"/>
                    </a:cubicBezTo>
                    <a:cubicBezTo>
                      <a:pt x="1560" y="5961"/>
                      <a:pt x="3001" y="6661"/>
                      <a:pt x="4685" y="7426"/>
                    </a:cubicBezTo>
                    <a:cubicBezTo>
                      <a:pt x="4150" y="2520"/>
                      <a:pt x="3428" y="1"/>
                      <a:pt x="1988" y="1"/>
                    </a:cubicBezTo>
                    <a:close/>
                  </a:path>
                </a:pathLst>
              </a:custGeom>
              <a:solidFill>
                <a:srgbClr val="F78A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8" name="Google Shape;5674;p73"/>
              <p:cNvSpPr/>
              <p:nvPr/>
            </p:nvSpPr>
            <p:spPr>
              <a:xfrm>
                <a:off x="1794675" y="1374700"/>
                <a:ext cx="154350" cy="221775"/>
              </a:xfrm>
              <a:custGeom>
                <a:avLst/>
                <a:gdLst/>
                <a:ahLst/>
                <a:cxnLst/>
                <a:rect l="l" t="t" r="r" b="b"/>
                <a:pathLst>
                  <a:path w="6174" h="8871" extrusionOk="0">
                    <a:moveTo>
                      <a:pt x="2730" y="1450"/>
                    </a:moveTo>
                    <a:cubicBezTo>
                      <a:pt x="2848" y="1450"/>
                      <a:pt x="2911" y="1490"/>
                      <a:pt x="2954" y="1512"/>
                    </a:cubicBezTo>
                    <a:cubicBezTo>
                      <a:pt x="3814" y="2028"/>
                      <a:pt x="4306" y="4998"/>
                      <a:pt x="4561" y="6955"/>
                    </a:cubicBezTo>
                    <a:cubicBezTo>
                      <a:pt x="3470" y="6439"/>
                      <a:pt x="2616" y="5995"/>
                      <a:pt x="1975" y="5609"/>
                    </a:cubicBezTo>
                    <a:cubicBezTo>
                      <a:pt x="1572" y="3071"/>
                      <a:pt x="1892" y="1725"/>
                      <a:pt x="2408" y="1524"/>
                    </a:cubicBezTo>
                    <a:cubicBezTo>
                      <a:pt x="2547" y="1469"/>
                      <a:pt x="2651" y="1450"/>
                      <a:pt x="2730" y="1450"/>
                    </a:cubicBezTo>
                    <a:close/>
                    <a:moveTo>
                      <a:pt x="2734" y="0"/>
                    </a:moveTo>
                    <a:cubicBezTo>
                      <a:pt x="2479" y="0"/>
                      <a:pt x="2190" y="50"/>
                      <a:pt x="1869" y="177"/>
                    </a:cubicBezTo>
                    <a:cubicBezTo>
                      <a:pt x="434" y="753"/>
                      <a:pt x="1" y="2769"/>
                      <a:pt x="594" y="6184"/>
                    </a:cubicBezTo>
                    <a:cubicBezTo>
                      <a:pt x="629" y="6386"/>
                      <a:pt x="748" y="6564"/>
                      <a:pt x="920" y="6671"/>
                    </a:cubicBezTo>
                    <a:cubicBezTo>
                      <a:pt x="1857" y="7258"/>
                      <a:pt x="3191" y="7940"/>
                      <a:pt x="5130" y="8811"/>
                    </a:cubicBezTo>
                    <a:cubicBezTo>
                      <a:pt x="5225" y="8853"/>
                      <a:pt x="5326" y="8870"/>
                      <a:pt x="5426" y="8870"/>
                    </a:cubicBezTo>
                    <a:cubicBezTo>
                      <a:pt x="5581" y="8870"/>
                      <a:pt x="5723" y="8823"/>
                      <a:pt x="5847" y="8740"/>
                    </a:cubicBezTo>
                    <a:cubicBezTo>
                      <a:pt x="6061" y="8586"/>
                      <a:pt x="6174" y="8331"/>
                      <a:pt x="6144" y="8070"/>
                    </a:cubicBezTo>
                    <a:cubicBezTo>
                      <a:pt x="5610" y="3196"/>
                      <a:pt x="4922" y="1008"/>
                      <a:pt x="3701" y="266"/>
                    </a:cubicBezTo>
                    <a:cubicBezTo>
                      <a:pt x="3467" y="128"/>
                      <a:pt x="3144" y="0"/>
                      <a:pt x="2734" y="0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9" name="Google Shape;5675;p73"/>
              <p:cNvSpPr/>
              <p:nvPr/>
            </p:nvSpPr>
            <p:spPr>
              <a:xfrm>
                <a:off x="485100" y="1463250"/>
                <a:ext cx="2557075" cy="3023550"/>
              </a:xfrm>
              <a:custGeom>
                <a:avLst/>
                <a:gdLst/>
                <a:ahLst/>
                <a:cxnLst/>
                <a:rect l="l" t="t" r="r" b="b"/>
                <a:pathLst>
                  <a:path w="102283" h="120942" extrusionOk="0">
                    <a:moveTo>
                      <a:pt x="49401" y="0"/>
                    </a:moveTo>
                    <a:cubicBezTo>
                      <a:pt x="48690" y="0"/>
                      <a:pt x="47968" y="21"/>
                      <a:pt x="47237" y="63"/>
                    </a:cubicBezTo>
                    <a:lnTo>
                      <a:pt x="45997" y="152"/>
                    </a:lnTo>
                    <a:cubicBezTo>
                      <a:pt x="4667" y="3472"/>
                      <a:pt x="0" y="54362"/>
                      <a:pt x="3161" y="79634"/>
                    </a:cubicBezTo>
                    <a:cubicBezTo>
                      <a:pt x="5574" y="98977"/>
                      <a:pt x="13828" y="114875"/>
                      <a:pt x="34416" y="119548"/>
                    </a:cubicBezTo>
                    <a:cubicBezTo>
                      <a:pt x="38360" y="120443"/>
                      <a:pt x="42754" y="120923"/>
                      <a:pt x="47658" y="120941"/>
                    </a:cubicBezTo>
                    <a:cubicBezTo>
                      <a:pt x="51180" y="120941"/>
                      <a:pt x="54708" y="120734"/>
                      <a:pt x="58213" y="120324"/>
                    </a:cubicBezTo>
                    <a:cubicBezTo>
                      <a:pt x="96703" y="115936"/>
                      <a:pt x="102283" y="92804"/>
                      <a:pt x="96300" y="63488"/>
                    </a:cubicBezTo>
                    <a:cubicBezTo>
                      <a:pt x="94396" y="54142"/>
                      <a:pt x="91852" y="44151"/>
                      <a:pt x="88288" y="34906"/>
                    </a:cubicBezTo>
                    <a:cubicBezTo>
                      <a:pt x="88205" y="34722"/>
                      <a:pt x="88134" y="34527"/>
                      <a:pt x="88069" y="34343"/>
                    </a:cubicBezTo>
                    <a:lnTo>
                      <a:pt x="88045" y="34278"/>
                    </a:lnTo>
                    <a:cubicBezTo>
                      <a:pt x="86249" y="29700"/>
                      <a:pt x="84191" y="25324"/>
                      <a:pt x="81831" y="21309"/>
                    </a:cubicBezTo>
                    <a:cubicBezTo>
                      <a:pt x="78617" y="15866"/>
                      <a:pt x="74834" y="11104"/>
                      <a:pt x="70351" y="7475"/>
                    </a:cubicBezTo>
                    <a:cubicBezTo>
                      <a:pt x="70351" y="7469"/>
                      <a:pt x="70345" y="7463"/>
                      <a:pt x="70345" y="7463"/>
                    </a:cubicBezTo>
                    <a:cubicBezTo>
                      <a:pt x="67730" y="5340"/>
                      <a:pt x="64860" y="3597"/>
                      <a:pt x="61729" y="2334"/>
                    </a:cubicBezTo>
                    <a:cubicBezTo>
                      <a:pt x="58010" y="833"/>
                      <a:pt x="53914" y="0"/>
                      <a:pt x="49401" y="0"/>
                    </a:cubicBezTo>
                    <a:close/>
                  </a:path>
                </a:pathLst>
              </a:custGeom>
              <a:solidFill>
                <a:srgbClr val="FFBE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0" name="Google Shape;5676;p73"/>
              <p:cNvSpPr/>
              <p:nvPr/>
            </p:nvSpPr>
            <p:spPr>
              <a:xfrm>
                <a:off x="487750" y="1445150"/>
                <a:ext cx="2517375" cy="3059725"/>
              </a:xfrm>
              <a:custGeom>
                <a:avLst/>
                <a:gdLst/>
                <a:ahLst/>
                <a:cxnLst/>
                <a:rect l="l" t="t" r="r" b="b"/>
                <a:pathLst>
                  <a:path w="100695" h="122389" extrusionOk="0">
                    <a:moveTo>
                      <a:pt x="49253" y="1451"/>
                    </a:moveTo>
                    <a:cubicBezTo>
                      <a:pt x="53541" y="1451"/>
                      <a:pt x="57603" y="2216"/>
                      <a:pt x="61356" y="3728"/>
                    </a:cubicBezTo>
                    <a:cubicBezTo>
                      <a:pt x="64226" y="4884"/>
                      <a:pt x="66972" y="6503"/>
                      <a:pt x="69521" y="8543"/>
                    </a:cubicBezTo>
                    <a:lnTo>
                      <a:pt x="69788" y="8756"/>
                    </a:lnTo>
                    <a:cubicBezTo>
                      <a:pt x="73927" y="12107"/>
                      <a:pt x="77740" y="16702"/>
                      <a:pt x="81096" y="22407"/>
                    </a:cubicBezTo>
                    <a:cubicBezTo>
                      <a:pt x="83320" y="26178"/>
                      <a:pt x="85395" y="30507"/>
                      <a:pt x="87251" y="35227"/>
                    </a:cubicBezTo>
                    <a:lnTo>
                      <a:pt x="87281" y="35304"/>
                    </a:lnTo>
                    <a:cubicBezTo>
                      <a:pt x="87352" y="35512"/>
                      <a:pt x="87429" y="35719"/>
                      <a:pt x="87506" y="35897"/>
                    </a:cubicBezTo>
                    <a:cubicBezTo>
                      <a:pt x="90608" y="43908"/>
                      <a:pt x="93211" y="53218"/>
                      <a:pt x="95482" y="64348"/>
                    </a:cubicBezTo>
                    <a:cubicBezTo>
                      <a:pt x="99188" y="82487"/>
                      <a:pt x="97783" y="95710"/>
                      <a:pt x="91195" y="104783"/>
                    </a:cubicBezTo>
                    <a:cubicBezTo>
                      <a:pt x="84927" y="113411"/>
                      <a:pt x="74076" y="118499"/>
                      <a:pt x="58024" y="120331"/>
                    </a:cubicBezTo>
                    <a:cubicBezTo>
                      <a:pt x="54543" y="120734"/>
                      <a:pt x="51050" y="120936"/>
                      <a:pt x="47552" y="120936"/>
                    </a:cubicBezTo>
                    <a:cubicBezTo>
                      <a:pt x="42808" y="120924"/>
                      <a:pt x="38402" y="120461"/>
                      <a:pt x="34471" y="119560"/>
                    </a:cubicBezTo>
                    <a:cubicBezTo>
                      <a:pt x="16610" y="115510"/>
                      <a:pt x="6571" y="102666"/>
                      <a:pt x="3772" y="80275"/>
                    </a:cubicBezTo>
                    <a:cubicBezTo>
                      <a:pt x="1" y="50081"/>
                      <a:pt x="8789" y="26919"/>
                      <a:pt x="17470" y="16264"/>
                    </a:cubicBezTo>
                    <a:cubicBezTo>
                      <a:pt x="24621" y="7470"/>
                      <a:pt x="34210" y="2542"/>
                      <a:pt x="45957" y="1593"/>
                    </a:cubicBezTo>
                    <a:cubicBezTo>
                      <a:pt x="46354" y="1558"/>
                      <a:pt x="46751" y="1534"/>
                      <a:pt x="47172" y="1510"/>
                    </a:cubicBezTo>
                    <a:cubicBezTo>
                      <a:pt x="47878" y="1469"/>
                      <a:pt x="48566" y="1451"/>
                      <a:pt x="49253" y="1451"/>
                    </a:cubicBezTo>
                    <a:close/>
                    <a:moveTo>
                      <a:pt x="49256" y="0"/>
                    </a:moveTo>
                    <a:cubicBezTo>
                      <a:pt x="48532" y="0"/>
                      <a:pt x="47802" y="21"/>
                      <a:pt x="47065" y="63"/>
                    </a:cubicBezTo>
                    <a:cubicBezTo>
                      <a:pt x="46650" y="87"/>
                      <a:pt x="46235" y="111"/>
                      <a:pt x="45832" y="146"/>
                    </a:cubicBezTo>
                    <a:cubicBezTo>
                      <a:pt x="33682" y="1125"/>
                      <a:pt x="23755" y="6242"/>
                      <a:pt x="16343" y="15350"/>
                    </a:cubicBezTo>
                    <a:cubicBezTo>
                      <a:pt x="9732" y="23480"/>
                      <a:pt x="5243" y="34515"/>
                      <a:pt x="3019" y="48148"/>
                    </a:cubicBezTo>
                    <a:cubicBezTo>
                      <a:pt x="1311" y="58531"/>
                      <a:pt x="1068" y="70313"/>
                      <a:pt x="2337" y="80453"/>
                    </a:cubicBezTo>
                    <a:cubicBezTo>
                      <a:pt x="5219" y="103520"/>
                      <a:pt x="15626" y="116779"/>
                      <a:pt x="34150" y="120971"/>
                    </a:cubicBezTo>
                    <a:cubicBezTo>
                      <a:pt x="38189" y="121902"/>
                      <a:pt x="42689" y="122377"/>
                      <a:pt x="47540" y="122388"/>
                    </a:cubicBezTo>
                    <a:lnTo>
                      <a:pt x="47907" y="122388"/>
                    </a:lnTo>
                    <a:cubicBezTo>
                      <a:pt x="51341" y="122377"/>
                      <a:pt x="54774" y="122169"/>
                      <a:pt x="58184" y="121766"/>
                    </a:cubicBezTo>
                    <a:cubicBezTo>
                      <a:pt x="74668" y="119892"/>
                      <a:pt x="85852" y="114615"/>
                      <a:pt x="92369" y="105637"/>
                    </a:cubicBezTo>
                    <a:cubicBezTo>
                      <a:pt x="99206" y="96215"/>
                      <a:pt x="100694" y="82624"/>
                      <a:pt x="96905" y="64063"/>
                    </a:cubicBezTo>
                    <a:cubicBezTo>
                      <a:pt x="94616" y="52850"/>
                      <a:pt x="91983" y="43463"/>
                      <a:pt x="88841" y="35334"/>
                    </a:cubicBezTo>
                    <a:cubicBezTo>
                      <a:pt x="88770" y="35162"/>
                      <a:pt x="88704" y="34990"/>
                      <a:pt x="88651" y="34841"/>
                    </a:cubicBezTo>
                    <a:lnTo>
                      <a:pt x="88615" y="34741"/>
                    </a:lnTo>
                    <a:cubicBezTo>
                      <a:pt x="86718" y="29908"/>
                      <a:pt x="84613" y="25502"/>
                      <a:pt x="82348" y="21671"/>
                    </a:cubicBezTo>
                    <a:cubicBezTo>
                      <a:pt x="78968" y="15943"/>
                      <a:pt x="75137" y="11294"/>
                      <a:pt x="70962" y="7849"/>
                    </a:cubicBezTo>
                    <a:lnTo>
                      <a:pt x="70962" y="7464"/>
                    </a:lnTo>
                    <a:lnTo>
                      <a:pt x="70488" y="7464"/>
                    </a:lnTo>
                    <a:cubicBezTo>
                      <a:pt x="67814" y="5311"/>
                      <a:pt x="64926" y="3603"/>
                      <a:pt x="61902" y="2388"/>
                    </a:cubicBezTo>
                    <a:cubicBezTo>
                      <a:pt x="57975" y="805"/>
                      <a:pt x="53741" y="0"/>
                      <a:pt x="49256" y="0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1" name="Google Shape;5677;p73"/>
              <p:cNvSpPr/>
              <p:nvPr/>
            </p:nvSpPr>
            <p:spPr>
              <a:xfrm>
                <a:off x="898100" y="1688725"/>
                <a:ext cx="2053800" cy="2798075"/>
              </a:xfrm>
              <a:custGeom>
                <a:avLst/>
                <a:gdLst/>
                <a:ahLst/>
                <a:cxnLst/>
                <a:rect l="l" t="t" r="r" b="b"/>
                <a:pathLst>
                  <a:path w="82152" h="111923" extrusionOk="0">
                    <a:moveTo>
                      <a:pt x="40296" y="1"/>
                    </a:moveTo>
                    <a:cubicBezTo>
                      <a:pt x="38279" y="1"/>
                      <a:pt x="36131" y="140"/>
                      <a:pt x="33842" y="437"/>
                    </a:cubicBezTo>
                    <a:cubicBezTo>
                      <a:pt x="33017" y="543"/>
                      <a:pt x="32181" y="662"/>
                      <a:pt x="31310" y="816"/>
                    </a:cubicBezTo>
                    <a:cubicBezTo>
                      <a:pt x="3392" y="5601"/>
                      <a:pt x="0" y="35120"/>
                      <a:pt x="1394" y="60997"/>
                    </a:cubicBezTo>
                    <a:cubicBezTo>
                      <a:pt x="2728" y="85594"/>
                      <a:pt x="10360" y="110665"/>
                      <a:pt x="31138" y="111922"/>
                    </a:cubicBezTo>
                    <a:cubicBezTo>
                      <a:pt x="34660" y="111922"/>
                      <a:pt x="38188" y="111715"/>
                      <a:pt x="41687" y="111305"/>
                    </a:cubicBezTo>
                    <a:cubicBezTo>
                      <a:pt x="69930" y="108085"/>
                      <a:pt x="80456" y="94773"/>
                      <a:pt x="81695" y="76332"/>
                    </a:cubicBezTo>
                    <a:cubicBezTo>
                      <a:pt x="82151" y="69643"/>
                      <a:pt x="81375" y="62272"/>
                      <a:pt x="79780" y="54469"/>
                    </a:cubicBezTo>
                    <a:cubicBezTo>
                      <a:pt x="77876" y="45117"/>
                      <a:pt x="75332" y="35132"/>
                      <a:pt x="71768" y="25887"/>
                    </a:cubicBezTo>
                    <a:cubicBezTo>
                      <a:pt x="71685" y="25697"/>
                      <a:pt x="71614" y="25508"/>
                      <a:pt x="71549" y="25324"/>
                    </a:cubicBezTo>
                    <a:lnTo>
                      <a:pt x="71525" y="25253"/>
                    </a:lnTo>
                    <a:cubicBezTo>
                      <a:pt x="70150" y="21214"/>
                      <a:pt x="68282" y="16524"/>
                      <a:pt x="65311" y="12290"/>
                    </a:cubicBezTo>
                    <a:cubicBezTo>
                      <a:pt x="60570" y="5573"/>
                      <a:pt x="53049" y="1"/>
                      <a:pt x="40296" y="1"/>
                    </a:cubicBezTo>
                    <a:close/>
                  </a:path>
                </a:pathLst>
              </a:custGeom>
              <a:solidFill>
                <a:srgbClr val="FFBE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2" name="Google Shape;5678;p73"/>
              <p:cNvSpPr/>
              <p:nvPr/>
            </p:nvSpPr>
            <p:spPr>
              <a:xfrm>
                <a:off x="864900" y="1670750"/>
                <a:ext cx="2104500" cy="2834125"/>
              </a:xfrm>
              <a:custGeom>
                <a:avLst/>
                <a:gdLst/>
                <a:ahLst/>
                <a:cxnLst/>
                <a:rect l="l" t="t" r="r" b="b"/>
                <a:pathLst>
                  <a:path w="84180" h="113365" extrusionOk="0">
                    <a:moveTo>
                      <a:pt x="41716" y="1440"/>
                    </a:moveTo>
                    <a:cubicBezTo>
                      <a:pt x="52378" y="1440"/>
                      <a:pt x="60377" y="5389"/>
                      <a:pt x="66046" y="13430"/>
                    </a:cubicBezTo>
                    <a:cubicBezTo>
                      <a:pt x="69100" y="17771"/>
                      <a:pt x="70920" y="22544"/>
                      <a:pt x="72165" y="26203"/>
                    </a:cubicBezTo>
                    <a:lnTo>
                      <a:pt x="72195" y="26280"/>
                    </a:lnTo>
                    <a:cubicBezTo>
                      <a:pt x="72266" y="26488"/>
                      <a:pt x="72343" y="26695"/>
                      <a:pt x="72420" y="26873"/>
                    </a:cubicBezTo>
                    <a:cubicBezTo>
                      <a:pt x="75522" y="34884"/>
                      <a:pt x="78119" y="44194"/>
                      <a:pt x="80396" y="55324"/>
                    </a:cubicBezTo>
                    <a:cubicBezTo>
                      <a:pt x="82104" y="63667"/>
                      <a:pt x="82726" y="70759"/>
                      <a:pt x="82305" y="76997"/>
                    </a:cubicBezTo>
                    <a:cubicBezTo>
                      <a:pt x="80947" y="97218"/>
                      <a:pt x="68068" y="108443"/>
                      <a:pt x="42938" y="111301"/>
                    </a:cubicBezTo>
                    <a:cubicBezTo>
                      <a:pt x="39475" y="111710"/>
                      <a:pt x="35994" y="111918"/>
                      <a:pt x="32507" y="111918"/>
                    </a:cubicBezTo>
                    <a:cubicBezTo>
                      <a:pt x="8664" y="110483"/>
                      <a:pt x="4246" y="76303"/>
                      <a:pt x="3451" y="61681"/>
                    </a:cubicBezTo>
                    <a:cubicBezTo>
                      <a:pt x="1494" y="25402"/>
                      <a:pt x="11083" y="5959"/>
                      <a:pt x="32768" y="2247"/>
                    </a:cubicBezTo>
                    <a:cubicBezTo>
                      <a:pt x="33539" y="2116"/>
                      <a:pt x="34322" y="1998"/>
                      <a:pt x="35259" y="1879"/>
                    </a:cubicBezTo>
                    <a:cubicBezTo>
                      <a:pt x="37399" y="1594"/>
                      <a:pt x="39552" y="1446"/>
                      <a:pt x="41716" y="1440"/>
                    </a:cubicBezTo>
                    <a:close/>
                    <a:moveTo>
                      <a:pt x="41552" y="1"/>
                    </a:moveTo>
                    <a:cubicBezTo>
                      <a:pt x="39480" y="1"/>
                      <a:pt x="37320" y="146"/>
                      <a:pt x="35075" y="438"/>
                    </a:cubicBezTo>
                    <a:cubicBezTo>
                      <a:pt x="34138" y="557"/>
                      <a:pt x="33302" y="681"/>
                      <a:pt x="32525" y="818"/>
                    </a:cubicBezTo>
                    <a:cubicBezTo>
                      <a:pt x="9980" y="4678"/>
                      <a:pt x="0" y="24620"/>
                      <a:pt x="2004" y="61752"/>
                    </a:cubicBezTo>
                    <a:cubicBezTo>
                      <a:pt x="2763" y="75681"/>
                      <a:pt x="5402" y="87606"/>
                      <a:pt x="9654" y="96251"/>
                    </a:cubicBezTo>
                    <a:cubicBezTo>
                      <a:pt x="14937" y="107014"/>
                      <a:pt x="22604" y="112772"/>
                      <a:pt x="32454" y="113364"/>
                    </a:cubicBezTo>
                    <a:lnTo>
                      <a:pt x="32821" y="113364"/>
                    </a:lnTo>
                    <a:cubicBezTo>
                      <a:pt x="36255" y="113353"/>
                      <a:pt x="39688" y="113145"/>
                      <a:pt x="43098" y="112742"/>
                    </a:cubicBezTo>
                    <a:cubicBezTo>
                      <a:pt x="69040" y="109789"/>
                      <a:pt x="82341" y="98131"/>
                      <a:pt x="83746" y="77098"/>
                    </a:cubicBezTo>
                    <a:cubicBezTo>
                      <a:pt x="84179" y="70724"/>
                      <a:pt x="83551" y="63507"/>
                      <a:pt x="81819" y="55039"/>
                    </a:cubicBezTo>
                    <a:cubicBezTo>
                      <a:pt x="79530" y="43820"/>
                      <a:pt x="76897" y="34439"/>
                      <a:pt x="73755" y="26310"/>
                    </a:cubicBezTo>
                    <a:cubicBezTo>
                      <a:pt x="73684" y="26138"/>
                      <a:pt x="73618" y="25966"/>
                      <a:pt x="73541" y="25746"/>
                    </a:cubicBezTo>
                    <a:cubicBezTo>
                      <a:pt x="72260" y="21981"/>
                      <a:pt x="70392" y="17089"/>
                      <a:pt x="67226" y="12594"/>
                    </a:cubicBezTo>
                    <a:cubicBezTo>
                      <a:pt x="61330" y="4222"/>
                      <a:pt x="52709" y="1"/>
                      <a:pt x="41552" y="1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3" name="Google Shape;5679;p73"/>
              <p:cNvSpPr/>
              <p:nvPr/>
            </p:nvSpPr>
            <p:spPr>
              <a:xfrm>
                <a:off x="898100" y="1699625"/>
                <a:ext cx="2042375" cy="2787175"/>
              </a:xfrm>
              <a:custGeom>
                <a:avLst/>
                <a:gdLst/>
                <a:ahLst/>
                <a:cxnLst/>
                <a:rect l="l" t="t" r="r" b="b"/>
                <a:pathLst>
                  <a:path w="81695" h="111487" extrusionOk="0">
                    <a:moveTo>
                      <a:pt x="33842" y="1"/>
                    </a:moveTo>
                    <a:lnTo>
                      <a:pt x="33842" y="1"/>
                    </a:lnTo>
                    <a:cubicBezTo>
                      <a:pt x="33017" y="107"/>
                      <a:pt x="32181" y="226"/>
                      <a:pt x="31310" y="380"/>
                    </a:cubicBezTo>
                    <a:cubicBezTo>
                      <a:pt x="3392" y="5165"/>
                      <a:pt x="0" y="34684"/>
                      <a:pt x="1394" y="60561"/>
                    </a:cubicBezTo>
                    <a:cubicBezTo>
                      <a:pt x="2728" y="85158"/>
                      <a:pt x="10360" y="110229"/>
                      <a:pt x="31138" y="111486"/>
                    </a:cubicBezTo>
                    <a:cubicBezTo>
                      <a:pt x="34660" y="111486"/>
                      <a:pt x="38188" y="111279"/>
                      <a:pt x="41687" y="110869"/>
                    </a:cubicBezTo>
                    <a:cubicBezTo>
                      <a:pt x="69930" y="107649"/>
                      <a:pt x="80456" y="94337"/>
                      <a:pt x="81695" y="75896"/>
                    </a:cubicBezTo>
                    <a:lnTo>
                      <a:pt x="81695" y="75896"/>
                    </a:lnTo>
                    <a:cubicBezTo>
                      <a:pt x="80924" y="77876"/>
                      <a:pt x="80307" y="79714"/>
                      <a:pt x="79928" y="81037"/>
                    </a:cubicBezTo>
                    <a:cubicBezTo>
                      <a:pt x="78107" y="87429"/>
                      <a:pt x="68964" y="102070"/>
                      <a:pt x="53825" y="105029"/>
                    </a:cubicBezTo>
                    <a:cubicBezTo>
                      <a:pt x="50260" y="105725"/>
                      <a:pt x="46500" y="106107"/>
                      <a:pt x="42757" y="106107"/>
                    </a:cubicBezTo>
                    <a:cubicBezTo>
                      <a:pt x="30598" y="106107"/>
                      <a:pt x="18607" y="102076"/>
                      <a:pt x="13983" y="91698"/>
                    </a:cubicBezTo>
                    <a:cubicBezTo>
                      <a:pt x="7934" y="78131"/>
                      <a:pt x="5942" y="58664"/>
                      <a:pt x="7051" y="36724"/>
                    </a:cubicBezTo>
                    <a:cubicBezTo>
                      <a:pt x="8035" y="17422"/>
                      <a:pt x="16865" y="3896"/>
                      <a:pt x="33842" y="1"/>
                    </a:cubicBezTo>
                    <a:close/>
                  </a:path>
                </a:pathLst>
              </a:custGeom>
              <a:solidFill>
                <a:srgbClr val="3D0800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4" name="Google Shape;5680;p73"/>
              <p:cNvSpPr/>
              <p:nvPr/>
            </p:nvSpPr>
            <p:spPr>
              <a:xfrm>
                <a:off x="485100" y="1467025"/>
                <a:ext cx="1149950" cy="2984925"/>
              </a:xfrm>
              <a:custGeom>
                <a:avLst/>
                <a:gdLst/>
                <a:ahLst/>
                <a:cxnLst/>
                <a:rect l="l" t="t" r="r" b="b"/>
                <a:pathLst>
                  <a:path w="45998" h="119397" extrusionOk="0">
                    <a:moveTo>
                      <a:pt x="45997" y="1"/>
                    </a:moveTo>
                    <a:lnTo>
                      <a:pt x="45997" y="1"/>
                    </a:lnTo>
                    <a:cubicBezTo>
                      <a:pt x="4667" y="3321"/>
                      <a:pt x="0" y="54211"/>
                      <a:pt x="3161" y="79483"/>
                    </a:cubicBezTo>
                    <a:cubicBezTo>
                      <a:pt x="5574" y="98826"/>
                      <a:pt x="13828" y="114724"/>
                      <a:pt x="34416" y="119397"/>
                    </a:cubicBezTo>
                    <a:cubicBezTo>
                      <a:pt x="34078" y="119094"/>
                      <a:pt x="33681" y="118875"/>
                      <a:pt x="33254" y="118750"/>
                    </a:cubicBezTo>
                    <a:cubicBezTo>
                      <a:pt x="28647" y="117452"/>
                      <a:pt x="21466" y="114089"/>
                      <a:pt x="13289" y="98631"/>
                    </a:cubicBezTo>
                    <a:cubicBezTo>
                      <a:pt x="5117" y="83178"/>
                      <a:pt x="4092" y="65068"/>
                      <a:pt x="8142" y="41527"/>
                    </a:cubicBezTo>
                    <a:cubicBezTo>
                      <a:pt x="12085" y="18549"/>
                      <a:pt x="28967" y="1554"/>
                      <a:pt x="45997" y="1"/>
                    </a:cubicBezTo>
                    <a:close/>
                  </a:path>
                </a:pathLst>
              </a:custGeom>
              <a:solidFill>
                <a:srgbClr val="3D0800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5" name="Google Shape;5681;p73"/>
              <p:cNvSpPr/>
              <p:nvPr/>
            </p:nvSpPr>
            <p:spPr>
              <a:xfrm>
                <a:off x="702850" y="1506725"/>
                <a:ext cx="1540875" cy="1563600"/>
              </a:xfrm>
              <a:custGeom>
                <a:avLst/>
                <a:gdLst/>
                <a:ahLst/>
                <a:cxnLst/>
                <a:rect l="l" t="t" r="r" b="b"/>
                <a:pathLst>
                  <a:path w="61635" h="62544" extrusionOk="0">
                    <a:moveTo>
                      <a:pt x="46046" y="0"/>
                    </a:moveTo>
                    <a:cubicBezTo>
                      <a:pt x="45510" y="0"/>
                      <a:pt x="44974" y="11"/>
                      <a:pt x="44439" y="32"/>
                    </a:cubicBezTo>
                    <a:cubicBezTo>
                      <a:pt x="31103" y="548"/>
                      <a:pt x="18911" y="7029"/>
                      <a:pt x="11807" y="17388"/>
                    </a:cubicBezTo>
                    <a:cubicBezTo>
                      <a:pt x="1" y="34632"/>
                      <a:pt x="1181" y="60325"/>
                      <a:pt x="1228" y="61405"/>
                    </a:cubicBezTo>
                    <a:cubicBezTo>
                      <a:pt x="1264" y="62045"/>
                      <a:pt x="1792" y="62543"/>
                      <a:pt x="2432" y="62543"/>
                    </a:cubicBezTo>
                    <a:lnTo>
                      <a:pt x="2491" y="62543"/>
                    </a:lnTo>
                    <a:cubicBezTo>
                      <a:pt x="3150" y="62502"/>
                      <a:pt x="3660" y="61938"/>
                      <a:pt x="3624" y="61280"/>
                    </a:cubicBezTo>
                    <a:cubicBezTo>
                      <a:pt x="3612" y="61031"/>
                      <a:pt x="2432" y="35332"/>
                      <a:pt x="13788" y="18740"/>
                    </a:cubicBezTo>
                    <a:cubicBezTo>
                      <a:pt x="20459" y="9003"/>
                      <a:pt x="31950" y="2908"/>
                      <a:pt x="44528" y="2427"/>
                    </a:cubicBezTo>
                    <a:cubicBezTo>
                      <a:pt x="45026" y="2409"/>
                      <a:pt x="45523" y="2399"/>
                      <a:pt x="46018" y="2399"/>
                    </a:cubicBezTo>
                    <a:cubicBezTo>
                      <a:pt x="51543" y="2399"/>
                      <a:pt x="56846" y="3547"/>
                      <a:pt x="61635" y="5724"/>
                    </a:cubicBezTo>
                    <a:cubicBezTo>
                      <a:pt x="59020" y="3601"/>
                      <a:pt x="56150" y="1858"/>
                      <a:pt x="53019" y="595"/>
                    </a:cubicBezTo>
                    <a:cubicBezTo>
                      <a:pt x="50714" y="199"/>
                      <a:pt x="48381" y="0"/>
                      <a:pt x="460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6" name="Google Shape;5682;p73"/>
              <p:cNvSpPr/>
              <p:nvPr/>
            </p:nvSpPr>
            <p:spPr>
              <a:xfrm>
                <a:off x="692625" y="1496925"/>
                <a:ext cx="1617225" cy="1583325"/>
              </a:xfrm>
              <a:custGeom>
                <a:avLst/>
                <a:gdLst/>
                <a:ahLst/>
                <a:cxnLst/>
                <a:rect l="l" t="t" r="r" b="b"/>
                <a:pathLst>
                  <a:path w="64689" h="63333" extrusionOk="0">
                    <a:moveTo>
                      <a:pt x="46556" y="797"/>
                    </a:moveTo>
                    <a:cubicBezTo>
                      <a:pt x="48823" y="797"/>
                      <a:pt x="51089" y="993"/>
                      <a:pt x="53327" y="1372"/>
                    </a:cubicBezTo>
                    <a:cubicBezTo>
                      <a:pt x="55426" y="2232"/>
                      <a:pt x="57431" y="3305"/>
                      <a:pt x="59304" y="4580"/>
                    </a:cubicBezTo>
                    <a:cubicBezTo>
                      <a:pt x="55254" y="3133"/>
                      <a:pt x="50962" y="2397"/>
                      <a:pt x="46509" y="2397"/>
                    </a:cubicBezTo>
                    <a:cubicBezTo>
                      <a:pt x="45981" y="2397"/>
                      <a:pt x="45451" y="2407"/>
                      <a:pt x="44919" y="2428"/>
                    </a:cubicBezTo>
                    <a:cubicBezTo>
                      <a:pt x="32217" y="2908"/>
                      <a:pt x="20607" y="9069"/>
                      <a:pt x="13870" y="18913"/>
                    </a:cubicBezTo>
                    <a:cubicBezTo>
                      <a:pt x="2515" y="35492"/>
                      <a:pt x="3618" y="61441"/>
                      <a:pt x="3636" y="61696"/>
                    </a:cubicBezTo>
                    <a:cubicBezTo>
                      <a:pt x="3624" y="62111"/>
                      <a:pt x="3298" y="62455"/>
                      <a:pt x="2877" y="62473"/>
                    </a:cubicBezTo>
                    <a:cubicBezTo>
                      <a:pt x="2861" y="62474"/>
                      <a:pt x="2846" y="62474"/>
                      <a:pt x="2830" y="62474"/>
                    </a:cubicBezTo>
                    <a:cubicBezTo>
                      <a:pt x="2434" y="62474"/>
                      <a:pt x="2092" y="62184"/>
                      <a:pt x="2041" y="61785"/>
                    </a:cubicBezTo>
                    <a:cubicBezTo>
                      <a:pt x="1981" y="60700"/>
                      <a:pt x="813" y="35160"/>
                      <a:pt x="12554" y="18005"/>
                    </a:cubicBezTo>
                    <a:cubicBezTo>
                      <a:pt x="19581" y="7759"/>
                      <a:pt x="31660" y="1331"/>
                      <a:pt x="44859" y="827"/>
                    </a:cubicBezTo>
                    <a:cubicBezTo>
                      <a:pt x="45393" y="803"/>
                      <a:pt x="45927" y="797"/>
                      <a:pt x="46455" y="797"/>
                    </a:cubicBezTo>
                    <a:cubicBezTo>
                      <a:pt x="46488" y="797"/>
                      <a:pt x="46522" y="797"/>
                      <a:pt x="46556" y="797"/>
                    </a:cubicBezTo>
                    <a:close/>
                    <a:moveTo>
                      <a:pt x="46479" y="0"/>
                    </a:moveTo>
                    <a:cubicBezTo>
                      <a:pt x="45930" y="0"/>
                      <a:pt x="45380" y="11"/>
                      <a:pt x="44830" y="32"/>
                    </a:cubicBezTo>
                    <a:cubicBezTo>
                      <a:pt x="31375" y="542"/>
                      <a:pt x="19059" y="7095"/>
                      <a:pt x="11890" y="17555"/>
                    </a:cubicBezTo>
                    <a:cubicBezTo>
                      <a:pt x="1" y="34929"/>
                      <a:pt x="1187" y="60729"/>
                      <a:pt x="1240" y="61820"/>
                    </a:cubicBezTo>
                    <a:cubicBezTo>
                      <a:pt x="1287" y="62668"/>
                      <a:pt x="1993" y="63332"/>
                      <a:pt x="2841" y="63332"/>
                    </a:cubicBezTo>
                    <a:lnTo>
                      <a:pt x="2924" y="63332"/>
                    </a:lnTo>
                    <a:cubicBezTo>
                      <a:pt x="3802" y="63279"/>
                      <a:pt x="4478" y="62532"/>
                      <a:pt x="4436" y="61648"/>
                    </a:cubicBezTo>
                    <a:cubicBezTo>
                      <a:pt x="4418" y="61399"/>
                      <a:pt x="3221" y="35872"/>
                      <a:pt x="14523" y="19363"/>
                    </a:cubicBezTo>
                    <a:cubicBezTo>
                      <a:pt x="21123" y="9727"/>
                      <a:pt x="32496" y="3697"/>
                      <a:pt x="44948" y="3222"/>
                    </a:cubicBezTo>
                    <a:cubicBezTo>
                      <a:pt x="45459" y="3203"/>
                      <a:pt x="45968" y="3194"/>
                      <a:pt x="46474" y="3194"/>
                    </a:cubicBezTo>
                    <a:cubicBezTo>
                      <a:pt x="51905" y="3194"/>
                      <a:pt x="57077" y="4298"/>
                      <a:pt x="61872" y="6484"/>
                    </a:cubicBezTo>
                    <a:lnTo>
                      <a:pt x="64689" y="7759"/>
                    </a:lnTo>
                    <a:lnTo>
                      <a:pt x="62293" y="5808"/>
                    </a:lnTo>
                    <a:cubicBezTo>
                      <a:pt x="59666" y="3649"/>
                      <a:pt x="56731" y="1900"/>
                      <a:pt x="53588" y="619"/>
                    </a:cubicBezTo>
                    <a:lnTo>
                      <a:pt x="53505" y="596"/>
                    </a:lnTo>
                    <a:cubicBezTo>
                      <a:pt x="51183" y="197"/>
                      <a:pt x="48834" y="0"/>
                      <a:pt x="46479" y="0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7" name="Google Shape;5683;p73"/>
              <p:cNvSpPr/>
              <p:nvPr/>
            </p:nvSpPr>
            <p:spPr>
              <a:xfrm>
                <a:off x="713225" y="2919400"/>
                <a:ext cx="98925" cy="37975"/>
              </a:xfrm>
              <a:custGeom>
                <a:avLst/>
                <a:gdLst/>
                <a:ahLst/>
                <a:cxnLst/>
                <a:rect l="l" t="t" r="r" b="b"/>
                <a:pathLst>
                  <a:path w="3957" h="1519" extrusionOk="0">
                    <a:moveTo>
                      <a:pt x="774" y="0"/>
                    </a:moveTo>
                    <a:cubicBezTo>
                      <a:pt x="412" y="0"/>
                      <a:pt x="98" y="272"/>
                      <a:pt x="54" y="640"/>
                    </a:cubicBezTo>
                    <a:cubicBezTo>
                      <a:pt x="1" y="1037"/>
                      <a:pt x="286" y="1399"/>
                      <a:pt x="683" y="1447"/>
                    </a:cubicBezTo>
                    <a:cubicBezTo>
                      <a:pt x="1078" y="1495"/>
                      <a:pt x="1473" y="1519"/>
                      <a:pt x="1868" y="1519"/>
                    </a:cubicBezTo>
                    <a:cubicBezTo>
                      <a:pt x="1912" y="1519"/>
                      <a:pt x="1955" y="1518"/>
                      <a:pt x="1999" y="1518"/>
                    </a:cubicBezTo>
                    <a:cubicBezTo>
                      <a:pt x="2042" y="1518"/>
                      <a:pt x="2085" y="1519"/>
                      <a:pt x="2128" y="1519"/>
                    </a:cubicBezTo>
                    <a:cubicBezTo>
                      <a:pt x="2511" y="1519"/>
                      <a:pt x="2890" y="1495"/>
                      <a:pt x="3268" y="1452"/>
                    </a:cubicBezTo>
                    <a:cubicBezTo>
                      <a:pt x="3671" y="1405"/>
                      <a:pt x="3956" y="1043"/>
                      <a:pt x="3909" y="646"/>
                    </a:cubicBezTo>
                    <a:cubicBezTo>
                      <a:pt x="3865" y="272"/>
                      <a:pt x="3551" y="0"/>
                      <a:pt x="3184" y="0"/>
                    </a:cubicBezTo>
                    <a:cubicBezTo>
                      <a:pt x="3155" y="0"/>
                      <a:pt x="3126" y="2"/>
                      <a:pt x="3096" y="6"/>
                    </a:cubicBezTo>
                    <a:cubicBezTo>
                      <a:pt x="2726" y="50"/>
                      <a:pt x="2352" y="72"/>
                      <a:pt x="1979" y="72"/>
                    </a:cubicBezTo>
                    <a:cubicBezTo>
                      <a:pt x="1605" y="72"/>
                      <a:pt x="1231" y="50"/>
                      <a:pt x="861" y="6"/>
                    </a:cubicBezTo>
                    <a:cubicBezTo>
                      <a:pt x="832" y="2"/>
                      <a:pt x="803" y="0"/>
                      <a:pt x="774" y="0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8" name="Google Shape;5684;p73"/>
              <p:cNvSpPr/>
              <p:nvPr/>
            </p:nvSpPr>
            <p:spPr>
              <a:xfrm>
                <a:off x="721550" y="2765350"/>
                <a:ext cx="97250" cy="36350"/>
              </a:xfrm>
              <a:custGeom>
                <a:avLst/>
                <a:gdLst/>
                <a:ahLst/>
                <a:cxnLst/>
                <a:rect l="l" t="t" r="r" b="b"/>
                <a:pathLst>
                  <a:path w="3890" h="1454" extrusionOk="0">
                    <a:moveTo>
                      <a:pt x="729" y="1"/>
                    </a:moveTo>
                    <a:cubicBezTo>
                      <a:pt x="326" y="1"/>
                      <a:pt x="0" y="327"/>
                      <a:pt x="0" y="730"/>
                    </a:cubicBezTo>
                    <a:cubicBezTo>
                      <a:pt x="0" y="1127"/>
                      <a:pt x="326" y="1453"/>
                      <a:pt x="729" y="1453"/>
                    </a:cubicBezTo>
                    <a:lnTo>
                      <a:pt x="3167" y="1453"/>
                    </a:lnTo>
                    <a:cubicBezTo>
                      <a:pt x="3570" y="1453"/>
                      <a:pt x="3890" y="1127"/>
                      <a:pt x="3890" y="730"/>
                    </a:cubicBezTo>
                    <a:cubicBezTo>
                      <a:pt x="3890" y="327"/>
                      <a:pt x="3570" y="1"/>
                      <a:pt x="3167" y="1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9" name="Google Shape;5685;p73"/>
              <p:cNvSpPr/>
              <p:nvPr/>
            </p:nvSpPr>
            <p:spPr>
              <a:xfrm>
                <a:off x="736950" y="2599400"/>
                <a:ext cx="99050" cy="47675"/>
              </a:xfrm>
              <a:custGeom>
                <a:avLst/>
                <a:gdLst/>
                <a:ahLst/>
                <a:cxnLst/>
                <a:rect l="l" t="t" r="r" b="b"/>
                <a:pathLst>
                  <a:path w="3962" h="1907" extrusionOk="0">
                    <a:moveTo>
                      <a:pt x="792" y="1"/>
                    </a:moveTo>
                    <a:cubicBezTo>
                      <a:pt x="453" y="1"/>
                      <a:pt x="149" y="242"/>
                      <a:pt x="84" y="596"/>
                    </a:cubicBezTo>
                    <a:cubicBezTo>
                      <a:pt x="1" y="1011"/>
                      <a:pt x="297" y="1409"/>
                      <a:pt x="718" y="1450"/>
                    </a:cubicBezTo>
                    <a:lnTo>
                      <a:pt x="3114" y="1907"/>
                    </a:lnTo>
                    <a:lnTo>
                      <a:pt x="3250" y="1907"/>
                    </a:lnTo>
                    <a:cubicBezTo>
                      <a:pt x="3606" y="1883"/>
                      <a:pt x="3897" y="1604"/>
                      <a:pt x="3932" y="1249"/>
                    </a:cubicBezTo>
                    <a:cubicBezTo>
                      <a:pt x="3962" y="887"/>
                      <a:pt x="3731" y="561"/>
                      <a:pt x="3381" y="472"/>
                    </a:cubicBezTo>
                    <a:lnTo>
                      <a:pt x="985" y="27"/>
                    </a:lnTo>
                    <a:cubicBezTo>
                      <a:pt x="920" y="9"/>
                      <a:pt x="856" y="1"/>
                      <a:pt x="792" y="1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0" name="Google Shape;5686;p73"/>
              <p:cNvSpPr/>
              <p:nvPr/>
            </p:nvSpPr>
            <p:spPr>
              <a:xfrm>
                <a:off x="769275" y="2436400"/>
                <a:ext cx="966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3867" h="2159" extrusionOk="0">
                    <a:moveTo>
                      <a:pt x="807" y="0"/>
                    </a:moveTo>
                    <a:cubicBezTo>
                      <a:pt x="496" y="0"/>
                      <a:pt x="209" y="202"/>
                      <a:pt x="113" y="516"/>
                    </a:cubicBezTo>
                    <a:cubicBezTo>
                      <a:pt x="0" y="878"/>
                      <a:pt x="190" y="1269"/>
                      <a:pt x="546" y="1406"/>
                    </a:cubicBezTo>
                    <a:lnTo>
                      <a:pt x="2882" y="2123"/>
                    </a:lnTo>
                    <a:cubicBezTo>
                      <a:pt x="2947" y="2147"/>
                      <a:pt x="3025" y="2159"/>
                      <a:pt x="3096" y="2159"/>
                    </a:cubicBezTo>
                    <a:cubicBezTo>
                      <a:pt x="3457" y="2159"/>
                      <a:pt x="3766" y="1898"/>
                      <a:pt x="3819" y="1536"/>
                    </a:cubicBezTo>
                    <a:cubicBezTo>
                      <a:pt x="3867" y="1181"/>
                      <a:pt x="3647" y="837"/>
                      <a:pt x="3303" y="736"/>
                    </a:cubicBezTo>
                    <a:lnTo>
                      <a:pt x="967" y="18"/>
                    </a:lnTo>
                    <a:cubicBezTo>
                      <a:pt x="914" y="6"/>
                      <a:pt x="860" y="0"/>
                      <a:pt x="807" y="0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1" name="Google Shape;5687;p73"/>
              <p:cNvSpPr/>
              <p:nvPr/>
            </p:nvSpPr>
            <p:spPr>
              <a:xfrm>
                <a:off x="810200" y="2278475"/>
                <a:ext cx="97125" cy="53725"/>
              </a:xfrm>
              <a:custGeom>
                <a:avLst/>
                <a:gdLst/>
                <a:ahLst/>
                <a:cxnLst/>
                <a:rect l="l" t="t" r="r" b="b"/>
                <a:pathLst>
                  <a:path w="3885" h="2149" extrusionOk="0">
                    <a:moveTo>
                      <a:pt x="795" y="0"/>
                    </a:moveTo>
                    <a:cubicBezTo>
                      <a:pt x="489" y="0"/>
                      <a:pt x="204" y="204"/>
                      <a:pt x="119" y="518"/>
                    </a:cubicBezTo>
                    <a:cubicBezTo>
                      <a:pt x="0" y="898"/>
                      <a:pt x="219" y="1301"/>
                      <a:pt x="599" y="1420"/>
                    </a:cubicBezTo>
                    <a:lnTo>
                      <a:pt x="2917" y="2119"/>
                    </a:lnTo>
                    <a:cubicBezTo>
                      <a:pt x="2989" y="2137"/>
                      <a:pt x="3060" y="2149"/>
                      <a:pt x="3137" y="2149"/>
                    </a:cubicBezTo>
                    <a:cubicBezTo>
                      <a:pt x="3487" y="2137"/>
                      <a:pt x="3783" y="1876"/>
                      <a:pt x="3831" y="1526"/>
                    </a:cubicBezTo>
                    <a:cubicBezTo>
                      <a:pt x="3884" y="1176"/>
                      <a:pt x="3676" y="844"/>
                      <a:pt x="3344" y="732"/>
                    </a:cubicBezTo>
                    <a:lnTo>
                      <a:pt x="1020" y="38"/>
                    </a:lnTo>
                    <a:cubicBezTo>
                      <a:pt x="945" y="12"/>
                      <a:pt x="870" y="0"/>
                      <a:pt x="795" y="0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2" name="Google Shape;5688;p73"/>
              <p:cNvSpPr/>
              <p:nvPr/>
            </p:nvSpPr>
            <p:spPr>
              <a:xfrm>
                <a:off x="866375" y="2122575"/>
                <a:ext cx="102600" cy="60225"/>
              </a:xfrm>
              <a:custGeom>
                <a:avLst/>
                <a:gdLst/>
                <a:ahLst/>
                <a:cxnLst/>
                <a:rect l="l" t="t" r="r" b="b"/>
                <a:pathLst>
                  <a:path w="4104" h="2409" extrusionOk="0">
                    <a:moveTo>
                      <a:pt x="835" y="1"/>
                    </a:moveTo>
                    <a:cubicBezTo>
                      <a:pt x="555" y="1"/>
                      <a:pt x="285" y="165"/>
                      <a:pt x="166" y="445"/>
                    </a:cubicBezTo>
                    <a:cubicBezTo>
                      <a:pt x="0" y="836"/>
                      <a:pt x="202" y="1281"/>
                      <a:pt x="605" y="1417"/>
                    </a:cubicBezTo>
                    <a:lnTo>
                      <a:pt x="2823" y="2348"/>
                    </a:lnTo>
                    <a:cubicBezTo>
                      <a:pt x="2903" y="2386"/>
                      <a:pt x="2987" y="2409"/>
                      <a:pt x="3073" y="2409"/>
                    </a:cubicBezTo>
                    <a:cubicBezTo>
                      <a:pt x="3082" y="2409"/>
                      <a:pt x="3092" y="2408"/>
                      <a:pt x="3102" y="2408"/>
                    </a:cubicBezTo>
                    <a:cubicBezTo>
                      <a:pt x="3890" y="2402"/>
                      <a:pt x="4104" y="1328"/>
                      <a:pt x="3386" y="1014"/>
                    </a:cubicBezTo>
                    <a:lnTo>
                      <a:pt x="1169" y="83"/>
                    </a:lnTo>
                    <a:cubicBezTo>
                      <a:pt x="1062" y="27"/>
                      <a:pt x="948" y="1"/>
                      <a:pt x="835" y="1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3" name="Google Shape;5689;p73"/>
              <p:cNvSpPr/>
              <p:nvPr/>
            </p:nvSpPr>
            <p:spPr>
              <a:xfrm>
                <a:off x="933375" y="1989475"/>
                <a:ext cx="99650" cy="66400"/>
              </a:xfrm>
              <a:custGeom>
                <a:avLst/>
                <a:gdLst/>
                <a:ahLst/>
                <a:cxnLst/>
                <a:rect l="l" t="t" r="r" b="b"/>
                <a:pathLst>
                  <a:path w="3986" h="2656" extrusionOk="0">
                    <a:moveTo>
                      <a:pt x="842" y="1"/>
                    </a:moveTo>
                    <a:cubicBezTo>
                      <a:pt x="591" y="1"/>
                      <a:pt x="345" y="132"/>
                      <a:pt x="208" y="367"/>
                    </a:cubicBezTo>
                    <a:cubicBezTo>
                      <a:pt x="1" y="741"/>
                      <a:pt x="155" y="1215"/>
                      <a:pt x="540" y="1387"/>
                    </a:cubicBezTo>
                    <a:lnTo>
                      <a:pt x="2633" y="2567"/>
                    </a:lnTo>
                    <a:cubicBezTo>
                      <a:pt x="2740" y="2626"/>
                      <a:pt x="2865" y="2656"/>
                      <a:pt x="2989" y="2656"/>
                    </a:cubicBezTo>
                    <a:cubicBezTo>
                      <a:pt x="3730" y="2650"/>
                      <a:pt x="3985" y="1666"/>
                      <a:pt x="3345" y="1298"/>
                    </a:cubicBezTo>
                    <a:lnTo>
                      <a:pt x="1252" y="130"/>
                    </a:lnTo>
                    <a:cubicBezTo>
                      <a:pt x="1126" y="42"/>
                      <a:pt x="983" y="1"/>
                      <a:pt x="842" y="1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4" name="Google Shape;5690;p73"/>
              <p:cNvSpPr/>
              <p:nvPr/>
            </p:nvSpPr>
            <p:spPr>
              <a:xfrm>
                <a:off x="1034175" y="1852325"/>
                <a:ext cx="86175" cy="7697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079" extrusionOk="0">
                    <a:moveTo>
                      <a:pt x="792" y="0"/>
                    </a:moveTo>
                    <a:cubicBezTo>
                      <a:pt x="601" y="0"/>
                      <a:pt x="410" y="77"/>
                      <a:pt x="268" y="226"/>
                    </a:cubicBezTo>
                    <a:cubicBezTo>
                      <a:pt x="7" y="498"/>
                      <a:pt x="1" y="919"/>
                      <a:pt x="244" y="1204"/>
                    </a:cubicBezTo>
                    <a:lnTo>
                      <a:pt x="1976" y="2870"/>
                    </a:lnTo>
                    <a:cubicBezTo>
                      <a:pt x="2101" y="3002"/>
                      <a:pt x="2277" y="3078"/>
                      <a:pt x="2459" y="3078"/>
                    </a:cubicBezTo>
                    <a:cubicBezTo>
                      <a:pt x="2466" y="3078"/>
                      <a:pt x="2473" y="3078"/>
                      <a:pt x="2480" y="3078"/>
                    </a:cubicBezTo>
                    <a:cubicBezTo>
                      <a:pt x="3126" y="3078"/>
                      <a:pt x="3446" y="2289"/>
                      <a:pt x="2978" y="1833"/>
                    </a:cubicBezTo>
                    <a:lnTo>
                      <a:pt x="1246" y="160"/>
                    </a:lnTo>
                    <a:cubicBezTo>
                      <a:pt x="1112" y="53"/>
                      <a:pt x="952" y="0"/>
                      <a:pt x="792" y="0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5" name="Google Shape;5691;p73"/>
              <p:cNvSpPr/>
              <p:nvPr/>
            </p:nvSpPr>
            <p:spPr>
              <a:xfrm>
                <a:off x="1131725" y="1747075"/>
                <a:ext cx="83925" cy="79925"/>
              </a:xfrm>
              <a:custGeom>
                <a:avLst/>
                <a:gdLst/>
                <a:ahLst/>
                <a:cxnLst/>
                <a:rect l="l" t="t" r="r" b="b"/>
                <a:pathLst>
                  <a:path w="3357" h="3197" extrusionOk="0">
                    <a:moveTo>
                      <a:pt x="818" y="1"/>
                    </a:moveTo>
                    <a:cubicBezTo>
                      <a:pt x="632" y="1"/>
                      <a:pt x="446" y="71"/>
                      <a:pt x="303" y="214"/>
                    </a:cubicBezTo>
                    <a:cubicBezTo>
                      <a:pt x="1" y="516"/>
                      <a:pt x="24" y="1014"/>
                      <a:pt x="356" y="1287"/>
                    </a:cubicBezTo>
                    <a:lnTo>
                      <a:pt x="2046" y="2983"/>
                    </a:lnTo>
                    <a:cubicBezTo>
                      <a:pt x="2177" y="3119"/>
                      <a:pt x="2361" y="3196"/>
                      <a:pt x="2556" y="3196"/>
                    </a:cubicBezTo>
                    <a:cubicBezTo>
                      <a:pt x="2563" y="3196"/>
                      <a:pt x="2570" y="3197"/>
                      <a:pt x="2577" y="3197"/>
                    </a:cubicBezTo>
                    <a:cubicBezTo>
                      <a:pt x="2759" y="3197"/>
                      <a:pt x="2935" y="3120"/>
                      <a:pt x="3066" y="2989"/>
                    </a:cubicBezTo>
                    <a:cubicBezTo>
                      <a:pt x="3357" y="2710"/>
                      <a:pt x="3357" y="2248"/>
                      <a:pt x="3072" y="1957"/>
                    </a:cubicBezTo>
                    <a:lnTo>
                      <a:pt x="1376" y="261"/>
                    </a:lnTo>
                    <a:cubicBezTo>
                      <a:pt x="1232" y="89"/>
                      <a:pt x="1025" y="1"/>
                      <a:pt x="818" y="1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6" name="Google Shape;5692;p73"/>
              <p:cNvSpPr/>
              <p:nvPr/>
            </p:nvSpPr>
            <p:spPr>
              <a:xfrm>
                <a:off x="1262175" y="1651650"/>
                <a:ext cx="74750" cy="85675"/>
              </a:xfrm>
              <a:custGeom>
                <a:avLst/>
                <a:gdLst/>
                <a:ahLst/>
                <a:cxnLst/>
                <a:rect l="l" t="t" r="r" b="b"/>
                <a:pathLst>
                  <a:path w="2990" h="3427" extrusionOk="0">
                    <a:moveTo>
                      <a:pt x="828" y="1"/>
                    </a:moveTo>
                    <a:cubicBezTo>
                      <a:pt x="688" y="1"/>
                      <a:pt x="547" y="40"/>
                      <a:pt x="422" y="123"/>
                    </a:cubicBezTo>
                    <a:cubicBezTo>
                      <a:pt x="90" y="348"/>
                      <a:pt x="1" y="799"/>
                      <a:pt x="226" y="1131"/>
                    </a:cubicBezTo>
                    <a:lnTo>
                      <a:pt x="1566" y="3111"/>
                    </a:lnTo>
                    <a:cubicBezTo>
                      <a:pt x="1703" y="3307"/>
                      <a:pt x="1928" y="3426"/>
                      <a:pt x="2171" y="3426"/>
                    </a:cubicBezTo>
                    <a:cubicBezTo>
                      <a:pt x="2179" y="3426"/>
                      <a:pt x="2187" y="3426"/>
                      <a:pt x="2195" y="3426"/>
                    </a:cubicBezTo>
                    <a:cubicBezTo>
                      <a:pt x="2329" y="3426"/>
                      <a:pt x="2463" y="3380"/>
                      <a:pt x="2580" y="3301"/>
                    </a:cubicBezTo>
                    <a:cubicBezTo>
                      <a:pt x="2906" y="3076"/>
                      <a:pt x="2990" y="2631"/>
                      <a:pt x="2770" y="2299"/>
                    </a:cubicBezTo>
                    <a:lnTo>
                      <a:pt x="1430" y="313"/>
                    </a:lnTo>
                    <a:cubicBezTo>
                      <a:pt x="1286" y="109"/>
                      <a:pt x="1059" y="1"/>
                      <a:pt x="828" y="1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7" name="Google Shape;5693;p73"/>
              <p:cNvSpPr/>
              <p:nvPr/>
            </p:nvSpPr>
            <p:spPr>
              <a:xfrm>
                <a:off x="1401825" y="1579475"/>
                <a:ext cx="63175" cy="90375"/>
              </a:xfrm>
              <a:custGeom>
                <a:avLst/>
                <a:gdLst/>
                <a:ahLst/>
                <a:cxnLst/>
                <a:rect l="l" t="t" r="r" b="b"/>
                <a:pathLst>
                  <a:path w="2527" h="3615" extrusionOk="0">
                    <a:moveTo>
                      <a:pt x="814" y="1"/>
                    </a:moveTo>
                    <a:cubicBezTo>
                      <a:pt x="721" y="1"/>
                      <a:pt x="626" y="19"/>
                      <a:pt x="534" y="57"/>
                    </a:cubicBezTo>
                    <a:cubicBezTo>
                      <a:pt x="179" y="199"/>
                      <a:pt x="1" y="591"/>
                      <a:pt x="119" y="958"/>
                    </a:cubicBezTo>
                    <a:lnTo>
                      <a:pt x="1038" y="3170"/>
                    </a:lnTo>
                    <a:cubicBezTo>
                      <a:pt x="1151" y="3443"/>
                      <a:pt x="1412" y="3615"/>
                      <a:pt x="1709" y="3615"/>
                    </a:cubicBezTo>
                    <a:cubicBezTo>
                      <a:pt x="1803" y="3615"/>
                      <a:pt x="1898" y="3597"/>
                      <a:pt x="1987" y="3567"/>
                    </a:cubicBezTo>
                    <a:cubicBezTo>
                      <a:pt x="2349" y="3407"/>
                      <a:pt x="2527" y="2986"/>
                      <a:pt x="2379" y="2619"/>
                    </a:cubicBezTo>
                    <a:lnTo>
                      <a:pt x="1459" y="407"/>
                    </a:lnTo>
                    <a:cubicBezTo>
                      <a:pt x="1336" y="151"/>
                      <a:pt x="1082" y="1"/>
                      <a:pt x="814" y="1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8" name="Google Shape;5694;p73"/>
              <p:cNvSpPr/>
              <p:nvPr/>
            </p:nvSpPr>
            <p:spPr>
              <a:xfrm>
                <a:off x="1537325" y="1529850"/>
                <a:ext cx="61100" cy="92600"/>
              </a:xfrm>
              <a:custGeom>
                <a:avLst/>
                <a:gdLst/>
                <a:ahLst/>
                <a:cxnLst/>
                <a:rect l="l" t="t" r="r" b="b"/>
                <a:pathLst>
                  <a:path w="2444" h="3704" extrusionOk="0">
                    <a:moveTo>
                      <a:pt x="817" y="0"/>
                    </a:moveTo>
                    <a:cubicBezTo>
                      <a:pt x="735" y="0"/>
                      <a:pt x="652" y="14"/>
                      <a:pt x="570" y="44"/>
                    </a:cubicBezTo>
                    <a:cubicBezTo>
                      <a:pt x="190" y="180"/>
                      <a:pt x="1" y="595"/>
                      <a:pt x="131" y="975"/>
                    </a:cubicBezTo>
                    <a:lnTo>
                      <a:pt x="949" y="3228"/>
                    </a:lnTo>
                    <a:cubicBezTo>
                      <a:pt x="1049" y="3514"/>
                      <a:pt x="1315" y="3702"/>
                      <a:pt x="1617" y="3702"/>
                    </a:cubicBezTo>
                    <a:cubicBezTo>
                      <a:pt x="1622" y="3702"/>
                      <a:pt x="1627" y="3702"/>
                      <a:pt x="1631" y="3702"/>
                    </a:cubicBezTo>
                    <a:cubicBezTo>
                      <a:pt x="1645" y="3703"/>
                      <a:pt x="1659" y="3704"/>
                      <a:pt x="1673" y="3704"/>
                    </a:cubicBezTo>
                    <a:cubicBezTo>
                      <a:pt x="1742" y="3704"/>
                      <a:pt x="1810" y="3691"/>
                      <a:pt x="1874" y="3667"/>
                    </a:cubicBezTo>
                    <a:cubicBezTo>
                      <a:pt x="2254" y="3530"/>
                      <a:pt x="2444" y="3109"/>
                      <a:pt x="2313" y="2736"/>
                    </a:cubicBezTo>
                    <a:lnTo>
                      <a:pt x="1495" y="482"/>
                    </a:lnTo>
                    <a:cubicBezTo>
                      <a:pt x="1388" y="185"/>
                      <a:pt x="1113" y="0"/>
                      <a:pt x="817" y="0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9" name="Google Shape;5695;p73"/>
              <p:cNvSpPr/>
              <p:nvPr/>
            </p:nvSpPr>
            <p:spPr>
              <a:xfrm>
                <a:off x="1689875" y="1499400"/>
                <a:ext cx="64050" cy="94850"/>
              </a:xfrm>
              <a:custGeom>
                <a:avLst/>
                <a:gdLst/>
                <a:ahLst/>
                <a:cxnLst/>
                <a:rect l="l" t="t" r="r" b="b"/>
                <a:pathLst>
                  <a:path w="2562" h="3794" extrusionOk="0">
                    <a:moveTo>
                      <a:pt x="814" y="0"/>
                    </a:moveTo>
                    <a:cubicBezTo>
                      <a:pt x="724" y="0"/>
                      <a:pt x="633" y="17"/>
                      <a:pt x="546" y="52"/>
                    </a:cubicBezTo>
                    <a:cubicBezTo>
                      <a:pt x="184" y="194"/>
                      <a:pt x="0" y="591"/>
                      <a:pt x="125" y="959"/>
                    </a:cubicBezTo>
                    <a:lnTo>
                      <a:pt x="1068" y="3337"/>
                    </a:lnTo>
                    <a:cubicBezTo>
                      <a:pt x="1173" y="3611"/>
                      <a:pt x="1433" y="3794"/>
                      <a:pt x="1724" y="3794"/>
                    </a:cubicBezTo>
                    <a:cubicBezTo>
                      <a:pt x="1728" y="3794"/>
                      <a:pt x="1733" y="3794"/>
                      <a:pt x="1738" y="3794"/>
                    </a:cubicBezTo>
                    <a:cubicBezTo>
                      <a:pt x="1833" y="3794"/>
                      <a:pt x="1922" y="3776"/>
                      <a:pt x="2005" y="3746"/>
                    </a:cubicBezTo>
                    <a:cubicBezTo>
                      <a:pt x="2378" y="3598"/>
                      <a:pt x="2562" y="3177"/>
                      <a:pt x="2414" y="2809"/>
                    </a:cubicBezTo>
                    <a:lnTo>
                      <a:pt x="1471" y="425"/>
                    </a:lnTo>
                    <a:cubicBezTo>
                      <a:pt x="1350" y="157"/>
                      <a:pt x="1088" y="0"/>
                      <a:pt x="814" y="0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0" name="Google Shape;5696;p73"/>
              <p:cNvSpPr/>
              <p:nvPr/>
            </p:nvSpPr>
            <p:spPr>
              <a:xfrm>
                <a:off x="1843900" y="1487400"/>
                <a:ext cx="62425" cy="98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3930" extrusionOk="0">
                    <a:moveTo>
                      <a:pt x="836" y="0"/>
                    </a:moveTo>
                    <a:cubicBezTo>
                      <a:pt x="758" y="0"/>
                      <a:pt x="678" y="13"/>
                      <a:pt x="599" y="40"/>
                    </a:cubicBezTo>
                    <a:cubicBezTo>
                      <a:pt x="202" y="176"/>
                      <a:pt x="0" y="627"/>
                      <a:pt x="166" y="1012"/>
                    </a:cubicBezTo>
                    <a:lnTo>
                      <a:pt x="997" y="3437"/>
                    </a:lnTo>
                    <a:cubicBezTo>
                      <a:pt x="1097" y="3728"/>
                      <a:pt x="1370" y="3924"/>
                      <a:pt x="1678" y="3930"/>
                    </a:cubicBezTo>
                    <a:cubicBezTo>
                      <a:pt x="1761" y="3930"/>
                      <a:pt x="1839" y="3912"/>
                      <a:pt x="1916" y="3882"/>
                    </a:cubicBezTo>
                    <a:cubicBezTo>
                      <a:pt x="2295" y="3752"/>
                      <a:pt x="2497" y="3343"/>
                      <a:pt x="2366" y="2963"/>
                    </a:cubicBezTo>
                    <a:lnTo>
                      <a:pt x="1536" y="544"/>
                    </a:lnTo>
                    <a:cubicBezTo>
                      <a:pt x="1450" y="214"/>
                      <a:pt x="1157" y="0"/>
                      <a:pt x="836" y="0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1" name="Google Shape;5697;p73"/>
              <p:cNvSpPr/>
              <p:nvPr/>
            </p:nvSpPr>
            <p:spPr>
              <a:xfrm>
                <a:off x="1975400" y="1498525"/>
                <a:ext cx="98300" cy="106550"/>
              </a:xfrm>
              <a:custGeom>
                <a:avLst/>
                <a:gdLst/>
                <a:ahLst/>
                <a:cxnLst/>
                <a:rect l="l" t="t" r="r" b="b"/>
                <a:pathLst>
                  <a:path w="3932" h="4262" extrusionOk="0">
                    <a:moveTo>
                      <a:pt x="815" y="0"/>
                    </a:moveTo>
                    <a:cubicBezTo>
                      <a:pt x="661" y="0"/>
                      <a:pt x="505" y="50"/>
                      <a:pt x="374" y="152"/>
                    </a:cubicBezTo>
                    <a:cubicBezTo>
                      <a:pt x="59" y="395"/>
                      <a:pt x="0" y="846"/>
                      <a:pt x="243" y="1160"/>
                    </a:cubicBezTo>
                    <a:lnTo>
                      <a:pt x="2425" y="3977"/>
                    </a:lnTo>
                    <a:cubicBezTo>
                      <a:pt x="2556" y="4155"/>
                      <a:pt x="2769" y="4261"/>
                      <a:pt x="2995" y="4261"/>
                    </a:cubicBezTo>
                    <a:cubicBezTo>
                      <a:pt x="3593" y="4255"/>
                      <a:pt x="3931" y="3568"/>
                      <a:pt x="3564" y="3087"/>
                    </a:cubicBezTo>
                    <a:lnTo>
                      <a:pt x="1388" y="283"/>
                    </a:lnTo>
                    <a:cubicBezTo>
                      <a:pt x="1243" y="96"/>
                      <a:pt x="1030" y="0"/>
                      <a:pt x="815" y="0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2" name="Google Shape;5698;p73"/>
              <p:cNvSpPr/>
              <p:nvPr/>
            </p:nvSpPr>
            <p:spPr>
              <a:xfrm>
                <a:off x="732200" y="3051475"/>
                <a:ext cx="60675" cy="85550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3422" extrusionOk="0">
                    <a:moveTo>
                      <a:pt x="303" y="0"/>
                    </a:moveTo>
                    <a:lnTo>
                      <a:pt x="1" y="3422"/>
                    </a:lnTo>
                    <a:lnTo>
                      <a:pt x="2201" y="3422"/>
                    </a:lnTo>
                    <a:lnTo>
                      <a:pt x="242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3" name="Google Shape;5699;p73"/>
              <p:cNvSpPr/>
              <p:nvPr/>
            </p:nvSpPr>
            <p:spPr>
              <a:xfrm>
                <a:off x="721975" y="3041525"/>
                <a:ext cx="80975" cy="105425"/>
              </a:xfrm>
              <a:custGeom>
                <a:avLst/>
                <a:gdLst/>
                <a:ahLst/>
                <a:cxnLst/>
                <a:rect l="l" t="t" r="r" b="b"/>
                <a:pathLst>
                  <a:path w="3239" h="4217" extrusionOk="0">
                    <a:moveTo>
                      <a:pt x="2408" y="801"/>
                    </a:moveTo>
                    <a:lnTo>
                      <a:pt x="2230" y="3416"/>
                    </a:lnTo>
                    <a:lnTo>
                      <a:pt x="843" y="3416"/>
                    </a:lnTo>
                    <a:lnTo>
                      <a:pt x="1080" y="801"/>
                    </a:lnTo>
                    <a:close/>
                    <a:moveTo>
                      <a:pt x="712" y="1"/>
                    </a:moveTo>
                    <a:cubicBezTo>
                      <a:pt x="505" y="1"/>
                      <a:pt x="333" y="155"/>
                      <a:pt x="321" y="363"/>
                    </a:cubicBezTo>
                    <a:lnTo>
                      <a:pt x="13" y="3778"/>
                    </a:lnTo>
                    <a:cubicBezTo>
                      <a:pt x="1" y="3891"/>
                      <a:pt x="42" y="4003"/>
                      <a:pt x="119" y="4092"/>
                    </a:cubicBezTo>
                    <a:cubicBezTo>
                      <a:pt x="191" y="4169"/>
                      <a:pt x="297" y="4217"/>
                      <a:pt x="410" y="4217"/>
                    </a:cubicBezTo>
                    <a:lnTo>
                      <a:pt x="2610" y="4217"/>
                    </a:lnTo>
                    <a:cubicBezTo>
                      <a:pt x="2817" y="4217"/>
                      <a:pt x="2989" y="4057"/>
                      <a:pt x="3001" y="3849"/>
                    </a:cubicBezTo>
                    <a:lnTo>
                      <a:pt x="3233" y="422"/>
                    </a:lnTo>
                    <a:cubicBezTo>
                      <a:pt x="3238" y="315"/>
                      <a:pt x="3203" y="208"/>
                      <a:pt x="3126" y="125"/>
                    </a:cubicBezTo>
                    <a:cubicBezTo>
                      <a:pt x="3055" y="42"/>
                      <a:pt x="2948" y="1"/>
                      <a:pt x="2841" y="1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4" name="Google Shape;5700;p73"/>
              <p:cNvSpPr/>
              <p:nvPr/>
            </p:nvSpPr>
            <p:spPr>
              <a:xfrm>
                <a:off x="702125" y="3125575"/>
                <a:ext cx="102150" cy="267675"/>
              </a:xfrm>
              <a:custGeom>
                <a:avLst/>
                <a:gdLst/>
                <a:ahLst/>
                <a:cxnLst/>
                <a:rect l="l" t="t" r="r" b="b"/>
                <a:pathLst>
                  <a:path w="4086" h="10707" extrusionOk="0">
                    <a:moveTo>
                      <a:pt x="1299" y="1"/>
                    </a:moveTo>
                    <a:cubicBezTo>
                      <a:pt x="949" y="1"/>
                      <a:pt x="658" y="274"/>
                      <a:pt x="641" y="618"/>
                    </a:cubicBezTo>
                    <a:lnTo>
                      <a:pt x="125" y="8291"/>
                    </a:lnTo>
                    <a:lnTo>
                      <a:pt x="24" y="9815"/>
                    </a:lnTo>
                    <a:cubicBezTo>
                      <a:pt x="0" y="10176"/>
                      <a:pt x="273" y="10491"/>
                      <a:pt x="629" y="10520"/>
                    </a:cubicBezTo>
                    <a:lnTo>
                      <a:pt x="2941" y="10704"/>
                    </a:lnTo>
                    <a:cubicBezTo>
                      <a:pt x="2959" y="10706"/>
                      <a:pt x="2977" y="10706"/>
                      <a:pt x="2995" y="10706"/>
                    </a:cubicBezTo>
                    <a:cubicBezTo>
                      <a:pt x="3346" y="10706"/>
                      <a:pt x="3642" y="10431"/>
                      <a:pt x="3665" y="10076"/>
                    </a:cubicBezTo>
                    <a:lnTo>
                      <a:pt x="3730" y="8682"/>
                    </a:lnTo>
                    <a:lnTo>
                      <a:pt x="4068" y="689"/>
                    </a:lnTo>
                    <a:cubicBezTo>
                      <a:pt x="4086" y="315"/>
                      <a:pt x="3783" y="1"/>
                      <a:pt x="34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5" name="Google Shape;5701;p73"/>
              <p:cNvSpPr/>
              <p:nvPr/>
            </p:nvSpPr>
            <p:spPr>
              <a:xfrm>
                <a:off x="692025" y="3115950"/>
                <a:ext cx="122350" cy="287475"/>
              </a:xfrm>
              <a:custGeom>
                <a:avLst/>
                <a:gdLst/>
                <a:ahLst/>
                <a:cxnLst/>
                <a:rect l="l" t="t" r="r" b="b"/>
                <a:pathLst>
                  <a:path w="4894" h="11499" extrusionOk="0">
                    <a:moveTo>
                      <a:pt x="1692" y="789"/>
                    </a:moveTo>
                    <a:cubicBezTo>
                      <a:pt x="1696" y="789"/>
                      <a:pt x="1699" y="789"/>
                      <a:pt x="1703" y="789"/>
                    </a:cubicBezTo>
                    <a:lnTo>
                      <a:pt x="3814" y="789"/>
                    </a:lnTo>
                    <a:cubicBezTo>
                      <a:pt x="3885" y="789"/>
                      <a:pt x="3956" y="819"/>
                      <a:pt x="4010" y="866"/>
                    </a:cubicBezTo>
                    <a:cubicBezTo>
                      <a:pt x="4051" y="920"/>
                      <a:pt x="4075" y="991"/>
                      <a:pt x="4075" y="1062"/>
                    </a:cubicBezTo>
                    <a:lnTo>
                      <a:pt x="3666" y="10437"/>
                    </a:lnTo>
                    <a:cubicBezTo>
                      <a:pt x="3666" y="10508"/>
                      <a:pt x="3636" y="10579"/>
                      <a:pt x="3577" y="10621"/>
                    </a:cubicBezTo>
                    <a:cubicBezTo>
                      <a:pt x="3529" y="10669"/>
                      <a:pt x="3466" y="10693"/>
                      <a:pt x="3398" y="10693"/>
                    </a:cubicBezTo>
                    <a:cubicBezTo>
                      <a:pt x="3390" y="10693"/>
                      <a:pt x="3383" y="10693"/>
                      <a:pt x="3375" y="10692"/>
                    </a:cubicBezTo>
                    <a:lnTo>
                      <a:pt x="1068" y="10502"/>
                    </a:lnTo>
                    <a:cubicBezTo>
                      <a:pt x="926" y="10496"/>
                      <a:pt x="819" y="10372"/>
                      <a:pt x="825" y="10229"/>
                    </a:cubicBezTo>
                    <a:lnTo>
                      <a:pt x="1442" y="1032"/>
                    </a:lnTo>
                    <a:cubicBezTo>
                      <a:pt x="1448" y="899"/>
                      <a:pt x="1555" y="789"/>
                      <a:pt x="1692" y="789"/>
                    </a:cubicBezTo>
                    <a:close/>
                    <a:moveTo>
                      <a:pt x="1691" y="0"/>
                    </a:moveTo>
                    <a:cubicBezTo>
                      <a:pt x="1133" y="0"/>
                      <a:pt x="677" y="431"/>
                      <a:pt x="641" y="985"/>
                    </a:cubicBezTo>
                    <a:lnTo>
                      <a:pt x="37" y="10188"/>
                    </a:lnTo>
                    <a:cubicBezTo>
                      <a:pt x="1" y="10763"/>
                      <a:pt x="428" y="11261"/>
                      <a:pt x="1003" y="11315"/>
                    </a:cubicBezTo>
                    <a:lnTo>
                      <a:pt x="3316" y="11492"/>
                    </a:lnTo>
                    <a:lnTo>
                      <a:pt x="3405" y="11492"/>
                    </a:lnTo>
                    <a:lnTo>
                      <a:pt x="3405" y="11498"/>
                    </a:lnTo>
                    <a:cubicBezTo>
                      <a:pt x="3974" y="11492"/>
                      <a:pt x="4436" y="11048"/>
                      <a:pt x="4466" y="10484"/>
                    </a:cubicBezTo>
                    <a:lnTo>
                      <a:pt x="4875" y="1098"/>
                    </a:lnTo>
                    <a:cubicBezTo>
                      <a:pt x="4893" y="499"/>
                      <a:pt x="4413" y="1"/>
                      <a:pt x="3814" y="1"/>
                    </a:cubicBezTo>
                    <a:lnTo>
                      <a:pt x="1703" y="1"/>
                    </a:lnTo>
                    <a:cubicBezTo>
                      <a:pt x="1699" y="1"/>
                      <a:pt x="1695" y="0"/>
                      <a:pt x="1691" y="0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6" name="Google Shape;5702;p73"/>
              <p:cNvSpPr/>
              <p:nvPr/>
            </p:nvSpPr>
            <p:spPr>
              <a:xfrm>
                <a:off x="702125" y="3332825"/>
                <a:ext cx="93275" cy="60425"/>
              </a:xfrm>
              <a:custGeom>
                <a:avLst/>
                <a:gdLst/>
                <a:ahLst/>
                <a:cxnLst/>
                <a:rect l="l" t="t" r="r" b="b"/>
                <a:pathLst>
                  <a:path w="3731" h="2417" extrusionOk="0">
                    <a:moveTo>
                      <a:pt x="125" y="1"/>
                    </a:moveTo>
                    <a:lnTo>
                      <a:pt x="24" y="1525"/>
                    </a:lnTo>
                    <a:cubicBezTo>
                      <a:pt x="0" y="1886"/>
                      <a:pt x="273" y="2201"/>
                      <a:pt x="629" y="2230"/>
                    </a:cubicBezTo>
                    <a:lnTo>
                      <a:pt x="2941" y="2414"/>
                    </a:lnTo>
                    <a:cubicBezTo>
                      <a:pt x="2959" y="2416"/>
                      <a:pt x="2977" y="2416"/>
                      <a:pt x="2995" y="2416"/>
                    </a:cubicBezTo>
                    <a:cubicBezTo>
                      <a:pt x="3346" y="2416"/>
                      <a:pt x="3642" y="2141"/>
                      <a:pt x="3665" y="1786"/>
                    </a:cubicBezTo>
                    <a:lnTo>
                      <a:pt x="3730" y="392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7" name="Google Shape;5703;p73"/>
              <p:cNvSpPr/>
              <p:nvPr/>
            </p:nvSpPr>
            <p:spPr>
              <a:xfrm>
                <a:off x="692025" y="3322875"/>
                <a:ext cx="113450" cy="80550"/>
              </a:xfrm>
              <a:custGeom>
                <a:avLst/>
                <a:gdLst/>
                <a:ahLst/>
                <a:cxnLst/>
                <a:rect l="l" t="t" r="r" b="b"/>
                <a:pathLst>
                  <a:path w="4538" h="3222" extrusionOk="0">
                    <a:moveTo>
                      <a:pt x="902" y="838"/>
                    </a:moveTo>
                    <a:lnTo>
                      <a:pt x="3719" y="1146"/>
                    </a:lnTo>
                    <a:lnTo>
                      <a:pt x="3666" y="2160"/>
                    </a:lnTo>
                    <a:cubicBezTo>
                      <a:pt x="3666" y="2231"/>
                      <a:pt x="3636" y="2302"/>
                      <a:pt x="3577" y="2344"/>
                    </a:cubicBezTo>
                    <a:cubicBezTo>
                      <a:pt x="3529" y="2392"/>
                      <a:pt x="3466" y="2416"/>
                      <a:pt x="3398" y="2416"/>
                    </a:cubicBezTo>
                    <a:cubicBezTo>
                      <a:pt x="3390" y="2416"/>
                      <a:pt x="3383" y="2416"/>
                      <a:pt x="3375" y="2415"/>
                    </a:cubicBezTo>
                    <a:lnTo>
                      <a:pt x="1074" y="2231"/>
                    </a:lnTo>
                    <a:cubicBezTo>
                      <a:pt x="926" y="2219"/>
                      <a:pt x="819" y="2095"/>
                      <a:pt x="825" y="1952"/>
                    </a:cubicBezTo>
                    <a:lnTo>
                      <a:pt x="902" y="838"/>
                    </a:lnTo>
                    <a:close/>
                    <a:moveTo>
                      <a:pt x="549" y="1"/>
                    </a:moveTo>
                    <a:cubicBezTo>
                      <a:pt x="452" y="1"/>
                      <a:pt x="356" y="31"/>
                      <a:pt x="280" y="90"/>
                    </a:cubicBezTo>
                    <a:cubicBezTo>
                      <a:pt x="197" y="168"/>
                      <a:pt x="143" y="268"/>
                      <a:pt x="137" y="375"/>
                    </a:cubicBezTo>
                    <a:lnTo>
                      <a:pt x="37" y="1911"/>
                    </a:lnTo>
                    <a:cubicBezTo>
                      <a:pt x="1" y="2486"/>
                      <a:pt x="428" y="2984"/>
                      <a:pt x="1003" y="3038"/>
                    </a:cubicBezTo>
                    <a:lnTo>
                      <a:pt x="3316" y="3215"/>
                    </a:lnTo>
                    <a:lnTo>
                      <a:pt x="3405" y="3215"/>
                    </a:lnTo>
                    <a:lnTo>
                      <a:pt x="3405" y="3221"/>
                    </a:lnTo>
                    <a:cubicBezTo>
                      <a:pt x="3974" y="3215"/>
                      <a:pt x="4436" y="2771"/>
                      <a:pt x="4466" y="2207"/>
                    </a:cubicBezTo>
                    <a:lnTo>
                      <a:pt x="4525" y="820"/>
                    </a:lnTo>
                    <a:cubicBezTo>
                      <a:pt x="4537" y="612"/>
                      <a:pt x="4383" y="428"/>
                      <a:pt x="4176" y="405"/>
                    </a:cubicBezTo>
                    <a:lnTo>
                      <a:pt x="576" y="1"/>
                    </a:lnTo>
                    <a:cubicBezTo>
                      <a:pt x="567" y="1"/>
                      <a:pt x="558" y="1"/>
                      <a:pt x="549" y="1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8" name="Google Shape;5704;p73"/>
              <p:cNvSpPr/>
              <p:nvPr/>
            </p:nvSpPr>
            <p:spPr>
              <a:xfrm>
                <a:off x="1294500" y="3067325"/>
                <a:ext cx="1543550" cy="1462350"/>
              </a:xfrm>
              <a:custGeom>
                <a:avLst/>
                <a:gdLst/>
                <a:ahLst/>
                <a:cxnLst/>
                <a:rect l="l" t="t" r="r" b="b"/>
                <a:pathLst>
                  <a:path w="61742" h="58494" extrusionOk="0">
                    <a:moveTo>
                      <a:pt x="34023" y="1"/>
                    </a:moveTo>
                    <a:cubicBezTo>
                      <a:pt x="33169" y="1"/>
                      <a:pt x="32294" y="38"/>
                      <a:pt x="31399" y="113"/>
                    </a:cubicBezTo>
                    <a:cubicBezTo>
                      <a:pt x="25783" y="605"/>
                      <a:pt x="21039" y="1934"/>
                      <a:pt x="17072" y="3891"/>
                    </a:cubicBezTo>
                    <a:cubicBezTo>
                      <a:pt x="4738" y="9957"/>
                      <a:pt x="1" y="22130"/>
                      <a:pt x="463" y="33836"/>
                    </a:cubicBezTo>
                    <a:cubicBezTo>
                      <a:pt x="908" y="45251"/>
                      <a:pt x="6434" y="53795"/>
                      <a:pt x="15477" y="57051"/>
                    </a:cubicBezTo>
                    <a:cubicBezTo>
                      <a:pt x="18074" y="57987"/>
                      <a:pt x="20952" y="58494"/>
                      <a:pt x="24086" y="58494"/>
                    </a:cubicBezTo>
                    <a:cubicBezTo>
                      <a:pt x="24445" y="58494"/>
                      <a:pt x="24807" y="58487"/>
                      <a:pt x="25172" y="58474"/>
                    </a:cubicBezTo>
                    <a:lnTo>
                      <a:pt x="25629" y="58456"/>
                    </a:lnTo>
                    <a:cubicBezTo>
                      <a:pt x="40560" y="57745"/>
                      <a:pt x="56861" y="52870"/>
                      <a:pt x="60561" y="37518"/>
                    </a:cubicBezTo>
                    <a:cubicBezTo>
                      <a:pt x="61741" y="32596"/>
                      <a:pt x="61540" y="26779"/>
                      <a:pt x="59957" y="21211"/>
                    </a:cubicBezTo>
                    <a:cubicBezTo>
                      <a:pt x="59951" y="21194"/>
                      <a:pt x="59939" y="21176"/>
                      <a:pt x="59939" y="21152"/>
                    </a:cubicBezTo>
                    <a:cubicBezTo>
                      <a:pt x="59915" y="21063"/>
                      <a:pt x="59868" y="20915"/>
                      <a:pt x="59820" y="20719"/>
                    </a:cubicBezTo>
                    <a:cubicBezTo>
                      <a:pt x="59702" y="20310"/>
                      <a:pt x="59559" y="19901"/>
                      <a:pt x="59423" y="19498"/>
                    </a:cubicBezTo>
                    <a:cubicBezTo>
                      <a:pt x="59417" y="19450"/>
                      <a:pt x="59405" y="19409"/>
                      <a:pt x="59381" y="19367"/>
                    </a:cubicBezTo>
                    <a:cubicBezTo>
                      <a:pt x="57691" y="14457"/>
                      <a:pt x="54916" y="9862"/>
                      <a:pt x="51044" y="6381"/>
                    </a:cubicBezTo>
                    <a:cubicBezTo>
                      <a:pt x="49348" y="4845"/>
                      <a:pt x="47445" y="3558"/>
                      <a:pt x="45393" y="2556"/>
                    </a:cubicBezTo>
                    <a:cubicBezTo>
                      <a:pt x="42109" y="934"/>
                      <a:pt x="38321" y="1"/>
                      <a:pt x="34023" y="1"/>
                    </a:cubicBezTo>
                    <a:close/>
                  </a:path>
                </a:pathLst>
              </a:custGeom>
              <a:solidFill>
                <a:srgbClr val="F78A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9" name="Google Shape;5705;p73"/>
              <p:cNvSpPr/>
              <p:nvPr/>
            </p:nvSpPr>
            <p:spPr>
              <a:xfrm>
                <a:off x="1274350" y="3049275"/>
                <a:ext cx="1582225" cy="1498600"/>
              </a:xfrm>
              <a:custGeom>
                <a:avLst/>
                <a:gdLst/>
                <a:ahLst/>
                <a:cxnLst/>
                <a:rect l="l" t="t" r="r" b="b"/>
                <a:pathLst>
                  <a:path w="63289" h="59944" extrusionOk="0">
                    <a:moveTo>
                      <a:pt x="34855" y="1446"/>
                    </a:moveTo>
                    <a:cubicBezTo>
                      <a:pt x="38840" y="1446"/>
                      <a:pt x="42540" y="2276"/>
                      <a:pt x="45885" y="3919"/>
                    </a:cubicBezTo>
                    <a:cubicBezTo>
                      <a:pt x="47871" y="4903"/>
                      <a:pt x="49715" y="6154"/>
                      <a:pt x="51358" y="7643"/>
                    </a:cubicBezTo>
                    <a:cubicBezTo>
                      <a:pt x="54940" y="10857"/>
                      <a:pt x="57756" y="15245"/>
                      <a:pt x="59500" y="20326"/>
                    </a:cubicBezTo>
                    <a:cubicBezTo>
                      <a:pt x="59505" y="20356"/>
                      <a:pt x="59517" y="20380"/>
                      <a:pt x="59535" y="20403"/>
                    </a:cubicBezTo>
                    <a:cubicBezTo>
                      <a:pt x="59535" y="20427"/>
                      <a:pt x="59541" y="20445"/>
                      <a:pt x="59553" y="20457"/>
                    </a:cubicBezTo>
                    <a:cubicBezTo>
                      <a:pt x="59677" y="20848"/>
                      <a:pt x="59808" y="21245"/>
                      <a:pt x="59926" y="21649"/>
                    </a:cubicBezTo>
                    <a:lnTo>
                      <a:pt x="60039" y="22052"/>
                    </a:lnTo>
                    <a:cubicBezTo>
                      <a:pt x="60045" y="22082"/>
                      <a:pt x="60057" y="22111"/>
                      <a:pt x="60069" y="22141"/>
                    </a:cubicBezTo>
                    <a:cubicBezTo>
                      <a:pt x="60069" y="22153"/>
                      <a:pt x="60075" y="22165"/>
                      <a:pt x="60087" y="22176"/>
                    </a:cubicBezTo>
                    <a:cubicBezTo>
                      <a:pt x="61611" y="27602"/>
                      <a:pt x="61818" y="33247"/>
                      <a:pt x="60662" y="38068"/>
                    </a:cubicBezTo>
                    <a:cubicBezTo>
                      <a:pt x="56689" y="54577"/>
                      <a:pt x="37482" y="57927"/>
                      <a:pt x="26394" y="58461"/>
                    </a:cubicBezTo>
                    <a:lnTo>
                      <a:pt x="25961" y="58473"/>
                    </a:lnTo>
                    <a:cubicBezTo>
                      <a:pt x="25616" y="58485"/>
                      <a:pt x="25274" y="58491"/>
                      <a:pt x="24934" y="58491"/>
                    </a:cubicBezTo>
                    <a:cubicBezTo>
                      <a:pt x="21942" y="58491"/>
                      <a:pt x="19120" y="58023"/>
                      <a:pt x="16532" y="57091"/>
                    </a:cubicBezTo>
                    <a:cubicBezTo>
                      <a:pt x="7733" y="53918"/>
                      <a:pt x="2431" y="45700"/>
                      <a:pt x="1993" y="34528"/>
                    </a:cubicBezTo>
                    <a:cubicBezTo>
                      <a:pt x="1477" y="21453"/>
                      <a:pt x="7531" y="10513"/>
                      <a:pt x="18199" y="5265"/>
                    </a:cubicBezTo>
                    <a:cubicBezTo>
                      <a:pt x="22231" y="3266"/>
                      <a:pt x="26969" y="2021"/>
                      <a:pt x="32264" y="1565"/>
                    </a:cubicBezTo>
                    <a:cubicBezTo>
                      <a:pt x="33142" y="1488"/>
                      <a:pt x="34001" y="1446"/>
                      <a:pt x="34855" y="1446"/>
                    </a:cubicBezTo>
                    <a:close/>
                    <a:moveTo>
                      <a:pt x="34851" y="0"/>
                    </a:moveTo>
                    <a:cubicBezTo>
                      <a:pt x="33962" y="0"/>
                      <a:pt x="33060" y="39"/>
                      <a:pt x="32145" y="118"/>
                    </a:cubicBezTo>
                    <a:cubicBezTo>
                      <a:pt x="26660" y="592"/>
                      <a:pt x="21751" y="1891"/>
                      <a:pt x="17558" y="3966"/>
                    </a:cubicBezTo>
                    <a:cubicBezTo>
                      <a:pt x="6369" y="9475"/>
                      <a:pt x="0" y="20919"/>
                      <a:pt x="540" y="34587"/>
                    </a:cubicBezTo>
                    <a:cubicBezTo>
                      <a:pt x="1008" y="46370"/>
                      <a:pt x="6659" y="55075"/>
                      <a:pt x="16034" y="58455"/>
                    </a:cubicBezTo>
                    <a:cubicBezTo>
                      <a:pt x="18786" y="59439"/>
                      <a:pt x="21762" y="59943"/>
                      <a:pt x="24905" y="59943"/>
                    </a:cubicBezTo>
                    <a:cubicBezTo>
                      <a:pt x="25261" y="59943"/>
                      <a:pt x="25623" y="59937"/>
                      <a:pt x="25978" y="59919"/>
                    </a:cubicBezTo>
                    <a:lnTo>
                      <a:pt x="26465" y="59908"/>
                    </a:lnTo>
                    <a:cubicBezTo>
                      <a:pt x="37957" y="59356"/>
                      <a:pt x="57875" y="55840"/>
                      <a:pt x="62073" y="38412"/>
                    </a:cubicBezTo>
                    <a:cubicBezTo>
                      <a:pt x="63289" y="33324"/>
                      <a:pt x="63069" y="27412"/>
                      <a:pt x="61462" y="21732"/>
                    </a:cubicBezTo>
                    <a:cubicBezTo>
                      <a:pt x="61456" y="21702"/>
                      <a:pt x="61439" y="21672"/>
                      <a:pt x="61433" y="21643"/>
                    </a:cubicBezTo>
                    <a:cubicBezTo>
                      <a:pt x="61403" y="21548"/>
                      <a:pt x="61367" y="21417"/>
                      <a:pt x="61320" y="21245"/>
                    </a:cubicBezTo>
                    <a:cubicBezTo>
                      <a:pt x="61201" y="20836"/>
                      <a:pt x="61071" y="20439"/>
                      <a:pt x="60929" y="20024"/>
                    </a:cubicBezTo>
                    <a:cubicBezTo>
                      <a:pt x="60911" y="19947"/>
                      <a:pt x="60887" y="19876"/>
                      <a:pt x="60857" y="19805"/>
                    </a:cubicBezTo>
                    <a:cubicBezTo>
                      <a:pt x="59025" y="14515"/>
                      <a:pt x="56084" y="9932"/>
                      <a:pt x="52330" y="6557"/>
                    </a:cubicBezTo>
                    <a:cubicBezTo>
                      <a:pt x="50587" y="4986"/>
                      <a:pt x="48630" y="3658"/>
                      <a:pt x="46519" y="2626"/>
                    </a:cubicBezTo>
                    <a:cubicBezTo>
                      <a:pt x="42983" y="882"/>
                      <a:pt x="39070" y="0"/>
                      <a:pt x="34851" y="0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0" name="Google Shape;5706;p73"/>
              <p:cNvSpPr/>
              <p:nvPr/>
            </p:nvSpPr>
            <p:spPr>
              <a:xfrm>
                <a:off x="1294500" y="3164575"/>
                <a:ext cx="633775" cy="1365100"/>
              </a:xfrm>
              <a:custGeom>
                <a:avLst/>
                <a:gdLst/>
                <a:ahLst/>
                <a:cxnLst/>
                <a:rect l="l" t="t" r="r" b="b"/>
                <a:pathLst>
                  <a:path w="25351" h="54604" extrusionOk="0">
                    <a:moveTo>
                      <a:pt x="17072" y="1"/>
                    </a:moveTo>
                    <a:lnTo>
                      <a:pt x="17072" y="1"/>
                    </a:lnTo>
                    <a:cubicBezTo>
                      <a:pt x="4738" y="6067"/>
                      <a:pt x="1" y="18240"/>
                      <a:pt x="463" y="29946"/>
                    </a:cubicBezTo>
                    <a:cubicBezTo>
                      <a:pt x="908" y="41361"/>
                      <a:pt x="6434" y="49905"/>
                      <a:pt x="15477" y="53161"/>
                    </a:cubicBezTo>
                    <a:cubicBezTo>
                      <a:pt x="18074" y="54097"/>
                      <a:pt x="20952" y="54604"/>
                      <a:pt x="24086" y="54604"/>
                    </a:cubicBezTo>
                    <a:cubicBezTo>
                      <a:pt x="24445" y="54604"/>
                      <a:pt x="24807" y="54597"/>
                      <a:pt x="25172" y="54584"/>
                    </a:cubicBezTo>
                    <a:cubicBezTo>
                      <a:pt x="25350" y="48708"/>
                      <a:pt x="23394" y="42867"/>
                      <a:pt x="20488" y="37726"/>
                    </a:cubicBezTo>
                    <a:cubicBezTo>
                      <a:pt x="18312" y="33889"/>
                      <a:pt x="15578" y="30325"/>
                      <a:pt x="14048" y="26186"/>
                    </a:cubicBezTo>
                    <a:cubicBezTo>
                      <a:pt x="12625" y="22302"/>
                      <a:pt x="12352" y="18086"/>
                      <a:pt x="12495" y="13965"/>
                    </a:cubicBezTo>
                    <a:cubicBezTo>
                      <a:pt x="12690" y="8492"/>
                      <a:pt x="13930" y="3784"/>
                      <a:pt x="17072" y="1"/>
                    </a:cubicBezTo>
                    <a:close/>
                  </a:path>
                </a:pathLst>
              </a:custGeom>
              <a:solidFill>
                <a:srgbClr val="3D0800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1" name="Google Shape;5707;p73"/>
              <p:cNvSpPr/>
              <p:nvPr/>
            </p:nvSpPr>
            <p:spPr>
              <a:xfrm>
                <a:off x="1398125" y="3196250"/>
                <a:ext cx="1439925" cy="1333475"/>
              </a:xfrm>
              <a:custGeom>
                <a:avLst/>
                <a:gdLst/>
                <a:ahLst/>
                <a:cxnLst/>
                <a:rect l="l" t="t" r="r" b="b"/>
                <a:pathLst>
                  <a:path w="57597" h="53339" extrusionOk="0">
                    <a:moveTo>
                      <a:pt x="31248" y="1"/>
                    </a:moveTo>
                    <a:cubicBezTo>
                      <a:pt x="29673" y="1"/>
                      <a:pt x="28147" y="115"/>
                      <a:pt x="26673" y="346"/>
                    </a:cubicBezTo>
                    <a:cubicBezTo>
                      <a:pt x="17897" y="1681"/>
                      <a:pt x="10994" y="6982"/>
                      <a:pt x="6434" y="15936"/>
                    </a:cubicBezTo>
                    <a:cubicBezTo>
                      <a:pt x="1" y="28560"/>
                      <a:pt x="3576" y="45810"/>
                      <a:pt x="11137" y="51621"/>
                    </a:cubicBezTo>
                    <a:lnTo>
                      <a:pt x="11332" y="51894"/>
                    </a:lnTo>
                    <a:cubicBezTo>
                      <a:pt x="13928" y="52834"/>
                      <a:pt x="16815" y="53338"/>
                      <a:pt x="19954" y="53338"/>
                    </a:cubicBezTo>
                    <a:cubicBezTo>
                      <a:pt x="20458" y="53338"/>
                      <a:pt x="20968" y="53325"/>
                      <a:pt x="21484" y="53299"/>
                    </a:cubicBezTo>
                    <a:cubicBezTo>
                      <a:pt x="33444" y="52736"/>
                      <a:pt x="46288" y="49492"/>
                      <a:pt x="52823" y="40325"/>
                    </a:cubicBezTo>
                    <a:cubicBezTo>
                      <a:pt x="54442" y="38048"/>
                      <a:pt x="55681" y="35409"/>
                      <a:pt x="56416" y="32361"/>
                    </a:cubicBezTo>
                    <a:cubicBezTo>
                      <a:pt x="57596" y="27439"/>
                      <a:pt x="57395" y="21622"/>
                      <a:pt x="55812" y="16054"/>
                    </a:cubicBezTo>
                    <a:cubicBezTo>
                      <a:pt x="55806" y="16037"/>
                      <a:pt x="55794" y="16019"/>
                      <a:pt x="55794" y="15995"/>
                    </a:cubicBezTo>
                    <a:cubicBezTo>
                      <a:pt x="55770" y="15906"/>
                      <a:pt x="55729" y="15758"/>
                      <a:pt x="55675" y="15568"/>
                    </a:cubicBezTo>
                    <a:cubicBezTo>
                      <a:pt x="55592" y="15260"/>
                      <a:pt x="55468" y="14845"/>
                      <a:pt x="55284" y="14341"/>
                    </a:cubicBezTo>
                    <a:cubicBezTo>
                      <a:pt x="55272" y="14293"/>
                      <a:pt x="55260" y="14252"/>
                      <a:pt x="55236" y="14210"/>
                    </a:cubicBezTo>
                    <a:cubicBezTo>
                      <a:pt x="53920" y="10593"/>
                      <a:pt x="49876" y="2896"/>
                      <a:pt x="38325" y="696"/>
                    </a:cubicBezTo>
                    <a:cubicBezTo>
                      <a:pt x="35866" y="235"/>
                      <a:pt x="33506" y="1"/>
                      <a:pt x="31248" y="1"/>
                    </a:cubicBezTo>
                    <a:close/>
                  </a:path>
                </a:pathLst>
              </a:custGeom>
              <a:solidFill>
                <a:srgbClr val="F78A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2" name="Google Shape;5708;p73"/>
              <p:cNvSpPr/>
              <p:nvPr/>
            </p:nvSpPr>
            <p:spPr>
              <a:xfrm>
                <a:off x="1416200" y="3178175"/>
                <a:ext cx="1440375" cy="1369700"/>
              </a:xfrm>
              <a:custGeom>
                <a:avLst/>
                <a:gdLst/>
                <a:ahLst/>
                <a:cxnLst/>
                <a:rect l="l" t="t" r="r" b="b"/>
                <a:pathLst>
                  <a:path w="57615" h="54788" extrusionOk="0">
                    <a:moveTo>
                      <a:pt x="30520" y="1449"/>
                    </a:moveTo>
                    <a:cubicBezTo>
                      <a:pt x="32732" y="1449"/>
                      <a:pt x="35052" y="1677"/>
                      <a:pt x="37459" y="2131"/>
                    </a:cubicBezTo>
                    <a:cubicBezTo>
                      <a:pt x="48323" y="4200"/>
                      <a:pt x="52379" y="11197"/>
                      <a:pt x="53831" y="15182"/>
                    </a:cubicBezTo>
                    <a:cubicBezTo>
                      <a:pt x="53837" y="15206"/>
                      <a:pt x="53849" y="15230"/>
                      <a:pt x="53861" y="15247"/>
                    </a:cubicBezTo>
                    <a:cubicBezTo>
                      <a:pt x="53861" y="15271"/>
                      <a:pt x="53867" y="15289"/>
                      <a:pt x="53879" y="15307"/>
                    </a:cubicBezTo>
                    <a:cubicBezTo>
                      <a:pt x="54075" y="15864"/>
                      <a:pt x="54187" y="16250"/>
                      <a:pt x="54252" y="16493"/>
                    </a:cubicBezTo>
                    <a:lnTo>
                      <a:pt x="54365" y="16896"/>
                    </a:lnTo>
                    <a:cubicBezTo>
                      <a:pt x="54371" y="16926"/>
                      <a:pt x="54383" y="16955"/>
                      <a:pt x="54395" y="16985"/>
                    </a:cubicBezTo>
                    <a:cubicBezTo>
                      <a:pt x="54395" y="17003"/>
                      <a:pt x="54401" y="17009"/>
                      <a:pt x="54413" y="17020"/>
                    </a:cubicBezTo>
                    <a:cubicBezTo>
                      <a:pt x="55937" y="22446"/>
                      <a:pt x="56144" y="28091"/>
                      <a:pt x="54988" y="32912"/>
                    </a:cubicBezTo>
                    <a:cubicBezTo>
                      <a:pt x="54300" y="35753"/>
                      <a:pt x="53138" y="38350"/>
                      <a:pt x="51513" y="40621"/>
                    </a:cubicBezTo>
                    <a:cubicBezTo>
                      <a:pt x="44670" y="50221"/>
                      <a:pt x="30996" y="52818"/>
                      <a:pt x="20720" y="53305"/>
                    </a:cubicBezTo>
                    <a:cubicBezTo>
                      <a:pt x="20239" y="53328"/>
                      <a:pt x="19762" y="53339"/>
                      <a:pt x="19290" y="53339"/>
                    </a:cubicBezTo>
                    <a:cubicBezTo>
                      <a:pt x="16356" y="53339"/>
                      <a:pt x="13594" y="52895"/>
                      <a:pt x="11066" y="52006"/>
                    </a:cubicBezTo>
                    <a:lnTo>
                      <a:pt x="10989" y="51911"/>
                    </a:lnTo>
                    <a:cubicBezTo>
                      <a:pt x="10953" y="51858"/>
                      <a:pt x="10906" y="51810"/>
                      <a:pt x="10846" y="51769"/>
                    </a:cubicBezTo>
                    <a:cubicBezTo>
                      <a:pt x="3618" y="46201"/>
                      <a:pt x="1" y="29443"/>
                      <a:pt x="6358" y="16985"/>
                    </a:cubicBezTo>
                    <a:cubicBezTo>
                      <a:pt x="10835" y="8203"/>
                      <a:pt x="17458" y="3091"/>
                      <a:pt x="26056" y="1781"/>
                    </a:cubicBezTo>
                    <a:cubicBezTo>
                      <a:pt x="27488" y="1559"/>
                      <a:pt x="28978" y="1449"/>
                      <a:pt x="30520" y="1449"/>
                    </a:cubicBezTo>
                    <a:close/>
                    <a:moveTo>
                      <a:pt x="30524" y="0"/>
                    </a:moveTo>
                    <a:cubicBezTo>
                      <a:pt x="28908" y="0"/>
                      <a:pt x="27345" y="117"/>
                      <a:pt x="25843" y="352"/>
                    </a:cubicBezTo>
                    <a:cubicBezTo>
                      <a:pt x="16883" y="1716"/>
                      <a:pt x="9702" y="7236"/>
                      <a:pt x="5065" y="16327"/>
                    </a:cubicBezTo>
                    <a:cubicBezTo>
                      <a:pt x="1993" y="22351"/>
                      <a:pt x="938" y="29758"/>
                      <a:pt x="2100" y="37164"/>
                    </a:cubicBezTo>
                    <a:cubicBezTo>
                      <a:pt x="3167" y="44019"/>
                      <a:pt x="6073" y="49871"/>
                      <a:pt x="9886" y="52854"/>
                    </a:cubicBezTo>
                    <a:lnTo>
                      <a:pt x="10028" y="53038"/>
                    </a:lnTo>
                    <a:cubicBezTo>
                      <a:pt x="10105" y="53156"/>
                      <a:pt x="10224" y="53245"/>
                      <a:pt x="10360" y="53299"/>
                    </a:cubicBezTo>
                    <a:cubicBezTo>
                      <a:pt x="13100" y="54289"/>
                      <a:pt x="16088" y="54787"/>
                      <a:pt x="19261" y="54787"/>
                    </a:cubicBezTo>
                    <a:cubicBezTo>
                      <a:pt x="19765" y="54787"/>
                      <a:pt x="20275" y="54775"/>
                      <a:pt x="20791" y="54752"/>
                    </a:cubicBezTo>
                    <a:cubicBezTo>
                      <a:pt x="31381" y="54248"/>
                      <a:pt x="45518" y="51532"/>
                      <a:pt x="52693" y="41469"/>
                    </a:cubicBezTo>
                    <a:cubicBezTo>
                      <a:pt x="54424" y="39038"/>
                      <a:pt x="55670" y="36274"/>
                      <a:pt x="56399" y="33256"/>
                    </a:cubicBezTo>
                    <a:cubicBezTo>
                      <a:pt x="57615" y="28168"/>
                      <a:pt x="57395" y="22256"/>
                      <a:pt x="55788" y="16576"/>
                    </a:cubicBezTo>
                    <a:cubicBezTo>
                      <a:pt x="55782" y="16546"/>
                      <a:pt x="55765" y="16516"/>
                      <a:pt x="55759" y="16487"/>
                    </a:cubicBezTo>
                    <a:lnTo>
                      <a:pt x="55646" y="16113"/>
                    </a:lnTo>
                    <a:cubicBezTo>
                      <a:pt x="55557" y="15757"/>
                      <a:pt x="55421" y="15325"/>
                      <a:pt x="55255" y="14856"/>
                    </a:cubicBezTo>
                    <a:cubicBezTo>
                      <a:pt x="55237" y="14785"/>
                      <a:pt x="55207" y="14708"/>
                      <a:pt x="55172" y="14643"/>
                    </a:cubicBezTo>
                    <a:cubicBezTo>
                      <a:pt x="53600" y="10361"/>
                      <a:pt x="49260" y="2902"/>
                      <a:pt x="37732" y="708"/>
                    </a:cubicBezTo>
                    <a:cubicBezTo>
                      <a:pt x="35237" y="237"/>
                      <a:pt x="32827" y="0"/>
                      <a:pt x="30524" y="0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3" name="Google Shape;5709;p73"/>
              <p:cNvSpPr/>
              <p:nvPr/>
            </p:nvSpPr>
            <p:spPr>
              <a:xfrm>
                <a:off x="1398125" y="3204900"/>
                <a:ext cx="1320575" cy="1324825"/>
              </a:xfrm>
              <a:custGeom>
                <a:avLst/>
                <a:gdLst/>
                <a:ahLst/>
                <a:cxnLst/>
                <a:rect l="l" t="t" r="r" b="b"/>
                <a:pathLst>
                  <a:path w="52823" h="52993" extrusionOk="0">
                    <a:moveTo>
                      <a:pt x="26673" y="0"/>
                    </a:moveTo>
                    <a:cubicBezTo>
                      <a:pt x="17897" y="1335"/>
                      <a:pt x="10994" y="6636"/>
                      <a:pt x="6434" y="15590"/>
                    </a:cubicBezTo>
                    <a:cubicBezTo>
                      <a:pt x="1" y="28214"/>
                      <a:pt x="3576" y="45464"/>
                      <a:pt x="11137" y="51275"/>
                    </a:cubicBezTo>
                    <a:lnTo>
                      <a:pt x="11332" y="51548"/>
                    </a:lnTo>
                    <a:cubicBezTo>
                      <a:pt x="13928" y="52488"/>
                      <a:pt x="16815" y="52992"/>
                      <a:pt x="19954" y="52992"/>
                    </a:cubicBezTo>
                    <a:cubicBezTo>
                      <a:pt x="20458" y="52992"/>
                      <a:pt x="20968" y="52979"/>
                      <a:pt x="21484" y="52953"/>
                    </a:cubicBezTo>
                    <a:cubicBezTo>
                      <a:pt x="33444" y="52390"/>
                      <a:pt x="46288" y="49146"/>
                      <a:pt x="52823" y="39979"/>
                    </a:cubicBezTo>
                    <a:lnTo>
                      <a:pt x="52823" y="39979"/>
                    </a:lnTo>
                    <a:lnTo>
                      <a:pt x="52787" y="40009"/>
                    </a:lnTo>
                    <a:cubicBezTo>
                      <a:pt x="48086" y="44976"/>
                      <a:pt x="41140" y="47338"/>
                      <a:pt x="34303" y="47338"/>
                    </a:cubicBezTo>
                    <a:cubicBezTo>
                      <a:pt x="25177" y="47338"/>
                      <a:pt x="16247" y="43131"/>
                      <a:pt x="13111" y="35300"/>
                    </a:cubicBezTo>
                    <a:cubicBezTo>
                      <a:pt x="7626" y="21603"/>
                      <a:pt x="13283" y="3244"/>
                      <a:pt x="26673" y="0"/>
                    </a:cubicBezTo>
                    <a:close/>
                  </a:path>
                </a:pathLst>
              </a:custGeom>
              <a:solidFill>
                <a:srgbClr val="3D0800">
                  <a:alpha val="10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4" name="Google Shape;5710;p73"/>
              <p:cNvSpPr/>
              <p:nvPr/>
            </p:nvSpPr>
            <p:spPr>
              <a:xfrm>
                <a:off x="1374850" y="3099875"/>
                <a:ext cx="1195775" cy="718475"/>
              </a:xfrm>
              <a:custGeom>
                <a:avLst/>
                <a:gdLst/>
                <a:ahLst/>
                <a:cxnLst/>
                <a:rect l="l" t="t" r="r" b="b"/>
                <a:pathLst>
                  <a:path w="47831" h="28739" extrusionOk="0">
                    <a:moveTo>
                      <a:pt x="32708" y="0"/>
                    </a:moveTo>
                    <a:cubicBezTo>
                      <a:pt x="26893" y="0"/>
                      <a:pt x="20750" y="1421"/>
                      <a:pt x="15033" y="4954"/>
                    </a:cubicBezTo>
                    <a:cubicBezTo>
                      <a:pt x="718" y="13802"/>
                      <a:pt x="42" y="27345"/>
                      <a:pt x="18" y="27920"/>
                    </a:cubicBezTo>
                    <a:cubicBezTo>
                      <a:pt x="1" y="28359"/>
                      <a:pt x="344" y="28727"/>
                      <a:pt x="783" y="28739"/>
                    </a:cubicBezTo>
                    <a:lnTo>
                      <a:pt x="813" y="28739"/>
                    </a:lnTo>
                    <a:cubicBezTo>
                      <a:pt x="817" y="28739"/>
                      <a:pt x="820" y="28739"/>
                      <a:pt x="824" y="28739"/>
                    </a:cubicBezTo>
                    <a:cubicBezTo>
                      <a:pt x="1246" y="28739"/>
                      <a:pt x="1596" y="28403"/>
                      <a:pt x="1613" y="27980"/>
                    </a:cubicBezTo>
                    <a:cubicBezTo>
                      <a:pt x="1619" y="27849"/>
                      <a:pt x="2313" y="14691"/>
                      <a:pt x="15875" y="6306"/>
                    </a:cubicBezTo>
                    <a:cubicBezTo>
                      <a:pt x="21201" y="3020"/>
                      <a:pt x="27074" y="1679"/>
                      <a:pt x="32678" y="1679"/>
                    </a:cubicBezTo>
                    <a:cubicBezTo>
                      <a:pt x="38267" y="1679"/>
                      <a:pt x="43587" y="3012"/>
                      <a:pt x="47830" y="5079"/>
                    </a:cubicBezTo>
                    <a:cubicBezTo>
                      <a:pt x="46134" y="3543"/>
                      <a:pt x="44231" y="2256"/>
                      <a:pt x="42179" y="1254"/>
                    </a:cubicBezTo>
                    <a:cubicBezTo>
                      <a:pt x="39221" y="461"/>
                      <a:pt x="36018" y="0"/>
                      <a:pt x="3270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5" name="Google Shape;5711;p73"/>
              <p:cNvSpPr/>
              <p:nvPr/>
            </p:nvSpPr>
            <p:spPr>
              <a:xfrm>
                <a:off x="1364625" y="3089625"/>
                <a:ext cx="1265300" cy="738675"/>
              </a:xfrm>
              <a:custGeom>
                <a:avLst/>
                <a:gdLst/>
                <a:ahLst/>
                <a:cxnLst/>
                <a:rect l="l" t="t" r="r" b="b"/>
                <a:pathLst>
                  <a:path w="50612" h="29547" extrusionOk="0">
                    <a:moveTo>
                      <a:pt x="33065" y="793"/>
                    </a:moveTo>
                    <a:cubicBezTo>
                      <a:pt x="36219" y="799"/>
                      <a:pt x="39362" y="1214"/>
                      <a:pt x="42410" y="2020"/>
                    </a:cubicBezTo>
                    <a:cubicBezTo>
                      <a:pt x="43561" y="2577"/>
                      <a:pt x="44658" y="3230"/>
                      <a:pt x="45701" y="3971"/>
                    </a:cubicBezTo>
                    <a:cubicBezTo>
                      <a:pt x="42072" y="2614"/>
                      <a:pt x="37682" y="1693"/>
                      <a:pt x="33016" y="1693"/>
                    </a:cubicBezTo>
                    <a:cubicBezTo>
                      <a:pt x="27488" y="1693"/>
                      <a:pt x="21572" y="2986"/>
                      <a:pt x="16076" y="6378"/>
                    </a:cubicBezTo>
                    <a:cubicBezTo>
                      <a:pt x="2544" y="14745"/>
                      <a:pt x="1655" y="27815"/>
                      <a:pt x="1625" y="28378"/>
                    </a:cubicBezTo>
                    <a:cubicBezTo>
                      <a:pt x="1608" y="28593"/>
                      <a:pt x="1430" y="28758"/>
                      <a:pt x="1221" y="28758"/>
                    </a:cubicBezTo>
                    <a:cubicBezTo>
                      <a:pt x="1217" y="28758"/>
                      <a:pt x="1214" y="28757"/>
                      <a:pt x="1210" y="28757"/>
                    </a:cubicBezTo>
                    <a:cubicBezTo>
                      <a:pt x="1103" y="28751"/>
                      <a:pt x="1003" y="28704"/>
                      <a:pt x="931" y="28627"/>
                    </a:cubicBezTo>
                    <a:cubicBezTo>
                      <a:pt x="860" y="28550"/>
                      <a:pt x="819" y="28449"/>
                      <a:pt x="825" y="28348"/>
                    </a:cubicBezTo>
                    <a:cubicBezTo>
                      <a:pt x="842" y="27785"/>
                      <a:pt x="1548" y="14419"/>
                      <a:pt x="15649" y="5702"/>
                    </a:cubicBezTo>
                    <a:cubicBezTo>
                      <a:pt x="21775" y="1913"/>
                      <a:pt x="27924" y="793"/>
                      <a:pt x="33065" y="793"/>
                    </a:cubicBezTo>
                    <a:close/>
                    <a:moveTo>
                      <a:pt x="33041" y="1"/>
                    </a:moveTo>
                    <a:cubicBezTo>
                      <a:pt x="27770" y="1"/>
                      <a:pt x="21489" y="1156"/>
                      <a:pt x="15234" y="5021"/>
                    </a:cubicBezTo>
                    <a:cubicBezTo>
                      <a:pt x="771" y="13963"/>
                      <a:pt x="48" y="27732"/>
                      <a:pt x="30" y="28319"/>
                    </a:cubicBezTo>
                    <a:cubicBezTo>
                      <a:pt x="1" y="28991"/>
                      <a:pt x="540" y="29546"/>
                      <a:pt x="1211" y="29546"/>
                    </a:cubicBezTo>
                    <a:cubicBezTo>
                      <a:pt x="1215" y="29546"/>
                      <a:pt x="1218" y="29546"/>
                      <a:pt x="1222" y="29546"/>
                    </a:cubicBezTo>
                    <a:cubicBezTo>
                      <a:pt x="1226" y="29546"/>
                      <a:pt x="1229" y="29546"/>
                      <a:pt x="1233" y="29546"/>
                    </a:cubicBezTo>
                    <a:cubicBezTo>
                      <a:pt x="1869" y="29546"/>
                      <a:pt x="2390" y="29050"/>
                      <a:pt x="2426" y="28413"/>
                    </a:cubicBezTo>
                    <a:cubicBezTo>
                      <a:pt x="2455" y="27880"/>
                      <a:pt x="3315" y="15208"/>
                      <a:pt x="16491" y="7060"/>
                    </a:cubicBezTo>
                    <a:cubicBezTo>
                      <a:pt x="21852" y="3749"/>
                      <a:pt x="27624" y="2486"/>
                      <a:pt x="33019" y="2486"/>
                    </a:cubicBezTo>
                    <a:cubicBezTo>
                      <a:pt x="38783" y="2486"/>
                      <a:pt x="44116" y="3927"/>
                      <a:pt x="48061" y="5851"/>
                    </a:cubicBezTo>
                    <a:lnTo>
                      <a:pt x="50611" y="7090"/>
                    </a:lnTo>
                    <a:lnTo>
                      <a:pt x="50611" y="7090"/>
                    </a:lnTo>
                    <a:lnTo>
                      <a:pt x="48506" y="5193"/>
                    </a:lnTo>
                    <a:cubicBezTo>
                      <a:pt x="46763" y="3621"/>
                      <a:pt x="44806" y="2299"/>
                      <a:pt x="42695" y="1279"/>
                    </a:cubicBezTo>
                    <a:cubicBezTo>
                      <a:pt x="40318" y="639"/>
                      <a:pt x="36958" y="1"/>
                      <a:pt x="33041" y="1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6" name="Google Shape;5712;p73"/>
              <p:cNvSpPr/>
              <p:nvPr/>
            </p:nvSpPr>
            <p:spPr>
              <a:xfrm>
                <a:off x="1378550" y="3733250"/>
                <a:ext cx="45550" cy="33375"/>
              </a:xfrm>
              <a:custGeom>
                <a:avLst/>
                <a:gdLst/>
                <a:ahLst/>
                <a:cxnLst/>
                <a:rect l="l" t="t" r="r" b="b"/>
                <a:pathLst>
                  <a:path w="1822" h="1335" extrusionOk="0">
                    <a:moveTo>
                      <a:pt x="285" y="0"/>
                    </a:moveTo>
                    <a:lnTo>
                      <a:pt x="1" y="747"/>
                    </a:lnTo>
                    <a:lnTo>
                      <a:pt x="1537" y="1334"/>
                    </a:lnTo>
                    <a:lnTo>
                      <a:pt x="1821" y="587"/>
                    </a:lnTo>
                    <a:lnTo>
                      <a:pt x="285" y="0"/>
                    </a:ln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7" name="Google Shape;5713;p73"/>
              <p:cNvSpPr/>
              <p:nvPr/>
            </p:nvSpPr>
            <p:spPr>
              <a:xfrm>
                <a:off x="1400500" y="3645025"/>
                <a:ext cx="45225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809" h="1276" extrusionOk="0">
                    <a:moveTo>
                      <a:pt x="249" y="1"/>
                    </a:moveTo>
                    <a:lnTo>
                      <a:pt x="0" y="760"/>
                    </a:lnTo>
                    <a:lnTo>
                      <a:pt x="1560" y="1276"/>
                    </a:lnTo>
                    <a:lnTo>
                      <a:pt x="1809" y="517"/>
                    </a:lnTo>
                    <a:lnTo>
                      <a:pt x="249" y="1"/>
                    </a:ln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8" name="Google Shape;5714;p73"/>
              <p:cNvSpPr/>
              <p:nvPr/>
            </p:nvSpPr>
            <p:spPr>
              <a:xfrm>
                <a:off x="1426150" y="3576850"/>
                <a:ext cx="45975" cy="37375"/>
              </a:xfrm>
              <a:custGeom>
                <a:avLst/>
                <a:gdLst/>
                <a:ahLst/>
                <a:cxnLst/>
                <a:rect l="l" t="t" r="r" b="b"/>
                <a:pathLst>
                  <a:path w="1839" h="1495" extrusionOk="0">
                    <a:moveTo>
                      <a:pt x="380" y="0"/>
                    </a:moveTo>
                    <a:lnTo>
                      <a:pt x="0" y="706"/>
                    </a:lnTo>
                    <a:lnTo>
                      <a:pt x="1453" y="1494"/>
                    </a:lnTo>
                    <a:lnTo>
                      <a:pt x="1838" y="789"/>
                    </a:lnTo>
                    <a:lnTo>
                      <a:pt x="380" y="0"/>
                    </a:ln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9" name="Google Shape;5715;p73"/>
              <p:cNvSpPr/>
              <p:nvPr/>
            </p:nvSpPr>
            <p:spPr>
              <a:xfrm>
                <a:off x="1469875" y="3490425"/>
                <a:ext cx="45525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1821" h="1578" extrusionOk="0">
                    <a:moveTo>
                      <a:pt x="445" y="0"/>
                    </a:moveTo>
                    <a:lnTo>
                      <a:pt x="1" y="664"/>
                    </a:lnTo>
                    <a:lnTo>
                      <a:pt x="1376" y="1577"/>
                    </a:lnTo>
                    <a:lnTo>
                      <a:pt x="1821" y="91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0" name="Google Shape;5716;p73"/>
              <p:cNvSpPr/>
              <p:nvPr/>
            </p:nvSpPr>
            <p:spPr>
              <a:xfrm>
                <a:off x="1534350" y="3396875"/>
                <a:ext cx="42875" cy="43750"/>
              </a:xfrm>
              <a:custGeom>
                <a:avLst/>
                <a:gdLst/>
                <a:ahLst/>
                <a:cxnLst/>
                <a:rect l="l" t="t" r="r" b="b"/>
                <a:pathLst>
                  <a:path w="1715" h="1750" extrusionOk="0">
                    <a:moveTo>
                      <a:pt x="582" y="0"/>
                    </a:moveTo>
                    <a:lnTo>
                      <a:pt x="1" y="546"/>
                    </a:lnTo>
                    <a:lnTo>
                      <a:pt x="1134" y="1750"/>
                    </a:lnTo>
                    <a:lnTo>
                      <a:pt x="1715" y="1198"/>
                    </a:lnTo>
                    <a:lnTo>
                      <a:pt x="582" y="0"/>
                    </a:ln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1" name="Google Shape;5717;p73"/>
              <p:cNvSpPr/>
              <p:nvPr/>
            </p:nvSpPr>
            <p:spPr>
              <a:xfrm>
                <a:off x="1599600" y="3328225"/>
                <a:ext cx="35900" cy="37550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1502" extrusionOk="0">
                    <a:moveTo>
                      <a:pt x="617" y="1"/>
                    </a:moveTo>
                    <a:lnTo>
                      <a:pt x="0" y="511"/>
                    </a:lnTo>
                    <a:lnTo>
                      <a:pt x="824" y="1501"/>
                    </a:lnTo>
                    <a:lnTo>
                      <a:pt x="1435" y="985"/>
                    </a:lnTo>
                    <a:lnTo>
                      <a:pt x="617" y="1"/>
                    </a:ln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2" name="Google Shape;5718;p73"/>
              <p:cNvSpPr/>
              <p:nvPr/>
            </p:nvSpPr>
            <p:spPr>
              <a:xfrm>
                <a:off x="1664225" y="3271750"/>
                <a:ext cx="33525" cy="35600"/>
              </a:xfrm>
              <a:custGeom>
                <a:avLst/>
                <a:gdLst/>
                <a:ahLst/>
                <a:cxnLst/>
                <a:rect l="l" t="t" r="r" b="b"/>
                <a:pathLst>
                  <a:path w="1341" h="1424" extrusionOk="0">
                    <a:moveTo>
                      <a:pt x="647" y="1"/>
                    </a:moveTo>
                    <a:lnTo>
                      <a:pt x="0" y="469"/>
                    </a:lnTo>
                    <a:lnTo>
                      <a:pt x="694" y="1424"/>
                    </a:lnTo>
                    <a:lnTo>
                      <a:pt x="1341" y="955"/>
                    </a:lnTo>
                    <a:lnTo>
                      <a:pt x="647" y="1"/>
                    </a:ln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3" name="Google Shape;5719;p73"/>
              <p:cNvSpPr/>
              <p:nvPr/>
            </p:nvSpPr>
            <p:spPr>
              <a:xfrm>
                <a:off x="1742650" y="3217200"/>
                <a:ext cx="32050" cy="36800"/>
              </a:xfrm>
              <a:custGeom>
                <a:avLst/>
                <a:gdLst/>
                <a:ahLst/>
                <a:cxnLst/>
                <a:rect l="l" t="t" r="r" b="b"/>
                <a:pathLst>
                  <a:path w="1282" h="1472" extrusionOk="0">
                    <a:moveTo>
                      <a:pt x="712" y="1"/>
                    </a:moveTo>
                    <a:lnTo>
                      <a:pt x="0" y="368"/>
                    </a:lnTo>
                    <a:lnTo>
                      <a:pt x="570" y="1471"/>
                    </a:lnTo>
                    <a:lnTo>
                      <a:pt x="1281" y="1104"/>
                    </a:lnTo>
                    <a:lnTo>
                      <a:pt x="712" y="1"/>
                    </a:ln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4" name="Google Shape;5720;p73"/>
              <p:cNvSpPr/>
              <p:nvPr/>
            </p:nvSpPr>
            <p:spPr>
              <a:xfrm>
                <a:off x="1819575" y="3176275"/>
                <a:ext cx="35025" cy="42000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1680" extrusionOk="0">
                    <a:moveTo>
                      <a:pt x="707" y="1"/>
                    </a:moveTo>
                    <a:lnTo>
                      <a:pt x="1" y="380"/>
                    </a:lnTo>
                    <a:lnTo>
                      <a:pt x="695" y="1679"/>
                    </a:lnTo>
                    <a:lnTo>
                      <a:pt x="1400" y="1300"/>
                    </a:lnTo>
                    <a:lnTo>
                      <a:pt x="707" y="1"/>
                    </a:ln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5" name="Google Shape;5721;p73"/>
              <p:cNvSpPr/>
              <p:nvPr/>
            </p:nvSpPr>
            <p:spPr>
              <a:xfrm>
                <a:off x="1919950" y="3137300"/>
                <a:ext cx="32775" cy="45225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1809" extrusionOk="0">
                    <a:moveTo>
                      <a:pt x="747" y="0"/>
                    </a:moveTo>
                    <a:lnTo>
                      <a:pt x="0" y="273"/>
                    </a:lnTo>
                    <a:lnTo>
                      <a:pt x="558" y="1809"/>
                    </a:lnTo>
                    <a:lnTo>
                      <a:pt x="1311" y="1536"/>
                    </a:lnTo>
                    <a:lnTo>
                      <a:pt x="747" y="0"/>
                    </a:ln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6" name="Google Shape;5722;p73"/>
              <p:cNvSpPr/>
              <p:nvPr/>
            </p:nvSpPr>
            <p:spPr>
              <a:xfrm>
                <a:off x="2020150" y="3119800"/>
                <a:ext cx="25675" cy="38275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1531" extrusionOk="0">
                    <a:moveTo>
                      <a:pt x="790" y="1"/>
                    </a:moveTo>
                    <a:lnTo>
                      <a:pt x="1" y="137"/>
                    </a:lnTo>
                    <a:lnTo>
                      <a:pt x="232" y="1531"/>
                    </a:lnTo>
                    <a:lnTo>
                      <a:pt x="1027" y="1394"/>
                    </a:lnTo>
                    <a:lnTo>
                      <a:pt x="790" y="1"/>
                    </a:ln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7" name="Google Shape;5723;p73"/>
              <p:cNvSpPr/>
              <p:nvPr/>
            </p:nvSpPr>
            <p:spPr>
              <a:xfrm>
                <a:off x="2125275" y="3101575"/>
                <a:ext cx="25225" cy="40050"/>
              </a:xfrm>
              <a:custGeom>
                <a:avLst/>
                <a:gdLst/>
                <a:ahLst/>
                <a:cxnLst/>
                <a:rect l="l" t="t" r="r" b="b"/>
                <a:pathLst>
                  <a:path w="1009" h="1602" extrusionOk="0">
                    <a:moveTo>
                      <a:pt x="789" y="0"/>
                    </a:moveTo>
                    <a:lnTo>
                      <a:pt x="0" y="113"/>
                    </a:lnTo>
                    <a:lnTo>
                      <a:pt x="214" y="1601"/>
                    </a:lnTo>
                    <a:lnTo>
                      <a:pt x="1008" y="1483"/>
                    </a:lnTo>
                    <a:lnTo>
                      <a:pt x="789" y="0"/>
                    </a:ln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8" name="Google Shape;5724;p73"/>
              <p:cNvSpPr/>
              <p:nvPr/>
            </p:nvSpPr>
            <p:spPr>
              <a:xfrm>
                <a:off x="2226375" y="3100100"/>
                <a:ext cx="26850" cy="40925"/>
              </a:xfrm>
              <a:custGeom>
                <a:avLst/>
                <a:gdLst/>
                <a:ahLst/>
                <a:cxnLst/>
                <a:rect l="l" t="t" r="r" b="b"/>
                <a:pathLst>
                  <a:path w="1074" h="1637" extrusionOk="0">
                    <a:moveTo>
                      <a:pt x="789" y="0"/>
                    </a:moveTo>
                    <a:lnTo>
                      <a:pt x="0" y="148"/>
                    </a:lnTo>
                    <a:lnTo>
                      <a:pt x="285" y="1637"/>
                    </a:lnTo>
                    <a:lnTo>
                      <a:pt x="1073" y="1482"/>
                    </a:lnTo>
                    <a:lnTo>
                      <a:pt x="789" y="0"/>
                    </a:ln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9" name="Google Shape;5725;p73"/>
              <p:cNvSpPr/>
              <p:nvPr/>
            </p:nvSpPr>
            <p:spPr>
              <a:xfrm>
                <a:off x="2335925" y="3108250"/>
                <a:ext cx="33975" cy="49975"/>
              </a:xfrm>
              <a:custGeom>
                <a:avLst/>
                <a:gdLst/>
                <a:ahLst/>
                <a:cxnLst/>
                <a:rect l="l" t="t" r="r" b="b"/>
                <a:pathLst>
                  <a:path w="1359" h="1999" extrusionOk="0">
                    <a:moveTo>
                      <a:pt x="759" y="0"/>
                    </a:moveTo>
                    <a:lnTo>
                      <a:pt x="0" y="261"/>
                    </a:lnTo>
                    <a:lnTo>
                      <a:pt x="605" y="1999"/>
                    </a:lnTo>
                    <a:lnTo>
                      <a:pt x="1358" y="1738"/>
                    </a:lnTo>
                    <a:lnTo>
                      <a:pt x="759" y="0"/>
                    </a:ln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0" name="Google Shape;5726;p73"/>
              <p:cNvSpPr/>
              <p:nvPr/>
            </p:nvSpPr>
            <p:spPr>
              <a:xfrm>
                <a:off x="563650" y="3448925"/>
                <a:ext cx="2283725" cy="531750"/>
              </a:xfrm>
              <a:custGeom>
                <a:avLst/>
                <a:gdLst/>
                <a:ahLst/>
                <a:cxnLst/>
                <a:rect l="l" t="t" r="r" b="b"/>
                <a:pathLst>
                  <a:path w="91349" h="21270" extrusionOk="0">
                    <a:moveTo>
                      <a:pt x="70183" y="0"/>
                    </a:moveTo>
                    <a:cubicBezTo>
                      <a:pt x="62935" y="0"/>
                      <a:pt x="56425" y="2974"/>
                      <a:pt x="49360" y="9327"/>
                    </a:cubicBezTo>
                    <a:cubicBezTo>
                      <a:pt x="39552" y="18151"/>
                      <a:pt x="34156" y="19544"/>
                      <a:pt x="29792" y="19734"/>
                    </a:cubicBezTo>
                    <a:lnTo>
                      <a:pt x="29424" y="19758"/>
                    </a:lnTo>
                    <a:cubicBezTo>
                      <a:pt x="28713" y="19790"/>
                      <a:pt x="28020" y="19821"/>
                      <a:pt x="27309" y="19821"/>
                    </a:cubicBezTo>
                    <a:cubicBezTo>
                      <a:pt x="24106" y="19821"/>
                      <a:pt x="20541" y="19185"/>
                      <a:pt x="13355" y="15138"/>
                    </a:cubicBezTo>
                    <a:cubicBezTo>
                      <a:pt x="4418" y="10116"/>
                      <a:pt x="1483" y="5082"/>
                      <a:pt x="1454" y="5028"/>
                    </a:cubicBezTo>
                    <a:cubicBezTo>
                      <a:pt x="1322" y="4792"/>
                      <a:pt x="1079" y="4659"/>
                      <a:pt x="828" y="4659"/>
                    </a:cubicBezTo>
                    <a:cubicBezTo>
                      <a:pt x="706" y="4659"/>
                      <a:pt x="583" y="4690"/>
                      <a:pt x="469" y="4755"/>
                    </a:cubicBezTo>
                    <a:cubicBezTo>
                      <a:pt x="125" y="4951"/>
                      <a:pt x="1" y="5390"/>
                      <a:pt x="196" y="5740"/>
                    </a:cubicBezTo>
                    <a:cubicBezTo>
                      <a:pt x="321" y="5953"/>
                      <a:pt x="3321" y="11154"/>
                      <a:pt x="12643" y="16402"/>
                    </a:cubicBezTo>
                    <a:cubicBezTo>
                      <a:pt x="20121" y="20618"/>
                      <a:pt x="23981" y="21270"/>
                      <a:pt x="27307" y="21270"/>
                    </a:cubicBezTo>
                    <a:cubicBezTo>
                      <a:pt x="28049" y="21270"/>
                      <a:pt x="28760" y="21234"/>
                      <a:pt x="29490" y="21205"/>
                    </a:cubicBezTo>
                    <a:lnTo>
                      <a:pt x="29851" y="21187"/>
                    </a:lnTo>
                    <a:cubicBezTo>
                      <a:pt x="34494" y="20979"/>
                      <a:pt x="40187" y="19532"/>
                      <a:pt x="50333" y="10401"/>
                    </a:cubicBezTo>
                    <a:cubicBezTo>
                      <a:pt x="57102" y="4313"/>
                      <a:pt x="63321" y="1459"/>
                      <a:pt x="70227" y="1459"/>
                    </a:cubicBezTo>
                    <a:cubicBezTo>
                      <a:pt x="72280" y="1459"/>
                      <a:pt x="74394" y="1711"/>
                      <a:pt x="76602" y="2206"/>
                    </a:cubicBezTo>
                    <a:cubicBezTo>
                      <a:pt x="85822" y="4275"/>
                      <a:pt x="88853" y="12180"/>
                      <a:pt x="89837" y="16716"/>
                    </a:cubicBezTo>
                    <a:cubicBezTo>
                      <a:pt x="89914" y="17061"/>
                      <a:pt x="90215" y="17289"/>
                      <a:pt x="90549" y="17289"/>
                    </a:cubicBezTo>
                    <a:cubicBezTo>
                      <a:pt x="90600" y="17289"/>
                      <a:pt x="90651" y="17284"/>
                      <a:pt x="90703" y="17273"/>
                    </a:cubicBezTo>
                    <a:cubicBezTo>
                      <a:pt x="91100" y="17190"/>
                      <a:pt x="91349" y="16799"/>
                      <a:pt x="91260" y="16407"/>
                    </a:cubicBezTo>
                    <a:cubicBezTo>
                      <a:pt x="90205" y="11539"/>
                      <a:pt x="86925" y="3036"/>
                      <a:pt x="76922" y="788"/>
                    </a:cubicBezTo>
                    <a:cubicBezTo>
                      <a:pt x="74586" y="267"/>
                      <a:pt x="72352" y="0"/>
                      <a:pt x="70183" y="0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1" name="Google Shape;5727;p73"/>
              <p:cNvSpPr/>
              <p:nvPr/>
            </p:nvSpPr>
            <p:spPr>
              <a:xfrm>
                <a:off x="2116375" y="3178075"/>
                <a:ext cx="251000" cy="1348450"/>
              </a:xfrm>
              <a:custGeom>
                <a:avLst/>
                <a:gdLst/>
                <a:ahLst/>
                <a:cxnLst/>
                <a:rect l="l" t="t" r="r" b="b"/>
                <a:pathLst>
                  <a:path w="10040" h="53938" extrusionOk="0">
                    <a:moveTo>
                      <a:pt x="2679" y="1"/>
                    </a:moveTo>
                    <a:cubicBezTo>
                      <a:pt x="2556" y="1"/>
                      <a:pt x="2433" y="31"/>
                      <a:pt x="2319" y="95"/>
                    </a:cubicBezTo>
                    <a:cubicBezTo>
                      <a:pt x="1963" y="285"/>
                      <a:pt x="1839" y="729"/>
                      <a:pt x="2040" y="1073"/>
                    </a:cubicBezTo>
                    <a:cubicBezTo>
                      <a:pt x="8587" y="12862"/>
                      <a:pt x="7697" y="39688"/>
                      <a:pt x="3445" y="49182"/>
                    </a:cubicBezTo>
                    <a:cubicBezTo>
                      <a:pt x="2574" y="51138"/>
                      <a:pt x="1601" y="52289"/>
                      <a:pt x="641" y="52508"/>
                    </a:cubicBezTo>
                    <a:cubicBezTo>
                      <a:pt x="249" y="52591"/>
                      <a:pt x="0" y="52977"/>
                      <a:pt x="89" y="53368"/>
                    </a:cubicBezTo>
                    <a:cubicBezTo>
                      <a:pt x="166" y="53700"/>
                      <a:pt x="457" y="53937"/>
                      <a:pt x="801" y="53937"/>
                    </a:cubicBezTo>
                    <a:cubicBezTo>
                      <a:pt x="854" y="53937"/>
                      <a:pt x="908" y="53931"/>
                      <a:pt x="955" y="53919"/>
                    </a:cubicBezTo>
                    <a:cubicBezTo>
                      <a:pt x="2402" y="53593"/>
                      <a:pt x="3695" y="52200"/>
                      <a:pt x="4774" y="49775"/>
                    </a:cubicBezTo>
                    <a:cubicBezTo>
                      <a:pt x="9132" y="40026"/>
                      <a:pt x="10039" y="12482"/>
                      <a:pt x="3309" y="368"/>
                    </a:cubicBezTo>
                    <a:cubicBezTo>
                      <a:pt x="3177" y="132"/>
                      <a:pt x="2932" y="1"/>
                      <a:pt x="2679" y="1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2" name="Google Shape;5728;p73"/>
              <p:cNvSpPr/>
              <p:nvPr/>
            </p:nvSpPr>
            <p:spPr>
              <a:xfrm>
                <a:off x="1054050" y="2259250"/>
                <a:ext cx="949325" cy="692850"/>
              </a:xfrm>
              <a:custGeom>
                <a:avLst/>
                <a:gdLst/>
                <a:ahLst/>
                <a:cxnLst/>
                <a:rect l="l" t="t" r="r" b="b"/>
                <a:pathLst>
                  <a:path w="37973" h="27714" extrusionOk="0">
                    <a:moveTo>
                      <a:pt x="19078" y="0"/>
                    </a:moveTo>
                    <a:cubicBezTo>
                      <a:pt x="19054" y="0"/>
                      <a:pt x="19030" y="0"/>
                      <a:pt x="19005" y="0"/>
                    </a:cubicBezTo>
                    <a:cubicBezTo>
                      <a:pt x="214" y="78"/>
                      <a:pt x="0" y="27331"/>
                      <a:pt x="18561" y="27710"/>
                    </a:cubicBezTo>
                    <a:cubicBezTo>
                      <a:pt x="18679" y="27713"/>
                      <a:pt x="18796" y="27714"/>
                      <a:pt x="18913" y="27714"/>
                    </a:cubicBezTo>
                    <a:cubicBezTo>
                      <a:pt x="36753" y="27714"/>
                      <a:pt x="37972" y="0"/>
                      <a:pt x="190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3" name="Google Shape;5729;p73"/>
              <p:cNvSpPr/>
              <p:nvPr/>
            </p:nvSpPr>
            <p:spPr>
              <a:xfrm>
                <a:off x="1270725" y="2506450"/>
                <a:ext cx="488250" cy="434750"/>
              </a:xfrm>
              <a:custGeom>
                <a:avLst/>
                <a:gdLst/>
                <a:ahLst/>
                <a:cxnLst/>
                <a:rect l="l" t="t" r="r" b="b"/>
                <a:pathLst>
                  <a:path w="19530" h="17390" extrusionOk="0">
                    <a:moveTo>
                      <a:pt x="9260" y="0"/>
                    </a:moveTo>
                    <a:cubicBezTo>
                      <a:pt x="1" y="0"/>
                      <a:pt x="67" y="17389"/>
                      <a:pt x="9190" y="17389"/>
                    </a:cubicBezTo>
                    <a:cubicBezTo>
                      <a:pt x="9285" y="17389"/>
                      <a:pt x="9381" y="17387"/>
                      <a:pt x="9479" y="17383"/>
                    </a:cubicBezTo>
                    <a:cubicBezTo>
                      <a:pt x="18960" y="17016"/>
                      <a:pt x="19530" y="300"/>
                      <a:pt x="9479" y="3"/>
                    </a:cubicBezTo>
                    <a:cubicBezTo>
                      <a:pt x="9405" y="1"/>
                      <a:pt x="9332" y="0"/>
                      <a:pt x="9260" y="0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4" name="Google Shape;5730;p73"/>
              <p:cNvSpPr/>
              <p:nvPr/>
            </p:nvSpPr>
            <p:spPr>
              <a:xfrm>
                <a:off x="2050250" y="2262800"/>
                <a:ext cx="675450" cy="549800"/>
              </a:xfrm>
              <a:custGeom>
                <a:avLst/>
                <a:gdLst/>
                <a:ahLst/>
                <a:cxnLst/>
                <a:rect l="l" t="t" r="r" b="b"/>
                <a:pathLst>
                  <a:path w="27018" h="21992" extrusionOk="0">
                    <a:moveTo>
                      <a:pt x="12866" y="1"/>
                    </a:moveTo>
                    <a:cubicBezTo>
                      <a:pt x="12851" y="1"/>
                      <a:pt x="12836" y="1"/>
                      <a:pt x="12821" y="1"/>
                    </a:cubicBezTo>
                    <a:cubicBezTo>
                      <a:pt x="3054" y="54"/>
                      <a:pt x="1" y="10514"/>
                      <a:pt x="3713" y="16984"/>
                    </a:cubicBezTo>
                    <a:cubicBezTo>
                      <a:pt x="4899" y="19053"/>
                      <a:pt x="6761" y="20696"/>
                      <a:pt x="9322" y="21490"/>
                    </a:cubicBezTo>
                    <a:cubicBezTo>
                      <a:pt x="10354" y="21799"/>
                      <a:pt x="11421" y="21971"/>
                      <a:pt x="12495" y="21988"/>
                    </a:cubicBezTo>
                    <a:cubicBezTo>
                      <a:pt x="12583" y="21990"/>
                      <a:pt x="12670" y="21991"/>
                      <a:pt x="12757" y="21991"/>
                    </a:cubicBezTo>
                    <a:cubicBezTo>
                      <a:pt x="26102" y="21991"/>
                      <a:pt x="27017" y="1"/>
                      <a:pt x="1286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5" name="Google Shape;5731;p73"/>
              <p:cNvSpPr/>
              <p:nvPr/>
            </p:nvSpPr>
            <p:spPr>
              <a:xfrm>
                <a:off x="2118900" y="2456500"/>
                <a:ext cx="334150" cy="343575"/>
              </a:xfrm>
              <a:custGeom>
                <a:avLst/>
                <a:gdLst/>
                <a:ahLst/>
                <a:cxnLst/>
                <a:rect l="l" t="t" r="r" b="b"/>
                <a:pathLst>
                  <a:path w="13366" h="13743" extrusionOk="0">
                    <a:moveTo>
                      <a:pt x="5878" y="0"/>
                    </a:moveTo>
                    <a:cubicBezTo>
                      <a:pt x="1624" y="0"/>
                      <a:pt x="1" y="5219"/>
                      <a:pt x="967" y="9236"/>
                    </a:cubicBezTo>
                    <a:cubicBezTo>
                      <a:pt x="2153" y="11305"/>
                      <a:pt x="4015" y="12948"/>
                      <a:pt x="6576" y="13742"/>
                    </a:cubicBezTo>
                    <a:cubicBezTo>
                      <a:pt x="13152" y="12817"/>
                      <a:pt x="13366" y="228"/>
                      <a:pt x="6043" y="3"/>
                    </a:cubicBezTo>
                    <a:cubicBezTo>
                      <a:pt x="5987" y="1"/>
                      <a:pt x="5932" y="0"/>
                      <a:pt x="5878" y="0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6" name="Google Shape;5732;p73"/>
              <p:cNvSpPr/>
              <p:nvPr/>
            </p:nvSpPr>
            <p:spPr>
              <a:xfrm>
                <a:off x="1850425" y="2860525"/>
                <a:ext cx="342750" cy="123375"/>
              </a:xfrm>
              <a:custGeom>
                <a:avLst/>
                <a:gdLst/>
                <a:ahLst/>
                <a:cxnLst/>
                <a:rect l="l" t="t" r="r" b="b"/>
                <a:pathLst>
                  <a:path w="13710" h="4935" extrusionOk="0">
                    <a:moveTo>
                      <a:pt x="1180" y="1"/>
                    </a:moveTo>
                    <a:lnTo>
                      <a:pt x="0" y="1074"/>
                    </a:lnTo>
                    <a:cubicBezTo>
                      <a:pt x="178" y="1264"/>
                      <a:pt x="3606" y="4934"/>
                      <a:pt x="9725" y="4934"/>
                    </a:cubicBezTo>
                    <a:cubicBezTo>
                      <a:pt x="11071" y="4928"/>
                      <a:pt x="12405" y="4762"/>
                      <a:pt x="13710" y="4436"/>
                    </a:cubicBezTo>
                    <a:lnTo>
                      <a:pt x="13330" y="2888"/>
                    </a:lnTo>
                    <a:cubicBezTo>
                      <a:pt x="12037" y="3203"/>
                      <a:pt x="10839" y="3334"/>
                      <a:pt x="9740" y="3334"/>
                    </a:cubicBezTo>
                    <a:cubicBezTo>
                      <a:pt x="4336" y="3334"/>
                      <a:pt x="1333" y="158"/>
                      <a:pt x="1180" y="1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7" name="Google Shape;5733;p73"/>
              <p:cNvSpPr/>
              <p:nvPr/>
            </p:nvSpPr>
            <p:spPr>
              <a:xfrm>
                <a:off x="1136325" y="2983675"/>
                <a:ext cx="322900" cy="294325"/>
              </a:xfrm>
              <a:custGeom>
                <a:avLst/>
                <a:gdLst/>
                <a:ahLst/>
                <a:cxnLst/>
                <a:rect l="l" t="t" r="r" b="b"/>
                <a:pathLst>
                  <a:path w="12916" h="11773" extrusionOk="0">
                    <a:moveTo>
                      <a:pt x="6458" y="1"/>
                    </a:moveTo>
                    <a:cubicBezTo>
                      <a:pt x="4952" y="1"/>
                      <a:pt x="3446" y="574"/>
                      <a:pt x="2295" y="1722"/>
                    </a:cubicBezTo>
                    <a:cubicBezTo>
                      <a:pt x="1" y="4023"/>
                      <a:pt x="1" y="7746"/>
                      <a:pt x="2295" y="10047"/>
                    </a:cubicBezTo>
                    <a:cubicBezTo>
                      <a:pt x="3446" y="11198"/>
                      <a:pt x="4952" y="11773"/>
                      <a:pt x="6458" y="11773"/>
                    </a:cubicBezTo>
                    <a:cubicBezTo>
                      <a:pt x="7964" y="11773"/>
                      <a:pt x="9470" y="11198"/>
                      <a:pt x="10621" y="10047"/>
                    </a:cubicBezTo>
                    <a:cubicBezTo>
                      <a:pt x="12916" y="7746"/>
                      <a:pt x="12916" y="4023"/>
                      <a:pt x="10621" y="1722"/>
                    </a:cubicBezTo>
                    <a:cubicBezTo>
                      <a:pt x="9470" y="574"/>
                      <a:pt x="7964" y="1"/>
                      <a:pt x="6458" y="1"/>
                    </a:cubicBezTo>
                    <a:close/>
                  </a:path>
                </a:pathLst>
              </a:custGeom>
              <a:solidFill>
                <a:srgbClr val="F78A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8" name="Google Shape;5734;p73"/>
              <p:cNvSpPr/>
              <p:nvPr/>
            </p:nvSpPr>
            <p:spPr>
              <a:xfrm>
                <a:off x="2531900" y="2823750"/>
                <a:ext cx="270575" cy="270575"/>
              </a:xfrm>
              <a:custGeom>
                <a:avLst/>
                <a:gdLst/>
                <a:ahLst/>
                <a:cxnLst/>
                <a:rect l="l" t="t" r="r" b="b"/>
                <a:pathLst>
                  <a:path w="10823" h="10823" extrusionOk="0">
                    <a:moveTo>
                      <a:pt x="5408" y="1"/>
                    </a:moveTo>
                    <a:cubicBezTo>
                      <a:pt x="2420" y="1"/>
                      <a:pt x="0" y="2426"/>
                      <a:pt x="0" y="5415"/>
                    </a:cubicBezTo>
                    <a:cubicBezTo>
                      <a:pt x="0" y="8398"/>
                      <a:pt x="2420" y="10823"/>
                      <a:pt x="5408" y="10823"/>
                    </a:cubicBezTo>
                    <a:cubicBezTo>
                      <a:pt x="8397" y="10823"/>
                      <a:pt x="10822" y="8398"/>
                      <a:pt x="10822" y="5415"/>
                    </a:cubicBezTo>
                    <a:cubicBezTo>
                      <a:pt x="10822" y="2426"/>
                      <a:pt x="8397" y="1"/>
                      <a:pt x="5408" y="1"/>
                    </a:cubicBezTo>
                    <a:close/>
                  </a:path>
                </a:pathLst>
              </a:custGeom>
              <a:solidFill>
                <a:srgbClr val="F78A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9" name="Google Shape;5735;p73"/>
              <p:cNvSpPr/>
              <p:nvPr/>
            </p:nvSpPr>
            <p:spPr>
              <a:xfrm>
                <a:off x="1228525" y="1975150"/>
                <a:ext cx="416400" cy="183150"/>
              </a:xfrm>
              <a:custGeom>
                <a:avLst/>
                <a:gdLst/>
                <a:ahLst/>
                <a:cxnLst/>
                <a:rect l="l" t="t" r="r" b="b"/>
                <a:pathLst>
                  <a:path w="16656" h="7326" extrusionOk="0">
                    <a:moveTo>
                      <a:pt x="8894" y="1"/>
                    </a:moveTo>
                    <a:cubicBezTo>
                      <a:pt x="8862" y="1"/>
                      <a:pt x="8831" y="2"/>
                      <a:pt x="8801" y="3"/>
                    </a:cubicBezTo>
                    <a:cubicBezTo>
                      <a:pt x="6174" y="122"/>
                      <a:pt x="1" y="5423"/>
                      <a:pt x="1632" y="7113"/>
                    </a:cubicBezTo>
                    <a:cubicBezTo>
                      <a:pt x="1776" y="7262"/>
                      <a:pt x="1989" y="7325"/>
                      <a:pt x="2263" y="7325"/>
                    </a:cubicBezTo>
                    <a:cubicBezTo>
                      <a:pt x="3619" y="7325"/>
                      <a:pt x="6467" y="5782"/>
                      <a:pt x="9886" y="5535"/>
                    </a:cubicBezTo>
                    <a:cubicBezTo>
                      <a:pt x="10472" y="5493"/>
                      <a:pt x="11001" y="5476"/>
                      <a:pt x="11479" y="5476"/>
                    </a:cubicBezTo>
                    <a:cubicBezTo>
                      <a:pt x="13452" y="5476"/>
                      <a:pt x="14553" y="5767"/>
                      <a:pt x="15244" y="5767"/>
                    </a:cubicBezTo>
                    <a:cubicBezTo>
                      <a:pt x="15555" y="5767"/>
                      <a:pt x="15783" y="5708"/>
                      <a:pt x="15970" y="5535"/>
                    </a:cubicBezTo>
                    <a:cubicBezTo>
                      <a:pt x="16655" y="4897"/>
                      <a:pt x="11549" y="1"/>
                      <a:pt x="889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0" name="Google Shape;5736;p73"/>
              <p:cNvSpPr/>
              <p:nvPr/>
            </p:nvSpPr>
            <p:spPr>
              <a:xfrm>
                <a:off x="1237875" y="1957075"/>
                <a:ext cx="413925" cy="219325"/>
              </a:xfrm>
              <a:custGeom>
                <a:avLst/>
                <a:gdLst/>
                <a:ahLst/>
                <a:cxnLst/>
                <a:rect l="l" t="t" r="r" b="b"/>
                <a:pathLst>
                  <a:path w="16557" h="8773" extrusionOk="0">
                    <a:moveTo>
                      <a:pt x="8529" y="1448"/>
                    </a:moveTo>
                    <a:cubicBezTo>
                      <a:pt x="10376" y="1448"/>
                      <a:pt x="13835" y="4479"/>
                      <a:pt x="14736" y="5760"/>
                    </a:cubicBezTo>
                    <a:cubicBezTo>
                      <a:pt x="14528" y="5743"/>
                      <a:pt x="14256" y="5713"/>
                      <a:pt x="13995" y="5677"/>
                    </a:cubicBezTo>
                    <a:cubicBezTo>
                      <a:pt x="13030" y="5544"/>
                      <a:pt x="12060" y="5477"/>
                      <a:pt x="11090" y="5477"/>
                    </a:cubicBezTo>
                    <a:cubicBezTo>
                      <a:pt x="10546" y="5477"/>
                      <a:pt x="10002" y="5498"/>
                      <a:pt x="9458" y="5541"/>
                    </a:cubicBezTo>
                    <a:cubicBezTo>
                      <a:pt x="7377" y="5689"/>
                      <a:pt x="5533" y="6282"/>
                      <a:pt x="4062" y="6763"/>
                    </a:cubicBezTo>
                    <a:cubicBezTo>
                      <a:pt x="3316" y="7006"/>
                      <a:pt x="2318" y="7335"/>
                      <a:pt x="1890" y="7335"/>
                    </a:cubicBezTo>
                    <a:cubicBezTo>
                      <a:pt x="1838" y="7335"/>
                      <a:pt x="1795" y="7330"/>
                      <a:pt x="1762" y="7320"/>
                    </a:cubicBezTo>
                    <a:cubicBezTo>
                      <a:pt x="1649" y="7160"/>
                      <a:pt x="1750" y="6851"/>
                      <a:pt x="1821" y="6668"/>
                    </a:cubicBezTo>
                    <a:cubicBezTo>
                      <a:pt x="2610" y="4699"/>
                      <a:pt x="6630" y="1527"/>
                      <a:pt x="8456" y="1449"/>
                    </a:cubicBezTo>
                    <a:cubicBezTo>
                      <a:pt x="8480" y="1448"/>
                      <a:pt x="8505" y="1448"/>
                      <a:pt x="8529" y="1448"/>
                    </a:cubicBezTo>
                    <a:close/>
                    <a:moveTo>
                      <a:pt x="8503" y="1"/>
                    </a:moveTo>
                    <a:cubicBezTo>
                      <a:pt x="8467" y="1"/>
                      <a:pt x="8432" y="1"/>
                      <a:pt x="8397" y="3"/>
                    </a:cubicBezTo>
                    <a:cubicBezTo>
                      <a:pt x="6049" y="103"/>
                      <a:pt x="1459" y="3655"/>
                      <a:pt x="475" y="6134"/>
                    </a:cubicBezTo>
                    <a:cubicBezTo>
                      <a:pt x="0" y="7326"/>
                      <a:pt x="439" y="8031"/>
                      <a:pt x="742" y="8340"/>
                    </a:cubicBezTo>
                    <a:cubicBezTo>
                      <a:pt x="1038" y="8654"/>
                      <a:pt x="1412" y="8773"/>
                      <a:pt x="1874" y="8773"/>
                    </a:cubicBezTo>
                    <a:cubicBezTo>
                      <a:pt x="2574" y="8773"/>
                      <a:pt x="3452" y="8488"/>
                      <a:pt x="4513" y="8138"/>
                    </a:cubicBezTo>
                    <a:cubicBezTo>
                      <a:pt x="5912" y="7688"/>
                      <a:pt x="7650" y="7118"/>
                      <a:pt x="9559" y="6982"/>
                    </a:cubicBezTo>
                    <a:cubicBezTo>
                      <a:pt x="10062" y="6944"/>
                      <a:pt x="10566" y="6925"/>
                      <a:pt x="11070" y="6925"/>
                    </a:cubicBezTo>
                    <a:cubicBezTo>
                      <a:pt x="11985" y="6925"/>
                      <a:pt x="12901" y="6988"/>
                      <a:pt x="13811" y="7118"/>
                    </a:cubicBezTo>
                    <a:cubicBezTo>
                      <a:pt x="14206" y="7169"/>
                      <a:pt x="14558" y="7213"/>
                      <a:pt x="14875" y="7213"/>
                    </a:cubicBezTo>
                    <a:cubicBezTo>
                      <a:pt x="15343" y="7213"/>
                      <a:pt x="15736" y="7116"/>
                      <a:pt x="16082" y="6798"/>
                    </a:cubicBezTo>
                    <a:cubicBezTo>
                      <a:pt x="16230" y="6656"/>
                      <a:pt x="16556" y="6258"/>
                      <a:pt x="16260" y="5553"/>
                    </a:cubicBezTo>
                    <a:cubicBezTo>
                      <a:pt x="15633" y="4037"/>
                      <a:pt x="11262" y="1"/>
                      <a:pt x="8503" y="1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1" name="Google Shape;5737;p73"/>
              <p:cNvSpPr/>
              <p:nvPr/>
            </p:nvSpPr>
            <p:spPr>
              <a:xfrm>
                <a:off x="2181925" y="1934075"/>
                <a:ext cx="359050" cy="156050"/>
              </a:xfrm>
              <a:custGeom>
                <a:avLst/>
                <a:gdLst/>
                <a:ahLst/>
                <a:cxnLst/>
                <a:rect l="l" t="t" r="r" b="b"/>
                <a:pathLst>
                  <a:path w="14362" h="6242" extrusionOk="0">
                    <a:moveTo>
                      <a:pt x="7510" y="1"/>
                    </a:moveTo>
                    <a:cubicBezTo>
                      <a:pt x="4634" y="1"/>
                      <a:pt x="0" y="4443"/>
                      <a:pt x="735" y="5305"/>
                    </a:cubicBezTo>
                    <a:cubicBezTo>
                      <a:pt x="846" y="5435"/>
                      <a:pt x="1123" y="5482"/>
                      <a:pt x="1528" y="5482"/>
                    </a:cubicBezTo>
                    <a:cubicBezTo>
                      <a:pt x="2559" y="5482"/>
                      <a:pt x="4418" y="5178"/>
                      <a:pt x="6477" y="5178"/>
                    </a:cubicBezTo>
                    <a:cubicBezTo>
                      <a:pt x="7171" y="5178"/>
                      <a:pt x="7888" y="5212"/>
                      <a:pt x="8603" y="5305"/>
                    </a:cubicBezTo>
                    <a:cubicBezTo>
                      <a:pt x="11349" y="5660"/>
                      <a:pt x="12237" y="6242"/>
                      <a:pt x="12877" y="6242"/>
                    </a:cubicBezTo>
                    <a:cubicBezTo>
                      <a:pt x="13091" y="6242"/>
                      <a:pt x="13277" y="6177"/>
                      <a:pt x="13495" y="6016"/>
                    </a:cubicBezTo>
                    <a:cubicBezTo>
                      <a:pt x="14361" y="5370"/>
                      <a:pt x="10578" y="247"/>
                      <a:pt x="7726" y="9"/>
                    </a:cubicBezTo>
                    <a:cubicBezTo>
                      <a:pt x="7655" y="4"/>
                      <a:pt x="7583" y="1"/>
                      <a:pt x="75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2" name="Google Shape;5738;p73"/>
              <p:cNvSpPr/>
              <p:nvPr/>
            </p:nvSpPr>
            <p:spPr>
              <a:xfrm>
                <a:off x="2175825" y="1916100"/>
                <a:ext cx="368850" cy="192250"/>
              </a:xfrm>
              <a:custGeom>
                <a:avLst/>
                <a:gdLst/>
                <a:ahLst/>
                <a:cxnLst/>
                <a:rect l="l" t="t" r="r" b="b"/>
                <a:pathLst>
                  <a:path w="14754" h="7690" extrusionOk="0">
                    <a:moveTo>
                      <a:pt x="7733" y="1451"/>
                    </a:moveTo>
                    <a:cubicBezTo>
                      <a:pt x="7793" y="1451"/>
                      <a:pt x="7852" y="1453"/>
                      <a:pt x="7910" y="1458"/>
                    </a:cubicBezTo>
                    <a:cubicBezTo>
                      <a:pt x="9992" y="1624"/>
                      <a:pt x="12820" y="5075"/>
                      <a:pt x="13117" y="6237"/>
                    </a:cubicBezTo>
                    <a:cubicBezTo>
                      <a:pt x="13010" y="6231"/>
                      <a:pt x="12820" y="6184"/>
                      <a:pt x="12381" y="6053"/>
                    </a:cubicBezTo>
                    <a:cubicBezTo>
                      <a:pt x="11261" y="5698"/>
                      <a:pt x="10110" y="5449"/>
                      <a:pt x="8942" y="5312"/>
                    </a:cubicBezTo>
                    <a:cubicBezTo>
                      <a:pt x="8247" y="5218"/>
                      <a:pt x="7546" y="5175"/>
                      <a:pt x="6851" y="5175"/>
                    </a:cubicBezTo>
                    <a:cubicBezTo>
                      <a:pt x="6805" y="5175"/>
                      <a:pt x="6759" y="5175"/>
                      <a:pt x="6713" y="5176"/>
                    </a:cubicBezTo>
                    <a:cubicBezTo>
                      <a:pt x="5467" y="5176"/>
                      <a:pt x="4299" y="5282"/>
                      <a:pt x="3362" y="5371"/>
                    </a:cubicBezTo>
                    <a:cubicBezTo>
                      <a:pt x="2811" y="5413"/>
                      <a:pt x="2164" y="5472"/>
                      <a:pt x="1749" y="5478"/>
                    </a:cubicBezTo>
                    <a:cubicBezTo>
                      <a:pt x="2435" y="4296"/>
                      <a:pt x="5643" y="1451"/>
                      <a:pt x="7733" y="1451"/>
                    </a:cubicBezTo>
                    <a:close/>
                    <a:moveTo>
                      <a:pt x="7764" y="0"/>
                    </a:moveTo>
                    <a:cubicBezTo>
                      <a:pt x="5076" y="0"/>
                      <a:pt x="1299" y="3188"/>
                      <a:pt x="415" y="4933"/>
                    </a:cubicBezTo>
                    <a:cubicBezTo>
                      <a:pt x="0" y="5733"/>
                      <a:pt x="196" y="6231"/>
                      <a:pt x="421" y="6498"/>
                    </a:cubicBezTo>
                    <a:cubicBezTo>
                      <a:pt x="704" y="6819"/>
                      <a:pt x="1121" y="6927"/>
                      <a:pt x="1768" y="6927"/>
                    </a:cubicBezTo>
                    <a:cubicBezTo>
                      <a:pt x="2220" y="6927"/>
                      <a:pt x="2784" y="6875"/>
                      <a:pt x="3493" y="6806"/>
                    </a:cubicBezTo>
                    <a:cubicBezTo>
                      <a:pt x="4406" y="6726"/>
                      <a:pt x="5540" y="6625"/>
                      <a:pt x="6730" y="6625"/>
                    </a:cubicBezTo>
                    <a:cubicBezTo>
                      <a:pt x="7394" y="6625"/>
                      <a:pt x="8076" y="6656"/>
                      <a:pt x="8747" y="6741"/>
                    </a:cubicBezTo>
                    <a:cubicBezTo>
                      <a:pt x="9838" y="6872"/>
                      <a:pt x="10911" y="7109"/>
                      <a:pt x="11960" y="7435"/>
                    </a:cubicBezTo>
                    <a:cubicBezTo>
                      <a:pt x="12393" y="7571"/>
                      <a:pt x="12767" y="7690"/>
                      <a:pt x="13129" y="7690"/>
                    </a:cubicBezTo>
                    <a:cubicBezTo>
                      <a:pt x="13473" y="7690"/>
                      <a:pt x="13805" y="7583"/>
                      <a:pt x="14166" y="7316"/>
                    </a:cubicBezTo>
                    <a:cubicBezTo>
                      <a:pt x="14398" y="7150"/>
                      <a:pt x="14753" y="6741"/>
                      <a:pt x="14510" y="5881"/>
                    </a:cubicBezTo>
                    <a:cubicBezTo>
                      <a:pt x="13988" y="4037"/>
                      <a:pt x="10727" y="230"/>
                      <a:pt x="8029" y="11"/>
                    </a:cubicBezTo>
                    <a:cubicBezTo>
                      <a:pt x="7942" y="4"/>
                      <a:pt x="7853" y="0"/>
                      <a:pt x="7764" y="0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3" name="Google Shape;5739;p73"/>
              <p:cNvSpPr/>
              <p:nvPr/>
            </p:nvSpPr>
            <p:spPr>
              <a:xfrm>
                <a:off x="984825" y="2115150"/>
                <a:ext cx="981250" cy="981100"/>
              </a:xfrm>
              <a:custGeom>
                <a:avLst/>
                <a:gdLst/>
                <a:ahLst/>
                <a:cxnLst/>
                <a:rect l="l" t="t" r="r" b="b"/>
                <a:pathLst>
                  <a:path w="39250" h="39244" extrusionOk="0">
                    <a:moveTo>
                      <a:pt x="19634" y="1596"/>
                    </a:moveTo>
                    <a:cubicBezTo>
                      <a:pt x="29572" y="1596"/>
                      <a:pt x="37660" y="9684"/>
                      <a:pt x="37660" y="19622"/>
                    </a:cubicBezTo>
                    <a:cubicBezTo>
                      <a:pt x="37660" y="29561"/>
                      <a:pt x="29572" y="37649"/>
                      <a:pt x="19634" y="37649"/>
                    </a:cubicBezTo>
                    <a:cubicBezTo>
                      <a:pt x="9690" y="37649"/>
                      <a:pt x="1607" y="29561"/>
                      <a:pt x="1607" y="19622"/>
                    </a:cubicBezTo>
                    <a:cubicBezTo>
                      <a:pt x="1607" y="9684"/>
                      <a:pt x="9690" y="1596"/>
                      <a:pt x="19634" y="1596"/>
                    </a:cubicBezTo>
                    <a:close/>
                    <a:moveTo>
                      <a:pt x="19634" y="1"/>
                    </a:moveTo>
                    <a:cubicBezTo>
                      <a:pt x="8806" y="1"/>
                      <a:pt x="0" y="8800"/>
                      <a:pt x="0" y="19622"/>
                    </a:cubicBezTo>
                    <a:cubicBezTo>
                      <a:pt x="0" y="30444"/>
                      <a:pt x="8806" y="39244"/>
                      <a:pt x="19634" y="39244"/>
                    </a:cubicBezTo>
                    <a:cubicBezTo>
                      <a:pt x="30444" y="39244"/>
                      <a:pt x="39249" y="30444"/>
                      <a:pt x="39249" y="19622"/>
                    </a:cubicBezTo>
                    <a:cubicBezTo>
                      <a:pt x="39249" y="8800"/>
                      <a:pt x="30456" y="1"/>
                      <a:pt x="19634" y="1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4" name="Google Shape;5740;p73"/>
              <p:cNvSpPr/>
              <p:nvPr/>
            </p:nvSpPr>
            <p:spPr>
              <a:xfrm>
                <a:off x="2046700" y="2088175"/>
                <a:ext cx="861325" cy="877175"/>
              </a:xfrm>
              <a:custGeom>
                <a:avLst/>
                <a:gdLst/>
                <a:ahLst/>
                <a:cxnLst/>
                <a:rect l="l" t="t" r="r" b="b"/>
                <a:pathLst>
                  <a:path w="34453" h="35087" extrusionOk="0">
                    <a:moveTo>
                      <a:pt x="17226" y="1590"/>
                    </a:moveTo>
                    <a:cubicBezTo>
                      <a:pt x="25848" y="1590"/>
                      <a:pt x="32857" y="8753"/>
                      <a:pt x="32857" y="17541"/>
                    </a:cubicBezTo>
                    <a:cubicBezTo>
                      <a:pt x="32857" y="26335"/>
                      <a:pt x="25842" y="33486"/>
                      <a:pt x="17226" y="33486"/>
                    </a:cubicBezTo>
                    <a:cubicBezTo>
                      <a:pt x="8616" y="33486"/>
                      <a:pt x="1601" y="26335"/>
                      <a:pt x="1601" y="17541"/>
                    </a:cubicBezTo>
                    <a:cubicBezTo>
                      <a:pt x="1601" y="8753"/>
                      <a:pt x="8616" y="1590"/>
                      <a:pt x="17226" y="1590"/>
                    </a:cubicBezTo>
                    <a:close/>
                    <a:moveTo>
                      <a:pt x="17226" y="1"/>
                    </a:moveTo>
                    <a:cubicBezTo>
                      <a:pt x="7733" y="1"/>
                      <a:pt x="0" y="7869"/>
                      <a:pt x="0" y="17541"/>
                    </a:cubicBezTo>
                    <a:cubicBezTo>
                      <a:pt x="0" y="27218"/>
                      <a:pt x="7733" y="35087"/>
                      <a:pt x="17226" y="35087"/>
                    </a:cubicBezTo>
                    <a:cubicBezTo>
                      <a:pt x="26732" y="35087"/>
                      <a:pt x="34452" y="27218"/>
                      <a:pt x="34452" y="17541"/>
                    </a:cubicBezTo>
                    <a:cubicBezTo>
                      <a:pt x="34452" y="7869"/>
                      <a:pt x="26720" y="1"/>
                      <a:pt x="17226" y="1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5" name="Google Shape;5741;p73"/>
              <p:cNvSpPr/>
              <p:nvPr/>
            </p:nvSpPr>
            <p:spPr>
              <a:xfrm>
                <a:off x="1918900" y="2511925"/>
                <a:ext cx="174775" cy="59875"/>
              </a:xfrm>
              <a:custGeom>
                <a:avLst/>
                <a:gdLst/>
                <a:ahLst/>
                <a:cxnLst/>
                <a:rect l="l" t="t" r="r" b="b"/>
                <a:pathLst>
                  <a:path w="6991" h="2395" extrusionOk="0">
                    <a:moveTo>
                      <a:pt x="3416" y="1"/>
                    </a:moveTo>
                    <a:cubicBezTo>
                      <a:pt x="2137" y="1"/>
                      <a:pt x="1037" y="460"/>
                      <a:pt x="534" y="846"/>
                    </a:cubicBezTo>
                    <a:cubicBezTo>
                      <a:pt x="1" y="1255"/>
                      <a:pt x="131" y="1729"/>
                      <a:pt x="179" y="1866"/>
                    </a:cubicBezTo>
                    <a:cubicBezTo>
                      <a:pt x="315" y="2190"/>
                      <a:pt x="632" y="2394"/>
                      <a:pt x="978" y="2394"/>
                    </a:cubicBezTo>
                    <a:cubicBezTo>
                      <a:pt x="992" y="2394"/>
                      <a:pt x="1006" y="2394"/>
                      <a:pt x="1021" y="2393"/>
                    </a:cubicBezTo>
                    <a:cubicBezTo>
                      <a:pt x="1276" y="2376"/>
                      <a:pt x="1507" y="2239"/>
                      <a:pt x="1643" y="2026"/>
                    </a:cubicBezTo>
                    <a:cubicBezTo>
                      <a:pt x="1942" y="1865"/>
                      <a:pt x="2619" y="1596"/>
                      <a:pt x="3430" y="1596"/>
                    </a:cubicBezTo>
                    <a:cubicBezTo>
                      <a:pt x="4055" y="1596"/>
                      <a:pt x="4759" y="1755"/>
                      <a:pt x="5432" y="2245"/>
                    </a:cubicBezTo>
                    <a:cubicBezTo>
                      <a:pt x="5569" y="2346"/>
                      <a:pt x="5729" y="2393"/>
                      <a:pt x="5901" y="2393"/>
                    </a:cubicBezTo>
                    <a:cubicBezTo>
                      <a:pt x="5903" y="2393"/>
                      <a:pt x="5906" y="2393"/>
                      <a:pt x="5908" y="2393"/>
                    </a:cubicBezTo>
                    <a:cubicBezTo>
                      <a:pt x="6674" y="2393"/>
                      <a:pt x="6990" y="1402"/>
                      <a:pt x="6363" y="958"/>
                    </a:cubicBezTo>
                    <a:cubicBezTo>
                      <a:pt x="5396" y="249"/>
                      <a:pt x="4357" y="1"/>
                      <a:pt x="3416" y="1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6" name="Google Shape;5742;p73"/>
              <p:cNvSpPr/>
              <p:nvPr/>
            </p:nvSpPr>
            <p:spPr>
              <a:xfrm>
                <a:off x="467450" y="2452125"/>
                <a:ext cx="558750" cy="161300"/>
              </a:xfrm>
              <a:custGeom>
                <a:avLst/>
                <a:gdLst/>
                <a:ahLst/>
                <a:cxnLst/>
                <a:rect l="l" t="t" r="r" b="b"/>
                <a:pathLst>
                  <a:path w="22350" h="6452" extrusionOk="0">
                    <a:moveTo>
                      <a:pt x="4489" y="0"/>
                    </a:moveTo>
                    <a:cubicBezTo>
                      <a:pt x="908" y="0"/>
                      <a:pt x="95" y="5313"/>
                      <a:pt x="66" y="5538"/>
                    </a:cubicBezTo>
                    <a:cubicBezTo>
                      <a:pt x="0" y="5977"/>
                      <a:pt x="297" y="6380"/>
                      <a:pt x="736" y="6440"/>
                    </a:cubicBezTo>
                    <a:cubicBezTo>
                      <a:pt x="775" y="6446"/>
                      <a:pt x="815" y="6449"/>
                      <a:pt x="853" y="6449"/>
                    </a:cubicBezTo>
                    <a:cubicBezTo>
                      <a:pt x="1239" y="6449"/>
                      <a:pt x="1578" y="6163"/>
                      <a:pt x="1637" y="5770"/>
                    </a:cubicBezTo>
                    <a:cubicBezTo>
                      <a:pt x="1643" y="5729"/>
                      <a:pt x="2237" y="1597"/>
                      <a:pt x="4492" y="1597"/>
                    </a:cubicBezTo>
                    <a:cubicBezTo>
                      <a:pt x="4534" y="1597"/>
                      <a:pt x="4576" y="1598"/>
                      <a:pt x="4620" y="1601"/>
                    </a:cubicBezTo>
                    <a:cubicBezTo>
                      <a:pt x="6986" y="1755"/>
                      <a:pt x="16527" y="4815"/>
                      <a:pt x="21247" y="6410"/>
                    </a:cubicBezTo>
                    <a:cubicBezTo>
                      <a:pt x="21330" y="6440"/>
                      <a:pt x="21413" y="6452"/>
                      <a:pt x="21502" y="6452"/>
                    </a:cubicBezTo>
                    <a:cubicBezTo>
                      <a:pt x="21887" y="6452"/>
                      <a:pt x="22219" y="6167"/>
                      <a:pt x="22284" y="5782"/>
                    </a:cubicBezTo>
                    <a:cubicBezTo>
                      <a:pt x="22350" y="5402"/>
                      <a:pt x="22124" y="5023"/>
                      <a:pt x="21757" y="4898"/>
                    </a:cubicBezTo>
                    <a:cubicBezTo>
                      <a:pt x="21187" y="4702"/>
                      <a:pt x="7893" y="214"/>
                      <a:pt x="4726" y="12"/>
                    </a:cubicBezTo>
                    <a:lnTo>
                      <a:pt x="4489" y="0"/>
                    </a:ln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7" name="Google Shape;5743;p73"/>
              <p:cNvSpPr/>
              <p:nvPr/>
            </p:nvSpPr>
            <p:spPr>
              <a:xfrm>
                <a:off x="2710225" y="2425825"/>
                <a:ext cx="198525" cy="84425"/>
              </a:xfrm>
              <a:custGeom>
                <a:avLst/>
                <a:gdLst/>
                <a:ahLst/>
                <a:cxnLst/>
                <a:rect l="l" t="t" r="r" b="b"/>
                <a:pathLst>
                  <a:path w="7941" h="3377" extrusionOk="0">
                    <a:moveTo>
                      <a:pt x="883" y="0"/>
                    </a:moveTo>
                    <a:cubicBezTo>
                      <a:pt x="537" y="0"/>
                      <a:pt x="217" y="231"/>
                      <a:pt x="120" y="584"/>
                    </a:cubicBezTo>
                    <a:cubicBezTo>
                      <a:pt x="1" y="1005"/>
                      <a:pt x="244" y="1443"/>
                      <a:pt x="671" y="1568"/>
                    </a:cubicBezTo>
                    <a:lnTo>
                      <a:pt x="6897" y="3347"/>
                    </a:lnTo>
                    <a:cubicBezTo>
                      <a:pt x="6968" y="3365"/>
                      <a:pt x="7046" y="3377"/>
                      <a:pt x="7117" y="3377"/>
                    </a:cubicBezTo>
                    <a:cubicBezTo>
                      <a:pt x="7508" y="3365"/>
                      <a:pt x="7834" y="3074"/>
                      <a:pt x="7888" y="2683"/>
                    </a:cubicBezTo>
                    <a:cubicBezTo>
                      <a:pt x="7941" y="2297"/>
                      <a:pt x="7704" y="1930"/>
                      <a:pt x="7330" y="1811"/>
                    </a:cubicBezTo>
                    <a:lnTo>
                      <a:pt x="1104" y="32"/>
                    </a:lnTo>
                    <a:cubicBezTo>
                      <a:pt x="1030" y="10"/>
                      <a:pt x="956" y="0"/>
                      <a:pt x="883" y="0"/>
                    </a:cubicBezTo>
                    <a:close/>
                  </a:path>
                </a:pathLst>
              </a:custGeom>
              <a:solidFill>
                <a:srgbClr val="3D0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8" name="Google Shape;5744;p73"/>
              <p:cNvSpPr/>
              <p:nvPr/>
            </p:nvSpPr>
            <p:spPr>
              <a:xfrm>
                <a:off x="1553200" y="4022150"/>
                <a:ext cx="209625" cy="408400"/>
              </a:xfrm>
              <a:custGeom>
                <a:avLst/>
                <a:gdLst/>
                <a:ahLst/>
                <a:cxnLst/>
                <a:rect l="l" t="t" r="r" b="b"/>
                <a:pathLst>
                  <a:path w="8385" h="16336" extrusionOk="0">
                    <a:moveTo>
                      <a:pt x="212" y="1"/>
                    </a:moveTo>
                    <a:cubicBezTo>
                      <a:pt x="96" y="1"/>
                      <a:pt x="0" y="130"/>
                      <a:pt x="12" y="304"/>
                    </a:cubicBezTo>
                    <a:cubicBezTo>
                      <a:pt x="18" y="1875"/>
                      <a:pt x="131" y="3440"/>
                      <a:pt x="350" y="4994"/>
                    </a:cubicBezTo>
                    <a:cubicBezTo>
                      <a:pt x="581" y="6548"/>
                      <a:pt x="890" y="8107"/>
                      <a:pt x="1465" y="9601"/>
                    </a:cubicBezTo>
                    <a:cubicBezTo>
                      <a:pt x="2034" y="11090"/>
                      <a:pt x="2846" y="12513"/>
                      <a:pt x="3926" y="13699"/>
                    </a:cubicBezTo>
                    <a:cubicBezTo>
                      <a:pt x="4999" y="14885"/>
                      <a:pt x="6369" y="15846"/>
                      <a:pt x="7916" y="16308"/>
                    </a:cubicBezTo>
                    <a:cubicBezTo>
                      <a:pt x="7975" y="16326"/>
                      <a:pt x="8033" y="16336"/>
                      <a:pt x="8086" y="16336"/>
                    </a:cubicBezTo>
                    <a:cubicBezTo>
                      <a:pt x="8204" y="16336"/>
                      <a:pt x="8299" y="16290"/>
                      <a:pt x="8331" y="16195"/>
                    </a:cubicBezTo>
                    <a:cubicBezTo>
                      <a:pt x="8385" y="16065"/>
                      <a:pt x="8272" y="15899"/>
                      <a:pt x="8082" y="15828"/>
                    </a:cubicBezTo>
                    <a:cubicBezTo>
                      <a:pt x="6671" y="15294"/>
                      <a:pt x="5473" y="14327"/>
                      <a:pt x="4477" y="13201"/>
                    </a:cubicBezTo>
                    <a:cubicBezTo>
                      <a:pt x="3487" y="12074"/>
                      <a:pt x="2751" y="10734"/>
                      <a:pt x="2206" y="9317"/>
                    </a:cubicBezTo>
                    <a:cubicBezTo>
                      <a:pt x="1654" y="7900"/>
                      <a:pt x="1322" y="6405"/>
                      <a:pt x="1050" y="4887"/>
                    </a:cubicBezTo>
                    <a:cubicBezTo>
                      <a:pt x="771" y="3363"/>
                      <a:pt x="581" y="1822"/>
                      <a:pt x="439" y="298"/>
                    </a:cubicBezTo>
                    <a:cubicBezTo>
                      <a:pt x="427" y="143"/>
                      <a:pt x="338" y="7"/>
                      <a:pt x="219" y="1"/>
                    </a:cubicBezTo>
                    <a:cubicBezTo>
                      <a:pt x="217" y="1"/>
                      <a:pt x="214" y="1"/>
                      <a:pt x="212" y="1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9" name="Google Shape;5745;p73"/>
              <p:cNvSpPr/>
              <p:nvPr/>
            </p:nvSpPr>
            <p:spPr>
              <a:xfrm>
                <a:off x="1640950" y="4122525"/>
                <a:ext cx="166350" cy="255325"/>
              </a:xfrm>
              <a:custGeom>
                <a:avLst/>
                <a:gdLst/>
                <a:ahLst/>
                <a:cxnLst/>
                <a:rect l="l" t="t" r="r" b="b"/>
                <a:pathLst>
                  <a:path w="6654" h="10213" extrusionOk="0">
                    <a:moveTo>
                      <a:pt x="220" y="1"/>
                    </a:moveTo>
                    <a:cubicBezTo>
                      <a:pt x="101" y="1"/>
                      <a:pt x="0" y="96"/>
                      <a:pt x="6" y="220"/>
                    </a:cubicBezTo>
                    <a:cubicBezTo>
                      <a:pt x="12" y="1246"/>
                      <a:pt x="178" y="2266"/>
                      <a:pt x="487" y="3250"/>
                    </a:cubicBezTo>
                    <a:cubicBezTo>
                      <a:pt x="1092" y="5237"/>
                      <a:pt x="2218" y="7027"/>
                      <a:pt x="3742" y="8439"/>
                    </a:cubicBezTo>
                    <a:cubicBezTo>
                      <a:pt x="4489" y="9144"/>
                      <a:pt x="5343" y="9731"/>
                      <a:pt x="6268" y="10188"/>
                    </a:cubicBezTo>
                    <a:cubicBezTo>
                      <a:pt x="6303" y="10204"/>
                      <a:pt x="6340" y="10212"/>
                      <a:pt x="6377" y="10212"/>
                    </a:cubicBezTo>
                    <a:cubicBezTo>
                      <a:pt x="6459" y="10212"/>
                      <a:pt x="6539" y="10173"/>
                      <a:pt x="6588" y="10099"/>
                    </a:cubicBezTo>
                    <a:cubicBezTo>
                      <a:pt x="6654" y="9980"/>
                      <a:pt x="6630" y="9832"/>
                      <a:pt x="6523" y="9749"/>
                    </a:cubicBezTo>
                    <a:cubicBezTo>
                      <a:pt x="5699" y="9215"/>
                      <a:pt x="4940" y="8599"/>
                      <a:pt x="4252" y="7905"/>
                    </a:cubicBezTo>
                    <a:cubicBezTo>
                      <a:pt x="2888" y="6512"/>
                      <a:pt x="1827" y="4851"/>
                      <a:pt x="1145" y="3025"/>
                    </a:cubicBezTo>
                    <a:cubicBezTo>
                      <a:pt x="807" y="2106"/>
                      <a:pt x="570" y="1151"/>
                      <a:pt x="433" y="179"/>
                    </a:cubicBezTo>
                    <a:cubicBezTo>
                      <a:pt x="416" y="78"/>
                      <a:pt x="327" y="1"/>
                      <a:pt x="220" y="1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0" name="Google Shape;5746;p73"/>
              <p:cNvSpPr/>
              <p:nvPr/>
            </p:nvSpPr>
            <p:spPr>
              <a:xfrm>
                <a:off x="1911500" y="4347100"/>
                <a:ext cx="175975" cy="21825"/>
              </a:xfrm>
              <a:custGeom>
                <a:avLst/>
                <a:gdLst/>
                <a:ahLst/>
                <a:cxnLst/>
                <a:rect l="l" t="t" r="r" b="b"/>
                <a:pathLst>
                  <a:path w="7039" h="873" extrusionOk="0">
                    <a:moveTo>
                      <a:pt x="6396" y="1"/>
                    </a:moveTo>
                    <a:cubicBezTo>
                      <a:pt x="5994" y="1"/>
                      <a:pt x="5591" y="4"/>
                      <a:pt x="5189" y="25"/>
                    </a:cubicBezTo>
                    <a:cubicBezTo>
                      <a:pt x="4626" y="55"/>
                      <a:pt x="4068" y="49"/>
                      <a:pt x="3505" y="78"/>
                    </a:cubicBezTo>
                    <a:cubicBezTo>
                      <a:pt x="2941" y="108"/>
                      <a:pt x="2372" y="120"/>
                      <a:pt x="1815" y="144"/>
                    </a:cubicBezTo>
                    <a:cubicBezTo>
                      <a:pt x="1257" y="167"/>
                      <a:pt x="694" y="197"/>
                      <a:pt x="125" y="238"/>
                    </a:cubicBezTo>
                    <a:cubicBezTo>
                      <a:pt x="66" y="238"/>
                      <a:pt x="12" y="321"/>
                      <a:pt x="6" y="440"/>
                    </a:cubicBezTo>
                    <a:cubicBezTo>
                      <a:pt x="0" y="559"/>
                      <a:pt x="42" y="665"/>
                      <a:pt x="107" y="671"/>
                    </a:cubicBezTo>
                    <a:cubicBezTo>
                      <a:pt x="670" y="760"/>
                      <a:pt x="1240" y="820"/>
                      <a:pt x="1815" y="849"/>
                    </a:cubicBezTo>
                    <a:lnTo>
                      <a:pt x="3529" y="873"/>
                    </a:lnTo>
                    <a:cubicBezTo>
                      <a:pt x="4098" y="849"/>
                      <a:pt x="4667" y="814"/>
                      <a:pt x="5230" y="766"/>
                    </a:cubicBezTo>
                    <a:cubicBezTo>
                      <a:pt x="5800" y="713"/>
                      <a:pt x="6369" y="630"/>
                      <a:pt x="6926" y="517"/>
                    </a:cubicBezTo>
                    <a:cubicBezTo>
                      <a:pt x="6997" y="499"/>
                      <a:pt x="7039" y="404"/>
                      <a:pt x="7033" y="262"/>
                    </a:cubicBezTo>
                    <a:cubicBezTo>
                      <a:pt x="7027" y="120"/>
                      <a:pt x="6956" y="1"/>
                      <a:pt x="6879" y="1"/>
                    </a:cubicBezTo>
                    <a:cubicBezTo>
                      <a:pt x="6718" y="1"/>
                      <a:pt x="6557" y="1"/>
                      <a:pt x="6396" y="1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1" name="Google Shape;5747;p73"/>
              <p:cNvSpPr/>
              <p:nvPr/>
            </p:nvSpPr>
            <p:spPr>
              <a:xfrm>
                <a:off x="2277950" y="4212850"/>
                <a:ext cx="390500" cy="183675"/>
              </a:xfrm>
              <a:custGeom>
                <a:avLst/>
                <a:gdLst/>
                <a:ahLst/>
                <a:cxnLst/>
                <a:rect l="l" t="t" r="r" b="b"/>
                <a:pathLst>
                  <a:path w="15620" h="7347" extrusionOk="0">
                    <a:moveTo>
                      <a:pt x="15360" y="1"/>
                    </a:moveTo>
                    <a:cubicBezTo>
                      <a:pt x="15282" y="1"/>
                      <a:pt x="15196" y="32"/>
                      <a:pt x="15122" y="94"/>
                    </a:cubicBezTo>
                    <a:cubicBezTo>
                      <a:pt x="14054" y="971"/>
                      <a:pt x="12928" y="1778"/>
                      <a:pt x="11765" y="2519"/>
                    </a:cubicBezTo>
                    <a:cubicBezTo>
                      <a:pt x="10603" y="3260"/>
                      <a:pt x="9388" y="3918"/>
                      <a:pt x="8130" y="4482"/>
                    </a:cubicBezTo>
                    <a:cubicBezTo>
                      <a:pt x="6885" y="5069"/>
                      <a:pt x="5593" y="5561"/>
                      <a:pt x="4270" y="5952"/>
                    </a:cubicBezTo>
                    <a:cubicBezTo>
                      <a:pt x="2948" y="6356"/>
                      <a:pt x="1602" y="6676"/>
                      <a:pt x="238" y="6913"/>
                    </a:cubicBezTo>
                    <a:cubicBezTo>
                      <a:pt x="96" y="6937"/>
                      <a:pt x="1" y="7032"/>
                      <a:pt x="1" y="7150"/>
                    </a:cubicBezTo>
                    <a:cubicBezTo>
                      <a:pt x="1" y="7265"/>
                      <a:pt x="123" y="7346"/>
                      <a:pt x="281" y="7346"/>
                    </a:cubicBezTo>
                    <a:cubicBezTo>
                      <a:pt x="286" y="7346"/>
                      <a:pt x="292" y="7346"/>
                      <a:pt x="297" y="7346"/>
                    </a:cubicBezTo>
                    <a:cubicBezTo>
                      <a:pt x="1703" y="7227"/>
                      <a:pt x="3096" y="6984"/>
                      <a:pt x="4460" y="6628"/>
                    </a:cubicBezTo>
                    <a:cubicBezTo>
                      <a:pt x="7205" y="5905"/>
                      <a:pt x="9809" y="4725"/>
                      <a:pt x="12163" y="3136"/>
                    </a:cubicBezTo>
                    <a:cubicBezTo>
                      <a:pt x="13343" y="2347"/>
                      <a:pt x="14446" y="1458"/>
                      <a:pt x="15460" y="473"/>
                    </a:cubicBezTo>
                    <a:cubicBezTo>
                      <a:pt x="15578" y="355"/>
                      <a:pt x="15620" y="195"/>
                      <a:pt x="15537" y="82"/>
                    </a:cubicBezTo>
                    <a:cubicBezTo>
                      <a:pt x="15497" y="28"/>
                      <a:pt x="15432" y="1"/>
                      <a:pt x="15360" y="1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2" name="Google Shape;5748;p73"/>
              <p:cNvSpPr/>
              <p:nvPr/>
            </p:nvSpPr>
            <p:spPr>
              <a:xfrm>
                <a:off x="2392400" y="4175825"/>
                <a:ext cx="210225" cy="125475"/>
              </a:xfrm>
              <a:custGeom>
                <a:avLst/>
                <a:gdLst/>
                <a:ahLst/>
                <a:cxnLst/>
                <a:rect l="l" t="t" r="r" b="b"/>
                <a:pathLst>
                  <a:path w="8409" h="5019" extrusionOk="0">
                    <a:moveTo>
                      <a:pt x="8100" y="0"/>
                    </a:moveTo>
                    <a:cubicBezTo>
                      <a:pt x="8062" y="0"/>
                      <a:pt x="8028" y="11"/>
                      <a:pt x="8000" y="33"/>
                    </a:cubicBezTo>
                    <a:cubicBezTo>
                      <a:pt x="7395" y="496"/>
                      <a:pt x="6760" y="940"/>
                      <a:pt x="6138" y="1367"/>
                    </a:cubicBezTo>
                    <a:cubicBezTo>
                      <a:pt x="5521" y="1800"/>
                      <a:pt x="4875" y="2209"/>
                      <a:pt x="4205" y="2577"/>
                    </a:cubicBezTo>
                    <a:cubicBezTo>
                      <a:pt x="3552" y="2968"/>
                      <a:pt x="2882" y="3330"/>
                      <a:pt x="2200" y="3650"/>
                    </a:cubicBezTo>
                    <a:cubicBezTo>
                      <a:pt x="1507" y="3988"/>
                      <a:pt x="819" y="4302"/>
                      <a:pt x="107" y="4599"/>
                    </a:cubicBezTo>
                    <a:cubicBezTo>
                      <a:pt x="36" y="4629"/>
                      <a:pt x="1" y="4735"/>
                      <a:pt x="30" y="4848"/>
                    </a:cubicBezTo>
                    <a:cubicBezTo>
                      <a:pt x="56" y="4942"/>
                      <a:pt x="138" y="5018"/>
                      <a:pt x="210" y="5018"/>
                    </a:cubicBezTo>
                    <a:cubicBezTo>
                      <a:pt x="219" y="5018"/>
                      <a:pt x="229" y="5017"/>
                      <a:pt x="238" y="5014"/>
                    </a:cubicBezTo>
                    <a:cubicBezTo>
                      <a:pt x="1003" y="4830"/>
                      <a:pt x="1750" y="4587"/>
                      <a:pt x="2479" y="4291"/>
                    </a:cubicBezTo>
                    <a:cubicBezTo>
                      <a:pt x="3209" y="3988"/>
                      <a:pt x="3914" y="3644"/>
                      <a:pt x="4608" y="3265"/>
                    </a:cubicBezTo>
                    <a:cubicBezTo>
                      <a:pt x="5284" y="2867"/>
                      <a:pt x="5936" y="2435"/>
                      <a:pt x="6571" y="1972"/>
                    </a:cubicBezTo>
                    <a:cubicBezTo>
                      <a:pt x="7199" y="1498"/>
                      <a:pt x="7792" y="976"/>
                      <a:pt x="8344" y="412"/>
                    </a:cubicBezTo>
                    <a:cubicBezTo>
                      <a:pt x="8409" y="347"/>
                      <a:pt x="8403" y="229"/>
                      <a:pt x="8314" y="116"/>
                    </a:cubicBezTo>
                    <a:cubicBezTo>
                      <a:pt x="8255" y="41"/>
                      <a:pt x="8173" y="0"/>
                      <a:pt x="8100" y="0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3" name="Google Shape;5749;p73"/>
              <p:cNvSpPr/>
              <p:nvPr/>
            </p:nvSpPr>
            <p:spPr>
              <a:xfrm>
                <a:off x="1550825" y="3334500"/>
                <a:ext cx="306000" cy="452150"/>
              </a:xfrm>
              <a:custGeom>
                <a:avLst/>
                <a:gdLst/>
                <a:ahLst/>
                <a:cxnLst/>
                <a:rect l="l" t="t" r="r" b="b"/>
                <a:pathLst>
                  <a:path w="12240" h="18086" extrusionOk="0">
                    <a:moveTo>
                      <a:pt x="11993" y="0"/>
                    </a:moveTo>
                    <a:cubicBezTo>
                      <a:pt x="11906" y="0"/>
                      <a:pt x="11800" y="32"/>
                      <a:pt x="11700" y="94"/>
                    </a:cubicBezTo>
                    <a:cubicBezTo>
                      <a:pt x="10134" y="1019"/>
                      <a:pt x="8705" y="2146"/>
                      <a:pt x="7448" y="3450"/>
                    </a:cubicBezTo>
                    <a:cubicBezTo>
                      <a:pt x="6197" y="4761"/>
                      <a:pt x="5082" y="6196"/>
                      <a:pt x="4121" y="7731"/>
                    </a:cubicBezTo>
                    <a:cubicBezTo>
                      <a:pt x="3184" y="9273"/>
                      <a:pt x="2366" y="10886"/>
                      <a:pt x="1684" y="12558"/>
                    </a:cubicBezTo>
                    <a:cubicBezTo>
                      <a:pt x="1014" y="14225"/>
                      <a:pt x="463" y="15938"/>
                      <a:pt x="48" y="17687"/>
                    </a:cubicBezTo>
                    <a:cubicBezTo>
                      <a:pt x="0" y="17871"/>
                      <a:pt x="30" y="18043"/>
                      <a:pt x="142" y="18079"/>
                    </a:cubicBezTo>
                    <a:cubicBezTo>
                      <a:pt x="156" y="18083"/>
                      <a:pt x="170" y="18085"/>
                      <a:pt x="184" y="18085"/>
                    </a:cubicBezTo>
                    <a:cubicBezTo>
                      <a:pt x="287" y="18085"/>
                      <a:pt x="399" y="17973"/>
                      <a:pt x="457" y="17800"/>
                    </a:cubicBezTo>
                    <a:cubicBezTo>
                      <a:pt x="996" y="16116"/>
                      <a:pt x="1625" y="14456"/>
                      <a:pt x="2337" y="12831"/>
                    </a:cubicBezTo>
                    <a:cubicBezTo>
                      <a:pt x="3030" y="11206"/>
                      <a:pt x="3855" y="9641"/>
                      <a:pt x="4797" y="8152"/>
                    </a:cubicBezTo>
                    <a:cubicBezTo>
                      <a:pt x="5716" y="6652"/>
                      <a:pt x="6784" y="5253"/>
                      <a:pt x="7982" y="3966"/>
                    </a:cubicBezTo>
                    <a:cubicBezTo>
                      <a:pt x="9174" y="2673"/>
                      <a:pt x="10508" y="1517"/>
                      <a:pt x="11966" y="527"/>
                    </a:cubicBezTo>
                    <a:cubicBezTo>
                      <a:pt x="12144" y="396"/>
                      <a:pt x="12239" y="224"/>
                      <a:pt x="12180" y="94"/>
                    </a:cubicBezTo>
                    <a:cubicBezTo>
                      <a:pt x="12150" y="32"/>
                      <a:pt x="12081" y="0"/>
                      <a:pt x="11993" y="0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4" name="Google Shape;5750;p73"/>
              <p:cNvSpPr/>
              <p:nvPr/>
            </p:nvSpPr>
            <p:spPr>
              <a:xfrm>
                <a:off x="1636200" y="3478650"/>
                <a:ext cx="202675" cy="247625"/>
              </a:xfrm>
              <a:custGeom>
                <a:avLst/>
                <a:gdLst/>
                <a:ahLst/>
                <a:cxnLst/>
                <a:rect l="l" t="t" r="r" b="b"/>
                <a:pathLst>
                  <a:path w="8107" h="9905" extrusionOk="0">
                    <a:moveTo>
                      <a:pt x="7836" y="0"/>
                    </a:moveTo>
                    <a:cubicBezTo>
                      <a:pt x="7797" y="0"/>
                      <a:pt x="7758" y="11"/>
                      <a:pt x="7721" y="32"/>
                    </a:cubicBezTo>
                    <a:cubicBezTo>
                      <a:pt x="6767" y="489"/>
                      <a:pt x="5865" y="1064"/>
                      <a:pt x="5053" y="1734"/>
                    </a:cubicBezTo>
                    <a:cubicBezTo>
                      <a:pt x="4235" y="2416"/>
                      <a:pt x="3487" y="3169"/>
                      <a:pt x="2811" y="3987"/>
                    </a:cubicBezTo>
                    <a:cubicBezTo>
                      <a:pt x="2159" y="4824"/>
                      <a:pt x="1590" y="5725"/>
                      <a:pt x="1110" y="6674"/>
                    </a:cubicBezTo>
                    <a:cubicBezTo>
                      <a:pt x="635" y="7616"/>
                      <a:pt x="273" y="8613"/>
                      <a:pt x="24" y="9644"/>
                    </a:cubicBezTo>
                    <a:cubicBezTo>
                      <a:pt x="1" y="9751"/>
                      <a:pt x="54" y="9858"/>
                      <a:pt x="161" y="9894"/>
                    </a:cubicBezTo>
                    <a:cubicBezTo>
                      <a:pt x="183" y="9901"/>
                      <a:pt x="206" y="9904"/>
                      <a:pt x="229" y="9904"/>
                    </a:cubicBezTo>
                    <a:cubicBezTo>
                      <a:pt x="316" y="9904"/>
                      <a:pt x="402" y="9853"/>
                      <a:pt x="440" y="9769"/>
                    </a:cubicBezTo>
                    <a:cubicBezTo>
                      <a:pt x="795" y="8814"/>
                      <a:pt x="1222" y="7883"/>
                      <a:pt x="1720" y="6994"/>
                    </a:cubicBezTo>
                    <a:cubicBezTo>
                      <a:pt x="2213" y="6110"/>
                      <a:pt x="2782" y="5268"/>
                      <a:pt x="3434" y="4492"/>
                    </a:cubicBezTo>
                    <a:cubicBezTo>
                      <a:pt x="4063" y="3697"/>
                      <a:pt x="4762" y="2962"/>
                      <a:pt x="5527" y="2297"/>
                    </a:cubicBezTo>
                    <a:cubicBezTo>
                      <a:pt x="6286" y="1627"/>
                      <a:pt x="7105" y="1017"/>
                      <a:pt x="7964" y="477"/>
                    </a:cubicBezTo>
                    <a:cubicBezTo>
                      <a:pt x="8071" y="400"/>
                      <a:pt x="8107" y="258"/>
                      <a:pt x="8053" y="139"/>
                    </a:cubicBezTo>
                    <a:cubicBezTo>
                      <a:pt x="8012" y="53"/>
                      <a:pt x="7925" y="0"/>
                      <a:pt x="7836" y="0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5" name="Google Shape;5751;p73"/>
              <p:cNvSpPr/>
              <p:nvPr/>
            </p:nvSpPr>
            <p:spPr>
              <a:xfrm>
                <a:off x="1364775" y="3992575"/>
                <a:ext cx="133300" cy="297300"/>
              </a:xfrm>
              <a:custGeom>
                <a:avLst/>
                <a:gdLst/>
                <a:ahLst/>
                <a:cxnLst/>
                <a:rect l="l" t="t" r="r" b="b"/>
                <a:pathLst>
                  <a:path w="5332" h="11892" extrusionOk="0">
                    <a:moveTo>
                      <a:pt x="224" y="1"/>
                    </a:moveTo>
                    <a:cubicBezTo>
                      <a:pt x="114" y="1"/>
                      <a:pt x="4" y="80"/>
                      <a:pt x="0" y="218"/>
                    </a:cubicBezTo>
                    <a:cubicBezTo>
                      <a:pt x="113" y="1273"/>
                      <a:pt x="303" y="2317"/>
                      <a:pt x="570" y="3337"/>
                    </a:cubicBezTo>
                    <a:cubicBezTo>
                      <a:pt x="1109" y="5394"/>
                      <a:pt x="1939" y="7369"/>
                      <a:pt x="3024" y="9195"/>
                    </a:cubicBezTo>
                    <a:cubicBezTo>
                      <a:pt x="3564" y="10108"/>
                      <a:pt x="4175" y="10980"/>
                      <a:pt x="4851" y="11798"/>
                    </a:cubicBezTo>
                    <a:cubicBezTo>
                      <a:pt x="4897" y="11859"/>
                      <a:pt x="4969" y="11892"/>
                      <a:pt x="5042" y="11892"/>
                    </a:cubicBezTo>
                    <a:cubicBezTo>
                      <a:pt x="5091" y="11892"/>
                      <a:pt x="5140" y="11877"/>
                      <a:pt x="5183" y="11846"/>
                    </a:cubicBezTo>
                    <a:cubicBezTo>
                      <a:pt x="5302" y="11769"/>
                      <a:pt x="5331" y="11615"/>
                      <a:pt x="5254" y="11490"/>
                    </a:cubicBezTo>
                    <a:cubicBezTo>
                      <a:pt x="4691" y="10624"/>
                      <a:pt x="4157" y="9735"/>
                      <a:pt x="3671" y="8834"/>
                    </a:cubicBezTo>
                    <a:cubicBezTo>
                      <a:pt x="3167" y="7932"/>
                      <a:pt x="2722" y="7001"/>
                      <a:pt x="2331" y="6047"/>
                    </a:cubicBezTo>
                    <a:cubicBezTo>
                      <a:pt x="1910" y="5104"/>
                      <a:pt x="1548" y="4131"/>
                      <a:pt x="1246" y="3147"/>
                    </a:cubicBezTo>
                    <a:cubicBezTo>
                      <a:pt x="931" y="2163"/>
                      <a:pt x="659" y="1160"/>
                      <a:pt x="427" y="146"/>
                    </a:cubicBezTo>
                    <a:cubicBezTo>
                      <a:pt x="391" y="47"/>
                      <a:pt x="308" y="1"/>
                      <a:pt x="224" y="1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6" name="Google Shape;5752;p73"/>
              <p:cNvSpPr/>
              <p:nvPr/>
            </p:nvSpPr>
            <p:spPr>
              <a:xfrm>
                <a:off x="1923050" y="3231175"/>
                <a:ext cx="235150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9406" h="3752" extrusionOk="0">
                    <a:moveTo>
                      <a:pt x="8857" y="0"/>
                    </a:moveTo>
                    <a:cubicBezTo>
                      <a:pt x="8140" y="0"/>
                      <a:pt x="7427" y="66"/>
                      <a:pt x="6719" y="189"/>
                    </a:cubicBezTo>
                    <a:cubicBezTo>
                      <a:pt x="5077" y="479"/>
                      <a:pt x="3499" y="1066"/>
                      <a:pt x="2070" y="1914"/>
                    </a:cubicBezTo>
                    <a:cubicBezTo>
                      <a:pt x="1359" y="2341"/>
                      <a:pt x="689" y="2833"/>
                      <a:pt x="78" y="3391"/>
                    </a:cubicBezTo>
                    <a:cubicBezTo>
                      <a:pt x="19" y="3444"/>
                      <a:pt x="1" y="3545"/>
                      <a:pt x="78" y="3646"/>
                    </a:cubicBezTo>
                    <a:cubicBezTo>
                      <a:pt x="129" y="3714"/>
                      <a:pt x="205" y="3752"/>
                      <a:pt x="273" y="3752"/>
                    </a:cubicBezTo>
                    <a:cubicBezTo>
                      <a:pt x="299" y="3752"/>
                      <a:pt x="323" y="3746"/>
                      <a:pt x="345" y="3735"/>
                    </a:cubicBezTo>
                    <a:cubicBezTo>
                      <a:pt x="1009" y="3290"/>
                      <a:pt x="1697" y="2893"/>
                      <a:pt x="2408" y="2531"/>
                    </a:cubicBezTo>
                    <a:cubicBezTo>
                      <a:pt x="3826" y="1819"/>
                      <a:pt x="5320" y="1274"/>
                      <a:pt x="6868" y="918"/>
                    </a:cubicBezTo>
                    <a:cubicBezTo>
                      <a:pt x="7644" y="740"/>
                      <a:pt x="8427" y="604"/>
                      <a:pt x="9216" y="515"/>
                    </a:cubicBezTo>
                    <a:cubicBezTo>
                      <a:pt x="9311" y="503"/>
                      <a:pt x="9388" y="396"/>
                      <a:pt x="9388" y="266"/>
                    </a:cubicBezTo>
                    <a:cubicBezTo>
                      <a:pt x="9405" y="135"/>
                      <a:pt x="9317" y="23"/>
                      <a:pt x="9192" y="5"/>
                    </a:cubicBezTo>
                    <a:cubicBezTo>
                      <a:pt x="9080" y="2"/>
                      <a:pt x="8969" y="0"/>
                      <a:pt x="8857" y="0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7" name="Google Shape;5753;p73"/>
              <p:cNvSpPr/>
              <p:nvPr/>
            </p:nvSpPr>
            <p:spPr>
              <a:xfrm>
                <a:off x="2276625" y="3255875"/>
                <a:ext cx="185025" cy="78725"/>
              </a:xfrm>
              <a:custGeom>
                <a:avLst/>
                <a:gdLst/>
                <a:ahLst/>
                <a:cxnLst/>
                <a:rect l="l" t="t" r="r" b="b"/>
                <a:pathLst>
                  <a:path w="7401" h="3149" extrusionOk="0">
                    <a:moveTo>
                      <a:pt x="1642" y="0"/>
                    </a:moveTo>
                    <a:cubicBezTo>
                      <a:pt x="1117" y="0"/>
                      <a:pt x="593" y="90"/>
                      <a:pt x="101" y="268"/>
                    </a:cubicBezTo>
                    <a:cubicBezTo>
                      <a:pt x="30" y="298"/>
                      <a:pt x="0" y="381"/>
                      <a:pt x="30" y="499"/>
                    </a:cubicBezTo>
                    <a:cubicBezTo>
                      <a:pt x="58" y="610"/>
                      <a:pt x="132" y="690"/>
                      <a:pt x="195" y="690"/>
                    </a:cubicBezTo>
                    <a:cubicBezTo>
                      <a:pt x="200" y="690"/>
                      <a:pt x="204" y="690"/>
                      <a:pt x="208" y="689"/>
                    </a:cubicBezTo>
                    <a:cubicBezTo>
                      <a:pt x="487" y="648"/>
                      <a:pt x="768" y="627"/>
                      <a:pt x="1049" y="627"/>
                    </a:cubicBezTo>
                    <a:cubicBezTo>
                      <a:pt x="1376" y="627"/>
                      <a:pt x="1703" y="655"/>
                      <a:pt x="2028" y="713"/>
                    </a:cubicBezTo>
                    <a:cubicBezTo>
                      <a:pt x="2627" y="808"/>
                      <a:pt x="3208" y="992"/>
                      <a:pt x="3760" y="1252"/>
                    </a:cubicBezTo>
                    <a:cubicBezTo>
                      <a:pt x="4335" y="1496"/>
                      <a:pt x="4886" y="1780"/>
                      <a:pt x="5408" y="2124"/>
                    </a:cubicBezTo>
                    <a:lnTo>
                      <a:pt x="7027" y="3132"/>
                    </a:lnTo>
                    <a:cubicBezTo>
                      <a:pt x="7046" y="3143"/>
                      <a:pt x="7069" y="3149"/>
                      <a:pt x="7093" y="3149"/>
                    </a:cubicBezTo>
                    <a:cubicBezTo>
                      <a:pt x="7159" y="3149"/>
                      <a:pt x="7238" y="3108"/>
                      <a:pt x="7294" y="3025"/>
                    </a:cubicBezTo>
                    <a:cubicBezTo>
                      <a:pt x="7377" y="2913"/>
                      <a:pt x="7401" y="2782"/>
                      <a:pt x="7335" y="2723"/>
                    </a:cubicBezTo>
                    <a:cubicBezTo>
                      <a:pt x="6849" y="2284"/>
                      <a:pt x="6345" y="1875"/>
                      <a:pt x="5812" y="1501"/>
                    </a:cubicBezTo>
                    <a:cubicBezTo>
                      <a:pt x="5260" y="1122"/>
                      <a:pt x="4685" y="796"/>
                      <a:pt x="4080" y="523"/>
                    </a:cubicBezTo>
                    <a:cubicBezTo>
                      <a:pt x="3451" y="262"/>
                      <a:pt x="2787" y="96"/>
                      <a:pt x="2117" y="25"/>
                    </a:cubicBezTo>
                    <a:cubicBezTo>
                      <a:pt x="1959" y="8"/>
                      <a:pt x="1801" y="0"/>
                      <a:pt x="1642" y="0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8" name="Google Shape;5754;p73"/>
              <p:cNvSpPr/>
              <p:nvPr/>
            </p:nvSpPr>
            <p:spPr>
              <a:xfrm>
                <a:off x="737550" y="3829325"/>
                <a:ext cx="398800" cy="464425"/>
              </a:xfrm>
              <a:custGeom>
                <a:avLst/>
                <a:gdLst/>
                <a:ahLst/>
                <a:cxnLst/>
                <a:rect l="l" t="t" r="r" b="b"/>
                <a:pathLst>
                  <a:path w="15952" h="18577" extrusionOk="0">
                    <a:moveTo>
                      <a:pt x="177" y="1"/>
                    </a:moveTo>
                    <a:cubicBezTo>
                      <a:pt x="163" y="1"/>
                      <a:pt x="150" y="2"/>
                      <a:pt x="137" y="5"/>
                    </a:cubicBezTo>
                    <a:cubicBezTo>
                      <a:pt x="18" y="35"/>
                      <a:pt x="0" y="231"/>
                      <a:pt x="78" y="450"/>
                    </a:cubicBezTo>
                    <a:cubicBezTo>
                      <a:pt x="837" y="2306"/>
                      <a:pt x="1607" y="4180"/>
                      <a:pt x="2527" y="5977"/>
                    </a:cubicBezTo>
                    <a:cubicBezTo>
                      <a:pt x="3446" y="7779"/>
                      <a:pt x="4483" y="9535"/>
                      <a:pt x="5729" y="11153"/>
                    </a:cubicBezTo>
                    <a:cubicBezTo>
                      <a:pt x="6998" y="12760"/>
                      <a:pt x="8480" y="14178"/>
                      <a:pt x="10146" y="15370"/>
                    </a:cubicBezTo>
                    <a:cubicBezTo>
                      <a:pt x="11801" y="16561"/>
                      <a:pt x="13574" y="17540"/>
                      <a:pt x="15341" y="18483"/>
                    </a:cubicBezTo>
                    <a:cubicBezTo>
                      <a:pt x="15459" y="18545"/>
                      <a:pt x="15573" y="18576"/>
                      <a:pt x="15667" y="18576"/>
                    </a:cubicBezTo>
                    <a:cubicBezTo>
                      <a:pt x="15752" y="18576"/>
                      <a:pt x="15820" y="18551"/>
                      <a:pt x="15863" y="18500"/>
                    </a:cubicBezTo>
                    <a:cubicBezTo>
                      <a:pt x="15952" y="18388"/>
                      <a:pt x="15827" y="18180"/>
                      <a:pt x="15596" y="18038"/>
                    </a:cubicBezTo>
                    <a:cubicBezTo>
                      <a:pt x="13882" y="17000"/>
                      <a:pt x="12168" y="15962"/>
                      <a:pt x="10585" y="14777"/>
                    </a:cubicBezTo>
                    <a:cubicBezTo>
                      <a:pt x="8984" y="13608"/>
                      <a:pt x="7567" y="12221"/>
                      <a:pt x="6357" y="10655"/>
                    </a:cubicBezTo>
                    <a:cubicBezTo>
                      <a:pt x="5124" y="9114"/>
                      <a:pt x="4098" y="7412"/>
                      <a:pt x="3149" y="5651"/>
                    </a:cubicBezTo>
                    <a:cubicBezTo>
                      <a:pt x="2200" y="3895"/>
                      <a:pt x="1346" y="2087"/>
                      <a:pt x="481" y="278"/>
                    </a:cubicBezTo>
                    <a:cubicBezTo>
                      <a:pt x="401" y="109"/>
                      <a:pt x="289" y="1"/>
                      <a:pt x="177" y="1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9" name="Google Shape;5755;p73"/>
              <p:cNvSpPr/>
              <p:nvPr/>
            </p:nvSpPr>
            <p:spPr>
              <a:xfrm>
                <a:off x="892175" y="3969400"/>
                <a:ext cx="222075" cy="241125"/>
              </a:xfrm>
              <a:custGeom>
                <a:avLst/>
                <a:gdLst/>
                <a:ahLst/>
                <a:cxnLst/>
                <a:rect l="l" t="t" r="r" b="b"/>
                <a:pathLst>
                  <a:path w="8883" h="9645" extrusionOk="0">
                    <a:moveTo>
                      <a:pt x="244" y="0"/>
                    </a:moveTo>
                    <a:cubicBezTo>
                      <a:pt x="220" y="0"/>
                      <a:pt x="196" y="4"/>
                      <a:pt x="172" y="12"/>
                    </a:cubicBezTo>
                    <a:cubicBezTo>
                      <a:pt x="59" y="54"/>
                      <a:pt x="0" y="178"/>
                      <a:pt x="42" y="291"/>
                    </a:cubicBezTo>
                    <a:cubicBezTo>
                      <a:pt x="403" y="1317"/>
                      <a:pt x="777" y="2337"/>
                      <a:pt x="1257" y="3333"/>
                    </a:cubicBezTo>
                    <a:cubicBezTo>
                      <a:pt x="1738" y="4323"/>
                      <a:pt x="2283" y="5295"/>
                      <a:pt x="2959" y="6185"/>
                    </a:cubicBezTo>
                    <a:cubicBezTo>
                      <a:pt x="3659" y="7074"/>
                      <a:pt x="4489" y="7851"/>
                      <a:pt x="5420" y="8486"/>
                    </a:cubicBezTo>
                    <a:cubicBezTo>
                      <a:pt x="6363" y="9096"/>
                      <a:pt x="7454" y="9529"/>
                      <a:pt x="8581" y="9642"/>
                    </a:cubicBezTo>
                    <a:cubicBezTo>
                      <a:pt x="8592" y="9643"/>
                      <a:pt x="8603" y="9644"/>
                      <a:pt x="8614" y="9644"/>
                    </a:cubicBezTo>
                    <a:cubicBezTo>
                      <a:pt x="8732" y="9644"/>
                      <a:pt x="8838" y="9560"/>
                      <a:pt x="8859" y="9440"/>
                    </a:cubicBezTo>
                    <a:cubicBezTo>
                      <a:pt x="8883" y="9298"/>
                      <a:pt x="8794" y="9168"/>
                      <a:pt x="8652" y="9138"/>
                    </a:cubicBezTo>
                    <a:cubicBezTo>
                      <a:pt x="7638" y="8913"/>
                      <a:pt x="6677" y="8480"/>
                      <a:pt x="5835" y="7869"/>
                    </a:cubicBezTo>
                    <a:cubicBezTo>
                      <a:pt x="4975" y="7270"/>
                      <a:pt x="4222" y="6535"/>
                      <a:pt x="3594" y="5699"/>
                    </a:cubicBezTo>
                    <a:cubicBezTo>
                      <a:pt x="2929" y="4880"/>
                      <a:pt x="2390" y="3967"/>
                      <a:pt x="1886" y="3024"/>
                    </a:cubicBezTo>
                    <a:cubicBezTo>
                      <a:pt x="1382" y="2076"/>
                      <a:pt x="925" y="1103"/>
                      <a:pt x="439" y="125"/>
                    </a:cubicBezTo>
                    <a:cubicBezTo>
                      <a:pt x="402" y="46"/>
                      <a:pt x="326" y="0"/>
                      <a:pt x="244" y="0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0" name="Google Shape;5756;p73"/>
              <p:cNvSpPr/>
              <p:nvPr/>
            </p:nvSpPr>
            <p:spPr>
              <a:xfrm>
                <a:off x="614200" y="3093375"/>
                <a:ext cx="50575" cy="411325"/>
              </a:xfrm>
              <a:custGeom>
                <a:avLst/>
                <a:gdLst/>
                <a:ahLst/>
                <a:cxnLst/>
                <a:rect l="l" t="t" r="r" b="b"/>
                <a:pathLst>
                  <a:path w="2023" h="16453" extrusionOk="0">
                    <a:moveTo>
                      <a:pt x="373" y="0"/>
                    </a:moveTo>
                    <a:cubicBezTo>
                      <a:pt x="265" y="0"/>
                      <a:pt x="172" y="108"/>
                      <a:pt x="161" y="251"/>
                    </a:cubicBezTo>
                    <a:cubicBezTo>
                      <a:pt x="60" y="1585"/>
                      <a:pt x="1" y="2920"/>
                      <a:pt x="25" y="4266"/>
                    </a:cubicBezTo>
                    <a:cubicBezTo>
                      <a:pt x="48" y="5606"/>
                      <a:pt x="84" y="6940"/>
                      <a:pt x="208" y="8274"/>
                    </a:cubicBezTo>
                    <a:cubicBezTo>
                      <a:pt x="339" y="9608"/>
                      <a:pt x="493" y="10943"/>
                      <a:pt x="695" y="12259"/>
                    </a:cubicBezTo>
                    <a:cubicBezTo>
                      <a:pt x="908" y="13587"/>
                      <a:pt x="1175" y="14904"/>
                      <a:pt x="1495" y="16196"/>
                    </a:cubicBezTo>
                    <a:cubicBezTo>
                      <a:pt x="1529" y="16343"/>
                      <a:pt x="1638" y="16452"/>
                      <a:pt x="1771" y="16452"/>
                    </a:cubicBezTo>
                    <a:cubicBezTo>
                      <a:pt x="1778" y="16452"/>
                      <a:pt x="1785" y="16452"/>
                      <a:pt x="1792" y="16451"/>
                    </a:cubicBezTo>
                    <a:cubicBezTo>
                      <a:pt x="1928" y="16434"/>
                      <a:pt x="2023" y="16273"/>
                      <a:pt x="1999" y="16096"/>
                    </a:cubicBezTo>
                    <a:cubicBezTo>
                      <a:pt x="1792" y="14779"/>
                      <a:pt x="1602" y="13469"/>
                      <a:pt x="1430" y="12158"/>
                    </a:cubicBezTo>
                    <a:cubicBezTo>
                      <a:pt x="1252" y="10848"/>
                      <a:pt x="1139" y="9525"/>
                      <a:pt x="1003" y="8209"/>
                    </a:cubicBezTo>
                    <a:cubicBezTo>
                      <a:pt x="873" y="6887"/>
                      <a:pt x="784" y="5570"/>
                      <a:pt x="730" y="4242"/>
                    </a:cubicBezTo>
                    <a:cubicBezTo>
                      <a:pt x="665" y="2920"/>
                      <a:pt x="623" y="1597"/>
                      <a:pt x="600" y="263"/>
                    </a:cubicBezTo>
                    <a:cubicBezTo>
                      <a:pt x="600" y="139"/>
                      <a:pt x="517" y="26"/>
                      <a:pt x="398" y="2"/>
                    </a:cubicBezTo>
                    <a:cubicBezTo>
                      <a:pt x="390" y="1"/>
                      <a:pt x="382" y="0"/>
                      <a:pt x="373" y="0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1" name="Google Shape;5757;p73"/>
              <p:cNvSpPr/>
              <p:nvPr/>
            </p:nvSpPr>
            <p:spPr>
              <a:xfrm>
                <a:off x="616875" y="2792350"/>
                <a:ext cx="27300" cy="215725"/>
              </a:xfrm>
              <a:custGeom>
                <a:avLst/>
                <a:gdLst/>
                <a:ahLst/>
                <a:cxnLst/>
                <a:rect l="l" t="t" r="r" b="b"/>
                <a:pathLst>
                  <a:path w="1092" h="8629" extrusionOk="0">
                    <a:moveTo>
                      <a:pt x="806" y="1"/>
                    </a:moveTo>
                    <a:cubicBezTo>
                      <a:pt x="694" y="1"/>
                      <a:pt x="598" y="56"/>
                      <a:pt x="588" y="136"/>
                    </a:cubicBezTo>
                    <a:cubicBezTo>
                      <a:pt x="451" y="818"/>
                      <a:pt x="350" y="1518"/>
                      <a:pt x="273" y="2206"/>
                    </a:cubicBezTo>
                    <a:lnTo>
                      <a:pt x="84" y="4299"/>
                    </a:lnTo>
                    <a:lnTo>
                      <a:pt x="18" y="6386"/>
                    </a:lnTo>
                    <a:cubicBezTo>
                      <a:pt x="1" y="7092"/>
                      <a:pt x="24" y="7786"/>
                      <a:pt x="66" y="8485"/>
                    </a:cubicBezTo>
                    <a:cubicBezTo>
                      <a:pt x="66" y="8557"/>
                      <a:pt x="149" y="8616"/>
                      <a:pt x="267" y="8628"/>
                    </a:cubicBezTo>
                    <a:cubicBezTo>
                      <a:pt x="273" y="8628"/>
                      <a:pt x="279" y="8628"/>
                      <a:pt x="285" y="8628"/>
                    </a:cubicBezTo>
                    <a:cubicBezTo>
                      <a:pt x="397" y="8628"/>
                      <a:pt x="493" y="8576"/>
                      <a:pt x="499" y="8497"/>
                    </a:cubicBezTo>
                    <a:cubicBezTo>
                      <a:pt x="582" y="7803"/>
                      <a:pt x="653" y="7116"/>
                      <a:pt x="712" y="6422"/>
                    </a:cubicBezTo>
                    <a:lnTo>
                      <a:pt x="884" y="4346"/>
                    </a:lnTo>
                    <a:lnTo>
                      <a:pt x="1009" y="2271"/>
                    </a:lnTo>
                    <a:cubicBezTo>
                      <a:pt x="1056" y="1577"/>
                      <a:pt x="1074" y="889"/>
                      <a:pt x="1092" y="190"/>
                    </a:cubicBezTo>
                    <a:cubicBezTo>
                      <a:pt x="1092" y="101"/>
                      <a:pt x="1009" y="30"/>
                      <a:pt x="866" y="6"/>
                    </a:cubicBezTo>
                    <a:cubicBezTo>
                      <a:pt x="846" y="2"/>
                      <a:pt x="826" y="1"/>
                      <a:pt x="806" y="1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2" name="Google Shape;5758;p73"/>
              <p:cNvSpPr/>
              <p:nvPr/>
            </p:nvSpPr>
            <p:spPr>
              <a:xfrm>
                <a:off x="696625" y="1775950"/>
                <a:ext cx="362925" cy="615725"/>
              </a:xfrm>
              <a:custGeom>
                <a:avLst/>
                <a:gdLst/>
                <a:ahLst/>
                <a:cxnLst/>
                <a:rect l="l" t="t" r="r" b="b"/>
                <a:pathLst>
                  <a:path w="14517" h="24629" extrusionOk="0">
                    <a:moveTo>
                      <a:pt x="14313" y="0"/>
                    </a:moveTo>
                    <a:cubicBezTo>
                      <a:pt x="14195" y="0"/>
                      <a:pt x="14024" y="91"/>
                      <a:pt x="13865" y="250"/>
                    </a:cubicBezTo>
                    <a:cubicBezTo>
                      <a:pt x="12222" y="1893"/>
                      <a:pt x="10692" y="3648"/>
                      <a:pt x="9287" y="5498"/>
                    </a:cubicBezTo>
                    <a:cubicBezTo>
                      <a:pt x="6458" y="9198"/>
                      <a:pt x="4122" y="13249"/>
                      <a:pt x="2319" y="17542"/>
                    </a:cubicBezTo>
                    <a:cubicBezTo>
                      <a:pt x="1418" y="19682"/>
                      <a:pt x="665" y="21888"/>
                      <a:pt x="66" y="24130"/>
                    </a:cubicBezTo>
                    <a:cubicBezTo>
                      <a:pt x="1" y="24361"/>
                      <a:pt x="13" y="24574"/>
                      <a:pt x="125" y="24622"/>
                    </a:cubicBezTo>
                    <a:cubicBezTo>
                      <a:pt x="137" y="24626"/>
                      <a:pt x="149" y="24628"/>
                      <a:pt x="161" y="24628"/>
                    </a:cubicBezTo>
                    <a:cubicBezTo>
                      <a:pt x="265" y="24628"/>
                      <a:pt x="402" y="24477"/>
                      <a:pt x="481" y="24260"/>
                    </a:cubicBezTo>
                    <a:cubicBezTo>
                      <a:pt x="1193" y="22072"/>
                      <a:pt x="2023" y="19925"/>
                      <a:pt x="2960" y="17826"/>
                    </a:cubicBezTo>
                    <a:cubicBezTo>
                      <a:pt x="4839" y="13628"/>
                      <a:pt x="7158" y="9643"/>
                      <a:pt x="9880" y="5943"/>
                    </a:cubicBezTo>
                    <a:cubicBezTo>
                      <a:pt x="11238" y="4087"/>
                      <a:pt x="12691" y="2308"/>
                      <a:pt x="14238" y="606"/>
                    </a:cubicBezTo>
                    <a:cubicBezTo>
                      <a:pt x="14422" y="399"/>
                      <a:pt x="14517" y="162"/>
                      <a:pt x="14428" y="49"/>
                    </a:cubicBezTo>
                    <a:cubicBezTo>
                      <a:pt x="14402" y="16"/>
                      <a:pt x="14362" y="0"/>
                      <a:pt x="14313" y="0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3" name="Google Shape;5759;p73"/>
              <p:cNvSpPr/>
              <p:nvPr/>
            </p:nvSpPr>
            <p:spPr>
              <a:xfrm>
                <a:off x="1096900" y="1587575"/>
                <a:ext cx="213500" cy="138350"/>
              </a:xfrm>
              <a:custGeom>
                <a:avLst/>
                <a:gdLst/>
                <a:ahLst/>
                <a:cxnLst/>
                <a:rect l="l" t="t" r="r" b="b"/>
                <a:pathLst>
                  <a:path w="8540" h="5534" extrusionOk="0">
                    <a:moveTo>
                      <a:pt x="8270" y="0"/>
                    </a:moveTo>
                    <a:cubicBezTo>
                      <a:pt x="8251" y="0"/>
                      <a:pt x="8232" y="4"/>
                      <a:pt x="8213" y="12"/>
                    </a:cubicBezTo>
                    <a:cubicBezTo>
                      <a:pt x="7448" y="284"/>
                      <a:pt x="6701" y="605"/>
                      <a:pt x="5977" y="966"/>
                    </a:cubicBezTo>
                    <a:cubicBezTo>
                      <a:pt x="5260" y="1346"/>
                      <a:pt x="4554" y="1737"/>
                      <a:pt x="3860" y="2164"/>
                    </a:cubicBezTo>
                    <a:cubicBezTo>
                      <a:pt x="3184" y="2609"/>
                      <a:pt x="2526" y="3077"/>
                      <a:pt x="1880" y="3569"/>
                    </a:cubicBezTo>
                    <a:cubicBezTo>
                      <a:pt x="1245" y="4068"/>
                      <a:pt x="635" y="4601"/>
                      <a:pt x="65" y="5176"/>
                    </a:cubicBezTo>
                    <a:cubicBezTo>
                      <a:pt x="0" y="5253"/>
                      <a:pt x="6" y="5366"/>
                      <a:pt x="77" y="5437"/>
                    </a:cubicBezTo>
                    <a:cubicBezTo>
                      <a:pt x="130" y="5498"/>
                      <a:pt x="201" y="5534"/>
                      <a:pt x="264" y="5534"/>
                    </a:cubicBezTo>
                    <a:cubicBezTo>
                      <a:pt x="294" y="5534"/>
                      <a:pt x="321" y="5526"/>
                      <a:pt x="344" y="5508"/>
                    </a:cubicBezTo>
                    <a:cubicBezTo>
                      <a:pt x="990" y="5040"/>
                      <a:pt x="1643" y="4595"/>
                      <a:pt x="2295" y="4139"/>
                    </a:cubicBezTo>
                    <a:cubicBezTo>
                      <a:pt x="2947" y="3676"/>
                      <a:pt x="3629" y="3273"/>
                      <a:pt x="4287" y="2840"/>
                    </a:cubicBezTo>
                    <a:cubicBezTo>
                      <a:pt x="4952" y="2413"/>
                      <a:pt x="5639" y="2016"/>
                      <a:pt x="6327" y="1624"/>
                    </a:cubicBezTo>
                    <a:cubicBezTo>
                      <a:pt x="7015" y="1233"/>
                      <a:pt x="7715" y="848"/>
                      <a:pt x="8420" y="474"/>
                    </a:cubicBezTo>
                    <a:cubicBezTo>
                      <a:pt x="8509" y="403"/>
                      <a:pt x="8539" y="278"/>
                      <a:pt x="8486" y="178"/>
                    </a:cubicBezTo>
                    <a:cubicBezTo>
                      <a:pt x="8442" y="71"/>
                      <a:pt x="8355" y="0"/>
                      <a:pt x="8270" y="0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4" name="Google Shape;5760;p73"/>
              <p:cNvSpPr/>
              <p:nvPr/>
            </p:nvSpPr>
            <p:spPr>
              <a:xfrm>
                <a:off x="1159000" y="4027175"/>
                <a:ext cx="202950" cy="300150"/>
              </a:xfrm>
              <a:custGeom>
                <a:avLst/>
                <a:gdLst/>
                <a:ahLst/>
                <a:cxnLst/>
                <a:rect l="l" t="t" r="r" b="b"/>
                <a:pathLst>
                  <a:path w="8118" h="12006" extrusionOk="0">
                    <a:moveTo>
                      <a:pt x="249" y="0"/>
                    </a:moveTo>
                    <a:cubicBezTo>
                      <a:pt x="229" y="0"/>
                      <a:pt x="210" y="3"/>
                      <a:pt x="191" y="8"/>
                    </a:cubicBezTo>
                    <a:cubicBezTo>
                      <a:pt x="66" y="37"/>
                      <a:pt x="1" y="168"/>
                      <a:pt x="48" y="286"/>
                    </a:cubicBezTo>
                    <a:cubicBezTo>
                      <a:pt x="368" y="1413"/>
                      <a:pt x="778" y="2516"/>
                      <a:pt x="1270" y="3577"/>
                    </a:cubicBezTo>
                    <a:cubicBezTo>
                      <a:pt x="1774" y="4639"/>
                      <a:pt x="2337" y="5665"/>
                      <a:pt x="2960" y="6655"/>
                    </a:cubicBezTo>
                    <a:cubicBezTo>
                      <a:pt x="3612" y="7633"/>
                      <a:pt x="4318" y="8570"/>
                      <a:pt x="5083" y="9466"/>
                    </a:cubicBezTo>
                    <a:cubicBezTo>
                      <a:pt x="5848" y="10349"/>
                      <a:pt x="6684" y="11173"/>
                      <a:pt x="7579" y="11932"/>
                    </a:cubicBezTo>
                    <a:cubicBezTo>
                      <a:pt x="7635" y="11984"/>
                      <a:pt x="7695" y="12006"/>
                      <a:pt x="7753" y="12006"/>
                    </a:cubicBezTo>
                    <a:cubicBezTo>
                      <a:pt x="7953" y="12006"/>
                      <a:pt x="8118" y="11744"/>
                      <a:pt x="7929" y="11565"/>
                    </a:cubicBezTo>
                    <a:cubicBezTo>
                      <a:pt x="7128" y="10735"/>
                      <a:pt x="6369" y="9881"/>
                      <a:pt x="5652" y="8991"/>
                    </a:cubicBezTo>
                    <a:cubicBezTo>
                      <a:pt x="4928" y="8108"/>
                      <a:pt x="4252" y="7183"/>
                      <a:pt x="3636" y="6228"/>
                    </a:cubicBezTo>
                    <a:cubicBezTo>
                      <a:pt x="3001" y="5273"/>
                      <a:pt x="2420" y="4289"/>
                      <a:pt x="1904" y="3269"/>
                    </a:cubicBezTo>
                    <a:cubicBezTo>
                      <a:pt x="1376" y="2255"/>
                      <a:pt x="884" y="1217"/>
                      <a:pt x="457" y="150"/>
                    </a:cubicBezTo>
                    <a:cubicBezTo>
                      <a:pt x="423" y="57"/>
                      <a:pt x="340" y="0"/>
                      <a:pt x="249" y="0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5" name="Google Shape;5761;p73"/>
              <p:cNvSpPr/>
              <p:nvPr/>
            </p:nvSpPr>
            <p:spPr>
              <a:xfrm>
                <a:off x="1019950" y="3354475"/>
                <a:ext cx="110025" cy="506425"/>
              </a:xfrm>
              <a:custGeom>
                <a:avLst/>
                <a:gdLst/>
                <a:ahLst/>
                <a:cxnLst/>
                <a:rect l="l" t="t" r="r" b="b"/>
                <a:pathLst>
                  <a:path w="4401" h="20257" extrusionOk="0">
                    <a:moveTo>
                      <a:pt x="266" y="0"/>
                    </a:moveTo>
                    <a:cubicBezTo>
                      <a:pt x="145" y="0"/>
                      <a:pt x="54" y="135"/>
                      <a:pt x="42" y="327"/>
                    </a:cubicBezTo>
                    <a:cubicBezTo>
                      <a:pt x="1" y="2011"/>
                      <a:pt x="54" y="3689"/>
                      <a:pt x="202" y="5367"/>
                    </a:cubicBezTo>
                    <a:cubicBezTo>
                      <a:pt x="327" y="7051"/>
                      <a:pt x="558" y="8717"/>
                      <a:pt x="896" y="10366"/>
                    </a:cubicBezTo>
                    <a:cubicBezTo>
                      <a:pt x="1234" y="12008"/>
                      <a:pt x="1637" y="13639"/>
                      <a:pt x="2112" y="15258"/>
                    </a:cubicBezTo>
                    <a:cubicBezTo>
                      <a:pt x="2604" y="16865"/>
                      <a:pt x="3185" y="18442"/>
                      <a:pt x="3855" y="19984"/>
                    </a:cubicBezTo>
                    <a:cubicBezTo>
                      <a:pt x="3928" y="20146"/>
                      <a:pt x="4052" y="20257"/>
                      <a:pt x="4169" y="20257"/>
                    </a:cubicBezTo>
                    <a:cubicBezTo>
                      <a:pt x="4185" y="20257"/>
                      <a:pt x="4201" y="20255"/>
                      <a:pt x="4217" y="20251"/>
                    </a:cubicBezTo>
                    <a:cubicBezTo>
                      <a:pt x="4353" y="20215"/>
                      <a:pt x="4401" y="20008"/>
                      <a:pt x="4329" y="19800"/>
                    </a:cubicBezTo>
                    <a:cubicBezTo>
                      <a:pt x="3772" y="18229"/>
                      <a:pt x="3274" y="16639"/>
                      <a:pt x="2823" y="15050"/>
                    </a:cubicBezTo>
                    <a:cubicBezTo>
                      <a:pt x="2373" y="13455"/>
                      <a:pt x="2011" y="11830"/>
                      <a:pt x="1673" y="10206"/>
                    </a:cubicBezTo>
                    <a:cubicBezTo>
                      <a:pt x="1341" y="8587"/>
                      <a:pt x="1080" y="6938"/>
                      <a:pt x="896" y="5296"/>
                    </a:cubicBezTo>
                    <a:cubicBezTo>
                      <a:pt x="706" y="3641"/>
                      <a:pt x="564" y="1987"/>
                      <a:pt x="481" y="327"/>
                    </a:cubicBezTo>
                    <a:cubicBezTo>
                      <a:pt x="475" y="149"/>
                      <a:pt x="398" y="6"/>
                      <a:pt x="273" y="1"/>
                    </a:cubicBezTo>
                    <a:cubicBezTo>
                      <a:pt x="271" y="0"/>
                      <a:pt x="268" y="0"/>
                      <a:pt x="266" y="0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6" name="Google Shape;5762;p73"/>
              <p:cNvSpPr/>
              <p:nvPr/>
            </p:nvSpPr>
            <p:spPr>
              <a:xfrm>
                <a:off x="1129200" y="3650200"/>
                <a:ext cx="78425" cy="273375"/>
              </a:xfrm>
              <a:custGeom>
                <a:avLst/>
                <a:gdLst/>
                <a:ahLst/>
                <a:cxnLst/>
                <a:rect l="l" t="t" r="r" b="b"/>
                <a:pathLst>
                  <a:path w="3137" h="10935" extrusionOk="0">
                    <a:moveTo>
                      <a:pt x="225" y="0"/>
                    </a:moveTo>
                    <a:cubicBezTo>
                      <a:pt x="116" y="0"/>
                      <a:pt x="8" y="75"/>
                      <a:pt x="1" y="209"/>
                    </a:cubicBezTo>
                    <a:cubicBezTo>
                      <a:pt x="78" y="1122"/>
                      <a:pt x="161" y="2023"/>
                      <a:pt x="291" y="2931"/>
                    </a:cubicBezTo>
                    <a:cubicBezTo>
                      <a:pt x="422" y="3832"/>
                      <a:pt x="552" y="4739"/>
                      <a:pt x="766" y="5635"/>
                    </a:cubicBezTo>
                    <a:cubicBezTo>
                      <a:pt x="979" y="6530"/>
                      <a:pt x="1228" y="7420"/>
                      <a:pt x="1513" y="8297"/>
                    </a:cubicBezTo>
                    <a:cubicBezTo>
                      <a:pt x="1815" y="9169"/>
                      <a:pt x="2189" y="10017"/>
                      <a:pt x="2634" y="10829"/>
                    </a:cubicBezTo>
                    <a:cubicBezTo>
                      <a:pt x="2688" y="10903"/>
                      <a:pt x="2762" y="10935"/>
                      <a:pt x="2836" y="10935"/>
                    </a:cubicBezTo>
                    <a:cubicBezTo>
                      <a:pt x="2988" y="10935"/>
                      <a:pt x="3136" y="10799"/>
                      <a:pt x="3096" y="10616"/>
                    </a:cubicBezTo>
                    <a:cubicBezTo>
                      <a:pt x="2764" y="9780"/>
                      <a:pt x="2497" y="8920"/>
                      <a:pt x="2225" y="8066"/>
                    </a:cubicBezTo>
                    <a:cubicBezTo>
                      <a:pt x="1952" y="7212"/>
                      <a:pt x="1762" y="6340"/>
                      <a:pt x="1543" y="5463"/>
                    </a:cubicBezTo>
                    <a:cubicBezTo>
                      <a:pt x="1329" y="4591"/>
                      <a:pt x="1151" y="3702"/>
                      <a:pt x="979" y="2812"/>
                    </a:cubicBezTo>
                    <a:lnTo>
                      <a:pt x="434" y="144"/>
                    </a:lnTo>
                    <a:cubicBezTo>
                      <a:pt x="395" y="45"/>
                      <a:pt x="310" y="0"/>
                      <a:pt x="225" y="0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7" name="Google Shape;5763;p73"/>
              <p:cNvSpPr/>
              <p:nvPr/>
            </p:nvSpPr>
            <p:spPr>
              <a:xfrm>
                <a:off x="2836100" y="3289075"/>
                <a:ext cx="69250" cy="361775"/>
              </a:xfrm>
              <a:custGeom>
                <a:avLst/>
                <a:gdLst/>
                <a:ahLst/>
                <a:cxnLst/>
                <a:rect l="l" t="t" r="r" b="b"/>
                <a:pathLst>
                  <a:path w="2770" h="14471" extrusionOk="0">
                    <a:moveTo>
                      <a:pt x="233" y="0"/>
                    </a:moveTo>
                    <a:cubicBezTo>
                      <a:pt x="215" y="0"/>
                      <a:pt x="197" y="3"/>
                      <a:pt x="178" y="7"/>
                    </a:cubicBezTo>
                    <a:cubicBezTo>
                      <a:pt x="60" y="49"/>
                      <a:pt x="0" y="179"/>
                      <a:pt x="36" y="298"/>
                    </a:cubicBezTo>
                    <a:cubicBezTo>
                      <a:pt x="380" y="1431"/>
                      <a:pt x="676" y="2575"/>
                      <a:pt x="943" y="3714"/>
                    </a:cubicBezTo>
                    <a:cubicBezTo>
                      <a:pt x="1210" y="4858"/>
                      <a:pt x="1412" y="6014"/>
                      <a:pt x="1595" y="7171"/>
                    </a:cubicBezTo>
                    <a:cubicBezTo>
                      <a:pt x="1779" y="8327"/>
                      <a:pt x="1904" y="9489"/>
                      <a:pt x="1987" y="10657"/>
                    </a:cubicBezTo>
                    <a:cubicBezTo>
                      <a:pt x="2070" y="11831"/>
                      <a:pt x="2123" y="13005"/>
                      <a:pt x="2129" y="14185"/>
                    </a:cubicBezTo>
                    <a:cubicBezTo>
                      <a:pt x="2129" y="14322"/>
                      <a:pt x="2224" y="14440"/>
                      <a:pt x="2360" y="14470"/>
                    </a:cubicBezTo>
                    <a:cubicBezTo>
                      <a:pt x="2509" y="14470"/>
                      <a:pt x="2633" y="14352"/>
                      <a:pt x="2639" y="14203"/>
                    </a:cubicBezTo>
                    <a:cubicBezTo>
                      <a:pt x="2746" y="13011"/>
                      <a:pt x="2770" y="11814"/>
                      <a:pt x="2722" y="10622"/>
                    </a:cubicBezTo>
                    <a:cubicBezTo>
                      <a:pt x="2669" y="9430"/>
                      <a:pt x="2580" y="8232"/>
                      <a:pt x="2378" y="7046"/>
                    </a:cubicBezTo>
                    <a:cubicBezTo>
                      <a:pt x="2182" y="5860"/>
                      <a:pt x="1928" y="4692"/>
                      <a:pt x="1619" y="3536"/>
                    </a:cubicBezTo>
                    <a:cubicBezTo>
                      <a:pt x="1305" y="2385"/>
                      <a:pt x="914" y="1253"/>
                      <a:pt x="445" y="156"/>
                    </a:cubicBezTo>
                    <a:cubicBezTo>
                      <a:pt x="415" y="61"/>
                      <a:pt x="327" y="0"/>
                      <a:pt x="233" y="0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8" name="Google Shape;5764;p73"/>
              <p:cNvSpPr/>
              <p:nvPr/>
            </p:nvSpPr>
            <p:spPr>
              <a:xfrm>
                <a:off x="1128475" y="1780400"/>
                <a:ext cx="498725" cy="409200"/>
              </a:xfrm>
              <a:custGeom>
                <a:avLst/>
                <a:gdLst/>
                <a:ahLst/>
                <a:cxnLst/>
                <a:rect l="l" t="t" r="r" b="b"/>
                <a:pathLst>
                  <a:path w="19949" h="16368" extrusionOk="0">
                    <a:moveTo>
                      <a:pt x="19607" y="1"/>
                    </a:moveTo>
                    <a:cubicBezTo>
                      <a:pt x="19537" y="1"/>
                      <a:pt x="19459" y="10"/>
                      <a:pt x="19379" y="31"/>
                    </a:cubicBezTo>
                    <a:cubicBezTo>
                      <a:pt x="17286" y="577"/>
                      <a:pt x="15240" y="1306"/>
                      <a:pt x="13277" y="2207"/>
                    </a:cubicBezTo>
                    <a:cubicBezTo>
                      <a:pt x="11314" y="3126"/>
                      <a:pt x="9446" y="4253"/>
                      <a:pt x="7709" y="5558"/>
                    </a:cubicBezTo>
                    <a:cubicBezTo>
                      <a:pt x="5995" y="6898"/>
                      <a:pt x="4454" y="8445"/>
                      <a:pt x="3131" y="10177"/>
                    </a:cubicBezTo>
                    <a:cubicBezTo>
                      <a:pt x="1809" y="11902"/>
                      <a:pt x="777" y="13835"/>
                      <a:pt x="77" y="15893"/>
                    </a:cubicBezTo>
                    <a:cubicBezTo>
                      <a:pt x="0" y="16112"/>
                      <a:pt x="12" y="16302"/>
                      <a:pt x="119" y="16356"/>
                    </a:cubicBezTo>
                    <a:cubicBezTo>
                      <a:pt x="135" y="16363"/>
                      <a:pt x="153" y="16367"/>
                      <a:pt x="171" y="16367"/>
                    </a:cubicBezTo>
                    <a:cubicBezTo>
                      <a:pt x="275" y="16367"/>
                      <a:pt x="399" y="16240"/>
                      <a:pt x="475" y="16053"/>
                    </a:cubicBezTo>
                    <a:cubicBezTo>
                      <a:pt x="1281" y="14090"/>
                      <a:pt x="2360" y="12258"/>
                      <a:pt x="3689" y="10604"/>
                    </a:cubicBezTo>
                    <a:cubicBezTo>
                      <a:pt x="4993" y="8943"/>
                      <a:pt x="6511" y="7461"/>
                      <a:pt x="8201" y="6192"/>
                    </a:cubicBezTo>
                    <a:cubicBezTo>
                      <a:pt x="9879" y="4899"/>
                      <a:pt x="11688" y="3790"/>
                      <a:pt x="13603" y="2883"/>
                    </a:cubicBezTo>
                    <a:cubicBezTo>
                      <a:pt x="15513" y="1952"/>
                      <a:pt x="17493" y="1164"/>
                      <a:pt x="19521" y="523"/>
                    </a:cubicBezTo>
                    <a:cubicBezTo>
                      <a:pt x="19764" y="446"/>
                      <a:pt x="19948" y="298"/>
                      <a:pt x="19924" y="161"/>
                    </a:cubicBezTo>
                    <a:cubicBezTo>
                      <a:pt x="19912" y="60"/>
                      <a:pt x="19782" y="1"/>
                      <a:pt x="19607" y="1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9" name="Google Shape;5765;p73"/>
              <p:cNvSpPr/>
              <p:nvPr/>
            </p:nvSpPr>
            <p:spPr>
              <a:xfrm>
                <a:off x="898250" y="2274450"/>
                <a:ext cx="74575" cy="226700"/>
              </a:xfrm>
              <a:custGeom>
                <a:avLst/>
                <a:gdLst/>
                <a:ahLst/>
                <a:cxnLst/>
                <a:rect l="l" t="t" r="r" b="b"/>
                <a:pathLst>
                  <a:path w="2983" h="9068" extrusionOk="0">
                    <a:moveTo>
                      <a:pt x="2665" y="0"/>
                    </a:moveTo>
                    <a:cubicBezTo>
                      <a:pt x="2588" y="0"/>
                      <a:pt x="2521" y="30"/>
                      <a:pt x="2491" y="86"/>
                    </a:cubicBezTo>
                    <a:cubicBezTo>
                      <a:pt x="2123" y="762"/>
                      <a:pt x="1797" y="1462"/>
                      <a:pt x="1518" y="2174"/>
                    </a:cubicBezTo>
                    <a:cubicBezTo>
                      <a:pt x="1246" y="2885"/>
                      <a:pt x="979" y="3614"/>
                      <a:pt x="777" y="4356"/>
                    </a:cubicBezTo>
                    <a:cubicBezTo>
                      <a:pt x="575" y="5097"/>
                      <a:pt x="404" y="5850"/>
                      <a:pt x="267" y="6603"/>
                    </a:cubicBezTo>
                    <a:cubicBezTo>
                      <a:pt x="131" y="7356"/>
                      <a:pt x="42" y="8121"/>
                      <a:pt x="6" y="8892"/>
                    </a:cubicBezTo>
                    <a:cubicBezTo>
                      <a:pt x="0" y="8975"/>
                      <a:pt x="66" y="9040"/>
                      <a:pt x="184" y="9064"/>
                    </a:cubicBezTo>
                    <a:cubicBezTo>
                      <a:pt x="201" y="9066"/>
                      <a:pt x="217" y="9068"/>
                      <a:pt x="234" y="9068"/>
                    </a:cubicBezTo>
                    <a:cubicBezTo>
                      <a:pt x="333" y="9068"/>
                      <a:pt x="418" y="9023"/>
                      <a:pt x="433" y="8951"/>
                    </a:cubicBezTo>
                    <a:lnTo>
                      <a:pt x="955" y="6745"/>
                    </a:lnTo>
                    <a:cubicBezTo>
                      <a:pt x="1127" y="6016"/>
                      <a:pt x="1340" y="5304"/>
                      <a:pt x="1542" y="4575"/>
                    </a:cubicBezTo>
                    <a:cubicBezTo>
                      <a:pt x="1738" y="3852"/>
                      <a:pt x="1963" y="3128"/>
                      <a:pt x="2212" y="2428"/>
                    </a:cubicBezTo>
                    <a:lnTo>
                      <a:pt x="2953" y="294"/>
                    </a:lnTo>
                    <a:cubicBezTo>
                      <a:pt x="2983" y="205"/>
                      <a:pt x="2936" y="92"/>
                      <a:pt x="2805" y="33"/>
                    </a:cubicBezTo>
                    <a:cubicBezTo>
                      <a:pt x="2759" y="11"/>
                      <a:pt x="2710" y="0"/>
                      <a:pt x="2665" y="0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0" name="Google Shape;5766;p73"/>
              <p:cNvSpPr/>
              <p:nvPr/>
            </p:nvSpPr>
            <p:spPr>
              <a:xfrm>
                <a:off x="1028100" y="1713350"/>
                <a:ext cx="354625" cy="380375"/>
              </a:xfrm>
              <a:custGeom>
                <a:avLst/>
                <a:gdLst/>
                <a:ahLst/>
                <a:cxnLst/>
                <a:rect l="l" t="t" r="r" b="b"/>
                <a:pathLst>
                  <a:path w="14185" h="15215" extrusionOk="0">
                    <a:moveTo>
                      <a:pt x="13935" y="1"/>
                    </a:moveTo>
                    <a:cubicBezTo>
                      <a:pt x="13853" y="1"/>
                      <a:pt x="13754" y="29"/>
                      <a:pt x="13657" y="86"/>
                    </a:cubicBezTo>
                    <a:cubicBezTo>
                      <a:pt x="12198" y="934"/>
                      <a:pt x="10799" y="1901"/>
                      <a:pt x="9488" y="2968"/>
                    </a:cubicBezTo>
                    <a:cubicBezTo>
                      <a:pt x="8178" y="4047"/>
                      <a:pt x="6939" y="5203"/>
                      <a:pt x="5782" y="6443"/>
                    </a:cubicBezTo>
                    <a:cubicBezTo>
                      <a:pt x="4644" y="7700"/>
                      <a:pt x="3582" y="9028"/>
                      <a:pt x="2616" y="10416"/>
                    </a:cubicBezTo>
                    <a:cubicBezTo>
                      <a:pt x="1661" y="11815"/>
                      <a:pt x="813" y="13286"/>
                      <a:pt x="84" y="14816"/>
                    </a:cubicBezTo>
                    <a:cubicBezTo>
                      <a:pt x="1" y="14970"/>
                      <a:pt x="1" y="15124"/>
                      <a:pt x="102" y="15189"/>
                    </a:cubicBezTo>
                    <a:cubicBezTo>
                      <a:pt x="128" y="15207"/>
                      <a:pt x="157" y="15215"/>
                      <a:pt x="187" y="15215"/>
                    </a:cubicBezTo>
                    <a:cubicBezTo>
                      <a:pt x="280" y="15215"/>
                      <a:pt x="386" y="15137"/>
                      <a:pt x="457" y="15011"/>
                    </a:cubicBezTo>
                    <a:cubicBezTo>
                      <a:pt x="1293" y="13570"/>
                      <a:pt x="2201" y="12171"/>
                      <a:pt x="3185" y="10825"/>
                    </a:cubicBezTo>
                    <a:cubicBezTo>
                      <a:pt x="5160" y="8145"/>
                      <a:pt x="7431" y="5702"/>
                      <a:pt x="9963" y="3537"/>
                    </a:cubicBezTo>
                    <a:cubicBezTo>
                      <a:pt x="11232" y="2458"/>
                      <a:pt x="12554" y="1450"/>
                      <a:pt x="13936" y="513"/>
                    </a:cubicBezTo>
                    <a:cubicBezTo>
                      <a:pt x="14102" y="394"/>
                      <a:pt x="14185" y="228"/>
                      <a:pt x="14126" y="98"/>
                    </a:cubicBezTo>
                    <a:cubicBezTo>
                      <a:pt x="14095" y="33"/>
                      <a:pt x="14024" y="1"/>
                      <a:pt x="13935" y="1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1" name="Google Shape;5767;p73"/>
              <p:cNvSpPr/>
              <p:nvPr/>
            </p:nvSpPr>
            <p:spPr>
              <a:xfrm>
                <a:off x="899575" y="3384800"/>
                <a:ext cx="73700" cy="426425"/>
              </a:xfrm>
              <a:custGeom>
                <a:avLst/>
                <a:gdLst/>
                <a:ahLst/>
                <a:cxnLst/>
                <a:rect l="l" t="t" r="r" b="b"/>
                <a:pathLst>
                  <a:path w="2948" h="17057" extrusionOk="0">
                    <a:moveTo>
                      <a:pt x="410" y="1"/>
                    </a:moveTo>
                    <a:cubicBezTo>
                      <a:pt x="285" y="1"/>
                      <a:pt x="172" y="135"/>
                      <a:pt x="161" y="306"/>
                    </a:cubicBezTo>
                    <a:cubicBezTo>
                      <a:pt x="42" y="1705"/>
                      <a:pt x="1" y="3110"/>
                      <a:pt x="48" y="4516"/>
                    </a:cubicBezTo>
                    <a:cubicBezTo>
                      <a:pt x="78" y="5921"/>
                      <a:pt x="196" y="7320"/>
                      <a:pt x="410" y="8714"/>
                    </a:cubicBezTo>
                    <a:cubicBezTo>
                      <a:pt x="623" y="10107"/>
                      <a:pt x="896" y="11483"/>
                      <a:pt x="1228" y="12847"/>
                    </a:cubicBezTo>
                    <a:cubicBezTo>
                      <a:pt x="1566" y="14211"/>
                      <a:pt x="1993" y="15551"/>
                      <a:pt x="2497" y="16861"/>
                    </a:cubicBezTo>
                    <a:cubicBezTo>
                      <a:pt x="2538" y="16975"/>
                      <a:pt x="2624" y="17057"/>
                      <a:pt x="2724" y="17057"/>
                    </a:cubicBezTo>
                    <a:cubicBezTo>
                      <a:pt x="2739" y="17057"/>
                      <a:pt x="2754" y="17055"/>
                      <a:pt x="2770" y="17051"/>
                    </a:cubicBezTo>
                    <a:cubicBezTo>
                      <a:pt x="2888" y="17022"/>
                      <a:pt x="2948" y="16873"/>
                      <a:pt x="2900" y="16719"/>
                    </a:cubicBezTo>
                    <a:cubicBezTo>
                      <a:pt x="2533" y="15385"/>
                      <a:pt x="2207" y="14033"/>
                      <a:pt x="1910" y="12687"/>
                    </a:cubicBezTo>
                    <a:cubicBezTo>
                      <a:pt x="1614" y="11335"/>
                      <a:pt x="1400" y="9965"/>
                      <a:pt x="1198" y="8601"/>
                    </a:cubicBezTo>
                    <a:cubicBezTo>
                      <a:pt x="997" y="7237"/>
                      <a:pt x="872" y="5862"/>
                      <a:pt x="789" y="4480"/>
                    </a:cubicBezTo>
                    <a:cubicBezTo>
                      <a:pt x="706" y="3104"/>
                      <a:pt x="665" y="1717"/>
                      <a:pt x="671" y="329"/>
                    </a:cubicBezTo>
                    <a:cubicBezTo>
                      <a:pt x="671" y="157"/>
                      <a:pt x="582" y="27"/>
                      <a:pt x="439" y="3"/>
                    </a:cubicBezTo>
                    <a:cubicBezTo>
                      <a:pt x="429" y="1"/>
                      <a:pt x="419" y="1"/>
                      <a:pt x="410" y="1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2" name="Google Shape;5768;p73"/>
              <p:cNvSpPr/>
              <p:nvPr/>
            </p:nvSpPr>
            <p:spPr>
              <a:xfrm>
                <a:off x="1703950" y="1742350"/>
                <a:ext cx="193050" cy="43600"/>
              </a:xfrm>
              <a:custGeom>
                <a:avLst/>
                <a:gdLst/>
                <a:ahLst/>
                <a:cxnLst/>
                <a:rect l="l" t="t" r="r" b="b"/>
                <a:pathLst>
                  <a:path w="7722" h="1744" extrusionOk="0">
                    <a:moveTo>
                      <a:pt x="4892" y="0"/>
                    </a:moveTo>
                    <a:cubicBezTo>
                      <a:pt x="4505" y="0"/>
                      <a:pt x="4119" y="20"/>
                      <a:pt x="3736" y="59"/>
                    </a:cubicBezTo>
                    <a:cubicBezTo>
                      <a:pt x="3090" y="154"/>
                      <a:pt x="2450" y="302"/>
                      <a:pt x="1827" y="503"/>
                    </a:cubicBezTo>
                    <a:cubicBezTo>
                      <a:pt x="1210" y="717"/>
                      <a:pt x="623" y="1002"/>
                      <a:pt x="72" y="1351"/>
                    </a:cubicBezTo>
                    <a:cubicBezTo>
                      <a:pt x="12" y="1387"/>
                      <a:pt x="1" y="1476"/>
                      <a:pt x="48" y="1589"/>
                    </a:cubicBezTo>
                    <a:cubicBezTo>
                      <a:pt x="93" y="1679"/>
                      <a:pt x="168" y="1744"/>
                      <a:pt x="233" y="1744"/>
                    </a:cubicBezTo>
                    <a:cubicBezTo>
                      <a:pt x="245" y="1744"/>
                      <a:pt x="256" y="1741"/>
                      <a:pt x="267" y="1737"/>
                    </a:cubicBezTo>
                    <a:cubicBezTo>
                      <a:pt x="843" y="1511"/>
                      <a:pt x="1430" y="1328"/>
                      <a:pt x="2029" y="1179"/>
                    </a:cubicBezTo>
                    <a:cubicBezTo>
                      <a:pt x="2616" y="1019"/>
                      <a:pt x="3215" y="907"/>
                      <a:pt x="3825" y="853"/>
                    </a:cubicBezTo>
                    <a:cubicBezTo>
                      <a:pt x="4289" y="794"/>
                      <a:pt x="4761" y="762"/>
                      <a:pt x="5234" y="762"/>
                    </a:cubicBezTo>
                    <a:cubicBezTo>
                      <a:pt x="5371" y="762"/>
                      <a:pt x="5508" y="765"/>
                      <a:pt x="5646" y="770"/>
                    </a:cubicBezTo>
                    <a:cubicBezTo>
                      <a:pt x="6262" y="788"/>
                      <a:pt x="6873" y="835"/>
                      <a:pt x="7484" y="924"/>
                    </a:cubicBezTo>
                    <a:cubicBezTo>
                      <a:pt x="7487" y="925"/>
                      <a:pt x="7490" y="925"/>
                      <a:pt x="7492" y="925"/>
                    </a:cubicBezTo>
                    <a:cubicBezTo>
                      <a:pt x="7566" y="925"/>
                      <a:pt x="7634" y="848"/>
                      <a:pt x="7680" y="717"/>
                    </a:cubicBezTo>
                    <a:cubicBezTo>
                      <a:pt x="7721" y="586"/>
                      <a:pt x="7686" y="450"/>
                      <a:pt x="7603" y="432"/>
                    </a:cubicBezTo>
                    <a:cubicBezTo>
                      <a:pt x="6986" y="219"/>
                      <a:pt x="6340" y="88"/>
                      <a:pt x="5693" y="29"/>
                    </a:cubicBezTo>
                    <a:cubicBezTo>
                      <a:pt x="5427" y="10"/>
                      <a:pt x="5160" y="0"/>
                      <a:pt x="4892" y="0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3" name="Google Shape;5769;p73"/>
              <p:cNvSpPr/>
              <p:nvPr/>
            </p:nvSpPr>
            <p:spPr>
              <a:xfrm>
                <a:off x="1950925" y="1741950"/>
                <a:ext cx="79350" cy="23975"/>
              </a:xfrm>
              <a:custGeom>
                <a:avLst/>
                <a:gdLst/>
                <a:ahLst/>
                <a:cxnLst/>
                <a:rect l="l" t="t" r="r" b="b"/>
                <a:pathLst>
                  <a:path w="3174" h="959" extrusionOk="0">
                    <a:moveTo>
                      <a:pt x="1569" y="1"/>
                    </a:moveTo>
                    <a:cubicBezTo>
                      <a:pt x="1298" y="1"/>
                      <a:pt x="1028" y="41"/>
                      <a:pt x="766" y="122"/>
                    </a:cubicBezTo>
                    <a:cubicBezTo>
                      <a:pt x="493" y="193"/>
                      <a:pt x="244" y="318"/>
                      <a:pt x="24" y="484"/>
                    </a:cubicBezTo>
                    <a:cubicBezTo>
                      <a:pt x="1" y="496"/>
                      <a:pt x="13" y="585"/>
                      <a:pt x="60" y="691"/>
                    </a:cubicBezTo>
                    <a:cubicBezTo>
                      <a:pt x="101" y="792"/>
                      <a:pt x="161" y="881"/>
                      <a:pt x="190" y="881"/>
                    </a:cubicBezTo>
                    <a:cubicBezTo>
                      <a:pt x="428" y="846"/>
                      <a:pt x="665" y="834"/>
                      <a:pt x="896" y="810"/>
                    </a:cubicBezTo>
                    <a:cubicBezTo>
                      <a:pt x="1023" y="797"/>
                      <a:pt x="1149" y="789"/>
                      <a:pt x="1276" y="789"/>
                    </a:cubicBezTo>
                    <a:cubicBezTo>
                      <a:pt x="1374" y="789"/>
                      <a:pt x="1473" y="794"/>
                      <a:pt x="1572" y="804"/>
                    </a:cubicBezTo>
                    <a:cubicBezTo>
                      <a:pt x="1618" y="802"/>
                      <a:pt x="1664" y="800"/>
                      <a:pt x="1710" y="800"/>
                    </a:cubicBezTo>
                    <a:cubicBezTo>
                      <a:pt x="1889" y="800"/>
                      <a:pt x="2069" y="818"/>
                      <a:pt x="2248" y="851"/>
                    </a:cubicBezTo>
                    <a:cubicBezTo>
                      <a:pt x="2467" y="881"/>
                      <a:pt x="2699" y="911"/>
                      <a:pt x="2936" y="958"/>
                    </a:cubicBezTo>
                    <a:cubicBezTo>
                      <a:pt x="2966" y="958"/>
                      <a:pt x="3019" y="881"/>
                      <a:pt x="3084" y="757"/>
                    </a:cubicBezTo>
                    <a:cubicBezTo>
                      <a:pt x="3149" y="632"/>
                      <a:pt x="3173" y="513"/>
                      <a:pt x="3143" y="490"/>
                    </a:cubicBezTo>
                    <a:cubicBezTo>
                      <a:pt x="2918" y="324"/>
                      <a:pt x="2669" y="199"/>
                      <a:pt x="2402" y="128"/>
                    </a:cubicBezTo>
                    <a:cubicBezTo>
                      <a:pt x="2131" y="44"/>
                      <a:pt x="1850" y="1"/>
                      <a:pt x="1569" y="1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4" name="Google Shape;5770;p73"/>
              <p:cNvSpPr/>
              <p:nvPr/>
            </p:nvSpPr>
            <p:spPr>
              <a:xfrm>
                <a:off x="986600" y="2814900"/>
                <a:ext cx="158200" cy="245425"/>
              </a:xfrm>
              <a:custGeom>
                <a:avLst/>
                <a:gdLst/>
                <a:ahLst/>
                <a:cxnLst/>
                <a:rect l="l" t="t" r="r" b="b"/>
                <a:pathLst>
                  <a:path w="6328" h="9817" extrusionOk="0">
                    <a:moveTo>
                      <a:pt x="271" y="1"/>
                    </a:moveTo>
                    <a:cubicBezTo>
                      <a:pt x="137" y="1"/>
                      <a:pt x="1" y="120"/>
                      <a:pt x="60" y="290"/>
                    </a:cubicBezTo>
                    <a:cubicBezTo>
                      <a:pt x="303" y="1215"/>
                      <a:pt x="546" y="2140"/>
                      <a:pt x="842" y="3053"/>
                    </a:cubicBezTo>
                    <a:cubicBezTo>
                      <a:pt x="1139" y="3966"/>
                      <a:pt x="1394" y="4909"/>
                      <a:pt x="1791" y="5804"/>
                    </a:cubicBezTo>
                    <a:cubicBezTo>
                      <a:pt x="2194" y="6700"/>
                      <a:pt x="2704" y="7595"/>
                      <a:pt x="3404" y="8325"/>
                    </a:cubicBezTo>
                    <a:cubicBezTo>
                      <a:pt x="4098" y="9048"/>
                      <a:pt x="5011" y="9629"/>
                      <a:pt x="6019" y="9813"/>
                    </a:cubicBezTo>
                    <a:cubicBezTo>
                      <a:pt x="6034" y="9816"/>
                      <a:pt x="6048" y="9817"/>
                      <a:pt x="6062" y="9817"/>
                    </a:cubicBezTo>
                    <a:cubicBezTo>
                      <a:pt x="6171" y="9817"/>
                      <a:pt x="6271" y="9739"/>
                      <a:pt x="6292" y="9629"/>
                    </a:cubicBezTo>
                    <a:cubicBezTo>
                      <a:pt x="6328" y="9499"/>
                      <a:pt x="6262" y="9368"/>
                      <a:pt x="6144" y="9315"/>
                    </a:cubicBezTo>
                    <a:cubicBezTo>
                      <a:pt x="5284" y="9048"/>
                      <a:pt x="4549" y="8485"/>
                      <a:pt x="3944" y="7821"/>
                    </a:cubicBezTo>
                    <a:cubicBezTo>
                      <a:pt x="3333" y="7150"/>
                      <a:pt x="2912" y="6332"/>
                      <a:pt x="2527" y="5484"/>
                    </a:cubicBezTo>
                    <a:cubicBezTo>
                      <a:pt x="2141" y="4642"/>
                      <a:pt x="1845" y="3729"/>
                      <a:pt x="1513" y="2834"/>
                    </a:cubicBezTo>
                    <a:cubicBezTo>
                      <a:pt x="1180" y="1932"/>
                      <a:pt x="831" y="1037"/>
                      <a:pt x="469" y="147"/>
                    </a:cubicBezTo>
                    <a:cubicBezTo>
                      <a:pt x="433" y="44"/>
                      <a:pt x="353" y="1"/>
                      <a:pt x="271" y="1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5" name="Google Shape;5771;p73"/>
              <p:cNvSpPr/>
              <p:nvPr/>
            </p:nvSpPr>
            <p:spPr>
              <a:xfrm>
                <a:off x="982300" y="2931475"/>
                <a:ext cx="106750" cy="162425"/>
              </a:xfrm>
              <a:custGeom>
                <a:avLst/>
                <a:gdLst/>
                <a:ahLst/>
                <a:cxnLst/>
                <a:rect l="l" t="t" r="r" b="b"/>
                <a:pathLst>
                  <a:path w="4270" h="6497" extrusionOk="0">
                    <a:moveTo>
                      <a:pt x="280" y="1"/>
                    </a:moveTo>
                    <a:cubicBezTo>
                      <a:pt x="256" y="1"/>
                      <a:pt x="230" y="3"/>
                      <a:pt x="202" y="9"/>
                    </a:cubicBezTo>
                    <a:cubicBezTo>
                      <a:pt x="83" y="27"/>
                      <a:pt x="0" y="110"/>
                      <a:pt x="6" y="175"/>
                    </a:cubicBezTo>
                    <a:cubicBezTo>
                      <a:pt x="101" y="798"/>
                      <a:pt x="267" y="1414"/>
                      <a:pt x="499" y="2001"/>
                    </a:cubicBezTo>
                    <a:cubicBezTo>
                      <a:pt x="937" y="3187"/>
                      <a:pt x="1607" y="4284"/>
                      <a:pt x="2467" y="5215"/>
                    </a:cubicBezTo>
                    <a:cubicBezTo>
                      <a:pt x="2888" y="5684"/>
                      <a:pt x="3363" y="6111"/>
                      <a:pt x="3879" y="6478"/>
                    </a:cubicBezTo>
                    <a:cubicBezTo>
                      <a:pt x="3898" y="6490"/>
                      <a:pt x="3920" y="6496"/>
                      <a:pt x="3945" y="6496"/>
                    </a:cubicBezTo>
                    <a:cubicBezTo>
                      <a:pt x="4005" y="6496"/>
                      <a:pt x="4078" y="6461"/>
                      <a:pt x="4145" y="6389"/>
                    </a:cubicBezTo>
                    <a:cubicBezTo>
                      <a:pt x="4240" y="6283"/>
                      <a:pt x="4270" y="6152"/>
                      <a:pt x="4211" y="6093"/>
                    </a:cubicBezTo>
                    <a:cubicBezTo>
                      <a:pt x="3796" y="5654"/>
                      <a:pt x="3410" y="5203"/>
                      <a:pt x="3042" y="4735"/>
                    </a:cubicBezTo>
                    <a:cubicBezTo>
                      <a:pt x="2657" y="4278"/>
                      <a:pt x="2313" y="3792"/>
                      <a:pt x="2011" y="3282"/>
                    </a:cubicBezTo>
                    <a:cubicBezTo>
                      <a:pt x="1685" y="2784"/>
                      <a:pt x="1394" y="2262"/>
                      <a:pt x="1145" y="1728"/>
                    </a:cubicBezTo>
                    <a:cubicBezTo>
                      <a:pt x="884" y="1183"/>
                      <a:pt x="647" y="637"/>
                      <a:pt x="433" y="74"/>
                    </a:cubicBezTo>
                    <a:cubicBezTo>
                      <a:pt x="415" y="29"/>
                      <a:pt x="359" y="1"/>
                      <a:pt x="280" y="1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6" name="Google Shape;5772;p73"/>
              <p:cNvSpPr/>
              <p:nvPr/>
            </p:nvSpPr>
            <p:spPr>
              <a:xfrm>
                <a:off x="2623375" y="2889700"/>
                <a:ext cx="159825" cy="111925"/>
              </a:xfrm>
              <a:custGeom>
                <a:avLst/>
                <a:gdLst/>
                <a:ahLst/>
                <a:cxnLst/>
                <a:rect l="l" t="t" r="r" b="b"/>
                <a:pathLst>
                  <a:path w="6393" h="4477" extrusionOk="0">
                    <a:moveTo>
                      <a:pt x="6040" y="1"/>
                    </a:moveTo>
                    <a:cubicBezTo>
                      <a:pt x="6010" y="1"/>
                      <a:pt x="5984" y="9"/>
                      <a:pt x="5965" y="25"/>
                    </a:cubicBezTo>
                    <a:cubicBezTo>
                      <a:pt x="5515" y="423"/>
                      <a:pt x="5064" y="808"/>
                      <a:pt x="4596" y="1188"/>
                    </a:cubicBezTo>
                    <a:cubicBezTo>
                      <a:pt x="4139" y="1567"/>
                      <a:pt x="3665" y="1923"/>
                      <a:pt x="3167" y="2249"/>
                    </a:cubicBezTo>
                    <a:cubicBezTo>
                      <a:pt x="2680" y="2599"/>
                      <a:pt x="2176" y="2919"/>
                      <a:pt x="1655" y="3204"/>
                    </a:cubicBezTo>
                    <a:cubicBezTo>
                      <a:pt x="1145" y="3512"/>
                      <a:pt x="617" y="3797"/>
                      <a:pt x="77" y="4070"/>
                    </a:cubicBezTo>
                    <a:cubicBezTo>
                      <a:pt x="18" y="4093"/>
                      <a:pt x="0" y="4188"/>
                      <a:pt x="36" y="4301"/>
                    </a:cubicBezTo>
                    <a:cubicBezTo>
                      <a:pt x="72" y="4400"/>
                      <a:pt x="146" y="4477"/>
                      <a:pt x="208" y="4477"/>
                    </a:cubicBezTo>
                    <a:cubicBezTo>
                      <a:pt x="216" y="4477"/>
                      <a:pt x="224" y="4476"/>
                      <a:pt x="231" y="4473"/>
                    </a:cubicBezTo>
                    <a:cubicBezTo>
                      <a:pt x="830" y="4307"/>
                      <a:pt x="1417" y="4093"/>
                      <a:pt x="1981" y="3826"/>
                    </a:cubicBezTo>
                    <a:cubicBezTo>
                      <a:pt x="2538" y="3554"/>
                      <a:pt x="3084" y="3245"/>
                      <a:pt x="3611" y="2907"/>
                    </a:cubicBezTo>
                    <a:cubicBezTo>
                      <a:pt x="4121" y="2552"/>
                      <a:pt x="4613" y="2166"/>
                      <a:pt x="5076" y="1751"/>
                    </a:cubicBezTo>
                    <a:cubicBezTo>
                      <a:pt x="5539" y="1330"/>
                      <a:pt x="5965" y="867"/>
                      <a:pt x="6345" y="375"/>
                    </a:cubicBezTo>
                    <a:cubicBezTo>
                      <a:pt x="6392" y="304"/>
                      <a:pt x="6369" y="203"/>
                      <a:pt x="6262" y="108"/>
                    </a:cubicBezTo>
                    <a:cubicBezTo>
                      <a:pt x="6193" y="39"/>
                      <a:pt x="6107" y="1"/>
                      <a:pt x="6040" y="1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7" name="Google Shape;5773;p73"/>
              <p:cNvSpPr/>
              <p:nvPr/>
            </p:nvSpPr>
            <p:spPr>
              <a:xfrm>
                <a:off x="2704300" y="2941400"/>
                <a:ext cx="96825" cy="60275"/>
              </a:xfrm>
              <a:custGeom>
                <a:avLst/>
                <a:gdLst/>
                <a:ahLst/>
                <a:cxnLst/>
                <a:rect l="l" t="t" r="r" b="b"/>
                <a:pathLst>
                  <a:path w="3873" h="2411" extrusionOk="0">
                    <a:moveTo>
                      <a:pt x="3492" y="1"/>
                    </a:moveTo>
                    <a:cubicBezTo>
                      <a:pt x="3480" y="1"/>
                      <a:pt x="3470" y="4"/>
                      <a:pt x="3464" y="9"/>
                    </a:cubicBezTo>
                    <a:cubicBezTo>
                      <a:pt x="3203" y="223"/>
                      <a:pt x="2936" y="424"/>
                      <a:pt x="2669" y="620"/>
                    </a:cubicBezTo>
                    <a:cubicBezTo>
                      <a:pt x="2414" y="816"/>
                      <a:pt x="2135" y="993"/>
                      <a:pt x="1851" y="1142"/>
                    </a:cubicBezTo>
                    <a:cubicBezTo>
                      <a:pt x="1572" y="1320"/>
                      <a:pt x="1276" y="1474"/>
                      <a:pt x="973" y="1598"/>
                    </a:cubicBezTo>
                    <a:cubicBezTo>
                      <a:pt x="671" y="1735"/>
                      <a:pt x="368" y="1865"/>
                      <a:pt x="48" y="1984"/>
                    </a:cubicBezTo>
                    <a:cubicBezTo>
                      <a:pt x="13" y="1996"/>
                      <a:pt x="1" y="2079"/>
                      <a:pt x="19" y="2197"/>
                    </a:cubicBezTo>
                    <a:cubicBezTo>
                      <a:pt x="30" y="2316"/>
                      <a:pt x="78" y="2411"/>
                      <a:pt x="119" y="2411"/>
                    </a:cubicBezTo>
                    <a:cubicBezTo>
                      <a:pt x="487" y="2411"/>
                      <a:pt x="855" y="2357"/>
                      <a:pt x="1210" y="2257"/>
                    </a:cubicBezTo>
                    <a:cubicBezTo>
                      <a:pt x="1566" y="2150"/>
                      <a:pt x="1910" y="2013"/>
                      <a:pt x="2242" y="1841"/>
                    </a:cubicBezTo>
                    <a:cubicBezTo>
                      <a:pt x="2556" y="1652"/>
                      <a:pt x="2859" y="1432"/>
                      <a:pt x="3138" y="1195"/>
                    </a:cubicBezTo>
                    <a:cubicBezTo>
                      <a:pt x="3416" y="946"/>
                      <a:pt x="3654" y="661"/>
                      <a:pt x="3849" y="341"/>
                    </a:cubicBezTo>
                    <a:cubicBezTo>
                      <a:pt x="3873" y="306"/>
                      <a:pt x="3825" y="223"/>
                      <a:pt x="3725" y="128"/>
                    </a:cubicBezTo>
                    <a:cubicBezTo>
                      <a:pt x="3638" y="51"/>
                      <a:pt x="3543" y="1"/>
                      <a:pt x="3492" y="1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8" name="Google Shape;5774;p73"/>
              <p:cNvSpPr/>
              <p:nvPr/>
            </p:nvSpPr>
            <p:spPr>
              <a:xfrm>
                <a:off x="837025" y="1615250"/>
                <a:ext cx="154050" cy="80275"/>
              </a:xfrm>
              <a:custGeom>
                <a:avLst/>
                <a:gdLst/>
                <a:ahLst/>
                <a:cxnLst/>
                <a:rect l="l" t="t" r="r" b="b"/>
                <a:pathLst>
                  <a:path w="6162" h="3211" extrusionOk="0">
                    <a:moveTo>
                      <a:pt x="547" y="0"/>
                    </a:moveTo>
                    <a:cubicBezTo>
                      <a:pt x="407" y="0"/>
                      <a:pt x="266" y="5"/>
                      <a:pt x="125" y="13"/>
                    </a:cubicBezTo>
                    <a:cubicBezTo>
                      <a:pt x="66" y="13"/>
                      <a:pt x="12" y="85"/>
                      <a:pt x="6" y="203"/>
                    </a:cubicBezTo>
                    <a:cubicBezTo>
                      <a:pt x="0" y="322"/>
                      <a:pt x="42" y="429"/>
                      <a:pt x="101" y="440"/>
                    </a:cubicBezTo>
                    <a:cubicBezTo>
                      <a:pt x="629" y="529"/>
                      <a:pt x="1151" y="654"/>
                      <a:pt x="1661" y="814"/>
                    </a:cubicBezTo>
                    <a:cubicBezTo>
                      <a:pt x="2171" y="962"/>
                      <a:pt x="2663" y="1158"/>
                      <a:pt x="3131" y="1401"/>
                    </a:cubicBezTo>
                    <a:cubicBezTo>
                      <a:pt x="3606" y="1620"/>
                      <a:pt x="4062" y="1893"/>
                      <a:pt x="4489" y="2202"/>
                    </a:cubicBezTo>
                    <a:cubicBezTo>
                      <a:pt x="4928" y="2504"/>
                      <a:pt x="5343" y="2836"/>
                      <a:pt x="5728" y="3192"/>
                    </a:cubicBezTo>
                    <a:cubicBezTo>
                      <a:pt x="5747" y="3204"/>
                      <a:pt x="5771" y="3210"/>
                      <a:pt x="5799" y="3210"/>
                    </a:cubicBezTo>
                    <a:cubicBezTo>
                      <a:pt x="5854" y="3210"/>
                      <a:pt x="5925" y="3185"/>
                      <a:pt x="5995" y="3127"/>
                    </a:cubicBezTo>
                    <a:cubicBezTo>
                      <a:pt x="6108" y="3038"/>
                      <a:pt x="6161" y="2919"/>
                      <a:pt x="6114" y="2854"/>
                    </a:cubicBezTo>
                    <a:cubicBezTo>
                      <a:pt x="5782" y="2385"/>
                      <a:pt x="5385" y="1964"/>
                      <a:pt x="4940" y="1609"/>
                    </a:cubicBezTo>
                    <a:cubicBezTo>
                      <a:pt x="4483" y="1253"/>
                      <a:pt x="3991" y="944"/>
                      <a:pt x="3475" y="683"/>
                    </a:cubicBezTo>
                    <a:cubicBezTo>
                      <a:pt x="2947" y="446"/>
                      <a:pt x="2402" y="262"/>
                      <a:pt x="1839" y="132"/>
                    </a:cubicBezTo>
                    <a:cubicBezTo>
                      <a:pt x="1413" y="42"/>
                      <a:pt x="981" y="0"/>
                      <a:pt x="547" y="0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9" name="Google Shape;5775;p73"/>
              <p:cNvSpPr/>
              <p:nvPr/>
            </p:nvSpPr>
            <p:spPr>
              <a:xfrm>
                <a:off x="831975" y="1675225"/>
                <a:ext cx="112700" cy="68025"/>
              </a:xfrm>
              <a:custGeom>
                <a:avLst/>
                <a:gdLst/>
                <a:ahLst/>
                <a:cxnLst/>
                <a:rect l="l" t="t" r="r" b="b"/>
                <a:pathLst>
                  <a:path w="4508" h="2721" extrusionOk="0">
                    <a:moveTo>
                      <a:pt x="827" y="1"/>
                    </a:moveTo>
                    <a:cubicBezTo>
                      <a:pt x="575" y="1"/>
                      <a:pt x="324" y="28"/>
                      <a:pt x="78" y="81"/>
                    </a:cubicBezTo>
                    <a:cubicBezTo>
                      <a:pt x="30" y="93"/>
                      <a:pt x="1" y="170"/>
                      <a:pt x="7" y="289"/>
                    </a:cubicBezTo>
                    <a:cubicBezTo>
                      <a:pt x="18" y="407"/>
                      <a:pt x="60" y="502"/>
                      <a:pt x="107" y="514"/>
                    </a:cubicBezTo>
                    <a:cubicBezTo>
                      <a:pt x="499" y="544"/>
                      <a:pt x="884" y="621"/>
                      <a:pt x="1258" y="733"/>
                    </a:cubicBezTo>
                    <a:cubicBezTo>
                      <a:pt x="1631" y="834"/>
                      <a:pt x="1987" y="983"/>
                      <a:pt x="2313" y="1184"/>
                    </a:cubicBezTo>
                    <a:cubicBezTo>
                      <a:pt x="2657" y="1356"/>
                      <a:pt x="2972" y="1581"/>
                      <a:pt x="3250" y="1848"/>
                    </a:cubicBezTo>
                    <a:cubicBezTo>
                      <a:pt x="3541" y="2103"/>
                      <a:pt x="3808" y="2388"/>
                      <a:pt x="4045" y="2696"/>
                    </a:cubicBezTo>
                    <a:cubicBezTo>
                      <a:pt x="4057" y="2713"/>
                      <a:pt x="4080" y="2721"/>
                      <a:pt x="4111" y="2721"/>
                    </a:cubicBezTo>
                    <a:cubicBezTo>
                      <a:pt x="4158" y="2721"/>
                      <a:pt x="4225" y="2702"/>
                      <a:pt x="4300" y="2667"/>
                    </a:cubicBezTo>
                    <a:cubicBezTo>
                      <a:pt x="4430" y="2613"/>
                      <a:pt x="4507" y="2512"/>
                      <a:pt x="4490" y="2453"/>
                    </a:cubicBezTo>
                    <a:cubicBezTo>
                      <a:pt x="4323" y="2032"/>
                      <a:pt x="4080" y="1641"/>
                      <a:pt x="3766" y="1315"/>
                    </a:cubicBezTo>
                    <a:cubicBezTo>
                      <a:pt x="3452" y="988"/>
                      <a:pt x="3090" y="710"/>
                      <a:pt x="2699" y="484"/>
                    </a:cubicBezTo>
                    <a:cubicBezTo>
                      <a:pt x="2296" y="283"/>
                      <a:pt x="1863" y="141"/>
                      <a:pt x="1418" y="52"/>
                    </a:cubicBezTo>
                    <a:cubicBezTo>
                      <a:pt x="1222" y="18"/>
                      <a:pt x="1024" y="1"/>
                      <a:pt x="827" y="1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0" name="Google Shape;5776;p73"/>
              <p:cNvSpPr/>
              <p:nvPr/>
            </p:nvSpPr>
            <p:spPr>
              <a:xfrm>
                <a:off x="839700" y="1748850"/>
                <a:ext cx="51300" cy="37975"/>
              </a:xfrm>
              <a:custGeom>
                <a:avLst/>
                <a:gdLst/>
                <a:ahLst/>
                <a:cxnLst/>
                <a:rect l="l" t="t" r="r" b="b"/>
                <a:pathLst>
                  <a:path w="2052" h="1519" extrusionOk="0">
                    <a:moveTo>
                      <a:pt x="243" y="0"/>
                    </a:moveTo>
                    <a:cubicBezTo>
                      <a:pt x="184" y="42"/>
                      <a:pt x="136" y="95"/>
                      <a:pt x="107" y="154"/>
                    </a:cubicBezTo>
                    <a:cubicBezTo>
                      <a:pt x="42" y="249"/>
                      <a:pt x="0" y="350"/>
                      <a:pt x="12" y="362"/>
                    </a:cubicBezTo>
                    <a:cubicBezTo>
                      <a:pt x="125" y="504"/>
                      <a:pt x="249" y="641"/>
                      <a:pt x="385" y="765"/>
                    </a:cubicBezTo>
                    <a:lnTo>
                      <a:pt x="806" y="1079"/>
                    </a:lnTo>
                    <a:lnTo>
                      <a:pt x="1263" y="1334"/>
                    </a:lnTo>
                    <a:cubicBezTo>
                      <a:pt x="1423" y="1412"/>
                      <a:pt x="1595" y="1477"/>
                      <a:pt x="1767" y="1518"/>
                    </a:cubicBezTo>
                    <a:cubicBezTo>
                      <a:pt x="1768" y="1519"/>
                      <a:pt x="1769" y="1519"/>
                      <a:pt x="1770" y="1519"/>
                    </a:cubicBezTo>
                    <a:cubicBezTo>
                      <a:pt x="1796" y="1519"/>
                      <a:pt x="1859" y="1448"/>
                      <a:pt x="1933" y="1334"/>
                    </a:cubicBezTo>
                    <a:cubicBezTo>
                      <a:pt x="2004" y="1216"/>
                      <a:pt x="2052" y="1103"/>
                      <a:pt x="2034" y="1091"/>
                    </a:cubicBezTo>
                    <a:cubicBezTo>
                      <a:pt x="1927" y="949"/>
                      <a:pt x="1797" y="819"/>
                      <a:pt x="1660" y="712"/>
                    </a:cubicBezTo>
                    <a:lnTo>
                      <a:pt x="1227" y="409"/>
                    </a:lnTo>
                    <a:lnTo>
                      <a:pt x="759" y="172"/>
                    </a:lnTo>
                    <a:cubicBezTo>
                      <a:pt x="593" y="95"/>
                      <a:pt x="421" y="36"/>
                      <a:pt x="243" y="0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1" name="Google Shape;5777;p73"/>
              <p:cNvSpPr/>
              <p:nvPr/>
            </p:nvSpPr>
            <p:spPr>
              <a:xfrm>
                <a:off x="1946625" y="1395100"/>
                <a:ext cx="64225" cy="111975"/>
              </a:xfrm>
              <a:custGeom>
                <a:avLst/>
                <a:gdLst/>
                <a:ahLst/>
                <a:cxnLst/>
                <a:rect l="l" t="t" r="r" b="b"/>
                <a:pathLst>
                  <a:path w="2569" h="4479" extrusionOk="0">
                    <a:moveTo>
                      <a:pt x="275" y="0"/>
                    </a:moveTo>
                    <a:cubicBezTo>
                      <a:pt x="234" y="0"/>
                      <a:pt x="175" y="34"/>
                      <a:pt x="119" y="109"/>
                    </a:cubicBezTo>
                    <a:cubicBezTo>
                      <a:pt x="42" y="209"/>
                      <a:pt x="1" y="310"/>
                      <a:pt x="30" y="340"/>
                    </a:cubicBezTo>
                    <a:cubicBezTo>
                      <a:pt x="285" y="630"/>
                      <a:pt x="522" y="933"/>
                      <a:pt x="742" y="1253"/>
                    </a:cubicBezTo>
                    <a:cubicBezTo>
                      <a:pt x="967" y="1555"/>
                      <a:pt x="1157" y="1888"/>
                      <a:pt x="1311" y="2231"/>
                    </a:cubicBezTo>
                    <a:cubicBezTo>
                      <a:pt x="1489" y="2564"/>
                      <a:pt x="1631" y="2919"/>
                      <a:pt x="1738" y="3281"/>
                    </a:cubicBezTo>
                    <a:cubicBezTo>
                      <a:pt x="1851" y="3649"/>
                      <a:pt x="1946" y="4016"/>
                      <a:pt x="2017" y="4396"/>
                    </a:cubicBezTo>
                    <a:cubicBezTo>
                      <a:pt x="2023" y="4437"/>
                      <a:pt x="2118" y="4479"/>
                      <a:pt x="2260" y="4479"/>
                    </a:cubicBezTo>
                    <a:cubicBezTo>
                      <a:pt x="2402" y="4479"/>
                      <a:pt x="2521" y="4431"/>
                      <a:pt x="2527" y="4372"/>
                    </a:cubicBezTo>
                    <a:cubicBezTo>
                      <a:pt x="2568" y="3945"/>
                      <a:pt x="2539" y="3512"/>
                      <a:pt x="2456" y="3091"/>
                    </a:cubicBezTo>
                    <a:cubicBezTo>
                      <a:pt x="2349" y="2670"/>
                      <a:pt x="2207" y="2267"/>
                      <a:pt x="2023" y="1876"/>
                    </a:cubicBezTo>
                    <a:cubicBezTo>
                      <a:pt x="1815" y="1496"/>
                      <a:pt x="1572" y="1140"/>
                      <a:pt x="1293" y="814"/>
                    </a:cubicBezTo>
                    <a:cubicBezTo>
                      <a:pt x="1009" y="494"/>
                      <a:pt x="677" y="221"/>
                      <a:pt x="303" y="8"/>
                    </a:cubicBezTo>
                    <a:cubicBezTo>
                      <a:pt x="295" y="3"/>
                      <a:pt x="286" y="0"/>
                      <a:pt x="275" y="0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2" name="Google Shape;5778;p73"/>
              <p:cNvSpPr/>
              <p:nvPr/>
            </p:nvSpPr>
            <p:spPr>
              <a:xfrm>
                <a:off x="2018675" y="1419450"/>
                <a:ext cx="67175" cy="97275"/>
              </a:xfrm>
              <a:custGeom>
                <a:avLst/>
                <a:gdLst/>
                <a:ahLst/>
                <a:cxnLst/>
                <a:rect l="l" t="t" r="r" b="b"/>
                <a:pathLst>
                  <a:path w="2687" h="3891" extrusionOk="0">
                    <a:moveTo>
                      <a:pt x="272" y="1"/>
                    </a:moveTo>
                    <a:cubicBezTo>
                      <a:pt x="234" y="1"/>
                      <a:pt x="178" y="49"/>
                      <a:pt x="113" y="119"/>
                    </a:cubicBezTo>
                    <a:cubicBezTo>
                      <a:pt x="42" y="208"/>
                      <a:pt x="1" y="315"/>
                      <a:pt x="24" y="344"/>
                    </a:cubicBezTo>
                    <a:cubicBezTo>
                      <a:pt x="267" y="611"/>
                      <a:pt x="493" y="878"/>
                      <a:pt x="700" y="1145"/>
                    </a:cubicBezTo>
                    <a:cubicBezTo>
                      <a:pt x="920" y="1406"/>
                      <a:pt x="1115" y="1696"/>
                      <a:pt x="1275" y="1999"/>
                    </a:cubicBezTo>
                    <a:cubicBezTo>
                      <a:pt x="1471" y="2277"/>
                      <a:pt x="1631" y="2580"/>
                      <a:pt x="1768" y="2894"/>
                    </a:cubicBezTo>
                    <a:cubicBezTo>
                      <a:pt x="1916" y="3208"/>
                      <a:pt x="2058" y="3517"/>
                      <a:pt x="2183" y="3849"/>
                    </a:cubicBezTo>
                    <a:cubicBezTo>
                      <a:pt x="2190" y="3876"/>
                      <a:pt x="2237" y="3891"/>
                      <a:pt x="2306" y="3891"/>
                    </a:cubicBezTo>
                    <a:cubicBezTo>
                      <a:pt x="2342" y="3891"/>
                      <a:pt x="2385" y="3887"/>
                      <a:pt x="2432" y="3878"/>
                    </a:cubicBezTo>
                    <a:cubicBezTo>
                      <a:pt x="2574" y="3861"/>
                      <a:pt x="2687" y="3801"/>
                      <a:pt x="2681" y="3748"/>
                    </a:cubicBezTo>
                    <a:cubicBezTo>
                      <a:pt x="2657" y="3363"/>
                      <a:pt x="2580" y="2977"/>
                      <a:pt x="2455" y="2615"/>
                    </a:cubicBezTo>
                    <a:cubicBezTo>
                      <a:pt x="2319" y="2254"/>
                      <a:pt x="2153" y="1904"/>
                      <a:pt x="1957" y="1566"/>
                    </a:cubicBezTo>
                    <a:cubicBezTo>
                      <a:pt x="1738" y="1252"/>
                      <a:pt x="1489" y="949"/>
                      <a:pt x="1216" y="676"/>
                    </a:cubicBezTo>
                    <a:cubicBezTo>
                      <a:pt x="943" y="410"/>
                      <a:pt x="629" y="184"/>
                      <a:pt x="291" y="6"/>
                    </a:cubicBezTo>
                    <a:cubicBezTo>
                      <a:pt x="285" y="2"/>
                      <a:pt x="279" y="1"/>
                      <a:pt x="272" y="1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3" name="Google Shape;5779;p73"/>
              <p:cNvSpPr/>
              <p:nvPr/>
            </p:nvSpPr>
            <p:spPr>
              <a:xfrm>
                <a:off x="2097850" y="1450375"/>
                <a:ext cx="59900" cy="93525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741" extrusionOk="0">
                    <a:moveTo>
                      <a:pt x="346" y="0"/>
                    </a:moveTo>
                    <a:cubicBezTo>
                      <a:pt x="308" y="0"/>
                      <a:pt x="250" y="20"/>
                      <a:pt x="178" y="56"/>
                    </a:cubicBezTo>
                    <a:cubicBezTo>
                      <a:pt x="77" y="109"/>
                      <a:pt x="0" y="181"/>
                      <a:pt x="18" y="222"/>
                    </a:cubicBezTo>
                    <a:cubicBezTo>
                      <a:pt x="119" y="542"/>
                      <a:pt x="243" y="857"/>
                      <a:pt x="385" y="1159"/>
                    </a:cubicBezTo>
                    <a:lnTo>
                      <a:pt x="830" y="2048"/>
                    </a:lnTo>
                    <a:lnTo>
                      <a:pt x="1352" y="2908"/>
                    </a:lnTo>
                    <a:cubicBezTo>
                      <a:pt x="1530" y="3193"/>
                      <a:pt x="1726" y="3460"/>
                      <a:pt x="1933" y="3727"/>
                    </a:cubicBezTo>
                    <a:cubicBezTo>
                      <a:pt x="1942" y="3736"/>
                      <a:pt x="1959" y="3740"/>
                      <a:pt x="1982" y="3740"/>
                    </a:cubicBezTo>
                    <a:cubicBezTo>
                      <a:pt x="2031" y="3740"/>
                      <a:pt x="2107" y="3718"/>
                      <a:pt x="2188" y="3673"/>
                    </a:cubicBezTo>
                    <a:cubicBezTo>
                      <a:pt x="2307" y="3608"/>
                      <a:pt x="2396" y="3519"/>
                      <a:pt x="2378" y="3472"/>
                    </a:cubicBezTo>
                    <a:cubicBezTo>
                      <a:pt x="2271" y="3157"/>
                      <a:pt x="2141" y="2849"/>
                      <a:pt x="1992" y="2547"/>
                    </a:cubicBezTo>
                    <a:lnTo>
                      <a:pt x="1530" y="1657"/>
                    </a:lnTo>
                    <a:lnTo>
                      <a:pt x="996" y="815"/>
                    </a:lnTo>
                    <a:cubicBezTo>
                      <a:pt x="806" y="536"/>
                      <a:pt x="605" y="270"/>
                      <a:pt x="385" y="15"/>
                    </a:cubicBezTo>
                    <a:cubicBezTo>
                      <a:pt x="378" y="5"/>
                      <a:pt x="364" y="0"/>
                      <a:pt x="346" y="0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4" name="Google Shape;5780;p73"/>
              <p:cNvSpPr/>
              <p:nvPr/>
            </p:nvSpPr>
            <p:spPr>
              <a:xfrm>
                <a:off x="369000" y="3264100"/>
                <a:ext cx="160150" cy="547800"/>
              </a:xfrm>
              <a:custGeom>
                <a:avLst/>
                <a:gdLst/>
                <a:ahLst/>
                <a:cxnLst/>
                <a:rect l="l" t="t" r="r" b="b"/>
                <a:pathLst>
                  <a:path w="6406" h="21912" extrusionOk="0">
                    <a:moveTo>
                      <a:pt x="636" y="1"/>
                    </a:moveTo>
                    <a:cubicBezTo>
                      <a:pt x="533" y="1"/>
                      <a:pt x="431" y="141"/>
                      <a:pt x="398" y="330"/>
                    </a:cubicBezTo>
                    <a:cubicBezTo>
                      <a:pt x="102" y="2192"/>
                      <a:pt x="1" y="4084"/>
                      <a:pt x="102" y="5964"/>
                    </a:cubicBezTo>
                    <a:cubicBezTo>
                      <a:pt x="297" y="9753"/>
                      <a:pt x="1240" y="13459"/>
                      <a:pt x="2883" y="16874"/>
                    </a:cubicBezTo>
                    <a:cubicBezTo>
                      <a:pt x="3695" y="18576"/>
                      <a:pt x="4686" y="20183"/>
                      <a:pt x="5842" y="21678"/>
                    </a:cubicBezTo>
                    <a:cubicBezTo>
                      <a:pt x="5942" y="21819"/>
                      <a:pt x="6071" y="21911"/>
                      <a:pt x="6181" y="21911"/>
                    </a:cubicBezTo>
                    <a:cubicBezTo>
                      <a:pt x="6214" y="21911"/>
                      <a:pt x="6246" y="21903"/>
                      <a:pt x="6275" y="21885"/>
                    </a:cubicBezTo>
                    <a:cubicBezTo>
                      <a:pt x="6405" y="21814"/>
                      <a:pt x="6387" y="21589"/>
                      <a:pt x="6245" y="21381"/>
                    </a:cubicBezTo>
                    <a:cubicBezTo>
                      <a:pt x="5213" y="19851"/>
                      <a:pt x="4306" y="18238"/>
                      <a:pt x="3547" y="16560"/>
                    </a:cubicBezTo>
                    <a:cubicBezTo>
                      <a:pt x="2782" y="14882"/>
                      <a:pt x="2171" y="13145"/>
                      <a:pt x="1721" y="11360"/>
                    </a:cubicBezTo>
                    <a:cubicBezTo>
                      <a:pt x="1246" y="9581"/>
                      <a:pt x="938" y="7760"/>
                      <a:pt x="807" y="5922"/>
                    </a:cubicBezTo>
                    <a:cubicBezTo>
                      <a:pt x="653" y="4078"/>
                      <a:pt x="659" y="2228"/>
                      <a:pt x="831" y="390"/>
                    </a:cubicBezTo>
                    <a:cubicBezTo>
                      <a:pt x="843" y="200"/>
                      <a:pt x="778" y="34"/>
                      <a:pt x="665" y="4"/>
                    </a:cubicBezTo>
                    <a:cubicBezTo>
                      <a:pt x="655" y="2"/>
                      <a:pt x="646" y="1"/>
                      <a:pt x="636" y="1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5" name="Google Shape;5781;p73"/>
              <p:cNvSpPr/>
              <p:nvPr/>
            </p:nvSpPr>
            <p:spPr>
              <a:xfrm>
                <a:off x="441050" y="3414650"/>
                <a:ext cx="69125" cy="222150"/>
              </a:xfrm>
              <a:custGeom>
                <a:avLst/>
                <a:gdLst/>
                <a:ahLst/>
                <a:cxnLst/>
                <a:rect l="l" t="t" r="r" b="b"/>
                <a:pathLst>
                  <a:path w="2765" h="8886" extrusionOk="0">
                    <a:moveTo>
                      <a:pt x="226" y="1"/>
                    </a:moveTo>
                    <a:cubicBezTo>
                      <a:pt x="220" y="1"/>
                      <a:pt x="214" y="1"/>
                      <a:pt x="208" y="1"/>
                    </a:cubicBezTo>
                    <a:cubicBezTo>
                      <a:pt x="90" y="13"/>
                      <a:pt x="1" y="84"/>
                      <a:pt x="1" y="173"/>
                    </a:cubicBezTo>
                    <a:cubicBezTo>
                      <a:pt x="25" y="920"/>
                      <a:pt x="96" y="1667"/>
                      <a:pt x="208" y="2403"/>
                    </a:cubicBezTo>
                    <a:cubicBezTo>
                      <a:pt x="333" y="3144"/>
                      <a:pt x="469" y="3885"/>
                      <a:pt x="665" y="4608"/>
                    </a:cubicBezTo>
                    <a:cubicBezTo>
                      <a:pt x="867" y="5326"/>
                      <a:pt x="1098" y="6043"/>
                      <a:pt x="1347" y="6749"/>
                    </a:cubicBezTo>
                    <a:cubicBezTo>
                      <a:pt x="1608" y="7449"/>
                      <a:pt x="1916" y="8131"/>
                      <a:pt x="2260" y="8795"/>
                    </a:cubicBezTo>
                    <a:cubicBezTo>
                      <a:pt x="2292" y="8851"/>
                      <a:pt x="2351" y="8885"/>
                      <a:pt x="2428" y="8885"/>
                    </a:cubicBezTo>
                    <a:cubicBezTo>
                      <a:pt x="2465" y="8885"/>
                      <a:pt x="2506" y="8877"/>
                      <a:pt x="2551" y="8860"/>
                    </a:cubicBezTo>
                    <a:cubicBezTo>
                      <a:pt x="2681" y="8807"/>
                      <a:pt x="2764" y="8688"/>
                      <a:pt x="2734" y="8593"/>
                    </a:cubicBezTo>
                    <a:lnTo>
                      <a:pt x="2053" y="6506"/>
                    </a:lnTo>
                    <a:cubicBezTo>
                      <a:pt x="1821" y="5812"/>
                      <a:pt x="1643" y="5095"/>
                      <a:pt x="1436" y="4401"/>
                    </a:cubicBezTo>
                    <a:cubicBezTo>
                      <a:pt x="1228" y="3701"/>
                      <a:pt x="1050" y="2990"/>
                      <a:pt x="896" y="2272"/>
                    </a:cubicBezTo>
                    <a:lnTo>
                      <a:pt x="428" y="120"/>
                    </a:lnTo>
                    <a:cubicBezTo>
                      <a:pt x="417" y="52"/>
                      <a:pt x="336" y="1"/>
                      <a:pt x="226" y="1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6" name="Google Shape;5782;p73"/>
              <p:cNvSpPr/>
              <p:nvPr/>
            </p:nvSpPr>
            <p:spPr>
              <a:xfrm>
                <a:off x="406375" y="2986625"/>
                <a:ext cx="88375" cy="202700"/>
              </a:xfrm>
              <a:custGeom>
                <a:avLst/>
                <a:gdLst/>
                <a:ahLst/>
                <a:cxnLst/>
                <a:rect l="l" t="t" r="r" b="b"/>
                <a:pathLst>
                  <a:path w="3535" h="8108" extrusionOk="0">
                    <a:moveTo>
                      <a:pt x="3195" y="0"/>
                    </a:moveTo>
                    <a:cubicBezTo>
                      <a:pt x="3132" y="0"/>
                      <a:pt x="3078" y="22"/>
                      <a:pt x="3048" y="68"/>
                    </a:cubicBezTo>
                    <a:cubicBezTo>
                      <a:pt x="2686" y="667"/>
                      <a:pt x="2343" y="1290"/>
                      <a:pt x="2046" y="1930"/>
                    </a:cubicBezTo>
                    <a:cubicBezTo>
                      <a:pt x="1750" y="2564"/>
                      <a:pt x="1435" y="3205"/>
                      <a:pt x="1204" y="3863"/>
                    </a:cubicBezTo>
                    <a:cubicBezTo>
                      <a:pt x="967" y="4521"/>
                      <a:pt x="736" y="5185"/>
                      <a:pt x="528" y="5855"/>
                    </a:cubicBezTo>
                    <a:cubicBezTo>
                      <a:pt x="321" y="6531"/>
                      <a:pt x="154" y="7213"/>
                      <a:pt x="18" y="7901"/>
                    </a:cubicBezTo>
                    <a:cubicBezTo>
                      <a:pt x="0" y="7978"/>
                      <a:pt x="54" y="8049"/>
                      <a:pt x="172" y="8091"/>
                    </a:cubicBezTo>
                    <a:cubicBezTo>
                      <a:pt x="209" y="8102"/>
                      <a:pt x="245" y="8107"/>
                      <a:pt x="277" y="8107"/>
                    </a:cubicBezTo>
                    <a:cubicBezTo>
                      <a:pt x="350" y="8107"/>
                      <a:pt x="409" y="8081"/>
                      <a:pt x="433" y="8032"/>
                    </a:cubicBezTo>
                    <a:lnTo>
                      <a:pt x="1186" y="6087"/>
                    </a:lnTo>
                    <a:cubicBezTo>
                      <a:pt x="1423" y="5434"/>
                      <a:pt x="1714" y="4800"/>
                      <a:pt x="1951" y="4154"/>
                    </a:cubicBezTo>
                    <a:cubicBezTo>
                      <a:pt x="2188" y="3507"/>
                      <a:pt x="2449" y="2861"/>
                      <a:pt x="2722" y="2226"/>
                    </a:cubicBezTo>
                    <a:lnTo>
                      <a:pt x="3505" y="299"/>
                    </a:lnTo>
                    <a:cubicBezTo>
                      <a:pt x="3534" y="216"/>
                      <a:pt x="3475" y="115"/>
                      <a:pt x="3357" y="44"/>
                    </a:cubicBezTo>
                    <a:cubicBezTo>
                      <a:pt x="3303" y="15"/>
                      <a:pt x="3246" y="0"/>
                      <a:pt x="3195" y="0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7" name="Google Shape;5783;p73"/>
              <p:cNvSpPr/>
              <p:nvPr/>
            </p:nvSpPr>
            <p:spPr>
              <a:xfrm>
                <a:off x="591525" y="1918225"/>
                <a:ext cx="36500" cy="161400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6456" extrusionOk="0">
                    <a:moveTo>
                      <a:pt x="466" y="1"/>
                    </a:moveTo>
                    <a:cubicBezTo>
                      <a:pt x="385" y="1"/>
                      <a:pt x="321" y="29"/>
                      <a:pt x="303" y="74"/>
                    </a:cubicBezTo>
                    <a:cubicBezTo>
                      <a:pt x="161" y="596"/>
                      <a:pt x="66" y="1130"/>
                      <a:pt x="30" y="1669"/>
                    </a:cubicBezTo>
                    <a:cubicBezTo>
                      <a:pt x="1" y="2209"/>
                      <a:pt x="7" y="2754"/>
                      <a:pt x="54" y="3300"/>
                    </a:cubicBezTo>
                    <a:cubicBezTo>
                      <a:pt x="119" y="3834"/>
                      <a:pt x="220" y="4367"/>
                      <a:pt x="362" y="4889"/>
                    </a:cubicBezTo>
                    <a:cubicBezTo>
                      <a:pt x="511" y="5417"/>
                      <a:pt x="718" y="5921"/>
                      <a:pt x="973" y="6401"/>
                    </a:cubicBezTo>
                    <a:cubicBezTo>
                      <a:pt x="991" y="6434"/>
                      <a:pt x="1035" y="6455"/>
                      <a:pt x="1096" y="6455"/>
                    </a:cubicBezTo>
                    <a:cubicBezTo>
                      <a:pt x="1136" y="6455"/>
                      <a:pt x="1183" y="6446"/>
                      <a:pt x="1234" y="6425"/>
                    </a:cubicBezTo>
                    <a:cubicBezTo>
                      <a:pt x="1370" y="6372"/>
                      <a:pt x="1459" y="6277"/>
                      <a:pt x="1447" y="6211"/>
                    </a:cubicBezTo>
                    <a:cubicBezTo>
                      <a:pt x="1305" y="5713"/>
                      <a:pt x="1187" y="5215"/>
                      <a:pt x="1080" y="4711"/>
                    </a:cubicBezTo>
                    <a:cubicBezTo>
                      <a:pt x="967" y="4219"/>
                      <a:pt x="890" y="3715"/>
                      <a:pt x="843" y="3211"/>
                    </a:cubicBezTo>
                    <a:cubicBezTo>
                      <a:pt x="771" y="2701"/>
                      <a:pt x="730" y="2191"/>
                      <a:pt x="724" y="1681"/>
                    </a:cubicBezTo>
                    <a:cubicBezTo>
                      <a:pt x="718" y="1177"/>
                      <a:pt x="718" y="661"/>
                      <a:pt x="736" y="139"/>
                    </a:cubicBezTo>
                    <a:cubicBezTo>
                      <a:pt x="736" y="86"/>
                      <a:pt x="665" y="27"/>
                      <a:pt x="546" y="9"/>
                    </a:cubicBezTo>
                    <a:cubicBezTo>
                      <a:pt x="518" y="3"/>
                      <a:pt x="491" y="1"/>
                      <a:pt x="466" y="1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8" name="Google Shape;5784;p73"/>
              <p:cNvSpPr/>
              <p:nvPr/>
            </p:nvSpPr>
            <p:spPr>
              <a:xfrm>
                <a:off x="626650" y="1958650"/>
                <a:ext cx="30125" cy="87050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3482" extrusionOk="0">
                    <a:moveTo>
                      <a:pt x="316" y="0"/>
                    </a:moveTo>
                    <a:cubicBezTo>
                      <a:pt x="237" y="0"/>
                      <a:pt x="177" y="12"/>
                      <a:pt x="173" y="34"/>
                    </a:cubicBezTo>
                    <a:cubicBezTo>
                      <a:pt x="78" y="319"/>
                      <a:pt x="25" y="616"/>
                      <a:pt x="13" y="918"/>
                    </a:cubicBezTo>
                    <a:cubicBezTo>
                      <a:pt x="1" y="1220"/>
                      <a:pt x="19" y="1523"/>
                      <a:pt x="54" y="1819"/>
                    </a:cubicBezTo>
                    <a:cubicBezTo>
                      <a:pt x="125" y="2110"/>
                      <a:pt x="203" y="2395"/>
                      <a:pt x="297" y="2691"/>
                    </a:cubicBezTo>
                    <a:cubicBezTo>
                      <a:pt x="410" y="2964"/>
                      <a:pt x="558" y="3225"/>
                      <a:pt x="736" y="3468"/>
                    </a:cubicBezTo>
                    <a:cubicBezTo>
                      <a:pt x="744" y="3477"/>
                      <a:pt x="759" y="3482"/>
                      <a:pt x="779" y="3482"/>
                    </a:cubicBezTo>
                    <a:cubicBezTo>
                      <a:pt x="823" y="3482"/>
                      <a:pt x="895" y="3461"/>
                      <a:pt x="979" y="3420"/>
                    </a:cubicBezTo>
                    <a:cubicBezTo>
                      <a:pt x="1110" y="3361"/>
                      <a:pt x="1205" y="3284"/>
                      <a:pt x="1199" y="3242"/>
                    </a:cubicBezTo>
                    <a:cubicBezTo>
                      <a:pt x="1139" y="2976"/>
                      <a:pt x="1068" y="2721"/>
                      <a:pt x="1003" y="2460"/>
                    </a:cubicBezTo>
                    <a:cubicBezTo>
                      <a:pt x="932" y="2205"/>
                      <a:pt x="879" y="1944"/>
                      <a:pt x="843" y="1683"/>
                    </a:cubicBezTo>
                    <a:cubicBezTo>
                      <a:pt x="778" y="1422"/>
                      <a:pt x="736" y="1161"/>
                      <a:pt x="707" y="894"/>
                    </a:cubicBezTo>
                    <a:cubicBezTo>
                      <a:pt x="677" y="627"/>
                      <a:pt x="641" y="355"/>
                      <a:pt x="606" y="82"/>
                    </a:cubicBezTo>
                    <a:cubicBezTo>
                      <a:pt x="594" y="52"/>
                      <a:pt x="523" y="23"/>
                      <a:pt x="404" y="5"/>
                    </a:cubicBezTo>
                    <a:cubicBezTo>
                      <a:pt x="374" y="2"/>
                      <a:pt x="344" y="0"/>
                      <a:pt x="316" y="0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9" name="Google Shape;5785;p73"/>
              <p:cNvSpPr/>
              <p:nvPr/>
            </p:nvSpPr>
            <p:spPr>
              <a:xfrm>
                <a:off x="1534500" y="1261150"/>
                <a:ext cx="148275" cy="160400"/>
              </a:xfrm>
              <a:custGeom>
                <a:avLst/>
                <a:gdLst/>
                <a:ahLst/>
                <a:cxnLst/>
                <a:rect l="l" t="t" r="r" b="b"/>
                <a:pathLst>
                  <a:path w="5931" h="6416" extrusionOk="0">
                    <a:moveTo>
                      <a:pt x="192" y="0"/>
                    </a:moveTo>
                    <a:cubicBezTo>
                      <a:pt x="124" y="0"/>
                      <a:pt x="56" y="57"/>
                      <a:pt x="31" y="154"/>
                    </a:cubicBezTo>
                    <a:cubicBezTo>
                      <a:pt x="1" y="266"/>
                      <a:pt x="25" y="385"/>
                      <a:pt x="96" y="414"/>
                    </a:cubicBezTo>
                    <a:cubicBezTo>
                      <a:pt x="736" y="675"/>
                      <a:pt x="1341" y="1007"/>
                      <a:pt x="1904" y="1399"/>
                    </a:cubicBezTo>
                    <a:cubicBezTo>
                      <a:pt x="2468" y="1784"/>
                      <a:pt x="2984" y="2241"/>
                      <a:pt x="3434" y="2757"/>
                    </a:cubicBezTo>
                    <a:cubicBezTo>
                      <a:pt x="3903" y="3249"/>
                      <a:pt x="4300" y="3806"/>
                      <a:pt x="4620" y="4411"/>
                    </a:cubicBezTo>
                    <a:cubicBezTo>
                      <a:pt x="4958" y="5004"/>
                      <a:pt x="5219" y="5639"/>
                      <a:pt x="5409" y="6297"/>
                    </a:cubicBezTo>
                    <a:cubicBezTo>
                      <a:pt x="5439" y="6366"/>
                      <a:pt x="5514" y="6415"/>
                      <a:pt x="5622" y="6415"/>
                    </a:cubicBezTo>
                    <a:cubicBezTo>
                      <a:pt x="5643" y="6415"/>
                      <a:pt x="5665" y="6413"/>
                      <a:pt x="5688" y="6409"/>
                    </a:cubicBezTo>
                    <a:cubicBezTo>
                      <a:pt x="5830" y="6386"/>
                      <a:pt x="5931" y="6291"/>
                      <a:pt x="5919" y="6196"/>
                    </a:cubicBezTo>
                    <a:cubicBezTo>
                      <a:pt x="5824" y="5455"/>
                      <a:pt x="5605" y="4737"/>
                      <a:pt x="5278" y="4067"/>
                    </a:cubicBezTo>
                    <a:cubicBezTo>
                      <a:pt x="4940" y="3397"/>
                      <a:pt x="4519" y="2774"/>
                      <a:pt x="4021" y="2217"/>
                    </a:cubicBezTo>
                    <a:cubicBezTo>
                      <a:pt x="3505" y="1672"/>
                      <a:pt x="2924" y="1203"/>
                      <a:pt x="2284" y="812"/>
                    </a:cubicBezTo>
                    <a:cubicBezTo>
                      <a:pt x="1649" y="426"/>
                      <a:pt x="950" y="154"/>
                      <a:pt x="226" y="5"/>
                    </a:cubicBezTo>
                    <a:cubicBezTo>
                      <a:pt x="215" y="2"/>
                      <a:pt x="203" y="0"/>
                      <a:pt x="192" y="0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0" name="Google Shape;5786;p73"/>
              <p:cNvSpPr/>
              <p:nvPr/>
            </p:nvSpPr>
            <p:spPr>
              <a:xfrm>
                <a:off x="1577350" y="1347925"/>
                <a:ext cx="54000" cy="83850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3354" extrusionOk="0">
                    <a:moveTo>
                      <a:pt x="296" y="1"/>
                    </a:moveTo>
                    <a:cubicBezTo>
                      <a:pt x="263" y="1"/>
                      <a:pt x="204" y="38"/>
                      <a:pt x="131" y="116"/>
                    </a:cubicBezTo>
                    <a:cubicBezTo>
                      <a:pt x="54" y="205"/>
                      <a:pt x="1" y="300"/>
                      <a:pt x="24" y="329"/>
                    </a:cubicBezTo>
                    <a:cubicBezTo>
                      <a:pt x="202" y="567"/>
                      <a:pt x="356" y="804"/>
                      <a:pt x="511" y="1041"/>
                    </a:cubicBezTo>
                    <a:cubicBezTo>
                      <a:pt x="677" y="1272"/>
                      <a:pt x="825" y="1521"/>
                      <a:pt x="949" y="1776"/>
                    </a:cubicBezTo>
                    <a:cubicBezTo>
                      <a:pt x="1092" y="2013"/>
                      <a:pt x="1216" y="2268"/>
                      <a:pt x="1317" y="2529"/>
                    </a:cubicBezTo>
                    <a:cubicBezTo>
                      <a:pt x="1430" y="2790"/>
                      <a:pt x="1542" y="3057"/>
                      <a:pt x="1661" y="3324"/>
                    </a:cubicBezTo>
                    <a:cubicBezTo>
                      <a:pt x="1665" y="3344"/>
                      <a:pt x="1711" y="3353"/>
                      <a:pt x="1784" y="3353"/>
                    </a:cubicBezTo>
                    <a:cubicBezTo>
                      <a:pt x="1819" y="3353"/>
                      <a:pt x="1859" y="3351"/>
                      <a:pt x="1904" y="3348"/>
                    </a:cubicBezTo>
                    <a:cubicBezTo>
                      <a:pt x="2046" y="3330"/>
                      <a:pt x="2159" y="3276"/>
                      <a:pt x="2159" y="3235"/>
                    </a:cubicBezTo>
                    <a:cubicBezTo>
                      <a:pt x="2159" y="2909"/>
                      <a:pt x="2112" y="2589"/>
                      <a:pt x="2017" y="2280"/>
                    </a:cubicBezTo>
                    <a:cubicBezTo>
                      <a:pt x="1916" y="1972"/>
                      <a:pt x="1791" y="1669"/>
                      <a:pt x="1643" y="1385"/>
                    </a:cubicBezTo>
                    <a:cubicBezTo>
                      <a:pt x="1471" y="1112"/>
                      <a:pt x="1276" y="851"/>
                      <a:pt x="1068" y="602"/>
                    </a:cubicBezTo>
                    <a:cubicBezTo>
                      <a:pt x="843" y="371"/>
                      <a:pt x="588" y="169"/>
                      <a:pt x="309" y="3"/>
                    </a:cubicBezTo>
                    <a:cubicBezTo>
                      <a:pt x="305" y="2"/>
                      <a:pt x="301" y="1"/>
                      <a:pt x="296" y="1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1" name="Google Shape;5787;p73"/>
              <p:cNvSpPr/>
              <p:nvPr/>
            </p:nvSpPr>
            <p:spPr>
              <a:xfrm>
                <a:off x="1126250" y="1323900"/>
                <a:ext cx="52950" cy="283925"/>
              </a:xfrm>
              <a:custGeom>
                <a:avLst/>
                <a:gdLst/>
                <a:ahLst/>
                <a:cxnLst/>
                <a:rect l="l" t="t" r="r" b="b"/>
                <a:pathLst>
                  <a:path w="2118" h="11357" extrusionOk="0">
                    <a:moveTo>
                      <a:pt x="1868" y="1"/>
                    </a:moveTo>
                    <a:cubicBezTo>
                      <a:pt x="1802" y="1"/>
                      <a:pt x="1739" y="31"/>
                      <a:pt x="1702" y="87"/>
                    </a:cubicBezTo>
                    <a:cubicBezTo>
                      <a:pt x="1210" y="917"/>
                      <a:pt x="830" y="1806"/>
                      <a:pt x="558" y="2731"/>
                    </a:cubicBezTo>
                    <a:cubicBezTo>
                      <a:pt x="297" y="3656"/>
                      <a:pt x="131" y="4605"/>
                      <a:pt x="54" y="5566"/>
                    </a:cubicBezTo>
                    <a:cubicBezTo>
                      <a:pt x="0" y="6532"/>
                      <a:pt x="48" y="7499"/>
                      <a:pt x="190" y="8453"/>
                    </a:cubicBezTo>
                    <a:cubicBezTo>
                      <a:pt x="338" y="9402"/>
                      <a:pt x="599" y="10333"/>
                      <a:pt x="973" y="11223"/>
                    </a:cubicBezTo>
                    <a:cubicBezTo>
                      <a:pt x="1013" y="11308"/>
                      <a:pt x="1098" y="11356"/>
                      <a:pt x="1186" y="11356"/>
                    </a:cubicBezTo>
                    <a:cubicBezTo>
                      <a:pt x="1214" y="11356"/>
                      <a:pt x="1242" y="11351"/>
                      <a:pt x="1269" y="11341"/>
                    </a:cubicBezTo>
                    <a:cubicBezTo>
                      <a:pt x="1406" y="11300"/>
                      <a:pt x="1495" y="11169"/>
                      <a:pt x="1453" y="11051"/>
                    </a:cubicBezTo>
                    <a:cubicBezTo>
                      <a:pt x="1204" y="10167"/>
                      <a:pt x="1026" y="9266"/>
                      <a:pt x="919" y="8353"/>
                    </a:cubicBezTo>
                    <a:cubicBezTo>
                      <a:pt x="807" y="7445"/>
                      <a:pt x="783" y="6532"/>
                      <a:pt x="848" y="5619"/>
                    </a:cubicBezTo>
                    <a:cubicBezTo>
                      <a:pt x="890" y="4706"/>
                      <a:pt x="1020" y="3793"/>
                      <a:pt x="1240" y="2909"/>
                    </a:cubicBezTo>
                    <a:cubicBezTo>
                      <a:pt x="1447" y="2008"/>
                      <a:pt x="1732" y="1130"/>
                      <a:pt x="2088" y="282"/>
                    </a:cubicBezTo>
                    <a:cubicBezTo>
                      <a:pt x="2117" y="181"/>
                      <a:pt x="2070" y="81"/>
                      <a:pt x="1981" y="33"/>
                    </a:cubicBezTo>
                    <a:cubicBezTo>
                      <a:pt x="1946" y="11"/>
                      <a:pt x="1906" y="1"/>
                      <a:pt x="1868" y="1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2" name="Google Shape;5788;p73"/>
              <p:cNvSpPr/>
              <p:nvPr/>
            </p:nvSpPr>
            <p:spPr>
              <a:xfrm>
                <a:off x="1165825" y="1461850"/>
                <a:ext cx="40950" cy="118425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4737" extrusionOk="0">
                    <a:moveTo>
                      <a:pt x="327" y="0"/>
                    </a:moveTo>
                    <a:cubicBezTo>
                      <a:pt x="244" y="0"/>
                      <a:pt x="180" y="23"/>
                      <a:pt x="167" y="60"/>
                    </a:cubicBezTo>
                    <a:cubicBezTo>
                      <a:pt x="54" y="451"/>
                      <a:pt x="1" y="860"/>
                      <a:pt x="1" y="1275"/>
                    </a:cubicBezTo>
                    <a:cubicBezTo>
                      <a:pt x="1" y="1684"/>
                      <a:pt x="42" y="2099"/>
                      <a:pt x="119" y="2503"/>
                    </a:cubicBezTo>
                    <a:cubicBezTo>
                      <a:pt x="220" y="2906"/>
                      <a:pt x="350" y="3297"/>
                      <a:pt x="516" y="3683"/>
                    </a:cubicBezTo>
                    <a:cubicBezTo>
                      <a:pt x="694" y="4056"/>
                      <a:pt x="926" y="4400"/>
                      <a:pt x="1192" y="4720"/>
                    </a:cubicBezTo>
                    <a:cubicBezTo>
                      <a:pt x="1202" y="4731"/>
                      <a:pt x="1218" y="4737"/>
                      <a:pt x="1239" y="4737"/>
                    </a:cubicBezTo>
                    <a:cubicBezTo>
                      <a:pt x="1286" y="4737"/>
                      <a:pt x="1360" y="4710"/>
                      <a:pt x="1441" y="4661"/>
                    </a:cubicBezTo>
                    <a:cubicBezTo>
                      <a:pt x="1560" y="4584"/>
                      <a:pt x="1637" y="4489"/>
                      <a:pt x="1619" y="4448"/>
                    </a:cubicBezTo>
                    <a:cubicBezTo>
                      <a:pt x="1465" y="4098"/>
                      <a:pt x="1335" y="3748"/>
                      <a:pt x="1204" y="3392"/>
                    </a:cubicBezTo>
                    <a:cubicBezTo>
                      <a:pt x="1074" y="3048"/>
                      <a:pt x="967" y="2692"/>
                      <a:pt x="896" y="2331"/>
                    </a:cubicBezTo>
                    <a:cubicBezTo>
                      <a:pt x="801" y="1975"/>
                      <a:pt x="730" y="1607"/>
                      <a:pt x="694" y="1234"/>
                    </a:cubicBezTo>
                    <a:cubicBezTo>
                      <a:pt x="653" y="866"/>
                      <a:pt x="611" y="492"/>
                      <a:pt x="599" y="107"/>
                    </a:cubicBezTo>
                    <a:cubicBezTo>
                      <a:pt x="599" y="65"/>
                      <a:pt x="522" y="18"/>
                      <a:pt x="404" y="6"/>
                    </a:cubicBezTo>
                    <a:cubicBezTo>
                      <a:pt x="377" y="2"/>
                      <a:pt x="351" y="0"/>
                      <a:pt x="327" y="0"/>
                    </a:cubicBezTo>
                    <a:close/>
                  </a:path>
                </a:pathLst>
              </a:custGeom>
              <a:solidFill>
                <a:srgbClr val="4C110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43" name="Google Shape;5789;p73"/>
            <p:cNvSpPr/>
            <p:nvPr/>
          </p:nvSpPr>
          <p:spPr>
            <a:xfrm>
              <a:off x="3729400" y="2089125"/>
              <a:ext cx="1685100" cy="16851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79" name="组合 578"/>
          <p:cNvGrpSpPr/>
          <p:nvPr/>
        </p:nvGrpSpPr>
        <p:grpSpPr>
          <a:xfrm>
            <a:off x="-670560" y="1466850"/>
            <a:ext cx="3279140" cy="4554220"/>
            <a:chOff x="14035" y="1820"/>
            <a:chExt cx="5164" cy="7172"/>
          </a:xfrm>
        </p:grpSpPr>
        <p:grpSp>
          <p:nvGrpSpPr>
            <p:cNvPr id="2208" name="Google Shape;2208;p36"/>
            <p:cNvGrpSpPr/>
            <p:nvPr/>
          </p:nvGrpSpPr>
          <p:grpSpPr>
            <a:xfrm>
              <a:off x="15401" y="4153"/>
              <a:ext cx="1385" cy="1035"/>
              <a:chOff x="4030925" y="2186525"/>
              <a:chExt cx="944700" cy="706325"/>
            </a:xfrm>
          </p:grpSpPr>
          <p:sp>
            <p:nvSpPr>
              <p:cNvPr id="2209" name="Google Shape;2209;p36"/>
              <p:cNvSpPr/>
              <p:nvPr/>
            </p:nvSpPr>
            <p:spPr>
              <a:xfrm>
                <a:off x="4030925" y="2186525"/>
                <a:ext cx="944700" cy="281675"/>
              </a:xfrm>
              <a:custGeom>
                <a:avLst/>
                <a:gdLst/>
                <a:ahLst/>
                <a:cxnLst/>
                <a:rect l="l" t="t" r="r" b="b"/>
                <a:pathLst>
                  <a:path w="37788" h="11267" extrusionOk="0">
                    <a:moveTo>
                      <a:pt x="33327" y="1430"/>
                    </a:moveTo>
                    <a:lnTo>
                      <a:pt x="9699" y="10348"/>
                    </a:lnTo>
                    <a:lnTo>
                      <a:pt x="1770" y="6049"/>
                    </a:lnTo>
                    <a:lnTo>
                      <a:pt x="33327" y="1430"/>
                    </a:lnTo>
                    <a:close/>
                    <a:moveTo>
                      <a:pt x="37185" y="0"/>
                    </a:moveTo>
                    <a:cubicBezTo>
                      <a:pt x="37164" y="0"/>
                      <a:pt x="37142" y="1"/>
                      <a:pt x="37120" y="5"/>
                    </a:cubicBezTo>
                    <a:lnTo>
                      <a:pt x="391" y="5383"/>
                    </a:lnTo>
                    <a:cubicBezTo>
                      <a:pt x="207" y="5406"/>
                      <a:pt x="69" y="5544"/>
                      <a:pt x="23" y="5728"/>
                    </a:cubicBezTo>
                    <a:cubicBezTo>
                      <a:pt x="0" y="5912"/>
                      <a:pt x="92" y="6095"/>
                      <a:pt x="253" y="6187"/>
                    </a:cubicBezTo>
                    <a:lnTo>
                      <a:pt x="9447" y="11221"/>
                    </a:lnTo>
                    <a:lnTo>
                      <a:pt x="9653" y="11267"/>
                    </a:lnTo>
                    <a:lnTo>
                      <a:pt x="9814" y="11244"/>
                    </a:lnTo>
                    <a:lnTo>
                      <a:pt x="37327" y="855"/>
                    </a:lnTo>
                    <a:cubicBezTo>
                      <a:pt x="37788" y="679"/>
                      <a:pt x="37641" y="0"/>
                      <a:pt x="371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0" name="Google Shape;2210;p36"/>
              <p:cNvSpPr/>
              <p:nvPr/>
            </p:nvSpPr>
            <p:spPr>
              <a:xfrm>
                <a:off x="4423950" y="2187475"/>
                <a:ext cx="547625" cy="512875"/>
              </a:xfrm>
              <a:custGeom>
                <a:avLst/>
                <a:gdLst/>
                <a:ahLst/>
                <a:cxnLst/>
                <a:rect l="l" t="t" r="r" b="b"/>
                <a:pathLst>
                  <a:path w="21905" h="20515" extrusionOk="0">
                    <a:moveTo>
                      <a:pt x="19882" y="2104"/>
                    </a:moveTo>
                    <a:lnTo>
                      <a:pt x="8918" y="19572"/>
                    </a:lnTo>
                    <a:lnTo>
                      <a:pt x="1265" y="15918"/>
                    </a:lnTo>
                    <a:lnTo>
                      <a:pt x="19882" y="2104"/>
                    </a:lnTo>
                    <a:close/>
                    <a:moveTo>
                      <a:pt x="21443" y="0"/>
                    </a:moveTo>
                    <a:cubicBezTo>
                      <a:pt x="21354" y="0"/>
                      <a:pt x="21266" y="29"/>
                      <a:pt x="21192" y="81"/>
                    </a:cubicBezTo>
                    <a:lnTo>
                      <a:pt x="184" y="15688"/>
                    </a:lnTo>
                    <a:cubicBezTo>
                      <a:pt x="69" y="15780"/>
                      <a:pt x="0" y="15941"/>
                      <a:pt x="23" y="16102"/>
                    </a:cubicBezTo>
                    <a:cubicBezTo>
                      <a:pt x="23" y="16240"/>
                      <a:pt x="115" y="16378"/>
                      <a:pt x="253" y="16446"/>
                    </a:cubicBezTo>
                    <a:lnTo>
                      <a:pt x="8918" y="20515"/>
                    </a:lnTo>
                    <a:lnTo>
                      <a:pt x="9102" y="20515"/>
                    </a:lnTo>
                    <a:cubicBezTo>
                      <a:pt x="9240" y="20515"/>
                      <a:pt x="9378" y="20469"/>
                      <a:pt x="9470" y="20354"/>
                    </a:cubicBezTo>
                    <a:lnTo>
                      <a:pt x="21813" y="656"/>
                    </a:lnTo>
                    <a:cubicBezTo>
                      <a:pt x="21905" y="472"/>
                      <a:pt x="21882" y="265"/>
                      <a:pt x="21744" y="127"/>
                    </a:cubicBezTo>
                    <a:cubicBezTo>
                      <a:pt x="21656" y="40"/>
                      <a:pt x="21549" y="0"/>
                      <a:pt x="214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1" name="Google Shape;2211;p36"/>
              <p:cNvSpPr/>
              <p:nvPr/>
            </p:nvSpPr>
            <p:spPr>
              <a:xfrm>
                <a:off x="4261325" y="2186625"/>
                <a:ext cx="710825" cy="706225"/>
              </a:xfrm>
              <a:custGeom>
                <a:avLst/>
                <a:gdLst/>
                <a:ahLst/>
                <a:cxnLst/>
                <a:rect l="l" t="t" r="r" b="b"/>
                <a:pathLst>
                  <a:path w="28433" h="28249" extrusionOk="0">
                    <a:moveTo>
                      <a:pt x="25261" y="1908"/>
                    </a:moveTo>
                    <a:lnTo>
                      <a:pt x="6689" y="15699"/>
                    </a:lnTo>
                    <a:cubicBezTo>
                      <a:pt x="6620" y="15745"/>
                      <a:pt x="6551" y="15837"/>
                      <a:pt x="6528" y="15929"/>
                    </a:cubicBezTo>
                    <a:lnTo>
                      <a:pt x="3196" y="25973"/>
                    </a:lnTo>
                    <a:lnTo>
                      <a:pt x="920" y="11102"/>
                    </a:lnTo>
                    <a:lnTo>
                      <a:pt x="25261" y="1908"/>
                    </a:lnTo>
                    <a:close/>
                    <a:moveTo>
                      <a:pt x="27953" y="1"/>
                    </a:moveTo>
                    <a:cubicBezTo>
                      <a:pt x="27906" y="1"/>
                      <a:pt x="27859" y="8"/>
                      <a:pt x="27812" y="24"/>
                    </a:cubicBezTo>
                    <a:lnTo>
                      <a:pt x="300" y="10436"/>
                    </a:lnTo>
                    <a:cubicBezTo>
                      <a:pt x="116" y="10504"/>
                      <a:pt x="1" y="10711"/>
                      <a:pt x="24" y="10895"/>
                    </a:cubicBezTo>
                    <a:lnTo>
                      <a:pt x="2621" y="27881"/>
                    </a:lnTo>
                    <a:cubicBezTo>
                      <a:pt x="2644" y="28065"/>
                      <a:pt x="2805" y="28226"/>
                      <a:pt x="3012" y="28249"/>
                    </a:cubicBezTo>
                    <a:lnTo>
                      <a:pt x="3058" y="28249"/>
                    </a:lnTo>
                    <a:cubicBezTo>
                      <a:pt x="3242" y="28249"/>
                      <a:pt x="3402" y="28111"/>
                      <a:pt x="3448" y="27927"/>
                    </a:cubicBezTo>
                    <a:lnTo>
                      <a:pt x="7310" y="16297"/>
                    </a:lnTo>
                    <a:lnTo>
                      <a:pt x="28226" y="782"/>
                    </a:lnTo>
                    <a:cubicBezTo>
                      <a:pt x="28387" y="667"/>
                      <a:pt x="28433" y="414"/>
                      <a:pt x="28341" y="230"/>
                    </a:cubicBezTo>
                    <a:cubicBezTo>
                      <a:pt x="28269" y="88"/>
                      <a:pt x="28115" y="1"/>
                      <a:pt x="279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2" name="Google Shape;2212;p36"/>
              <p:cNvSpPr/>
              <p:nvPr/>
            </p:nvSpPr>
            <p:spPr>
              <a:xfrm>
                <a:off x="4325700" y="2577225"/>
                <a:ext cx="236750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9470" h="12625" extrusionOk="0">
                    <a:moveTo>
                      <a:pt x="4620" y="1017"/>
                    </a:moveTo>
                    <a:lnTo>
                      <a:pt x="8343" y="2764"/>
                    </a:lnTo>
                    <a:lnTo>
                      <a:pt x="1540" y="10395"/>
                    </a:lnTo>
                    <a:lnTo>
                      <a:pt x="4620" y="1017"/>
                    </a:lnTo>
                    <a:close/>
                    <a:moveTo>
                      <a:pt x="4379" y="0"/>
                    </a:moveTo>
                    <a:cubicBezTo>
                      <a:pt x="4321" y="0"/>
                      <a:pt x="4264" y="18"/>
                      <a:pt x="4206" y="52"/>
                    </a:cubicBezTo>
                    <a:cubicBezTo>
                      <a:pt x="4091" y="98"/>
                      <a:pt x="3999" y="190"/>
                      <a:pt x="3953" y="305"/>
                    </a:cubicBezTo>
                    <a:lnTo>
                      <a:pt x="69" y="12050"/>
                    </a:lnTo>
                    <a:cubicBezTo>
                      <a:pt x="0" y="12257"/>
                      <a:pt x="92" y="12464"/>
                      <a:pt x="276" y="12579"/>
                    </a:cubicBezTo>
                    <a:lnTo>
                      <a:pt x="483" y="12625"/>
                    </a:lnTo>
                    <a:cubicBezTo>
                      <a:pt x="598" y="12625"/>
                      <a:pt x="713" y="12579"/>
                      <a:pt x="781" y="12487"/>
                    </a:cubicBezTo>
                    <a:lnTo>
                      <a:pt x="9355" y="2925"/>
                    </a:lnTo>
                    <a:cubicBezTo>
                      <a:pt x="9424" y="2810"/>
                      <a:pt x="9470" y="2672"/>
                      <a:pt x="9470" y="2534"/>
                    </a:cubicBezTo>
                    <a:cubicBezTo>
                      <a:pt x="9447" y="2396"/>
                      <a:pt x="9332" y="2304"/>
                      <a:pt x="9217" y="2259"/>
                    </a:cubicBezTo>
                    <a:lnTo>
                      <a:pt x="4551" y="52"/>
                    </a:lnTo>
                    <a:cubicBezTo>
                      <a:pt x="4493" y="18"/>
                      <a:pt x="4436" y="0"/>
                      <a:pt x="4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61" name="Google Shape;4561;p69"/>
            <p:cNvSpPr/>
            <p:nvPr/>
          </p:nvSpPr>
          <p:spPr>
            <a:xfrm>
              <a:off x="14035" y="1820"/>
              <a:ext cx="5165" cy="7172"/>
            </a:xfrm>
            <a:custGeom>
              <a:avLst/>
              <a:gdLst/>
              <a:ahLst/>
              <a:cxnLst/>
              <a:rect l="l" t="t" r="r" b="b"/>
              <a:pathLst>
                <a:path w="92138" h="127940" extrusionOk="0">
                  <a:moveTo>
                    <a:pt x="85073" y="0"/>
                  </a:moveTo>
                  <a:cubicBezTo>
                    <a:pt x="85013" y="0"/>
                    <a:pt x="84958" y="40"/>
                    <a:pt x="84958" y="108"/>
                  </a:cubicBezTo>
                  <a:cubicBezTo>
                    <a:pt x="84899" y="167"/>
                    <a:pt x="84919" y="266"/>
                    <a:pt x="84998" y="326"/>
                  </a:cubicBezTo>
                  <a:cubicBezTo>
                    <a:pt x="85573" y="603"/>
                    <a:pt x="86128" y="940"/>
                    <a:pt x="86644" y="1337"/>
                  </a:cubicBezTo>
                  <a:lnTo>
                    <a:pt x="86743" y="1337"/>
                  </a:lnTo>
                  <a:cubicBezTo>
                    <a:pt x="86783" y="1337"/>
                    <a:pt x="86842" y="1317"/>
                    <a:pt x="86882" y="1297"/>
                  </a:cubicBezTo>
                  <a:cubicBezTo>
                    <a:pt x="86922" y="1218"/>
                    <a:pt x="86902" y="1119"/>
                    <a:pt x="86842" y="1059"/>
                  </a:cubicBezTo>
                  <a:cubicBezTo>
                    <a:pt x="86307" y="663"/>
                    <a:pt x="85732" y="326"/>
                    <a:pt x="85157" y="28"/>
                  </a:cubicBezTo>
                  <a:cubicBezTo>
                    <a:pt x="85131" y="9"/>
                    <a:pt x="85102" y="0"/>
                    <a:pt x="85073" y="0"/>
                  </a:cubicBezTo>
                  <a:close/>
                  <a:moveTo>
                    <a:pt x="88675" y="2762"/>
                  </a:moveTo>
                  <a:cubicBezTo>
                    <a:pt x="88636" y="2762"/>
                    <a:pt x="88595" y="2777"/>
                    <a:pt x="88568" y="2805"/>
                  </a:cubicBezTo>
                  <a:cubicBezTo>
                    <a:pt x="88488" y="2844"/>
                    <a:pt x="88488" y="2963"/>
                    <a:pt x="88548" y="3023"/>
                  </a:cubicBezTo>
                  <a:cubicBezTo>
                    <a:pt x="88984" y="3499"/>
                    <a:pt x="89381" y="4014"/>
                    <a:pt x="89738" y="4570"/>
                  </a:cubicBezTo>
                  <a:cubicBezTo>
                    <a:pt x="89777" y="4609"/>
                    <a:pt x="89817" y="4629"/>
                    <a:pt x="89877" y="4629"/>
                  </a:cubicBezTo>
                  <a:lnTo>
                    <a:pt x="89956" y="4609"/>
                  </a:lnTo>
                  <a:cubicBezTo>
                    <a:pt x="90035" y="4550"/>
                    <a:pt x="90055" y="4451"/>
                    <a:pt x="89996" y="4371"/>
                  </a:cubicBezTo>
                  <a:cubicBezTo>
                    <a:pt x="89658" y="3816"/>
                    <a:pt x="89242" y="3300"/>
                    <a:pt x="88786" y="2824"/>
                  </a:cubicBezTo>
                  <a:cubicBezTo>
                    <a:pt x="88765" y="2782"/>
                    <a:pt x="88721" y="2762"/>
                    <a:pt x="88675" y="2762"/>
                  </a:cubicBezTo>
                  <a:close/>
                  <a:moveTo>
                    <a:pt x="91110" y="6597"/>
                  </a:moveTo>
                  <a:cubicBezTo>
                    <a:pt x="91089" y="6597"/>
                    <a:pt x="91068" y="6602"/>
                    <a:pt x="91047" y="6612"/>
                  </a:cubicBezTo>
                  <a:cubicBezTo>
                    <a:pt x="90967" y="6632"/>
                    <a:pt x="90908" y="6731"/>
                    <a:pt x="90947" y="6810"/>
                  </a:cubicBezTo>
                  <a:cubicBezTo>
                    <a:pt x="91185" y="7425"/>
                    <a:pt x="91384" y="8040"/>
                    <a:pt x="91523" y="8675"/>
                  </a:cubicBezTo>
                  <a:cubicBezTo>
                    <a:pt x="91542" y="8754"/>
                    <a:pt x="91622" y="8794"/>
                    <a:pt x="91701" y="8794"/>
                  </a:cubicBezTo>
                  <a:lnTo>
                    <a:pt x="91721" y="8794"/>
                  </a:lnTo>
                  <a:cubicBezTo>
                    <a:pt x="91800" y="8774"/>
                    <a:pt x="91860" y="8694"/>
                    <a:pt x="91840" y="8595"/>
                  </a:cubicBezTo>
                  <a:cubicBezTo>
                    <a:pt x="91681" y="7941"/>
                    <a:pt x="91483" y="7306"/>
                    <a:pt x="91245" y="6692"/>
                  </a:cubicBezTo>
                  <a:cubicBezTo>
                    <a:pt x="91216" y="6633"/>
                    <a:pt x="91166" y="6597"/>
                    <a:pt x="91110" y="6597"/>
                  </a:cubicBezTo>
                  <a:close/>
                  <a:moveTo>
                    <a:pt x="91959" y="11054"/>
                  </a:moveTo>
                  <a:cubicBezTo>
                    <a:pt x="91879" y="11054"/>
                    <a:pt x="91800" y="11114"/>
                    <a:pt x="91780" y="11213"/>
                  </a:cubicBezTo>
                  <a:cubicBezTo>
                    <a:pt x="91800" y="11848"/>
                    <a:pt x="91741" y="12502"/>
                    <a:pt x="91622" y="13137"/>
                  </a:cubicBezTo>
                  <a:cubicBezTo>
                    <a:pt x="91622" y="13236"/>
                    <a:pt x="91681" y="13315"/>
                    <a:pt x="91760" y="13335"/>
                  </a:cubicBezTo>
                  <a:lnTo>
                    <a:pt x="91800" y="13335"/>
                  </a:lnTo>
                  <a:cubicBezTo>
                    <a:pt x="91879" y="13335"/>
                    <a:pt x="91939" y="13275"/>
                    <a:pt x="91939" y="13196"/>
                  </a:cubicBezTo>
                  <a:cubicBezTo>
                    <a:pt x="92058" y="12542"/>
                    <a:pt x="92117" y="11887"/>
                    <a:pt x="92137" y="11233"/>
                  </a:cubicBezTo>
                  <a:cubicBezTo>
                    <a:pt x="92137" y="11134"/>
                    <a:pt x="92058" y="11054"/>
                    <a:pt x="91959" y="11054"/>
                  </a:cubicBezTo>
                  <a:close/>
                  <a:moveTo>
                    <a:pt x="91092" y="15504"/>
                  </a:moveTo>
                  <a:cubicBezTo>
                    <a:pt x="91027" y="15504"/>
                    <a:pt x="90963" y="15554"/>
                    <a:pt x="90947" y="15616"/>
                  </a:cubicBezTo>
                  <a:cubicBezTo>
                    <a:pt x="90709" y="16211"/>
                    <a:pt x="90432" y="16786"/>
                    <a:pt x="90134" y="17381"/>
                  </a:cubicBezTo>
                  <a:cubicBezTo>
                    <a:pt x="90095" y="17460"/>
                    <a:pt x="90114" y="17539"/>
                    <a:pt x="90174" y="17599"/>
                  </a:cubicBezTo>
                  <a:lnTo>
                    <a:pt x="90253" y="17599"/>
                  </a:lnTo>
                  <a:cubicBezTo>
                    <a:pt x="90313" y="17599"/>
                    <a:pt x="90372" y="17579"/>
                    <a:pt x="90412" y="17519"/>
                  </a:cubicBezTo>
                  <a:cubicBezTo>
                    <a:pt x="90729" y="16944"/>
                    <a:pt x="91007" y="16349"/>
                    <a:pt x="91245" y="15735"/>
                  </a:cubicBezTo>
                  <a:cubicBezTo>
                    <a:pt x="91265" y="15635"/>
                    <a:pt x="91245" y="15536"/>
                    <a:pt x="91146" y="15516"/>
                  </a:cubicBezTo>
                  <a:cubicBezTo>
                    <a:pt x="91128" y="15508"/>
                    <a:pt x="91110" y="15504"/>
                    <a:pt x="91092" y="15504"/>
                  </a:cubicBezTo>
                  <a:close/>
                  <a:moveTo>
                    <a:pt x="88856" y="19462"/>
                  </a:moveTo>
                  <a:cubicBezTo>
                    <a:pt x="88802" y="19462"/>
                    <a:pt x="88752" y="19484"/>
                    <a:pt x="88726" y="19522"/>
                  </a:cubicBezTo>
                  <a:cubicBezTo>
                    <a:pt x="88330" y="20018"/>
                    <a:pt x="87893" y="20514"/>
                    <a:pt x="87457" y="20990"/>
                  </a:cubicBezTo>
                  <a:cubicBezTo>
                    <a:pt x="87378" y="21049"/>
                    <a:pt x="87378" y="21168"/>
                    <a:pt x="87457" y="21208"/>
                  </a:cubicBezTo>
                  <a:lnTo>
                    <a:pt x="87576" y="21267"/>
                  </a:lnTo>
                  <a:lnTo>
                    <a:pt x="87675" y="21208"/>
                  </a:lnTo>
                  <a:cubicBezTo>
                    <a:pt x="88131" y="20752"/>
                    <a:pt x="88568" y="20256"/>
                    <a:pt x="88964" y="19721"/>
                  </a:cubicBezTo>
                  <a:cubicBezTo>
                    <a:pt x="89024" y="19661"/>
                    <a:pt x="89004" y="19542"/>
                    <a:pt x="88944" y="19483"/>
                  </a:cubicBezTo>
                  <a:cubicBezTo>
                    <a:pt x="88916" y="19469"/>
                    <a:pt x="88886" y="19462"/>
                    <a:pt x="88856" y="19462"/>
                  </a:cubicBezTo>
                  <a:close/>
                  <a:moveTo>
                    <a:pt x="85625" y="22735"/>
                  </a:moveTo>
                  <a:cubicBezTo>
                    <a:pt x="85601" y="22735"/>
                    <a:pt x="85577" y="22741"/>
                    <a:pt x="85553" y="22755"/>
                  </a:cubicBezTo>
                  <a:cubicBezTo>
                    <a:pt x="85057" y="23151"/>
                    <a:pt x="84522" y="23548"/>
                    <a:pt x="83987" y="23925"/>
                  </a:cubicBezTo>
                  <a:cubicBezTo>
                    <a:pt x="83907" y="23965"/>
                    <a:pt x="83887" y="24084"/>
                    <a:pt x="83967" y="24143"/>
                  </a:cubicBezTo>
                  <a:cubicBezTo>
                    <a:pt x="83987" y="24183"/>
                    <a:pt x="84026" y="24222"/>
                    <a:pt x="84086" y="24222"/>
                  </a:cubicBezTo>
                  <a:lnTo>
                    <a:pt x="84185" y="24183"/>
                  </a:lnTo>
                  <a:cubicBezTo>
                    <a:pt x="84720" y="23826"/>
                    <a:pt x="85256" y="23429"/>
                    <a:pt x="85771" y="22993"/>
                  </a:cubicBezTo>
                  <a:cubicBezTo>
                    <a:pt x="85837" y="22878"/>
                    <a:pt x="85739" y="22735"/>
                    <a:pt x="85625" y="22735"/>
                  </a:cubicBezTo>
                  <a:close/>
                  <a:moveTo>
                    <a:pt x="81855" y="25254"/>
                  </a:moveTo>
                  <a:cubicBezTo>
                    <a:pt x="81829" y="25254"/>
                    <a:pt x="81805" y="25260"/>
                    <a:pt x="81785" y="25273"/>
                  </a:cubicBezTo>
                  <a:lnTo>
                    <a:pt x="81706" y="25273"/>
                  </a:lnTo>
                  <a:lnTo>
                    <a:pt x="80020" y="26106"/>
                  </a:lnTo>
                  <a:cubicBezTo>
                    <a:pt x="79834" y="26144"/>
                    <a:pt x="79893" y="26407"/>
                    <a:pt x="80064" y="26407"/>
                  </a:cubicBezTo>
                  <a:cubicBezTo>
                    <a:pt x="80075" y="26407"/>
                    <a:pt x="80087" y="26406"/>
                    <a:pt x="80100" y="26404"/>
                  </a:cubicBezTo>
                  <a:lnTo>
                    <a:pt x="80159" y="26424"/>
                  </a:lnTo>
                  <a:lnTo>
                    <a:pt x="81845" y="25611"/>
                  </a:lnTo>
                  <a:lnTo>
                    <a:pt x="81924" y="25551"/>
                  </a:lnTo>
                  <a:cubicBezTo>
                    <a:pt x="82023" y="25531"/>
                    <a:pt x="82043" y="25412"/>
                    <a:pt x="82003" y="25333"/>
                  </a:cubicBezTo>
                  <a:cubicBezTo>
                    <a:pt x="81964" y="25280"/>
                    <a:pt x="81907" y="25254"/>
                    <a:pt x="81855" y="25254"/>
                  </a:cubicBezTo>
                  <a:close/>
                  <a:moveTo>
                    <a:pt x="77650" y="27033"/>
                  </a:moveTo>
                  <a:cubicBezTo>
                    <a:pt x="77634" y="27033"/>
                    <a:pt x="77618" y="27035"/>
                    <a:pt x="77601" y="27038"/>
                  </a:cubicBezTo>
                  <a:cubicBezTo>
                    <a:pt x="77026" y="27257"/>
                    <a:pt x="76391" y="27455"/>
                    <a:pt x="75757" y="27653"/>
                  </a:cubicBezTo>
                  <a:cubicBezTo>
                    <a:pt x="75677" y="27693"/>
                    <a:pt x="75638" y="27772"/>
                    <a:pt x="75657" y="27851"/>
                  </a:cubicBezTo>
                  <a:cubicBezTo>
                    <a:pt x="75657" y="27931"/>
                    <a:pt x="75737" y="27990"/>
                    <a:pt x="75796" y="27990"/>
                  </a:cubicBezTo>
                  <a:lnTo>
                    <a:pt x="75856" y="27970"/>
                  </a:lnTo>
                  <a:lnTo>
                    <a:pt x="77720" y="27376"/>
                  </a:lnTo>
                  <a:cubicBezTo>
                    <a:pt x="77819" y="27316"/>
                    <a:pt x="77859" y="27237"/>
                    <a:pt x="77819" y="27138"/>
                  </a:cubicBezTo>
                  <a:cubicBezTo>
                    <a:pt x="77786" y="27072"/>
                    <a:pt x="77726" y="27033"/>
                    <a:pt x="77650" y="27033"/>
                  </a:cubicBezTo>
                  <a:close/>
                  <a:moveTo>
                    <a:pt x="73289" y="28343"/>
                  </a:moveTo>
                  <a:cubicBezTo>
                    <a:pt x="73279" y="28343"/>
                    <a:pt x="73268" y="28345"/>
                    <a:pt x="73258" y="28347"/>
                  </a:cubicBezTo>
                  <a:lnTo>
                    <a:pt x="71374" y="28823"/>
                  </a:lnTo>
                  <a:cubicBezTo>
                    <a:pt x="71275" y="28843"/>
                    <a:pt x="71215" y="28942"/>
                    <a:pt x="71235" y="29022"/>
                  </a:cubicBezTo>
                  <a:cubicBezTo>
                    <a:pt x="71252" y="29090"/>
                    <a:pt x="71299" y="29144"/>
                    <a:pt x="71363" y="29144"/>
                  </a:cubicBezTo>
                  <a:cubicBezTo>
                    <a:pt x="71373" y="29144"/>
                    <a:pt x="71383" y="29143"/>
                    <a:pt x="71394" y="29141"/>
                  </a:cubicBezTo>
                  <a:lnTo>
                    <a:pt x="71433" y="29141"/>
                  </a:lnTo>
                  <a:lnTo>
                    <a:pt x="73317" y="28684"/>
                  </a:lnTo>
                  <a:cubicBezTo>
                    <a:pt x="73416" y="28665"/>
                    <a:pt x="73456" y="28565"/>
                    <a:pt x="73456" y="28486"/>
                  </a:cubicBezTo>
                  <a:cubicBezTo>
                    <a:pt x="73439" y="28400"/>
                    <a:pt x="73361" y="28343"/>
                    <a:pt x="73289" y="28343"/>
                  </a:cubicBezTo>
                  <a:close/>
                  <a:moveTo>
                    <a:pt x="68816" y="29398"/>
                  </a:moveTo>
                  <a:lnTo>
                    <a:pt x="66912" y="29815"/>
                  </a:lnTo>
                  <a:cubicBezTo>
                    <a:pt x="66813" y="29835"/>
                    <a:pt x="66753" y="29934"/>
                    <a:pt x="66773" y="30013"/>
                  </a:cubicBezTo>
                  <a:cubicBezTo>
                    <a:pt x="66790" y="30082"/>
                    <a:pt x="66837" y="30136"/>
                    <a:pt x="66901" y="30136"/>
                  </a:cubicBezTo>
                  <a:cubicBezTo>
                    <a:pt x="66911" y="30136"/>
                    <a:pt x="66921" y="30135"/>
                    <a:pt x="66932" y="30132"/>
                  </a:cubicBezTo>
                  <a:lnTo>
                    <a:pt x="66971" y="30132"/>
                  </a:lnTo>
                  <a:lnTo>
                    <a:pt x="68895" y="29716"/>
                  </a:lnTo>
                  <a:cubicBezTo>
                    <a:pt x="68974" y="29716"/>
                    <a:pt x="69034" y="29616"/>
                    <a:pt x="69014" y="29517"/>
                  </a:cubicBezTo>
                  <a:cubicBezTo>
                    <a:pt x="68974" y="29438"/>
                    <a:pt x="68895" y="29398"/>
                    <a:pt x="68816" y="29398"/>
                  </a:cubicBezTo>
                  <a:close/>
                  <a:moveTo>
                    <a:pt x="64396" y="30405"/>
                  </a:moveTo>
                  <a:cubicBezTo>
                    <a:pt x="64381" y="30405"/>
                    <a:pt x="64367" y="30406"/>
                    <a:pt x="64354" y="30410"/>
                  </a:cubicBezTo>
                  <a:lnTo>
                    <a:pt x="64135" y="30469"/>
                  </a:lnTo>
                  <a:lnTo>
                    <a:pt x="62470" y="30886"/>
                  </a:lnTo>
                  <a:cubicBezTo>
                    <a:pt x="62370" y="30886"/>
                    <a:pt x="62311" y="30985"/>
                    <a:pt x="62351" y="31084"/>
                  </a:cubicBezTo>
                  <a:cubicBezTo>
                    <a:pt x="62351" y="31163"/>
                    <a:pt x="62410" y="31203"/>
                    <a:pt x="62489" y="31203"/>
                  </a:cubicBezTo>
                  <a:lnTo>
                    <a:pt x="62549" y="31183"/>
                  </a:lnTo>
                  <a:lnTo>
                    <a:pt x="64195" y="30787"/>
                  </a:lnTo>
                  <a:lnTo>
                    <a:pt x="64433" y="30707"/>
                  </a:lnTo>
                  <a:cubicBezTo>
                    <a:pt x="64512" y="30707"/>
                    <a:pt x="64572" y="30608"/>
                    <a:pt x="64552" y="30509"/>
                  </a:cubicBezTo>
                  <a:cubicBezTo>
                    <a:pt x="64535" y="30443"/>
                    <a:pt x="64465" y="30405"/>
                    <a:pt x="64396" y="30405"/>
                  </a:cubicBezTo>
                  <a:close/>
                  <a:moveTo>
                    <a:pt x="59994" y="31567"/>
                  </a:moveTo>
                  <a:cubicBezTo>
                    <a:pt x="59974" y="31567"/>
                    <a:pt x="59952" y="31571"/>
                    <a:pt x="59931" y="31580"/>
                  </a:cubicBezTo>
                  <a:lnTo>
                    <a:pt x="58087" y="32195"/>
                  </a:lnTo>
                  <a:cubicBezTo>
                    <a:pt x="57988" y="32234"/>
                    <a:pt x="57948" y="32333"/>
                    <a:pt x="57988" y="32413"/>
                  </a:cubicBezTo>
                  <a:cubicBezTo>
                    <a:pt x="57988" y="32478"/>
                    <a:pt x="58042" y="32517"/>
                    <a:pt x="58095" y="32517"/>
                  </a:cubicBezTo>
                  <a:cubicBezTo>
                    <a:pt x="58106" y="32517"/>
                    <a:pt x="58116" y="32515"/>
                    <a:pt x="58127" y="32512"/>
                  </a:cubicBezTo>
                  <a:lnTo>
                    <a:pt x="58186" y="32512"/>
                  </a:lnTo>
                  <a:lnTo>
                    <a:pt x="60030" y="31897"/>
                  </a:lnTo>
                  <a:cubicBezTo>
                    <a:pt x="60110" y="31877"/>
                    <a:pt x="60149" y="31778"/>
                    <a:pt x="60129" y="31699"/>
                  </a:cubicBezTo>
                  <a:cubicBezTo>
                    <a:pt x="60129" y="31621"/>
                    <a:pt x="60068" y="31567"/>
                    <a:pt x="59994" y="31567"/>
                  </a:cubicBezTo>
                  <a:close/>
                  <a:moveTo>
                    <a:pt x="55702" y="33154"/>
                  </a:moveTo>
                  <a:cubicBezTo>
                    <a:pt x="55683" y="33154"/>
                    <a:pt x="55665" y="33158"/>
                    <a:pt x="55648" y="33166"/>
                  </a:cubicBezTo>
                  <a:cubicBezTo>
                    <a:pt x="55033" y="33444"/>
                    <a:pt x="54438" y="33741"/>
                    <a:pt x="53863" y="34039"/>
                  </a:cubicBezTo>
                  <a:cubicBezTo>
                    <a:pt x="53783" y="34059"/>
                    <a:pt x="53744" y="34158"/>
                    <a:pt x="53783" y="34237"/>
                  </a:cubicBezTo>
                  <a:cubicBezTo>
                    <a:pt x="53803" y="34297"/>
                    <a:pt x="53863" y="34336"/>
                    <a:pt x="53942" y="34336"/>
                  </a:cubicBezTo>
                  <a:lnTo>
                    <a:pt x="54021" y="34316"/>
                  </a:lnTo>
                  <a:lnTo>
                    <a:pt x="55767" y="33464"/>
                  </a:lnTo>
                  <a:cubicBezTo>
                    <a:pt x="55846" y="33424"/>
                    <a:pt x="55886" y="33345"/>
                    <a:pt x="55846" y="33265"/>
                  </a:cubicBezTo>
                  <a:cubicBezTo>
                    <a:pt x="55830" y="33203"/>
                    <a:pt x="55767" y="33154"/>
                    <a:pt x="55702" y="33154"/>
                  </a:cubicBezTo>
                  <a:close/>
                  <a:moveTo>
                    <a:pt x="51683" y="35303"/>
                  </a:moveTo>
                  <a:cubicBezTo>
                    <a:pt x="51654" y="35303"/>
                    <a:pt x="51626" y="35316"/>
                    <a:pt x="51602" y="35348"/>
                  </a:cubicBezTo>
                  <a:cubicBezTo>
                    <a:pt x="51047" y="35705"/>
                    <a:pt x="50511" y="36081"/>
                    <a:pt x="49996" y="36518"/>
                  </a:cubicBezTo>
                  <a:cubicBezTo>
                    <a:pt x="49916" y="36557"/>
                    <a:pt x="49916" y="36676"/>
                    <a:pt x="49976" y="36736"/>
                  </a:cubicBezTo>
                  <a:lnTo>
                    <a:pt x="50095" y="36795"/>
                  </a:lnTo>
                  <a:lnTo>
                    <a:pt x="50194" y="36756"/>
                  </a:lnTo>
                  <a:cubicBezTo>
                    <a:pt x="50690" y="36359"/>
                    <a:pt x="51245" y="36002"/>
                    <a:pt x="51780" y="35625"/>
                  </a:cubicBezTo>
                  <a:cubicBezTo>
                    <a:pt x="51960" y="35593"/>
                    <a:pt x="51816" y="35303"/>
                    <a:pt x="51683" y="35303"/>
                  </a:cubicBezTo>
                  <a:close/>
                  <a:moveTo>
                    <a:pt x="48182" y="38228"/>
                  </a:moveTo>
                  <a:cubicBezTo>
                    <a:pt x="48145" y="38228"/>
                    <a:pt x="48106" y="38244"/>
                    <a:pt x="48072" y="38283"/>
                  </a:cubicBezTo>
                  <a:lnTo>
                    <a:pt x="47775" y="38580"/>
                  </a:lnTo>
                  <a:cubicBezTo>
                    <a:pt x="47418" y="38937"/>
                    <a:pt x="47100" y="39334"/>
                    <a:pt x="46783" y="39770"/>
                  </a:cubicBezTo>
                  <a:cubicBezTo>
                    <a:pt x="46704" y="39830"/>
                    <a:pt x="46723" y="39929"/>
                    <a:pt x="46803" y="39988"/>
                  </a:cubicBezTo>
                  <a:lnTo>
                    <a:pt x="46902" y="40028"/>
                  </a:lnTo>
                  <a:cubicBezTo>
                    <a:pt x="46942" y="40028"/>
                    <a:pt x="47001" y="40008"/>
                    <a:pt x="47021" y="39968"/>
                  </a:cubicBezTo>
                  <a:cubicBezTo>
                    <a:pt x="47338" y="39572"/>
                    <a:pt x="47675" y="39175"/>
                    <a:pt x="48013" y="38798"/>
                  </a:cubicBezTo>
                  <a:lnTo>
                    <a:pt x="48290" y="38501"/>
                  </a:lnTo>
                  <a:cubicBezTo>
                    <a:pt x="48395" y="38381"/>
                    <a:pt x="48296" y="38228"/>
                    <a:pt x="48182" y="38228"/>
                  </a:cubicBezTo>
                  <a:close/>
                  <a:moveTo>
                    <a:pt x="45430" y="41892"/>
                  </a:moveTo>
                  <a:cubicBezTo>
                    <a:pt x="45373" y="41892"/>
                    <a:pt x="45315" y="41918"/>
                    <a:pt x="45276" y="41971"/>
                  </a:cubicBezTo>
                  <a:cubicBezTo>
                    <a:pt x="44958" y="42546"/>
                    <a:pt x="44661" y="43122"/>
                    <a:pt x="44383" y="43716"/>
                  </a:cubicBezTo>
                  <a:cubicBezTo>
                    <a:pt x="44364" y="43796"/>
                    <a:pt x="44383" y="43895"/>
                    <a:pt x="44463" y="43935"/>
                  </a:cubicBezTo>
                  <a:lnTo>
                    <a:pt x="44542" y="43935"/>
                  </a:lnTo>
                  <a:cubicBezTo>
                    <a:pt x="44602" y="43935"/>
                    <a:pt x="44661" y="43895"/>
                    <a:pt x="44701" y="43855"/>
                  </a:cubicBezTo>
                  <a:cubicBezTo>
                    <a:pt x="44958" y="43260"/>
                    <a:pt x="45256" y="42685"/>
                    <a:pt x="45593" y="42150"/>
                  </a:cubicBezTo>
                  <a:cubicBezTo>
                    <a:pt x="45633" y="42051"/>
                    <a:pt x="45613" y="41952"/>
                    <a:pt x="45514" y="41912"/>
                  </a:cubicBezTo>
                  <a:cubicBezTo>
                    <a:pt x="45487" y="41899"/>
                    <a:pt x="45459" y="41892"/>
                    <a:pt x="45430" y="41892"/>
                  </a:cubicBezTo>
                  <a:close/>
                  <a:moveTo>
                    <a:pt x="43607" y="46032"/>
                  </a:moveTo>
                  <a:cubicBezTo>
                    <a:pt x="43538" y="46032"/>
                    <a:pt x="43464" y="46070"/>
                    <a:pt x="43431" y="46136"/>
                  </a:cubicBezTo>
                  <a:cubicBezTo>
                    <a:pt x="43233" y="46751"/>
                    <a:pt x="43055" y="47365"/>
                    <a:pt x="42876" y="48040"/>
                  </a:cubicBezTo>
                  <a:cubicBezTo>
                    <a:pt x="42876" y="48119"/>
                    <a:pt x="42936" y="48198"/>
                    <a:pt x="43015" y="48238"/>
                  </a:cubicBezTo>
                  <a:lnTo>
                    <a:pt x="43055" y="48238"/>
                  </a:lnTo>
                  <a:cubicBezTo>
                    <a:pt x="43134" y="48238"/>
                    <a:pt x="43194" y="48179"/>
                    <a:pt x="43213" y="48119"/>
                  </a:cubicBezTo>
                  <a:cubicBezTo>
                    <a:pt x="43372" y="47465"/>
                    <a:pt x="43550" y="46850"/>
                    <a:pt x="43749" y="46235"/>
                  </a:cubicBezTo>
                  <a:cubicBezTo>
                    <a:pt x="43769" y="46156"/>
                    <a:pt x="43729" y="46057"/>
                    <a:pt x="43650" y="46037"/>
                  </a:cubicBezTo>
                  <a:cubicBezTo>
                    <a:pt x="43636" y="46033"/>
                    <a:pt x="43622" y="46032"/>
                    <a:pt x="43607" y="46032"/>
                  </a:cubicBezTo>
                  <a:close/>
                  <a:moveTo>
                    <a:pt x="42528" y="50475"/>
                  </a:moveTo>
                  <a:cubicBezTo>
                    <a:pt x="42460" y="50475"/>
                    <a:pt x="42398" y="50529"/>
                    <a:pt x="42380" y="50598"/>
                  </a:cubicBezTo>
                  <a:cubicBezTo>
                    <a:pt x="42281" y="51233"/>
                    <a:pt x="42182" y="51887"/>
                    <a:pt x="42142" y="52561"/>
                  </a:cubicBezTo>
                  <a:cubicBezTo>
                    <a:pt x="42123" y="52641"/>
                    <a:pt x="42202" y="52720"/>
                    <a:pt x="42281" y="52720"/>
                  </a:cubicBezTo>
                  <a:cubicBezTo>
                    <a:pt x="42380" y="52720"/>
                    <a:pt x="42460" y="52680"/>
                    <a:pt x="42460" y="52581"/>
                  </a:cubicBezTo>
                  <a:cubicBezTo>
                    <a:pt x="42539" y="51927"/>
                    <a:pt x="42618" y="51292"/>
                    <a:pt x="42718" y="50638"/>
                  </a:cubicBezTo>
                  <a:cubicBezTo>
                    <a:pt x="42718" y="50558"/>
                    <a:pt x="42638" y="50479"/>
                    <a:pt x="42559" y="50479"/>
                  </a:cubicBezTo>
                  <a:cubicBezTo>
                    <a:pt x="42548" y="50476"/>
                    <a:pt x="42538" y="50475"/>
                    <a:pt x="42528" y="50475"/>
                  </a:cubicBezTo>
                  <a:close/>
                  <a:moveTo>
                    <a:pt x="42142" y="55000"/>
                  </a:moveTo>
                  <a:cubicBezTo>
                    <a:pt x="42063" y="55000"/>
                    <a:pt x="41964" y="55080"/>
                    <a:pt x="41964" y="55159"/>
                  </a:cubicBezTo>
                  <a:lnTo>
                    <a:pt x="41964" y="57142"/>
                  </a:lnTo>
                  <a:cubicBezTo>
                    <a:pt x="41964" y="57222"/>
                    <a:pt x="42023" y="57281"/>
                    <a:pt x="42123" y="57281"/>
                  </a:cubicBezTo>
                  <a:cubicBezTo>
                    <a:pt x="42202" y="57281"/>
                    <a:pt x="42281" y="57202"/>
                    <a:pt x="42281" y="57122"/>
                  </a:cubicBezTo>
                  <a:lnTo>
                    <a:pt x="42281" y="55179"/>
                  </a:lnTo>
                  <a:cubicBezTo>
                    <a:pt x="42301" y="55080"/>
                    <a:pt x="42222" y="55000"/>
                    <a:pt x="42142" y="55000"/>
                  </a:cubicBezTo>
                  <a:close/>
                  <a:moveTo>
                    <a:pt x="42221" y="59619"/>
                  </a:moveTo>
                  <a:cubicBezTo>
                    <a:pt x="42152" y="59619"/>
                    <a:pt x="42084" y="59658"/>
                    <a:pt x="42063" y="59740"/>
                  </a:cubicBezTo>
                  <a:cubicBezTo>
                    <a:pt x="42123" y="60395"/>
                    <a:pt x="42162" y="61029"/>
                    <a:pt x="42242" y="61703"/>
                  </a:cubicBezTo>
                  <a:cubicBezTo>
                    <a:pt x="42242" y="61783"/>
                    <a:pt x="42321" y="61842"/>
                    <a:pt x="42420" y="61842"/>
                  </a:cubicBezTo>
                  <a:cubicBezTo>
                    <a:pt x="42519" y="61822"/>
                    <a:pt x="42579" y="61743"/>
                    <a:pt x="42559" y="61684"/>
                  </a:cubicBezTo>
                  <a:cubicBezTo>
                    <a:pt x="42519" y="61009"/>
                    <a:pt x="42440" y="60355"/>
                    <a:pt x="42380" y="59720"/>
                  </a:cubicBezTo>
                  <a:cubicBezTo>
                    <a:pt x="42352" y="59653"/>
                    <a:pt x="42286" y="59619"/>
                    <a:pt x="42221" y="59619"/>
                  </a:cubicBezTo>
                  <a:close/>
                  <a:moveTo>
                    <a:pt x="42718" y="64103"/>
                  </a:moveTo>
                  <a:cubicBezTo>
                    <a:pt x="42618" y="64123"/>
                    <a:pt x="42559" y="64202"/>
                    <a:pt x="42559" y="64301"/>
                  </a:cubicBezTo>
                  <a:lnTo>
                    <a:pt x="42856" y="66245"/>
                  </a:lnTo>
                  <a:cubicBezTo>
                    <a:pt x="42876" y="66304"/>
                    <a:pt x="42956" y="66364"/>
                    <a:pt x="43035" y="66364"/>
                  </a:cubicBezTo>
                  <a:lnTo>
                    <a:pt x="43055" y="66364"/>
                  </a:lnTo>
                  <a:cubicBezTo>
                    <a:pt x="43134" y="66344"/>
                    <a:pt x="43194" y="66265"/>
                    <a:pt x="43174" y="66185"/>
                  </a:cubicBezTo>
                  <a:lnTo>
                    <a:pt x="42876" y="64262"/>
                  </a:lnTo>
                  <a:cubicBezTo>
                    <a:pt x="42876" y="64163"/>
                    <a:pt x="42797" y="64103"/>
                    <a:pt x="42718" y="64103"/>
                  </a:cubicBezTo>
                  <a:close/>
                  <a:moveTo>
                    <a:pt x="43471" y="68650"/>
                  </a:moveTo>
                  <a:cubicBezTo>
                    <a:pt x="43389" y="68650"/>
                    <a:pt x="43312" y="68709"/>
                    <a:pt x="43312" y="68803"/>
                  </a:cubicBezTo>
                  <a:lnTo>
                    <a:pt x="43610" y="70548"/>
                  </a:lnTo>
                  <a:lnTo>
                    <a:pt x="43650" y="70727"/>
                  </a:lnTo>
                  <a:cubicBezTo>
                    <a:pt x="43650" y="70806"/>
                    <a:pt x="43709" y="70866"/>
                    <a:pt x="43808" y="70866"/>
                  </a:cubicBezTo>
                  <a:lnTo>
                    <a:pt x="43828" y="70866"/>
                  </a:lnTo>
                  <a:cubicBezTo>
                    <a:pt x="43907" y="70846"/>
                    <a:pt x="43967" y="70766"/>
                    <a:pt x="43967" y="70667"/>
                  </a:cubicBezTo>
                  <a:lnTo>
                    <a:pt x="43927" y="70489"/>
                  </a:lnTo>
                  <a:lnTo>
                    <a:pt x="43630" y="68744"/>
                  </a:lnTo>
                  <a:cubicBezTo>
                    <a:pt x="43589" y="68679"/>
                    <a:pt x="43529" y="68650"/>
                    <a:pt x="43471" y="68650"/>
                  </a:cubicBezTo>
                  <a:close/>
                  <a:moveTo>
                    <a:pt x="44225" y="73106"/>
                  </a:moveTo>
                  <a:cubicBezTo>
                    <a:pt x="44126" y="73126"/>
                    <a:pt x="44086" y="73206"/>
                    <a:pt x="44106" y="73305"/>
                  </a:cubicBezTo>
                  <a:cubicBezTo>
                    <a:pt x="44205" y="73939"/>
                    <a:pt x="44324" y="74594"/>
                    <a:pt x="44423" y="75228"/>
                  </a:cubicBezTo>
                  <a:cubicBezTo>
                    <a:pt x="44423" y="75308"/>
                    <a:pt x="44502" y="75367"/>
                    <a:pt x="44562" y="75367"/>
                  </a:cubicBezTo>
                  <a:lnTo>
                    <a:pt x="44602" y="75367"/>
                  </a:lnTo>
                  <a:cubicBezTo>
                    <a:pt x="44681" y="75347"/>
                    <a:pt x="44740" y="75268"/>
                    <a:pt x="44740" y="75189"/>
                  </a:cubicBezTo>
                  <a:cubicBezTo>
                    <a:pt x="44641" y="74534"/>
                    <a:pt x="44522" y="73900"/>
                    <a:pt x="44423" y="73245"/>
                  </a:cubicBezTo>
                  <a:cubicBezTo>
                    <a:pt x="44403" y="73166"/>
                    <a:pt x="44304" y="73106"/>
                    <a:pt x="44225" y="73106"/>
                  </a:cubicBezTo>
                  <a:close/>
                  <a:moveTo>
                    <a:pt x="44939" y="77608"/>
                  </a:moveTo>
                  <a:cubicBezTo>
                    <a:pt x="44840" y="77628"/>
                    <a:pt x="44780" y="77727"/>
                    <a:pt x="44780" y="77806"/>
                  </a:cubicBezTo>
                  <a:cubicBezTo>
                    <a:pt x="44879" y="78481"/>
                    <a:pt x="44958" y="79135"/>
                    <a:pt x="45038" y="79750"/>
                  </a:cubicBezTo>
                  <a:cubicBezTo>
                    <a:pt x="45038" y="79829"/>
                    <a:pt x="45097" y="79889"/>
                    <a:pt x="45177" y="79889"/>
                  </a:cubicBezTo>
                  <a:lnTo>
                    <a:pt x="45216" y="79889"/>
                  </a:lnTo>
                  <a:cubicBezTo>
                    <a:pt x="45296" y="79869"/>
                    <a:pt x="45355" y="79790"/>
                    <a:pt x="45355" y="79690"/>
                  </a:cubicBezTo>
                  <a:cubicBezTo>
                    <a:pt x="45276" y="79076"/>
                    <a:pt x="45216" y="78421"/>
                    <a:pt x="45117" y="77767"/>
                  </a:cubicBezTo>
                  <a:cubicBezTo>
                    <a:pt x="45117" y="77668"/>
                    <a:pt x="45038" y="77608"/>
                    <a:pt x="44939" y="77608"/>
                  </a:cubicBezTo>
                  <a:close/>
                  <a:moveTo>
                    <a:pt x="45415" y="82150"/>
                  </a:moveTo>
                  <a:cubicBezTo>
                    <a:pt x="45335" y="82169"/>
                    <a:pt x="45276" y="82249"/>
                    <a:pt x="45256" y="82328"/>
                  </a:cubicBezTo>
                  <a:cubicBezTo>
                    <a:pt x="45315" y="83002"/>
                    <a:pt x="45335" y="83657"/>
                    <a:pt x="45355" y="84291"/>
                  </a:cubicBezTo>
                  <a:cubicBezTo>
                    <a:pt x="45355" y="84371"/>
                    <a:pt x="45434" y="84430"/>
                    <a:pt x="45514" y="84430"/>
                  </a:cubicBezTo>
                  <a:cubicBezTo>
                    <a:pt x="45593" y="84430"/>
                    <a:pt x="45672" y="84371"/>
                    <a:pt x="45672" y="84291"/>
                  </a:cubicBezTo>
                  <a:cubicBezTo>
                    <a:pt x="45653" y="83637"/>
                    <a:pt x="45633" y="82963"/>
                    <a:pt x="45573" y="82308"/>
                  </a:cubicBezTo>
                  <a:cubicBezTo>
                    <a:pt x="45573" y="82209"/>
                    <a:pt x="45494" y="82150"/>
                    <a:pt x="45415" y="82150"/>
                  </a:cubicBezTo>
                  <a:close/>
                  <a:moveTo>
                    <a:pt x="45514" y="86711"/>
                  </a:moveTo>
                  <a:cubicBezTo>
                    <a:pt x="45415" y="86711"/>
                    <a:pt x="45335" y="86790"/>
                    <a:pt x="45335" y="86889"/>
                  </a:cubicBezTo>
                  <a:cubicBezTo>
                    <a:pt x="45315" y="87524"/>
                    <a:pt x="45256" y="88198"/>
                    <a:pt x="45196" y="88813"/>
                  </a:cubicBezTo>
                  <a:cubicBezTo>
                    <a:pt x="45196" y="88912"/>
                    <a:pt x="45236" y="88991"/>
                    <a:pt x="45335" y="88991"/>
                  </a:cubicBezTo>
                  <a:lnTo>
                    <a:pt x="45355" y="88991"/>
                  </a:lnTo>
                  <a:cubicBezTo>
                    <a:pt x="45434" y="88991"/>
                    <a:pt x="45514" y="88932"/>
                    <a:pt x="45514" y="88852"/>
                  </a:cubicBezTo>
                  <a:cubicBezTo>
                    <a:pt x="45573" y="88218"/>
                    <a:pt x="45633" y="87563"/>
                    <a:pt x="45653" y="86889"/>
                  </a:cubicBezTo>
                  <a:cubicBezTo>
                    <a:pt x="45653" y="86810"/>
                    <a:pt x="45593" y="86731"/>
                    <a:pt x="45514" y="86711"/>
                  </a:cubicBezTo>
                  <a:close/>
                  <a:moveTo>
                    <a:pt x="45018" y="91252"/>
                  </a:moveTo>
                  <a:cubicBezTo>
                    <a:pt x="44919" y="91252"/>
                    <a:pt x="44859" y="91312"/>
                    <a:pt x="44840" y="91391"/>
                  </a:cubicBezTo>
                  <a:cubicBezTo>
                    <a:pt x="44721" y="92025"/>
                    <a:pt x="44602" y="92660"/>
                    <a:pt x="44423" y="93315"/>
                  </a:cubicBezTo>
                  <a:cubicBezTo>
                    <a:pt x="44403" y="93394"/>
                    <a:pt x="44463" y="93473"/>
                    <a:pt x="44542" y="93513"/>
                  </a:cubicBezTo>
                  <a:lnTo>
                    <a:pt x="44602" y="93513"/>
                  </a:lnTo>
                  <a:cubicBezTo>
                    <a:pt x="44661" y="93513"/>
                    <a:pt x="44721" y="93453"/>
                    <a:pt x="44740" y="93374"/>
                  </a:cubicBezTo>
                  <a:cubicBezTo>
                    <a:pt x="44879" y="92739"/>
                    <a:pt x="45038" y="92085"/>
                    <a:pt x="45157" y="91450"/>
                  </a:cubicBezTo>
                  <a:cubicBezTo>
                    <a:pt x="45157" y="91351"/>
                    <a:pt x="45097" y="91272"/>
                    <a:pt x="45018" y="91252"/>
                  </a:cubicBezTo>
                  <a:close/>
                  <a:moveTo>
                    <a:pt x="43854" y="95679"/>
                  </a:moveTo>
                  <a:cubicBezTo>
                    <a:pt x="43788" y="95679"/>
                    <a:pt x="43733" y="95720"/>
                    <a:pt x="43689" y="95793"/>
                  </a:cubicBezTo>
                  <a:cubicBezTo>
                    <a:pt x="43511" y="96408"/>
                    <a:pt x="43273" y="97023"/>
                    <a:pt x="43055" y="97618"/>
                  </a:cubicBezTo>
                  <a:cubicBezTo>
                    <a:pt x="43015" y="97697"/>
                    <a:pt x="43055" y="97796"/>
                    <a:pt x="43134" y="97836"/>
                  </a:cubicBezTo>
                  <a:lnTo>
                    <a:pt x="43213" y="97836"/>
                  </a:lnTo>
                  <a:cubicBezTo>
                    <a:pt x="43273" y="97836"/>
                    <a:pt x="43332" y="97796"/>
                    <a:pt x="43352" y="97737"/>
                  </a:cubicBezTo>
                  <a:cubicBezTo>
                    <a:pt x="43590" y="97122"/>
                    <a:pt x="43828" y="96507"/>
                    <a:pt x="44026" y="95893"/>
                  </a:cubicBezTo>
                  <a:cubicBezTo>
                    <a:pt x="44046" y="95793"/>
                    <a:pt x="44007" y="95714"/>
                    <a:pt x="43927" y="95694"/>
                  </a:cubicBezTo>
                  <a:cubicBezTo>
                    <a:pt x="43902" y="95684"/>
                    <a:pt x="43877" y="95679"/>
                    <a:pt x="43854" y="95679"/>
                  </a:cubicBezTo>
                  <a:close/>
                  <a:moveTo>
                    <a:pt x="42153" y="99929"/>
                  </a:moveTo>
                  <a:cubicBezTo>
                    <a:pt x="42092" y="99929"/>
                    <a:pt x="42030" y="99965"/>
                    <a:pt x="42004" y="100017"/>
                  </a:cubicBezTo>
                  <a:cubicBezTo>
                    <a:pt x="41746" y="100593"/>
                    <a:pt x="41448" y="101188"/>
                    <a:pt x="41111" y="101763"/>
                  </a:cubicBezTo>
                  <a:cubicBezTo>
                    <a:pt x="41091" y="101842"/>
                    <a:pt x="41111" y="101941"/>
                    <a:pt x="41191" y="101981"/>
                  </a:cubicBezTo>
                  <a:lnTo>
                    <a:pt x="41270" y="101981"/>
                  </a:lnTo>
                  <a:cubicBezTo>
                    <a:pt x="41329" y="101981"/>
                    <a:pt x="41389" y="101961"/>
                    <a:pt x="41409" y="101901"/>
                  </a:cubicBezTo>
                  <a:cubicBezTo>
                    <a:pt x="41706" y="101326"/>
                    <a:pt x="42043" y="100751"/>
                    <a:pt x="42301" y="100176"/>
                  </a:cubicBezTo>
                  <a:cubicBezTo>
                    <a:pt x="42341" y="100077"/>
                    <a:pt x="42301" y="99978"/>
                    <a:pt x="42242" y="99958"/>
                  </a:cubicBezTo>
                  <a:cubicBezTo>
                    <a:pt x="42215" y="99938"/>
                    <a:pt x="42184" y="99929"/>
                    <a:pt x="42153" y="99929"/>
                  </a:cubicBezTo>
                  <a:close/>
                  <a:moveTo>
                    <a:pt x="39901" y="103899"/>
                  </a:moveTo>
                  <a:cubicBezTo>
                    <a:pt x="39853" y="103899"/>
                    <a:pt x="39813" y="103923"/>
                    <a:pt x="39802" y="103984"/>
                  </a:cubicBezTo>
                  <a:cubicBezTo>
                    <a:pt x="39465" y="104539"/>
                    <a:pt x="39088" y="105074"/>
                    <a:pt x="38712" y="105630"/>
                  </a:cubicBezTo>
                  <a:cubicBezTo>
                    <a:pt x="38672" y="105709"/>
                    <a:pt x="38692" y="105788"/>
                    <a:pt x="38771" y="105848"/>
                  </a:cubicBezTo>
                  <a:lnTo>
                    <a:pt x="38870" y="105848"/>
                  </a:lnTo>
                  <a:cubicBezTo>
                    <a:pt x="38910" y="105848"/>
                    <a:pt x="38969" y="105828"/>
                    <a:pt x="38989" y="105808"/>
                  </a:cubicBezTo>
                  <a:cubicBezTo>
                    <a:pt x="39366" y="105273"/>
                    <a:pt x="39743" y="104717"/>
                    <a:pt x="40080" y="104162"/>
                  </a:cubicBezTo>
                  <a:cubicBezTo>
                    <a:pt x="40209" y="104062"/>
                    <a:pt x="40027" y="103899"/>
                    <a:pt x="39901" y="103899"/>
                  </a:cubicBezTo>
                  <a:close/>
                  <a:moveTo>
                    <a:pt x="37289" y="107605"/>
                  </a:moveTo>
                  <a:cubicBezTo>
                    <a:pt x="37242" y="107605"/>
                    <a:pt x="37198" y="107620"/>
                    <a:pt x="37165" y="107653"/>
                  </a:cubicBezTo>
                  <a:cubicBezTo>
                    <a:pt x="36768" y="108188"/>
                    <a:pt x="36332" y="108684"/>
                    <a:pt x="35915" y="109180"/>
                  </a:cubicBezTo>
                  <a:cubicBezTo>
                    <a:pt x="35856" y="109239"/>
                    <a:pt x="35876" y="109338"/>
                    <a:pt x="35935" y="109398"/>
                  </a:cubicBezTo>
                  <a:cubicBezTo>
                    <a:pt x="35955" y="109418"/>
                    <a:pt x="35995" y="109437"/>
                    <a:pt x="36034" y="109437"/>
                  </a:cubicBezTo>
                  <a:cubicBezTo>
                    <a:pt x="36094" y="109437"/>
                    <a:pt x="36134" y="109418"/>
                    <a:pt x="36173" y="109378"/>
                  </a:cubicBezTo>
                  <a:cubicBezTo>
                    <a:pt x="36590" y="108882"/>
                    <a:pt x="37026" y="108386"/>
                    <a:pt x="37423" y="107890"/>
                  </a:cubicBezTo>
                  <a:cubicBezTo>
                    <a:pt x="37482" y="107811"/>
                    <a:pt x="37462" y="107692"/>
                    <a:pt x="37403" y="107633"/>
                  </a:cubicBezTo>
                  <a:cubicBezTo>
                    <a:pt x="37367" y="107615"/>
                    <a:pt x="37327" y="107605"/>
                    <a:pt x="37289" y="107605"/>
                  </a:cubicBezTo>
                  <a:close/>
                  <a:moveTo>
                    <a:pt x="34266" y="111031"/>
                  </a:moveTo>
                  <a:cubicBezTo>
                    <a:pt x="34228" y="111031"/>
                    <a:pt x="34188" y="111046"/>
                    <a:pt x="34150" y="111083"/>
                  </a:cubicBezTo>
                  <a:cubicBezTo>
                    <a:pt x="33714" y="111520"/>
                    <a:pt x="33238" y="111996"/>
                    <a:pt x="32742" y="112452"/>
                  </a:cubicBezTo>
                  <a:cubicBezTo>
                    <a:pt x="32683" y="112511"/>
                    <a:pt x="32683" y="112591"/>
                    <a:pt x="32742" y="112670"/>
                  </a:cubicBezTo>
                  <a:lnTo>
                    <a:pt x="32861" y="112709"/>
                  </a:lnTo>
                  <a:lnTo>
                    <a:pt x="32961" y="112670"/>
                  </a:lnTo>
                  <a:cubicBezTo>
                    <a:pt x="33456" y="112214"/>
                    <a:pt x="33932" y="111777"/>
                    <a:pt x="34388" y="111301"/>
                  </a:cubicBezTo>
                  <a:cubicBezTo>
                    <a:pt x="34495" y="111195"/>
                    <a:pt x="34392" y="111031"/>
                    <a:pt x="34266" y="111031"/>
                  </a:cubicBezTo>
                  <a:close/>
                  <a:moveTo>
                    <a:pt x="30919" y="114115"/>
                  </a:moveTo>
                  <a:cubicBezTo>
                    <a:pt x="30883" y="114115"/>
                    <a:pt x="30846" y="114130"/>
                    <a:pt x="30819" y="114157"/>
                  </a:cubicBezTo>
                  <a:lnTo>
                    <a:pt x="29292" y="115367"/>
                  </a:lnTo>
                  <a:cubicBezTo>
                    <a:pt x="29232" y="115426"/>
                    <a:pt x="29193" y="115526"/>
                    <a:pt x="29252" y="115625"/>
                  </a:cubicBezTo>
                  <a:lnTo>
                    <a:pt x="29391" y="115664"/>
                  </a:lnTo>
                  <a:lnTo>
                    <a:pt x="29490" y="115645"/>
                  </a:lnTo>
                  <a:cubicBezTo>
                    <a:pt x="30025" y="115248"/>
                    <a:pt x="30521" y="114831"/>
                    <a:pt x="31017" y="114395"/>
                  </a:cubicBezTo>
                  <a:cubicBezTo>
                    <a:pt x="31077" y="114355"/>
                    <a:pt x="31096" y="114237"/>
                    <a:pt x="31037" y="114177"/>
                  </a:cubicBezTo>
                  <a:cubicBezTo>
                    <a:pt x="31005" y="114135"/>
                    <a:pt x="30962" y="114115"/>
                    <a:pt x="30919" y="114115"/>
                  </a:cubicBezTo>
                  <a:close/>
                  <a:moveTo>
                    <a:pt x="27278" y="116860"/>
                  </a:moveTo>
                  <a:cubicBezTo>
                    <a:pt x="27247" y="116860"/>
                    <a:pt x="27216" y="116876"/>
                    <a:pt x="27190" y="116914"/>
                  </a:cubicBezTo>
                  <a:lnTo>
                    <a:pt x="25563" y="117965"/>
                  </a:lnTo>
                  <a:cubicBezTo>
                    <a:pt x="25484" y="118024"/>
                    <a:pt x="25464" y="118143"/>
                    <a:pt x="25504" y="118223"/>
                  </a:cubicBezTo>
                  <a:cubicBezTo>
                    <a:pt x="25544" y="118262"/>
                    <a:pt x="25603" y="118282"/>
                    <a:pt x="25663" y="118302"/>
                  </a:cubicBezTo>
                  <a:lnTo>
                    <a:pt x="25722" y="118262"/>
                  </a:lnTo>
                  <a:lnTo>
                    <a:pt x="27368" y="117172"/>
                  </a:lnTo>
                  <a:cubicBezTo>
                    <a:pt x="27545" y="117139"/>
                    <a:pt x="27409" y="116860"/>
                    <a:pt x="27278" y="116860"/>
                  </a:cubicBezTo>
                  <a:close/>
                  <a:moveTo>
                    <a:pt x="23367" y="119328"/>
                  </a:moveTo>
                  <a:cubicBezTo>
                    <a:pt x="23353" y="119328"/>
                    <a:pt x="23338" y="119329"/>
                    <a:pt x="23322" y="119333"/>
                  </a:cubicBezTo>
                  <a:lnTo>
                    <a:pt x="21617" y="120245"/>
                  </a:lnTo>
                  <a:cubicBezTo>
                    <a:pt x="21538" y="120305"/>
                    <a:pt x="21518" y="120384"/>
                    <a:pt x="21538" y="120483"/>
                  </a:cubicBezTo>
                  <a:cubicBezTo>
                    <a:pt x="21557" y="120523"/>
                    <a:pt x="21617" y="120563"/>
                    <a:pt x="21696" y="120583"/>
                  </a:cubicBezTo>
                  <a:lnTo>
                    <a:pt x="21756" y="120543"/>
                  </a:lnTo>
                  <a:cubicBezTo>
                    <a:pt x="22351" y="120245"/>
                    <a:pt x="22926" y="119928"/>
                    <a:pt x="23501" y="119611"/>
                  </a:cubicBezTo>
                  <a:cubicBezTo>
                    <a:pt x="23573" y="119485"/>
                    <a:pt x="23499" y="119328"/>
                    <a:pt x="23367" y="119328"/>
                  </a:cubicBezTo>
                  <a:close/>
                  <a:moveTo>
                    <a:pt x="19343" y="121409"/>
                  </a:moveTo>
                  <a:cubicBezTo>
                    <a:pt x="19321" y="121409"/>
                    <a:pt x="19299" y="121411"/>
                    <a:pt x="19277" y="121415"/>
                  </a:cubicBezTo>
                  <a:cubicBezTo>
                    <a:pt x="18722" y="121713"/>
                    <a:pt x="18127" y="121991"/>
                    <a:pt x="17532" y="122229"/>
                  </a:cubicBezTo>
                  <a:cubicBezTo>
                    <a:pt x="17452" y="122288"/>
                    <a:pt x="17413" y="122367"/>
                    <a:pt x="17433" y="122466"/>
                  </a:cubicBezTo>
                  <a:cubicBezTo>
                    <a:pt x="17472" y="122506"/>
                    <a:pt x="17532" y="122546"/>
                    <a:pt x="17591" y="122566"/>
                  </a:cubicBezTo>
                  <a:lnTo>
                    <a:pt x="17651" y="122526"/>
                  </a:lnTo>
                  <a:cubicBezTo>
                    <a:pt x="18246" y="122288"/>
                    <a:pt x="18841" y="122010"/>
                    <a:pt x="19436" y="121713"/>
                  </a:cubicBezTo>
                  <a:cubicBezTo>
                    <a:pt x="19515" y="121673"/>
                    <a:pt x="19535" y="121594"/>
                    <a:pt x="19515" y="121515"/>
                  </a:cubicBezTo>
                  <a:cubicBezTo>
                    <a:pt x="19484" y="121438"/>
                    <a:pt x="19418" y="121409"/>
                    <a:pt x="19343" y="121409"/>
                  </a:cubicBezTo>
                  <a:close/>
                  <a:moveTo>
                    <a:pt x="15196" y="123240"/>
                  </a:moveTo>
                  <a:cubicBezTo>
                    <a:pt x="15167" y="123240"/>
                    <a:pt x="15139" y="123247"/>
                    <a:pt x="15112" y="123260"/>
                  </a:cubicBezTo>
                  <a:lnTo>
                    <a:pt x="13288" y="123954"/>
                  </a:lnTo>
                  <a:cubicBezTo>
                    <a:pt x="13208" y="123974"/>
                    <a:pt x="13169" y="124053"/>
                    <a:pt x="13189" y="124152"/>
                  </a:cubicBezTo>
                  <a:cubicBezTo>
                    <a:pt x="13208" y="124212"/>
                    <a:pt x="13288" y="124271"/>
                    <a:pt x="13367" y="124271"/>
                  </a:cubicBezTo>
                  <a:lnTo>
                    <a:pt x="13407" y="124251"/>
                  </a:lnTo>
                  <a:lnTo>
                    <a:pt x="15251" y="123557"/>
                  </a:lnTo>
                  <a:cubicBezTo>
                    <a:pt x="15330" y="123498"/>
                    <a:pt x="15370" y="123418"/>
                    <a:pt x="15350" y="123319"/>
                  </a:cubicBezTo>
                  <a:cubicBezTo>
                    <a:pt x="15311" y="123266"/>
                    <a:pt x="15253" y="123240"/>
                    <a:pt x="15196" y="123240"/>
                  </a:cubicBezTo>
                  <a:close/>
                  <a:moveTo>
                    <a:pt x="10871" y="124782"/>
                  </a:moveTo>
                  <a:cubicBezTo>
                    <a:pt x="10857" y="124782"/>
                    <a:pt x="10842" y="124783"/>
                    <a:pt x="10829" y="124787"/>
                  </a:cubicBezTo>
                  <a:lnTo>
                    <a:pt x="8965" y="125382"/>
                  </a:lnTo>
                  <a:cubicBezTo>
                    <a:pt x="8885" y="125421"/>
                    <a:pt x="8846" y="125501"/>
                    <a:pt x="8865" y="125580"/>
                  </a:cubicBezTo>
                  <a:cubicBezTo>
                    <a:pt x="8885" y="125659"/>
                    <a:pt x="8945" y="125699"/>
                    <a:pt x="9024" y="125699"/>
                  </a:cubicBezTo>
                  <a:lnTo>
                    <a:pt x="9064" y="125699"/>
                  </a:lnTo>
                  <a:lnTo>
                    <a:pt x="10928" y="125104"/>
                  </a:lnTo>
                  <a:cubicBezTo>
                    <a:pt x="11027" y="125084"/>
                    <a:pt x="11087" y="124985"/>
                    <a:pt x="11047" y="124886"/>
                  </a:cubicBezTo>
                  <a:cubicBezTo>
                    <a:pt x="11014" y="124820"/>
                    <a:pt x="10940" y="124782"/>
                    <a:pt x="10871" y="124782"/>
                  </a:cubicBezTo>
                  <a:close/>
                  <a:moveTo>
                    <a:pt x="6503" y="126092"/>
                  </a:moveTo>
                  <a:cubicBezTo>
                    <a:pt x="6491" y="126092"/>
                    <a:pt x="6479" y="126093"/>
                    <a:pt x="6466" y="126096"/>
                  </a:cubicBezTo>
                  <a:lnTo>
                    <a:pt x="4582" y="126591"/>
                  </a:lnTo>
                  <a:cubicBezTo>
                    <a:pt x="4503" y="126611"/>
                    <a:pt x="4443" y="126710"/>
                    <a:pt x="4463" y="126790"/>
                  </a:cubicBezTo>
                  <a:cubicBezTo>
                    <a:pt x="4483" y="126869"/>
                    <a:pt x="4562" y="126909"/>
                    <a:pt x="4641" y="126929"/>
                  </a:cubicBezTo>
                  <a:lnTo>
                    <a:pt x="4661" y="126929"/>
                  </a:lnTo>
                  <a:lnTo>
                    <a:pt x="6565" y="126433"/>
                  </a:lnTo>
                  <a:cubicBezTo>
                    <a:pt x="6644" y="126393"/>
                    <a:pt x="6684" y="126314"/>
                    <a:pt x="6664" y="126234"/>
                  </a:cubicBezTo>
                  <a:cubicBezTo>
                    <a:pt x="6647" y="126148"/>
                    <a:pt x="6584" y="126092"/>
                    <a:pt x="6503" y="126092"/>
                  </a:cubicBezTo>
                  <a:close/>
                  <a:moveTo>
                    <a:pt x="2103" y="127221"/>
                  </a:moveTo>
                  <a:cubicBezTo>
                    <a:pt x="2090" y="127221"/>
                    <a:pt x="2076" y="127223"/>
                    <a:pt x="2063" y="127226"/>
                  </a:cubicBezTo>
                  <a:lnTo>
                    <a:pt x="140" y="127623"/>
                  </a:lnTo>
                  <a:cubicBezTo>
                    <a:pt x="60" y="127642"/>
                    <a:pt x="1" y="127722"/>
                    <a:pt x="21" y="127821"/>
                  </a:cubicBezTo>
                  <a:cubicBezTo>
                    <a:pt x="40" y="127880"/>
                    <a:pt x="100" y="127940"/>
                    <a:pt x="179" y="127940"/>
                  </a:cubicBezTo>
                  <a:lnTo>
                    <a:pt x="199" y="127940"/>
                  </a:lnTo>
                  <a:lnTo>
                    <a:pt x="2123" y="127523"/>
                  </a:lnTo>
                  <a:cubicBezTo>
                    <a:pt x="2202" y="127523"/>
                    <a:pt x="2262" y="127424"/>
                    <a:pt x="2262" y="127345"/>
                  </a:cubicBezTo>
                  <a:cubicBezTo>
                    <a:pt x="2229" y="127262"/>
                    <a:pt x="2168" y="127221"/>
                    <a:pt x="2103" y="127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textbox 32"/>
          <p:cNvSpPr/>
          <p:nvPr/>
        </p:nvSpPr>
        <p:spPr>
          <a:xfrm>
            <a:off x="1538626" y="850645"/>
            <a:ext cx="6259829" cy="1873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3800" b="1" kern="0" spc="6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r>
              <a:rPr sz="3800" b="1" kern="0" spc="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3800" b="1" kern="0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Matlab</a:t>
            </a:r>
            <a:r>
              <a:rPr sz="3800" b="1" kern="0" spc="6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800" b="1" kern="0" spc="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的特点与功能</a:t>
            </a:r>
            <a:endParaRPr sz="3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9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1365" algn="l" rtl="0" eaLnBrk="0">
              <a:lnSpc>
                <a:spcPct val="95000"/>
              </a:lnSpc>
              <a:spcBef>
                <a:spcPts val="725"/>
              </a:spcBef>
            </a:pPr>
            <a:r>
              <a:rPr sz="2400" b="1" kern="0" spc="80" dirty="0">
                <a:solidFill>
                  <a:srgbClr val="99CA3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□ 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Matlab</a:t>
            </a:r>
            <a:r>
              <a:rPr sz="2400" b="1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b="1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是一个交互式软件系统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87045" algn="l" rtl="0" eaLnBrk="0">
              <a:lnSpc>
                <a:spcPct val="86000"/>
              </a:lnSpc>
              <a:spcBef>
                <a:spcPts val="0"/>
              </a:spcBef>
              <a:tabLst>
                <a:tab pos="826135" algn="l"/>
              </a:tabLst>
            </a:pPr>
            <a:r>
              <a:rPr sz="2100" b="1" kern="0" spc="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sz="2100" kern="0" spc="-57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100" b="1" kern="0" spc="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输入一条命令，立即就可以得</a:t>
            </a:r>
            <a:r>
              <a:rPr sz="2100" b="1" kern="0" spc="-1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出该命令的结果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2101356" y="2787849"/>
            <a:ext cx="6464300" cy="3216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8280" algn="l" rtl="0" eaLnBrk="0">
              <a:lnSpc>
                <a:spcPct val="95000"/>
              </a:lnSpc>
            </a:pPr>
            <a:r>
              <a:rPr sz="2400" b="1" kern="0" spc="80" dirty="0">
                <a:solidFill>
                  <a:srgbClr val="99CA3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□ 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Matlab</a:t>
            </a:r>
            <a:r>
              <a:rPr sz="2400" b="1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b="1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具有很强的数值计</a:t>
            </a:r>
            <a:r>
              <a:rPr sz="2400" b="1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算功能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39395" indent="-227330" algn="l" rtl="0" eaLnBrk="0">
              <a:lnSpc>
                <a:spcPct val="109000"/>
              </a:lnSpc>
              <a:spcBef>
                <a:spcPts val="1240"/>
              </a:spcBef>
            </a:pPr>
            <a:r>
              <a:rPr sz="2000" b="1" kern="0" spc="10" dirty="0">
                <a:solidFill>
                  <a:srgbClr val="99CA3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●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</a:t>
            </a:r>
            <a:r>
              <a:rPr sz="2000" b="1" kern="0" spc="3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</a:t>
            </a:r>
            <a:r>
              <a:rPr sz="2100" b="1" kern="0" spc="1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矩阵</a:t>
            </a:r>
            <a:r>
              <a:rPr sz="21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作为数据操作的基本单位，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但无需预先指定矩阵维数（</a:t>
            </a:r>
            <a:r>
              <a:rPr sz="2100" b="1" kern="0" spc="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动态</a:t>
            </a:r>
            <a:r>
              <a:rPr sz="2100" b="1" kern="0" spc="-1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定维</a:t>
            </a:r>
            <a:r>
              <a:rPr sz="21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970" algn="l" rtl="0" eaLnBrk="0">
              <a:lnSpc>
                <a:spcPct val="92000"/>
              </a:lnSpc>
              <a:spcBef>
                <a:spcPts val="1470"/>
              </a:spcBef>
            </a:pPr>
            <a:r>
              <a:rPr sz="2000" b="1" kern="0" spc="0" dirty="0">
                <a:solidFill>
                  <a:srgbClr val="99CA3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● </a:t>
            </a: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按照</a:t>
            </a:r>
            <a:r>
              <a:rPr sz="2100" kern="0" spc="-2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IEEE</a:t>
            </a:r>
            <a:r>
              <a:rPr sz="2000" b="1" kern="0" spc="22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的数值计算标准进行计</a:t>
            </a:r>
            <a:r>
              <a:rPr sz="21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970" algn="l" rtl="0" eaLnBrk="0">
              <a:lnSpc>
                <a:spcPct val="92000"/>
              </a:lnSpc>
              <a:spcBef>
                <a:spcPts val="1485"/>
              </a:spcBef>
            </a:pPr>
            <a:r>
              <a:rPr sz="2000" b="1" kern="0" spc="10" dirty="0">
                <a:solidFill>
                  <a:srgbClr val="99CA3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● </a:t>
            </a:r>
            <a:r>
              <a:rPr sz="21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提供十分丰富的数值计算函数，方便</a:t>
            </a: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计算，提高效率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48285" indent="-234315" algn="l" rtl="0" eaLnBrk="0">
              <a:lnSpc>
                <a:spcPct val="109000"/>
              </a:lnSpc>
              <a:spcBef>
                <a:spcPts val="1445"/>
              </a:spcBef>
            </a:pPr>
            <a:r>
              <a:rPr sz="2000" b="1" kern="0" spc="30" dirty="0">
                <a:solidFill>
                  <a:srgbClr val="99CA3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●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</a:t>
            </a:r>
            <a:r>
              <a:rPr sz="2000" b="1" kern="0" spc="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命令与数学中的</a:t>
            </a:r>
            <a:r>
              <a:rPr sz="2100" b="1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符号、公式非常接近，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sz="21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可读性强，容易掌握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045200" algn="l" rtl="0" eaLnBrk="0">
              <a:lnSpc>
                <a:spcPts val="920"/>
              </a:lnSpc>
              <a:spcBef>
                <a:spcPts val="0"/>
              </a:spcBef>
            </a:pPr>
            <a:r>
              <a:rPr sz="700" b="1" kern="0" spc="-20" dirty="0">
                <a:solidFill>
                  <a:srgbClr val="90C226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5</a:t>
            </a:r>
            <a:endParaRPr sz="700" dirty="0"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grpSp>
        <p:nvGrpSpPr>
          <p:cNvPr id="28" name="Google Shape;5325;p73"/>
          <p:cNvGrpSpPr/>
          <p:nvPr/>
        </p:nvGrpSpPr>
        <p:grpSpPr>
          <a:xfrm>
            <a:off x="8670290" y="2060575"/>
            <a:ext cx="2879725" cy="3684270"/>
            <a:chOff x="2085475" y="1288302"/>
            <a:chExt cx="2385152" cy="2958638"/>
          </a:xfrm>
        </p:grpSpPr>
        <p:sp>
          <p:nvSpPr>
            <p:cNvPr id="29" name="Google Shape;5326;p73"/>
            <p:cNvSpPr/>
            <p:nvPr/>
          </p:nvSpPr>
          <p:spPr>
            <a:xfrm>
              <a:off x="2981953" y="2561162"/>
              <a:ext cx="1488674" cy="1562265"/>
            </a:xfrm>
            <a:custGeom>
              <a:avLst/>
              <a:gdLst/>
              <a:ahLst/>
              <a:cxnLst/>
              <a:rect l="l" t="t" r="r" b="b"/>
              <a:pathLst>
                <a:path w="85852" h="90096" extrusionOk="0">
                  <a:moveTo>
                    <a:pt x="42274" y="1"/>
                  </a:moveTo>
                  <a:cubicBezTo>
                    <a:pt x="40828" y="1"/>
                    <a:pt x="39323" y="46"/>
                    <a:pt x="37765" y="142"/>
                  </a:cubicBezTo>
                  <a:cubicBezTo>
                    <a:pt x="36220" y="231"/>
                    <a:pt x="34745" y="357"/>
                    <a:pt x="33342" y="531"/>
                  </a:cubicBezTo>
                  <a:cubicBezTo>
                    <a:pt x="8743" y="3499"/>
                    <a:pt x="5318" y="18397"/>
                    <a:pt x="2675" y="39326"/>
                  </a:cubicBezTo>
                  <a:cubicBezTo>
                    <a:pt x="0" y="60513"/>
                    <a:pt x="11409" y="90096"/>
                    <a:pt x="44529" y="90096"/>
                  </a:cubicBezTo>
                  <a:cubicBezTo>
                    <a:pt x="45997" y="90096"/>
                    <a:pt x="47508" y="90038"/>
                    <a:pt x="49063" y="89918"/>
                  </a:cubicBezTo>
                  <a:cubicBezTo>
                    <a:pt x="85681" y="87101"/>
                    <a:pt x="85851" y="53231"/>
                    <a:pt x="81372" y="35244"/>
                  </a:cubicBezTo>
                  <a:cubicBezTo>
                    <a:pt x="77796" y="20906"/>
                    <a:pt x="73134" y="5891"/>
                    <a:pt x="54718" y="1367"/>
                  </a:cubicBezTo>
                  <a:cubicBezTo>
                    <a:pt x="54223" y="1245"/>
                    <a:pt x="53712" y="1127"/>
                    <a:pt x="53189" y="1022"/>
                  </a:cubicBezTo>
                  <a:lnTo>
                    <a:pt x="53185" y="1022"/>
                  </a:lnTo>
                  <a:cubicBezTo>
                    <a:pt x="50356" y="446"/>
                    <a:pt x="47222" y="94"/>
                    <a:pt x="43748" y="17"/>
                  </a:cubicBezTo>
                  <a:cubicBezTo>
                    <a:pt x="43264" y="6"/>
                    <a:pt x="42773" y="1"/>
                    <a:pt x="42274" y="1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5327;p73"/>
            <p:cNvSpPr/>
            <p:nvPr/>
          </p:nvSpPr>
          <p:spPr>
            <a:xfrm>
              <a:off x="2997403" y="2555058"/>
              <a:ext cx="1447491" cy="1574489"/>
            </a:xfrm>
            <a:custGeom>
              <a:avLst/>
              <a:gdLst/>
              <a:ahLst/>
              <a:cxnLst/>
              <a:rect l="l" t="t" r="r" b="b"/>
              <a:pathLst>
                <a:path w="83477" h="90801" extrusionOk="0">
                  <a:moveTo>
                    <a:pt x="41321" y="709"/>
                  </a:moveTo>
                  <a:cubicBezTo>
                    <a:pt x="41840" y="709"/>
                    <a:pt x="42346" y="717"/>
                    <a:pt x="42845" y="737"/>
                  </a:cubicBezTo>
                  <a:cubicBezTo>
                    <a:pt x="46197" y="806"/>
                    <a:pt x="49351" y="1143"/>
                    <a:pt x="52221" y="1731"/>
                  </a:cubicBezTo>
                  <a:lnTo>
                    <a:pt x="52250" y="1731"/>
                  </a:lnTo>
                  <a:cubicBezTo>
                    <a:pt x="52797" y="1840"/>
                    <a:pt x="53283" y="1954"/>
                    <a:pt x="53742" y="2063"/>
                  </a:cubicBezTo>
                  <a:cubicBezTo>
                    <a:pt x="71461" y="6421"/>
                    <a:pt x="76338" y="20451"/>
                    <a:pt x="80136" y="35681"/>
                  </a:cubicBezTo>
                  <a:cubicBezTo>
                    <a:pt x="83176" y="47895"/>
                    <a:pt x="83476" y="65051"/>
                    <a:pt x="75186" y="76536"/>
                  </a:cubicBezTo>
                  <a:cubicBezTo>
                    <a:pt x="69458" y="84477"/>
                    <a:pt x="60357" y="88977"/>
                    <a:pt x="48143" y="89913"/>
                  </a:cubicBezTo>
                  <a:cubicBezTo>
                    <a:pt x="46636" y="90030"/>
                    <a:pt x="45155" y="90088"/>
                    <a:pt x="43701" y="90088"/>
                  </a:cubicBezTo>
                  <a:cubicBezTo>
                    <a:pt x="31554" y="90088"/>
                    <a:pt x="21320" y="86038"/>
                    <a:pt x="13909" y="78254"/>
                  </a:cubicBezTo>
                  <a:cubicBezTo>
                    <a:pt x="3073" y="66879"/>
                    <a:pt x="722" y="50891"/>
                    <a:pt x="2136" y="39723"/>
                  </a:cubicBezTo>
                  <a:cubicBezTo>
                    <a:pt x="4832" y="18359"/>
                    <a:pt x="8404" y="4143"/>
                    <a:pt x="32487" y="1232"/>
                  </a:cubicBezTo>
                  <a:cubicBezTo>
                    <a:pt x="33841" y="1070"/>
                    <a:pt x="35386" y="936"/>
                    <a:pt x="36894" y="847"/>
                  </a:cubicBezTo>
                  <a:cubicBezTo>
                    <a:pt x="38398" y="758"/>
                    <a:pt x="39882" y="709"/>
                    <a:pt x="41321" y="709"/>
                  </a:cubicBezTo>
                  <a:close/>
                  <a:moveTo>
                    <a:pt x="41397" y="1"/>
                  </a:moveTo>
                  <a:cubicBezTo>
                    <a:pt x="39918" y="1"/>
                    <a:pt x="38395" y="46"/>
                    <a:pt x="36853" y="138"/>
                  </a:cubicBezTo>
                  <a:cubicBezTo>
                    <a:pt x="35268" y="231"/>
                    <a:pt x="33772" y="360"/>
                    <a:pt x="32410" y="527"/>
                  </a:cubicBezTo>
                  <a:cubicBezTo>
                    <a:pt x="20820" y="1925"/>
                    <a:pt x="13256" y="5999"/>
                    <a:pt x="8582" y="13353"/>
                  </a:cubicBezTo>
                  <a:cubicBezTo>
                    <a:pt x="4163" y="20317"/>
                    <a:pt x="2680" y="29755"/>
                    <a:pt x="1431" y="39634"/>
                  </a:cubicBezTo>
                  <a:cubicBezTo>
                    <a:pt x="0" y="50960"/>
                    <a:pt x="2392" y="67188"/>
                    <a:pt x="13398" y="78741"/>
                  </a:cubicBezTo>
                  <a:cubicBezTo>
                    <a:pt x="20946" y="86678"/>
                    <a:pt x="31364" y="90801"/>
                    <a:pt x="43712" y="90801"/>
                  </a:cubicBezTo>
                  <a:cubicBezTo>
                    <a:pt x="45184" y="90801"/>
                    <a:pt x="46680" y="90740"/>
                    <a:pt x="48200" y="90623"/>
                  </a:cubicBezTo>
                  <a:cubicBezTo>
                    <a:pt x="60633" y="89666"/>
                    <a:pt x="69908" y="85069"/>
                    <a:pt x="75766" y="76953"/>
                  </a:cubicBezTo>
                  <a:cubicBezTo>
                    <a:pt x="79783" y="71383"/>
                    <a:pt x="82114" y="64289"/>
                    <a:pt x="82690" y="55865"/>
                  </a:cubicBezTo>
                  <a:cubicBezTo>
                    <a:pt x="83136" y="49363"/>
                    <a:pt x="82475" y="42131"/>
                    <a:pt x="80825" y="35511"/>
                  </a:cubicBezTo>
                  <a:cubicBezTo>
                    <a:pt x="76974" y="20062"/>
                    <a:pt x="72012" y="5825"/>
                    <a:pt x="53916" y="1374"/>
                  </a:cubicBezTo>
                  <a:cubicBezTo>
                    <a:pt x="53446" y="1256"/>
                    <a:pt x="52955" y="1147"/>
                    <a:pt x="52400" y="1033"/>
                  </a:cubicBezTo>
                  <a:cubicBezTo>
                    <a:pt x="52371" y="1025"/>
                    <a:pt x="52347" y="1021"/>
                    <a:pt x="52319" y="1021"/>
                  </a:cubicBezTo>
                  <a:cubicBezTo>
                    <a:pt x="49420" y="425"/>
                    <a:pt x="46238" y="93"/>
                    <a:pt x="42861" y="16"/>
                  </a:cubicBezTo>
                  <a:cubicBezTo>
                    <a:pt x="42379" y="6"/>
                    <a:pt x="41890" y="1"/>
                    <a:pt x="4139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5328;p73"/>
            <p:cNvSpPr/>
            <p:nvPr/>
          </p:nvSpPr>
          <p:spPr>
            <a:xfrm>
              <a:off x="2981953" y="2570370"/>
              <a:ext cx="1488674" cy="1553057"/>
            </a:xfrm>
            <a:custGeom>
              <a:avLst/>
              <a:gdLst/>
              <a:ahLst/>
              <a:cxnLst/>
              <a:rect l="l" t="t" r="r" b="b"/>
              <a:pathLst>
                <a:path w="85852" h="89565" extrusionOk="0">
                  <a:moveTo>
                    <a:pt x="33342" y="0"/>
                  </a:moveTo>
                  <a:cubicBezTo>
                    <a:pt x="8743" y="2968"/>
                    <a:pt x="5318" y="17866"/>
                    <a:pt x="2675" y="38795"/>
                  </a:cubicBezTo>
                  <a:cubicBezTo>
                    <a:pt x="0" y="59982"/>
                    <a:pt x="11409" y="89565"/>
                    <a:pt x="44529" y="89565"/>
                  </a:cubicBezTo>
                  <a:cubicBezTo>
                    <a:pt x="45997" y="89565"/>
                    <a:pt x="47508" y="89507"/>
                    <a:pt x="49063" y="89387"/>
                  </a:cubicBezTo>
                  <a:cubicBezTo>
                    <a:pt x="85681" y="86570"/>
                    <a:pt x="85851" y="52700"/>
                    <a:pt x="81372" y="34713"/>
                  </a:cubicBezTo>
                  <a:cubicBezTo>
                    <a:pt x="77796" y="20375"/>
                    <a:pt x="73134" y="5360"/>
                    <a:pt x="54718" y="836"/>
                  </a:cubicBezTo>
                  <a:lnTo>
                    <a:pt x="54718" y="836"/>
                  </a:lnTo>
                  <a:cubicBezTo>
                    <a:pt x="55569" y="1594"/>
                    <a:pt x="56501" y="2291"/>
                    <a:pt x="57393" y="2911"/>
                  </a:cubicBezTo>
                  <a:cubicBezTo>
                    <a:pt x="63056" y="6892"/>
                    <a:pt x="68330" y="9892"/>
                    <a:pt x="71590" y="15997"/>
                  </a:cubicBezTo>
                  <a:cubicBezTo>
                    <a:pt x="76098" y="24445"/>
                    <a:pt x="78177" y="31276"/>
                    <a:pt x="77893" y="36169"/>
                  </a:cubicBezTo>
                  <a:cubicBezTo>
                    <a:pt x="77820" y="37470"/>
                    <a:pt x="77095" y="38828"/>
                    <a:pt x="75915" y="39387"/>
                  </a:cubicBezTo>
                  <a:cubicBezTo>
                    <a:pt x="75559" y="39552"/>
                    <a:pt x="75192" y="39623"/>
                    <a:pt x="74820" y="39623"/>
                  </a:cubicBezTo>
                  <a:cubicBezTo>
                    <a:pt x="73630" y="39623"/>
                    <a:pt x="72398" y="38891"/>
                    <a:pt x="71375" y="38159"/>
                  </a:cubicBezTo>
                  <a:cubicBezTo>
                    <a:pt x="67216" y="35183"/>
                    <a:pt x="63296" y="31888"/>
                    <a:pt x="59655" y="28296"/>
                  </a:cubicBezTo>
                  <a:cubicBezTo>
                    <a:pt x="57766" y="26427"/>
                    <a:pt x="55922" y="24445"/>
                    <a:pt x="54685" y="22082"/>
                  </a:cubicBezTo>
                  <a:cubicBezTo>
                    <a:pt x="53270" y="19394"/>
                    <a:pt x="52719" y="16325"/>
                    <a:pt x="51390" y="13597"/>
                  </a:cubicBezTo>
                  <a:cubicBezTo>
                    <a:pt x="50076" y="10890"/>
                    <a:pt x="47610" y="8367"/>
                    <a:pt x="44616" y="8367"/>
                  </a:cubicBezTo>
                  <a:cubicBezTo>
                    <a:pt x="44588" y="8367"/>
                    <a:pt x="44559" y="8367"/>
                    <a:pt x="44530" y="8367"/>
                  </a:cubicBezTo>
                  <a:cubicBezTo>
                    <a:pt x="43604" y="8381"/>
                    <a:pt x="42652" y="8633"/>
                    <a:pt x="41737" y="8633"/>
                  </a:cubicBezTo>
                  <a:cubicBezTo>
                    <a:pt x="41311" y="8633"/>
                    <a:pt x="40893" y="8579"/>
                    <a:pt x="40489" y="8420"/>
                  </a:cubicBezTo>
                  <a:cubicBezTo>
                    <a:pt x="39686" y="8108"/>
                    <a:pt x="39086" y="7423"/>
                    <a:pt x="38519" y="6766"/>
                  </a:cubicBezTo>
                  <a:cubicBezTo>
                    <a:pt x="37161" y="5177"/>
                    <a:pt x="34165" y="2562"/>
                    <a:pt x="33342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5329;p73"/>
            <p:cNvSpPr/>
            <p:nvPr/>
          </p:nvSpPr>
          <p:spPr>
            <a:xfrm>
              <a:off x="4075830" y="2670890"/>
              <a:ext cx="176174" cy="221952"/>
            </a:xfrm>
            <a:custGeom>
              <a:avLst/>
              <a:gdLst/>
              <a:ahLst/>
              <a:cxnLst/>
              <a:rect l="l" t="t" r="r" b="b"/>
              <a:pathLst>
                <a:path w="10160" h="12800" extrusionOk="0">
                  <a:moveTo>
                    <a:pt x="92" y="1"/>
                  </a:moveTo>
                  <a:cubicBezTo>
                    <a:pt x="71" y="1"/>
                    <a:pt x="53" y="6"/>
                    <a:pt x="41" y="17"/>
                  </a:cubicBezTo>
                  <a:cubicBezTo>
                    <a:pt x="1" y="49"/>
                    <a:pt x="74" y="158"/>
                    <a:pt x="195" y="248"/>
                  </a:cubicBezTo>
                  <a:cubicBezTo>
                    <a:pt x="1266" y="1022"/>
                    <a:pt x="2283" y="1873"/>
                    <a:pt x="3240" y="2785"/>
                  </a:cubicBezTo>
                  <a:cubicBezTo>
                    <a:pt x="5145" y="4622"/>
                    <a:pt x="6791" y="6713"/>
                    <a:pt x="8129" y="9000"/>
                  </a:cubicBezTo>
                  <a:cubicBezTo>
                    <a:pt x="8794" y="10143"/>
                    <a:pt x="9381" y="11331"/>
                    <a:pt x="9888" y="12555"/>
                  </a:cubicBezTo>
                  <a:cubicBezTo>
                    <a:pt x="9946" y="12697"/>
                    <a:pt x="10029" y="12799"/>
                    <a:pt x="10089" y="12799"/>
                  </a:cubicBezTo>
                  <a:cubicBezTo>
                    <a:pt x="10092" y="12799"/>
                    <a:pt x="10096" y="12799"/>
                    <a:pt x="10099" y="12798"/>
                  </a:cubicBezTo>
                  <a:cubicBezTo>
                    <a:pt x="10160" y="12790"/>
                    <a:pt x="10160" y="12644"/>
                    <a:pt x="10099" y="12474"/>
                  </a:cubicBezTo>
                  <a:cubicBezTo>
                    <a:pt x="9641" y="11217"/>
                    <a:pt x="9077" y="10001"/>
                    <a:pt x="8417" y="8838"/>
                  </a:cubicBezTo>
                  <a:cubicBezTo>
                    <a:pt x="7099" y="6499"/>
                    <a:pt x="5425" y="4383"/>
                    <a:pt x="3451" y="2562"/>
                  </a:cubicBezTo>
                  <a:cubicBezTo>
                    <a:pt x="2470" y="1654"/>
                    <a:pt x="1416" y="823"/>
                    <a:pt x="301" y="86"/>
                  </a:cubicBezTo>
                  <a:cubicBezTo>
                    <a:pt x="220" y="31"/>
                    <a:pt x="144" y="1"/>
                    <a:pt x="9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5330;p73"/>
            <p:cNvSpPr/>
            <p:nvPr/>
          </p:nvSpPr>
          <p:spPr>
            <a:xfrm>
              <a:off x="4274702" y="2918054"/>
              <a:ext cx="60465" cy="131160"/>
            </a:xfrm>
            <a:custGeom>
              <a:avLst/>
              <a:gdLst/>
              <a:ahLst/>
              <a:cxnLst/>
              <a:rect l="l" t="t" r="r" b="b"/>
              <a:pathLst>
                <a:path w="3487" h="7564" extrusionOk="0">
                  <a:moveTo>
                    <a:pt x="91" y="1"/>
                  </a:moveTo>
                  <a:cubicBezTo>
                    <a:pt x="82" y="1"/>
                    <a:pt x="74" y="2"/>
                    <a:pt x="65" y="4"/>
                  </a:cubicBezTo>
                  <a:cubicBezTo>
                    <a:pt x="16" y="24"/>
                    <a:pt x="0" y="97"/>
                    <a:pt x="28" y="162"/>
                  </a:cubicBezTo>
                  <a:lnTo>
                    <a:pt x="855" y="1982"/>
                  </a:lnTo>
                  <a:cubicBezTo>
                    <a:pt x="1135" y="2586"/>
                    <a:pt x="1395" y="3198"/>
                    <a:pt x="1666" y="3802"/>
                  </a:cubicBezTo>
                  <a:cubicBezTo>
                    <a:pt x="1942" y="4402"/>
                    <a:pt x="2209" y="5010"/>
                    <a:pt x="2461" y="5626"/>
                  </a:cubicBezTo>
                  <a:lnTo>
                    <a:pt x="3247" y="7459"/>
                  </a:lnTo>
                  <a:cubicBezTo>
                    <a:pt x="3275" y="7521"/>
                    <a:pt x="3330" y="7563"/>
                    <a:pt x="3381" y="7563"/>
                  </a:cubicBezTo>
                  <a:cubicBezTo>
                    <a:pt x="3389" y="7563"/>
                    <a:pt x="3397" y="7562"/>
                    <a:pt x="3405" y="7560"/>
                  </a:cubicBezTo>
                  <a:cubicBezTo>
                    <a:pt x="3462" y="7544"/>
                    <a:pt x="3486" y="7459"/>
                    <a:pt x="3462" y="7378"/>
                  </a:cubicBezTo>
                  <a:cubicBezTo>
                    <a:pt x="3247" y="6745"/>
                    <a:pt x="3024" y="6117"/>
                    <a:pt x="2773" y="5497"/>
                  </a:cubicBezTo>
                  <a:cubicBezTo>
                    <a:pt x="2518" y="4880"/>
                    <a:pt x="2266" y="4260"/>
                    <a:pt x="1991" y="3652"/>
                  </a:cubicBezTo>
                  <a:cubicBezTo>
                    <a:pt x="1719" y="3044"/>
                    <a:pt x="1439" y="2444"/>
                    <a:pt x="1139" y="1844"/>
                  </a:cubicBezTo>
                  <a:cubicBezTo>
                    <a:pt x="839" y="1248"/>
                    <a:pt x="531" y="660"/>
                    <a:pt x="203" y="77"/>
                  </a:cubicBezTo>
                  <a:cubicBezTo>
                    <a:pt x="186" y="29"/>
                    <a:pt x="139" y="1"/>
                    <a:pt x="9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5331;p73"/>
            <p:cNvSpPr/>
            <p:nvPr/>
          </p:nvSpPr>
          <p:spPr>
            <a:xfrm>
              <a:off x="4370228" y="3250167"/>
              <a:ext cx="28264" cy="371267"/>
            </a:xfrm>
            <a:custGeom>
              <a:avLst/>
              <a:gdLst/>
              <a:ahLst/>
              <a:cxnLst/>
              <a:rect l="l" t="t" r="r" b="b"/>
              <a:pathLst>
                <a:path w="1630" h="21411" extrusionOk="0">
                  <a:moveTo>
                    <a:pt x="72" y="1"/>
                  </a:moveTo>
                  <a:cubicBezTo>
                    <a:pt x="71" y="1"/>
                    <a:pt x="70" y="1"/>
                    <a:pt x="69" y="1"/>
                  </a:cubicBezTo>
                  <a:cubicBezTo>
                    <a:pt x="4" y="5"/>
                    <a:pt x="0" y="195"/>
                    <a:pt x="57" y="418"/>
                  </a:cubicBezTo>
                  <a:cubicBezTo>
                    <a:pt x="511" y="2084"/>
                    <a:pt x="831" y="3787"/>
                    <a:pt x="1014" y="5510"/>
                  </a:cubicBezTo>
                  <a:cubicBezTo>
                    <a:pt x="1204" y="7229"/>
                    <a:pt x="1285" y="8960"/>
                    <a:pt x="1265" y="10687"/>
                  </a:cubicBezTo>
                  <a:cubicBezTo>
                    <a:pt x="1265" y="12422"/>
                    <a:pt x="1180" y="14153"/>
                    <a:pt x="1058" y="15880"/>
                  </a:cubicBezTo>
                  <a:cubicBezTo>
                    <a:pt x="937" y="17611"/>
                    <a:pt x="783" y="19337"/>
                    <a:pt x="633" y="21073"/>
                  </a:cubicBezTo>
                  <a:cubicBezTo>
                    <a:pt x="616" y="21247"/>
                    <a:pt x="637" y="21389"/>
                    <a:pt x="685" y="21409"/>
                  </a:cubicBezTo>
                  <a:cubicBezTo>
                    <a:pt x="689" y="21410"/>
                    <a:pt x="692" y="21411"/>
                    <a:pt x="695" y="21411"/>
                  </a:cubicBezTo>
                  <a:cubicBezTo>
                    <a:pt x="745" y="21411"/>
                    <a:pt x="800" y="21271"/>
                    <a:pt x="823" y="21093"/>
                  </a:cubicBezTo>
                  <a:cubicBezTo>
                    <a:pt x="1030" y="19362"/>
                    <a:pt x="1233" y="17635"/>
                    <a:pt x="1370" y="15904"/>
                  </a:cubicBezTo>
                  <a:cubicBezTo>
                    <a:pt x="1508" y="14169"/>
                    <a:pt x="1610" y="12430"/>
                    <a:pt x="1618" y="10695"/>
                  </a:cubicBezTo>
                  <a:cubicBezTo>
                    <a:pt x="1630" y="8948"/>
                    <a:pt x="1537" y="7204"/>
                    <a:pt x="1342" y="5473"/>
                  </a:cubicBezTo>
                  <a:cubicBezTo>
                    <a:pt x="1139" y="3738"/>
                    <a:pt x="783" y="2028"/>
                    <a:pt x="276" y="358"/>
                  </a:cubicBezTo>
                  <a:cubicBezTo>
                    <a:pt x="216" y="157"/>
                    <a:pt x="136" y="1"/>
                    <a:pt x="7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5332;p73"/>
            <p:cNvSpPr/>
            <p:nvPr/>
          </p:nvSpPr>
          <p:spPr>
            <a:xfrm>
              <a:off x="3927382" y="2960502"/>
              <a:ext cx="246661" cy="279608"/>
            </a:xfrm>
            <a:custGeom>
              <a:avLst/>
              <a:gdLst/>
              <a:ahLst/>
              <a:cxnLst/>
              <a:rect l="l" t="t" r="r" b="b"/>
              <a:pathLst>
                <a:path w="14225" h="16125" extrusionOk="0">
                  <a:moveTo>
                    <a:pt x="65" y="0"/>
                  </a:moveTo>
                  <a:cubicBezTo>
                    <a:pt x="53" y="0"/>
                    <a:pt x="43" y="3"/>
                    <a:pt x="37" y="8"/>
                  </a:cubicBezTo>
                  <a:cubicBezTo>
                    <a:pt x="0" y="45"/>
                    <a:pt x="85" y="178"/>
                    <a:pt x="231" y="304"/>
                  </a:cubicBezTo>
                  <a:cubicBezTo>
                    <a:pt x="1541" y="1435"/>
                    <a:pt x="2809" y="2607"/>
                    <a:pt x="4042" y="3819"/>
                  </a:cubicBezTo>
                  <a:cubicBezTo>
                    <a:pt x="5274" y="5031"/>
                    <a:pt x="6458" y="6292"/>
                    <a:pt x="7593" y="7597"/>
                  </a:cubicBezTo>
                  <a:cubicBezTo>
                    <a:pt x="8732" y="8898"/>
                    <a:pt x="9827" y="10240"/>
                    <a:pt x="10872" y="11614"/>
                  </a:cubicBezTo>
                  <a:cubicBezTo>
                    <a:pt x="11918" y="12988"/>
                    <a:pt x="12916" y="14399"/>
                    <a:pt x="13860" y="15850"/>
                  </a:cubicBezTo>
                  <a:cubicBezTo>
                    <a:pt x="13969" y="16008"/>
                    <a:pt x="14085" y="16124"/>
                    <a:pt x="14150" y="16124"/>
                  </a:cubicBezTo>
                  <a:cubicBezTo>
                    <a:pt x="14155" y="16124"/>
                    <a:pt x="14160" y="16124"/>
                    <a:pt x="14164" y="16122"/>
                  </a:cubicBezTo>
                  <a:cubicBezTo>
                    <a:pt x="14225" y="16102"/>
                    <a:pt x="14176" y="15927"/>
                    <a:pt x="14055" y="15729"/>
                  </a:cubicBezTo>
                  <a:cubicBezTo>
                    <a:pt x="13143" y="14249"/>
                    <a:pt x="12174" y="12810"/>
                    <a:pt x="11136" y="11416"/>
                  </a:cubicBezTo>
                  <a:cubicBezTo>
                    <a:pt x="10098" y="10021"/>
                    <a:pt x="9012" y="8663"/>
                    <a:pt x="7860" y="7362"/>
                  </a:cubicBezTo>
                  <a:cubicBezTo>
                    <a:pt x="6713" y="6061"/>
                    <a:pt x="5505" y="4808"/>
                    <a:pt x="4261" y="3596"/>
                  </a:cubicBezTo>
                  <a:cubicBezTo>
                    <a:pt x="3008" y="2396"/>
                    <a:pt x="1703" y="1249"/>
                    <a:pt x="353" y="158"/>
                  </a:cubicBezTo>
                  <a:cubicBezTo>
                    <a:pt x="238" y="64"/>
                    <a:pt x="123" y="0"/>
                    <a:pt x="6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5333;p73"/>
            <p:cNvSpPr/>
            <p:nvPr/>
          </p:nvSpPr>
          <p:spPr>
            <a:xfrm>
              <a:off x="4080200" y="3044532"/>
              <a:ext cx="116282" cy="163447"/>
            </a:xfrm>
            <a:custGeom>
              <a:avLst/>
              <a:gdLst/>
              <a:ahLst/>
              <a:cxnLst/>
              <a:rect l="l" t="t" r="r" b="b"/>
              <a:pathLst>
                <a:path w="6706" h="9426" extrusionOk="0">
                  <a:moveTo>
                    <a:pt x="88" y="0"/>
                  </a:moveTo>
                  <a:cubicBezTo>
                    <a:pt x="67" y="0"/>
                    <a:pt x="49" y="6"/>
                    <a:pt x="37" y="19"/>
                  </a:cubicBezTo>
                  <a:cubicBezTo>
                    <a:pt x="0" y="51"/>
                    <a:pt x="37" y="140"/>
                    <a:pt x="114" y="209"/>
                  </a:cubicBezTo>
                  <a:cubicBezTo>
                    <a:pt x="823" y="817"/>
                    <a:pt x="1492" y="1466"/>
                    <a:pt x="2120" y="2155"/>
                  </a:cubicBezTo>
                  <a:cubicBezTo>
                    <a:pt x="3373" y="3533"/>
                    <a:pt x="4443" y="5062"/>
                    <a:pt x="5307" y="6711"/>
                  </a:cubicBezTo>
                  <a:cubicBezTo>
                    <a:pt x="5740" y="7534"/>
                    <a:pt x="6121" y="8386"/>
                    <a:pt x="6446" y="9253"/>
                  </a:cubicBezTo>
                  <a:cubicBezTo>
                    <a:pt x="6490" y="9353"/>
                    <a:pt x="6551" y="9426"/>
                    <a:pt x="6608" y="9426"/>
                  </a:cubicBezTo>
                  <a:cubicBezTo>
                    <a:pt x="6613" y="9426"/>
                    <a:pt x="6619" y="9425"/>
                    <a:pt x="6624" y="9423"/>
                  </a:cubicBezTo>
                  <a:cubicBezTo>
                    <a:pt x="6685" y="9407"/>
                    <a:pt x="6705" y="9302"/>
                    <a:pt x="6665" y="9180"/>
                  </a:cubicBezTo>
                  <a:cubicBezTo>
                    <a:pt x="6381" y="8280"/>
                    <a:pt x="6024" y="7405"/>
                    <a:pt x="5603" y="6557"/>
                  </a:cubicBezTo>
                  <a:cubicBezTo>
                    <a:pt x="5177" y="5714"/>
                    <a:pt x="4690" y="4903"/>
                    <a:pt x="4151" y="4125"/>
                  </a:cubicBezTo>
                  <a:cubicBezTo>
                    <a:pt x="3600" y="3359"/>
                    <a:pt x="3000" y="2629"/>
                    <a:pt x="2347" y="1944"/>
                  </a:cubicBezTo>
                  <a:cubicBezTo>
                    <a:pt x="1695" y="1259"/>
                    <a:pt x="989" y="631"/>
                    <a:pt x="235" y="63"/>
                  </a:cubicBezTo>
                  <a:cubicBezTo>
                    <a:pt x="184" y="23"/>
                    <a:pt x="130" y="0"/>
                    <a:pt x="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5334;p73"/>
            <p:cNvSpPr/>
            <p:nvPr/>
          </p:nvSpPr>
          <p:spPr>
            <a:xfrm>
              <a:off x="4137699" y="3052404"/>
              <a:ext cx="61592" cy="82521"/>
            </a:xfrm>
            <a:custGeom>
              <a:avLst/>
              <a:gdLst/>
              <a:ahLst/>
              <a:cxnLst/>
              <a:rect l="l" t="t" r="r" b="b"/>
              <a:pathLst>
                <a:path w="3552" h="4759" extrusionOk="0">
                  <a:moveTo>
                    <a:pt x="107" y="0"/>
                  </a:moveTo>
                  <a:cubicBezTo>
                    <a:pt x="81" y="0"/>
                    <a:pt x="55" y="10"/>
                    <a:pt x="37" y="31"/>
                  </a:cubicBezTo>
                  <a:cubicBezTo>
                    <a:pt x="0" y="71"/>
                    <a:pt x="4" y="136"/>
                    <a:pt x="45" y="173"/>
                  </a:cubicBezTo>
                  <a:cubicBezTo>
                    <a:pt x="389" y="485"/>
                    <a:pt x="726" y="821"/>
                    <a:pt x="1038" y="1170"/>
                  </a:cubicBezTo>
                  <a:cubicBezTo>
                    <a:pt x="1354" y="1515"/>
                    <a:pt x="1646" y="1879"/>
                    <a:pt x="1922" y="2260"/>
                  </a:cubicBezTo>
                  <a:cubicBezTo>
                    <a:pt x="2197" y="2633"/>
                    <a:pt x="2453" y="3027"/>
                    <a:pt x="2680" y="3436"/>
                  </a:cubicBezTo>
                  <a:cubicBezTo>
                    <a:pt x="2907" y="3845"/>
                    <a:pt x="3126" y="4263"/>
                    <a:pt x="3320" y="4693"/>
                  </a:cubicBezTo>
                  <a:cubicBezTo>
                    <a:pt x="3340" y="4732"/>
                    <a:pt x="3381" y="4758"/>
                    <a:pt x="3424" y="4758"/>
                  </a:cubicBezTo>
                  <a:cubicBezTo>
                    <a:pt x="3434" y="4758"/>
                    <a:pt x="3444" y="4757"/>
                    <a:pt x="3454" y="4754"/>
                  </a:cubicBezTo>
                  <a:cubicBezTo>
                    <a:pt x="3519" y="4737"/>
                    <a:pt x="3551" y="4672"/>
                    <a:pt x="3531" y="4612"/>
                  </a:cubicBezTo>
                  <a:cubicBezTo>
                    <a:pt x="3381" y="4154"/>
                    <a:pt x="3195" y="3708"/>
                    <a:pt x="2968" y="3278"/>
                  </a:cubicBezTo>
                  <a:cubicBezTo>
                    <a:pt x="2745" y="2852"/>
                    <a:pt x="2489" y="2443"/>
                    <a:pt x="2205" y="2050"/>
                  </a:cubicBezTo>
                  <a:cubicBezTo>
                    <a:pt x="1914" y="1665"/>
                    <a:pt x="1601" y="1296"/>
                    <a:pt x="1261" y="951"/>
                  </a:cubicBezTo>
                  <a:cubicBezTo>
                    <a:pt x="924" y="611"/>
                    <a:pt x="556" y="298"/>
                    <a:pt x="166" y="19"/>
                  </a:cubicBezTo>
                  <a:cubicBezTo>
                    <a:pt x="149" y="6"/>
                    <a:pt x="128" y="0"/>
                    <a:pt x="10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5335;p73"/>
            <p:cNvSpPr/>
            <p:nvPr/>
          </p:nvSpPr>
          <p:spPr>
            <a:xfrm>
              <a:off x="3574565" y="2631389"/>
              <a:ext cx="104196" cy="96792"/>
            </a:xfrm>
            <a:custGeom>
              <a:avLst/>
              <a:gdLst/>
              <a:ahLst/>
              <a:cxnLst/>
              <a:rect l="l" t="t" r="r" b="b"/>
              <a:pathLst>
                <a:path w="6009" h="5582" extrusionOk="0">
                  <a:moveTo>
                    <a:pt x="468" y="1"/>
                  </a:moveTo>
                  <a:cubicBezTo>
                    <a:pt x="358" y="1"/>
                    <a:pt x="248" y="6"/>
                    <a:pt x="139" y="16"/>
                  </a:cubicBezTo>
                  <a:cubicBezTo>
                    <a:pt x="62" y="24"/>
                    <a:pt x="1" y="57"/>
                    <a:pt x="5" y="114"/>
                  </a:cubicBezTo>
                  <a:cubicBezTo>
                    <a:pt x="9" y="170"/>
                    <a:pt x="70" y="211"/>
                    <a:pt x="147" y="211"/>
                  </a:cubicBezTo>
                  <a:cubicBezTo>
                    <a:pt x="173" y="210"/>
                    <a:pt x="200" y="210"/>
                    <a:pt x="226" y="210"/>
                  </a:cubicBezTo>
                  <a:cubicBezTo>
                    <a:pt x="879" y="210"/>
                    <a:pt x="1512" y="401"/>
                    <a:pt x="2085" y="701"/>
                  </a:cubicBezTo>
                  <a:cubicBezTo>
                    <a:pt x="2681" y="1014"/>
                    <a:pt x="3216" y="1435"/>
                    <a:pt x="3658" y="1950"/>
                  </a:cubicBezTo>
                  <a:cubicBezTo>
                    <a:pt x="4112" y="2461"/>
                    <a:pt x="4501" y="3024"/>
                    <a:pt x="4825" y="3624"/>
                  </a:cubicBezTo>
                  <a:cubicBezTo>
                    <a:pt x="5166" y="4224"/>
                    <a:pt x="5461" y="4853"/>
                    <a:pt x="5766" y="5477"/>
                  </a:cubicBezTo>
                  <a:cubicBezTo>
                    <a:pt x="5797" y="5540"/>
                    <a:pt x="5849" y="5582"/>
                    <a:pt x="5902" y="5582"/>
                  </a:cubicBezTo>
                  <a:cubicBezTo>
                    <a:pt x="5911" y="5582"/>
                    <a:pt x="5919" y="5580"/>
                    <a:pt x="5928" y="5578"/>
                  </a:cubicBezTo>
                  <a:cubicBezTo>
                    <a:pt x="5988" y="5558"/>
                    <a:pt x="6009" y="5469"/>
                    <a:pt x="5976" y="5384"/>
                  </a:cubicBezTo>
                  <a:cubicBezTo>
                    <a:pt x="5721" y="4731"/>
                    <a:pt x="5433" y="4090"/>
                    <a:pt x="5113" y="3470"/>
                  </a:cubicBezTo>
                  <a:cubicBezTo>
                    <a:pt x="4784" y="2850"/>
                    <a:pt x="4399" y="2246"/>
                    <a:pt x="3921" y="1715"/>
                  </a:cubicBezTo>
                  <a:cubicBezTo>
                    <a:pt x="3443" y="1180"/>
                    <a:pt x="2867" y="742"/>
                    <a:pt x="2227" y="422"/>
                  </a:cubicBezTo>
                  <a:cubicBezTo>
                    <a:pt x="1681" y="157"/>
                    <a:pt x="1074" y="1"/>
                    <a:pt x="46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5336;p73"/>
            <p:cNvSpPr/>
            <p:nvPr/>
          </p:nvSpPr>
          <p:spPr>
            <a:xfrm>
              <a:off x="3654780" y="2645955"/>
              <a:ext cx="43957" cy="65823"/>
            </a:xfrm>
            <a:custGeom>
              <a:avLst/>
              <a:gdLst/>
              <a:ahLst/>
              <a:cxnLst/>
              <a:rect l="l" t="t" r="r" b="b"/>
              <a:pathLst>
                <a:path w="2535" h="3796" extrusionOk="0">
                  <a:moveTo>
                    <a:pt x="106" y="0"/>
                  </a:moveTo>
                  <a:cubicBezTo>
                    <a:pt x="76" y="0"/>
                    <a:pt x="46" y="15"/>
                    <a:pt x="29" y="44"/>
                  </a:cubicBezTo>
                  <a:cubicBezTo>
                    <a:pt x="0" y="80"/>
                    <a:pt x="4" y="133"/>
                    <a:pt x="37" y="165"/>
                  </a:cubicBezTo>
                  <a:cubicBezTo>
                    <a:pt x="321" y="388"/>
                    <a:pt x="588" y="632"/>
                    <a:pt x="831" y="899"/>
                  </a:cubicBezTo>
                  <a:cubicBezTo>
                    <a:pt x="1079" y="1159"/>
                    <a:pt x="1298" y="1446"/>
                    <a:pt x="1484" y="1751"/>
                  </a:cubicBezTo>
                  <a:cubicBezTo>
                    <a:pt x="1679" y="2051"/>
                    <a:pt x="1845" y="2367"/>
                    <a:pt x="1975" y="2699"/>
                  </a:cubicBezTo>
                  <a:cubicBezTo>
                    <a:pt x="2116" y="3032"/>
                    <a:pt x="2226" y="3376"/>
                    <a:pt x="2299" y="3729"/>
                  </a:cubicBezTo>
                  <a:cubicBezTo>
                    <a:pt x="2320" y="3768"/>
                    <a:pt x="2361" y="3795"/>
                    <a:pt x="2407" y="3795"/>
                  </a:cubicBezTo>
                  <a:cubicBezTo>
                    <a:pt x="2413" y="3795"/>
                    <a:pt x="2419" y="3795"/>
                    <a:pt x="2425" y="3794"/>
                  </a:cubicBezTo>
                  <a:cubicBezTo>
                    <a:pt x="2481" y="3790"/>
                    <a:pt x="2534" y="3745"/>
                    <a:pt x="2530" y="3692"/>
                  </a:cubicBezTo>
                  <a:cubicBezTo>
                    <a:pt x="2493" y="3315"/>
                    <a:pt x="2412" y="2942"/>
                    <a:pt x="2287" y="2582"/>
                  </a:cubicBezTo>
                  <a:cubicBezTo>
                    <a:pt x="2027" y="1860"/>
                    <a:pt x="1606" y="1211"/>
                    <a:pt x="1054" y="676"/>
                  </a:cubicBezTo>
                  <a:cubicBezTo>
                    <a:pt x="779" y="417"/>
                    <a:pt x="475" y="190"/>
                    <a:pt x="142" y="7"/>
                  </a:cubicBezTo>
                  <a:cubicBezTo>
                    <a:pt x="131" y="3"/>
                    <a:pt x="118" y="0"/>
                    <a:pt x="10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5337;p73"/>
            <p:cNvSpPr/>
            <p:nvPr/>
          </p:nvSpPr>
          <p:spPr>
            <a:xfrm>
              <a:off x="3758525" y="2733574"/>
              <a:ext cx="116213" cy="134246"/>
            </a:xfrm>
            <a:custGeom>
              <a:avLst/>
              <a:gdLst/>
              <a:ahLst/>
              <a:cxnLst/>
              <a:rect l="l" t="t" r="r" b="b"/>
              <a:pathLst>
                <a:path w="6702" h="7742" extrusionOk="0">
                  <a:moveTo>
                    <a:pt x="112" y="0"/>
                  </a:moveTo>
                  <a:cubicBezTo>
                    <a:pt x="74" y="0"/>
                    <a:pt x="43" y="13"/>
                    <a:pt x="29" y="38"/>
                  </a:cubicBezTo>
                  <a:cubicBezTo>
                    <a:pt x="1" y="82"/>
                    <a:pt x="49" y="155"/>
                    <a:pt x="135" y="200"/>
                  </a:cubicBezTo>
                  <a:cubicBezTo>
                    <a:pt x="885" y="565"/>
                    <a:pt x="1594" y="1011"/>
                    <a:pt x="2251" y="1522"/>
                  </a:cubicBezTo>
                  <a:cubicBezTo>
                    <a:pt x="3572" y="2543"/>
                    <a:pt x="4667" y="3824"/>
                    <a:pt x="5474" y="5288"/>
                  </a:cubicBezTo>
                  <a:cubicBezTo>
                    <a:pt x="5875" y="6017"/>
                    <a:pt x="6203" y="6787"/>
                    <a:pt x="6455" y="7582"/>
                  </a:cubicBezTo>
                  <a:cubicBezTo>
                    <a:pt x="6481" y="7672"/>
                    <a:pt x="6538" y="7741"/>
                    <a:pt x="6595" y="7741"/>
                  </a:cubicBezTo>
                  <a:cubicBezTo>
                    <a:pt x="6600" y="7741"/>
                    <a:pt x="6604" y="7741"/>
                    <a:pt x="6609" y="7740"/>
                  </a:cubicBezTo>
                  <a:cubicBezTo>
                    <a:pt x="6669" y="7732"/>
                    <a:pt x="6702" y="7635"/>
                    <a:pt x="6669" y="7521"/>
                  </a:cubicBezTo>
                  <a:cubicBezTo>
                    <a:pt x="6467" y="6690"/>
                    <a:pt x="6163" y="5888"/>
                    <a:pt x="5765" y="5129"/>
                  </a:cubicBezTo>
                  <a:cubicBezTo>
                    <a:pt x="4963" y="3605"/>
                    <a:pt x="3828" y="2288"/>
                    <a:pt x="2441" y="1270"/>
                  </a:cubicBezTo>
                  <a:cubicBezTo>
                    <a:pt x="1748" y="763"/>
                    <a:pt x="1002" y="346"/>
                    <a:pt x="212" y="22"/>
                  </a:cubicBezTo>
                  <a:cubicBezTo>
                    <a:pt x="176" y="8"/>
                    <a:pt x="142" y="0"/>
                    <a:pt x="11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5338;p73"/>
            <p:cNvSpPr/>
            <p:nvPr/>
          </p:nvSpPr>
          <p:spPr>
            <a:xfrm>
              <a:off x="3821088" y="2746873"/>
              <a:ext cx="74181" cy="103277"/>
            </a:xfrm>
            <a:custGeom>
              <a:avLst/>
              <a:gdLst/>
              <a:ahLst/>
              <a:cxnLst/>
              <a:rect l="l" t="t" r="r" b="b"/>
              <a:pathLst>
                <a:path w="4278" h="5956" extrusionOk="0">
                  <a:moveTo>
                    <a:pt x="107" y="0"/>
                  </a:moveTo>
                  <a:cubicBezTo>
                    <a:pt x="78" y="0"/>
                    <a:pt x="49" y="13"/>
                    <a:pt x="29" y="37"/>
                  </a:cubicBezTo>
                  <a:cubicBezTo>
                    <a:pt x="1" y="90"/>
                    <a:pt x="17" y="155"/>
                    <a:pt x="70" y="187"/>
                  </a:cubicBezTo>
                  <a:cubicBezTo>
                    <a:pt x="552" y="528"/>
                    <a:pt x="1002" y="905"/>
                    <a:pt x="1420" y="1322"/>
                  </a:cubicBezTo>
                  <a:cubicBezTo>
                    <a:pt x="2251" y="2157"/>
                    <a:pt x="2932" y="3126"/>
                    <a:pt x="3434" y="4192"/>
                  </a:cubicBezTo>
                  <a:cubicBezTo>
                    <a:pt x="3678" y="4727"/>
                    <a:pt x="3884" y="5279"/>
                    <a:pt x="4042" y="5850"/>
                  </a:cubicBezTo>
                  <a:cubicBezTo>
                    <a:pt x="4054" y="5909"/>
                    <a:pt x="4107" y="5956"/>
                    <a:pt x="4169" y="5956"/>
                  </a:cubicBezTo>
                  <a:cubicBezTo>
                    <a:pt x="4171" y="5956"/>
                    <a:pt x="4174" y="5956"/>
                    <a:pt x="4176" y="5956"/>
                  </a:cubicBezTo>
                  <a:cubicBezTo>
                    <a:pt x="4237" y="5952"/>
                    <a:pt x="4278" y="5875"/>
                    <a:pt x="4257" y="5797"/>
                  </a:cubicBezTo>
                  <a:cubicBezTo>
                    <a:pt x="4152" y="5198"/>
                    <a:pt x="3973" y="4614"/>
                    <a:pt x="3730" y="4054"/>
                  </a:cubicBezTo>
                  <a:cubicBezTo>
                    <a:pt x="3487" y="3499"/>
                    <a:pt x="3187" y="2968"/>
                    <a:pt x="2838" y="2469"/>
                  </a:cubicBezTo>
                  <a:cubicBezTo>
                    <a:pt x="2486" y="1975"/>
                    <a:pt x="2080" y="1517"/>
                    <a:pt x="1638" y="1099"/>
                  </a:cubicBezTo>
                  <a:cubicBezTo>
                    <a:pt x="1193" y="690"/>
                    <a:pt x="702" y="329"/>
                    <a:pt x="175" y="25"/>
                  </a:cubicBezTo>
                  <a:cubicBezTo>
                    <a:pt x="155" y="8"/>
                    <a:pt x="131" y="0"/>
                    <a:pt x="10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5339;p73"/>
            <p:cNvSpPr/>
            <p:nvPr/>
          </p:nvSpPr>
          <p:spPr>
            <a:xfrm>
              <a:off x="3740544" y="2561439"/>
              <a:ext cx="552869" cy="759821"/>
            </a:xfrm>
            <a:custGeom>
              <a:avLst/>
              <a:gdLst/>
              <a:ahLst/>
              <a:cxnLst/>
              <a:rect l="l" t="t" r="r" b="b"/>
              <a:pathLst>
                <a:path w="31884" h="43819" extrusionOk="0">
                  <a:moveTo>
                    <a:pt x="0" y="1"/>
                  </a:moveTo>
                  <a:lnTo>
                    <a:pt x="0" y="1"/>
                  </a:lnTo>
                  <a:cubicBezTo>
                    <a:pt x="11590" y="3000"/>
                    <a:pt x="19921" y="10216"/>
                    <a:pt x="24809" y="21526"/>
                  </a:cubicBezTo>
                  <a:cubicBezTo>
                    <a:pt x="28859" y="30883"/>
                    <a:pt x="29094" y="40089"/>
                    <a:pt x="29094" y="42120"/>
                  </a:cubicBezTo>
                  <a:cubicBezTo>
                    <a:pt x="29094" y="42379"/>
                    <a:pt x="29090" y="42525"/>
                    <a:pt x="29090" y="42537"/>
                  </a:cubicBezTo>
                  <a:cubicBezTo>
                    <a:pt x="29070" y="43222"/>
                    <a:pt x="29609" y="43798"/>
                    <a:pt x="30298" y="43818"/>
                  </a:cubicBezTo>
                  <a:lnTo>
                    <a:pt x="30339" y="43818"/>
                  </a:lnTo>
                  <a:cubicBezTo>
                    <a:pt x="31008" y="43818"/>
                    <a:pt x="31555" y="43287"/>
                    <a:pt x="31579" y="42618"/>
                  </a:cubicBezTo>
                  <a:cubicBezTo>
                    <a:pt x="31596" y="42172"/>
                    <a:pt x="31883" y="31673"/>
                    <a:pt x="27128" y="20622"/>
                  </a:cubicBezTo>
                  <a:cubicBezTo>
                    <a:pt x="24197" y="13816"/>
                    <a:pt x="18915" y="5992"/>
                    <a:pt x="9441" y="1006"/>
                  </a:cubicBezTo>
                  <a:lnTo>
                    <a:pt x="9433" y="1006"/>
                  </a:lnTo>
                  <a:cubicBezTo>
                    <a:pt x="6608" y="430"/>
                    <a:pt x="3474" y="78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5340;p73"/>
            <p:cNvSpPr/>
            <p:nvPr/>
          </p:nvSpPr>
          <p:spPr>
            <a:xfrm>
              <a:off x="3687743" y="2554209"/>
              <a:ext cx="611634" cy="773225"/>
            </a:xfrm>
            <a:custGeom>
              <a:avLst/>
              <a:gdLst/>
              <a:ahLst/>
              <a:cxnLst/>
              <a:rect l="l" t="t" r="r" b="b"/>
              <a:pathLst>
                <a:path w="35273" h="44592" extrusionOk="0">
                  <a:moveTo>
                    <a:pt x="5944" y="912"/>
                  </a:moveTo>
                  <a:lnTo>
                    <a:pt x="5944" y="912"/>
                  </a:lnTo>
                  <a:cubicBezTo>
                    <a:pt x="8100" y="1054"/>
                    <a:pt x="10249" y="1338"/>
                    <a:pt x="12369" y="1763"/>
                  </a:cubicBezTo>
                  <a:cubicBezTo>
                    <a:pt x="20197" y="5898"/>
                    <a:pt x="26075" y="12429"/>
                    <a:pt x="29845" y="21181"/>
                  </a:cubicBezTo>
                  <a:cubicBezTo>
                    <a:pt x="34559" y="32131"/>
                    <a:pt x="34284" y="42585"/>
                    <a:pt x="34272" y="43023"/>
                  </a:cubicBezTo>
                  <a:cubicBezTo>
                    <a:pt x="34255" y="43506"/>
                    <a:pt x="33862" y="43883"/>
                    <a:pt x="33384" y="43883"/>
                  </a:cubicBezTo>
                  <a:lnTo>
                    <a:pt x="33360" y="43883"/>
                  </a:lnTo>
                  <a:cubicBezTo>
                    <a:pt x="32861" y="43858"/>
                    <a:pt x="32476" y="43441"/>
                    <a:pt x="32492" y="42942"/>
                  </a:cubicBezTo>
                  <a:cubicBezTo>
                    <a:pt x="32496" y="42893"/>
                    <a:pt x="32496" y="42756"/>
                    <a:pt x="32496" y="42537"/>
                  </a:cubicBezTo>
                  <a:cubicBezTo>
                    <a:pt x="32496" y="40741"/>
                    <a:pt x="32289" y="31295"/>
                    <a:pt x="28183" y="21801"/>
                  </a:cubicBezTo>
                  <a:cubicBezTo>
                    <a:pt x="23659" y="11351"/>
                    <a:pt x="16188" y="4330"/>
                    <a:pt x="5944" y="912"/>
                  </a:cubicBezTo>
                  <a:close/>
                  <a:moveTo>
                    <a:pt x="1" y="0"/>
                  </a:moveTo>
                  <a:lnTo>
                    <a:pt x="2952" y="766"/>
                  </a:lnTo>
                  <a:cubicBezTo>
                    <a:pt x="14424" y="3734"/>
                    <a:pt x="22694" y="10909"/>
                    <a:pt x="27530" y="22089"/>
                  </a:cubicBezTo>
                  <a:cubicBezTo>
                    <a:pt x="31580" y="31450"/>
                    <a:pt x="31787" y="40765"/>
                    <a:pt x="31787" y="42537"/>
                  </a:cubicBezTo>
                  <a:cubicBezTo>
                    <a:pt x="31787" y="42752"/>
                    <a:pt x="31783" y="42885"/>
                    <a:pt x="31783" y="42942"/>
                  </a:cubicBezTo>
                  <a:cubicBezTo>
                    <a:pt x="31762" y="43830"/>
                    <a:pt x="32460" y="44564"/>
                    <a:pt x="33343" y="44592"/>
                  </a:cubicBezTo>
                  <a:lnTo>
                    <a:pt x="33384" y="44592"/>
                  </a:lnTo>
                  <a:cubicBezTo>
                    <a:pt x="33386" y="44592"/>
                    <a:pt x="33389" y="44592"/>
                    <a:pt x="33391" y="44592"/>
                  </a:cubicBezTo>
                  <a:cubicBezTo>
                    <a:pt x="34251" y="44592"/>
                    <a:pt x="34953" y="43904"/>
                    <a:pt x="34977" y="43043"/>
                  </a:cubicBezTo>
                  <a:cubicBezTo>
                    <a:pt x="34993" y="42602"/>
                    <a:pt x="35273" y="31989"/>
                    <a:pt x="30498" y="20897"/>
                  </a:cubicBezTo>
                  <a:cubicBezTo>
                    <a:pt x="26663" y="11995"/>
                    <a:pt x="20679" y="5343"/>
                    <a:pt x="12701" y="1135"/>
                  </a:cubicBezTo>
                  <a:lnTo>
                    <a:pt x="12636" y="1070"/>
                  </a:lnTo>
                  <a:lnTo>
                    <a:pt x="12507" y="1070"/>
                  </a:lnTo>
                  <a:cubicBezTo>
                    <a:pt x="9608" y="474"/>
                    <a:pt x="6426" y="142"/>
                    <a:pt x="3049" y="6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5341;p73"/>
            <p:cNvSpPr/>
            <p:nvPr/>
          </p:nvSpPr>
          <p:spPr>
            <a:xfrm>
              <a:off x="3844306" y="2582091"/>
              <a:ext cx="87723" cy="24918"/>
            </a:xfrm>
            <a:custGeom>
              <a:avLst/>
              <a:gdLst/>
              <a:ahLst/>
              <a:cxnLst/>
              <a:rect l="l" t="t" r="r" b="b"/>
              <a:pathLst>
                <a:path w="5059" h="1437" extrusionOk="0">
                  <a:moveTo>
                    <a:pt x="3645" y="0"/>
                  </a:moveTo>
                  <a:cubicBezTo>
                    <a:pt x="2029" y="0"/>
                    <a:pt x="434" y="720"/>
                    <a:pt x="352" y="759"/>
                  </a:cubicBezTo>
                  <a:cubicBezTo>
                    <a:pt x="1" y="913"/>
                    <a:pt x="112" y="1436"/>
                    <a:pt x="494" y="1436"/>
                  </a:cubicBezTo>
                  <a:cubicBezTo>
                    <a:pt x="495" y="1436"/>
                    <a:pt x="497" y="1436"/>
                    <a:pt x="498" y="1436"/>
                  </a:cubicBezTo>
                  <a:cubicBezTo>
                    <a:pt x="547" y="1436"/>
                    <a:pt x="599" y="1424"/>
                    <a:pt x="644" y="1404"/>
                  </a:cubicBezTo>
                  <a:cubicBezTo>
                    <a:pt x="664" y="1397"/>
                    <a:pt x="2179" y="711"/>
                    <a:pt x="3640" y="711"/>
                  </a:cubicBezTo>
                  <a:cubicBezTo>
                    <a:pt x="3960" y="711"/>
                    <a:pt x="4278" y="744"/>
                    <a:pt x="4576" y="824"/>
                  </a:cubicBezTo>
                  <a:cubicBezTo>
                    <a:pt x="4606" y="832"/>
                    <a:pt x="4636" y="836"/>
                    <a:pt x="4665" y="836"/>
                  </a:cubicBezTo>
                  <a:cubicBezTo>
                    <a:pt x="4824" y="836"/>
                    <a:pt x="4969" y="730"/>
                    <a:pt x="5010" y="569"/>
                  </a:cubicBezTo>
                  <a:cubicBezTo>
                    <a:pt x="5059" y="378"/>
                    <a:pt x="4945" y="188"/>
                    <a:pt x="4759" y="135"/>
                  </a:cubicBezTo>
                  <a:cubicBezTo>
                    <a:pt x="4399" y="39"/>
                    <a:pt x="4021" y="0"/>
                    <a:pt x="364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5342;p73"/>
            <p:cNvSpPr/>
            <p:nvPr/>
          </p:nvSpPr>
          <p:spPr>
            <a:xfrm>
              <a:off x="3934717" y="2629117"/>
              <a:ext cx="64730" cy="28230"/>
            </a:xfrm>
            <a:custGeom>
              <a:avLst/>
              <a:gdLst/>
              <a:ahLst/>
              <a:cxnLst/>
              <a:rect l="l" t="t" r="r" b="b"/>
              <a:pathLst>
                <a:path w="3733" h="1628" extrusionOk="0">
                  <a:moveTo>
                    <a:pt x="3315" y="1"/>
                  </a:moveTo>
                  <a:cubicBezTo>
                    <a:pt x="1856" y="1"/>
                    <a:pt x="367" y="934"/>
                    <a:pt x="299" y="974"/>
                  </a:cubicBezTo>
                  <a:cubicBezTo>
                    <a:pt x="0" y="1164"/>
                    <a:pt x="135" y="1627"/>
                    <a:pt x="489" y="1627"/>
                  </a:cubicBezTo>
                  <a:cubicBezTo>
                    <a:pt x="490" y="1627"/>
                    <a:pt x="492" y="1627"/>
                    <a:pt x="493" y="1627"/>
                  </a:cubicBezTo>
                  <a:cubicBezTo>
                    <a:pt x="562" y="1627"/>
                    <a:pt x="627" y="1607"/>
                    <a:pt x="684" y="1570"/>
                  </a:cubicBezTo>
                  <a:cubicBezTo>
                    <a:pt x="696" y="1562"/>
                    <a:pt x="2050" y="711"/>
                    <a:pt x="3327" y="711"/>
                  </a:cubicBezTo>
                  <a:lnTo>
                    <a:pt x="3376" y="711"/>
                  </a:lnTo>
                  <a:cubicBezTo>
                    <a:pt x="3570" y="711"/>
                    <a:pt x="3732" y="553"/>
                    <a:pt x="3732" y="358"/>
                  </a:cubicBezTo>
                  <a:cubicBezTo>
                    <a:pt x="3732" y="164"/>
                    <a:pt x="3578" y="1"/>
                    <a:pt x="3380" y="1"/>
                  </a:cubicBezTo>
                  <a:cubicBezTo>
                    <a:pt x="3358" y="1"/>
                    <a:pt x="3337" y="1"/>
                    <a:pt x="331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5343;p73"/>
            <p:cNvSpPr/>
            <p:nvPr/>
          </p:nvSpPr>
          <p:spPr>
            <a:xfrm>
              <a:off x="3995216" y="2673265"/>
              <a:ext cx="57586" cy="30466"/>
            </a:xfrm>
            <a:custGeom>
              <a:avLst/>
              <a:gdLst/>
              <a:ahLst/>
              <a:cxnLst/>
              <a:rect l="l" t="t" r="r" b="b"/>
              <a:pathLst>
                <a:path w="3321" h="1757" extrusionOk="0">
                  <a:moveTo>
                    <a:pt x="2698" y="0"/>
                  </a:moveTo>
                  <a:cubicBezTo>
                    <a:pt x="1308" y="0"/>
                    <a:pt x="249" y="1107"/>
                    <a:pt x="203" y="1161"/>
                  </a:cubicBezTo>
                  <a:cubicBezTo>
                    <a:pt x="0" y="1388"/>
                    <a:pt x="154" y="1748"/>
                    <a:pt x="458" y="1757"/>
                  </a:cubicBezTo>
                  <a:cubicBezTo>
                    <a:pt x="555" y="1757"/>
                    <a:pt x="649" y="1716"/>
                    <a:pt x="718" y="1647"/>
                  </a:cubicBezTo>
                  <a:cubicBezTo>
                    <a:pt x="729" y="1636"/>
                    <a:pt x="1612" y="709"/>
                    <a:pt x="2699" y="709"/>
                  </a:cubicBezTo>
                  <a:cubicBezTo>
                    <a:pt x="2761" y="709"/>
                    <a:pt x="2823" y="712"/>
                    <a:pt x="2886" y="719"/>
                  </a:cubicBezTo>
                  <a:cubicBezTo>
                    <a:pt x="2906" y="722"/>
                    <a:pt x="2925" y="723"/>
                    <a:pt x="2944" y="723"/>
                  </a:cubicBezTo>
                  <a:cubicBezTo>
                    <a:pt x="3123" y="723"/>
                    <a:pt x="3278" y="589"/>
                    <a:pt x="3296" y="403"/>
                  </a:cubicBezTo>
                  <a:cubicBezTo>
                    <a:pt x="3320" y="200"/>
                    <a:pt x="3162" y="21"/>
                    <a:pt x="2959" y="13"/>
                  </a:cubicBezTo>
                  <a:cubicBezTo>
                    <a:pt x="2871" y="4"/>
                    <a:pt x="2784" y="0"/>
                    <a:pt x="269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5344;p73"/>
            <p:cNvSpPr/>
            <p:nvPr/>
          </p:nvSpPr>
          <p:spPr>
            <a:xfrm>
              <a:off x="4046942" y="2722008"/>
              <a:ext cx="52107" cy="32200"/>
            </a:xfrm>
            <a:custGeom>
              <a:avLst/>
              <a:gdLst/>
              <a:ahLst/>
              <a:cxnLst/>
              <a:rect l="l" t="t" r="r" b="b"/>
              <a:pathLst>
                <a:path w="3005" h="1857" extrusionOk="0">
                  <a:moveTo>
                    <a:pt x="2578" y="1"/>
                  </a:moveTo>
                  <a:cubicBezTo>
                    <a:pt x="1586" y="1"/>
                    <a:pt x="305" y="1106"/>
                    <a:pt x="163" y="1232"/>
                  </a:cubicBezTo>
                  <a:cubicBezTo>
                    <a:pt x="13" y="1362"/>
                    <a:pt x="1" y="1589"/>
                    <a:pt x="130" y="1735"/>
                  </a:cubicBezTo>
                  <a:cubicBezTo>
                    <a:pt x="199" y="1812"/>
                    <a:pt x="293" y="1856"/>
                    <a:pt x="394" y="1856"/>
                  </a:cubicBezTo>
                  <a:cubicBezTo>
                    <a:pt x="483" y="1856"/>
                    <a:pt x="568" y="1824"/>
                    <a:pt x="633" y="1763"/>
                  </a:cubicBezTo>
                  <a:cubicBezTo>
                    <a:pt x="1097" y="1350"/>
                    <a:pt x="2020" y="711"/>
                    <a:pt x="2563" y="711"/>
                  </a:cubicBezTo>
                  <a:cubicBezTo>
                    <a:pt x="2580" y="711"/>
                    <a:pt x="2596" y="712"/>
                    <a:pt x="2611" y="713"/>
                  </a:cubicBezTo>
                  <a:cubicBezTo>
                    <a:pt x="2621" y="714"/>
                    <a:pt x="2631" y="714"/>
                    <a:pt x="2641" y="714"/>
                  </a:cubicBezTo>
                  <a:cubicBezTo>
                    <a:pt x="2823" y="714"/>
                    <a:pt x="2977" y="573"/>
                    <a:pt x="2988" y="385"/>
                  </a:cubicBezTo>
                  <a:cubicBezTo>
                    <a:pt x="3005" y="190"/>
                    <a:pt x="2855" y="20"/>
                    <a:pt x="2660" y="4"/>
                  </a:cubicBezTo>
                  <a:cubicBezTo>
                    <a:pt x="2633" y="2"/>
                    <a:pt x="2606" y="1"/>
                    <a:pt x="257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5345;p73"/>
            <p:cNvSpPr/>
            <p:nvPr/>
          </p:nvSpPr>
          <p:spPr>
            <a:xfrm>
              <a:off x="4098476" y="2789062"/>
              <a:ext cx="52245" cy="31854"/>
            </a:xfrm>
            <a:custGeom>
              <a:avLst/>
              <a:gdLst/>
              <a:ahLst/>
              <a:cxnLst/>
              <a:rect l="l" t="t" r="r" b="b"/>
              <a:pathLst>
                <a:path w="3013" h="1837" extrusionOk="0">
                  <a:moveTo>
                    <a:pt x="2613" y="1"/>
                  </a:moveTo>
                  <a:cubicBezTo>
                    <a:pt x="2539" y="1"/>
                    <a:pt x="2463" y="24"/>
                    <a:pt x="2400" y="73"/>
                  </a:cubicBezTo>
                  <a:cubicBezTo>
                    <a:pt x="1711" y="592"/>
                    <a:pt x="292" y="1139"/>
                    <a:pt x="280" y="1147"/>
                  </a:cubicBezTo>
                  <a:cubicBezTo>
                    <a:pt x="93" y="1212"/>
                    <a:pt x="0" y="1423"/>
                    <a:pt x="73" y="1605"/>
                  </a:cubicBezTo>
                  <a:cubicBezTo>
                    <a:pt x="126" y="1743"/>
                    <a:pt x="260" y="1832"/>
                    <a:pt x="410" y="1836"/>
                  </a:cubicBezTo>
                  <a:cubicBezTo>
                    <a:pt x="450" y="1832"/>
                    <a:pt x="495" y="1824"/>
                    <a:pt x="535" y="1808"/>
                  </a:cubicBezTo>
                  <a:cubicBezTo>
                    <a:pt x="596" y="1784"/>
                    <a:pt x="2059" y="1220"/>
                    <a:pt x="2826" y="640"/>
                  </a:cubicBezTo>
                  <a:cubicBezTo>
                    <a:pt x="2980" y="523"/>
                    <a:pt x="3012" y="300"/>
                    <a:pt x="2895" y="142"/>
                  </a:cubicBezTo>
                  <a:cubicBezTo>
                    <a:pt x="2825" y="49"/>
                    <a:pt x="2720" y="1"/>
                    <a:pt x="261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5346;p73"/>
            <p:cNvSpPr/>
            <p:nvPr/>
          </p:nvSpPr>
          <p:spPr>
            <a:xfrm>
              <a:off x="4143179" y="2869970"/>
              <a:ext cx="54638" cy="30085"/>
            </a:xfrm>
            <a:custGeom>
              <a:avLst/>
              <a:gdLst/>
              <a:ahLst/>
              <a:cxnLst/>
              <a:rect l="l" t="t" r="r" b="b"/>
              <a:pathLst>
                <a:path w="3151" h="1735" extrusionOk="0">
                  <a:moveTo>
                    <a:pt x="2757" y="0"/>
                  </a:moveTo>
                  <a:cubicBezTo>
                    <a:pt x="2671" y="0"/>
                    <a:pt x="2585" y="32"/>
                    <a:pt x="2518" y="97"/>
                  </a:cubicBezTo>
                  <a:cubicBezTo>
                    <a:pt x="1764" y="786"/>
                    <a:pt x="446" y="1025"/>
                    <a:pt x="430" y="1029"/>
                  </a:cubicBezTo>
                  <a:cubicBezTo>
                    <a:pt x="0" y="1102"/>
                    <a:pt x="53" y="1735"/>
                    <a:pt x="491" y="1735"/>
                  </a:cubicBezTo>
                  <a:lnTo>
                    <a:pt x="556" y="1731"/>
                  </a:lnTo>
                  <a:cubicBezTo>
                    <a:pt x="617" y="1719"/>
                    <a:pt x="2088" y="1451"/>
                    <a:pt x="2992" y="620"/>
                  </a:cubicBezTo>
                  <a:cubicBezTo>
                    <a:pt x="3138" y="486"/>
                    <a:pt x="3150" y="263"/>
                    <a:pt x="3020" y="117"/>
                  </a:cubicBezTo>
                  <a:cubicBezTo>
                    <a:pt x="2950" y="40"/>
                    <a:pt x="2853" y="0"/>
                    <a:pt x="275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5347;p73"/>
            <p:cNvSpPr/>
            <p:nvPr/>
          </p:nvSpPr>
          <p:spPr>
            <a:xfrm>
              <a:off x="4169535" y="2930729"/>
              <a:ext cx="55835" cy="26270"/>
            </a:xfrm>
            <a:custGeom>
              <a:avLst/>
              <a:gdLst/>
              <a:ahLst/>
              <a:cxnLst/>
              <a:rect l="l" t="t" r="r" b="b"/>
              <a:pathLst>
                <a:path w="3220" h="1515" extrusionOk="0">
                  <a:moveTo>
                    <a:pt x="2820" y="1"/>
                  </a:moveTo>
                  <a:cubicBezTo>
                    <a:pt x="2746" y="1"/>
                    <a:pt x="2671" y="24"/>
                    <a:pt x="2607" y="71"/>
                  </a:cubicBezTo>
                  <a:cubicBezTo>
                    <a:pt x="1841" y="627"/>
                    <a:pt x="430" y="805"/>
                    <a:pt x="418" y="809"/>
                  </a:cubicBezTo>
                  <a:cubicBezTo>
                    <a:pt x="1" y="878"/>
                    <a:pt x="33" y="1494"/>
                    <a:pt x="459" y="1514"/>
                  </a:cubicBezTo>
                  <a:lnTo>
                    <a:pt x="503" y="1514"/>
                  </a:lnTo>
                  <a:cubicBezTo>
                    <a:pt x="572" y="1502"/>
                    <a:pt x="2113" y="1312"/>
                    <a:pt x="3029" y="643"/>
                  </a:cubicBezTo>
                  <a:cubicBezTo>
                    <a:pt x="3187" y="525"/>
                    <a:pt x="3219" y="302"/>
                    <a:pt x="3106" y="144"/>
                  </a:cubicBezTo>
                  <a:cubicBezTo>
                    <a:pt x="3036" y="50"/>
                    <a:pt x="2929" y="1"/>
                    <a:pt x="282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5348;p73"/>
            <p:cNvSpPr/>
            <p:nvPr/>
          </p:nvSpPr>
          <p:spPr>
            <a:xfrm>
              <a:off x="4193569" y="2995477"/>
              <a:ext cx="55141" cy="24085"/>
            </a:xfrm>
            <a:custGeom>
              <a:avLst/>
              <a:gdLst/>
              <a:ahLst/>
              <a:cxnLst/>
              <a:rect l="l" t="t" r="r" b="b"/>
              <a:pathLst>
                <a:path w="3180" h="1389" extrusionOk="0">
                  <a:moveTo>
                    <a:pt x="2774" y="0"/>
                  </a:moveTo>
                  <a:cubicBezTo>
                    <a:pt x="2715" y="0"/>
                    <a:pt x="2655" y="15"/>
                    <a:pt x="2599" y="46"/>
                  </a:cubicBezTo>
                  <a:cubicBezTo>
                    <a:pt x="1886" y="452"/>
                    <a:pt x="341" y="679"/>
                    <a:pt x="325" y="679"/>
                  </a:cubicBezTo>
                  <a:cubicBezTo>
                    <a:pt x="131" y="707"/>
                    <a:pt x="1" y="890"/>
                    <a:pt x="25" y="1084"/>
                  </a:cubicBezTo>
                  <a:cubicBezTo>
                    <a:pt x="50" y="1259"/>
                    <a:pt x="200" y="1388"/>
                    <a:pt x="378" y="1388"/>
                  </a:cubicBezTo>
                  <a:lnTo>
                    <a:pt x="427" y="1384"/>
                  </a:lnTo>
                  <a:cubicBezTo>
                    <a:pt x="500" y="1372"/>
                    <a:pt x="2121" y="1133"/>
                    <a:pt x="2952" y="663"/>
                  </a:cubicBezTo>
                  <a:cubicBezTo>
                    <a:pt x="3122" y="565"/>
                    <a:pt x="3179" y="351"/>
                    <a:pt x="3086" y="180"/>
                  </a:cubicBezTo>
                  <a:cubicBezTo>
                    <a:pt x="3020" y="65"/>
                    <a:pt x="2899" y="0"/>
                    <a:pt x="277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5349;p73"/>
            <p:cNvSpPr/>
            <p:nvPr/>
          </p:nvSpPr>
          <p:spPr>
            <a:xfrm>
              <a:off x="4214377" y="3070212"/>
              <a:ext cx="54777" cy="26045"/>
            </a:xfrm>
            <a:custGeom>
              <a:avLst/>
              <a:gdLst/>
              <a:ahLst/>
              <a:cxnLst/>
              <a:rect l="l" t="t" r="r" b="b"/>
              <a:pathLst>
                <a:path w="3159" h="1502" extrusionOk="0">
                  <a:moveTo>
                    <a:pt x="2757" y="1"/>
                  </a:moveTo>
                  <a:cubicBezTo>
                    <a:pt x="2679" y="1"/>
                    <a:pt x="2600" y="26"/>
                    <a:pt x="2535" y="78"/>
                  </a:cubicBezTo>
                  <a:cubicBezTo>
                    <a:pt x="1764" y="686"/>
                    <a:pt x="366" y="792"/>
                    <a:pt x="354" y="792"/>
                  </a:cubicBezTo>
                  <a:cubicBezTo>
                    <a:pt x="155" y="800"/>
                    <a:pt x="1" y="962"/>
                    <a:pt x="9" y="1160"/>
                  </a:cubicBezTo>
                  <a:cubicBezTo>
                    <a:pt x="17" y="1350"/>
                    <a:pt x="171" y="1501"/>
                    <a:pt x="363" y="1501"/>
                  </a:cubicBezTo>
                  <a:cubicBezTo>
                    <a:pt x="368" y="1501"/>
                    <a:pt x="373" y="1501"/>
                    <a:pt x="378" y="1501"/>
                  </a:cubicBezTo>
                  <a:lnTo>
                    <a:pt x="402" y="1501"/>
                  </a:lnTo>
                  <a:cubicBezTo>
                    <a:pt x="467" y="1497"/>
                    <a:pt x="2036" y="1379"/>
                    <a:pt x="2976" y="633"/>
                  </a:cubicBezTo>
                  <a:cubicBezTo>
                    <a:pt x="3135" y="512"/>
                    <a:pt x="3159" y="289"/>
                    <a:pt x="3037" y="135"/>
                  </a:cubicBezTo>
                  <a:cubicBezTo>
                    <a:pt x="2965" y="47"/>
                    <a:pt x="2861" y="1"/>
                    <a:pt x="275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5350;p73"/>
            <p:cNvSpPr/>
            <p:nvPr/>
          </p:nvSpPr>
          <p:spPr>
            <a:xfrm>
              <a:off x="4226757" y="3139191"/>
              <a:ext cx="56043" cy="21658"/>
            </a:xfrm>
            <a:custGeom>
              <a:avLst/>
              <a:gdLst/>
              <a:ahLst/>
              <a:cxnLst/>
              <a:rect l="l" t="t" r="r" b="b"/>
              <a:pathLst>
                <a:path w="3232" h="1249" extrusionOk="0">
                  <a:moveTo>
                    <a:pt x="2823" y="1"/>
                  </a:moveTo>
                  <a:cubicBezTo>
                    <a:pt x="2756" y="1"/>
                    <a:pt x="2688" y="20"/>
                    <a:pt x="2627" y="61"/>
                  </a:cubicBezTo>
                  <a:cubicBezTo>
                    <a:pt x="2015" y="477"/>
                    <a:pt x="1153" y="537"/>
                    <a:pt x="704" y="537"/>
                  </a:cubicBezTo>
                  <a:cubicBezTo>
                    <a:pt x="523" y="537"/>
                    <a:pt x="409" y="527"/>
                    <a:pt x="406" y="527"/>
                  </a:cubicBezTo>
                  <a:cubicBezTo>
                    <a:pt x="394" y="526"/>
                    <a:pt x="382" y="525"/>
                    <a:pt x="370" y="525"/>
                  </a:cubicBezTo>
                  <a:cubicBezTo>
                    <a:pt x="190" y="525"/>
                    <a:pt x="36" y="665"/>
                    <a:pt x="21" y="847"/>
                  </a:cubicBezTo>
                  <a:cubicBezTo>
                    <a:pt x="0" y="1042"/>
                    <a:pt x="146" y="1220"/>
                    <a:pt x="341" y="1236"/>
                  </a:cubicBezTo>
                  <a:cubicBezTo>
                    <a:pt x="357" y="1236"/>
                    <a:pt x="495" y="1248"/>
                    <a:pt x="702" y="1248"/>
                  </a:cubicBezTo>
                  <a:cubicBezTo>
                    <a:pt x="1237" y="1248"/>
                    <a:pt x="2250" y="1171"/>
                    <a:pt x="3020" y="648"/>
                  </a:cubicBezTo>
                  <a:cubicBezTo>
                    <a:pt x="3187" y="543"/>
                    <a:pt x="3231" y="320"/>
                    <a:pt x="3118" y="158"/>
                  </a:cubicBezTo>
                  <a:cubicBezTo>
                    <a:pt x="3049" y="56"/>
                    <a:pt x="2937" y="1"/>
                    <a:pt x="282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5351;p73"/>
            <p:cNvSpPr/>
            <p:nvPr/>
          </p:nvSpPr>
          <p:spPr>
            <a:xfrm>
              <a:off x="4234838" y="3203210"/>
              <a:ext cx="56251" cy="19993"/>
            </a:xfrm>
            <a:custGeom>
              <a:avLst/>
              <a:gdLst/>
              <a:ahLst/>
              <a:cxnLst/>
              <a:rect l="l" t="t" r="r" b="b"/>
              <a:pathLst>
                <a:path w="3244" h="1153" extrusionOk="0">
                  <a:moveTo>
                    <a:pt x="2836" y="1"/>
                  </a:moveTo>
                  <a:cubicBezTo>
                    <a:pt x="2770" y="1"/>
                    <a:pt x="2703" y="19"/>
                    <a:pt x="2644" y="58"/>
                  </a:cubicBezTo>
                  <a:cubicBezTo>
                    <a:pt x="2163" y="371"/>
                    <a:pt x="1556" y="442"/>
                    <a:pt x="1103" y="442"/>
                  </a:cubicBezTo>
                  <a:cubicBezTo>
                    <a:pt x="730" y="442"/>
                    <a:pt x="462" y="394"/>
                    <a:pt x="455" y="394"/>
                  </a:cubicBezTo>
                  <a:cubicBezTo>
                    <a:pt x="430" y="389"/>
                    <a:pt x="405" y="387"/>
                    <a:pt x="381" y="387"/>
                  </a:cubicBezTo>
                  <a:cubicBezTo>
                    <a:pt x="215" y="387"/>
                    <a:pt x="69" y="504"/>
                    <a:pt x="37" y="674"/>
                  </a:cubicBezTo>
                  <a:cubicBezTo>
                    <a:pt x="1" y="864"/>
                    <a:pt x="126" y="1051"/>
                    <a:pt x="317" y="1087"/>
                  </a:cubicBezTo>
                  <a:cubicBezTo>
                    <a:pt x="576" y="1132"/>
                    <a:pt x="844" y="1152"/>
                    <a:pt x="1107" y="1152"/>
                  </a:cubicBezTo>
                  <a:cubicBezTo>
                    <a:pt x="1659" y="1152"/>
                    <a:pt x="2409" y="1063"/>
                    <a:pt x="3033" y="649"/>
                  </a:cubicBezTo>
                  <a:cubicBezTo>
                    <a:pt x="3195" y="544"/>
                    <a:pt x="3244" y="325"/>
                    <a:pt x="3134" y="159"/>
                  </a:cubicBezTo>
                  <a:cubicBezTo>
                    <a:pt x="3065" y="56"/>
                    <a:pt x="2951" y="1"/>
                    <a:pt x="283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5352;p73"/>
            <p:cNvSpPr/>
            <p:nvPr/>
          </p:nvSpPr>
          <p:spPr>
            <a:xfrm>
              <a:off x="4237647" y="3259964"/>
              <a:ext cx="57239" cy="19681"/>
            </a:xfrm>
            <a:custGeom>
              <a:avLst/>
              <a:gdLst/>
              <a:ahLst/>
              <a:cxnLst/>
              <a:rect l="l" t="t" r="r" b="b"/>
              <a:pathLst>
                <a:path w="3301" h="1135" extrusionOk="0">
                  <a:moveTo>
                    <a:pt x="2895" y="0"/>
                  </a:moveTo>
                  <a:cubicBezTo>
                    <a:pt x="2828" y="0"/>
                    <a:pt x="2760" y="20"/>
                    <a:pt x="2701" y="60"/>
                  </a:cubicBezTo>
                  <a:cubicBezTo>
                    <a:pt x="2266" y="342"/>
                    <a:pt x="1802" y="421"/>
                    <a:pt x="1415" y="421"/>
                  </a:cubicBezTo>
                  <a:cubicBezTo>
                    <a:pt x="910" y="421"/>
                    <a:pt x="536" y="285"/>
                    <a:pt x="532" y="283"/>
                  </a:cubicBezTo>
                  <a:cubicBezTo>
                    <a:pt x="491" y="269"/>
                    <a:pt x="449" y="262"/>
                    <a:pt x="408" y="262"/>
                  </a:cubicBezTo>
                  <a:cubicBezTo>
                    <a:pt x="263" y="262"/>
                    <a:pt x="127" y="348"/>
                    <a:pt x="74" y="490"/>
                  </a:cubicBezTo>
                  <a:cubicBezTo>
                    <a:pt x="1" y="672"/>
                    <a:pt x="98" y="879"/>
                    <a:pt x="280" y="948"/>
                  </a:cubicBezTo>
                  <a:cubicBezTo>
                    <a:pt x="635" y="1070"/>
                    <a:pt x="1008" y="1135"/>
                    <a:pt x="1381" y="1135"/>
                  </a:cubicBezTo>
                  <a:cubicBezTo>
                    <a:pt x="1393" y="1135"/>
                    <a:pt x="1404" y="1134"/>
                    <a:pt x="1415" y="1134"/>
                  </a:cubicBezTo>
                  <a:cubicBezTo>
                    <a:pt x="1423" y="1134"/>
                    <a:pt x="1430" y="1134"/>
                    <a:pt x="1437" y="1134"/>
                  </a:cubicBezTo>
                  <a:cubicBezTo>
                    <a:pt x="2021" y="1134"/>
                    <a:pt x="2597" y="968"/>
                    <a:pt x="3090" y="652"/>
                  </a:cubicBezTo>
                  <a:cubicBezTo>
                    <a:pt x="3256" y="547"/>
                    <a:pt x="3301" y="324"/>
                    <a:pt x="3191" y="161"/>
                  </a:cubicBezTo>
                  <a:cubicBezTo>
                    <a:pt x="3122" y="57"/>
                    <a:pt x="3010" y="0"/>
                    <a:pt x="289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5353;p73"/>
            <p:cNvSpPr/>
            <p:nvPr/>
          </p:nvSpPr>
          <p:spPr>
            <a:xfrm>
              <a:off x="4215018" y="3291193"/>
              <a:ext cx="113958" cy="155418"/>
            </a:xfrm>
            <a:custGeom>
              <a:avLst/>
              <a:gdLst/>
              <a:ahLst/>
              <a:cxnLst/>
              <a:rect l="l" t="t" r="r" b="b"/>
              <a:pathLst>
                <a:path w="6572" h="8963" extrusionOk="0">
                  <a:moveTo>
                    <a:pt x="3265" y="4784"/>
                  </a:moveTo>
                  <a:cubicBezTo>
                    <a:pt x="4614" y="4784"/>
                    <a:pt x="4809" y="7046"/>
                    <a:pt x="3345" y="7109"/>
                  </a:cubicBezTo>
                  <a:cubicBezTo>
                    <a:pt x="3325" y="7109"/>
                    <a:pt x="3305" y="7110"/>
                    <a:pt x="3286" y="7110"/>
                  </a:cubicBezTo>
                  <a:cubicBezTo>
                    <a:pt x="1845" y="7110"/>
                    <a:pt x="1862" y="4914"/>
                    <a:pt x="3142" y="4790"/>
                  </a:cubicBezTo>
                  <a:cubicBezTo>
                    <a:pt x="3184" y="4786"/>
                    <a:pt x="3225" y="4784"/>
                    <a:pt x="3265" y="4784"/>
                  </a:cubicBezTo>
                  <a:close/>
                  <a:moveTo>
                    <a:pt x="3464" y="0"/>
                  </a:moveTo>
                  <a:cubicBezTo>
                    <a:pt x="2728" y="0"/>
                    <a:pt x="1735" y="35"/>
                    <a:pt x="1735" y="35"/>
                  </a:cubicBezTo>
                  <a:cubicBezTo>
                    <a:pt x="1735" y="35"/>
                    <a:pt x="0" y="8860"/>
                    <a:pt x="604" y="8888"/>
                  </a:cubicBezTo>
                  <a:cubicBezTo>
                    <a:pt x="913" y="8905"/>
                    <a:pt x="2266" y="8962"/>
                    <a:pt x="3563" y="8962"/>
                  </a:cubicBezTo>
                  <a:cubicBezTo>
                    <a:pt x="4788" y="8962"/>
                    <a:pt x="5963" y="8911"/>
                    <a:pt x="6162" y="8726"/>
                  </a:cubicBezTo>
                  <a:cubicBezTo>
                    <a:pt x="6572" y="8345"/>
                    <a:pt x="4480" y="120"/>
                    <a:pt x="4220" y="35"/>
                  </a:cubicBezTo>
                  <a:cubicBezTo>
                    <a:pt x="4137" y="9"/>
                    <a:pt x="3833" y="0"/>
                    <a:pt x="34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5354;p73"/>
            <p:cNvSpPr/>
            <p:nvPr/>
          </p:nvSpPr>
          <p:spPr>
            <a:xfrm>
              <a:off x="4211932" y="3285020"/>
              <a:ext cx="120704" cy="167973"/>
            </a:xfrm>
            <a:custGeom>
              <a:avLst/>
              <a:gdLst/>
              <a:ahLst/>
              <a:cxnLst/>
              <a:rect l="l" t="t" r="r" b="b"/>
              <a:pathLst>
                <a:path w="6961" h="9687" extrusionOk="0">
                  <a:moveTo>
                    <a:pt x="3454" y="5494"/>
                  </a:moveTo>
                  <a:cubicBezTo>
                    <a:pt x="3680" y="5494"/>
                    <a:pt x="3890" y="5603"/>
                    <a:pt x="4017" y="5790"/>
                  </a:cubicBezTo>
                  <a:cubicBezTo>
                    <a:pt x="4208" y="6062"/>
                    <a:pt x="4212" y="6528"/>
                    <a:pt x="4098" y="6751"/>
                  </a:cubicBezTo>
                  <a:cubicBezTo>
                    <a:pt x="3989" y="6974"/>
                    <a:pt x="3790" y="7092"/>
                    <a:pt x="3507" y="7108"/>
                  </a:cubicBezTo>
                  <a:lnTo>
                    <a:pt x="3462" y="7108"/>
                  </a:lnTo>
                  <a:cubicBezTo>
                    <a:pt x="2813" y="7108"/>
                    <a:pt x="2736" y="6504"/>
                    <a:pt x="2728" y="6382"/>
                  </a:cubicBezTo>
                  <a:cubicBezTo>
                    <a:pt x="2708" y="6054"/>
                    <a:pt x="2854" y="5539"/>
                    <a:pt x="3357" y="5494"/>
                  </a:cubicBezTo>
                  <a:lnTo>
                    <a:pt x="3442" y="5494"/>
                  </a:lnTo>
                  <a:cubicBezTo>
                    <a:pt x="3446" y="5494"/>
                    <a:pt x="3450" y="5494"/>
                    <a:pt x="3454" y="5494"/>
                  </a:cubicBezTo>
                  <a:close/>
                  <a:moveTo>
                    <a:pt x="3430" y="4782"/>
                  </a:moveTo>
                  <a:cubicBezTo>
                    <a:pt x="3382" y="4782"/>
                    <a:pt x="3333" y="4785"/>
                    <a:pt x="3284" y="4789"/>
                  </a:cubicBezTo>
                  <a:cubicBezTo>
                    <a:pt x="2392" y="4878"/>
                    <a:pt x="1966" y="5762"/>
                    <a:pt x="2019" y="6439"/>
                  </a:cubicBezTo>
                  <a:cubicBezTo>
                    <a:pt x="2067" y="7112"/>
                    <a:pt x="2542" y="7821"/>
                    <a:pt x="3462" y="7821"/>
                  </a:cubicBezTo>
                  <a:lnTo>
                    <a:pt x="3539" y="7821"/>
                  </a:lnTo>
                  <a:cubicBezTo>
                    <a:pt x="4074" y="7797"/>
                    <a:pt x="4475" y="7594"/>
                    <a:pt x="4735" y="7075"/>
                  </a:cubicBezTo>
                  <a:cubicBezTo>
                    <a:pt x="4990" y="6561"/>
                    <a:pt x="4901" y="5831"/>
                    <a:pt x="4601" y="5393"/>
                  </a:cubicBezTo>
                  <a:cubicBezTo>
                    <a:pt x="4329" y="4999"/>
                    <a:pt x="3909" y="4782"/>
                    <a:pt x="3430" y="4782"/>
                  </a:cubicBezTo>
                  <a:close/>
                  <a:moveTo>
                    <a:pt x="3620" y="712"/>
                  </a:moveTo>
                  <a:cubicBezTo>
                    <a:pt x="3859" y="712"/>
                    <a:pt x="4056" y="715"/>
                    <a:pt x="4180" y="723"/>
                  </a:cubicBezTo>
                  <a:cubicBezTo>
                    <a:pt x="4634" y="1777"/>
                    <a:pt x="6093" y="7817"/>
                    <a:pt x="6044" y="8835"/>
                  </a:cubicBezTo>
                  <a:cubicBezTo>
                    <a:pt x="5715" y="8930"/>
                    <a:pt x="4800" y="8965"/>
                    <a:pt x="3767" y="8965"/>
                  </a:cubicBezTo>
                  <a:cubicBezTo>
                    <a:pt x="2827" y="8965"/>
                    <a:pt x="1791" y="8936"/>
                    <a:pt x="1009" y="8900"/>
                  </a:cubicBezTo>
                  <a:cubicBezTo>
                    <a:pt x="932" y="8020"/>
                    <a:pt x="1528" y="4234"/>
                    <a:pt x="2205" y="739"/>
                  </a:cubicBezTo>
                  <a:cubicBezTo>
                    <a:pt x="2710" y="722"/>
                    <a:pt x="3224" y="712"/>
                    <a:pt x="3620" y="712"/>
                  </a:cubicBezTo>
                  <a:close/>
                  <a:moveTo>
                    <a:pt x="3548" y="0"/>
                  </a:moveTo>
                  <a:cubicBezTo>
                    <a:pt x="3049" y="0"/>
                    <a:pt x="2439" y="17"/>
                    <a:pt x="1897" y="38"/>
                  </a:cubicBezTo>
                  <a:lnTo>
                    <a:pt x="1617" y="46"/>
                  </a:lnTo>
                  <a:lnTo>
                    <a:pt x="1561" y="322"/>
                  </a:lnTo>
                  <a:cubicBezTo>
                    <a:pt x="807" y="4165"/>
                    <a:pt x="0" y="8859"/>
                    <a:pt x="446" y="9435"/>
                  </a:cubicBezTo>
                  <a:cubicBezTo>
                    <a:pt x="523" y="9532"/>
                    <a:pt x="636" y="9593"/>
                    <a:pt x="762" y="9601"/>
                  </a:cubicBezTo>
                  <a:cubicBezTo>
                    <a:pt x="1334" y="9629"/>
                    <a:pt x="2509" y="9686"/>
                    <a:pt x="3661" y="9686"/>
                  </a:cubicBezTo>
                  <a:cubicBezTo>
                    <a:pt x="4994" y="9686"/>
                    <a:pt x="6296" y="9609"/>
                    <a:pt x="6583" y="9346"/>
                  </a:cubicBezTo>
                  <a:cubicBezTo>
                    <a:pt x="6762" y="9183"/>
                    <a:pt x="6960" y="9001"/>
                    <a:pt x="6259" y="5815"/>
                  </a:cubicBezTo>
                  <a:cubicBezTo>
                    <a:pt x="6008" y="4643"/>
                    <a:pt x="5667" y="3277"/>
                    <a:pt x="5359" y="2142"/>
                  </a:cubicBezTo>
                  <a:cubicBezTo>
                    <a:pt x="4812" y="152"/>
                    <a:pt x="4775" y="135"/>
                    <a:pt x="4512" y="54"/>
                  </a:cubicBezTo>
                  <a:cubicBezTo>
                    <a:pt x="4385" y="15"/>
                    <a:pt x="4014" y="0"/>
                    <a:pt x="354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5355;p73"/>
            <p:cNvSpPr/>
            <p:nvPr/>
          </p:nvSpPr>
          <p:spPr>
            <a:xfrm>
              <a:off x="3454798" y="2454937"/>
              <a:ext cx="150164" cy="162597"/>
            </a:xfrm>
            <a:custGeom>
              <a:avLst/>
              <a:gdLst/>
              <a:ahLst/>
              <a:cxnLst/>
              <a:rect l="l" t="t" r="r" b="b"/>
              <a:pathLst>
                <a:path w="8660" h="9377" extrusionOk="0">
                  <a:moveTo>
                    <a:pt x="6648" y="0"/>
                  </a:moveTo>
                  <a:cubicBezTo>
                    <a:pt x="5402" y="0"/>
                    <a:pt x="3800" y="300"/>
                    <a:pt x="2506" y="1542"/>
                  </a:cubicBezTo>
                  <a:cubicBezTo>
                    <a:pt x="0" y="3945"/>
                    <a:pt x="912" y="8786"/>
                    <a:pt x="1050" y="9228"/>
                  </a:cubicBezTo>
                  <a:cubicBezTo>
                    <a:pt x="1648" y="9327"/>
                    <a:pt x="2253" y="9377"/>
                    <a:pt x="2858" y="9377"/>
                  </a:cubicBezTo>
                  <a:cubicBezTo>
                    <a:pt x="3463" y="9377"/>
                    <a:pt x="4068" y="9327"/>
                    <a:pt x="4666" y="9228"/>
                  </a:cubicBezTo>
                  <a:cubicBezTo>
                    <a:pt x="4666" y="9228"/>
                    <a:pt x="3620" y="4120"/>
                    <a:pt x="5311" y="2085"/>
                  </a:cubicBezTo>
                  <a:cubicBezTo>
                    <a:pt x="6719" y="397"/>
                    <a:pt x="8099" y="255"/>
                    <a:pt x="8525" y="255"/>
                  </a:cubicBezTo>
                  <a:cubicBezTo>
                    <a:pt x="8612" y="255"/>
                    <a:pt x="8659" y="261"/>
                    <a:pt x="8659" y="261"/>
                  </a:cubicBezTo>
                  <a:cubicBezTo>
                    <a:pt x="8659" y="261"/>
                    <a:pt x="7809" y="0"/>
                    <a:pt x="6648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5356;p73"/>
            <p:cNvSpPr/>
            <p:nvPr/>
          </p:nvSpPr>
          <p:spPr>
            <a:xfrm>
              <a:off x="3450081" y="2448695"/>
              <a:ext cx="163464" cy="175047"/>
            </a:xfrm>
            <a:custGeom>
              <a:avLst/>
              <a:gdLst/>
              <a:ahLst/>
              <a:cxnLst/>
              <a:rect l="l" t="t" r="r" b="b"/>
              <a:pathLst>
                <a:path w="9427" h="10095" extrusionOk="0">
                  <a:moveTo>
                    <a:pt x="6943" y="720"/>
                  </a:moveTo>
                  <a:cubicBezTo>
                    <a:pt x="6996" y="720"/>
                    <a:pt x="7048" y="721"/>
                    <a:pt x="7099" y="722"/>
                  </a:cubicBezTo>
                  <a:cubicBezTo>
                    <a:pt x="6552" y="1014"/>
                    <a:pt x="5931" y="1480"/>
                    <a:pt x="5311" y="2218"/>
                  </a:cubicBezTo>
                  <a:cubicBezTo>
                    <a:pt x="3783" y="4054"/>
                    <a:pt x="4318" y="8051"/>
                    <a:pt x="4525" y="9292"/>
                  </a:cubicBezTo>
                  <a:cubicBezTo>
                    <a:pt x="4066" y="9351"/>
                    <a:pt x="3605" y="9381"/>
                    <a:pt x="3144" y="9381"/>
                  </a:cubicBezTo>
                  <a:cubicBezTo>
                    <a:pt x="2631" y="9381"/>
                    <a:pt x="2118" y="9344"/>
                    <a:pt x="1610" y="9271"/>
                  </a:cubicBezTo>
                  <a:cubicBezTo>
                    <a:pt x="1383" y="8189"/>
                    <a:pt x="925" y="4176"/>
                    <a:pt x="3025" y="2161"/>
                  </a:cubicBezTo>
                  <a:cubicBezTo>
                    <a:pt x="4236" y="996"/>
                    <a:pt x="5755" y="720"/>
                    <a:pt x="6943" y="720"/>
                  </a:cubicBezTo>
                  <a:close/>
                  <a:moveTo>
                    <a:pt x="6917" y="1"/>
                  </a:moveTo>
                  <a:cubicBezTo>
                    <a:pt x="5604" y="1"/>
                    <a:pt x="3912" y="323"/>
                    <a:pt x="2526" y="1650"/>
                  </a:cubicBezTo>
                  <a:cubicBezTo>
                    <a:pt x="1" y="4082"/>
                    <a:pt x="738" y="8902"/>
                    <a:pt x="982" y="9693"/>
                  </a:cubicBezTo>
                  <a:cubicBezTo>
                    <a:pt x="1022" y="9815"/>
                    <a:pt x="1124" y="9908"/>
                    <a:pt x="1249" y="9936"/>
                  </a:cubicBezTo>
                  <a:cubicBezTo>
                    <a:pt x="1851" y="10042"/>
                    <a:pt x="2461" y="10094"/>
                    <a:pt x="3074" y="10094"/>
                  </a:cubicBezTo>
                  <a:cubicBezTo>
                    <a:pt x="3097" y="10094"/>
                    <a:pt x="3120" y="10094"/>
                    <a:pt x="3142" y="10094"/>
                  </a:cubicBezTo>
                  <a:cubicBezTo>
                    <a:pt x="3763" y="10094"/>
                    <a:pt x="4387" y="10042"/>
                    <a:pt x="4999" y="9936"/>
                  </a:cubicBezTo>
                  <a:cubicBezTo>
                    <a:pt x="5198" y="9900"/>
                    <a:pt x="5327" y="9709"/>
                    <a:pt x="5287" y="9515"/>
                  </a:cubicBezTo>
                  <a:cubicBezTo>
                    <a:pt x="5279" y="9466"/>
                    <a:pt x="4326" y="4508"/>
                    <a:pt x="5858" y="2676"/>
                  </a:cubicBezTo>
                  <a:cubicBezTo>
                    <a:pt x="7172" y="1098"/>
                    <a:pt x="8422" y="969"/>
                    <a:pt x="8786" y="969"/>
                  </a:cubicBezTo>
                  <a:cubicBezTo>
                    <a:pt x="8846" y="969"/>
                    <a:pt x="8882" y="972"/>
                    <a:pt x="8891" y="973"/>
                  </a:cubicBezTo>
                  <a:cubicBezTo>
                    <a:pt x="8903" y="974"/>
                    <a:pt x="8916" y="975"/>
                    <a:pt x="8928" y="975"/>
                  </a:cubicBezTo>
                  <a:cubicBezTo>
                    <a:pt x="9319" y="975"/>
                    <a:pt x="9426" y="414"/>
                    <a:pt x="9041" y="284"/>
                  </a:cubicBezTo>
                  <a:cubicBezTo>
                    <a:pt x="8966" y="259"/>
                    <a:pt x="8094" y="1"/>
                    <a:pt x="691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5357;p73"/>
            <p:cNvSpPr/>
            <p:nvPr/>
          </p:nvSpPr>
          <p:spPr>
            <a:xfrm>
              <a:off x="3511101" y="2441082"/>
              <a:ext cx="223547" cy="186717"/>
            </a:xfrm>
            <a:custGeom>
              <a:avLst/>
              <a:gdLst/>
              <a:ahLst/>
              <a:cxnLst/>
              <a:rect l="l" t="t" r="r" b="b"/>
              <a:pathLst>
                <a:path w="12892" h="10768" extrusionOk="0">
                  <a:moveTo>
                    <a:pt x="5082" y="1"/>
                  </a:moveTo>
                  <a:cubicBezTo>
                    <a:pt x="3472" y="1"/>
                    <a:pt x="1720" y="494"/>
                    <a:pt x="0" y="1749"/>
                  </a:cubicBezTo>
                  <a:cubicBezTo>
                    <a:pt x="0" y="1749"/>
                    <a:pt x="1621" y="897"/>
                    <a:pt x="3801" y="897"/>
                  </a:cubicBezTo>
                  <a:cubicBezTo>
                    <a:pt x="4312" y="897"/>
                    <a:pt x="4853" y="944"/>
                    <a:pt x="5412" y="1060"/>
                  </a:cubicBezTo>
                  <a:cubicBezTo>
                    <a:pt x="7569" y="1505"/>
                    <a:pt x="8963" y="6163"/>
                    <a:pt x="8696" y="10177"/>
                  </a:cubicBezTo>
                  <a:cubicBezTo>
                    <a:pt x="8696" y="10177"/>
                    <a:pt x="9886" y="10768"/>
                    <a:pt x="11390" y="10768"/>
                  </a:cubicBezTo>
                  <a:cubicBezTo>
                    <a:pt x="11836" y="10768"/>
                    <a:pt x="12308" y="10716"/>
                    <a:pt x="12786" y="10582"/>
                  </a:cubicBezTo>
                  <a:cubicBezTo>
                    <a:pt x="12786" y="10582"/>
                    <a:pt x="12892" y="5255"/>
                    <a:pt x="11128" y="2855"/>
                  </a:cubicBezTo>
                  <a:cubicBezTo>
                    <a:pt x="10028" y="1356"/>
                    <a:pt x="7750" y="1"/>
                    <a:pt x="5082" y="1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" name="Google Shape;5358;p73"/>
            <p:cNvSpPr/>
            <p:nvPr/>
          </p:nvSpPr>
          <p:spPr>
            <a:xfrm>
              <a:off x="3503714" y="2434684"/>
              <a:ext cx="237610" cy="199323"/>
            </a:xfrm>
            <a:custGeom>
              <a:avLst/>
              <a:gdLst/>
              <a:ahLst/>
              <a:cxnLst/>
              <a:rect l="l" t="t" r="r" b="b"/>
              <a:pathLst>
                <a:path w="13703" h="11495" extrusionOk="0">
                  <a:moveTo>
                    <a:pt x="5539" y="711"/>
                  </a:moveTo>
                  <a:cubicBezTo>
                    <a:pt x="8073" y="711"/>
                    <a:pt x="10223" y="1997"/>
                    <a:pt x="11270" y="3431"/>
                  </a:cubicBezTo>
                  <a:cubicBezTo>
                    <a:pt x="12718" y="5409"/>
                    <a:pt x="12851" y="9573"/>
                    <a:pt x="12859" y="10671"/>
                  </a:cubicBezTo>
                  <a:cubicBezTo>
                    <a:pt x="12505" y="10749"/>
                    <a:pt x="12155" y="10780"/>
                    <a:pt x="11819" y="10780"/>
                  </a:cubicBezTo>
                  <a:cubicBezTo>
                    <a:pt x="10774" y="10780"/>
                    <a:pt x="9880" y="10475"/>
                    <a:pt x="9487" y="10319"/>
                  </a:cubicBezTo>
                  <a:cubicBezTo>
                    <a:pt x="9697" y="6289"/>
                    <a:pt x="8307" y="1579"/>
                    <a:pt x="5911" y="1080"/>
                  </a:cubicBezTo>
                  <a:cubicBezTo>
                    <a:pt x="5359" y="966"/>
                    <a:pt x="4797" y="909"/>
                    <a:pt x="4235" y="909"/>
                  </a:cubicBezTo>
                  <a:cubicBezTo>
                    <a:pt x="4079" y="909"/>
                    <a:pt x="3923" y="913"/>
                    <a:pt x="3767" y="922"/>
                  </a:cubicBezTo>
                  <a:cubicBezTo>
                    <a:pt x="4372" y="777"/>
                    <a:pt x="4965" y="711"/>
                    <a:pt x="5539" y="711"/>
                  </a:cubicBezTo>
                  <a:close/>
                  <a:moveTo>
                    <a:pt x="5523" y="0"/>
                  </a:moveTo>
                  <a:cubicBezTo>
                    <a:pt x="3845" y="0"/>
                    <a:pt x="2018" y="518"/>
                    <a:pt x="220" y="1830"/>
                  </a:cubicBezTo>
                  <a:cubicBezTo>
                    <a:pt x="53" y="1935"/>
                    <a:pt x="1" y="2154"/>
                    <a:pt x="106" y="2320"/>
                  </a:cubicBezTo>
                  <a:cubicBezTo>
                    <a:pt x="172" y="2428"/>
                    <a:pt x="287" y="2487"/>
                    <a:pt x="406" y="2487"/>
                  </a:cubicBezTo>
                  <a:cubicBezTo>
                    <a:pt x="471" y="2487"/>
                    <a:pt x="537" y="2469"/>
                    <a:pt x="597" y="2434"/>
                  </a:cubicBezTo>
                  <a:cubicBezTo>
                    <a:pt x="613" y="2424"/>
                    <a:pt x="2168" y="1621"/>
                    <a:pt x="4242" y="1621"/>
                  </a:cubicBezTo>
                  <a:cubicBezTo>
                    <a:pt x="4727" y="1621"/>
                    <a:pt x="5241" y="1665"/>
                    <a:pt x="5769" y="1773"/>
                  </a:cubicBezTo>
                  <a:cubicBezTo>
                    <a:pt x="7589" y="2154"/>
                    <a:pt x="9049" y="6403"/>
                    <a:pt x="8769" y="10521"/>
                  </a:cubicBezTo>
                  <a:cubicBezTo>
                    <a:pt x="8757" y="10663"/>
                    <a:pt x="8834" y="10797"/>
                    <a:pt x="8960" y="10862"/>
                  </a:cubicBezTo>
                  <a:cubicBezTo>
                    <a:pt x="9029" y="10894"/>
                    <a:pt x="10253" y="11494"/>
                    <a:pt x="11810" y="11494"/>
                  </a:cubicBezTo>
                  <a:cubicBezTo>
                    <a:pt x="12316" y="11494"/>
                    <a:pt x="12819" y="11429"/>
                    <a:pt x="13309" y="11291"/>
                  </a:cubicBezTo>
                  <a:cubicBezTo>
                    <a:pt x="13459" y="11247"/>
                    <a:pt x="13565" y="11113"/>
                    <a:pt x="13573" y="10955"/>
                  </a:cubicBezTo>
                  <a:cubicBezTo>
                    <a:pt x="13573" y="10732"/>
                    <a:pt x="13703" y="5547"/>
                    <a:pt x="11846" y="3010"/>
                  </a:cubicBezTo>
                  <a:cubicBezTo>
                    <a:pt x="10685" y="1426"/>
                    <a:pt x="8308" y="0"/>
                    <a:pt x="55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" name="Google Shape;5359;p73"/>
            <p:cNvSpPr/>
            <p:nvPr/>
          </p:nvSpPr>
          <p:spPr>
            <a:xfrm>
              <a:off x="3666103" y="2489236"/>
              <a:ext cx="37749" cy="129460"/>
            </a:xfrm>
            <a:custGeom>
              <a:avLst/>
              <a:gdLst/>
              <a:ahLst/>
              <a:cxnLst/>
              <a:rect l="l" t="t" r="r" b="b"/>
              <a:pathLst>
                <a:path w="2177" h="7466" extrusionOk="0">
                  <a:moveTo>
                    <a:pt x="96" y="0"/>
                  </a:moveTo>
                  <a:cubicBezTo>
                    <a:pt x="84" y="0"/>
                    <a:pt x="73" y="2"/>
                    <a:pt x="61" y="5"/>
                  </a:cubicBezTo>
                  <a:cubicBezTo>
                    <a:pt x="12" y="26"/>
                    <a:pt x="0" y="99"/>
                    <a:pt x="32" y="163"/>
                  </a:cubicBezTo>
                  <a:cubicBezTo>
                    <a:pt x="304" y="723"/>
                    <a:pt x="555" y="1295"/>
                    <a:pt x="770" y="1878"/>
                  </a:cubicBezTo>
                  <a:cubicBezTo>
                    <a:pt x="997" y="2454"/>
                    <a:pt x="1188" y="3046"/>
                    <a:pt x="1346" y="3650"/>
                  </a:cubicBezTo>
                  <a:cubicBezTo>
                    <a:pt x="1508" y="4250"/>
                    <a:pt x="1638" y="4858"/>
                    <a:pt x="1735" y="5470"/>
                  </a:cubicBezTo>
                  <a:cubicBezTo>
                    <a:pt x="1832" y="6082"/>
                    <a:pt x="1901" y="6702"/>
                    <a:pt x="1942" y="7323"/>
                  </a:cubicBezTo>
                  <a:cubicBezTo>
                    <a:pt x="1942" y="7391"/>
                    <a:pt x="1986" y="7452"/>
                    <a:pt x="2055" y="7464"/>
                  </a:cubicBezTo>
                  <a:cubicBezTo>
                    <a:pt x="2059" y="7465"/>
                    <a:pt x="2062" y="7465"/>
                    <a:pt x="2065" y="7465"/>
                  </a:cubicBezTo>
                  <a:cubicBezTo>
                    <a:pt x="2122" y="7465"/>
                    <a:pt x="2169" y="7399"/>
                    <a:pt x="2169" y="7318"/>
                  </a:cubicBezTo>
                  <a:cubicBezTo>
                    <a:pt x="2177" y="6686"/>
                    <a:pt x="2140" y="6050"/>
                    <a:pt x="2059" y="5425"/>
                  </a:cubicBezTo>
                  <a:cubicBezTo>
                    <a:pt x="1970" y="4797"/>
                    <a:pt x="1849" y="4173"/>
                    <a:pt x="1691" y="3561"/>
                  </a:cubicBezTo>
                  <a:cubicBezTo>
                    <a:pt x="1516" y="2948"/>
                    <a:pt x="1309" y="2344"/>
                    <a:pt x="1066" y="1761"/>
                  </a:cubicBezTo>
                  <a:cubicBezTo>
                    <a:pt x="819" y="1177"/>
                    <a:pt x="527" y="609"/>
                    <a:pt x="199" y="66"/>
                  </a:cubicBezTo>
                  <a:cubicBezTo>
                    <a:pt x="179" y="24"/>
                    <a:pt x="140" y="0"/>
                    <a:pt x="9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" name="Google Shape;5360;p73"/>
            <p:cNvSpPr/>
            <p:nvPr/>
          </p:nvSpPr>
          <p:spPr>
            <a:xfrm>
              <a:off x="3496345" y="2537840"/>
              <a:ext cx="16386" cy="69013"/>
            </a:xfrm>
            <a:custGeom>
              <a:avLst/>
              <a:gdLst/>
              <a:ahLst/>
              <a:cxnLst/>
              <a:rect l="l" t="t" r="r" b="b"/>
              <a:pathLst>
                <a:path w="945" h="3980" extrusionOk="0">
                  <a:moveTo>
                    <a:pt x="410" y="1"/>
                  </a:moveTo>
                  <a:cubicBezTo>
                    <a:pt x="381" y="1"/>
                    <a:pt x="355" y="13"/>
                    <a:pt x="345" y="36"/>
                  </a:cubicBezTo>
                  <a:cubicBezTo>
                    <a:pt x="203" y="348"/>
                    <a:pt x="105" y="677"/>
                    <a:pt x="57" y="1013"/>
                  </a:cubicBezTo>
                  <a:cubicBezTo>
                    <a:pt x="8" y="1353"/>
                    <a:pt x="0" y="1698"/>
                    <a:pt x="28" y="2043"/>
                  </a:cubicBezTo>
                  <a:cubicBezTo>
                    <a:pt x="65" y="2383"/>
                    <a:pt x="142" y="2720"/>
                    <a:pt x="255" y="3044"/>
                  </a:cubicBezTo>
                  <a:cubicBezTo>
                    <a:pt x="373" y="3368"/>
                    <a:pt x="531" y="3672"/>
                    <a:pt x="730" y="3952"/>
                  </a:cubicBezTo>
                  <a:cubicBezTo>
                    <a:pt x="751" y="3971"/>
                    <a:pt x="778" y="3980"/>
                    <a:pt x="805" y="3980"/>
                  </a:cubicBezTo>
                  <a:cubicBezTo>
                    <a:pt x="826" y="3980"/>
                    <a:pt x="846" y="3975"/>
                    <a:pt x="864" y="3964"/>
                  </a:cubicBezTo>
                  <a:cubicBezTo>
                    <a:pt x="912" y="3928"/>
                    <a:pt x="945" y="3871"/>
                    <a:pt x="924" y="3830"/>
                  </a:cubicBezTo>
                  <a:cubicBezTo>
                    <a:pt x="778" y="3547"/>
                    <a:pt x="661" y="3247"/>
                    <a:pt x="568" y="2939"/>
                  </a:cubicBezTo>
                  <a:cubicBezTo>
                    <a:pt x="474" y="2634"/>
                    <a:pt x="410" y="2322"/>
                    <a:pt x="381" y="2006"/>
                  </a:cubicBezTo>
                  <a:cubicBezTo>
                    <a:pt x="341" y="1690"/>
                    <a:pt x="337" y="1370"/>
                    <a:pt x="365" y="1054"/>
                  </a:cubicBezTo>
                  <a:cubicBezTo>
                    <a:pt x="389" y="733"/>
                    <a:pt x="442" y="413"/>
                    <a:pt x="523" y="101"/>
                  </a:cubicBezTo>
                  <a:cubicBezTo>
                    <a:pt x="535" y="72"/>
                    <a:pt x="515" y="32"/>
                    <a:pt x="462" y="12"/>
                  </a:cubicBezTo>
                  <a:cubicBezTo>
                    <a:pt x="445" y="4"/>
                    <a:pt x="427" y="1"/>
                    <a:pt x="41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" name="Google Shape;5361;p73"/>
            <p:cNvSpPr/>
            <p:nvPr/>
          </p:nvSpPr>
          <p:spPr>
            <a:xfrm>
              <a:off x="2090261" y="2785958"/>
              <a:ext cx="852036" cy="1139411"/>
            </a:xfrm>
            <a:custGeom>
              <a:avLst/>
              <a:gdLst/>
              <a:ahLst/>
              <a:cxnLst/>
              <a:rect l="l" t="t" r="r" b="b"/>
              <a:pathLst>
                <a:path w="49137" h="65710" extrusionOk="0">
                  <a:moveTo>
                    <a:pt x="49137" y="0"/>
                  </a:moveTo>
                  <a:lnTo>
                    <a:pt x="49137" y="0"/>
                  </a:lnTo>
                  <a:cubicBezTo>
                    <a:pt x="45934" y="523"/>
                    <a:pt x="36996" y="6008"/>
                    <a:pt x="30262" y="11951"/>
                  </a:cubicBezTo>
                  <a:cubicBezTo>
                    <a:pt x="29958" y="12215"/>
                    <a:pt x="29662" y="12474"/>
                    <a:pt x="29374" y="12742"/>
                  </a:cubicBezTo>
                  <a:cubicBezTo>
                    <a:pt x="22560" y="18984"/>
                    <a:pt x="20160" y="20241"/>
                    <a:pt x="15936" y="23164"/>
                  </a:cubicBezTo>
                  <a:cubicBezTo>
                    <a:pt x="11708" y="26087"/>
                    <a:pt x="7391" y="30736"/>
                    <a:pt x="4893" y="36379"/>
                  </a:cubicBezTo>
                  <a:cubicBezTo>
                    <a:pt x="2396" y="42026"/>
                    <a:pt x="0" y="46635"/>
                    <a:pt x="1148" y="52205"/>
                  </a:cubicBezTo>
                  <a:cubicBezTo>
                    <a:pt x="1525" y="54030"/>
                    <a:pt x="2068" y="55477"/>
                    <a:pt x="2741" y="56673"/>
                  </a:cubicBezTo>
                  <a:cubicBezTo>
                    <a:pt x="4123" y="59125"/>
                    <a:pt x="6061" y="60483"/>
                    <a:pt x="8254" y="61712"/>
                  </a:cubicBezTo>
                  <a:cubicBezTo>
                    <a:pt x="11107" y="63306"/>
                    <a:pt x="15499" y="65710"/>
                    <a:pt x="21177" y="65710"/>
                  </a:cubicBezTo>
                  <a:cubicBezTo>
                    <a:pt x="21994" y="65710"/>
                    <a:pt x="22838" y="65660"/>
                    <a:pt x="23707" y="65551"/>
                  </a:cubicBezTo>
                  <a:cubicBezTo>
                    <a:pt x="30619" y="64687"/>
                    <a:pt x="30051" y="64245"/>
                    <a:pt x="30242" y="61152"/>
                  </a:cubicBezTo>
                  <a:cubicBezTo>
                    <a:pt x="30428" y="58063"/>
                    <a:pt x="30526" y="54411"/>
                    <a:pt x="30526" y="54411"/>
                  </a:cubicBezTo>
                  <a:cubicBezTo>
                    <a:pt x="30526" y="54411"/>
                    <a:pt x="35532" y="50166"/>
                    <a:pt x="38167" y="46915"/>
                  </a:cubicBezTo>
                  <a:cubicBezTo>
                    <a:pt x="40802" y="43660"/>
                    <a:pt x="42817" y="40778"/>
                    <a:pt x="42817" y="40778"/>
                  </a:cubicBezTo>
                  <a:cubicBezTo>
                    <a:pt x="42817" y="40778"/>
                    <a:pt x="41585" y="27858"/>
                    <a:pt x="44353" y="15527"/>
                  </a:cubicBezTo>
                  <a:cubicBezTo>
                    <a:pt x="47118" y="3199"/>
                    <a:pt x="49137" y="1"/>
                    <a:pt x="49137" y="0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" name="Google Shape;5362;p73"/>
            <p:cNvSpPr/>
            <p:nvPr/>
          </p:nvSpPr>
          <p:spPr>
            <a:xfrm>
              <a:off x="2085475" y="2779767"/>
              <a:ext cx="863289" cy="1151636"/>
            </a:xfrm>
            <a:custGeom>
              <a:avLst/>
              <a:gdLst/>
              <a:ahLst/>
              <a:cxnLst/>
              <a:rect l="l" t="t" r="r" b="b"/>
              <a:pathLst>
                <a:path w="49786" h="66415" extrusionOk="0">
                  <a:moveTo>
                    <a:pt x="48732" y="884"/>
                  </a:moveTo>
                  <a:lnTo>
                    <a:pt x="48732" y="884"/>
                  </a:lnTo>
                  <a:cubicBezTo>
                    <a:pt x="48022" y="2384"/>
                    <a:pt x="46368" y="6507"/>
                    <a:pt x="44285" y="15811"/>
                  </a:cubicBezTo>
                  <a:cubicBezTo>
                    <a:pt x="41686" y="27388"/>
                    <a:pt x="42606" y="39635"/>
                    <a:pt x="42728" y="41037"/>
                  </a:cubicBezTo>
                  <a:cubicBezTo>
                    <a:pt x="42339" y="41585"/>
                    <a:pt x="40482" y="44187"/>
                    <a:pt x="38163" y="47045"/>
                  </a:cubicBezTo>
                  <a:cubicBezTo>
                    <a:pt x="35577" y="50231"/>
                    <a:pt x="30623" y="54452"/>
                    <a:pt x="30571" y="54492"/>
                  </a:cubicBezTo>
                  <a:cubicBezTo>
                    <a:pt x="30494" y="54561"/>
                    <a:pt x="30449" y="54654"/>
                    <a:pt x="30445" y="54756"/>
                  </a:cubicBezTo>
                  <a:cubicBezTo>
                    <a:pt x="30445" y="54792"/>
                    <a:pt x="30348" y="58440"/>
                    <a:pt x="30161" y="61489"/>
                  </a:cubicBezTo>
                  <a:cubicBezTo>
                    <a:pt x="30145" y="61740"/>
                    <a:pt x="30137" y="61971"/>
                    <a:pt x="30125" y="62190"/>
                  </a:cubicBezTo>
                  <a:cubicBezTo>
                    <a:pt x="30019" y="64501"/>
                    <a:pt x="30003" y="64801"/>
                    <a:pt x="23939" y="65555"/>
                  </a:cubicBezTo>
                  <a:cubicBezTo>
                    <a:pt x="23076" y="65663"/>
                    <a:pt x="22240" y="65712"/>
                    <a:pt x="21432" y="65712"/>
                  </a:cubicBezTo>
                  <a:cubicBezTo>
                    <a:pt x="15760" y="65712"/>
                    <a:pt x="11429" y="63286"/>
                    <a:pt x="8700" y="61761"/>
                  </a:cubicBezTo>
                  <a:cubicBezTo>
                    <a:pt x="6410" y="60475"/>
                    <a:pt x="4618" y="59154"/>
                    <a:pt x="3325" y="56855"/>
                  </a:cubicBezTo>
                  <a:cubicBezTo>
                    <a:pt x="2636" y="55631"/>
                    <a:pt x="2125" y="54204"/>
                    <a:pt x="1768" y="52489"/>
                  </a:cubicBezTo>
                  <a:cubicBezTo>
                    <a:pt x="739" y="47499"/>
                    <a:pt x="2652" y="43235"/>
                    <a:pt x="4865" y="38289"/>
                  </a:cubicBezTo>
                  <a:lnTo>
                    <a:pt x="5494" y="36878"/>
                  </a:lnTo>
                  <a:cubicBezTo>
                    <a:pt x="7719" y="31835"/>
                    <a:pt x="11696" y="27072"/>
                    <a:pt x="16415" y="23817"/>
                  </a:cubicBezTo>
                  <a:cubicBezTo>
                    <a:pt x="17173" y="23290"/>
                    <a:pt x="17874" y="22812"/>
                    <a:pt x="18551" y="22357"/>
                  </a:cubicBezTo>
                  <a:cubicBezTo>
                    <a:pt x="21628" y="20282"/>
                    <a:pt x="24283" y="18494"/>
                    <a:pt x="29894" y="13358"/>
                  </a:cubicBezTo>
                  <a:cubicBezTo>
                    <a:pt x="30177" y="13095"/>
                    <a:pt x="30469" y="12835"/>
                    <a:pt x="30769" y="12572"/>
                  </a:cubicBezTo>
                  <a:cubicBezTo>
                    <a:pt x="37170" y="6925"/>
                    <a:pt x="45221" y="1967"/>
                    <a:pt x="48732" y="884"/>
                  </a:cubicBezTo>
                  <a:close/>
                  <a:moveTo>
                    <a:pt x="49409" y="1"/>
                  </a:moveTo>
                  <a:cubicBezTo>
                    <a:pt x="49391" y="1"/>
                    <a:pt x="49374" y="2"/>
                    <a:pt x="49356" y="5"/>
                  </a:cubicBezTo>
                  <a:cubicBezTo>
                    <a:pt x="45870" y="576"/>
                    <a:pt x="36789" y="6313"/>
                    <a:pt x="30303" y="12041"/>
                  </a:cubicBezTo>
                  <a:cubicBezTo>
                    <a:pt x="29999" y="12304"/>
                    <a:pt x="29699" y="12568"/>
                    <a:pt x="29411" y="12835"/>
                  </a:cubicBezTo>
                  <a:cubicBezTo>
                    <a:pt x="23841" y="17931"/>
                    <a:pt x="21206" y="19710"/>
                    <a:pt x="18158" y="21770"/>
                  </a:cubicBezTo>
                  <a:cubicBezTo>
                    <a:pt x="17473" y="22224"/>
                    <a:pt x="16775" y="22702"/>
                    <a:pt x="16009" y="23229"/>
                  </a:cubicBezTo>
                  <a:cubicBezTo>
                    <a:pt x="11189" y="26561"/>
                    <a:pt x="7119" y="31430"/>
                    <a:pt x="4845" y="36590"/>
                  </a:cubicBezTo>
                  <a:lnTo>
                    <a:pt x="4217" y="37993"/>
                  </a:lnTo>
                  <a:cubicBezTo>
                    <a:pt x="1951" y="43056"/>
                    <a:pt x="1" y="47418"/>
                    <a:pt x="1075" y="52631"/>
                  </a:cubicBezTo>
                  <a:cubicBezTo>
                    <a:pt x="1444" y="54423"/>
                    <a:pt x="1975" y="55915"/>
                    <a:pt x="2705" y="57204"/>
                  </a:cubicBezTo>
                  <a:cubicBezTo>
                    <a:pt x="4079" y="59644"/>
                    <a:pt x="5960" y="61039"/>
                    <a:pt x="8356" y="62377"/>
                  </a:cubicBezTo>
                  <a:cubicBezTo>
                    <a:pt x="10970" y="63840"/>
                    <a:pt x="15572" y="66414"/>
                    <a:pt x="21490" y="66414"/>
                  </a:cubicBezTo>
                  <a:cubicBezTo>
                    <a:pt x="21521" y="66414"/>
                    <a:pt x="21551" y="66415"/>
                    <a:pt x="21581" y="66415"/>
                  </a:cubicBezTo>
                  <a:cubicBezTo>
                    <a:pt x="22402" y="66415"/>
                    <a:pt x="23219" y="66362"/>
                    <a:pt x="24028" y="66260"/>
                  </a:cubicBezTo>
                  <a:cubicBezTo>
                    <a:pt x="30319" y="65474"/>
                    <a:pt x="30704" y="65068"/>
                    <a:pt x="30834" y="62219"/>
                  </a:cubicBezTo>
                  <a:cubicBezTo>
                    <a:pt x="30846" y="62008"/>
                    <a:pt x="30854" y="61781"/>
                    <a:pt x="30871" y="61538"/>
                  </a:cubicBezTo>
                  <a:cubicBezTo>
                    <a:pt x="31037" y="58830"/>
                    <a:pt x="31134" y="55668"/>
                    <a:pt x="31154" y="54934"/>
                  </a:cubicBezTo>
                  <a:cubicBezTo>
                    <a:pt x="31937" y="54261"/>
                    <a:pt x="36319" y="50450"/>
                    <a:pt x="38715" y="47495"/>
                  </a:cubicBezTo>
                  <a:cubicBezTo>
                    <a:pt x="41330" y="44272"/>
                    <a:pt x="43360" y="41370"/>
                    <a:pt x="43381" y="41341"/>
                  </a:cubicBezTo>
                  <a:cubicBezTo>
                    <a:pt x="43429" y="41273"/>
                    <a:pt x="43454" y="41187"/>
                    <a:pt x="43450" y="41106"/>
                  </a:cubicBezTo>
                  <a:cubicBezTo>
                    <a:pt x="43433" y="40973"/>
                    <a:pt x="42254" y="28094"/>
                    <a:pt x="44978" y="15965"/>
                  </a:cubicBezTo>
                  <a:cubicBezTo>
                    <a:pt x="47686" y="3884"/>
                    <a:pt x="49693" y="576"/>
                    <a:pt x="49713" y="548"/>
                  </a:cubicBezTo>
                  <a:cubicBezTo>
                    <a:pt x="49786" y="430"/>
                    <a:pt x="49786" y="276"/>
                    <a:pt x="49705" y="163"/>
                  </a:cubicBezTo>
                  <a:cubicBezTo>
                    <a:pt x="49641" y="60"/>
                    <a:pt x="49528" y="1"/>
                    <a:pt x="4940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" name="Google Shape;5363;p73"/>
            <p:cNvSpPr/>
            <p:nvPr/>
          </p:nvSpPr>
          <p:spPr>
            <a:xfrm>
              <a:off x="2137773" y="2785958"/>
              <a:ext cx="804524" cy="1139411"/>
            </a:xfrm>
            <a:custGeom>
              <a:avLst/>
              <a:gdLst/>
              <a:ahLst/>
              <a:cxnLst/>
              <a:rect l="l" t="t" r="r" b="b"/>
              <a:pathLst>
                <a:path w="46397" h="65710" extrusionOk="0">
                  <a:moveTo>
                    <a:pt x="46397" y="0"/>
                  </a:moveTo>
                  <a:cubicBezTo>
                    <a:pt x="43194" y="523"/>
                    <a:pt x="34256" y="6004"/>
                    <a:pt x="27522" y="11951"/>
                  </a:cubicBezTo>
                  <a:cubicBezTo>
                    <a:pt x="29261" y="12020"/>
                    <a:pt x="31000" y="12729"/>
                    <a:pt x="31953" y="14164"/>
                  </a:cubicBezTo>
                  <a:cubicBezTo>
                    <a:pt x="32594" y="15125"/>
                    <a:pt x="32821" y="16309"/>
                    <a:pt x="32918" y="17456"/>
                  </a:cubicBezTo>
                  <a:cubicBezTo>
                    <a:pt x="33039" y="18944"/>
                    <a:pt x="32958" y="20505"/>
                    <a:pt x="32237" y="21806"/>
                  </a:cubicBezTo>
                  <a:cubicBezTo>
                    <a:pt x="30453" y="25041"/>
                    <a:pt x="26002" y="25167"/>
                    <a:pt x="22362" y="25799"/>
                  </a:cubicBezTo>
                  <a:cubicBezTo>
                    <a:pt x="19102" y="26366"/>
                    <a:pt x="16013" y="27656"/>
                    <a:pt x="13318" y="29569"/>
                  </a:cubicBezTo>
                  <a:cubicBezTo>
                    <a:pt x="13641" y="29579"/>
                    <a:pt x="13964" y="29584"/>
                    <a:pt x="14287" y="29584"/>
                  </a:cubicBezTo>
                  <a:cubicBezTo>
                    <a:pt x="17340" y="29584"/>
                    <a:pt x="20381" y="29135"/>
                    <a:pt x="23306" y="28247"/>
                  </a:cubicBezTo>
                  <a:lnTo>
                    <a:pt x="23306" y="28247"/>
                  </a:lnTo>
                  <a:cubicBezTo>
                    <a:pt x="20675" y="31693"/>
                    <a:pt x="19171" y="35865"/>
                    <a:pt x="18993" y="40194"/>
                  </a:cubicBezTo>
                  <a:cubicBezTo>
                    <a:pt x="18851" y="43940"/>
                    <a:pt x="19690" y="47852"/>
                    <a:pt x="18352" y="51350"/>
                  </a:cubicBezTo>
                  <a:cubicBezTo>
                    <a:pt x="16686" y="55706"/>
                    <a:pt x="11882" y="58141"/>
                    <a:pt x="7163" y="58141"/>
                  </a:cubicBezTo>
                  <a:cubicBezTo>
                    <a:pt x="6314" y="58141"/>
                    <a:pt x="5467" y="58062"/>
                    <a:pt x="4642" y="57901"/>
                  </a:cubicBezTo>
                  <a:cubicBezTo>
                    <a:pt x="3082" y="57601"/>
                    <a:pt x="1545" y="57054"/>
                    <a:pt x="1" y="56673"/>
                  </a:cubicBezTo>
                  <a:lnTo>
                    <a:pt x="1" y="56673"/>
                  </a:lnTo>
                  <a:cubicBezTo>
                    <a:pt x="1383" y="59125"/>
                    <a:pt x="3321" y="60483"/>
                    <a:pt x="5514" y="61712"/>
                  </a:cubicBezTo>
                  <a:cubicBezTo>
                    <a:pt x="8367" y="63306"/>
                    <a:pt x="12759" y="65710"/>
                    <a:pt x="18437" y="65710"/>
                  </a:cubicBezTo>
                  <a:cubicBezTo>
                    <a:pt x="19254" y="65710"/>
                    <a:pt x="20098" y="65660"/>
                    <a:pt x="20967" y="65551"/>
                  </a:cubicBezTo>
                  <a:cubicBezTo>
                    <a:pt x="27879" y="64687"/>
                    <a:pt x="27311" y="64245"/>
                    <a:pt x="27502" y="61152"/>
                  </a:cubicBezTo>
                  <a:cubicBezTo>
                    <a:pt x="27688" y="58063"/>
                    <a:pt x="27786" y="54411"/>
                    <a:pt x="27786" y="54411"/>
                  </a:cubicBezTo>
                  <a:cubicBezTo>
                    <a:pt x="27786" y="54411"/>
                    <a:pt x="32792" y="50166"/>
                    <a:pt x="35427" y="46915"/>
                  </a:cubicBezTo>
                  <a:cubicBezTo>
                    <a:pt x="38062" y="43660"/>
                    <a:pt x="40077" y="40778"/>
                    <a:pt x="40077" y="40778"/>
                  </a:cubicBezTo>
                  <a:cubicBezTo>
                    <a:pt x="40077" y="40778"/>
                    <a:pt x="38845" y="27858"/>
                    <a:pt x="41613" y="15527"/>
                  </a:cubicBezTo>
                  <a:cubicBezTo>
                    <a:pt x="44378" y="3199"/>
                    <a:pt x="46397" y="1"/>
                    <a:pt x="46397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" name="Google Shape;5364;p73"/>
            <p:cNvSpPr/>
            <p:nvPr/>
          </p:nvSpPr>
          <p:spPr>
            <a:xfrm>
              <a:off x="2499433" y="3272449"/>
              <a:ext cx="126963" cy="636257"/>
            </a:xfrm>
            <a:custGeom>
              <a:avLst/>
              <a:gdLst/>
              <a:ahLst/>
              <a:cxnLst/>
              <a:rect l="l" t="t" r="r" b="b"/>
              <a:pathLst>
                <a:path w="7322" h="36693" extrusionOk="0">
                  <a:moveTo>
                    <a:pt x="4267" y="1"/>
                  </a:moveTo>
                  <a:cubicBezTo>
                    <a:pt x="3111" y="1"/>
                    <a:pt x="1893" y="2218"/>
                    <a:pt x="1059" y="5672"/>
                  </a:cubicBezTo>
                  <a:cubicBezTo>
                    <a:pt x="455" y="8165"/>
                    <a:pt x="49" y="11303"/>
                    <a:pt x="17" y="14712"/>
                  </a:cubicBezTo>
                  <a:cubicBezTo>
                    <a:pt x="1" y="16139"/>
                    <a:pt x="9" y="17432"/>
                    <a:pt x="37" y="18620"/>
                  </a:cubicBezTo>
                  <a:cubicBezTo>
                    <a:pt x="183" y="24847"/>
                    <a:pt x="901" y="28134"/>
                    <a:pt x="2032" y="31929"/>
                  </a:cubicBezTo>
                  <a:cubicBezTo>
                    <a:pt x="3018" y="35243"/>
                    <a:pt x="3854" y="36693"/>
                    <a:pt x="4801" y="36693"/>
                  </a:cubicBezTo>
                  <a:cubicBezTo>
                    <a:pt x="5142" y="36693"/>
                    <a:pt x="5497" y="36505"/>
                    <a:pt x="5879" y="36149"/>
                  </a:cubicBezTo>
                  <a:cubicBezTo>
                    <a:pt x="7322" y="34799"/>
                    <a:pt x="6880" y="27705"/>
                    <a:pt x="6929" y="26355"/>
                  </a:cubicBezTo>
                  <a:cubicBezTo>
                    <a:pt x="6973" y="25001"/>
                    <a:pt x="6929" y="24725"/>
                    <a:pt x="6065" y="18859"/>
                  </a:cubicBezTo>
                  <a:cubicBezTo>
                    <a:pt x="5988" y="18357"/>
                    <a:pt x="5936" y="17809"/>
                    <a:pt x="5887" y="17230"/>
                  </a:cubicBezTo>
                  <a:cubicBezTo>
                    <a:pt x="5559" y="13054"/>
                    <a:pt x="5895" y="7184"/>
                    <a:pt x="5664" y="3507"/>
                  </a:cubicBezTo>
                  <a:cubicBezTo>
                    <a:pt x="5554" y="1760"/>
                    <a:pt x="5315" y="516"/>
                    <a:pt x="4821" y="179"/>
                  </a:cubicBezTo>
                  <a:cubicBezTo>
                    <a:pt x="4639" y="59"/>
                    <a:pt x="4454" y="1"/>
                    <a:pt x="4267" y="1"/>
                  </a:cubicBezTo>
                  <a:close/>
                </a:path>
              </a:pathLst>
            </a:custGeom>
            <a:solidFill>
              <a:srgbClr val="547F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" name="Google Shape;5365;p73"/>
            <p:cNvSpPr/>
            <p:nvPr/>
          </p:nvSpPr>
          <p:spPr>
            <a:xfrm>
              <a:off x="2493260" y="3266328"/>
              <a:ext cx="133917" cy="648551"/>
            </a:xfrm>
            <a:custGeom>
              <a:avLst/>
              <a:gdLst/>
              <a:ahLst/>
              <a:cxnLst/>
              <a:rect l="l" t="t" r="r" b="b"/>
              <a:pathLst>
                <a:path w="7723" h="37402" extrusionOk="0">
                  <a:moveTo>
                    <a:pt x="4617" y="711"/>
                  </a:moveTo>
                  <a:cubicBezTo>
                    <a:pt x="4747" y="715"/>
                    <a:pt x="4873" y="755"/>
                    <a:pt x="4978" y="832"/>
                  </a:cubicBezTo>
                  <a:cubicBezTo>
                    <a:pt x="5169" y="958"/>
                    <a:pt x="5513" y="1525"/>
                    <a:pt x="5667" y="3889"/>
                  </a:cubicBezTo>
                  <a:cubicBezTo>
                    <a:pt x="5773" y="5555"/>
                    <a:pt x="5756" y="7679"/>
                    <a:pt x="5744" y="9929"/>
                  </a:cubicBezTo>
                  <a:cubicBezTo>
                    <a:pt x="5728" y="12588"/>
                    <a:pt x="5712" y="15333"/>
                    <a:pt x="5890" y="17615"/>
                  </a:cubicBezTo>
                  <a:cubicBezTo>
                    <a:pt x="5939" y="18251"/>
                    <a:pt x="6000" y="18791"/>
                    <a:pt x="6073" y="19261"/>
                  </a:cubicBezTo>
                  <a:lnTo>
                    <a:pt x="6089" y="19391"/>
                  </a:lnTo>
                  <a:cubicBezTo>
                    <a:pt x="6940" y="25159"/>
                    <a:pt x="6969" y="25382"/>
                    <a:pt x="6928" y="26696"/>
                  </a:cubicBezTo>
                  <a:cubicBezTo>
                    <a:pt x="6924" y="26935"/>
                    <a:pt x="6928" y="27344"/>
                    <a:pt x="6940" y="27859"/>
                  </a:cubicBezTo>
                  <a:cubicBezTo>
                    <a:pt x="6981" y="30064"/>
                    <a:pt x="7070" y="35233"/>
                    <a:pt x="5992" y="36242"/>
                  </a:cubicBezTo>
                  <a:cubicBezTo>
                    <a:pt x="5585" y="36617"/>
                    <a:pt x="5315" y="36690"/>
                    <a:pt x="5154" y="36690"/>
                  </a:cubicBezTo>
                  <a:cubicBezTo>
                    <a:pt x="5085" y="36690"/>
                    <a:pt x="5037" y="36676"/>
                    <a:pt x="5006" y="36668"/>
                  </a:cubicBezTo>
                  <a:cubicBezTo>
                    <a:pt x="3985" y="36392"/>
                    <a:pt x="3040" y="33222"/>
                    <a:pt x="2728" y="32180"/>
                  </a:cubicBezTo>
                  <a:cubicBezTo>
                    <a:pt x="1553" y="28228"/>
                    <a:pt x="888" y="24952"/>
                    <a:pt x="746" y="18969"/>
                  </a:cubicBezTo>
                  <a:cubicBezTo>
                    <a:pt x="722" y="17777"/>
                    <a:pt x="709" y="16504"/>
                    <a:pt x="726" y="15073"/>
                  </a:cubicBezTo>
                  <a:cubicBezTo>
                    <a:pt x="762" y="11863"/>
                    <a:pt x="1115" y="8766"/>
                    <a:pt x="1759" y="6110"/>
                  </a:cubicBezTo>
                  <a:cubicBezTo>
                    <a:pt x="2611" y="2592"/>
                    <a:pt x="3669" y="1039"/>
                    <a:pt x="4386" y="755"/>
                  </a:cubicBezTo>
                  <a:cubicBezTo>
                    <a:pt x="4459" y="727"/>
                    <a:pt x="4536" y="711"/>
                    <a:pt x="4617" y="711"/>
                  </a:cubicBezTo>
                  <a:close/>
                  <a:moveTo>
                    <a:pt x="4619" y="0"/>
                  </a:moveTo>
                  <a:cubicBezTo>
                    <a:pt x="4455" y="0"/>
                    <a:pt x="4290" y="33"/>
                    <a:pt x="4127" y="98"/>
                  </a:cubicBezTo>
                  <a:cubicBezTo>
                    <a:pt x="2971" y="548"/>
                    <a:pt x="1857" y="2681"/>
                    <a:pt x="1070" y="5944"/>
                  </a:cubicBezTo>
                  <a:cubicBezTo>
                    <a:pt x="418" y="8652"/>
                    <a:pt x="53" y="11802"/>
                    <a:pt x="16" y="15061"/>
                  </a:cubicBezTo>
                  <a:cubicBezTo>
                    <a:pt x="0" y="16504"/>
                    <a:pt x="8" y="17789"/>
                    <a:pt x="36" y="18985"/>
                  </a:cubicBezTo>
                  <a:cubicBezTo>
                    <a:pt x="178" y="25050"/>
                    <a:pt x="851" y="28374"/>
                    <a:pt x="2047" y="32383"/>
                  </a:cubicBezTo>
                  <a:cubicBezTo>
                    <a:pt x="3020" y="35646"/>
                    <a:pt x="3823" y="37085"/>
                    <a:pt x="4820" y="37357"/>
                  </a:cubicBezTo>
                  <a:cubicBezTo>
                    <a:pt x="4929" y="37385"/>
                    <a:pt x="5043" y="37402"/>
                    <a:pt x="5161" y="37402"/>
                  </a:cubicBezTo>
                  <a:cubicBezTo>
                    <a:pt x="5582" y="37402"/>
                    <a:pt x="6016" y="37191"/>
                    <a:pt x="6478" y="36761"/>
                  </a:cubicBezTo>
                  <a:cubicBezTo>
                    <a:pt x="7629" y="35683"/>
                    <a:pt x="7723" y="31840"/>
                    <a:pt x="7650" y="27847"/>
                  </a:cubicBezTo>
                  <a:cubicBezTo>
                    <a:pt x="7641" y="27340"/>
                    <a:pt x="7633" y="26939"/>
                    <a:pt x="7637" y="26716"/>
                  </a:cubicBezTo>
                  <a:cubicBezTo>
                    <a:pt x="7682" y="25342"/>
                    <a:pt x="7633" y="25005"/>
                    <a:pt x="6790" y="19281"/>
                  </a:cubicBezTo>
                  <a:lnTo>
                    <a:pt x="6770" y="19155"/>
                  </a:lnTo>
                  <a:cubicBezTo>
                    <a:pt x="6705" y="18705"/>
                    <a:pt x="6648" y="18178"/>
                    <a:pt x="6600" y="17558"/>
                  </a:cubicBezTo>
                  <a:cubicBezTo>
                    <a:pt x="6421" y="15308"/>
                    <a:pt x="6437" y="12576"/>
                    <a:pt x="6458" y="9933"/>
                  </a:cubicBezTo>
                  <a:cubicBezTo>
                    <a:pt x="6466" y="7675"/>
                    <a:pt x="6482" y="5539"/>
                    <a:pt x="6377" y="3844"/>
                  </a:cubicBezTo>
                  <a:cubicBezTo>
                    <a:pt x="6239" y="1696"/>
                    <a:pt x="5939" y="613"/>
                    <a:pt x="5371" y="240"/>
                  </a:cubicBezTo>
                  <a:cubicBezTo>
                    <a:pt x="5133" y="81"/>
                    <a:pt x="4878" y="0"/>
                    <a:pt x="461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" name="Google Shape;5366;p73"/>
            <p:cNvSpPr/>
            <p:nvPr/>
          </p:nvSpPr>
          <p:spPr>
            <a:xfrm>
              <a:off x="2381487" y="3274720"/>
              <a:ext cx="201543" cy="47442"/>
            </a:xfrm>
            <a:custGeom>
              <a:avLst/>
              <a:gdLst/>
              <a:ahLst/>
              <a:cxnLst/>
              <a:rect l="l" t="t" r="r" b="b"/>
              <a:pathLst>
                <a:path w="11623" h="2736" extrusionOk="0">
                  <a:moveTo>
                    <a:pt x="10629" y="0"/>
                  </a:moveTo>
                  <a:cubicBezTo>
                    <a:pt x="8825" y="0"/>
                    <a:pt x="7558" y="532"/>
                    <a:pt x="5094" y="1542"/>
                  </a:cubicBezTo>
                  <a:lnTo>
                    <a:pt x="5094" y="1542"/>
                  </a:lnTo>
                  <a:lnTo>
                    <a:pt x="11623" y="48"/>
                  </a:lnTo>
                  <a:cubicBezTo>
                    <a:pt x="11270" y="16"/>
                    <a:pt x="10941" y="0"/>
                    <a:pt x="10629" y="0"/>
                  </a:cubicBezTo>
                  <a:close/>
                  <a:moveTo>
                    <a:pt x="5094" y="1542"/>
                  </a:moveTo>
                  <a:lnTo>
                    <a:pt x="0" y="2708"/>
                  </a:lnTo>
                  <a:cubicBezTo>
                    <a:pt x="0" y="2708"/>
                    <a:pt x="148" y="2736"/>
                    <a:pt x="446" y="2736"/>
                  </a:cubicBezTo>
                  <a:cubicBezTo>
                    <a:pt x="1109" y="2736"/>
                    <a:pt x="2517" y="2597"/>
                    <a:pt x="4703" y="1702"/>
                  </a:cubicBezTo>
                  <a:cubicBezTo>
                    <a:pt x="4837" y="1648"/>
                    <a:pt x="4967" y="1594"/>
                    <a:pt x="5094" y="1542"/>
                  </a:cubicBezTo>
                  <a:close/>
                </a:path>
              </a:pathLst>
            </a:custGeom>
            <a:solidFill>
              <a:srgbClr val="88CA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" name="Google Shape;5367;p73"/>
            <p:cNvSpPr/>
            <p:nvPr/>
          </p:nvSpPr>
          <p:spPr>
            <a:xfrm>
              <a:off x="2374811" y="3268565"/>
              <a:ext cx="214617" cy="59736"/>
            </a:xfrm>
            <a:custGeom>
              <a:avLst/>
              <a:gdLst/>
              <a:ahLst/>
              <a:cxnLst/>
              <a:rect l="l" t="t" r="r" b="b"/>
              <a:pathLst>
                <a:path w="12377" h="3445" extrusionOk="0">
                  <a:moveTo>
                    <a:pt x="11008" y="1"/>
                  </a:moveTo>
                  <a:cubicBezTo>
                    <a:pt x="9174" y="1"/>
                    <a:pt x="7878" y="532"/>
                    <a:pt x="5469" y="1514"/>
                  </a:cubicBezTo>
                  <a:lnTo>
                    <a:pt x="4958" y="1725"/>
                  </a:lnTo>
                  <a:cubicBezTo>
                    <a:pt x="2788" y="2609"/>
                    <a:pt x="1407" y="2732"/>
                    <a:pt x="804" y="2732"/>
                  </a:cubicBezTo>
                  <a:cubicBezTo>
                    <a:pt x="573" y="2732"/>
                    <a:pt x="457" y="2714"/>
                    <a:pt x="454" y="2714"/>
                  </a:cubicBezTo>
                  <a:cubicBezTo>
                    <a:pt x="432" y="2710"/>
                    <a:pt x="410" y="2708"/>
                    <a:pt x="388" y="2708"/>
                  </a:cubicBezTo>
                  <a:cubicBezTo>
                    <a:pt x="219" y="2708"/>
                    <a:pt x="69" y="2829"/>
                    <a:pt x="37" y="2998"/>
                  </a:cubicBezTo>
                  <a:cubicBezTo>
                    <a:pt x="0" y="3192"/>
                    <a:pt x="126" y="3379"/>
                    <a:pt x="321" y="3415"/>
                  </a:cubicBezTo>
                  <a:cubicBezTo>
                    <a:pt x="456" y="3436"/>
                    <a:pt x="595" y="3445"/>
                    <a:pt x="732" y="3445"/>
                  </a:cubicBezTo>
                  <a:cubicBezTo>
                    <a:pt x="758" y="3445"/>
                    <a:pt x="785" y="3444"/>
                    <a:pt x="811" y="3444"/>
                  </a:cubicBezTo>
                  <a:cubicBezTo>
                    <a:pt x="1512" y="3444"/>
                    <a:pt x="2976" y="3298"/>
                    <a:pt x="5226" y="2382"/>
                  </a:cubicBezTo>
                  <a:lnTo>
                    <a:pt x="5736" y="2175"/>
                  </a:lnTo>
                  <a:cubicBezTo>
                    <a:pt x="8116" y="1202"/>
                    <a:pt x="9311" y="713"/>
                    <a:pt x="11004" y="713"/>
                  </a:cubicBezTo>
                  <a:cubicBezTo>
                    <a:pt x="11307" y="713"/>
                    <a:pt x="11626" y="729"/>
                    <a:pt x="11971" y="760"/>
                  </a:cubicBezTo>
                  <a:cubicBezTo>
                    <a:pt x="11979" y="760"/>
                    <a:pt x="11987" y="761"/>
                    <a:pt x="11995" y="761"/>
                  </a:cubicBezTo>
                  <a:cubicBezTo>
                    <a:pt x="12180" y="761"/>
                    <a:pt x="12341" y="622"/>
                    <a:pt x="12360" y="436"/>
                  </a:cubicBezTo>
                  <a:cubicBezTo>
                    <a:pt x="12377" y="241"/>
                    <a:pt x="12231" y="67"/>
                    <a:pt x="12036" y="51"/>
                  </a:cubicBezTo>
                  <a:cubicBezTo>
                    <a:pt x="11671" y="17"/>
                    <a:pt x="11331" y="1"/>
                    <a:pt x="1100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" name="Google Shape;5368;p73"/>
            <p:cNvSpPr/>
            <p:nvPr/>
          </p:nvSpPr>
          <p:spPr>
            <a:xfrm>
              <a:off x="2551523" y="2936954"/>
              <a:ext cx="209641" cy="155418"/>
            </a:xfrm>
            <a:custGeom>
              <a:avLst/>
              <a:gdLst/>
              <a:ahLst/>
              <a:cxnLst/>
              <a:rect l="l" t="t" r="r" b="b"/>
              <a:pathLst>
                <a:path w="12090" h="8963" extrusionOk="0">
                  <a:moveTo>
                    <a:pt x="11986" y="0"/>
                  </a:moveTo>
                  <a:cubicBezTo>
                    <a:pt x="11931" y="0"/>
                    <a:pt x="11854" y="22"/>
                    <a:pt x="11773" y="65"/>
                  </a:cubicBezTo>
                  <a:cubicBezTo>
                    <a:pt x="10687" y="604"/>
                    <a:pt x="9624" y="1192"/>
                    <a:pt x="8591" y="1832"/>
                  </a:cubicBezTo>
                  <a:cubicBezTo>
                    <a:pt x="7557" y="2477"/>
                    <a:pt x="6548" y="3158"/>
                    <a:pt x="5575" y="3880"/>
                  </a:cubicBezTo>
                  <a:cubicBezTo>
                    <a:pt x="4602" y="4605"/>
                    <a:pt x="3661" y="5375"/>
                    <a:pt x="2749" y="6178"/>
                  </a:cubicBezTo>
                  <a:cubicBezTo>
                    <a:pt x="1837" y="6989"/>
                    <a:pt x="969" y="7836"/>
                    <a:pt x="138" y="8720"/>
                  </a:cubicBezTo>
                  <a:cubicBezTo>
                    <a:pt x="53" y="8805"/>
                    <a:pt x="1" y="8906"/>
                    <a:pt x="37" y="8947"/>
                  </a:cubicBezTo>
                  <a:cubicBezTo>
                    <a:pt x="47" y="8957"/>
                    <a:pt x="61" y="8962"/>
                    <a:pt x="79" y="8962"/>
                  </a:cubicBezTo>
                  <a:cubicBezTo>
                    <a:pt x="128" y="8962"/>
                    <a:pt x="204" y="8922"/>
                    <a:pt x="276" y="8854"/>
                  </a:cubicBezTo>
                  <a:cubicBezTo>
                    <a:pt x="1140" y="8010"/>
                    <a:pt x="2044" y="7200"/>
                    <a:pt x="2956" y="6413"/>
                  </a:cubicBezTo>
                  <a:cubicBezTo>
                    <a:pt x="3868" y="5631"/>
                    <a:pt x="4808" y="4873"/>
                    <a:pt x="5781" y="4163"/>
                  </a:cubicBezTo>
                  <a:cubicBezTo>
                    <a:pt x="6758" y="3446"/>
                    <a:pt x="7756" y="2761"/>
                    <a:pt x="8769" y="2112"/>
                  </a:cubicBezTo>
                  <a:cubicBezTo>
                    <a:pt x="9783" y="1463"/>
                    <a:pt x="10816" y="847"/>
                    <a:pt x="11878" y="264"/>
                  </a:cubicBezTo>
                  <a:cubicBezTo>
                    <a:pt x="12004" y="191"/>
                    <a:pt x="12089" y="101"/>
                    <a:pt x="12069" y="41"/>
                  </a:cubicBezTo>
                  <a:cubicBezTo>
                    <a:pt x="12060" y="14"/>
                    <a:pt x="12030" y="0"/>
                    <a:pt x="1198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" name="Google Shape;5369;p73"/>
            <p:cNvSpPr/>
            <p:nvPr/>
          </p:nvSpPr>
          <p:spPr>
            <a:xfrm>
              <a:off x="2630749" y="3184292"/>
              <a:ext cx="65458" cy="66291"/>
            </a:xfrm>
            <a:custGeom>
              <a:avLst/>
              <a:gdLst/>
              <a:ahLst/>
              <a:cxnLst/>
              <a:rect l="l" t="t" r="r" b="b"/>
              <a:pathLst>
                <a:path w="3775" h="3823" extrusionOk="0">
                  <a:moveTo>
                    <a:pt x="3655" y="0"/>
                  </a:moveTo>
                  <a:cubicBezTo>
                    <a:pt x="3641" y="0"/>
                    <a:pt x="3626" y="3"/>
                    <a:pt x="3612" y="10"/>
                  </a:cubicBezTo>
                  <a:cubicBezTo>
                    <a:pt x="3215" y="200"/>
                    <a:pt x="2842" y="427"/>
                    <a:pt x="2489" y="687"/>
                  </a:cubicBezTo>
                  <a:cubicBezTo>
                    <a:pt x="2141" y="950"/>
                    <a:pt x="1808" y="1234"/>
                    <a:pt x="1504" y="1546"/>
                  </a:cubicBezTo>
                  <a:cubicBezTo>
                    <a:pt x="1200" y="1862"/>
                    <a:pt x="921" y="2203"/>
                    <a:pt x="665" y="2559"/>
                  </a:cubicBezTo>
                  <a:cubicBezTo>
                    <a:pt x="418" y="2916"/>
                    <a:pt x="199" y="3297"/>
                    <a:pt x="17" y="3694"/>
                  </a:cubicBezTo>
                  <a:cubicBezTo>
                    <a:pt x="0" y="3735"/>
                    <a:pt x="21" y="3784"/>
                    <a:pt x="57" y="3804"/>
                  </a:cubicBezTo>
                  <a:cubicBezTo>
                    <a:pt x="74" y="3817"/>
                    <a:pt x="94" y="3822"/>
                    <a:pt x="113" y="3822"/>
                  </a:cubicBezTo>
                  <a:cubicBezTo>
                    <a:pt x="142" y="3822"/>
                    <a:pt x="171" y="3808"/>
                    <a:pt x="191" y="3784"/>
                  </a:cubicBezTo>
                  <a:cubicBezTo>
                    <a:pt x="414" y="3423"/>
                    <a:pt x="657" y="3074"/>
                    <a:pt x="921" y="2742"/>
                  </a:cubicBezTo>
                  <a:cubicBezTo>
                    <a:pt x="1176" y="2409"/>
                    <a:pt x="1456" y="2089"/>
                    <a:pt x="1756" y="1793"/>
                  </a:cubicBezTo>
                  <a:cubicBezTo>
                    <a:pt x="2047" y="1489"/>
                    <a:pt x="2364" y="1209"/>
                    <a:pt x="2692" y="946"/>
                  </a:cubicBezTo>
                  <a:cubicBezTo>
                    <a:pt x="3024" y="682"/>
                    <a:pt x="3365" y="435"/>
                    <a:pt x="3722" y="208"/>
                  </a:cubicBezTo>
                  <a:cubicBezTo>
                    <a:pt x="3762" y="172"/>
                    <a:pt x="3774" y="115"/>
                    <a:pt x="3754" y="66"/>
                  </a:cubicBezTo>
                  <a:cubicBezTo>
                    <a:pt x="3736" y="24"/>
                    <a:pt x="3696" y="0"/>
                    <a:pt x="365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" name="Google Shape;5370;p73"/>
            <p:cNvSpPr/>
            <p:nvPr/>
          </p:nvSpPr>
          <p:spPr>
            <a:xfrm>
              <a:off x="2570510" y="3626306"/>
              <a:ext cx="25247" cy="226668"/>
            </a:xfrm>
            <a:custGeom>
              <a:avLst/>
              <a:gdLst/>
              <a:ahLst/>
              <a:cxnLst/>
              <a:rect l="l" t="t" r="r" b="b"/>
              <a:pathLst>
                <a:path w="1456" h="13072" extrusionOk="0">
                  <a:moveTo>
                    <a:pt x="70" y="0"/>
                  </a:moveTo>
                  <a:cubicBezTo>
                    <a:pt x="67" y="0"/>
                    <a:pt x="64" y="0"/>
                    <a:pt x="61" y="1"/>
                  </a:cubicBezTo>
                  <a:cubicBezTo>
                    <a:pt x="12" y="13"/>
                    <a:pt x="0" y="118"/>
                    <a:pt x="41" y="232"/>
                  </a:cubicBezTo>
                  <a:cubicBezTo>
                    <a:pt x="389" y="1229"/>
                    <a:pt x="649" y="2255"/>
                    <a:pt x="807" y="3301"/>
                  </a:cubicBezTo>
                  <a:cubicBezTo>
                    <a:pt x="973" y="4346"/>
                    <a:pt x="1062" y="5400"/>
                    <a:pt x="1074" y="6458"/>
                  </a:cubicBezTo>
                  <a:cubicBezTo>
                    <a:pt x="1107" y="7512"/>
                    <a:pt x="1078" y="8575"/>
                    <a:pt x="1018" y="9637"/>
                  </a:cubicBezTo>
                  <a:cubicBezTo>
                    <a:pt x="957" y="10695"/>
                    <a:pt x="884" y="11753"/>
                    <a:pt x="807" y="12819"/>
                  </a:cubicBezTo>
                  <a:cubicBezTo>
                    <a:pt x="803" y="12945"/>
                    <a:pt x="831" y="13062"/>
                    <a:pt x="892" y="13070"/>
                  </a:cubicBezTo>
                  <a:cubicBezTo>
                    <a:pt x="895" y="13071"/>
                    <a:pt x="899" y="13071"/>
                    <a:pt x="902" y="13071"/>
                  </a:cubicBezTo>
                  <a:cubicBezTo>
                    <a:pt x="960" y="13071"/>
                    <a:pt x="1019" y="12973"/>
                    <a:pt x="1034" y="12839"/>
                  </a:cubicBezTo>
                  <a:cubicBezTo>
                    <a:pt x="1160" y="11777"/>
                    <a:pt x="1281" y="10723"/>
                    <a:pt x="1350" y="9657"/>
                  </a:cubicBezTo>
                  <a:cubicBezTo>
                    <a:pt x="1415" y="8587"/>
                    <a:pt x="1455" y="7517"/>
                    <a:pt x="1431" y="6446"/>
                  </a:cubicBezTo>
                  <a:cubicBezTo>
                    <a:pt x="1403" y="5372"/>
                    <a:pt x="1297" y="4302"/>
                    <a:pt x="1115" y="3244"/>
                  </a:cubicBezTo>
                  <a:cubicBezTo>
                    <a:pt x="928" y="2186"/>
                    <a:pt x="629" y="1152"/>
                    <a:pt x="219" y="159"/>
                  </a:cubicBezTo>
                  <a:cubicBezTo>
                    <a:pt x="181" y="63"/>
                    <a:pt x="121" y="0"/>
                    <a:pt x="70" y="0"/>
                  </a:cubicBezTo>
                  <a:close/>
                </a:path>
              </a:pathLst>
            </a:custGeom>
            <a:solidFill>
              <a:srgbClr val="4F1E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" name="Google Shape;5371;p73"/>
            <p:cNvSpPr/>
            <p:nvPr/>
          </p:nvSpPr>
          <p:spPr>
            <a:xfrm>
              <a:off x="2563262" y="3699273"/>
              <a:ext cx="6971" cy="128593"/>
            </a:xfrm>
            <a:custGeom>
              <a:avLst/>
              <a:gdLst/>
              <a:ahLst/>
              <a:cxnLst/>
              <a:rect l="l" t="t" r="r" b="b"/>
              <a:pathLst>
                <a:path w="402" h="7416" extrusionOk="0">
                  <a:moveTo>
                    <a:pt x="286" y="0"/>
                  </a:moveTo>
                  <a:cubicBezTo>
                    <a:pt x="236" y="0"/>
                    <a:pt x="195" y="48"/>
                    <a:pt x="191" y="110"/>
                  </a:cubicBezTo>
                  <a:cubicBezTo>
                    <a:pt x="151" y="710"/>
                    <a:pt x="114" y="1306"/>
                    <a:pt x="90" y="1902"/>
                  </a:cubicBezTo>
                  <a:lnTo>
                    <a:pt x="29" y="3690"/>
                  </a:lnTo>
                  <a:lnTo>
                    <a:pt x="5" y="5477"/>
                  </a:lnTo>
                  <a:cubicBezTo>
                    <a:pt x="1" y="6077"/>
                    <a:pt x="5" y="6673"/>
                    <a:pt x="17" y="7273"/>
                  </a:cubicBezTo>
                  <a:cubicBezTo>
                    <a:pt x="1" y="7342"/>
                    <a:pt x="53" y="7411"/>
                    <a:pt x="130" y="7415"/>
                  </a:cubicBezTo>
                  <a:cubicBezTo>
                    <a:pt x="203" y="7415"/>
                    <a:pt x="260" y="7350"/>
                    <a:pt x="248" y="7277"/>
                  </a:cubicBezTo>
                  <a:cubicBezTo>
                    <a:pt x="280" y="6677"/>
                    <a:pt x="313" y="6081"/>
                    <a:pt x="333" y="5489"/>
                  </a:cubicBezTo>
                  <a:lnTo>
                    <a:pt x="382" y="3698"/>
                  </a:lnTo>
                  <a:lnTo>
                    <a:pt x="402" y="1910"/>
                  </a:lnTo>
                  <a:cubicBezTo>
                    <a:pt x="402" y="1314"/>
                    <a:pt x="398" y="714"/>
                    <a:pt x="382" y="118"/>
                  </a:cubicBezTo>
                  <a:cubicBezTo>
                    <a:pt x="386" y="61"/>
                    <a:pt x="345" y="13"/>
                    <a:pt x="292" y="1"/>
                  </a:cubicBezTo>
                  <a:cubicBezTo>
                    <a:pt x="290" y="0"/>
                    <a:pt x="288" y="0"/>
                    <a:pt x="286" y="0"/>
                  </a:cubicBezTo>
                  <a:close/>
                </a:path>
              </a:pathLst>
            </a:custGeom>
            <a:solidFill>
              <a:srgbClr val="4F1E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" name="Google Shape;5372;p73"/>
            <p:cNvSpPr/>
            <p:nvPr/>
          </p:nvSpPr>
          <p:spPr>
            <a:xfrm>
              <a:off x="2297769" y="3851639"/>
              <a:ext cx="229460" cy="57482"/>
            </a:xfrm>
            <a:custGeom>
              <a:avLst/>
              <a:gdLst/>
              <a:ahLst/>
              <a:cxnLst/>
              <a:rect l="l" t="t" r="r" b="b"/>
              <a:pathLst>
                <a:path w="13233" h="3315" extrusionOk="0">
                  <a:moveTo>
                    <a:pt x="93" y="0"/>
                  </a:moveTo>
                  <a:cubicBezTo>
                    <a:pt x="69" y="0"/>
                    <a:pt x="49" y="7"/>
                    <a:pt x="37" y="23"/>
                  </a:cubicBezTo>
                  <a:cubicBezTo>
                    <a:pt x="0" y="71"/>
                    <a:pt x="61" y="156"/>
                    <a:pt x="167" y="221"/>
                  </a:cubicBezTo>
                  <a:cubicBezTo>
                    <a:pt x="1107" y="829"/>
                    <a:pt x="2100" y="1352"/>
                    <a:pt x="3134" y="1782"/>
                  </a:cubicBezTo>
                  <a:cubicBezTo>
                    <a:pt x="4164" y="2212"/>
                    <a:pt x="5230" y="2552"/>
                    <a:pt x="6320" y="2808"/>
                  </a:cubicBezTo>
                  <a:cubicBezTo>
                    <a:pt x="7415" y="3055"/>
                    <a:pt x="8526" y="3213"/>
                    <a:pt x="9644" y="3282"/>
                  </a:cubicBezTo>
                  <a:cubicBezTo>
                    <a:pt x="10013" y="3303"/>
                    <a:pt x="10383" y="3314"/>
                    <a:pt x="10752" y="3314"/>
                  </a:cubicBezTo>
                  <a:cubicBezTo>
                    <a:pt x="11499" y="3314"/>
                    <a:pt x="12246" y="3270"/>
                    <a:pt x="12989" y="3180"/>
                  </a:cubicBezTo>
                  <a:cubicBezTo>
                    <a:pt x="13127" y="3168"/>
                    <a:pt x="13232" y="3112"/>
                    <a:pt x="13232" y="3051"/>
                  </a:cubicBezTo>
                  <a:cubicBezTo>
                    <a:pt x="13232" y="2996"/>
                    <a:pt x="13138" y="2952"/>
                    <a:pt x="13013" y="2952"/>
                  </a:cubicBezTo>
                  <a:cubicBezTo>
                    <a:pt x="12999" y="2952"/>
                    <a:pt x="12984" y="2952"/>
                    <a:pt x="12969" y="2953"/>
                  </a:cubicBezTo>
                  <a:cubicBezTo>
                    <a:pt x="12417" y="2994"/>
                    <a:pt x="11866" y="3014"/>
                    <a:pt x="11315" y="3014"/>
                  </a:cubicBezTo>
                  <a:cubicBezTo>
                    <a:pt x="10764" y="3014"/>
                    <a:pt x="10214" y="2994"/>
                    <a:pt x="9665" y="2953"/>
                  </a:cubicBezTo>
                  <a:cubicBezTo>
                    <a:pt x="8566" y="2876"/>
                    <a:pt x="7472" y="2710"/>
                    <a:pt x="6401" y="2463"/>
                  </a:cubicBezTo>
                  <a:cubicBezTo>
                    <a:pt x="5323" y="2224"/>
                    <a:pt x="4269" y="1899"/>
                    <a:pt x="3247" y="1490"/>
                  </a:cubicBezTo>
                  <a:cubicBezTo>
                    <a:pt x="2222" y="1089"/>
                    <a:pt x="1225" y="610"/>
                    <a:pt x="268" y="59"/>
                  </a:cubicBezTo>
                  <a:cubicBezTo>
                    <a:pt x="202" y="25"/>
                    <a:pt x="139" y="0"/>
                    <a:pt x="9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" name="Google Shape;5373;p73"/>
            <p:cNvSpPr/>
            <p:nvPr/>
          </p:nvSpPr>
          <p:spPr>
            <a:xfrm>
              <a:off x="2393295" y="3846611"/>
              <a:ext cx="116074" cy="17236"/>
            </a:xfrm>
            <a:custGeom>
              <a:avLst/>
              <a:gdLst/>
              <a:ahLst/>
              <a:cxnLst/>
              <a:rect l="l" t="t" r="r" b="b"/>
              <a:pathLst>
                <a:path w="6694" h="994" extrusionOk="0">
                  <a:moveTo>
                    <a:pt x="122" y="1"/>
                  </a:moveTo>
                  <a:cubicBezTo>
                    <a:pt x="82" y="1"/>
                    <a:pt x="44" y="21"/>
                    <a:pt x="21" y="57"/>
                  </a:cubicBezTo>
                  <a:cubicBezTo>
                    <a:pt x="0" y="114"/>
                    <a:pt x="33" y="175"/>
                    <a:pt x="90" y="187"/>
                  </a:cubicBezTo>
                  <a:cubicBezTo>
                    <a:pt x="600" y="398"/>
                    <a:pt x="1123" y="568"/>
                    <a:pt x="1663" y="690"/>
                  </a:cubicBezTo>
                  <a:cubicBezTo>
                    <a:pt x="2198" y="811"/>
                    <a:pt x="2745" y="900"/>
                    <a:pt x="3292" y="953"/>
                  </a:cubicBezTo>
                  <a:cubicBezTo>
                    <a:pt x="3629" y="980"/>
                    <a:pt x="3968" y="994"/>
                    <a:pt x="4306" y="994"/>
                  </a:cubicBezTo>
                  <a:cubicBezTo>
                    <a:pt x="4521" y="994"/>
                    <a:pt x="4736" y="988"/>
                    <a:pt x="4950" y="977"/>
                  </a:cubicBezTo>
                  <a:cubicBezTo>
                    <a:pt x="5502" y="945"/>
                    <a:pt x="6049" y="868"/>
                    <a:pt x="6588" y="750"/>
                  </a:cubicBezTo>
                  <a:cubicBezTo>
                    <a:pt x="6649" y="742"/>
                    <a:pt x="6693" y="685"/>
                    <a:pt x="6693" y="625"/>
                  </a:cubicBezTo>
                  <a:cubicBezTo>
                    <a:pt x="6683" y="567"/>
                    <a:pt x="6630" y="525"/>
                    <a:pt x="6573" y="525"/>
                  </a:cubicBezTo>
                  <a:cubicBezTo>
                    <a:pt x="6566" y="525"/>
                    <a:pt x="6559" y="526"/>
                    <a:pt x="6551" y="527"/>
                  </a:cubicBezTo>
                  <a:cubicBezTo>
                    <a:pt x="6016" y="592"/>
                    <a:pt x="5477" y="633"/>
                    <a:pt x="4934" y="649"/>
                  </a:cubicBezTo>
                  <a:cubicBezTo>
                    <a:pt x="4798" y="653"/>
                    <a:pt x="4662" y="655"/>
                    <a:pt x="4526" y="655"/>
                  </a:cubicBezTo>
                  <a:cubicBezTo>
                    <a:pt x="4125" y="655"/>
                    <a:pt x="3724" y="638"/>
                    <a:pt x="3325" y="604"/>
                  </a:cubicBezTo>
                  <a:cubicBezTo>
                    <a:pt x="2790" y="564"/>
                    <a:pt x="2254" y="491"/>
                    <a:pt x="1727" y="386"/>
                  </a:cubicBezTo>
                  <a:cubicBezTo>
                    <a:pt x="1196" y="284"/>
                    <a:pt x="673" y="159"/>
                    <a:pt x="150" y="4"/>
                  </a:cubicBezTo>
                  <a:cubicBezTo>
                    <a:pt x="141" y="2"/>
                    <a:pt x="132" y="1"/>
                    <a:pt x="12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" name="Google Shape;5374;p73"/>
            <p:cNvSpPr/>
            <p:nvPr/>
          </p:nvSpPr>
          <p:spPr>
            <a:xfrm>
              <a:off x="2431044" y="3808619"/>
              <a:ext cx="51465" cy="11652"/>
            </a:xfrm>
            <a:custGeom>
              <a:avLst/>
              <a:gdLst/>
              <a:ahLst/>
              <a:cxnLst/>
              <a:rect l="l" t="t" r="r" b="b"/>
              <a:pathLst>
                <a:path w="2968" h="672" extrusionOk="0">
                  <a:moveTo>
                    <a:pt x="119" y="1"/>
                  </a:moveTo>
                  <a:cubicBezTo>
                    <a:pt x="93" y="1"/>
                    <a:pt x="65" y="24"/>
                    <a:pt x="37" y="59"/>
                  </a:cubicBezTo>
                  <a:cubicBezTo>
                    <a:pt x="8" y="100"/>
                    <a:pt x="0" y="148"/>
                    <a:pt x="21" y="164"/>
                  </a:cubicBezTo>
                  <a:cubicBezTo>
                    <a:pt x="223" y="327"/>
                    <a:pt x="454" y="452"/>
                    <a:pt x="702" y="533"/>
                  </a:cubicBezTo>
                  <a:cubicBezTo>
                    <a:pt x="949" y="614"/>
                    <a:pt x="1208" y="663"/>
                    <a:pt x="1472" y="671"/>
                  </a:cubicBezTo>
                  <a:cubicBezTo>
                    <a:pt x="1731" y="671"/>
                    <a:pt x="1995" y="635"/>
                    <a:pt x="2246" y="566"/>
                  </a:cubicBezTo>
                  <a:cubicBezTo>
                    <a:pt x="2498" y="493"/>
                    <a:pt x="2733" y="375"/>
                    <a:pt x="2939" y="221"/>
                  </a:cubicBezTo>
                  <a:cubicBezTo>
                    <a:pt x="2968" y="205"/>
                    <a:pt x="2968" y="160"/>
                    <a:pt x="2935" y="104"/>
                  </a:cubicBezTo>
                  <a:cubicBezTo>
                    <a:pt x="2912" y="56"/>
                    <a:pt x="2871" y="23"/>
                    <a:pt x="2841" y="23"/>
                  </a:cubicBezTo>
                  <a:cubicBezTo>
                    <a:pt x="2836" y="23"/>
                    <a:pt x="2830" y="24"/>
                    <a:pt x="2826" y="27"/>
                  </a:cubicBezTo>
                  <a:cubicBezTo>
                    <a:pt x="2611" y="124"/>
                    <a:pt x="2392" y="197"/>
                    <a:pt x="2165" y="246"/>
                  </a:cubicBezTo>
                  <a:cubicBezTo>
                    <a:pt x="1945" y="293"/>
                    <a:pt x="1721" y="316"/>
                    <a:pt x="1497" y="316"/>
                  </a:cubicBezTo>
                  <a:cubicBezTo>
                    <a:pt x="1259" y="316"/>
                    <a:pt x="1021" y="290"/>
                    <a:pt x="787" y="237"/>
                  </a:cubicBezTo>
                  <a:cubicBezTo>
                    <a:pt x="560" y="185"/>
                    <a:pt x="337" y="108"/>
                    <a:pt x="130" y="2"/>
                  </a:cubicBezTo>
                  <a:cubicBezTo>
                    <a:pt x="126" y="1"/>
                    <a:pt x="123" y="1"/>
                    <a:pt x="11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" name="Google Shape;5375;p73"/>
            <p:cNvSpPr/>
            <p:nvPr/>
          </p:nvSpPr>
          <p:spPr>
            <a:xfrm>
              <a:off x="2126328" y="3603504"/>
              <a:ext cx="53078" cy="137402"/>
            </a:xfrm>
            <a:custGeom>
              <a:avLst/>
              <a:gdLst/>
              <a:ahLst/>
              <a:cxnLst/>
              <a:rect l="l" t="t" r="r" b="b"/>
              <a:pathLst>
                <a:path w="3061" h="7924" extrusionOk="0">
                  <a:moveTo>
                    <a:pt x="300" y="0"/>
                  </a:moveTo>
                  <a:cubicBezTo>
                    <a:pt x="254" y="0"/>
                    <a:pt x="213" y="47"/>
                    <a:pt x="195" y="120"/>
                  </a:cubicBezTo>
                  <a:cubicBezTo>
                    <a:pt x="49" y="821"/>
                    <a:pt x="0" y="1535"/>
                    <a:pt x="53" y="2248"/>
                  </a:cubicBezTo>
                  <a:cubicBezTo>
                    <a:pt x="101" y="2962"/>
                    <a:pt x="243" y="3667"/>
                    <a:pt x="470" y="4348"/>
                  </a:cubicBezTo>
                  <a:cubicBezTo>
                    <a:pt x="709" y="5021"/>
                    <a:pt x="1026" y="5666"/>
                    <a:pt x="1415" y="6270"/>
                  </a:cubicBezTo>
                  <a:cubicBezTo>
                    <a:pt x="1808" y="6865"/>
                    <a:pt x="2286" y="7405"/>
                    <a:pt x="2830" y="7871"/>
                  </a:cubicBezTo>
                  <a:cubicBezTo>
                    <a:pt x="2870" y="7903"/>
                    <a:pt x="2915" y="7924"/>
                    <a:pt x="2954" y="7924"/>
                  </a:cubicBezTo>
                  <a:cubicBezTo>
                    <a:pt x="2978" y="7924"/>
                    <a:pt x="2999" y="7916"/>
                    <a:pt x="3016" y="7899"/>
                  </a:cubicBezTo>
                  <a:cubicBezTo>
                    <a:pt x="3061" y="7855"/>
                    <a:pt x="3049" y="7769"/>
                    <a:pt x="2980" y="7701"/>
                  </a:cubicBezTo>
                  <a:cubicBezTo>
                    <a:pt x="2489" y="7214"/>
                    <a:pt x="2059" y="6675"/>
                    <a:pt x="1695" y="6091"/>
                  </a:cubicBezTo>
                  <a:cubicBezTo>
                    <a:pt x="1326" y="5507"/>
                    <a:pt x="1026" y="4883"/>
                    <a:pt x="807" y="4230"/>
                  </a:cubicBezTo>
                  <a:cubicBezTo>
                    <a:pt x="576" y="3582"/>
                    <a:pt x="426" y="2905"/>
                    <a:pt x="361" y="2220"/>
                  </a:cubicBezTo>
                  <a:cubicBezTo>
                    <a:pt x="288" y="1535"/>
                    <a:pt x="296" y="841"/>
                    <a:pt x="385" y="156"/>
                  </a:cubicBezTo>
                  <a:cubicBezTo>
                    <a:pt x="401" y="96"/>
                    <a:pt x="373" y="31"/>
                    <a:pt x="316" y="2"/>
                  </a:cubicBezTo>
                  <a:cubicBezTo>
                    <a:pt x="311" y="1"/>
                    <a:pt x="305" y="0"/>
                    <a:pt x="3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" name="Google Shape;5376;p73"/>
            <p:cNvSpPr/>
            <p:nvPr/>
          </p:nvSpPr>
          <p:spPr>
            <a:xfrm>
              <a:off x="2388509" y="3327278"/>
              <a:ext cx="109745" cy="20999"/>
            </a:xfrm>
            <a:custGeom>
              <a:avLst/>
              <a:gdLst/>
              <a:ahLst/>
              <a:cxnLst/>
              <a:rect l="l" t="t" r="r" b="b"/>
              <a:pathLst>
                <a:path w="6329" h="1211" extrusionOk="0">
                  <a:moveTo>
                    <a:pt x="6199" y="0"/>
                  </a:moveTo>
                  <a:cubicBezTo>
                    <a:pt x="6180" y="0"/>
                    <a:pt x="6161" y="4"/>
                    <a:pt x="6142" y="13"/>
                  </a:cubicBezTo>
                  <a:cubicBezTo>
                    <a:pt x="5676" y="216"/>
                    <a:pt x="5194" y="386"/>
                    <a:pt x="4699" y="520"/>
                  </a:cubicBezTo>
                  <a:cubicBezTo>
                    <a:pt x="4209" y="662"/>
                    <a:pt x="3702" y="759"/>
                    <a:pt x="3195" y="816"/>
                  </a:cubicBezTo>
                  <a:cubicBezTo>
                    <a:pt x="2838" y="861"/>
                    <a:pt x="2477" y="885"/>
                    <a:pt x="2116" y="885"/>
                  </a:cubicBezTo>
                  <a:cubicBezTo>
                    <a:pt x="1965" y="885"/>
                    <a:pt x="1814" y="881"/>
                    <a:pt x="1663" y="872"/>
                  </a:cubicBezTo>
                  <a:cubicBezTo>
                    <a:pt x="1152" y="860"/>
                    <a:pt x="637" y="804"/>
                    <a:pt x="135" y="714"/>
                  </a:cubicBezTo>
                  <a:cubicBezTo>
                    <a:pt x="128" y="713"/>
                    <a:pt x="121" y="713"/>
                    <a:pt x="115" y="713"/>
                  </a:cubicBezTo>
                  <a:cubicBezTo>
                    <a:pt x="70" y="713"/>
                    <a:pt x="31" y="737"/>
                    <a:pt x="13" y="779"/>
                  </a:cubicBezTo>
                  <a:cubicBezTo>
                    <a:pt x="1" y="832"/>
                    <a:pt x="33" y="889"/>
                    <a:pt x="90" y="901"/>
                  </a:cubicBezTo>
                  <a:cubicBezTo>
                    <a:pt x="593" y="1051"/>
                    <a:pt x="1116" y="1148"/>
                    <a:pt x="1643" y="1189"/>
                  </a:cubicBezTo>
                  <a:cubicBezTo>
                    <a:pt x="1860" y="1204"/>
                    <a:pt x="2077" y="1211"/>
                    <a:pt x="2294" y="1211"/>
                  </a:cubicBezTo>
                  <a:cubicBezTo>
                    <a:pt x="2608" y="1211"/>
                    <a:pt x="2922" y="1195"/>
                    <a:pt x="3236" y="1164"/>
                  </a:cubicBezTo>
                  <a:cubicBezTo>
                    <a:pt x="3763" y="1099"/>
                    <a:pt x="4282" y="994"/>
                    <a:pt x="4792" y="840"/>
                  </a:cubicBezTo>
                  <a:cubicBezTo>
                    <a:pt x="5295" y="682"/>
                    <a:pt x="5782" y="475"/>
                    <a:pt x="6244" y="216"/>
                  </a:cubicBezTo>
                  <a:cubicBezTo>
                    <a:pt x="6305" y="191"/>
                    <a:pt x="6329" y="122"/>
                    <a:pt x="6305" y="62"/>
                  </a:cubicBezTo>
                  <a:cubicBezTo>
                    <a:pt x="6285" y="22"/>
                    <a:pt x="6243" y="0"/>
                    <a:pt x="619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5377;p73"/>
            <p:cNvSpPr/>
            <p:nvPr/>
          </p:nvSpPr>
          <p:spPr>
            <a:xfrm>
              <a:off x="2426258" y="3367489"/>
              <a:ext cx="38044" cy="7508"/>
            </a:xfrm>
            <a:custGeom>
              <a:avLst/>
              <a:gdLst/>
              <a:ahLst/>
              <a:cxnLst/>
              <a:rect l="l" t="t" r="r" b="b"/>
              <a:pathLst>
                <a:path w="2194" h="433" extrusionOk="0">
                  <a:moveTo>
                    <a:pt x="2121" y="1"/>
                  </a:moveTo>
                  <a:lnTo>
                    <a:pt x="1602" y="29"/>
                  </a:lnTo>
                  <a:cubicBezTo>
                    <a:pt x="1428" y="49"/>
                    <a:pt x="1257" y="61"/>
                    <a:pt x="1083" y="70"/>
                  </a:cubicBezTo>
                  <a:lnTo>
                    <a:pt x="568" y="110"/>
                  </a:lnTo>
                  <a:lnTo>
                    <a:pt x="45" y="159"/>
                  </a:lnTo>
                  <a:cubicBezTo>
                    <a:pt x="25" y="159"/>
                    <a:pt x="9" y="187"/>
                    <a:pt x="5" y="244"/>
                  </a:cubicBezTo>
                  <a:cubicBezTo>
                    <a:pt x="1" y="297"/>
                    <a:pt x="13" y="345"/>
                    <a:pt x="33" y="349"/>
                  </a:cubicBezTo>
                  <a:cubicBezTo>
                    <a:pt x="212" y="386"/>
                    <a:pt x="386" y="410"/>
                    <a:pt x="568" y="418"/>
                  </a:cubicBezTo>
                  <a:cubicBezTo>
                    <a:pt x="687" y="426"/>
                    <a:pt x="806" y="432"/>
                    <a:pt x="922" y="432"/>
                  </a:cubicBezTo>
                  <a:cubicBezTo>
                    <a:pt x="985" y="432"/>
                    <a:pt x="1047" y="431"/>
                    <a:pt x="1107" y="426"/>
                  </a:cubicBezTo>
                  <a:cubicBezTo>
                    <a:pt x="1286" y="410"/>
                    <a:pt x="1464" y="386"/>
                    <a:pt x="1643" y="357"/>
                  </a:cubicBezTo>
                  <a:cubicBezTo>
                    <a:pt x="1821" y="329"/>
                    <a:pt x="1995" y="284"/>
                    <a:pt x="2170" y="224"/>
                  </a:cubicBezTo>
                  <a:cubicBezTo>
                    <a:pt x="2190" y="215"/>
                    <a:pt x="2194" y="171"/>
                    <a:pt x="2182" y="110"/>
                  </a:cubicBezTo>
                  <a:cubicBezTo>
                    <a:pt x="2174" y="49"/>
                    <a:pt x="2149" y="1"/>
                    <a:pt x="212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" name="Google Shape;5378;p73"/>
            <p:cNvSpPr/>
            <p:nvPr/>
          </p:nvSpPr>
          <p:spPr>
            <a:xfrm>
              <a:off x="2723258" y="2771271"/>
              <a:ext cx="219039" cy="840522"/>
            </a:xfrm>
            <a:custGeom>
              <a:avLst/>
              <a:gdLst/>
              <a:ahLst/>
              <a:cxnLst/>
              <a:rect l="l" t="t" r="r" b="b"/>
              <a:pathLst>
                <a:path w="12632" h="48473" extrusionOk="0">
                  <a:moveTo>
                    <a:pt x="12632" y="0"/>
                  </a:moveTo>
                  <a:cubicBezTo>
                    <a:pt x="10114" y="264"/>
                    <a:pt x="8160" y="1095"/>
                    <a:pt x="6628" y="2514"/>
                  </a:cubicBezTo>
                  <a:cubicBezTo>
                    <a:pt x="3973" y="4938"/>
                    <a:pt x="2566" y="9081"/>
                    <a:pt x="1662" y="14926"/>
                  </a:cubicBezTo>
                  <a:cubicBezTo>
                    <a:pt x="1123" y="18372"/>
                    <a:pt x="689" y="21745"/>
                    <a:pt x="430" y="25049"/>
                  </a:cubicBezTo>
                  <a:cubicBezTo>
                    <a:pt x="0" y="30566"/>
                    <a:pt x="49" y="35872"/>
                    <a:pt x="924" y="40899"/>
                  </a:cubicBezTo>
                  <a:cubicBezTo>
                    <a:pt x="2187" y="48103"/>
                    <a:pt x="5360" y="48472"/>
                    <a:pt x="5997" y="48472"/>
                  </a:cubicBezTo>
                  <a:cubicBezTo>
                    <a:pt x="6070" y="48472"/>
                    <a:pt x="6109" y="48468"/>
                    <a:pt x="6109" y="48468"/>
                  </a:cubicBezTo>
                  <a:cubicBezTo>
                    <a:pt x="6004" y="46234"/>
                    <a:pt x="6454" y="25381"/>
                    <a:pt x="7848" y="16374"/>
                  </a:cubicBezTo>
                  <a:cubicBezTo>
                    <a:pt x="9243" y="7370"/>
                    <a:pt x="12632" y="4"/>
                    <a:pt x="12632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" name="Google Shape;5379;p73"/>
            <p:cNvSpPr/>
            <p:nvPr/>
          </p:nvSpPr>
          <p:spPr>
            <a:xfrm>
              <a:off x="2716287" y="2765115"/>
              <a:ext cx="232547" cy="852781"/>
            </a:xfrm>
            <a:custGeom>
              <a:avLst/>
              <a:gdLst/>
              <a:ahLst/>
              <a:cxnLst/>
              <a:rect l="l" t="t" r="r" b="b"/>
              <a:pathLst>
                <a:path w="13411" h="49180" extrusionOk="0">
                  <a:moveTo>
                    <a:pt x="12454" y="789"/>
                  </a:moveTo>
                  <a:lnTo>
                    <a:pt x="12454" y="789"/>
                  </a:lnTo>
                  <a:cubicBezTo>
                    <a:pt x="11639" y="2702"/>
                    <a:pt x="9061" y="9160"/>
                    <a:pt x="7902" y="16680"/>
                  </a:cubicBezTo>
                  <a:cubicBezTo>
                    <a:pt x="6584" y="25160"/>
                    <a:pt x="6086" y="44748"/>
                    <a:pt x="6146" y="48450"/>
                  </a:cubicBezTo>
                  <a:cubicBezTo>
                    <a:pt x="5814" y="48405"/>
                    <a:pt x="5250" y="48247"/>
                    <a:pt x="4618" y="47728"/>
                  </a:cubicBezTo>
                  <a:cubicBezTo>
                    <a:pt x="3657" y="46946"/>
                    <a:pt x="2376" y="45178"/>
                    <a:pt x="1683" y="41193"/>
                  </a:cubicBezTo>
                  <a:cubicBezTo>
                    <a:pt x="876" y="36592"/>
                    <a:pt x="714" y="31436"/>
                    <a:pt x="1185" y="25432"/>
                  </a:cubicBezTo>
                  <a:cubicBezTo>
                    <a:pt x="1424" y="22412"/>
                    <a:pt x="1825" y="19108"/>
                    <a:pt x="2413" y="15330"/>
                  </a:cubicBezTo>
                  <a:cubicBezTo>
                    <a:pt x="3386" y="9075"/>
                    <a:pt x="4882" y="5309"/>
                    <a:pt x="7273" y="3128"/>
                  </a:cubicBezTo>
                  <a:cubicBezTo>
                    <a:pt x="8635" y="1871"/>
                    <a:pt x="10338" y="1101"/>
                    <a:pt x="12454" y="789"/>
                  </a:cubicBezTo>
                  <a:close/>
                  <a:moveTo>
                    <a:pt x="13031" y="1"/>
                  </a:moveTo>
                  <a:cubicBezTo>
                    <a:pt x="13020" y="1"/>
                    <a:pt x="13009" y="1"/>
                    <a:pt x="12997" y="3"/>
                  </a:cubicBezTo>
                  <a:cubicBezTo>
                    <a:pt x="10427" y="270"/>
                    <a:pt x="8396" y="1121"/>
                    <a:pt x="6791" y="2609"/>
                  </a:cubicBezTo>
                  <a:cubicBezTo>
                    <a:pt x="4278" y="4904"/>
                    <a:pt x="2705" y="8795"/>
                    <a:pt x="1712" y="15225"/>
                  </a:cubicBezTo>
                  <a:cubicBezTo>
                    <a:pt x="1120" y="19015"/>
                    <a:pt x="718" y="22335"/>
                    <a:pt x="475" y="25375"/>
                  </a:cubicBezTo>
                  <a:cubicBezTo>
                    <a:pt x="1" y="31440"/>
                    <a:pt x="167" y="36653"/>
                    <a:pt x="978" y="41315"/>
                  </a:cubicBezTo>
                  <a:cubicBezTo>
                    <a:pt x="2275" y="48729"/>
                    <a:pt x="5595" y="49179"/>
                    <a:pt x="6390" y="49179"/>
                  </a:cubicBezTo>
                  <a:lnTo>
                    <a:pt x="6556" y="49175"/>
                  </a:lnTo>
                  <a:cubicBezTo>
                    <a:pt x="6738" y="49151"/>
                    <a:pt x="6872" y="48989"/>
                    <a:pt x="6868" y="48806"/>
                  </a:cubicBezTo>
                  <a:cubicBezTo>
                    <a:pt x="6754" y="46411"/>
                    <a:pt x="7237" y="25594"/>
                    <a:pt x="8603" y="16785"/>
                  </a:cubicBezTo>
                  <a:cubicBezTo>
                    <a:pt x="9973" y="7940"/>
                    <a:pt x="13322" y="582"/>
                    <a:pt x="13358" y="505"/>
                  </a:cubicBezTo>
                  <a:cubicBezTo>
                    <a:pt x="13411" y="388"/>
                    <a:pt x="13395" y="254"/>
                    <a:pt x="13322" y="148"/>
                  </a:cubicBezTo>
                  <a:cubicBezTo>
                    <a:pt x="13255" y="56"/>
                    <a:pt x="13145" y="1"/>
                    <a:pt x="1303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" name="Google Shape;5380;p73"/>
            <p:cNvSpPr/>
            <p:nvPr/>
          </p:nvSpPr>
          <p:spPr>
            <a:xfrm>
              <a:off x="2723258" y="2771271"/>
              <a:ext cx="219039" cy="840522"/>
            </a:xfrm>
            <a:custGeom>
              <a:avLst/>
              <a:gdLst/>
              <a:ahLst/>
              <a:cxnLst/>
              <a:rect l="l" t="t" r="r" b="b"/>
              <a:pathLst>
                <a:path w="12632" h="48473" extrusionOk="0">
                  <a:moveTo>
                    <a:pt x="12632" y="0"/>
                  </a:moveTo>
                  <a:cubicBezTo>
                    <a:pt x="10114" y="264"/>
                    <a:pt x="8160" y="1095"/>
                    <a:pt x="6628" y="2514"/>
                  </a:cubicBezTo>
                  <a:cubicBezTo>
                    <a:pt x="6875" y="2574"/>
                    <a:pt x="7111" y="2684"/>
                    <a:pt x="7317" y="2834"/>
                  </a:cubicBezTo>
                  <a:cubicBezTo>
                    <a:pt x="7929" y="3284"/>
                    <a:pt x="8079" y="4172"/>
                    <a:pt x="7897" y="4913"/>
                  </a:cubicBezTo>
                  <a:cubicBezTo>
                    <a:pt x="7715" y="5651"/>
                    <a:pt x="7269" y="6296"/>
                    <a:pt x="6875" y="6948"/>
                  </a:cubicBezTo>
                  <a:cubicBezTo>
                    <a:pt x="4086" y="11562"/>
                    <a:pt x="3697" y="17168"/>
                    <a:pt x="3146" y="22531"/>
                  </a:cubicBezTo>
                  <a:cubicBezTo>
                    <a:pt x="3026" y="23731"/>
                    <a:pt x="2481" y="25273"/>
                    <a:pt x="1339" y="25273"/>
                  </a:cubicBezTo>
                  <a:cubicBezTo>
                    <a:pt x="1288" y="25273"/>
                    <a:pt x="1237" y="25270"/>
                    <a:pt x="1184" y="25264"/>
                  </a:cubicBezTo>
                  <a:cubicBezTo>
                    <a:pt x="924" y="25231"/>
                    <a:pt x="677" y="25122"/>
                    <a:pt x="430" y="25049"/>
                  </a:cubicBezTo>
                  <a:lnTo>
                    <a:pt x="430" y="25049"/>
                  </a:lnTo>
                  <a:cubicBezTo>
                    <a:pt x="0" y="30566"/>
                    <a:pt x="49" y="35872"/>
                    <a:pt x="924" y="40899"/>
                  </a:cubicBezTo>
                  <a:cubicBezTo>
                    <a:pt x="2187" y="48103"/>
                    <a:pt x="5360" y="48472"/>
                    <a:pt x="5997" y="48472"/>
                  </a:cubicBezTo>
                  <a:cubicBezTo>
                    <a:pt x="6070" y="48472"/>
                    <a:pt x="6109" y="48468"/>
                    <a:pt x="6109" y="48468"/>
                  </a:cubicBezTo>
                  <a:cubicBezTo>
                    <a:pt x="6004" y="46234"/>
                    <a:pt x="6454" y="25381"/>
                    <a:pt x="7848" y="16374"/>
                  </a:cubicBezTo>
                  <a:cubicBezTo>
                    <a:pt x="9243" y="7370"/>
                    <a:pt x="12632" y="4"/>
                    <a:pt x="12632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" name="Google Shape;5381;p73"/>
            <p:cNvSpPr/>
            <p:nvPr/>
          </p:nvSpPr>
          <p:spPr>
            <a:xfrm>
              <a:off x="2809074" y="2821054"/>
              <a:ext cx="67158" cy="296427"/>
            </a:xfrm>
            <a:custGeom>
              <a:avLst/>
              <a:gdLst/>
              <a:ahLst/>
              <a:cxnLst/>
              <a:rect l="l" t="t" r="r" b="b"/>
              <a:pathLst>
                <a:path w="3873" h="17095" extrusionOk="0">
                  <a:moveTo>
                    <a:pt x="3811" y="1"/>
                  </a:moveTo>
                  <a:cubicBezTo>
                    <a:pt x="3763" y="1"/>
                    <a:pt x="3679" y="80"/>
                    <a:pt x="3613" y="202"/>
                  </a:cubicBezTo>
                  <a:cubicBezTo>
                    <a:pt x="2891" y="1438"/>
                    <a:pt x="2287" y="2744"/>
                    <a:pt x="1813" y="4094"/>
                  </a:cubicBezTo>
                  <a:cubicBezTo>
                    <a:pt x="1343" y="5448"/>
                    <a:pt x="970" y="6834"/>
                    <a:pt x="694" y="8237"/>
                  </a:cubicBezTo>
                  <a:cubicBezTo>
                    <a:pt x="431" y="9643"/>
                    <a:pt x="244" y="11062"/>
                    <a:pt x="139" y="12489"/>
                  </a:cubicBezTo>
                  <a:cubicBezTo>
                    <a:pt x="29" y="13912"/>
                    <a:pt x="1" y="15343"/>
                    <a:pt x="29" y="16766"/>
                  </a:cubicBezTo>
                  <a:cubicBezTo>
                    <a:pt x="37" y="16940"/>
                    <a:pt x="78" y="17090"/>
                    <a:pt x="139" y="17094"/>
                  </a:cubicBezTo>
                  <a:cubicBezTo>
                    <a:pt x="140" y="17094"/>
                    <a:pt x="142" y="17095"/>
                    <a:pt x="144" y="17095"/>
                  </a:cubicBezTo>
                  <a:cubicBezTo>
                    <a:pt x="202" y="17095"/>
                    <a:pt x="252" y="16955"/>
                    <a:pt x="260" y="16766"/>
                  </a:cubicBezTo>
                  <a:cubicBezTo>
                    <a:pt x="281" y="15347"/>
                    <a:pt x="345" y="13928"/>
                    <a:pt x="467" y="12517"/>
                  </a:cubicBezTo>
                  <a:cubicBezTo>
                    <a:pt x="581" y="11103"/>
                    <a:pt x="771" y="9696"/>
                    <a:pt x="1039" y="8306"/>
                  </a:cubicBezTo>
                  <a:cubicBezTo>
                    <a:pt x="1298" y="6911"/>
                    <a:pt x="1655" y="5537"/>
                    <a:pt x="2109" y="4195"/>
                  </a:cubicBezTo>
                  <a:cubicBezTo>
                    <a:pt x="2555" y="2853"/>
                    <a:pt x="3114" y="1548"/>
                    <a:pt x="3779" y="299"/>
                  </a:cubicBezTo>
                  <a:cubicBezTo>
                    <a:pt x="3848" y="166"/>
                    <a:pt x="3872" y="44"/>
                    <a:pt x="3832" y="7"/>
                  </a:cubicBezTo>
                  <a:cubicBezTo>
                    <a:pt x="3826" y="3"/>
                    <a:pt x="3819" y="1"/>
                    <a:pt x="3811" y="1"/>
                  </a:cubicBezTo>
                  <a:close/>
                </a:path>
              </a:pathLst>
            </a:custGeom>
            <a:solidFill>
              <a:srgbClr val="4F1E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" name="Google Shape;5382;p73"/>
            <p:cNvSpPr/>
            <p:nvPr/>
          </p:nvSpPr>
          <p:spPr>
            <a:xfrm>
              <a:off x="2795722" y="3142520"/>
              <a:ext cx="15138" cy="51465"/>
            </a:xfrm>
            <a:custGeom>
              <a:avLst/>
              <a:gdLst/>
              <a:ahLst/>
              <a:cxnLst/>
              <a:rect l="l" t="t" r="r" b="b"/>
              <a:pathLst>
                <a:path w="873" h="2968" extrusionOk="0">
                  <a:moveTo>
                    <a:pt x="737" y="1"/>
                  </a:moveTo>
                  <a:cubicBezTo>
                    <a:pt x="726" y="1"/>
                    <a:pt x="717" y="4"/>
                    <a:pt x="710" y="11"/>
                  </a:cubicBezTo>
                  <a:cubicBezTo>
                    <a:pt x="532" y="201"/>
                    <a:pt x="382" y="420"/>
                    <a:pt x="272" y="655"/>
                  </a:cubicBezTo>
                  <a:cubicBezTo>
                    <a:pt x="167" y="894"/>
                    <a:pt x="90" y="1146"/>
                    <a:pt x="41" y="1405"/>
                  </a:cubicBezTo>
                  <a:cubicBezTo>
                    <a:pt x="5" y="1665"/>
                    <a:pt x="1" y="1928"/>
                    <a:pt x="25" y="2192"/>
                  </a:cubicBezTo>
                  <a:cubicBezTo>
                    <a:pt x="53" y="2451"/>
                    <a:pt x="126" y="2702"/>
                    <a:pt x="240" y="2941"/>
                  </a:cubicBezTo>
                  <a:cubicBezTo>
                    <a:pt x="248" y="2957"/>
                    <a:pt x="273" y="2968"/>
                    <a:pt x="305" y="2968"/>
                  </a:cubicBezTo>
                  <a:cubicBezTo>
                    <a:pt x="322" y="2968"/>
                    <a:pt x="341" y="2965"/>
                    <a:pt x="361" y="2958"/>
                  </a:cubicBezTo>
                  <a:cubicBezTo>
                    <a:pt x="414" y="2937"/>
                    <a:pt x="463" y="2897"/>
                    <a:pt x="451" y="2864"/>
                  </a:cubicBezTo>
                  <a:cubicBezTo>
                    <a:pt x="402" y="2633"/>
                    <a:pt x="370" y="2398"/>
                    <a:pt x="353" y="2159"/>
                  </a:cubicBezTo>
                  <a:cubicBezTo>
                    <a:pt x="341" y="1928"/>
                    <a:pt x="353" y="1693"/>
                    <a:pt x="390" y="1462"/>
                  </a:cubicBezTo>
                  <a:cubicBezTo>
                    <a:pt x="418" y="1227"/>
                    <a:pt x="475" y="996"/>
                    <a:pt x="564" y="777"/>
                  </a:cubicBezTo>
                  <a:cubicBezTo>
                    <a:pt x="641" y="554"/>
                    <a:pt x="742" y="335"/>
                    <a:pt x="860" y="128"/>
                  </a:cubicBezTo>
                  <a:cubicBezTo>
                    <a:pt x="872" y="108"/>
                    <a:pt x="856" y="71"/>
                    <a:pt x="815" y="39"/>
                  </a:cubicBezTo>
                  <a:cubicBezTo>
                    <a:pt x="788" y="14"/>
                    <a:pt x="759" y="1"/>
                    <a:pt x="737" y="1"/>
                  </a:cubicBezTo>
                  <a:close/>
                </a:path>
              </a:pathLst>
            </a:custGeom>
            <a:solidFill>
              <a:srgbClr val="4F1E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" name="Google Shape;5383;p73"/>
            <p:cNvSpPr/>
            <p:nvPr/>
          </p:nvSpPr>
          <p:spPr>
            <a:xfrm>
              <a:off x="2499433" y="3147896"/>
              <a:ext cx="396271" cy="447441"/>
            </a:xfrm>
            <a:custGeom>
              <a:avLst/>
              <a:gdLst/>
              <a:ahLst/>
              <a:cxnLst/>
              <a:rect l="l" t="t" r="r" b="b"/>
              <a:pathLst>
                <a:path w="22853" h="25804" extrusionOk="0">
                  <a:moveTo>
                    <a:pt x="20136" y="1"/>
                  </a:moveTo>
                  <a:cubicBezTo>
                    <a:pt x="20116" y="219"/>
                    <a:pt x="20087" y="548"/>
                    <a:pt x="20063" y="892"/>
                  </a:cubicBezTo>
                  <a:cubicBezTo>
                    <a:pt x="19986" y="1788"/>
                    <a:pt x="19500" y="2595"/>
                    <a:pt x="18746" y="3081"/>
                  </a:cubicBezTo>
                  <a:cubicBezTo>
                    <a:pt x="18105" y="3499"/>
                    <a:pt x="17347" y="3973"/>
                    <a:pt x="16824" y="4257"/>
                  </a:cubicBezTo>
                  <a:cubicBezTo>
                    <a:pt x="16707" y="4318"/>
                    <a:pt x="16601" y="4379"/>
                    <a:pt x="16508" y="4415"/>
                  </a:cubicBezTo>
                  <a:cubicBezTo>
                    <a:pt x="15969" y="4662"/>
                    <a:pt x="14813" y="5007"/>
                    <a:pt x="13990" y="5242"/>
                  </a:cubicBezTo>
                  <a:cubicBezTo>
                    <a:pt x="13921" y="5262"/>
                    <a:pt x="13851" y="5271"/>
                    <a:pt x="13783" y="5271"/>
                  </a:cubicBezTo>
                  <a:cubicBezTo>
                    <a:pt x="13376" y="5271"/>
                    <a:pt x="13023" y="4938"/>
                    <a:pt x="13034" y="4504"/>
                  </a:cubicBezTo>
                  <a:cubicBezTo>
                    <a:pt x="13038" y="4006"/>
                    <a:pt x="13074" y="3527"/>
                    <a:pt x="13074" y="3527"/>
                  </a:cubicBezTo>
                  <a:lnTo>
                    <a:pt x="13074" y="3527"/>
                  </a:lnTo>
                  <a:cubicBezTo>
                    <a:pt x="10447" y="4512"/>
                    <a:pt x="8793" y="7910"/>
                    <a:pt x="6596" y="9969"/>
                  </a:cubicBezTo>
                  <a:cubicBezTo>
                    <a:pt x="6308" y="10236"/>
                    <a:pt x="5996" y="10480"/>
                    <a:pt x="5664" y="10694"/>
                  </a:cubicBezTo>
                  <a:cubicBezTo>
                    <a:pt x="4849" y="11238"/>
                    <a:pt x="3860" y="11732"/>
                    <a:pt x="2895" y="12142"/>
                  </a:cubicBezTo>
                  <a:cubicBezTo>
                    <a:pt x="2251" y="12421"/>
                    <a:pt x="1622" y="12657"/>
                    <a:pt x="1059" y="12855"/>
                  </a:cubicBezTo>
                  <a:cubicBezTo>
                    <a:pt x="455" y="15348"/>
                    <a:pt x="49" y="18486"/>
                    <a:pt x="13" y="21895"/>
                  </a:cubicBezTo>
                  <a:cubicBezTo>
                    <a:pt x="1" y="23322"/>
                    <a:pt x="9" y="24615"/>
                    <a:pt x="33" y="25803"/>
                  </a:cubicBezTo>
                  <a:cubicBezTo>
                    <a:pt x="905" y="25600"/>
                    <a:pt x="2218" y="25276"/>
                    <a:pt x="3487" y="24895"/>
                  </a:cubicBezTo>
                  <a:cubicBezTo>
                    <a:pt x="4188" y="24684"/>
                    <a:pt x="4987" y="24538"/>
                    <a:pt x="5887" y="24413"/>
                  </a:cubicBezTo>
                  <a:cubicBezTo>
                    <a:pt x="7772" y="24161"/>
                    <a:pt x="10123" y="24036"/>
                    <a:pt x="13074" y="23760"/>
                  </a:cubicBezTo>
                  <a:cubicBezTo>
                    <a:pt x="17436" y="23355"/>
                    <a:pt x="20087" y="21401"/>
                    <a:pt x="21283" y="19325"/>
                  </a:cubicBezTo>
                  <a:cubicBezTo>
                    <a:pt x="22479" y="17254"/>
                    <a:pt x="21936" y="16200"/>
                    <a:pt x="21936" y="16200"/>
                  </a:cubicBezTo>
                  <a:cubicBezTo>
                    <a:pt x="22471" y="15563"/>
                    <a:pt x="22767" y="14756"/>
                    <a:pt x="22779" y="13925"/>
                  </a:cubicBezTo>
                  <a:cubicBezTo>
                    <a:pt x="22783" y="12543"/>
                    <a:pt x="21936" y="11566"/>
                    <a:pt x="21936" y="11566"/>
                  </a:cubicBezTo>
                  <a:cubicBezTo>
                    <a:pt x="21936" y="11566"/>
                    <a:pt x="22852" y="10585"/>
                    <a:pt x="22771" y="8680"/>
                  </a:cubicBezTo>
                  <a:cubicBezTo>
                    <a:pt x="22690" y="6774"/>
                    <a:pt x="21936" y="5960"/>
                    <a:pt x="21936" y="5960"/>
                  </a:cubicBezTo>
                  <a:cubicBezTo>
                    <a:pt x="21936" y="5960"/>
                    <a:pt x="22374" y="4415"/>
                    <a:pt x="21936" y="2291"/>
                  </a:cubicBezTo>
                  <a:cubicBezTo>
                    <a:pt x="21502" y="167"/>
                    <a:pt x="20136" y="1"/>
                    <a:pt x="20136" y="1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" name="Google Shape;5384;p73"/>
            <p:cNvSpPr/>
            <p:nvPr/>
          </p:nvSpPr>
          <p:spPr>
            <a:xfrm>
              <a:off x="2493260" y="3140942"/>
              <a:ext cx="408340" cy="462111"/>
            </a:xfrm>
            <a:custGeom>
              <a:avLst/>
              <a:gdLst/>
              <a:ahLst/>
              <a:cxnLst/>
              <a:rect l="l" t="t" r="r" b="b"/>
              <a:pathLst>
                <a:path w="23549" h="26650" extrusionOk="0">
                  <a:moveTo>
                    <a:pt x="20808" y="892"/>
                  </a:moveTo>
                  <a:cubicBezTo>
                    <a:pt x="21165" y="1095"/>
                    <a:pt x="21704" y="1585"/>
                    <a:pt x="21943" y="2761"/>
                  </a:cubicBezTo>
                  <a:cubicBezTo>
                    <a:pt x="22349" y="4763"/>
                    <a:pt x="21951" y="6247"/>
                    <a:pt x="21947" y="6263"/>
                  </a:cubicBezTo>
                  <a:lnTo>
                    <a:pt x="21903" y="6450"/>
                  </a:lnTo>
                  <a:lnTo>
                    <a:pt x="22028" y="6600"/>
                  </a:lnTo>
                  <a:cubicBezTo>
                    <a:pt x="22041" y="6604"/>
                    <a:pt x="22701" y="7374"/>
                    <a:pt x="22774" y="9097"/>
                  </a:cubicBezTo>
                  <a:cubicBezTo>
                    <a:pt x="22843" y="10820"/>
                    <a:pt x="22065" y="11687"/>
                    <a:pt x="22033" y="11720"/>
                  </a:cubicBezTo>
                  <a:lnTo>
                    <a:pt x="21818" y="11955"/>
                  </a:lnTo>
                  <a:lnTo>
                    <a:pt x="22024" y="12198"/>
                  </a:lnTo>
                  <a:cubicBezTo>
                    <a:pt x="22033" y="12210"/>
                    <a:pt x="22782" y="13110"/>
                    <a:pt x="22778" y="14322"/>
                  </a:cubicBezTo>
                  <a:cubicBezTo>
                    <a:pt x="22774" y="15530"/>
                    <a:pt x="22045" y="16341"/>
                    <a:pt x="22033" y="16357"/>
                  </a:cubicBezTo>
                  <a:lnTo>
                    <a:pt x="21862" y="16540"/>
                  </a:lnTo>
                  <a:lnTo>
                    <a:pt x="21976" y="16763"/>
                  </a:lnTo>
                  <a:cubicBezTo>
                    <a:pt x="21984" y="16775"/>
                    <a:pt x="22397" y="17695"/>
                    <a:pt x="21331" y="19552"/>
                  </a:cubicBezTo>
                  <a:cubicBezTo>
                    <a:pt x="19973" y="21915"/>
                    <a:pt x="17079" y="23468"/>
                    <a:pt x="13394" y="23808"/>
                  </a:cubicBezTo>
                  <a:cubicBezTo>
                    <a:pt x="12283" y="23914"/>
                    <a:pt x="11262" y="23995"/>
                    <a:pt x="10313" y="24072"/>
                  </a:cubicBezTo>
                  <a:cubicBezTo>
                    <a:pt x="8736" y="24197"/>
                    <a:pt x="7378" y="24303"/>
                    <a:pt x="6198" y="24465"/>
                  </a:cubicBezTo>
                  <a:cubicBezTo>
                    <a:pt x="5189" y="24599"/>
                    <a:pt x="4411" y="24753"/>
                    <a:pt x="3742" y="24955"/>
                  </a:cubicBezTo>
                  <a:cubicBezTo>
                    <a:pt x="2671" y="25280"/>
                    <a:pt x="1577" y="25559"/>
                    <a:pt x="738" y="25758"/>
                  </a:cubicBezTo>
                  <a:cubicBezTo>
                    <a:pt x="718" y="24692"/>
                    <a:pt x="718" y="23561"/>
                    <a:pt x="726" y="22304"/>
                  </a:cubicBezTo>
                  <a:cubicBezTo>
                    <a:pt x="762" y="19171"/>
                    <a:pt x="1103" y="16142"/>
                    <a:pt x="1719" y="13532"/>
                  </a:cubicBezTo>
                  <a:cubicBezTo>
                    <a:pt x="2311" y="13313"/>
                    <a:pt x="2874" y="13094"/>
                    <a:pt x="3385" y="12871"/>
                  </a:cubicBezTo>
                  <a:cubicBezTo>
                    <a:pt x="4524" y="12385"/>
                    <a:pt x="5477" y="11890"/>
                    <a:pt x="6219" y="11391"/>
                  </a:cubicBezTo>
                  <a:cubicBezTo>
                    <a:pt x="6563" y="11164"/>
                    <a:pt x="6892" y="10909"/>
                    <a:pt x="7191" y="10625"/>
                  </a:cubicBezTo>
                  <a:cubicBezTo>
                    <a:pt x="7998" y="9875"/>
                    <a:pt x="8732" y="8943"/>
                    <a:pt x="9441" y="8043"/>
                  </a:cubicBezTo>
                  <a:cubicBezTo>
                    <a:pt x="10544" y="6648"/>
                    <a:pt x="11679" y="5209"/>
                    <a:pt x="13045" y="4492"/>
                  </a:cubicBezTo>
                  <a:lnTo>
                    <a:pt x="13045" y="4492"/>
                  </a:lnTo>
                  <a:cubicBezTo>
                    <a:pt x="13037" y="4617"/>
                    <a:pt x="13033" y="4759"/>
                    <a:pt x="13033" y="4897"/>
                  </a:cubicBezTo>
                  <a:cubicBezTo>
                    <a:pt x="13025" y="5246"/>
                    <a:pt x="13183" y="5582"/>
                    <a:pt x="13459" y="5797"/>
                  </a:cubicBezTo>
                  <a:cubicBezTo>
                    <a:pt x="13655" y="5948"/>
                    <a:pt x="13893" y="6027"/>
                    <a:pt x="14136" y="6027"/>
                  </a:cubicBezTo>
                  <a:cubicBezTo>
                    <a:pt x="14239" y="6027"/>
                    <a:pt x="14342" y="6013"/>
                    <a:pt x="14444" y="5984"/>
                  </a:cubicBezTo>
                  <a:cubicBezTo>
                    <a:pt x="15307" y="5736"/>
                    <a:pt x="16454" y="5396"/>
                    <a:pt x="17010" y="5144"/>
                  </a:cubicBezTo>
                  <a:lnTo>
                    <a:pt x="17350" y="4966"/>
                  </a:lnTo>
                  <a:cubicBezTo>
                    <a:pt x="17971" y="4634"/>
                    <a:pt x="18834" y="4078"/>
                    <a:pt x="19292" y="3782"/>
                  </a:cubicBezTo>
                  <a:cubicBezTo>
                    <a:pt x="20135" y="3231"/>
                    <a:pt x="20679" y="2327"/>
                    <a:pt x="20772" y="1322"/>
                  </a:cubicBezTo>
                  <a:lnTo>
                    <a:pt x="20808" y="892"/>
                  </a:lnTo>
                  <a:close/>
                  <a:moveTo>
                    <a:pt x="20168" y="0"/>
                  </a:moveTo>
                  <a:lnTo>
                    <a:pt x="20062" y="1265"/>
                  </a:lnTo>
                  <a:cubicBezTo>
                    <a:pt x="19993" y="2047"/>
                    <a:pt x="19568" y="2753"/>
                    <a:pt x="18907" y="3182"/>
                  </a:cubicBezTo>
                  <a:cubicBezTo>
                    <a:pt x="18137" y="3685"/>
                    <a:pt x="17448" y="4107"/>
                    <a:pt x="17014" y="4346"/>
                  </a:cubicBezTo>
                  <a:lnTo>
                    <a:pt x="16718" y="4496"/>
                  </a:lnTo>
                  <a:cubicBezTo>
                    <a:pt x="16317" y="4678"/>
                    <a:pt x="15437" y="4962"/>
                    <a:pt x="14245" y="5303"/>
                  </a:cubicBezTo>
                  <a:cubicBezTo>
                    <a:pt x="14210" y="5313"/>
                    <a:pt x="14174" y="5318"/>
                    <a:pt x="14139" y="5318"/>
                  </a:cubicBezTo>
                  <a:cubicBezTo>
                    <a:pt x="14051" y="5318"/>
                    <a:pt x="13966" y="5287"/>
                    <a:pt x="13897" y="5230"/>
                  </a:cubicBezTo>
                  <a:cubicBezTo>
                    <a:pt x="13795" y="5153"/>
                    <a:pt x="13738" y="5035"/>
                    <a:pt x="13742" y="4913"/>
                  </a:cubicBezTo>
                  <a:cubicBezTo>
                    <a:pt x="13751" y="4427"/>
                    <a:pt x="13783" y="3961"/>
                    <a:pt x="13783" y="3953"/>
                  </a:cubicBezTo>
                  <a:lnTo>
                    <a:pt x="13819" y="3401"/>
                  </a:lnTo>
                  <a:lnTo>
                    <a:pt x="13305" y="3596"/>
                  </a:lnTo>
                  <a:cubicBezTo>
                    <a:pt x="11521" y="4265"/>
                    <a:pt x="10183" y="5959"/>
                    <a:pt x="8886" y="7601"/>
                  </a:cubicBezTo>
                  <a:cubicBezTo>
                    <a:pt x="8189" y="8485"/>
                    <a:pt x="7471" y="9397"/>
                    <a:pt x="6705" y="10110"/>
                  </a:cubicBezTo>
                  <a:cubicBezTo>
                    <a:pt x="6433" y="10366"/>
                    <a:pt x="6137" y="10597"/>
                    <a:pt x="5825" y="10800"/>
                  </a:cubicBezTo>
                  <a:cubicBezTo>
                    <a:pt x="5120" y="11270"/>
                    <a:pt x="4208" y="11752"/>
                    <a:pt x="3109" y="12218"/>
                  </a:cubicBezTo>
                  <a:cubicBezTo>
                    <a:pt x="2554" y="12458"/>
                    <a:pt x="1946" y="12697"/>
                    <a:pt x="1297" y="12924"/>
                  </a:cubicBezTo>
                  <a:lnTo>
                    <a:pt x="1115" y="12989"/>
                  </a:lnTo>
                  <a:lnTo>
                    <a:pt x="1070" y="13175"/>
                  </a:lnTo>
                  <a:cubicBezTo>
                    <a:pt x="418" y="15883"/>
                    <a:pt x="53" y="19033"/>
                    <a:pt x="16" y="22292"/>
                  </a:cubicBezTo>
                  <a:cubicBezTo>
                    <a:pt x="0" y="23735"/>
                    <a:pt x="8" y="25020"/>
                    <a:pt x="36" y="26216"/>
                  </a:cubicBezTo>
                  <a:lnTo>
                    <a:pt x="49" y="26650"/>
                  </a:lnTo>
                  <a:lnTo>
                    <a:pt x="470" y="26553"/>
                  </a:lnTo>
                  <a:cubicBezTo>
                    <a:pt x="1350" y="26346"/>
                    <a:pt x="2659" y="26022"/>
                    <a:pt x="3944" y="25641"/>
                  </a:cubicBezTo>
                  <a:cubicBezTo>
                    <a:pt x="4581" y="25450"/>
                    <a:pt x="5327" y="25296"/>
                    <a:pt x="6287" y="25170"/>
                  </a:cubicBezTo>
                  <a:cubicBezTo>
                    <a:pt x="7455" y="25012"/>
                    <a:pt x="8809" y="24903"/>
                    <a:pt x="10370" y="24781"/>
                  </a:cubicBezTo>
                  <a:cubicBezTo>
                    <a:pt x="11322" y="24704"/>
                    <a:pt x="12352" y="24619"/>
                    <a:pt x="13459" y="24518"/>
                  </a:cubicBezTo>
                  <a:cubicBezTo>
                    <a:pt x="17375" y="24153"/>
                    <a:pt x="20468" y="22475"/>
                    <a:pt x="21947" y="19904"/>
                  </a:cubicBezTo>
                  <a:cubicBezTo>
                    <a:pt x="22924" y="18202"/>
                    <a:pt x="22819" y="17123"/>
                    <a:pt x="22693" y="16674"/>
                  </a:cubicBezTo>
                  <a:cubicBezTo>
                    <a:pt x="23200" y="15997"/>
                    <a:pt x="23480" y="15174"/>
                    <a:pt x="23488" y="14326"/>
                  </a:cubicBezTo>
                  <a:cubicBezTo>
                    <a:pt x="23492" y="13220"/>
                    <a:pt x="23014" y="12364"/>
                    <a:pt x="22738" y="11971"/>
                  </a:cubicBezTo>
                  <a:cubicBezTo>
                    <a:pt x="23026" y="11545"/>
                    <a:pt x="23549" y="10637"/>
                    <a:pt x="23484" y="9073"/>
                  </a:cubicBezTo>
                  <a:cubicBezTo>
                    <a:pt x="23419" y="7508"/>
                    <a:pt x="22916" y="6616"/>
                    <a:pt x="22677" y="6276"/>
                  </a:cubicBezTo>
                  <a:cubicBezTo>
                    <a:pt x="22778" y="5797"/>
                    <a:pt x="23001" y="4411"/>
                    <a:pt x="22641" y="2623"/>
                  </a:cubicBezTo>
                  <a:cubicBezTo>
                    <a:pt x="22162" y="276"/>
                    <a:pt x="20602" y="57"/>
                    <a:pt x="20533" y="49"/>
                  </a:cubicBezTo>
                  <a:lnTo>
                    <a:pt x="20168" y="0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" name="Google Shape;5385;p73"/>
            <p:cNvSpPr/>
            <p:nvPr/>
          </p:nvSpPr>
          <p:spPr>
            <a:xfrm>
              <a:off x="2499433" y="3147896"/>
              <a:ext cx="396271" cy="447441"/>
            </a:xfrm>
            <a:custGeom>
              <a:avLst/>
              <a:gdLst/>
              <a:ahLst/>
              <a:cxnLst/>
              <a:rect l="l" t="t" r="r" b="b"/>
              <a:pathLst>
                <a:path w="22853" h="25804" extrusionOk="0">
                  <a:moveTo>
                    <a:pt x="20136" y="1"/>
                  </a:moveTo>
                  <a:cubicBezTo>
                    <a:pt x="20116" y="219"/>
                    <a:pt x="20087" y="548"/>
                    <a:pt x="20063" y="892"/>
                  </a:cubicBezTo>
                  <a:cubicBezTo>
                    <a:pt x="19986" y="1788"/>
                    <a:pt x="19500" y="2595"/>
                    <a:pt x="18746" y="3081"/>
                  </a:cubicBezTo>
                  <a:cubicBezTo>
                    <a:pt x="18105" y="3495"/>
                    <a:pt x="17347" y="3973"/>
                    <a:pt x="16824" y="4257"/>
                  </a:cubicBezTo>
                  <a:cubicBezTo>
                    <a:pt x="16585" y="6665"/>
                    <a:pt x="16617" y="9024"/>
                    <a:pt x="16171" y="11469"/>
                  </a:cubicBezTo>
                  <a:cubicBezTo>
                    <a:pt x="15726" y="13909"/>
                    <a:pt x="14716" y="16358"/>
                    <a:pt x="12795" y="17922"/>
                  </a:cubicBezTo>
                  <a:cubicBezTo>
                    <a:pt x="10561" y="19747"/>
                    <a:pt x="7500" y="20087"/>
                    <a:pt x="4630" y="20355"/>
                  </a:cubicBezTo>
                  <a:cubicBezTo>
                    <a:pt x="4415" y="20374"/>
                    <a:pt x="4190" y="20389"/>
                    <a:pt x="3965" y="20389"/>
                  </a:cubicBezTo>
                  <a:cubicBezTo>
                    <a:pt x="3300" y="20389"/>
                    <a:pt x="2643" y="20260"/>
                    <a:pt x="2279" y="19739"/>
                  </a:cubicBezTo>
                  <a:cubicBezTo>
                    <a:pt x="1055" y="17991"/>
                    <a:pt x="2315" y="14801"/>
                    <a:pt x="2895" y="12142"/>
                  </a:cubicBezTo>
                  <a:lnTo>
                    <a:pt x="2895" y="12142"/>
                  </a:lnTo>
                  <a:cubicBezTo>
                    <a:pt x="2251" y="12421"/>
                    <a:pt x="1622" y="12657"/>
                    <a:pt x="1059" y="12855"/>
                  </a:cubicBezTo>
                  <a:cubicBezTo>
                    <a:pt x="455" y="15348"/>
                    <a:pt x="49" y="18486"/>
                    <a:pt x="13" y="21895"/>
                  </a:cubicBezTo>
                  <a:cubicBezTo>
                    <a:pt x="1" y="23322"/>
                    <a:pt x="9" y="24615"/>
                    <a:pt x="33" y="25803"/>
                  </a:cubicBezTo>
                  <a:cubicBezTo>
                    <a:pt x="905" y="25600"/>
                    <a:pt x="2218" y="25276"/>
                    <a:pt x="3487" y="24895"/>
                  </a:cubicBezTo>
                  <a:cubicBezTo>
                    <a:pt x="4188" y="24684"/>
                    <a:pt x="4987" y="24538"/>
                    <a:pt x="5887" y="24413"/>
                  </a:cubicBezTo>
                  <a:cubicBezTo>
                    <a:pt x="7772" y="24161"/>
                    <a:pt x="10123" y="24036"/>
                    <a:pt x="13074" y="23760"/>
                  </a:cubicBezTo>
                  <a:cubicBezTo>
                    <a:pt x="17436" y="23355"/>
                    <a:pt x="20087" y="21401"/>
                    <a:pt x="21283" y="19325"/>
                  </a:cubicBezTo>
                  <a:cubicBezTo>
                    <a:pt x="22479" y="17254"/>
                    <a:pt x="21936" y="16200"/>
                    <a:pt x="21936" y="16200"/>
                  </a:cubicBezTo>
                  <a:cubicBezTo>
                    <a:pt x="22471" y="15563"/>
                    <a:pt x="22767" y="14756"/>
                    <a:pt x="22779" y="13925"/>
                  </a:cubicBezTo>
                  <a:cubicBezTo>
                    <a:pt x="22783" y="12543"/>
                    <a:pt x="21936" y="11566"/>
                    <a:pt x="21936" y="11566"/>
                  </a:cubicBezTo>
                  <a:cubicBezTo>
                    <a:pt x="21936" y="11566"/>
                    <a:pt x="22852" y="10585"/>
                    <a:pt x="22771" y="8680"/>
                  </a:cubicBezTo>
                  <a:cubicBezTo>
                    <a:pt x="22690" y="6774"/>
                    <a:pt x="21936" y="5960"/>
                    <a:pt x="21936" y="5960"/>
                  </a:cubicBezTo>
                  <a:cubicBezTo>
                    <a:pt x="21936" y="5960"/>
                    <a:pt x="22374" y="4415"/>
                    <a:pt x="21936" y="2291"/>
                  </a:cubicBezTo>
                  <a:cubicBezTo>
                    <a:pt x="21502" y="167"/>
                    <a:pt x="20136" y="1"/>
                    <a:pt x="20136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" name="Google Shape;5386;p73"/>
            <p:cNvSpPr/>
            <p:nvPr/>
          </p:nvSpPr>
          <p:spPr>
            <a:xfrm>
              <a:off x="2657661" y="3495320"/>
              <a:ext cx="145535" cy="29946"/>
            </a:xfrm>
            <a:custGeom>
              <a:avLst/>
              <a:gdLst/>
              <a:ahLst/>
              <a:cxnLst/>
              <a:rect l="l" t="t" r="r" b="b"/>
              <a:pathLst>
                <a:path w="8393" h="1727" extrusionOk="0">
                  <a:moveTo>
                    <a:pt x="8262" y="1"/>
                  </a:moveTo>
                  <a:cubicBezTo>
                    <a:pt x="8228" y="1"/>
                    <a:pt x="8190" y="11"/>
                    <a:pt x="8153" y="31"/>
                  </a:cubicBezTo>
                  <a:cubicBezTo>
                    <a:pt x="7573" y="388"/>
                    <a:pt x="6945" y="667"/>
                    <a:pt x="6296" y="866"/>
                  </a:cubicBezTo>
                  <a:cubicBezTo>
                    <a:pt x="5640" y="1069"/>
                    <a:pt x="4967" y="1202"/>
                    <a:pt x="4290" y="1279"/>
                  </a:cubicBezTo>
                  <a:cubicBezTo>
                    <a:pt x="3605" y="1361"/>
                    <a:pt x="2916" y="1405"/>
                    <a:pt x="2226" y="1409"/>
                  </a:cubicBezTo>
                  <a:cubicBezTo>
                    <a:pt x="1767" y="1420"/>
                    <a:pt x="1306" y="1422"/>
                    <a:pt x="843" y="1422"/>
                  </a:cubicBezTo>
                  <a:cubicBezTo>
                    <a:pt x="611" y="1422"/>
                    <a:pt x="379" y="1421"/>
                    <a:pt x="147" y="1421"/>
                  </a:cubicBezTo>
                  <a:cubicBezTo>
                    <a:pt x="74" y="1421"/>
                    <a:pt x="13" y="1454"/>
                    <a:pt x="5" y="1506"/>
                  </a:cubicBezTo>
                  <a:cubicBezTo>
                    <a:pt x="1" y="1555"/>
                    <a:pt x="58" y="1608"/>
                    <a:pt x="139" y="1612"/>
                  </a:cubicBezTo>
                  <a:cubicBezTo>
                    <a:pt x="832" y="1669"/>
                    <a:pt x="1525" y="1713"/>
                    <a:pt x="2226" y="1725"/>
                  </a:cubicBezTo>
                  <a:cubicBezTo>
                    <a:pt x="2297" y="1726"/>
                    <a:pt x="2367" y="1727"/>
                    <a:pt x="2437" y="1727"/>
                  </a:cubicBezTo>
                  <a:cubicBezTo>
                    <a:pt x="3068" y="1727"/>
                    <a:pt x="3699" y="1694"/>
                    <a:pt x="4330" y="1628"/>
                  </a:cubicBezTo>
                  <a:cubicBezTo>
                    <a:pt x="5032" y="1547"/>
                    <a:pt x="5725" y="1397"/>
                    <a:pt x="6398" y="1182"/>
                  </a:cubicBezTo>
                  <a:cubicBezTo>
                    <a:pt x="7067" y="959"/>
                    <a:pt x="7703" y="635"/>
                    <a:pt x="8283" y="225"/>
                  </a:cubicBezTo>
                  <a:cubicBezTo>
                    <a:pt x="8352" y="173"/>
                    <a:pt x="8392" y="104"/>
                    <a:pt x="8356" y="47"/>
                  </a:cubicBezTo>
                  <a:cubicBezTo>
                    <a:pt x="8338" y="16"/>
                    <a:pt x="8303" y="1"/>
                    <a:pt x="826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" name="Google Shape;5387;p73"/>
            <p:cNvSpPr/>
            <p:nvPr/>
          </p:nvSpPr>
          <p:spPr>
            <a:xfrm>
              <a:off x="2685717" y="3466761"/>
              <a:ext cx="106502" cy="26946"/>
            </a:xfrm>
            <a:custGeom>
              <a:avLst/>
              <a:gdLst/>
              <a:ahLst/>
              <a:cxnLst/>
              <a:rect l="l" t="t" r="r" b="b"/>
              <a:pathLst>
                <a:path w="6142" h="1554" extrusionOk="0">
                  <a:moveTo>
                    <a:pt x="6013" y="0"/>
                  </a:moveTo>
                  <a:cubicBezTo>
                    <a:pt x="5993" y="0"/>
                    <a:pt x="5974" y="5"/>
                    <a:pt x="5955" y="16"/>
                  </a:cubicBezTo>
                  <a:cubicBezTo>
                    <a:pt x="5505" y="247"/>
                    <a:pt x="5043" y="446"/>
                    <a:pt x="4569" y="620"/>
                  </a:cubicBezTo>
                  <a:cubicBezTo>
                    <a:pt x="4099" y="794"/>
                    <a:pt x="3616" y="932"/>
                    <a:pt x="3122" y="1029"/>
                  </a:cubicBezTo>
                  <a:cubicBezTo>
                    <a:pt x="2631" y="1143"/>
                    <a:pt x="2133" y="1212"/>
                    <a:pt x="1630" y="1236"/>
                  </a:cubicBezTo>
                  <a:cubicBezTo>
                    <a:pt x="1363" y="1255"/>
                    <a:pt x="1095" y="1264"/>
                    <a:pt x="826" y="1264"/>
                  </a:cubicBezTo>
                  <a:cubicBezTo>
                    <a:pt x="590" y="1264"/>
                    <a:pt x="354" y="1257"/>
                    <a:pt x="118" y="1244"/>
                  </a:cubicBezTo>
                  <a:cubicBezTo>
                    <a:pt x="115" y="1244"/>
                    <a:pt x="111" y="1244"/>
                    <a:pt x="108" y="1244"/>
                  </a:cubicBezTo>
                  <a:cubicBezTo>
                    <a:pt x="60" y="1244"/>
                    <a:pt x="20" y="1272"/>
                    <a:pt x="8" y="1317"/>
                  </a:cubicBezTo>
                  <a:cubicBezTo>
                    <a:pt x="0" y="1374"/>
                    <a:pt x="41" y="1423"/>
                    <a:pt x="98" y="1431"/>
                  </a:cubicBezTo>
                  <a:cubicBezTo>
                    <a:pt x="562" y="1512"/>
                    <a:pt x="1037" y="1553"/>
                    <a:pt x="1512" y="1553"/>
                  </a:cubicBezTo>
                  <a:cubicBezTo>
                    <a:pt x="1556" y="1553"/>
                    <a:pt x="1599" y="1553"/>
                    <a:pt x="1642" y="1552"/>
                  </a:cubicBezTo>
                  <a:cubicBezTo>
                    <a:pt x="2161" y="1536"/>
                    <a:pt x="2680" y="1479"/>
                    <a:pt x="3191" y="1378"/>
                  </a:cubicBezTo>
                  <a:cubicBezTo>
                    <a:pt x="3702" y="1268"/>
                    <a:pt x="4200" y="1118"/>
                    <a:pt x="4687" y="928"/>
                  </a:cubicBezTo>
                  <a:cubicBezTo>
                    <a:pt x="5169" y="733"/>
                    <a:pt x="5631" y="494"/>
                    <a:pt x="6065" y="210"/>
                  </a:cubicBezTo>
                  <a:cubicBezTo>
                    <a:pt x="6118" y="182"/>
                    <a:pt x="6142" y="117"/>
                    <a:pt x="6118" y="60"/>
                  </a:cubicBezTo>
                  <a:cubicBezTo>
                    <a:pt x="6093" y="22"/>
                    <a:pt x="6053" y="0"/>
                    <a:pt x="601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" name="Google Shape;5388;p73"/>
            <p:cNvSpPr/>
            <p:nvPr/>
          </p:nvSpPr>
          <p:spPr>
            <a:xfrm>
              <a:off x="2753412" y="3429948"/>
              <a:ext cx="45847" cy="23756"/>
            </a:xfrm>
            <a:custGeom>
              <a:avLst/>
              <a:gdLst/>
              <a:ahLst/>
              <a:cxnLst/>
              <a:rect l="l" t="t" r="r" b="b"/>
              <a:pathLst>
                <a:path w="2644" h="1370" extrusionOk="0">
                  <a:moveTo>
                    <a:pt x="2526" y="0"/>
                  </a:moveTo>
                  <a:cubicBezTo>
                    <a:pt x="2522" y="0"/>
                    <a:pt x="2517" y="1"/>
                    <a:pt x="2514" y="2"/>
                  </a:cubicBezTo>
                  <a:cubicBezTo>
                    <a:pt x="2299" y="75"/>
                    <a:pt x="2080" y="157"/>
                    <a:pt x="1869" y="250"/>
                  </a:cubicBezTo>
                  <a:lnTo>
                    <a:pt x="1241" y="534"/>
                  </a:lnTo>
                  <a:lnTo>
                    <a:pt x="624" y="846"/>
                  </a:lnTo>
                  <a:cubicBezTo>
                    <a:pt x="418" y="951"/>
                    <a:pt x="219" y="1069"/>
                    <a:pt x="25" y="1198"/>
                  </a:cubicBezTo>
                  <a:cubicBezTo>
                    <a:pt x="4" y="1206"/>
                    <a:pt x="0" y="1251"/>
                    <a:pt x="20" y="1296"/>
                  </a:cubicBezTo>
                  <a:cubicBezTo>
                    <a:pt x="39" y="1339"/>
                    <a:pt x="73" y="1370"/>
                    <a:pt x="95" y="1370"/>
                  </a:cubicBezTo>
                  <a:cubicBezTo>
                    <a:pt x="97" y="1370"/>
                    <a:pt x="99" y="1369"/>
                    <a:pt x="102" y="1369"/>
                  </a:cubicBezTo>
                  <a:cubicBezTo>
                    <a:pt x="325" y="1300"/>
                    <a:pt x="543" y="1215"/>
                    <a:pt x="758" y="1129"/>
                  </a:cubicBezTo>
                  <a:lnTo>
                    <a:pt x="1391" y="850"/>
                  </a:lnTo>
                  <a:lnTo>
                    <a:pt x="2007" y="546"/>
                  </a:lnTo>
                  <a:cubicBezTo>
                    <a:pt x="2218" y="440"/>
                    <a:pt x="2412" y="331"/>
                    <a:pt x="2611" y="209"/>
                  </a:cubicBezTo>
                  <a:cubicBezTo>
                    <a:pt x="2635" y="193"/>
                    <a:pt x="2643" y="140"/>
                    <a:pt x="2615" y="88"/>
                  </a:cubicBezTo>
                  <a:cubicBezTo>
                    <a:pt x="2594" y="38"/>
                    <a:pt x="2556" y="0"/>
                    <a:pt x="252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" name="Google Shape;5389;p73"/>
            <p:cNvSpPr/>
            <p:nvPr/>
          </p:nvSpPr>
          <p:spPr>
            <a:xfrm>
              <a:off x="2535778" y="3539294"/>
              <a:ext cx="94555" cy="23253"/>
            </a:xfrm>
            <a:custGeom>
              <a:avLst/>
              <a:gdLst/>
              <a:ahLst/>
              <a:cxnLst/>
              <a:rect l="l" t="t" r="r" b="b"/>
              <a:pathLst>
                <a:path w="5453" h="1341" extrusionOk="0">
                  <a:moveTo>
                    <a:pt x="3985" y="0"/>
                  </a:moveTo>
                  <a:cubicBezTo>
                    <a:pt x="3519" y="4"/>
                    <a:pt x="3057" y="45"/>
                    <a:pt x="2603" y="126"/>
                  </a:cubicBezTo>
                  <a:cubicBezTo>
                    <a:pt x="2149" y="215"/>
                    <a:pt x="1703" y="349"/>
                    <a:pt x="1273" y="515"/>
                  </a:cubicBezTo>
                  <a:cubicBezTo>
                    <a:pt x="844" y="689"/>
                    <a:pt x="434" y="908"/>
                    <a:pt x="53" y="1168"/>
                  </a:cubicBezTo>
                  <a:cubicBezTo>
                    <a:pt x="13" y="1196"/>
                    <a:pt x="1" y="1249"/>
                    <a:pt x="21" y="1289"/>
                  </a:cubicBezTo>
                  <a:cubicBezTo>
                    <a:pt x="40" y="1323"/>
                    <a:pt x="74" y="1341"/>
                    <a:pt x="108" y="1341"/>
                  </a:cubicBezTo>
                  <a:cubicBezTo>
                    <a:pt x="124" y="1341"/>
                    <a:pt x="140" y="1337"/>
                    <a:pt x="155" y="1330"/>
                  </a:cubicBezTo>
                  <a:cubicBezTo>
                    <a:pt x="552" y="1131"/>
                    <a:pt x="961" y="957"/>
                    <a:pt x="1379" y="811"/>
                  </a:cubicBezTo>
                  <a:cubicBezTo>
                    <a:pt x="1796" y="661"/>
                    <a:pt x="2230" y="547"/>
                    <a:pt x="2668" y="474"/>
                  </a:cubicBezTo>
                  <a:cubicBezTo>
                    <a:pt x="3102" y="385"/>
                    <a:pt x="3544" y="341"/>
                    <a:pt x="3990" y="333"/>
                  </a:cubicBezTo>
                  <a:cubicBezTo>
                    <a:pt x="4099" y="329"/>
                    <a:pt x="4209" y="327"/>
                    <a:pt x="4319" y="327"/>
                  </a:cubicBezTo>
                  <a:cubicBezTo>
                    <a:pt x="4655" y="327"/>
                    <a:pt x="4990" y="346"/>
                    <a:pt x="5323" y="385"/>
                  </a:cubicBezTo>
                  <a:cubicBezTo>
                    <a:pt x="5380" y="385"/>
                    <a:pt x="5429" y="349"/>
                    <a:pt x="5441" y="292"/>
                  </a:cubicBezTo>
                  <a:cubicBezTo>
                    <a:pt x="5453" y="231"/>
                    <a:pt x="5416" y="174"/>
                    <a:pt x="5360" y="162"/>
                  </a:cubicBezTo>
                  <a:cubicBezTo>
                    <a:pt x="4906" y="57"/>
                    <a:pt x="4448" y="0"/>
                    <a:pt x="398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" name="Google Shape;5390;p73"/>
            <p:cNvSpPr/>
            <p:nvPr/>
          </p:nvSpPr>
          <p:spPr>
            <a:xfrm>
              <a:off x="2789462" y="2690328"/>
              <a:ext cx="1096668" cy="1550387"/>
            </a:xfrm>
            <a:custGeom>
              <a:avLst/>
              <a:gdLst/>
              <a:ahLst/>
              <a:cxnLst/>
              <a:rect l="l" t="t" r="r" b="b"/>
              <a:pathLst>
                <a:path w="63245" h="89411" extrusionOk="0">
                  <a:moveTo>
                    <a:pt x="29877" y="1"/>
                  </a:moveTo>
                  <a:cubicBezTo>
                    <a:pt x="21249" y="1"/>
                    <a:pt x="14014" y="1807"/>
                    <a:pt x="10484" y="4344"/>
                  </a:cubicBezTo>
                  <a:cubicBezTo>
                    <a:pt x="8757" y="5588"/>
                    <a:pt x="7371" y="7465"/>
                    <a:pt x="6260" y="9735"/>
                  </a:cubicBezTo>
                  <a:cubicBezTo>
                    <a:pt x="3978" y="14414"/>
                    <a:pt x="2851" y="20770"/>
                    <a:pt x="2247" y="26798"/>
                  </a:cubicBezTo>
                  <a:cubicBezTo>
                    <a:pt x="1351" y="35757"/>
                    <a:pt x="2162" y="47853"/>
                    <a:pt x="1707" y="56002"/>
                  </a:cubicBezTo>
                  <a:cubicBezTo>
                    <a:pt x="1258" y="64150"/>
                    <a:pt x="1614" y="74896"/>
                    <a:pt x="1797" y="75525"/>
                  </a:cubicBezTo>
                  <a:cubicBezTo>
                    <a:pt x="1979" y="76153"/>
                    <a:pt x="1" y="80097"/>
                    <a:pt x="1797" y="82335"/>
                  </a:cubicBezTo>
                  <a:cubicBezTo>
                    <a:pt x="3588" y="84577"/>
                    <a:pt x="12458" y="89324"/>
                    <a:pt x="25443" y="89409"/>
                  </a:cubicBezTo>
                  <a:cubicBezTo>
                    <a:pt x="25579" y="89410"/>
                    <a:pt x="25715" y="89411"/>
                    <a:pt x="25853" y="89411"/>
                  </a:cubicBezTo>
                  <a:cubicBezTo>
                    <a:pt x="33566" y="89411"/>
                    <a:pt x="43646" y="87860"/>
                    <a:pt x="50820" y="86223"/>
                  </a:cubicBezTo>
                  <a:cubicBezTo>
                    <a:pt x="55733" y="85108"/>
                    <a:pt x="59272" y="83953"/>
                    <a:pt x="59746" y="83231"/>
                  </a:cubicBezTo>
                  <a:cubicBezTo>
                    <a:pt x="60824" y="81565"/>
                    <a:pt x="60605" y="80604"/>
                    <a:pt x="60439" y="75525"/>
                  </a:cubicBezTo>
                  <a:cubicBezTo>
                    <a:pt x="60423" y="75136"/>
                    <a:pt x="60403" y="74714"/>
                    <a:pt x="60378" y="74272"/>
                  </a:cubicBezTo>
                  <a:cubicBezTo>
                    <a:pt x="60018" y="68098"/>
                    <a:pt x="62527" y="60120"/>
                    <a:pt x="62888" y="47403"/>
                  </a:cubicBezTo>
                  <a:cubicBezTo>
                    <a:pt x="63245" y="34679"/>
                    <a:pt x="62349" y="18289"/>
                    <a:pt x="57691" y="11507"/>
                  </a:cubicBezTo>
                  <a:cubicBezTo>
                    <a:pt x="53037" y="4721"/>
                    <a:pt x="47954" y="2451"/>
                    <a:pt x="43539" y="1482"/>
                  </a:cubicBezTo>
                  <a:cubicBezTo>
                    <a:pt x="38829" y="450"/>
                    <a:pt x="34180" y="1"/>
                    <a:pt x="29877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" name="Google Shape;5391;p73"/>
            <p:cNvSpPr/>
            <p:nvPr/>
          </p:nvSpPr>
          <p:spPr>
            <a:xfrm>
              <a:off x="2791439" y="2683860"/>
              <a:ext cx="1098628" cy="1563080"/>
            </a:xfrm>
            <a:custGeom>
              <a:avLst/>
              <a:gdLst/>
              <a:ahLst/>
              <a:cxnLst/>
              <a:rect l="l" t="t" r="r" b="b"/>
              <a:pathLst>
                <a:path w="63358" h="90143" extrusionOk="0">
                  <a:moveTo>
                    <a:pt x="29565" y="777"/>
                  </a:moveTo>
                  <a:cubicBezTo>
                    <a:pt x="34316" y="777"/>
                    <a:pt x="39152" y="1283"/>
                    <a:pt x="43348" y="2195"/>
                  </a:cubicBezTo>
                  <a:cubicBezTo>
                    <a:pt x="46968" y="2990"/>
                    <a:pt x="52343" y="4875"/>
                    <a:pt x="57285" y="12071"/>
                  </a:cubicBezTo>
                  <a:cubicBezTo>
                    <a:pt x="59056" y="14657"/>
                    <a:pt x="63106" y="23304"/>
                    <a:pt x="62417" y="47760"/>
                  </a:cubicBezTo>
                  <a:cubicBezTo>
                    <a:pt x="62231" y="54364"/>
                    <a:pt x="61448" y="59784"/>
                    <a:pt x="60820" y="64142"/>
                  </a:cubicBezTo>
                  <a:cubicBezTo>
                    <a:pt x="60212" y="68350"/>
                    <a:pt x="59737" y="71662"/>
                    <a:pt x="59908" y="74661"/>
                  </a:cubicBezTo>
                  <a:cubicBezTo>
                    <a:pt x="59936" y="75103"/>
                    <a:pt x="59956" y="75521"/>
                    <a:pt x="59964" y="75910"/>
                  </a:cubicBezTo>
                  <a:cubicBezTo>
                    <a:pt x="59989" y="76595"/>
                    <a:pt x="60017" y="77207"/>
                    <a:pt x="60037" y="77754"/>
                  </a:cubicBezTo>
                  <a:cubicBezTo>
                    <a:pt x="60171" y="81233"/>
                    <a:pt x="60204" y="82060"/>
                    <a:pt x="59332" y="83409"/>
                  </a:cubicBezTo>
                  <a:cubicBezTo>
                    <a:pt x="59012" y="83896"/>
                    <a:pt x="56154" y="84990"/>
                    <a:pt x="50624" y="86247"/>
                  </a:cubicBezTo>
                  <a:cubicBezTo>
                    <a:pt x="44146" y="87727"/>
                    <a:pt x="33793" y="89429"/>
                    <a:pt x="25714" y="89429"/>
                  </a:cubicBezTo>
                  <a:lnTo>
                    <a:pt x="25337" y="89429"/>
                  </a:lnTo>
                  <a:cubicBezTo>
                    <a:pt x="12831" y="89344"/>
                    <a:pt x="3803" y="84792"/>
                    <a:pt x="1958" y="82485"/>
                  </a:cubicBezTo>
                  <a:cubicBezTo>
                    <a:pt x="779" y="81006"/>
                    <a:pt x="1423" y="78606"/>
                    <a:pt x="1808" y="77171"/>
                  </a:cubicBezTo>
                  <a:cubicBezTo>
                    <a:pt x="2011" y="76404"/>
                    <a:pt x="2096" y="76060"/>
                    <a:pt x="2027" y="75809"/>
                  </a:cubicBezTo>
                  <a:cubicBezTo>
                    <a:pt x="1857" y="75140"/>
                    <a:pt x="1504" y="64446"/>
                    <a:pt x="1950" y="56395"/>
                  </a:cubicBezTo>
                  <a:cubicBezTo>
                    <a:pt x="2137" y="52945"/>
                    <a:pt x="2100" y="48839"/>
                    <a:pt x="2064" y="44485"/>
                  </a:cubicBezTo>
                  <a:cubicBezTo>
                    <a:pt x="2019" y="38534"/>
                    <a:pt x="1970" y="32372"/>
                    <a:pt x="2481" y="27207"/>
                  </a:cubicBezTo>
                  <a:cubicBezTo>
                    <a:pt x="3227" y="19773"/>
                    <a:pt x="4528" y="14231"/>
                    <a:pt x="6466" y="10267"/>
                  </a:cubicBezTo>
                  <a:cubicBezTo>
                    <a:pt x="7613" y="7911"/>
                    <a:pt x="9004" y="6144"/>
                    <a:pt x="10581" y="5009"/>
                  </a:cubicBezTo>
                  <a:cubicBezTo>
                    <a:pt x="14675" y="2066"/>
                    <a:pt x="22000" y="777"/>
                    <a:pt x="29565" y="777"/>
                  </a:cubicBezTo>
                  <a:close/>
                  <a:moveTo>
                    <a:pt x="29705" y="0"/>
                  </a:moveTo>
                  <a:cubicBezTo>
                    <a:pt x="20930" y="0"/>
                    <a:pt x="13703" y="1882"/>
                    <a:pt x="10163" y="4429"/>
                  </a:cubicBezTo>
                  <a:cubicBezTo>
                    <a:pt x="8489" y="5637"/>
                    <a:pt x="7030" y="7494"/>
                    <a:pt x="5826" y="9958"/>
                  </a:cubicBezTo>
                  <a:cubicBezTo>
                    <a:pt x="3856" y="13996"/>
                    <a:pt x="2530" y="19615"/>
                    <a:pt x="1776" y="27134"/>
                  </a:cubicBezTo>
                  <a:cubicBezTo>
                    <a:pt x="1253" y="32336"/>
                    <a:pt x="1306" y="38518"/>
                    <a:pt x="1354" y="44497"/>
                  </a:cubicBezTo>
                  <a:cubicBezTo>
                    <a:pt x="1391" y="48835"/>
                    <a:pt x="1427" y="52929"/>
                    <a:pt x="1241" y="56354"/>
                  </a:cubicBezTo>
                  <a:cubicBezTo>
                    <a:pt x="803" y="64300"/>
                    <a:pt x="1131" y="75261"/>
                    <a:pt x="1334" y="75987"/>
                  </a:cubicBezTo>
                  <a:cubicBezTo>
                    <a:pt x="1358" y="76113"/>
                    <a:pt x="1225" y="76599"/>
                    <a:pt x="1119" y="76984"/>
                  </a:cubicBezTo>
                  <a:cubicBezTo>
                    <a:pt x="698" y="78549"/>
                    <a:pt x="0" y="81168"/>
                    <a:pt x="1403" y="82927"/>
                  </a:cubicBezTo>
                  <a:cubicBezTo>
                    <a:pt x="3385" y="85400"/>
                    <a:pt x="12429" y="90050"/>
                    <a:pt x="25325" y="90143"/>
                  </a:cubicBezTo>
                  <a:lnTo>
                    <a:pt x="25714" y="90143"/>
                  </a:lnTo>
                  <a:cubicBezTo>
                    <a:pt x="33854" y="90143"/>
                    <a:pt x="44268" y="88432"/>
                    <a:pt x="50783" y="86944"/>
                  </a:cubicBezTo>
                  <a:cubicBezTo>
                    <a:pt x="53896" y="86235"/>
                    <a:pt x="59219" y="84893"/>
                    <a:pt x="59928" y="83799"/>
                  </a:cubicBezTo>
                  <a:cubicBezTo>
                    <a:pt x="60921" y="82262"/>
                    <a:pt x="60885" y="81306"/>
                    <a:pt x="60743" y="77730"/>
                  </a:cubicBezTo>
                  <a:cubicBezTo>
                    <a:pt x="60727" y="77183"/>
                    <a:pt x="60698" y="76575"/>
                    <a:pt x="60678" y="75890"/>
                  </a:cubicBezTo>
                  <a:cubicBezTo>
                    <a:pt x="60670" y="75500"/>
                    <a:pt x="60641" y="75075"/>
                    <a:pt x="60617" y="74629"/>
                  </a:cubicBezTo>
                  <a:cubicBezTo>
                    <a:pt x="60451" y="71698"/>
                    <a:pt x="60921" y="68414"/>
                    <a:pt x="61525" y="64251"/>
                  </a:cubicBezTo>
                  <a:cubicBezTo>
                    <a:pt x="62154" y="59877"/>
                    <a:pt x="62940" y="54429"/>
                    <a:pt x="63126" y="47785"/>
                  </a:cubicBezTo>
                  <a:cubicBezTo>
                    <a:pt x="63358" y="39572"/>
                    <a:pt x="63313" y="19603"/>
                    <a:pt x="57873" y="11677"/>
                  </a:cubicBezTo>
                  <a:cubicBezTo>
                    <a:pt x="52789" y="4267"/>
                    <a:pt x="47235" y="2325"/>
                    <a:pt x="43502" y="1506"/>
                  </a:cubicBezTo>
                  <a:cubicBezTo>
                    <a:pt x="38699" y="454"/>
                    <a:pt x="34015" y="0"/>
                    <a:pt x="2970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" name="Google Shape;5392;p73"/>
            <p:cNvSpPr/>
            <p:nvPr/>
          </p:nvSpPr>
          <p:spPr>
            <a:xfrm>
              <a:off x="3165965" y="3038255"/>
              <a:ext cx="63759" cy="1146833"/>
            </a:xfrm>
            <a:custGeom>
              <a:avLst/>
              <a:gdLst/>
              <a:ahLst/>
              <a:cxnLst/>
              <a:rect l="l" t="t" r="r" b="b"/>
              <a:pathLst>
                <a:path w="3677" h="66138" extrusionOk="0">
                  <a:moveTo>
                    <a:pt x="2900" y="0"/>
                  </a:moveTo>
                  <a:cubicBezTo>
                    <a:pt x="2571" y="0"/>
                    <a:pt x="2276" y="228"/>
                    <a:pt x="2205" y="563"/>
                  </a:cubicBezTo>
                  <a:cubicBezTo>
                    <a:pt x="276" y="9469"/>
                    <a:pt x="73" y="27055"/>
                    <a:pt x="33" y="42840"/>
                  </a:cubicBezTo>
                  <a:cubicBezTo>
                    <a:pt x="0" y="56907"/>
                    <a:pt x="1111" y="65432"/>
                    <a:pt x="1127" y="65521"/>
                  </a:cubicBezTo>
                  <a:cubicBezTo>
                    <a:pt x="1168" y="65874"/>
                    <a:pt x="1468" y="66137"/>
                    <a:pt x="1824" y="66137"/>
                  </a:cubicBezTo>
                  <a:lnTo>
                    <a:pt x="1922" y="66133"/>
                  </a:lnTo>
                  <a:cubicBezTo>
                    <a:pt x="2311" y="66081"/>
                    <a:pt x="2586" y="65724"/>
                    <a:pt x="2534" y="65331"/>
                  </a:cubicBezTo>
                  <a:cubicBezTo>
                    <a:pt x="2522" y="65250"/>
                    <a:pt x="1419" y="56814"/>
                    <a:pt x="1455" y="42840"/>
                  </a:cubicBezTo>
                  <a:cubicBezTo>
                    <a:pt x="1492" y="27132"/>
                    <a:pt x="1695" y="9640"/>
                    <a:pt x="3596" y="863"/>
                  </a:cubicBezTo>
                  <a:cubicBezTo>
                    <a:pt x="3677" y="478"/>
                    <a:pt x="3430" y="97"/>
                    <a:pt x="3049" y="16"/>
                  </a:cubicBezTo>
                  <a:cubicBezTo>
                    <a:pt x="2999" y="5"/>
                    <a:pt x="2949" y="0"/>
                    <a:pt x="29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" name="Google Shape;5393;p73"/>
            <p:cNvSpPr/>
            <p:nvPr/>
          </p:nvSpPr>
          <p:spPr>
            <a:xfrm>
              <a:off x="3159844" y="3032116"/>
              <a:ext cx="76573" cy="1159162"/>
            </a:xfrm>
            <a:custGeom>
              <a:avLst/>
              <a:gdLst/>
              <a:ahLst/>
              <a:cxnLst/>
              <a:rect l="l" t="t" r="r" b="b"/>
              <a:pathLst>
                <a:path w="4416" h="66849" extrusionOk="0">
                  <a:moveTo>
                    <a:pt x="3252" y="710"/>
                  </a:moveTo>
                  <a:lnTo>
                    <a:pt x="3325" y="718"/>
                  </a:lnTo>
                  <a:cubicBezTo>
                    <a:pt x="3515" y="759"/>
                    <a:pt x="3637" y="945"/>
                    <a:pt x="3596" y="1140"/>
                  </a:cubicBezTo>
                  <a:cubicBezTo>
                    <a:pt x="1691" y="9945"/>
                    <a:pt x="1488" y="27461"/>
                    <a:pt x="1456" y="43190"/>
                  </a:cubicBezTo>
                  <a:cubicBezTo>
                    <a:pt x="1419" y="57233"/>
                    <a:pt x="2522" y="65652"/>
                    <a:pt x="2534" y="65733"/>
                  </a:cubicBezTo>
                  <a:cubicBezTo>
                    <a:pt x="2558" y="65924"/>
                    <a:pt x="2425" y="66106"/>
                    <a:pt x="2230" y="66131"/>
                  </a:cubicBezTo>
                  <a:cubicBezTo>
                    <a:pt x="2213" y="66133"/>
                    <a:pt x="2196" y="66134"/>
                    <a:pt x="2179" y="66134"/>
                  </a:cubicBezTo>
                  <a:cubicBezTo>
                    <a:pt x="2005" y="66134"/>
                    <a:pt x="1855" y="66004"/>
                    <a:pt x="1829" y="65827"/>
                  </a:cubicBezTo>
                  <a:cubicBezTo>
                    <a:pt x="1817" y="65742"/>
                    <a:pt x="710" y="57172"/>
                    <a:pt x="738" y="43194"/>
                  </a:cubicBezTo>
                  <a:cubicBezTo>
                    <a:pt x="779" y="27429"/>
                    <a:pt x="981" y="9864"/>
                    <a:pt x="2903" y="994"/>
                  </a:cubicBezTo>
                  <a:cubicBezTo>
                    <a:pt x="2939" y="828"/>
                    <a:pt x="3085" y="710"/>
                    <a:pt x="3252" y="710"/>
                  </a:cubicBezTo>
                  <a:close/>
                  <a:moveTo>
                    <a:pt x="3246" y="0"/>
                  </a:moveTo>
                  <a:cubicBezTo>
                    <a:pt x="2756" y="0"/>
                    <a:pt x="2315" y="341"/>
                    <a:pt x="2210" y="840"/>
                  </a:cubicBezTo>
                  <a:cubicBezTo>
                    <a:pt x="272" y="9783"/>
                    <a:pt x="69" y="27388"/>
                    <a:pt x="29" y="43194"/>
                  </a:cubicBezTo>
                  <a:cubicBezTo>
                    <a:pt x="0" y="57293"/>
                    <a:pt x="1115" y="65839"/>
                    <a:pt x="1123" y="65920"/>
                  </a:cubicBezTo>
                  <a:cubicBezTo>
                    <a:pt x="1196" y="66447"/>
                    <a:pt x="1646" y="66840"/>
                    <a:pt x="2177" y="66848"/>
                  </a:cubicBezTo>
                  <a:lnTo>
                    <a:pt x="2319" y="66836"/>
                  </a:lnTo>
                  <a:cubicBezTo>
                    <a:pt x="2903" y="66759"/>
                    <a:pt x="3312" y="66224"/>
                    <a:pt x="3239" y="65640"/>
                  </a:cubicBezTo>
                  <a:cubicBezTo>
                    <a:pt x="3227" y="65555"/>
                    <a:pt x="2129" y="57188"/>
                    <a:pt x="2165" y="43198"/>
                  </a:cubicBezTo>
                  <a:cubicBezTo>
                    <a:pt x="2198" y="27506"/>
                    <a:pt x="2400" y="10034"/>
                    <a:pt x="4293" y="1290"/>
                  </a:cubicBezTo>
                  <a:cubicBezTo>
                    <a:pt x="4415" y="714"/>
                    <a:pt x="4050" y="147"/>
                    <a:pt x="3475" y="25"/>
                  </a:cubicBezTo>
                  <a:cubicBezTo>
                    <a:pt x="3398" y="8"/>
                    <a:pt x="3321" y="0"/>
                    <a:pt x="324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" name="Google Shape;5394;p73"/>
            <p:cNvSpPr/>
            <p:nvPr/>
          </p:nvSpPr>
          <p:spPr>
            <a:xfrm>
              <a:off x="3188109" y="3091541"/>
              <a:ext cx="37836" cy="16525"/>
            </a:xfrm>
            <a:custGeom>
              <a:avLst/>
              <a:gdLst/>
              <a:ahLst/>
              <a:cxnLst/>
              <a:rect l="l" t="t" r="r" b="b"/>
              <a:pathLst>
                <a:path w="2182" h="953" extrusionOk="0">
                  <a:moveTo>
                    <a:pt x="404" y="0"/>
                  </a:moveTo>
                  <a:cubicBezTo>
                    <a:pt x="278" y="0"/>
                    <a:pt x="157" y="67"/>
                    <a:pt x="93" y="186"/>
                  </a:cubicBezTo>
                  <a:cubicBezTo>
                    <a:pt x="0" y="356"/>
                    <a:pt x="61" y="571"/>
                    <a:pt x="235" y="668"/>
                  </a:cubicBezTo>
                  <a:cubicBezTo>
                    <a:pt x="260" y="680"/>
                    <a:pt x="754" y="952"/>
                    <a:pt x="1516" y="952"/>
                  </a:cubicBezTo>
                  <a:lnTo>
                    <a:pt x="1845" y="936"/>
                  </a:lnTo>
                  <a:cubicBezTo>
                    <a:pt x="2039" y="911"/>
                    <a:pt x="2181" y="737"/>
                    <a:pt x="2165" y="547"/>
                  </a:cubicBezTo>
                  <a:cubicBezTo>
                    <a:pt x="2146" y="361"/>
                    <a:pt x="1992" y="224"/>
                    <a:pt x="1813" y="224"/>
                  </a:cubicBezTo>
                  <a:cubicBezTo>
                    <a:pt x="1800" y="224"/>
                    <a:pt x="1788" y="225"/>
                    <a:pt x="1776" y="226"/>
                  </a:cubicBezTo>
                  <a:cubicBezTo>
                    <a:pt x="1689" y="235"/>
                    <a:pt x="1606" y="239"/>
                    <a:pt x="1526" y="239"/>
                  </a:cubicBezTo>
                  <a:cubicBezTo>
                    <a:pt x="955" y="239"/>
                    <a:pt x="583" y="48"/>
                    <a:pt x="576" y="44"/>
                  </a:cubicBezTo>
                  <a:cubicBezTo>
                    <a:pt x="521" y="15"/>
                    <a:pt x="462" y="0"/>
                    <a:pt x="40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" name="Google Shape;5395;p73"/>
            <p:cNvSpPr/>
            <p:nvPr/>
          </p:nvSpPr>
          <p:spPr>
            <a:xfrm>
              <a:off x="3183670" y="3125041"/>
              <a:ext cx="37767" cy="16629"/>
            </a:xfrm>
            <a:custGeom>
              <a:avLst/>
              <a:gdLst/>
              <a:ahLst/>
              <a:cxnLst/>
              <a:rect l="l" t="t" r="r" b="b"/>
              <a:pathLst>
                <a:path w="2178" h="959" extrusionOk="0">
                  <a:moveTo>
                    <a:pt x="405" y="1"/>
                  </a:moveTo>
                  <a:cubicBezTo>
                    <a:pt x="283" y="1"/>
                    <a:pt x="164" y="63"/>
                    <a:pt x="98" y="175"/>
                  </a:cubicBezTo>
                  <a:cubicBezTo>
                    <a:pt x="1" y="338"/>
                    <a:pt x="49" y="552"/>
                    <a:pt x="211" y="654"/>
                  </a:cubicBezTo>
                  <a:cubicBezTo>
                    <a:pt x="236" y="670"/>
                    <a:pt x="730" y="958"/>
                    <a:pt x="1468" y="958"/>
                  </a:cubicBezTo>
                  <a:cubicBezTo>
                    <a:pt x="1485" y="958"/>
                    <a:pt x="1501" y="959"/>
                    <a:pt x="1518" y="959"/>
                  </a:cubicBezTo>
                  <a:cubicBezTo>
                    <a:pt x="1627" y="959"/>
                    <a:pt x="1736" y="948"/>
                    <a:pt x="1845" y="933"/>
                  </a:cubicBezTo>
                  <a:cubicBezTo>
                    <a:pt x="2040" y="909"/>
                    <a:pt x="2178" y="731"/>
                    <a:pt x="2153" y="532"/>
                  </a:cubicBezTo>
                  <a:cubicBezTo>
                    <a:pt x="2127" y="356"/>
                    <a:pt x="1973" y="225"/>
                    <a:pt x="1797" y="225"/>
                  </a:cubicBezTo>
                  <a:cubicBezTo>
                    <a:pt x="1782" y="225"/>
                    <a:pt x="1767" y="226"/>
                    <a:pt x="1752" y="228"/>
                  </a:cubicBezTo>
                  <a:cubicBezTo>
                    <a:pt x="1654" y="243"/>
                    <a:pt x="1555" y="250"/>
                    <a:pt x="1456" y="250"/>
                  </a:cubicBezTo>
                  <a:cubicBezTo>
                    <a:pt x="1153" y="250"/>
                    <a:pt x="852" y="180"/>
                    <a:pt x="576" y="46"/>
                  </a:cubicBezTo>
                  <a:cubicBezTo>
                    <a:pt x="522" y="15"/>
                    <a:pt x="463" y="1"/>
                    <a:pt x="40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" name="Google Shape;5396;p73"/>
            <p:cNvSpPr/>
            <p:nvPr/>
          </p:nvSpPr>
          <p:spPr>
            <a:xfrm>
              <a:off x="3179525" y="3159635"/>
              <a:ext cx="37975" cy="17167"/>
            </a:xfrm>
            <a:custGeom>
              <a:avLst/>
              <a:gdLst/>
              <a:ahLst/>
              <a:cxnLst/>
              <a:rect l="l" t="t" r="r" b="b"/>
              <a:pathLst>
                <a:path w="2190" h="990" extrusionOk="0">
                  <a:moveTo>
                    <a:pt x="405" y="1"/>
                  </a:moveTo>
                  <a:cubicBezTo>
                    <a:pt x="293" y="1"/>
                    <a:pt x="183" y="55"/>
                    <a:pt x="118" y="155"/>
                  </a:cubicBezTo>
                  <a:cubicBezTo>
                    <a:pt x="0" y="313"/>
                    <a:pt x="37" y="536"/>
                    <a:pt x="203" y="645"/>
                  </a:cubicBezTo>
                  <a:cubicBezTo>
                    <a:pt x="570" y="872"/>
                    <a:pt x="995" y="990"/>
                    <a:pt x="1426" y="990"/>
                  </a:cubicBezTo>
                  <a:cubicBezTo>
                    <a:pt x="1433" y="990"/>
                    <a:pt x="1440" y="990"/>
                    <a:pt x="1448" y="990"/>
                  </a:cubicBezTo>
                  <a:cubicBezTo>
                    <a:pt x="1590" y="990"/>
                    <a:pt x="1727" y="977"/>
                    <a:pt x="1865" y="957"/>
                  </a:cubicBezTo>
                  <a:cubicBezTo>
                    <a:pt x="2056" y="925"/>
                    <a:pt x="2190" y="742"/>
                    <a:pt x="2157" y="552"/>
                  </a:cubicBezTo>
                  <a:cubicBezTo>
                    <a:pt x="2132" y="377"/>
                    <a:pt x="1982" y="251"/>
                    <a:pt x="1810" y="251"/>
                  </a:cubicBezTo>
                  <a:cubicBezTo>
                    <a:pt x="1791" y="251"/>
                    <a:pt x="1771" y="253"/>
                    <a:pt x="1752" y="256"/>
                  </a:cubicBezTo>
                  <a:cubicBezTo>
                    <a:pt x="1643" y="274"/>
                    <a:pt x="1539" y="282"/>
                    <a:pt x="1443" y="282"/>
                  </a:cubicBezTo>
                  <a:cubicBezTo>
                    <a:pt x="944" y="282"/>
                    <a:pt x="626" y="76"/>
                    <a:pt x="609" y="65"/>
                  </a:cubicBezTo>
                  <a:cubicBezTo>
                    <a:pt x="546" y="22"/>
                    <a:pt x="475" y="1"/>
                    <a:pt x="40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" name="Google Shape;5397;p73"/>
            <p:cNvSpPr/>
            <p:nvPr/>
          </p:nvSpPr>
          <p:spPr>
            <a:xfrm>
              <a:off x="3176005" y="3196586"/>
              <a:ext cx="38686" cy="14514"/>
            </a:xfrm>
            <a:custGeom>
              <a:avLst/>
              <a:gdLst/>
              <a:ahLst/>
              <a:cxnLst/>
              <a:rect l="l" t="t" r="r" b="b"/>
              <a:pathLst>
                <a:path w="2231" h="837" extrusionOk="0">
                  <a:moveTo>
                    <a:pt x="409" y="0"/>
                  </a:moveTo>
                  <a:cubicBezTo>
                    <a:pt x="274" y="0"/>
                    <a:pt x="146" y="77"/>
                    <a:pt x="86" y="209"/>
                  </a:cubicBezTo>
                  <a:cubicBezTo>
                    <a:pt x="1" y="387"/>
                    <a:pt x="78" y="598"/>
                    <a:pt x="260" y="679"/>
                  </a:cubicBezTo>
                  <a:cubicBezTo>
                    <a:pt x="276" y="691"/>
                    <a:pt x="605" y="837"/>
                    <a:pt x="1099" y="837"/>
                  </a:cubicBezTo>
                  <a:cubicBezTo>
                    <a:pt x="1387" y="837"/>
                    <a:pt x="1675" y="788"/>
                    <a:pt x="1947" y="695"/>
                  </a:cubicBezTo>
                  <a:cubicBezTo>
                    <a:pt x="2129" y="630"/>
                    <a:pt x="2230" y="427"/>
                    <a:pt x="2170" y="245"/>
                  </a:cubicBezTo>
                  <a:cubicBezTo>
                    <a:pt x="2118" y="94"/>
                    <a:pt x="1981" y="2"/>
                    <a:pt x="1835" y="2"/>
                  </a:cubicBezTo>
                  <a:cubicBezTo>
                    <a:pt x="1797" y="2"/>
                    <a:pt x="1758" y="9"/>
                    <a:pt x="1720" y="22"/>
                  </a:cubicBezTo>
                  <a:cubicBezTo>
                    <a:pt x="1484" y="101"/>
                    <a:pt x="1272" y="127"/>
                    <a:pt x="1095" y="127"/>
                  </a:cubicBezTo>
                  <a:cubicBezTo>
                    <a:pt x="773" y="127"/>
                    <a:pt x="568" y="41"/>
                    <a:pt x="552" y="30"/>
                  </a:cubicBezTo>
                  <a:cubicBezTo>
                    <a:pt x="505" y="10"/>
                    <a:pt x="457" y="0"/>
                    <a:pt x="40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" name="Google Shape;5398;p73"/>
            <p:cNvSpPr/>
            <p:nvPr/>
          </p:nvSpPr>
          <p:spPr>
            <a:xfrm>
              <a:off x="3173058" y="3233937"/>
              <a:ext cx="38755" cy="15277"/>
            </a:xfrm>
            <a:custGeom>
              <a:avLst/>
              <a:gdLst/>
              <a:ahLst/>
              <a:cxnLst/>
              <a:rect l="l" t="t" r="r" b="b"/>
              <a:pathLst>
                <a:path w="2235" h="881" extrusionOk="0">
                  <a:moveTo>
                    <a:pt x="1828" y="0"/>
                  </a:moveTo>
                  <a:cubicBezTo>
                    <a:pt x="1782" y="0"/>
                    <a:pt x="1736" y="10"/>
                    <a:pt x="1691" y="29"/>
                  </a:cubicBezTo>
                  <a:cubicBezTo>
                    <a:pt x="1441" y="138"/>
                    <a:pt x="1230" y="173"/>
                    <a:pt x="1062" y="173"/>
                  </a:cubicBezTo>
                  <a:cubicBezTo>
                    <a:pt x="781" y="173"/>
                    <a:pt x="622" y="75"/>
                    <a:pt x="605" y="65"/>
                  </a:cubicBezTo>
                  <a:cubicBezTo>
                    <a:pt x="544" y="22"/>
                    <a:pt x="474" y="1"/>
                    <a:pt x="404" y="1"/>
                  </a:cubicBezTo>
                  <a:cubicBezTo>
                    <a:pt x="291" y="1"/>
                    <a:pt x="180" y="55"/>
                    <a:pt x="110" y="154"/>
                  </a:cubicBezTo>
                  <a:cubicBezTo>
                    <a:pt x="1" y="317"/>
                    <a:pt x="41" y="536"/>
                    <a:pt x="199" y="649"/>
                  </a:cubicBezTo>
                  <a:cubicBezTo>
                    <a:pt x="219" y="661"/>
                    <a:pt x="540" y="880"/>
                    <a:pt x="1071" y="880"/>
                  </a:cubicBezTo>
                  <a:cubicBezTo>
                    <a:pt x="1383" y="876"/>
                    <a:pt x="1687" y="811"/>
                    <a:pt x="1971" y="685"/>
                  </a:cubicBezTo>
                  <a:cubicBezTo>
                    <a:pt x="2149" y="608"/>
                    <a:pt x="2234" y="398"/>
                    <a:pt x="2157" y="219"/>
                  </a:cubicBezTo>
                  <a:cubicBezTo>
                    <a:pt x="2099" y="82"/>
                    <a:pt x="1966" y="0"/>
                    <a:pt x="182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" name="Google Shape;5399;p73"/>
            <p:cNvSpPr/>
            <p:nvPr/>
          </p:nvSpPr>
          <p:spPr>
            <a:xfrm>
              <a:off x="3169884" y="3266883"/>
              <a:ext cx="39466" cy="17617"/>
            </a:xfrm>
            <a:custGeom>
              <a:avLst/>
              <a:gdLst/>
              <a:ahLst/>
              <a:cxnLst/>
              <a:rect l="l" t="t" r="r" b="b"/>
              <a:pathLst>
                <a:path w="2276" h="1016" extrusionOk="0">
                  <a:moveTo>
                    <a:pt x="480" y="1"/>
                  </a:moveTo>
                  <a:cubicBezTo>
                    <a:pt x="229" y="1"/>
                    <a:pt x="0" y="288"/>
                    <a:pt x="179" y="557"/>
                  </a:cubicBezTo>
                  <a:cubicBezTo>
                    <a:pt x="334" y="756"/>
                    <a:pt x="694" y="1015"/>
                    <a:pt x="1205" y="1015"/>
                  </a:cubicBezTo>
                  <a:cubicBezTo>
                    <a:pt x="1493" y="1011"/>
                    <a:pt x="1781" y="938"/>
                    <a:pt x="2036" y="800"/>
                  </a:cubicBezTo>
                  <a:cubicBezTo>
                    <a:pt x="2206" y="711"/>
                    <a:pt x="2275" y="500"/>
                    <a:pt x="2186" y="326"/>
                  </a:cubicBezTo>
                  <a:cubicBezTo>
                    <a:pt x="2125" y="204"/>
                    <a:pt x="2000" y="132"/>
                    <a:pt x="1870" y="132"/>
                  </a:cubicBezTo>
                  <a:cubicBezTo>
                    <a:pt x="1818" y="132"/>
                    <a:pt x="1766" y="144"/>
                    <a:pt x="1716" y="168"/>
                  </a:cubicBezTo>
                  <a:cubicBezTo>
                    <a:pt x="1510" y="272"/>
                    <a:pt x="1338" y="308"/>
                    <a:pt x="1200" y="308"/>
                  </a:cubicBezTo>
                  <a:cubicBezTo>
                    <a:pt x="910" y="308"/>
                    <a:pt x="764" y="151"/>
                    <a:pt x="739" y="123"/>
                  </a:cubicBezTo>
                  <a:cubicBezTo>
                    <a:pt x="661" y="37"/>
                    <a:pt x="569" y="1"/>
                    <a:pt x="4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" name="Google Shape;5400;p73"/>
            <p:cNvSpPr/>
            <p:nvPr/>
          </p:nvSpPr>
          <p:spPr>
            <a:xfrm>
              <a:off x="3168202" y="3314585"/>
              <a:ext cx="35738" cy="14271"/>
            </a:xfrm>
            <a:custGeom>
              <a:avLst/>
              <a:gdLst/>
              <a:ahLst/>
              <a:cxnLst/>
              <a:rect l="l" t="t" r="r" b="b"/>
              <a:pathLst>
                <a:path w="2061" h="823" extrusionOk="0">
                  <a:moveTo>
                    <a:pt x="405" y="0"/>
                  </a:moveTo>
                  <a:cubicBezTo>
                    <a:pt x="268" y="0"/>
                    <a:pt x="139" y="80"/>
                    <a:pt x="82" y="214"/>
                  </a:cubicBezTo>
                  <a:cubicBezTo>
                    <a:pt x="1" y="392"/>
                    <a:pt x="82" y="603"/>
                    <a:pt x="264" y="680"/>
                  </a:cubicBezTo>
                  <a:cubicBezTo>
                    <a:pt x="479" y="774"/>
                    <a:pt x="716" y="822"/>
                    <a:pt x="953" y="822"/>
                  </a:cubicBezTo>
                  <a:cubicBezTo>
                    <a:pt x="963" y="822"/>
                    <a:pt x="972" y="822"/>
                    <a:pt x="982" y="822"/>
                  </a:cubicBezTo>
                  <a:cubicBezTo>
                    <a:pt x="1258" y="818"/>
                    <a:pt x="1529" y="777"/>
                    <a:pt x="1793" y="696"/>
                  </a:cubicBezTo>
                  <a:cubicBezTo>
                    <a:pt x="1967" y="627"/>
                    <a:pt x="2060" y="441"/>
                    <a:pt x="2007" y="263"/>
                  </a:cubicBezTo>
                  <a:cubicBezTo>
                    <a:pt x="1962" y="108"/>
                    <a:pt x="1822" y="8"/>
                    <a:pt x="1666" y="8"/>
                  </a:cubicBezTo>
                  <a:cubicBezTo>
                    <a:pt x="1642" y="8"/>
                    <a:pt x="1618" y="10"/>
                    <a:pt x="1594" y="15"/>
                  </a:cubicBezTo>
                  <a:cubicBezTo>
                    <a:pt x="1419" y="66"/>
                    <a:pt x="1199" y="112"/>
                    <a:pt x="982" y="112"/>
                  </a:cubicBezTo>
                  <a:cubicBezTo>
                    <a:pt x="832" y="112"/>
                    <a:pt x="683" y="90"/>
                    <a:pt x="552" y="32"/>
                  </a:cubicBezTo>
                  <a:cubicBezTo>
                    <a:pt x="504" y="10"/>
                    <a:pt x="454" y="0"/>
                    <a:pt x="40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" name="Google Shape;5401;p73"/>
            <p:cNvSpPr/>
            <p:nvPr/>
          </p:nvSpPr>
          <p:spPr>
            <a:xfrm>
              <a:off x="3166174" y="3359686"/>
              <a:ext cx="36206" cy="16612"/>
            </a:xfrm>
            <a:custGeom>
              <a:avLst/>
              <a:gdLst/>
              <a:ahLst/>
              <a:cxnLst/>
              <a:rect l="l" t="t" r="r" b="b"/>
              <a:pathLst>
                <a:path w="2088" h="958" extrusionOk="0">
                  <a:moveTo>
                    <a:pt x="408" y="0"/>
                  </a:moveTo>
                  <a:cubicBezTo>
                    <a:pt x="334" y="0"/>
                    <a:pt x="261" y="23"/>
                    <a:pt x="199" y="70"/>
                  </a:cubicBezTo>
                  <a:cubicBezTo>
                    <a:pt x="37" y="183"/>
                    <a:pt x="0" y="410"/>
                    <a:pt x="122" y="568"/>
                  </a:cubicBezTo>
                  <a:cubicBezTo>
                    <a:pt x="138" y="588"/>
                    <a:pt x="422" y="957"/>
                    <a:pt x="1050" y="957"/>
                  </a:cubicBezTo>
                  <a:cubicBezTo>
                    <a:pt x="1310" y="953"/>
                    <a:pt x="1569" y="901"/>
                    <a:pt x="1812" y="799"/>
                  </a:cubicBezTo>
                  <a:cubicBezTo>
                    <a:pt x="1995" y="730"/>
                    <a:pt x="2088" y="524"/>
                    <a:pt x="2019" y="341"/>
                  </a:cubicBezTo>
                  <a:cubicBezTo>
                    <a:pt x="1966" y="200"/>
                    <a:pt x="1829" y="112"/>
                    <a:pt x="1685" y="112"/>
                  </a:cubicBezTo>
                  <a:cubicBezTo>
                    <a:pt x="1644" y="112"/>
                    <a:pt x="1602" y="119"/>
                    <a:pt x="1561" y="134"/>
                  </a:cubicBezTo>
                  <a:cubicBezTo>
                    <a:pt x="1344" y="219"/>
                    <a:pt x="1175" y="247"/>
                    <a:pt x="1045" y="247"/>
                  </a:cubicBezTo>
                  <a:cubicBezTo>
                    <a:pt x="802" y="247"/>
                    <a:pt x="699" y="148"/>
                    <a:pt x="685" y="134"/>
                  </a:cubicBezTo>
                  <a:cubicBezTo>
                    <a:pt x="616" y="46"/>
                    <a:pt x="512" y="0"/>
                    <a:pt x="40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" name="Google Shape;5402;p73"/>
            <p:cNvSpPr/>
            <p:nvPr/>
          </p:nvSpPr>
          <p:spPr>
            <a:xfrm>
              <a:off x="3166243" y="3410579"/>
              <a:ext cx="36067" cy="16109"/>
            </a:xfrm>
            <a:custGeom>
              <a:avLst/>
              <a:gdLst/>
              <a:ahLst/>
              <a:cxnLst/>
              <a:rect l="l" t="t" r="r" b="b"/>
              <a:pathLst>
                <a:path w="2080" h="929" extrusionOk="0">
                  <a:moveTo>
                    <a:pt x="402" y="1"/>
                  </a:moveTo>
                  <a:cubicBezTo>
                    <a:pt x="297" y="1"/>
                    <a:pt x="193" y="47"/>
                    <a:pt x="122" y="134"/>
                  </a:cubicBezTo>
                  <a:cubicBezTo>
                    <a:pt x="0" y="288"/>
                    <a:pt x="25" y="511"/>
                    <a:pt x="183" y="629"/>
                  </a:cubicBezTo>
                  <a:cubicBezTo>
                    <a:pt x="203" y="649"/>
                    <a:pt x="568" y="929"/>
                    <a:pt x="1168" y="929"/>
                  </a:cubicBezTo>
                  <a:cubicBezTo>
                    <a:pt x="1379" y="929"/>
                    <a:pt x="1585" y="897"/>
                    <a:pt x="1788" y="832"/>
                  </a:cubicBezTo>
                  <a:cubicBezTo>
                    <a:pt x="1975" y="775"/>
                    <a:pt x="2080" y="576"/>
                    <a:pt x="2023" y="386"/>
                  </a:cubicBezTo>
                  <a:cubicBezTo>
                    <a:pt x="1974" y="235"/>
                    <a:pt x="1835" y="137"/>
                    <a:pt x="1685" y="137"/>
                  </a:cubicBezTo>
                  <a:cubicBezTo>
                    <a:pt x="1649" y="137"/>
                    <a:pt x="1613" y="143"/>
                    <a:pt x="1577" y="155"/>
                  </a:cubicBezTo>
                  <a:cubicBezTo>
                    <a:pt x="1421" y="203"/>
                    <a:pt x="1282" y="221"/>
                    <a:pt x="1160" y="221"/>
                  </a:cubicBezTo>
                  <a:cubicBezTo>
                    <a:pt x="827" y="221"/>
                    <a:pt x="631" y="85"/>
                    <a:pt x="617" y="74"/>
                  </a:cubicBezTo>
                  <a:cubicBezTo>
                    <a:pt x="552" y="25"/>
                    <a:pt x="477" y="1"/>
                    <a:pt x="40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" name="Google Shape;5403;p73"/>
            <p:cNvSpPr/>
            <p:nvPr/>
          </p:nvSpPr>
          <p:spPr>
            <a:xfrm>
              <a:off x="3162654" y="3474321"/>
              <a:ext cx="39726" cy="14860"/>
            </a:xfrm>
            <a:custGeom>
              <a:avLst/>
              <a:gdLst/>
              <a:ahLst/>
              <a:cxnLst/>
              <a:rect l="l" t="t" r="r" b="b"/>
              <a:pathLst>
                <a:path w="2291" h="857" extrusionOk="0">
                  <a:moveTo>
                    <a:pt x="1888" y="0"/>
                  </a:moveTo>
                  <a:cubicBezTo>
                    <a:pt x="1844" y="0"/>
                    <a:pt x="1799" y="8"/>
                    <a:pt x="1756" y="26"/>
                  </a:cubicBezTo>
                  <a:cubicBezTo>
                    <a:pt x="1528" y="119"/>
                    <a:pt x="1315" y="149"/>
                    <a:pt x="1135" y="149"/>
                  </a:cubicBezTo>
                  <a:cubicBezTo>
                    <a:pt x="802" y="149"/>
                    <a:pt x="577" y="46"/>
                    <a:pt x="556" y="38"/>
                  </a:cubicBezTo>
                  <a:cubicBezTo>
                    <a:pt x="507" y="14"/>
                    <a:pt x="455" y="2"/>
                    <a:pt x="403" y="2"/>
                  </a:cubicBezTo>
                  <a:cubicBezTo>
                    <a:pt x="273" y="2"/>
                    <a:pt x="147" y="76"/>
                    <a:pt x="86" y="204"/>
                  </a:cubicBezTo>
                  <a:cubicBezTo>
                    <a:pt x="1" y="378"/>
                    <a:pt x="74" y="589"/>
                    <a:pt x="248" y="674"/>
                  </a:cubicBezTo>
                  <a:cubicBezTo>
                    <a:pt x="523" y="796"/>
                    <a:pt x="817" y="857"/>
                    <a:pt x="1115" y="857"/>
                  </a:cubicBezTo>
                  <a:cubicBezTo>
                    <a:pt x="1125" y="857"/>
                    <a:pt x="1134" y="857"/>
                    <a:pt x="1144" y="857"/>
                  </a:cubicBezTo>
                  <a:cubicBezTo>
                    <a:pt x="1444" y="857"/>
                    <a:pt x="1744" y="800"/>
                    <a:pt x="2019" y="687"/>
                  </a:cubicBezTo>
                  <a:cubicBezTo>
                    <a:pt x="2202" y="614"/>
                    <a:pt x="2291" y="407"/>
                    <a:pt x="2218" y="224"/>
                  </a:cubicBezTo>
                  <a:cubicBezTo>
                    <a:pt x="2162" y="85"/>
                    <a:pt x="2029" y="0"/>
                    <a:pt x="18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" name="Google Shape;5404;p73"/>
            <p:cNvSpPr/>
            <p:nvPr/>
          </p:nvSpPr>
          <p:spPr>
            <a:xfrm>
              <a:off x="3161596" y="3521312"/>
              <a:ext cx="37350" cy="17357"/>
            </a:xfrm>
            <a:custGeom>
              <a:avLst/>
              <a:gdLst/>
              <a:ahLst/>
              <a:cxnLst/>
              <a:rect l="l" t="t" r="r" b="b"/>
              <a:pathLst>
                <a:path w="2154" h="1001" extrusionOk="0">
                  <a:moveTo>
                    <a:pt x="407" y="1"/>
                  </a:moveTo>
                  <a:cubicBezTo>
                    <a:pt x="353" y="1"/>
                    <a:pt x="297" y="13"/>
                    <a:pt x="244" y="40"/>
                  </a:cubicBezTo>
                  <a:cubicBezTo>
                    <a:pt x="70" y="129"/>
                    <a:pt x="1" y="344"/>
                    <a:pt x="90" y="518"/>
                  </a:cubicBezTo>
                  <a:cubicBezTo>
                    <a:pt x="212" y="733"/>
                    <a:pt x="410" y="891"/>
                    <a:pt x="649" y="960"/>
                  </a:cubicBezTo>
                  <a:cubicBezTo>
                    <a:pt x="747" y="984"/>
                    <a:pt x="848" y="1001"/>
                    <a:pt x="949" y="1001"/>
                  </a:cubicBezTo>
                  <a:cubicBezTo>
                    <a:pt x="1241" y="1001"/>
                    <a:pt x="1570" y="883"/>
                    <a:pt x="1934" y="660"/>
                  </a:cubicBezTo>
                  <a:cubicBezTo>
                    <a:pt x="2101" y="555"/>
                    <a:pt x="2153" y="336"/>
                    <a:pt x="2048" y="170"/>
                  </a:cubicBezTo>
                  <a:cubicBezTo>
                    <a:pt x="1982" y="62"/>
                    <a:pt x="1867" y="3"/>
                    <a:pt x="1749" y="3"/>
                  </a:cubicBezTo>
                  <a:cubicBezTo>
                    <a:pt x="1685" y="3"/>
                    <a:pt x="1620" y="21"/>
                    <a:pt x="1561" y="56"/>
                  </a:cubicBezTo>
                  <a:cubicBezTo>
                    <a:pt x="1260" y="241"/>
                    <a:pt x="1065" y="285"/>
                    <a:pt x="947" y="285"/>
                  </a:cubicBezTo>
                  <a:cubicBezTo>
                    <a:pt x="909" y="285"/>
                    <a:pt x="880" y="281"/>
                    <a:pt x="856" y="275"/>
                  </a:cubicBezTo>
                  <a:cubicBezTo>
                    <a:pt x="803" y="267"/>
                    <a:pt x="755" y="239"/>
                    <a:pt x="726" y="194"/>
                  </a:cubicBezTo>
                  <a:cubicBezTo>
                    <a:pt x="661" y="71"/>
                    <a:pt x="537" y="1"/>
                    <a:pt x="40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" name="Google Shape;5405;p73"/>
            <p:cNvSpPr/>
            <p:nvPr/>
          </p:nvSpPr>
          <p:spPr>
            <a:xfrm>
              <a:off x="3160694" y="3583736"/>
              <a:ext cx="38183" cy="17219"/>
            </a:xfrm>
            <a:custGeom>
              <a:avLst/>
              <a:gdLst/>
              <a:ahLst/>
              <a:cxnLst/>
              <a:rect l="l" t="t" r="r" b="b"/>
              <a:pathLst>
                <a:path w="2202" h="993" extrusionOk="0">
                  <a:moveTo>
                    <a:pt x="408" y="0"/>
                  </a:moveTo>
                  <a:cubicBezTo>
                    <a:pt x="343" y="0"/>
                    <a:pt x="277" y="18"/>
                    <a:pt x="219" y="56"/>
                  </a:cubicBezTo>
                  <a:cubicBezTo>
                    <a:pt x="53" y="157"/>
                    <a:pt x="0" y="376"/>
                    <a:pt x="105" y="542"/>
                  </a:cubicBezTo>
                  <a:cubicBezTo>
                    <a:pt x="255" y="757"/>
                    <a:pt x="478" y="911"/>
                    <a:pt x="738" y="968"/>
                  </a:cubicBezTo>
                  <a:cubicBezTo>
                    <a:pt x="823" y="984"/>
                    <a:pt x="908" y="992"/>
                    <a:pt x="993" y="992"/>
                  </a:cubicBezTo>
                  <a:cubicBezTo>
                    <a:pt x="1305" y="992"/>
                    <a:pt x="1638" y="883"/>
                    <a:pt x="1986" y="656"/>
                  </a:cubicBezTo>
                  <a:cubicBezTo>
                    <a:pt x="2153" y="550"/>
                    <a:pt x="2201" y="332"/>
                    <a:pt x="2100" y="165"/>
                  </a:cubicBezTo>
                  <a:cubicBezTo>
                    <a:pt x="2032" y="59"/>
                    <a:pt x="1918" y="0"/>
                    <a:pt x="1799" y="0"/>
                  </a:cubicBezTo>
                  <a:cubicBezTo>
                    <a:pt x="1733" y="0"/>
                    <a:pt x="1666" y="18"/>
                    <a:pt x="1605" y="56"/>
                  </a:cubicBezTo>
                  <a:cubicBezTo>
                    <a:pt x="1335" y="231"/>
                    <a:pt x="1137" y="284"/>
                    <a:pt x="997" y="284"/>
                  </a:cubicBezTo>
                  <a:cubicBezTo>
                    <a:pt x="806" y="284"/>
                    <a:pt x="722" y="185"/>
                    <a:pt x="705" y="161"/>
                  </a:cubicBezTo>
                  <a:cubicBezTo>
                    <a:pt x="638" y="57"/>
                    <a:pt x="524" y="0"/>
                    <a:pt x="40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" name="Google Shape;5406;p73"/>
            <p:cNvSpPr/>
            <p:nvPr/>
          </p:nvSpPr>
          <p:spPr>
            <a:xfrm>
              <a:off x="3160833" y="3649472"/>
              <a:ext cx="37767" cy="18120"/>
            </a:xfrm>
            <a:custGeom>
              <a:avLst/>
              <a:gdLst/>
              <a:ahLst/>
              <a:cxnLst/>
              <a:rect l="l" t="t" r="r" b="b"/>
              <a:pathLst>
                <a:path w="2178" h="1045" extrusionOk="0">
                  <a:moveTo>
                    <a:pt x="399" y="1"/>
                  </a:moveTo>
                  <a:cubicBezTo>
                    <a:pt x="320" y="1"/>
                    <a:pt x="241" y="27"/>
                    <a:pt x="174" y="80"/>
                  </a:cubicBezTo>
                  <a:cubicBezTo>
                    <a:pt x="24" y="201"/>
                    <a:pt x="0" y="424"/>
                    <a:pt x="126" y="578"/>
                  </a:cubicBezTo>
                  <a:cubicBezTo>
                    <a:pt x="162" y="623"/>
                    <a:pt x="487" y="1008"/>
                    <a:pt x="1006" y="1044"/>
                  </a:cubicBezTo>
                  <a:lnTo>
                    <a:pt x="1083" y="1044"/>
                  </a:lnTo>
                  <a:cubicBezTo>
                    <a:pt x="1411" y="1044"/>
                    <a:pt x="1731" y="902"/>
                    <a:pt x="2031" y="611"/>
                  </a:cubicBezTo>
                  <a:cubicBezTo>
                    <a:pt x="2173" y="477"/>
                    <a:pt x="2177" y="250"/>
                    <a:pt x="2039" y="112"/>
                  </a:cubicBezTo>
                  <a:cubicBezTo>
                    <a:pt x="1970" y="39"/>
                    <a:pt x="1877" y="2"/>
                    <a:pt x="1783" y="2"/>
                  </a:cubicBezTo>
                  <a:cubicBezTo>
                    <a:pt x="1694" y="2"/>
                    <a:pt x="1605" y="35"/>
                    <a:pt x="1537" y="100"/>
                  </a:cubicBezTo>
                  <a:cubicBezTo>
                    <a:pt x="1381" y="252"/>
                    <a:pt x="1282" y="336"/>
                    <a:pt x="1097" y="336"/>
                  </a:cubicBezTo>
                  <a:cubicBezTo>
                    <a:pt x="1084" y="336"/>
                    <a:pt x="1071" y="336"/>
                    <a:pt x="1058" y="335"/>
                  </a:cubicBezTo>
                  <a:cubicBezTo>
                    <a:pt x="843" y="319"/>
                    <a:pt x="681" y="136"/>
                    <a:pt x="673" y="132"/>
                  </a:cubicBezTo>
                  <a:cubicBezTo>
                    <a:pt x="602" y="45"/>
                    <a:pt x="501" y="1"/>
                    <a:pt x="39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" name="Google Shape;5407;p73"/>
            <p:cNvSpPr/>
            <p:nvPr/>
          </p:nvSpPr>
          <p:spPr>
            <a:xfrm>
              <a:off x="3159775" y="3718538"/>
              <a:ext cx="38599" cy="17028"/>
            </a:xfrm>
            <a:custGeom>
              <a:avLst/>
              <a:gdLst/>
              <a:ahLst/>
              <a:cxnLst/>
              <a:rect l="l" t="t" r="r" b="b"/>
              <a:pathLst>
                <a:path w="2226" h="982" extrusionOk="0">
                  <a:moveTo>
                    <a:pt x="1819" y="1"/>
                  </a:moveTo>
                  <a:cubicBezTo>
                    <a:pt x="1748" y="1"/>
                    <a:pt x="1676" y="21"/>
                    <a:pt x="1614" y="65"/>
                  </a:cubicBezTo>
                  <a:cubicBezTo>
                    <a:pt x="1396" y="221"/>
                    <a:pt x="1211" y="271"/>
                    <a:pt x="1061" y="271"/>
                  </a:cubicBezTo>
                  <a:cubicBezTo>
                    <a:pt x="830" y="271"/>
                    <a:pt x="686" y="149"/>
                    <a:pt x="649" y="110"/>
                  </a:cubicBezTo>
                  <a:cubicBezTo>
                    <a:pt x="579" y="37"/>
                    <a:pt x="486" y="1"/>
                    <a:pt x="393" y="1"/>
                  </a:cubicBezTo>
                  <a:cubicBezTo>
                    <a:pt x="305" y="1"/>
                    <a:pt x="216" y="34"/>
                    <a:pt x="146" y="102"/>
                  </a:cubicBezTo>
                  <a:cubicBezTo>
                    <a:pt x="4" y="235"/>
                    <a:pt x="0" y="458"/>
                    <a:pt x="130" y="600"/>
                  </a:cubicBezTo>
                  <a:cubicBezTo>
                    <a:pt x="381" y="848"/>
                    <a:pt x="718" y="981"/>
                    <a:pt x="1067" y="981"/>
                  </a:cubicBezTo>
                  <a:cubicBezTo>
                    <a:pt x="1350" y="981"/>
                    <a:pt x="1679" y="892"/>
                    <a:pt x="2023" y="645"/>
                  </a:cubicBezTo>
                  <a:cubicBezTo>
                    <a:pt x="2185" y="535"/>
                    <a:pt x="2226" y="313"/>
                    <a:pt x="2112" y="150"/>
                  </a:cubicBezTo>
                  <a:cubicBezTo>
                    <a:pt x="2043" y="53"/>
                    <a:pt x="1932" y="1"/>
                    <a:pt x="181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" name="Google Shape;5408;p73"/>
            <p:cNvSpPr/>
            <p:nvPr/>
          </p:nvSpPr>
          <p:spPr>
            <a:xfrm>
              <a:off x="3159567" y="3777060"/>
              <a:ext cx="38599" cy="15519"/>
            </a:xfrm>
            <a:custGeom>
              <a:avLst/>
              <a:gdLst/>
              <a:ahLst/>
              <a:cxnLst/>
              <a:rect l="l" t="t" r="r" b="b"/>
              <a:pathLst>
                <a:path w="2226" h="895" extrusionOk="0">
                  <a:moveTo>
                    <a:pt x="400" y="0"/>
                  </a:moveTo>
                  <a:cubicBezTo>
                    <a:pt x="289" y="0"/>
                    <a:pt x="181" y="51"/>
                    <a:pt x="114" y="148"/>
                  </a:cubicBezTo>
                  <a:cubicBezTo>
                    <a:pt x="0" y="310"/>
                    <a:pt x="37" y="529"/>
                    <a:pt x="195" y="647"/>
                  </a:cubicBezTo>
                  <a:cubicBezTo>
                    <a:pt x="447" y="806"/>
                    <a:pt x="744" y="895"/>
                    <a:pt x="1043" y="895"/>
                  </a:cubicBezTo>
                  <a:cubicBezTo>
                    <a:pt x="1056" y="895"/>
                    <a:pt x="1070" y="894"/>
                    <a:pt x="1083" y="894"/>
                  </a:cubicBezTo>
                  <a:cubicBezTo>
                    <a:pt x="1395" y="890"/>
                    <a:pt x="1703" y="817"/>
                    <a:pt x="1983" y="679"/>
                  </a:cubicBezTo>
                  <a:cubicBezTo>
                    <a:pt x="2153" y="586"/>
                    <a:pt x="2226" y="379"/>
                    <a:pt x="2145" y="201"/>
                  </a:cubicBezTo>
                  <a:cubicBezTo>
                    <a:pt x="2081" y="74"/>
                    <a:pt x="1957" y="1"/>
                    <a:pt x="1826" y="1"/>
                  </a:cubicBezTo>
                  <a:cubicBezTo>
                    <a:pt x="1772" y="1"/>
                    <a:pt x="1718" y="13"/>
                    <a:pt x="1666" y="39"/>
                  </a:cubicBezTo>
                  <a:cubicBezTo>
                    <a:pt x="1442" y="149"/>
                    <a:pt x="1244" y="184"/>
                    <a:pt x="1082" y="184"/>
                  </a:cubicBezTo>
                  <a:cubicBezTo>
                    <a:pt x="795" y="184"/>
                    <a:pt x="620" y="73"/>
                    <a:pt x="604" y="63"/>
                  </a:cubicBezTo>
                  <a:cubicBezTo>
                    <a:pt x="541" y="21"/>
                    <a:pt x="470" y="0"/>
                    <a:pt x="4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5409;p73"/>
            <p:cNvSpPr/>
            <p:nvPr/>
          </p:nvSpPr>
          <p:spPr>
            <a:xfrm>
              <a:off x="3159706" y="3835080"/>
              <a:ext cx="38738" cy="17513"/>
            </a:xfrm>
            <a:custGeom>
              <a:avLst/>
              <a:gdLst/>
              <a:ahLst/>
              <a:cxnLst/>
              <a:rect l="l" t="t" r="r" b="b"/>
              <a:pathLst>
                <a:path w="2234" h="1010" extrusionOk="0">
                  <a:moveTo>
                    <a:pt x="407" y="0"/>
                  </a:moveTo>
                  <a:cubicBezTo>
                    <a:pt x="338" y="0"/>
                    <a:pt x="268" y="20"/>
                    <a:pt x="207" y="61"/>
                  </a:cubicBezTo>
                  <a:cubicBezTo>
                    <a:pt x="41" y="175"/>
                    <a:pt x="0" y="398"/>
                    <a:pt x="114" y="560"/>
                  </a:cubicBezTo>
                  <a:cubicBezTo>
                    <a:pt x="284" y="783"/>
                    <a:pt x="527" y="937"/>
                    <a:pt x="803" y="990"/>
                  </a:cubicBezTo>
                  <a:cubicBezTo>
                    <a:pt x="880" y="1002"/>
                    <a:pt x="953" y="1010"/>
                    <a:pt x="1030" y="1010"/>
                  </a:cubicBezTo>
                  <a:cubicBezTo>
                    <a:pt x="1346" y="1010"/>
                    <a:pt x="1679" y="888"/>
                    <a:pt x="2031" y="649"/>
                  </a:cubicBezTo>
                  <a:cubicBezTo>
                    <a:pt x="2193" y="540"/>
                    <a:pt x="2234" y="321"/>
                    <a:pt x="2120" y="159"/>
                  </a:cubicBezTo>
                  <a:cubicBezTo>
                    <a:pt x="2051" y="59"/>
                    <a:pt x="1941" y="5"/>
                    <a:pt x="1829" y="5"/>
                  </a:cubicBezTo>
                  <a:cubicBezTo>
                    <a:pt x="1759" y="5"/>
                    <a:pt x="1688" y="26"/>
                    <a:pt x="1626" y="69"/>
                  </a:cubicBezTo>
                  <a:cubicBezTo>
                    <a:pt x="1368" y="243"/>
                    <a:pt x="1172" y="298"/>
                    <a:pt x="1029" y="298"/>
                  </a:cubicBezTo>
                  <a:cubicBezTo>
                    <a:pt x="827" y="298"/>
                    <a:pt x="728" y="190"/>
                    <a:pt x="702" y="155"/>
                  </a:cubicBezTo>
                  <a:cubicBezTo>
                    <a:pt x="631" y="54"/>
                    <a:pt x="520" y="0"/>
                    <a:pt x="40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" name="Google Shape;5410;p73"/>
            <p:cNvSpPr/>
            <p:nvPr/>
          </p:nvSpPr>
          <p:spPr>
            <a:xfrm>
              <a:off x="3160694" y="3896585"/>
              <a:ext cx="37402" cy="18797"/>
            </a:xfrm>
            <a:custGeom>
              <a:avLst/>
              <a:gdLst/>
              <a:ahLst/>
              <a:cxnLst/>
              <a:rect l="l" t="t" r="r" b="b"/>
              <a:pathLst>
                <a:path w="2157" h="1084" extrusionOk="0">
                  <a:moveTo>
                    <a:pt x="1767" y="1"/>
                  </a:moveTo>
                  <a:cubicBezTo>
                    <a:pt x="1678" y="1"/>
                    <a:pt x="1589" y="33"/>
                    <a:pt x="1520" y="98"/>
                  </a:cubicBezTo>
                  <a:cubicBezTo>
                    <a:pt x="1303" y="305"/>
                    <a:pt x="1123" y="368"/>
                    <a:pt x="983" y="368"/>
                  </a:cubicBezTo>
                  <a:cubicBezTo>
                    <a:pt x="823" y="368"/>
                    <a:pt x="718" y="285"/>
                    <a:pt x="677" y="244"/>
                  </a:cubicBezTo>
                  <a:cubicBezTo>
                    <a:pt x="606" y="155"/>
                    <a:pt x="502" y="109"/>
                    <a:pt x="396" y="109"/>
                  </a:cubicBezTo>
                  <a:cubicBezTo>
                    <a:pt x="308" y="109"/>
                    <a:pt x="220" y="141"/>
                    <a:pt x="150" y="207"/>
                  </a:cubicBezTo>
                  <a:cubicBezTo>
                    <a:pt x="0" y="349"/>
                    <a:pt x="4" y="593"/>
                    <a:pt x="162" y="730"/>
                  </a:cubicBezTo>
                  <a:cubicBezTo>
                    <a:pt x="377" y="945"/>
                    <a:pt x="661" y="1071"/>
                    <a:pt x="965" y="1083"/>
                  </a:cubicBezTo>
                  <a:lnTo>
                    <a:pt x="993" y="1083"/>
                  </a:lnTo>
                  <a:cubicBezTo>
                    <a:pt x="1350" y="1083"/>
                    <a:pt x="1691" y="921"/>
                    <a:pt x="2019" y="609"/>
                  </a:cubicBezTo>
                  <a:cubicBezTo>
                    <a:pt x="2157" y="471"/>
                    <a:pt x="2157" y="248"/>
                    <a:pt x="2023" y="110"/>
                  </a:cubicBezTo>
                  <a:cubicBezTo>
                    <a:pt x="1954" y="37"/>
                    <a:pt x="1861" y="1"/>
                    <a:pt x="176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" name="Google Shape;5411;p73"/>
            <p:cNvSpPr/>
            <p:nvPr/>
          </p:nvSpPr>
          <p:spPr>
            <a:xfrm>
              <a:off x="3162862" y="3953235"/>
              <a:ext cx="38616" cy="17115"/>
            </a:xfrm>
            <a:custGeom>
              <a:avLst/>
              <a:gdLst/>
              <a:ahLst/>
              <a:cxnLst/>
              <a:rect l="l" t="t" r="r" b="b"/>
              <a:pathLst>
                <a:path w="2227" h="987" extrusionOk="0">
                  <a:moveTo>
                    <a:pt x="1821" y="0"/>
                  </a:moveTo>
                  <a:cubicBezTo>
                    <a:pt x="1750" y="0"/>
                    <a:pt x="1678" y="22"/>
                    <a:pt x="1614" y="66"/>
                  </a:cubicBezTo>
                  <a:cubicBezTo>
                    <a:pt x="1390" y="223"/>
                    <a:pt x="1204" y="273"/>
                    <a:pt x="1057" y="273"/>
                  </a:cubicBezTo>
                  <a:cubicBezTo>
                    <a:pt x="832" y="273"/>
                    <a:pt x="698" y="154"/>
                    <a:pt x="662" y="115"/>
                  </a:cubicBezTo>
                  <a:cubicBezTo>
                    <a:pt x="591" y="39"/>
                    <a:pt x="496" y="2"/>
                    <a:pt x="400" y="2"/>
                  </a:cubicBezTo>
                  <a:cubicBezTo>
                    <a:pt x="315" y="2"/>
                    <a:pt x="229" y="31"/>
                    <a:pt x="159" y="90"/>
                  </a:cubicBezTo>
                  <a:cubicBezTo>
                    <a:pt x="17" y="220"/>
                    <a:pt x="1" y="443"/>
                    <a:pt x="130" y="593"/>
                  </a:cubicBezTo>
                  <a:cubicBezTo>
                    <a:pt x="370" y="844"/>
                    <a:pt x="706" y="986"/>
                    <a:pt x="1059" y="986"/>
                  </a:cubicBezTo>
                  <a:cubicBezTo>
                    <a:pt x="1343" y="986"/>
                    <a:pt x="1671" y="897"/>
                    <a:pt x="2024" y="646"/>
                  </a:cubicBezTo>
                  <a:cubicBezTo>
                    <a:pt x="2186" y="532"/>
                    <a:pt x="2226" y="309"/>
                    <a:pt x="2109" y="151"/>
                  </a:cubicBezTo>
                  <a:cubicBezTo>
                    <a:pt x="2040" y="52"/>
                    <a:pt x="1931" y="0"/>
                    <a:pt x="182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" name="Google Shape;5412;p73"/>
            <p:cNvSpPr/>
            <p:nvPr/>
          </p:nvSpPr>
          <p:spPr>
            <a:xfrm>
              <a:off x="3165463" y="4011670"/>
              <a:ext cx="38686" cy="16317"/>
            </a:xfrm>
            <a:custGeom>
              <a:avLst/>
              <a:gdLst/>
              <a:ahLst/>
              <a:cxnLst/>
              <a:rect l="l" t="t" r="r" b="b"/>
              <a:pathLst>
                <a:path w="2231" h="941" extrusionOk="0">
                  <a:moveTo>
                    <a:pt x="406" y="1"/>
                  </a:moveTo>
                  <a:cubicBezTo>
                    <a:pt x="290" y="1"/>
                    <a:pt x="177" y="57"/>
                    <a:pt x="110" y="162"/>
                  </a:cubicBezTo>
                  <a:cubicBezTo>
                    <a:pt x="1" y="328"/>
                    <a:pt x="49" y="547"/>
                    <a:pt x="212" y="656"/>
                  </a:cubicBezTo>
                  <a:cubicBezTo>
                    <a:pt x="499" y="835"/>
                    <a:pt x="832" y="932"/>
                    <a:pt x="1172" y="940"/>
                  </a:cubicBezTo>
                  <a:cubicBezTo>
                    <a:pt x="1488" y="940"/>
                    <a:pt x="1797" y="835"/>
                    <a:pt x="2048" y="640"/>
                  </a:cubicBezTo>
                  <a:cubicBezTo>
                    <a:pt x="2198" y="523"/>
                    <a:pt x="2230" y="300"/>
                    <a:pt x="2113" y="146"/>
                  </a:cubicBezTo>
                  <a:cubicBezTo>
                    <a:pt x="2043" y="52"/>
                    <a:pt x="1936" y="2"/>
                    <a:pt x="1828" y="2"/>
                  </a:cubicBezTo>
                  <a:cubicBezTo>
                    <a:pt x="1754" y="2"/>
                    <a:pt x="1681" y="25"/>
                    <a:pt x="1618" y="73"/>
                  </a:cubicBezTo>
                  <a:cubicBezTo>
                    <a:pt x="1469" y="187"/>
                    <a:pt x="1308" y="225"/>
                    <a:pt x="1160" y="225"/>
                  </a:cubicBezTo>
                  <a:cubicBezTo>
                    <a:pt x="866" y="225"/>
                    <a:pt x="621" y="74"/>
                    <a:pt x="605" y="61"/>
                  </a:cubicBezTo>
                  <a:cubicBezTo>
                    <a:pt x="543" y="20"/>
                    <a:pt x="474" y="1"/>
                    <a:pt x="40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" name="Google Shape;5413;p73"/>
            <p:cNvSpPr/>
            <p:nvPr/>
          </p:nvSpPr>
          <p:spPr>
            <a:xfrm>
              <a:off x="3168913" y="4063985"/>
              <a:ext cx="38668" cy="16230"/>
            </a:xfrm>
            <a:custGeom>
              <a:avLst/>
              <a:gdLst/>
              <a:ahLst/>
              <a:cxnLst/>
              <a:rect l="l" t="t" r="r" b="b"/>
              <a:pathLst>
                <a:path w="2230" h="936" extrusionOk="0">
                  <a:moveTo>
                    <a:pt x="1821" y="1"/>
                  </a:moveTo>
                  <a:cubicBezTo>
                    <a:pt x="1762" y="1"/>
                    <a:pt x="1702" y="16"/>
                    <a:pt x="1646" y="47"/>
                  </a:cubicBezTo>
                  <a:cubicBezTo>
                    <a:pt x="1417" y="180"/>
                    <a:pt x="1221" y="223"/>
                    <a:pt x="1064" y="223"/>
                  </a:cubicBezTo>
                  <a:cubicBezTo>
                    <a:pt x="808" y="223"/>
                    <a:pt x="655" y="109"/>
                    <a:pt x="625" y="84"/>
                  </a:cubicBezTo>
                  <a:cubicBezTo>
                    <a:pt x="559" y="29"/>
                    <a:pt x="477" y="2"/>
                    <a:pt x="396" y="2"/>
                  </a:cubicBezTo>
                  <a:cubicBezTo>
                    <a:pt x="299" y="2"/>
                    <a:pt x="201" y="41"/>
                    <a:pt x="130" y="116"/>
                  </a:cubicBezTo>
                  <a:cubicBezTo>
                    <a:pt x="0" y="266"/>
                    <a:pt x="17" y="489"/>
                    <a:pt x="167" y="619"/>
                  </a:cubicBezTo>
                  <a:cubicBezTo>
                    <a:pt x="418" y="822"/>
                    <a:pt x="731" y="935"/>
                    <a:pt x="1057" y="935"/>
                  </a:cubicBezTo>
                  <a:cubicBezTo>
                    <a:pt x="1063" y="935"/>
                    <a:pt x="1069" y="935"/>
                    <a:pt x="1075" y="935"/>
                  </a:cubicBezTo>
                  <a:cubicBezTo>
                    <a:pt x="1342" y="935"/>
                    <a:pt x="1650" y="862"/>
                    <a:pt x="1999" y="660"/>
                  </a:cubicBezTo>
                  <a:cubicBezTo>
                    <a:pt x="2169" y="562"/>
                    <a:pt x="2230" y="347"/>
                    <a:pt x="2133" y="177"/>
                  </a:cubicBezTo>
                  <a:cubicBezTo>
                    <a:pt x="2064" y="65"/>
                    <a:pt x="1944" y="1"/>
                    <a:pt x="182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" name="Google Shape;5414;p73"/>
            <p:cNvSpPr/>
            <p:nvPr/>
          </p:nvSpPr>
          <p:spPr>
            <a:xfrm>
              <a:off x="2897993" y="2690328"/>
              <a:ext cx="988137" cy="1495107"/>
            </a:xfrm>
            <a:custGeom>
              <a:avLst/>
              <a:gdLst/>
              <a:ahLst/>
              <a:cxnLst/>
              <a:rect l="l" t="t" r="r" b="b"/>
              <a:pathLst>
                <a:path w="56986" h="86223" extrusionOk="0">
                  <a:moveTo>
                    <a:pt x="23618" y="1"/>
                  </a:moveTo>
                  <a:cubicBezTo>
                    <a:pt x="14990" y="1"/>
                    <a:pt x="7755" y="1807"/>
                    <a:pt x="4225" y="4344"/>
                  </a:cubicBezTo>
                  <a:cubicBezTo>
                    <a:pt x="2498" y="5588"/>
                    <a:pt x="1112" y="7465"/>
                    <a:pt x="1" y="9735"/>
                  </a:cubicBezTo>
                  <a:cubicBezTo>
                    <a:pt x="70" y="10080"/>
                    <a:pt x="159" y="10437"/>
                    <a:pt x="248" y="10789"/>
                  </a:cubicBezTo>
                  <a:cubicBezTo>
                    <a:pt x="893" y="13234"/>
                    <a:pt x="3666" y="15958"/>
                    <a:pt x="5879" y="17203"/>
                  </a:cubicBezTo>
                  <a:cubicBezTo>
                    <a:pt x="9694" y="19339"/>
                    <a:pt x="16480" y="21954"/>
                    <a:pt x="17347" y="26243"/>
                  </a:cubicBezTo>
                  <a:cubicBezTo>
                    <a:pt x="23112" y="22436"/>
                    <a:pt x="26732" y="20352"/>
                    <a:pt x="33575" y="19396"/>
                  </a:cubicBezTo>
                  <a:lnTo>
                    <a:pt x="33575" y="19396"/>
                  </a:lnTo>
                  <a:cubicBezTo>
                    <a:pt x="31742" y="30588"/>
                    <a:pt x="34069" y="41996"/>
                    <a:pt x="36384" y="53091"/>
                  </a:cubicBezTo>
                  <a:cubicBezTo>
                    <a:pt x="37564" y="58762"/>
                    <a:pt x="38751" y="64429"/>
                    <a:pt x="39935" y="70093"/>
                  </a:cubicBezTo>
                  <a:cubicBezTo>
                    <a:pt x="40499" y="72809"/>
                    <a:pt x="41074" y="75561"/>
                    <a:pt x="42323" y="78038"/>
                  </a:cubicBezTo>
                  <a:cubicBezTo>
                    <a:pt x="43434" y="80252"/>
                    <a:pt x="45104" y="82432"/>
                    <a:pt x="44832" y="84893"/>
                  </a:cubicBezTo>
                  <a:cubicBezTo>
                    <a:pt x="44784" y="85319"/>
                    <a:pt x="44678" y="85773"/>
                    <a:pt x="44561" y="86223"/>
                  </a:cubicBezTo>
                  <a:cubicBezTo>
                    <a:pt x="49474" y="85108"/>
                    <a:pt x="53013" y="83953"/>
                    <a:pt x="53487" y="83231"/>
                  </a:cubicBezTo>
                  <a:cubicBezTo>
                    <a:pt x="54565" y="81565"/>
                    <a:pt x="54346" y="80604"/>
                    <a:pt x="54180" y="75525"/>
                  </a:cubicBezTo>
                  <a:cubicBezTo>
                    <a:pt x="54164" y="75136"/>
                    <a:pt x="54144" y="74714"/>
                    <a:pt x="54119" y="74272"/>
                  </a:cubicBezTo>
                  <a:cubicBezTo>
                    <a:pt x="53759" y="68098"/>
                    <a:pt x="56268" y="60120"/>
                    <a:pt x="56629" y="47403"/>
                  </a:cubicBezTo>
                  <a:cubicBezTo>
                    <a:pt x="56986" y="34679"/>
                    <a:pt x="56090" y="18289"/>
                    <a:pt x="51432" y="11507"/>
                  </a:cubicBezTo>
                  <a:cubicBezTo>
                    <a:pt x="46778" y="4721"/>
                    <a:pt x="41695" y="2451"/>
                    <a:pt x="37280" y="1482"/>
                  </a:cubicBezTo>
                  <a:cubicBezTo>
                    <a:pt x="32570" y="450"/>
                    <a:pt x="27921" y="1"/>
                    <a:pt x="23618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" name="Google Shape;5415;p73"/>
            <p:cNvSpPr/>
            <p:nvPr/>
          </p:nvSpPr>
          <p:spPr>
            <a:xfrm>
              <a:off x="2789462" y="3999914"/>
              <a:ext cx="1054706" cy="240801"/>
            </a:xfrm>
            <a:custGeom>
              <a:avLst/>
              <a:gdLst/>
              <a:ahLst/>
              <a:cxnLst/>
              <a:rect l="l" t="t" r="r" b="b"/>
              <a:pathLst>
                <a:path w="60825" h="13887" extrusionOk="0">
                  <a:moveTo>
                    <a:pt x="60439" y="1"/>
                  </a:moveTo>
                  <a:lnTo>
                    <a:pt x="60439" y="1"/>
                  </a:lnTo>
                  <a:cubicBezTo>
                    <a:pt x="47856" y="5168"/>
                    <a:pt x="37146" y="6890"/>
                    <a:pt x="28457" y="6890"/>
                  </a:cubicBezTo>
                  <a:cubicBezTo>
                    <a:pt x="11081" y="6890"/>
                    <a:pt x="1793" y="1"/>
                    <a:pt x="1793" y="1"/>
                  </a:cubicBezTo>
                  <a:lnTo>
                    <a:pt x="1793" y="1"/>
                  </a:lnTo>
                  <a:cubicBezTo>
                    <a:pt x="1975" y="629"/>
                    <a:pt x="1" y="4573"/>
                    <a:pt x="1793" y="6811"/>
                  </a:cubicBezTo>
                  <a:cubicBezTo>
                    <a:pt x="3588" y="9053"/>
                    <a:pt x="12454" y="13796"/>
                    <a:pt x="25443" y="13885"/>
                  </a:cubicBezTo>
                  <a:cubicBezTo>
                    <a:pt x="25576" y="13886"/>
                    <a:pt x="25710" y="13886"/>
                    <a:pt x="25845" y="13886"/>
                  </a:cubicBezTo>
                  <a:cubicBezTo>
                    <a:pt x="38843" y="13886"/>
                    <a:pt x="58591" y="9480"/>
                    <a:pt x="59746" y="7711"/>
                  </a:cubicBezTo>
                  <a:cubicBezTo>
                    <a:pt x="60824" y="6041"/>
                    <a:pt x="60605" y="5080"/>
                    <a:pt x="60439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" name="Google Shape;5416;p73"/>
            <p:cNvSpPr/>
            <p:nvPr/>
          </p:nvSpPr>
          <p:spPr>
            <a:xfrm>
              <a:off x="2791439" y="3993741"/>
              <a:ext cx="1056387" cy="253199"/>
            </a:xfrm>
            <a:custGeom>
              <a:avLst/>
              <a:gdLst/>
              <a:ahLst/>
              <a:cxnLst/>
              <a:rect l="l" t="t" r="r" b="b"/>
              <a:pathLst>
                <a:path w="60922" h="14602" extrusionOk="0">
                  <a:moveTo>
                    <a:pt x="59985" y="876"/>
                  </a:moveTo>
                  <a:cubicBezTo>
                    <a:pt x="60001" y="1362"/>
                    <a:pt x="60021" y="1804"/>
                    <a:pt x="60037" y="2213"/>
                  </a:cubicBezTo>
                  <a:cubicBezTo>
                    <a:pt x="60171" y="5692"/>
                    <a:pt x="60204" y="6519"/>
                    <a:pt x="59332" y="7868"/>
                  </a:cubicBezTo>
                  <a:cubicBezTo>
                    <a:pt x="58384" y="9328"/>
                    <a:pt x="39395" y="13888"/>
                    <a:pt x="25746" y="13888"/>
                  </a:cubicBezTo>
                  <a:lnTo>
                    <a:pt x="25337" y="13888"/>
                  </a:lnTo>
                  <a:cubicBezTo>
                    <a:pt x="12831" y="13803"/>
                    <a:pt x="3803" y="9251"/>
                    <a:pt x="1958" y="6944"/>
                  </a:cubicBezTo>
                  <a:cubicBezTo>
                    <a:pt x="779" y="5465"/>
                    <a:pt x="1423" y="3065"/>
                    <a:pt x="1808" y="1630"/>
                  </a:cubicBezTo>
                  <a:cubicBezTo>
                    <a:pt x="1873" y="1370"/>
                    <a:pt x="1930" y="1163"/>
                    <a:pt x="1970" y="985"/>
                  </a:cubicBezTo>
                  <a:cubicBezTo>
                    <a:pt x="3499" y="1990"/>
                    <a:pt x="8485" y="4905"/>
                    <a:pt x="16783" y="6514"/>
                  </a:cubicBezTo>
                  <a:cubicBezTo>
                    <a:pt x="19927" y="7128"/>
                    <a:pt x="23769" y="7580"/>
                    <a:pt x="28256" y="7580"/>
                  </a:cubicBezTo>
                  <a:cubicBezTo>
                    <a:pt x="36675" y="7580"/>
                    <a:pt x="47365" y="5987"/>
                    <a:pt x="59985" y="876"/>
                  </a:cubicBezTo>
                  <a:close/>
                  <a:moveTo>
                    <a:pt x="1680" y="0"/>
                  </a:moveTo>
                  <a:cubicBezTo>
                    <a:pt x="1610" y="0"/>
                    <a:pt x="1539" y="22"/>
                    <a:pt x="1476" y="65"/>
                  </a:cubicBezTo>
                  <a:cubicBezTo>
                    <a:pt x="1354" y="146"/>
                    <a:pt x="1298" y="300"/>
                    <a:pt x="1334" y="446"/>
                  </a:cubicBezTo>
                  <a:cubicBezTo>
                    <a:pt x="1358" y="572"/>
                    <a:pt x="1225" y="1058"/>
                    <a:pt x="1119" y="1443"/>
                  </a:cubicBezTo>
                  <a:cubicBezTo>
                    <a:pt x="698" y="3008"/>
                    <a:pt x="0" y="5627"/>
                    <a:pt x="1403" y="7386"/>
                  </a:cubicBezTo>
                  <a:cubicBezTo>
                    <a:pt x="3385" y="9859"/>
                    <a:pt x="12429" y="14509"/>
                    <a:pt x="25325" y="14602"/>
                  </a:cubicBezTo>
                  <a:lnTo>
                    <a:pt x="25702" y="14602"/>
                  </a:lnTo>
                  <a:cubicBezTo>
                    <a:pt x="38435" y="14602"/>
                    <a:pt x="58639" y="10240"/>
                    <a:pt x="59928" y="8258"/>
                  </a:cubicBezTo>
                  <a:cubicBezTo>
                    <a:pt x="60921" y="6721"/>
                    <a:pt x="60889" y="5765"/>
                    <a:pt x="60747" y="2185"/>
                  </a:cubicBezTo>
                  <a:cubicBezTo>
                    <a:pt x="60727" y="1638"/>
                    <a:pt x="60698" y="1030"/>
                    <a:pt x="60678" y="349"/>
                  </a:cubicBezTo>
                  <a:cubicBezTo>
                    <a:pt x="60674" y="231"/>
                    <a:pt x="60613" y="126"/>
                    <a:pt x="60516" y="57"/>
                  </a:cubicBezTo>
                  <a:cubicBezTo>
                    <a:pt x="60457" y="23"/>
                    <a:pt x="60390" y="5"/>
                    <a:pt x="60321" y="5"/>
                  </a:cubicBezTo>
                  <a:cubicBezTo>
                    <a:pt x="60276" y="5"/>
                    <a:pt x="60231" y="12"/>
                    <a:pt x="60187" y="28"/>
                  </a:cubicBezTo>
                  <a:cubicBezTo>
                    <a:pt x="47459" y="5256"/>
                    <a:pt x="36703" y="6873"/>
                    <a:pt x="28265" y="6873"/>
                  </a:cubicBezTo>
                  <a:cubicBezTo>
                    <a:pt x="23846" y="6873"/>
                    <a:pt x="20063" y="6430"/>
                    <a:pt x="16966" y="5829"/>
                  </a:cubicBezTo>
                  <a:cubicBezTo>
                    <a:pt x="7200" y="3936"/>
                    <a:pt x="1942" y="114"/>
                    <a:pt x="1893" y="73"/>
                  </a:cubicBezTo>
                  <a:cubicBezTo>
                    <a:pt x="1831" y="25"/>
                    <a:pt x="1756" y="0"/>
                    <a:pt x="168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" name="Google Shape;5417;p73"/>
            <p:cNvSpPr/>
            <p:nvPr/>
          </p:nvSpPr>
          <p:spPr>
            <a:xfrm>
              <a:off x="3524106" y="2951208"/>
              <a:ext cx="29114" cy="248673"/>
            </a:xfrm>
            <a:custGeom>
              <a:avLst/>
              <a:gdLst/>
              <a:ahLst/>
              <a:cxnLst/>
              <a:rect l="l" t="t" r="r" b="b"/>
              <a:pathLst>
                <a:path w="1679" h="14341" extrusionOk="0">
                  <a:moveTo>
                    <a:pt x="461" y="1"/>
                  </a:moveTo>
                  <a:cubicBezTo>
                    <a:pt x="414" y="1"/>
                    <a:pt x="365" y="95"/>
                    <a:pt x="353" y="220"/>
                  </a:cubicBezTo>
                  <a:cubicBezTo>
                    <a:pt x="240" y="1387"/>
                    <a:pt x="134" y="2547"/>
                    <a:pt x="77" y="3718"/>
                  </a:cubicBezTo>
                  <a:cubicBezTo>
                    <a:pt x="21" y="4886"/>
                    <a:pt x="0" y="6057"/>
                    <a:pt x="57" y="7233"/>
                  </a:cubicBezTo>
                  <a:cubicBezTo>
                    <a:pt x="114" y="8409"/>
                    <a:pt x="252" y="9576"/>
                    <a:pt x="475" y="10731"/>
                  </a:cubicBezTo>
                  <a:cubicBezTo>
                    <a:pt x="702" y="11883"/>
                    <a:pt x="1014" y="13018"/>
                    <a:pt x="1415" y="14120"/>
                  </a:cubicBezTo>
                  <a:cubicBezTo>
                    <a:pt x="1464" y="14245"/>
                    <a:pt x="1531" y="14341"/>
                    <a:pt x="1589" y="14341"/>
                  </a:cubicBezTo>
                  <a:cubicBezTo>
                    <a:pt x="1593" y="14341"/>
                    <a:pt x="1597" y="14340"/>
                    <a:pt x="1602" y="14339"/>
                  </a:cubicBezTo>
                  <a:cubicBezTo>
                    <a:pt x="1662" y="14323"/>
                    <a:pt x="1679" y="14193"/>
                    <a:pt x="1630" y="14043"/>
                  </a:cubicBezTo>
                  <a:cubicBezTo>
                    <a:pt x="1281" y="12937"/>
                    <a:pt x="1006" y="11810"/>
                    <a:pt x="799" y="10671"/>
                  </a:cubicBezTo>
                  <a:cubicBezTo>
                    <a:pt x="588" y="9527"/>
                    <a:pt x="462" y="8372"/>
                    <a:pt x="414" y="7213"/>
                  </a:cubicBezTo>
                  <a:cubicBezTo>
                    <a:pt x="345" y="6057"/>
                    <a:pt x="357" y="4890"/>
                    <a:pt x="394" y="3726"/>
                  </a:cubicBezTo>
                  <a:cubicBezTo>
                    <a:pt x="426" y="2567"/>
                    <a:pt x="487" y="1404"/>
                    <a:pt x="544" y="236"/>
                  </a:cubicBezTo>
                  <a:cubicBezTo>
                    <a:pt x="548" y="114"/>
                    <a:pt x="519" y="13"/>
                    <a:pt x="467" y="1"/>
                  </a:cubicBezTo>
                  <a:cubicBezTo>
                    <a:pt x="465" y="1"/>
                    <a:pt x="463" y="1"/>
                    <a:pt x="4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" name="Google Shape;5418;p73"/>
            <p:cNvSpPr/>
            <p:nvPr/>
          </p:nvSpPr>
          <p:spPr>
            <a:xfrm>
              <a:off x="3483756" y="3099794"/>
              <a:ext cx="21033" cy="113906"/>
            </a:xfrm>
            <a:custGeom>
              <a:avLst/>
              <a:gdLst/>
              <a:ahLst/>
              <a:cxnLst/>
              <a:rect l="l" t="t" r="r" b="b"/>
              <a:pathLst>
                <a:path w="1213" h="6569" extrusionOk="0">
                  <a:moveTo>
                    <a:pt x="318" y="1"/>
                  </a:moveTo>
                  <a:cubicBezTo>
                    <a:pt x="267" y="1"/>
                    <a:pt x="223" y="39"/>
                    <a:pt x="215" y="87"/>
                  </a:cubicBezTo>
                  <a:cubicBezTo>
                    <a:pt x="102" y="622"/>
                    <a:pt x="37" y="1165"/>
                    <a:pt x="17" y="1708"/>
                  </a:cubicBezTo>
                  <a:cubicBezTo>
                    <a:pt x="0" y="2256"/>
                    <a:pt x="25" y="2803"/>
                    <a:pt x="86" y="3346"/>
                  </a:cubicBezTo>
                  <a:cubicBezTo>
                    <a:pt x="154" y="3889"/>
                    <a:pt x="260" y="4428"/>
                    <a:pt x="402" y="4960"/>
                  </a:cubicBezTo>
                  <a:cubicBezTo>
                    <a:pt x="548" y="5482"/>
                    <a:pt x="742" y="5997"/>
                    <a:pt x="977" y="6488"/>
                  </a:cubicBezTo>
                  <a:cubicBezTo>
                    <a:pt x="994" y="6538"/>
                    <a:pt x="1041" y="6569"/>
                    <a:pt x="1092" y="6569"/>
                  </a:cubicBezTo>
                  <a:cubicBezTo>
                    <a:pt x="1102" y="6569"/>
                    <a:pt x="1113" y="6568"/>
                    <a:pt x="1123" y="6565"/>
                  </a:cubicBezTo>
                  <a:cubicBezTo>
                    <a:pt x="1184" y="6536"/>
                    <a:pt x="1213" y="6468"/>
                    <a:pt x="1188" y="6403"/>
                  </a:cubicBezTo>
                  <a:cubicBezTo>
                    <a:pt x="1006" y="5900"/>
                    <a:pt x="852" y="5389"/>
                    <a:pt x="722" y="4874"/>
                  </a:cubicBezTo>
                  <a:cubicBezTo>
                    <a:pt x="592" y="4356"/>
                    <a:pt x="499" y="3833"/>
                    <a:pt x="438" y="3306"/>
                  </a:cubicBezTo>
                  <a:cubicBezTo>
                    <a:pt x="369" y="2779"/>
                    <a:pt x="333" y="2248"/>
                    <a:pt x="333" y="1716"/>
                  </a:cubicBezTo>
                  <a:cubicBezTo>
                    <a:pt x="329" y="1181"/>
                    <a:pt x="353" y="650"/>
                    <a:pt x="410" y="119"/>
                  </a:cubicBezTo>
                  <a:cubicBezTo>
                    <a:pt x="418" y="67"/>
                    <a:pt x="386" y="14"/>
                    <a:pt x="333" y="2"/>
                  </a:cubicBezTo>
                  <a:cubicBezTo>
                    <a:pt x="328" y="1"/>
                    <a:pt x="323" y="1"/>
                    <a:pt x="31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" name="Google Shape;5419;p73"/>
            <p:cNvSpPr/>
            <p:nvPr/>
          </p:nvSpPr>
          <p:spPr>
            <a:xfrm>
              <a:off x="3442920" y="3135133"/>
              <a:ext cx="21103" cy="91625"/>
            </a:xfrm>
            <a:custGeom>
              <a:avLst/>
              <a:gdLst/>
              <a:ahLst/>
              <a:cxnLst/>
              <a:rect l="l" t="t" r="r" b="b"/>
              <a:pathLst>
                <a:path w="1217" h="5284" extrusionOk="0">
                  <a:moveTo>
                    <a:pt x="229" y="0"/>
                  </a:moveTo>
                  <a:cubicBezTo>
                    <a:pt x="185" y="0"/>
                    <a:pt x="145" y="30"/>
                    <a:pt x="138" y="72"/>
                  </a:cubicBezTo>
                  <a:cubicBezTo>
                    <a:pt x="53" y="510"/>
                    <a:pt x="4" y="951"/>
                    <a:pt x="0" y="1393"/>
                  </a:cubicBezTo>
                  <a:cubicBezTo>
                    <a:pt x="0" y="1843"/>
                    <a:pt x="37" y="2285"/>
                    <a:pt x="102" y="2727"/>
                  </a:cubicBezTo>
                  <a:cubicBezTo>
                    <a:pt x="179" y="3165"/>
                    <a:pt x="288" y="3599"/>
                    <a:pt x="434" y="4020"/>
                  </a:cubicBezTo>
                  <a:cubicBezTo>
                    <a:pt x="580" y="4442"/>
                    <a:pt x="766" y="4847"/>
                    <a:pt x="989" y="5232"/>
                  </a:cubicBezTo>
                  <a:cubicBezTo>
                    <a:pt x="1009" y="5264"/>
                    <a:pt x="1046" y="5283"/>
                    <a:pt x="1084" y="5283"/>
                  </a:cubicBezTo>
                  <a:cubicBezTo>
                    <a:pt x="1100" y="5283"/>
                    <a:pt x="1116" y="5280"/>
                    <a:pt x="1131" y="5273"/>
                  </a:cubicBezTo>
                  <a:cubicBezTo>
                    <a:pt x="1188" y="5248"/>
                    <a:pt x="1216" y="5184"/>
                    <a:pt x="1192" y="5127"/>
                  </a:cubicBezTo>
                  <a:cubicBezTo>
                    <a:pt x="1022" y="4730"/>
                    <a:pt x="872" y="4328"/>
                    <a:pt x="746" y="3919"/>
                  </a:cubicBezTo>
                  <a:cubicBezTo>
                    <a:pt x="616" y="3509"/>
                    <a:pt x="519" y="3092"/>
                    <a:pt x="454" y="2666"/>
                  </a:cubicBezTo>
                  <a:cubicBezTo>
                    <a:pt x="373" y="2245"/>
                    <a:pt x="329" y="1819"/>
                    <a:pt x="316" y="1389"/>
                  </a:cubicBezTo>
                  <a:cubicBezTo>
                    <a:pt x="296" y="959"/>
                    <a:pt x="300" y="530"/>
                    <a:pt x="333" y="100"/>
                  </a:cubicBezTo>
                  <a:cubicBezTo>
                    <a:pt x="333" y="51"/>
                    <a:pt x="296" y="11"/>
                    <a:pt x="252" y="3"/>
                  </a:cubicBezTo>
                  <a:cubicBezTo>
                    <a:pt x="244" y="1"/>
                    <a:pt x="236" y="0"/>
                    <a:pt x="22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" name="Google Shape;5420;p73"/>
            <p:cNvSpPr/>
            <p:nvPr/>
          </p:nvSpPr>
          <p:spPr>
            <a:xfrm>
              <a:off x="3237164" y="4075984"/>
              <a:ext cx="163950" cy="14704"/>
            </a:xfrm>
            <a:custGeom>
              <a:avLst/>
              <a:gdLst/>
              <a:ahLst/>
              <a:cxnLst/>
              <a:rect l="l" t="t" r="r" b="b"/>
              <a:pathLst>
                <a:path w="9455" h="848" extrusionOk="0">
                  <a:moveTo>
                    <a:pt x="136" y="1"/>
                  </a:moveTo>
                  <a:cubicBezTo>
                    <a:pt x="77" y="1"/>
                    <a:pt x="27" y="22"/>
                    <a:pt x="17" y="65"/>
                  </a:cubicBezTo>
                  <a:cubicBezTo>
                    <a:pt x="1" y="113"/>
                    <a:pt x="57" y="174"/>
                    <a:pt x="143" y="195"/>
                  </a:cubicBezTo>
                  <a:cubicBezTo>
                    <a:pt x="888" y="369"/>
                    <a:pt x="1642" y="519"/>
                    <a:pt x="2400" y="616"/>
                  </a:cubicBezTo>
                  <a:cubicBezTo>
                    <a:pt x="3163" y="713"/>
                    <a:pt x="3933" y="795"/>
                    <a:pt x="4699" y="823"/>
                  </a:cubicBezTo>
                  <a:cubicBezTo>
                    <a:pt x="5080" y="839"/>
                    <a:pt x="5463" y="847"/>
                    <a:pt x="5847" y="847"/>
                  </a:cubicBezTo>
                  <a:cubicBezTo>
                    <a:pt x="6230" y="847"/>
                    <a:pt x="6614" y="839"/>
                    <a:pt x="6998" y="823"/>
                  </a:cubicBezTo>
                  <a:cubicBezTo>
                    <a:pt x="7768" y="790"/>
                    <a:pt x="8534" y="718"/>
                    <a:pt x="9292" y="612"/>
                  </a:cubicBezTo>
                  <a:cubicBezTo>
                    <a:pt x="9385" y="596"/>
                    <a:pt x="9454" y="547"/>
                    <a:pt x="9454" y="486"/>
                  </a:cubicBezTo>
                  <a:cubicBezTo>
                    <a:pt x="9454" y="430"/>
                    <a:pt x="9381" y="384"/>
                    <a:pt x="9290" y="384"/>
                  </a:cubicBezTo>
                  <a:cubicBezTo>
                    <a:pt x="9282" y="384"/>
                    <a:pt x="9275" y="384"/>
                    <a:pt x="9268" y="385"/>
                  </a:cubicBezTo>
                  <a:cubicBezTo>
                    <a:pt x="8510" y="446"/>
                    <a:pt x="7743" y="474"/>
                    <a:pt x="6989" y="495"/>
                  </a:cubicBezTo>
                  <a:cubicBezTo>
                    <a:pt x="6772" y="500"/>
                    <a:pt x="6554" y="503"/>
                    <a:pt x="6336" y="503"/>
                  </a:cubicBezTo>
                  <a:cubicBezTo>
                    <a:pt x="5796" y="503"/>
                    <a:pt x="5254" y="488"/>
                    <a:pt x="4711" y="470"/>
                  </a:cubicBezTo>
                  <a:cubicBezTo>
                    <a:pt x="3953" y="446"/>
                    <a:pt x="3191" y="377"/>
                    <a:pt x="2437" y="304"/>
                  </a:cubicBezTo>
                  <a:cubicBezTo>
                    <a:pt x="1683" y="227"/>
                    <a:pt x="929" y="126"/>
                    <a:pt x="179" y="4"/>
                  </a:cubicBezTo>
                  <a:cubicBezTo>
                    <a:pt x="165" y="2"/>
                    <a:pt x="150" y="1"/>
                    <a:pt x="13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" name="Google Shape;5421;p73"/>
            <p:cNvSpPr/>
            <p:nvPr/>
          </p:nvSpPr>
          <p:spPr>
            <a:xfrm>
              <a:off x="3267457" y="4045258"/>
              <a:ext cx="98509" cy="9641"/>
            </a:xfrm>
            <a:custGeom>
              <a:avLst/>
              <a:gdLst/>
              <a:ahLst/>
              <a:cxnLst/>
              <a:rect l="l" t="t" r="r" b="b"/>
              <a:pathLst>
                <a:path w="5681" h="556" extrusionOk="0">
                  <a:moveTo>
                    <a:pt x="114" y="0"/>
                  </a:moveTo>
                  <a:cubicBezTo>
                    <a:pt x="62" y="0"/>
                    <a:pt x="21" y="33"/>
                    <a:pt x="13" y="82"/>
                  </a:cubicBezTo>
                  <a:cubicBezTo>
                    <a:pt x="1" y="134"/>
                    <a:pt x="37" y="183"/>
                    <a:pt x="86" y="195"/>
                  </a:cubicBezTo>
                  <a:cubicBezTo>
                    <a:pt x="540" y="280"/>
                    <a:pt x="994" y="357"/>
                    <a:pt x="1452" y="402"/>
                  </a:cubicBezTo>
                  <a:cubicBezTo>
                    <a:pt x="1906" y="446"/>
                    <a:pt x="2356" y="507"/>
                    <a:pt x="2818" y="523"/>
                  </a:cubicBezTo>
                  <a:cubicBezTo>
                    <a:pt x="3280" y="540"/>
                    <a:pt x="3734" y="556"/>
                    <a:pt x="4197" y="556"/>
                  </a:cubicBezTo>
                  <a:cubicBezTo>
                    <a:pt x="4659" y="556"/>
                    <a:pt x="5113" y="536"/>
                    <a:pt x="5575" y="499"/>
                  </a:cubicBezTo>
                  <a:cubicBezTo>
                    <a:pt x="5632" y="495"/>
                    <a:pt x="5676" y="450"/>
                    <a:pt x="5676" y="394"/>
                  </a:cubicBezTo>
                  <a:cubicBezTo>
                    <a:pt x="5680" y="329"/>
                    <a:pt x="5632" y="276"/>
                    <a:pt x="5571" y="276"/>
                  </a:cubicBezTo>
                  <a:lnTo>
                    <a:pt x="4201" y="223"/>
                  </a:lnTo>
                  <a:cubicBezTo>
                    <a:pt x="3747" y="215"/>
                    <a:pt x="3297" y="191"/>
                    <a:pt x="2839" y="171"/>
                  </a:cubicBezTo>
                  <a:cubicBezTo>
                    <a:pt x="2384" y="150"/>
                    <a:pt x="1930" y="122"/>
                    <a:pt x="1476" y="94"/>
                  </a:cubicBezTo>
                  <a:lnTo>
                    <a:pt x="114" y="0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" name="Google Shape;5422;p73"/>
            <p:cNvSpPr/>
            <p:nvPr/>
          </p:nvSpPr>
          <p:spPr>
            <a:xfrm>
              <a:off x="2928303" y="2862410"/>
              <a:ext cx="172221" cy="139431"/>
            </a:xfrm>
            <a:custGeom>
              <a:avLst/>
              <a:gdLst/>
              <a:ahLst/>
              <a:cxnLst/>
              <a:rect l="l" t="t" r="r" b="b"/>
              <a:pathLst>
                <a:path w="9932" h="8041" extrusionOk="0">
                  <a:moveTo>
                    <a:pt x="125" y="1"/>
                  </a:moveTo>
                  <a:cubicBezTo>
                    <a:pt x="76" y="1"/>
                    <a:pt x="32" y="90"/>
                    <a:pt x="24" y="209"/>
                  </a:cubicBezTo>
                  <a:cubicBezTo>
                    <a:pt x="0" y="1320"/>
                    <a:pt x="511" y="2378"/>
                    <a:pt x="1257" y="3192"/>
                  </a:cubicBezTo>
                  <a:cubicBezTo>
                    <a:pt x="2003" y="4007"/>
                    <a:pt x="2939" y="4591"/>
                    <a:pt x="3880" y="5110"/>
                  </a:cubicBezTo>
                  <a:lnTo>
                    <a:pt x="6746" y="6573"/>
                  </a:lnTo>
                  <a:cubicBezTo>
                    <a:pt x="7702" y="7052"/>
                    <a:pt x="8667" y="7526"/>
                    <a:pt x="9628" y="7992"/>
                  </a:cubicBezTo>
                  <a:cubicBezTo>
                    <a:pt x="9693" y="8024"/>
                    <a:pt x="9758" y="8040"/>
                    <a:pt x="9808" y="8040"/>
                  </a:cubicBezTo>
                  <a:cubicBezTo>
                    <a:pt x="9848" y="8040"/>
                    <a:pt x="9879" y="8030"/>
                    <a:pt x="9896" y="8008"/>
                  </a:cubicBezTo>
                  <a:cubicBezTo>
                    <a:pt x="9932" y="7956"/>
                    <a:pt x="9855" y="7862"/>
                    <a:pt x="9733" y="7789"/>
                  </a:cubicBezTo>
                  <a:cubicBezTo>
                    <a:pt x="8793" y="7279"/>
                    <a:pt x="7844" y="6776"/>
                    <a:pt x="6896" y="6281"/>
                  </a:cubicBezTo>
                  <a:lnTo>
                    <a:pt x="4050" y="4794"/>
                  </a:lnTo>
                  <a:cubicBezTo>
                    <a:pt x="3118" y="4303"/>
                    <a:pt x="2189" y="3736"/>
                    <a:pt x="1484" y="2982"/>
                  </a:cubicBezTo>
                  <a:cubicBezTo>
                    <a:pt x="783" y="2228"/>
                    <a:pt x="256" y="1255"/>
                    <a:pt x="219" y="205"/>
                  </a:cubicBezTo>
                  <a:cubicBezTo>
                    <a:pt x="219" y="103"/>
                    <a:pt x="183" y="10"/>
                    <a:pt x="134" y="2"/>
                  </a:cubicBezTo>
                  <a:cubicBezTo>
                    <a:pt x="131" y="1"/>
                    <a:pt x="128" y="1"/>
                    <a:pt x="12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" name="Google Shape;5423;p73"/>
            <p:cNvSpPr/>
            <p:nvPr/>
          </p:nvSpPr>
          <p:spPr>
            <a:xfrm>
              <a:off x="2879301" y="3762165"/>
              <a:ext cx="102289" cy="194503"/>
            </a:xfrm>
            <a:custGeom>
              <a:avLst/>
              <a:gdLst/>
              <a:ahLst/>
              <a:cxnLst/>
              <a:rect l="l" t="t" r="r" b="b"/>
              <a:pathLst>
                <a:path w="5899" h="11217" extrusionOk="0">
                  <a:moveTo>
                    <a:pt x="5793" y="0"/>
                  </a:moveTo>
                  <a:cubicBezTo>
                    <a:pt x="5736" y="0"/>
                    <a:pt x="5679" y="97"/>
                    <a:pt x="5660" y="225"/>
                  </a:cubicBezTo>
                  <a:cubicBezTo>
                    <a:pt x="5518" y="1242"/>
                    <a:pt x="5291" y="2252"/>
                    <a:pt x="4979" y="3233"/>
                  </a:cubicBezTo>
                  <a:cubicBezTo>
                    <a:pt x="4675" y="4214"/>
                    <a:pt x="4281" y="5166"/>
                    <a:pt x="3803" y="6078"/>
                  </a:cubicBezTo>
                  <a:cubicBezTo>
                    <a:pt x="3341" y="6995"/>
                    <a:pt x="2798" y="7870"/>
                    <a:pt x="2173" y="8685"/>
                  </a:cubicBezTo>
                  <a:cubicBezTo>
                    <a:pt x="1553" y="9512"/>
                    <a:pt x="864" y="10282"/>
                    <a:pt x="114" y="10992"/>
                  </a:cubicBezTo>
                  <a:cubicBezTo>
                    <a:pt x="41" y="11065"/>
                    <a:pt x="1" y="11150"/>
                    <a:pt x="29" y="11194"/>
                  </a:cubicBezTo>
                  <a:cubicBezTo>
                    <a:pt x="40" y="11209"/>
                    <a:pt x="57" y="11216"/>
                    <a:pt x="79" y="11216"/>
                  </a:cubicBezTo>
                  <a:cubicBezTo>
                    <a:pt x="124" y="11216"/>
                    <a:pt x="186" y="11188"/>
                    <a:pt x="248" y="11134"/>
                  </a:cubicBezTo>
                  <a:cubicBezTo>
                    <a:pt x="1046" y="10457"/>
                    <a:pt x="1772" y="9698"/>
                    <a:pt x="2421" y="8880"/>
                  </a:cubicBezTo>
                  <a:cubicBezTo>
                    <a:pt x="3065" y="8053"/>
                    <a:pt x="3637" y="7169"/>
                    <a:pt x="4123" y="6245"/>
                  </a:cubicBezTo>
                  <a:cubicBezTo>
                    <a:pt x="4598" y="5308"/>
                    <a:pt x="4991" y="4335"/>
                    <a:pt x="5295" y="3330"/>
                  </a:cubicBezTo>
                  <a:cubicBezTo>
                    <a:pt x="5595" y="2325"/>
                    <a:pt x="5789" y="1295"/>
                    <a:pt x="5883" y="249"/>
                  </a:cubicBezTo>
                  <a:cubicBezTo>
                    <a:pt x="5899" y="123"/>
                    <a:pt x="5866" y="18"/>
                    <a:pt x="5806" y="2"/>
                  </a:cubicBezTo>
                  <a:cubicBezTo>
                    <a:pt x="5801" y="1"/>
                    <a:pt x="5797" y="0"/>
                    <a:pt x="579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" name="Google Shape;5424;p73"/>
            <p:cNvSpPr/>
            <p:nvPr/>
          </p:nvSpPr>
          <p:spPr>
            <a:xfrm>
              <a:off x="2948609" y="3804787"/>
              <a:ext cx="52887" cy="105757"/>
            </a:xfrm>
            <a:custGeom>
              <a:avLst/>
              <a:gdLst/>
              <a:ahLst/>
              <a:cxnLst/>
              <a:rect l="l" t="t" r="r" b="b"/>
              <a:pathLst>
                <a:path w="3050" h="6099" extrusionOk="0">
                  <a:moveTo>
                    <a:pt x="2935" y="1"/>
                  </a:moveTo>
                  <a:cubicBezTo>
                    <a:pt x="2880" y="1"/>
                    <a:pt x="2828" y="38"/>
                    <a:pt x="2814" y="94"/>
                  </a:cubicBezTo>
                  <a:cubicBezTo>
                    <a:pt x="2644" y="608"/>
                    <a:pt x="2453" y="1119"/>
                    <a:pt x="2259" y="1622"/>
                  </a:cubicBezTo>
                  <a:cubicBezTo>
                    <a:pt x="2068" y="2125"/>
                    <a:pt x="1833" y="2615"/>
                    <a:pt x="1610" y="3106"/>
                  </a:cubicBezTo>
                  <a:cubicBezTo>
                    <a:pt x="1387" y="3600"/>
                    <a:pt x="1132" y="4074"/>
                    <a:pt x="868" y="4545"/>
                  </a:cubicBezTo>
                  <a:cubicBezTo>
                    <a:pt x="605" y="5019"/>
                    <a:pt x="325" y="5485"/>
                    <a:pt x="29" y="5939"/>
                  </a:cubicBezTo>
                  <a:cubicBezTo>
                    <a:pt x="1" y="5980"/>
                    <a:pt x="5" y="6041"/>
                    <a:pt x="41" y="6077"/>
                  </a:cubicBezTo>
                  <a:cubicBezTo>
                    <a:pt x="59" y="6091"/>
                    <a:pt x="80" y="6098"/>
                    <a:pt x="102" y="6098"/>
                  </a:cubicBezTo>
                  <a:cubicBezTo>
                    <a:pt x="135" y="6098"/>
                    <a:pt x="168" y="6082"/>
                    <a:pt x="187" y="6053"/>
                  </a:cubicBezTo>
                  <a:cubicBezTo>
                    <a:pt x="528" y="5619"/>
                    <a:pt x="844" y="5169"/>
                    <a:pt x="1136" y="4703"/>
                  </a:cubicBezTo>
                  <a:cubicBezTo>
                    <a:pt x="1424" y="4237"/>
                    <a:pt x="1687" y="3754"/>
                    <a:pt x="1930" y="3260"/>
                  </a:cubicBezTo>
                  <a:cubicBezTo>
                    <a:pt x="2169" y="2761"/>
                    <a:pt x="2384" y="2254"/>
                    <a:pt x="2567" y="1739"/>
                  </a:cubicBezTo>
                  <a:cubicBezTo>
                    <a:pt x="2753" y="1221"/>
                    <a:pt x="2907" y="690"/>
                    <a:pt x="3029" y="154"/>
                  </a:cubicBezTo>
                  <a:cubicBezTo>
                    <a:pt x="3049" y="94"/>
                    <a:pt x="3021" y="33"/>
                    <a:pt x="2964" y="4"/>
                  </a:cubicBezTo>
                  <a:cubicBezTo>
                    <a:pt x="2954" y="2"/>
                    <a:pt x="2945" y="1"/>
                    <a:pt x="29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" name="Google Shape;5425;p73"/>
            <p:cNvSpPr/>
            <p:nvPr/>
          </p:nvSpPr>
          <p:spPr>
            <a:xfrm>
              <a:off x="2837893" y="2947844"/>
              <a:ext cx="68493" cy="530517"/>
            </a:xfrm>
            <a:custGeom>
              <a:avLst/>
              <a:gdLst/>
              <a:ahLst/>
              <a:cxnLst/>
              <a:rect l="l" t="t" r="r" b="b"/>
              <a:pathLst>
                <a:path w="3950" h="30595" extrusionOk="0">
                  <a:moveTo>
                    <a:pt x="3888" y="0"/>
                  </a:moveTo>
                  <a:cubicBezTo>
                    <a:pt x="3837" y="0"/>
                    <a:pt x="3731" y="184"/>
                    <a:pt x="3645" y="426"/>
                  </a:cubicBezTo>
                  <a:cubicBezTo>
                    <a:pt x="2753" y="2773"/>
                    <a:pt x="2028" y="5177"/>
                    <a:pt x="1468" y="7626"/>
                  </a:cubicBezTo>
                  <a:cubicBezTo>
                    <a:pt x="913" y="10074"/>
                    <a:pt x="520" y="12555"/>
                    <a:pt x="285" y="15052"/>
                  </a:cubicBezTo>
                  <a:cubicBezTo>
                    <a:pt x="62" y="17553"/>
                    <a:pt x="1" y="20067"/>
                    <a:pt x="106" y="22572"/>
                  </a:cubicBezTo>
                  <a:cubicBezTo>
                    <a:pt x="208" y="25081"/>
                    <a:pt x="487" y="27578"/>
                    <a:pt x="937" y="30047"/>
                  </a:cubicBezTo>
                  <a:cubicBezTo>
                    <a:pt x="990" y="30347"/>
                    <a:pt x="1071" y="30586"/>
                    <a:pt x="1136" y="30594"/>
                  </a:cubicBezTo>
                  <a:cubicBezTo>
                    <a:pt x="1137" y="30595"/>
                    <a:pt x="1139" y="30595"/>
                    <a:pt x="1140" y="30595"/>
                  </a:cubicBezTo>
                  <a:cubicBezTo>
                    <a:pt x="1201" y="30595"/>
                    <a:pt x="1212" y="30336"/>
                    <a:pt x="1160" y="30015"/>
                  </a:cubicBezTo>
                  <a:cubicBezTo>
                    <a:pt x="763" y="27546"/>
                    <a:pt x="524" y="25061"/>
                    <a:pt x="435" y="22564"/>
                  </a:cubicBezTo>
                  <a:cubicBezTo>
                    <a:pt x="256" y="17570"/>
                    <a:pt x="706" y="12575"/>
                    <a:pt x="1772" y="7690"/>
                  </a:cubicBezTo>
                  <a:cubicBezTo>
                    <a:pt x="2308" y="5250"/>
                    <a:pt x="2993" y="2846"/>
                    <a:pt x="3828" y="491"/>
                  </a:cubicBezTo>
                  <a:cubicBezTo>
                    <a:pt x="3909" y="248"/>
                    <a:pt x="3949" y="41"/>
                    <a:pt x="3901" y="4"/>
                  </a:cubicBezTo>
                  <a:cubicBezTo>
                    <a:pt x="3897" y="1"/>
                    <a:pt x="3893" y="0"/>
                    <a:pt x="38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" name="Google Shape;5426;p73"/>
            <p:cNvSpPr/>
            <p:nvPr/>
          </p:nvSpPr>
          <p:spPr>
            <a:xfrm>
              <a:off x="2868411" y="2985853"/>
              <a:ext cx="51396" cy="222247"/>
            </a:xfrm>
            <a:custGeom>
              <a:avLst/>
              <a:gdLst/>
              <a:ahLst/>
              <a:cxnLst/>
              <a:rect l="l" t="t" r="r" b="b"/>
              <a:pathLst>
                <a:path w="2964" h="12817" extrusionOk="0">
                  <a:moveTo>
                    <a:pt x="2891" y="1"/>
                  </a:moveTo>
                  <a:cubicBezTo>
                    <a:pt x="2844" y="1"/>
                    <a:pt x="2783" y="68"/>
                    <a:pt x="2745" y="164"/>
                  </a:cubicBezTo>
                  <a:cubicBezTo>
                    <a:pt x="2343" y="1149"/>
                    <a:pt x="1987" y="2150"/>
                    <a:pt x="1670" y="3163"/>
                  </a:cubicBezTo>
                  <a:cubicBezTo>
                    <a:pt x="1358" y="4181"/>
                    <a:pt x="1087" y="5211"/>
                    <a:pt x="856" y="6248"/>
                  </a:cubicBezTo>
                  <a:cubicBezTo>
                    <a:pt x="629" y="7290"/>
                    <a:pt x="442" y="8336"/>
                    <a:pt x="296" y="9390"/>
                  </a:cubicBezTo>
                  <a:cubicBezTo>
                    <a:pt x="150" y="10444"/>
                    <a:pt x="53" y="11506"/>
                    <a:pt x="4" y="12568"/>
                  </a:cubicBezTo>
                  <a:cubicBezTo>
                    <a:pt x="0" y="12694"/>
                    <a:pt x="33" y="12807"/>
                    <a:pt x="94" y="12816"/>
                  </a:cubicBezTo>
                  <a:cubicBezTo>
                    <a:pt x="97" y="12816"/>
                    <a:pt x="100" y="12817"/>
                    <a:pt x="103" y="12817"/>
                  </a:cubicBezTo>
                  <a:cubicBezTo>
                    <a:pt x="161" y="12817"/>
                    <a:pt x="216" y="12719"/>
                    <a:pt x="231" y="12585"/>
                  </a:cubicBezTo>
                  <a:cubicBezTo>
                    <a:pt x="333" y="11531"/>
                    <a:pt x="466" y="10481"/>
                    <a:pt x="621" y="9439"/>
                  </a:cubicBezTo>
                  <a:cubicBezTo>
                    <a:pt x="779" y="8393"/>
                    <a:pt x="977" y="7359"/>
                    <a:pt x="1200" y="6325"/>
                  </a:cubicBezTo>
                  <a:cubicBezTo>
                    <a:pt x="1423" y="5292"/>
                    <a:pt x="1674" y="4270"/>
                    <a:pt x="1970" y="3257"/>
                  </a:cubicBezTo>
                  <a:cubicBezTo>
                    <a:pt x="2258" y="2243"/>
                    <a:pt x="2578" y="1234"/>
                    <a:pt x="2923" y="229"/>
                  </a:cubicBezTo>
                  <a:cubicBezTo>
                    <a:pt x="2960" y="127"/>
                    <a:pt x="2964" y="34"/>
                    <a:pt x="2911" y="6"/>
                  </a:cubicBezTo>
                  <a:cubicBezTo>
                    <a:pt x="2905" y="2"/>
                    <a:pt x="2898" y="1"/>
                    <a:pt x="289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" name="Google Shape;5427;p73"/>
            <p:cNvSpPr/>
            <p:nvPr/>
          </p:nvSpPr>
          <p:spPr>
            <a:xfrm>
              <a:off x="3153463" y="3086737"/>
              <a:ext cx="94902" cy="122299"/>
            </a:xfrm>
            <a:custGeom>
              <a:avLst/>
              <a:gdLst/>
              <a:ahLst/>
              <a:cxnLst/>
              <a:rect l="l" t="t" r="r" b="b"/>
              <a:pathLst>
                <a:path w="5473" h="7053" extrusionOk="0">
                  <a:moveTo>
                    <a:pt x="2832" y="4057"/>
                  </a:moveTo>
                  <a:cubicBezTo>
                    <a:pt x="2874" y="4057"/>
                    <a:pt x="2918" y="4060"/>
                    <a:pt x="2963" y="4067"/>
                  </a:cubicBezTo>
                  <a:cubicBezTo>
                    <a:pt x="3924" y="4209"/>
                    <a:pt x="4041" y="5640"/>
                    <a:pt x="2825" y="5810"/>
                  </a:cubicBezTo>
                  <a:cubicBezTo>
                    <a:pt x="2779" y="5816"/>
                    <a:pt x="2735" y="5819"/>
                    <a:pt x="2693" y="5819"/>
                  </a:cubicBezTo>
                  <a:cubicBezTo>
                    <a:pt x="1667" y="5819"/>
                    <a:pt x="1849" y="4057"/>
                    <a:pt x="2832" y="4057"/>
                  </a:cubicBezTo>
                  <a:close/>
                  <a:moveTo>
                    <a:pt x="2501" y="1"/>
                  </a:moveTo>
                  <a:cubicBezTo>
                    <a:pt x="1930" y="1"/>
                    <a:pt x="0" y="6086"/>
                    <a:pt x="389" y="6552"/>
                  </a:cubicBezTo>
                  <a:cubicBezTo>
                    <a:pt x="627" y="6837"/>
                    <a:pt x="2066" y="7052"/>
                    <a:pt x="3273" y="7052"/>
                  </a:cubicBezTo>
                  <a:cubicBezTo>
                    <a:pt x="4039" y="7052"/>
                    <a:pt x="4712" y="6965"/>
                    <a:pt x="4925" y="6754"/>
                  </a:cubicBezTo>
                  <a:cubicBezTo>
                    <a:pt x="5472" y="6215"/>
                    <a:pt x="4317" y="301"/>
                    <a:pt x="3916" y="167"/>
                  </a:cubicBezTo>
                  <a:cubicBezTo>
                    <a:pt x="3518" y="33"/>
                    <a:pt x="2505" y="1"/>
                    <a:pt x="2505" y="1"/>
                  </a:cubicBezTo>
                  <a:cubicBezTo>
                    <a:pt x="2504" y="1"/>
                    <a:pt x="2503" y="1"/>
                    <a:pt x="25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" name="Google Shape;5428;p73"/>
            <p:cNvSpPr/>
            <p:nvPr/>
          </p:nvSpPr>
          <p:spPr>
            <a:xfrm>
              <a:off x="3145851" y="3080547"/>
              <a:ext cx="109467" cy="134714"/>
            </a:xfrm>
            <a:custGeom>
              <a:avLst/>
              <a:gdLst/>
              <a:ahLst/>
              <a:cxnLst/>
              <a:rect l="l" t="t" r="r" b="b"/>
              <a:pathLst>
                <a:path w="6313" h="7769" extrusionOk="0">
                  <a:moveTo>
                    <a:pt x="3268" y="4764"/>
                  </a:moveTo>
                  <a:lnTo>
                    <a:pt x="3345" y="4772"/>
                  </a:lnTo>
                  <a:cubicBezTo>
                    <a:pt x="3605" y="4797"/>
                    <a:pt x="3799" y="5020"/>
                    <a:pt x="3795" y="5279"/>
                  </a:cubicBezTo>
                  <a:cubicBezTo>
                    <a:pt x="3791" y="5563"/>
                    <a:pt x="3580" y="5766"/>
                    <a:pt x="3215" y="5814"/>
                  </a:cubicBezTo>
                  <a:cubicBezTo>
                    <a:pt x="3188" y="5817"/>
                    <a:pt x="3163" y="5819"/>
                    <a:pt x="3140" y="5819"/>
                  </a:cubicBezTo>
                  <a:cubicBezTo>
                    <a:pt x="2977" y="5819"/>
                    <a:pt x="2910" y="5749"/>
                    <a:pt x="2871" y="5688"/>
                  </a:cubicBezTo>
                  <a:cubicBezTo>
                    <a:pt x="2757" y="5510"/>
                    <a:pt x="2802" y="5149"/>
                    <a:pt x="2919" y="4975"/>
                  </a:cubicBezTo>
                  <a:cubicBezTo>
                    <a:pt x="3037" y="4797"/>
                    <a:pt x="3175" y="4764"/>
                    <a:pt x="3268" y="4764"/>
                  </a:cubicBezTo>
                  <a:close/>
                  <a:moveTo>
                    <a:pt x="3270" y="4052"/>
                  </a:moveTo>
                  <a:cubicBezTo>
                    <a:pt x="2888" y="4052"/>
                    <a:pt x="2527" y="4249"/>
                    <a:pt x="2324" y="4582"/>
                  </a:cubicBezTo>
                  <a:cubicBezTo>
                    <a:pt x="2032" y="5036"/>
                    <a:pt x="2007" y="5660"/>
                    <a:pt x="2271" y="6070"/>
                  </a:cubicBezTo>
                  <a:cubicBezTo>
                    <a:pt x="2453" y="6359"/>
                    <a:pt x="2771" y="6532"/>
                    <a:pt x="3111" y="6532"/>
                  </a:cubicBezTo>
                  <a:cubicBezTo>
                    <a:pt x="3119" y="6532"/>
                    <a:pt x="3127" y="6532"/>
                    <a:pt x="3134" y="6532"/>
                  </a:cubicBezTo>
                  <a:cubicBezTo>
                    <a:pt x="3191" y="6528"/>
                    <a:pt x="3252" y="6524"/>
                    <a:pt x="3309" y="6515"/>
                  </a:cubicBezTo>
                  <a:cubicBezTo>
                    <a:pt x="4132" y="6402"/>
                    <a:pt x="4500" y="5814"/>
                    <a:pt x="4505" y="5283"/>
                  </a:cubicBezTo>
                  <a:cubicBezTo>
                    <a:pt x="4509" y="4671"/>
                    <a:pt x="4059" y="4152"/>
                    <a:pt x="3451" y="4067"/>
                  </a:cubicBezTo>
                  <a:cubicBezTo>
                    <a:pt x="3390" y="4057"/>
                    <a:pt x="3330" y="4052"/>
                    <a:pt x="3270" y="4052"/>
                  </a:cubicBezTo>
                  <a:close/>
                  <a:moveTo>
                    <a:pt x="3029" y="719"/>
                  </a:moveTo>
                  <a:cubicBezTo>
                    <a:pt x="3373" y="731"/>
                    <a:pt x="3888" y="775"/>
                    <a:pt x="4156" y="832"/>
                  </a:cubicBezTo>
                  <a:cubicBezTo>
                    <a:pt x="4565" y="1578"/>
                    <a:pt x="5400" y="6317"/>
                    <a:pt x="5113" y="6860"/>
                  </a:cubicBezTo>
                  <a:cubicBezTo>
                    <a:pt x="4967" y="6995"/>
                    <a:pt x="4387" y="7054"/>
                    <a:pt x="3709" y="7054"/>
                  </a:cubicBezTo>
                  <a:cubicBezTo>
                    <a:pt x="2691" y="7054"/>
                    <a:pt x="1453" y="6920"/>
                    <a:pt x="1132" y="6706"/>
                  </a:cubicBezTo>
                  <a:cubicBezTo>
                    <a:pt x="1034" y="5928"/>
                    <a:pt x="2494" y="1339"/>
                    <a:pt x="3029" y="719"/>
                  </a:cubicBezTo>
                  <a:close/>
                  <a:moveTo>
                    <a:pt x="2954" y="1"/>
                  </a:moveTo>
                  <a:cubicBezTo>
                    <a:pt x="2649" y="1"/>
                    <a:pt x="2415" y="296"/>
                    <a:pt x="2170" y="787"/>
                  </a:cubicBezTo>
                  <a:cubicBezTo>
                    <a:pt x="1643" y="1833"/>
                    <a:pt x="1" y="6471"/>
                    <a:pt x="552" y="7140"/>
                  </a:cubicBezTo>
                  <a:cubicBezTo>
                    <a:pt x="945" y="7610"/>
                    <a:pt x="2619" y="7723"/>
                    <a:pt x="3126" y="7752"/>
                  </a:cubicBezTo>
                  <a:cubicBezTo>
                    <a:pt x="3321" y="7760"/>
                    <a:pt x="3519" y="7768"/>
                    <a:pt x="3726" y="7768"/>
                  </a:cubicBezTo>
                  <a:cubicBezTo>
                    <a:pt x="4496" y="7768"/>
                    <a:pt x="5291" y="7679"/>
                    <a:pt x="5611" y="7363"/>
                  </a:cubicBezTo>
                  <a:cubicBezTo>
                    <a:pt x="6313" y="6670"/>
                    <a:pt x="5307" y="2263"/>
                    <a:pt x="5259" y="2077"/>
                  </a:cubicBezTo>
                  <a:cubicBezTo>
                    <a:pt x="4853" y="317"/>
                    <a:pt x="4646" y="244"/>
                    <a:pt x="4472" y="183"/>
                  </a:cubicBezTo>
                  <a:cubicBezTo>
                    <a:pt x="4034" y="37"/>
                    <a:pt x="3061" y="9"/>
                    <a:pt x="2960" y="1"/>
                  </a:cubicBezTo>
                  <a:cubicBezTo>
                    <a:pt x="2958" y="1"/>
                    <a:pt x="2956" y="1"/>
                    <a:pt x="295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" name="Google Shape;5429;p73"/>
            <p:cNvSpPr/>
            <p:nvPr/>
          </p:nvSpPr>
          <p:spPr>
            <a:xfrm>
              <a:off x="2809004" y="3649472"/>
              <a:ext cx="295820" cy="244945"/>
            </a:xfrm>
            <a:custGeom>
              <a:avLst/>
              <a:gdLst/>
              <a:ahLst/>
              <a:cxnLst/>
              <a:rect l="l" t="t" r="r" b="b"/>
              <a:pathLst>
                <a:path w="17060" h="14126" extrusionOk="0">
                  <a:moveTo>
                    <a:pt x="5697" y="1"/>
                  </a:moveTo>
                  <a:cubicBezTo>
                    <a:pt x="5616" y="1"/>
                    <a:pt x="5537" y="28"/>
                    <a:pt x="5473" y="80"/>
                  </a:cubicBezTo>
                  <a:cubicBezTo>
                    <a:pt x="5380" y="157"/>
                    <a:pt x="5332" y="270"/>
                    <a:pt x="5340" y="388"/>
                  </a:cubicBezTo>
                  <a:cubicBezTo>
                    <a:pt x="5352" y="465"/>
                    <a:pt x="5984" y="8394"/>
                    <a:pt x="167" y="13510"/>
                  </a:cubicBezTo>
                  <a:cubicBezTo>
                    <a:pt x="17" y="13635"/>
                    <a:pt x="1" y="13862"/>
                    <a:pt x="131" y="14008"/>
                  </a:cubicBezTo>
                  <a:cubicBezTo>
                    <a:pt x="199" y="14085"/>
                    <a:pt x="297" y="14126"/>
                    <a:pt x="398" y="14126"/>
                  </a:cubicBezTo>
                  <a:cubicBezTo>
                    <a:pt x="483" y="14126"/>
                    <a:pt x="568" y="14098"/>
                    <a:pt x="633" y="14041"/>
                  </a:cubicBezTo>
                  <a:cubicBezTo>
                    <a:pt x="5863" y="9448"/>
                    <a:pt x="6110" y="2710"/>
                    <a:pt x="6069" y="829"/>
                  </a:cubicBezTo>
                  <a:lnTo>
                    <a:pt x="6069" y="829"/>
                  </a:lnTo>
                  <a:cubicBezTo>
                    <a:pt x="9386" y="1696"/>
                    <a:pt x="13274" y="1825"/>
                    <a:pt x="15311" y="1825"/>
                  </a:cubicBezTo>
                  <a:cubicBezTo>
                    <a:pt x="16122" y="1825"/>
                    <a:pt x="16639" y="1805"/>
                    <a:pt x="16711" y="1802"/>
                  </a:cubicBezTo>
                  <a:cubicBezTo>
                    <a:pt x="16905" y="1794"/>
                    <a:pt x="17059" y="1628"/>
                    <a:pt x="17051" y="1434"/>
                  </a:cubicBezTo>
                  <a:cubicBezTo>
                    <a:pt x="17043" y="1240"/>
                    <a:pt x="16885" y="1093"/>
                    <a:pt x="16697" y="1093"/>
                  </a:cubicBezTo>
                  <a:cubicBezTo>
                    <a:pt x="16692" y="1093"/>
                    <a:pt x="16687" y="1093"/>
                    <a:pt x="16682" y="1093"/>
                  </a:cubicBezTo>
                  <a:cubicBezTo>
                    <a:pt x="16664" y="1093"/>
                    <a:pt x="16190" y="1111"/>
                    <a:pt x="15419" y="1111"/>
                  </a:cubicBezTo>
                  <a:cubicBezTo>
                    <a:pt x="13351" y="1111"/>
                    <a:pt x="9140" y="980"/>
                    <a:pt x="5798" y="15"/>
                  </a:cubicBezTo>
                  <a:cubicBezTo>
                    <a:pt x="5765" y="5"/>
                    <a:pt x="5731" y="1"/>
                    <a:pt x="569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" name="Google Shape;5430;p73"/>
            <p:cNvSpPr/>
            <p:nvPr/>
          </p:nvSpPr>
          <p:spPr>
            <a:xfrm>
              <a:off x="2810478" y="3659530"/>
              <a:ext cx="166273" cy="296965"/>
            </a:xfrm>
            <a:custGeom>
              <a:avLst/>
              <a:gdLst/>
              <a:ahLst/>
              <a:cxnLst/>
              <a:rect l="l" t="t" r="r" b="b"/>
              <a:pathLst>
                <a:path w="9589" h="17126" extrusionOk="0">
                  <a:moveTo>
                    <a:pt x="8227" y="0"/>
                  </a:moveTo>
                  <a:cubicBezTo>
                    <a:pt x="8214" y="0"/>
                    <a:pt x="8202" y="1"/>
                    <a:pt x="8190" y="2"/>
                  </a:cubicBezTo>
                  <a:cubicBezTo>
                    <a:pt x="7995" y="22"/>
                    <a:pt x="7853" y="197"/>
                    <a:pt x="7869" y="391"/>
                  </a:cubicBezTo>
                  <a:cubicBezTo>
                    <a:pt x="7886" y="497"/>
                    <a:pt x="8838" y="11077"/>
                    <a:pt x="220" y="16469"/>
                  </a:cubicBezTo>
                  <a:cubicBezTo>
                    <a:pt x="50" y="16574"/>
                    <a:pt x="1" y="16793"/>
                    <a:pt x="106" y="16955"/>
                  </a:cubicBezTo>
                  <a:cubicBezTo>
                    <a:pt x="171" y="17061"/>
                    <a:pt x="285" y="17121"/>
                    <a:pt x="406" y="17126"/>
                  </a:cubicBezTo>
                  <a:cubicBezTo>
                    <a:pt x="471" y="17126"/>
                    <a:pt x="536" y="17105"/>
                    <a:pt x="593" y="17069"/>
                  </a:cubicBezTo>
                  <a:cubicBezTo>
                    <a:pt x="9588" y="11454"/>
                    <a:pt x="8591" y="432"/>
                    <a:pt x="8579" y="322"/>
                  </a:cubicBezTo>
                  <a:cubicBezTo>
                    <a:pt x="8560" y="137"/>
                    <a:pt x="8406" y="0"/>
                    <a:pt x="822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" name="Google Shape;5431;p73"/>
            <p:cNvSpPr/>
            <p:nvPr/>
          </p:nvSpPr>
          <p:spPr>
            <a:xfrm>
              <a:off x="3270768" y="3655229"/>
              <a:ext cx="445465" cy="324258"/>
            </a:xfrm>
            <a:custGeom>
              <a:avLst/>
              <a:gdLst/>
              <a:ahLst/>
              <a:cxnLst/>
              <a:rect l="l" t="t" r="r" b="b"/>
              <a:pathLst>
                <a:path w="25690" h="18700" extrusionOk="0">
                  <a:moveTo>
                    <a:pt x="12260" y="0"/>
                  </a:moveTo>
                  <a:cubicBezTo>
                    <a:pt x="12230" y="0"/>
                    <a:pt x="12200" y="4"/>
                    <a:pt x="12170" y="11"/>
                  </a:cubicBezTo>
                  <a:cubicBezTo>
                    <a:pt x="9261" y="790"/>
                    <a:pt x="6670" y="1010"/>
                    <a:pt x="4671" y="1010"/>
                  </a:cubicBezTo>
                  <a:cubicBezTo>
                    <a:pt x="2101" y="1010"/>
                    <a:pt x="510" y="646"/>
                    <a:pt x="483" y="639"/>
                  </a:cubicBezTo>
                  <a:cubicBezTo>
                    <a:pt x="452" y="631"/>
                    <a:pt x="421" y="627"/>
                    <a:pt x="390" y="627"/>
                  </a:cubicBezTo>
                  <a:cubicBezTo>
                    <a:pt x="232" y="627"/>
                    <a:pt x="86" y="736"/>
                    <a:pt x="45" y="899"/>
                  </a:cubicBezTo>
                  <a:cubicBezTo>
                    <a:pt x="0" y="1093"/>
                    <a:pt x="122" y="1288"/>
                    <a:pt x="317" y="1329"/>
                  </a:cubicBezTo>
                  <a:cubicBezTo>
                    <a:pt x="435" y="1359"/>
                    <a:pt x="2053" y="1730"/>
                    <a:pt x="4657" y="1730"/>
                  </a:cubicBezTo>
                  <a:cubicBezTo>
                    <a:pt x="6610" y="1730"/>
                    <a:pt x="9118" y="1521"/>
                    <a:pt x="11963" y="802"/>
                  </a:cubicBezTo>
                  <a:cubicBezTo>
                    <a:pt x="12308" y="3092"/>
                    <a:pt x="14485" y="14224"/>
                    <a:pt x="24660" y="15549"/>
                  </a:cubicBezTo>
                  <a:lnTo>
                    <a:pt x="24960" y="18379"/>
                  </a:lnTo>
                  <a:cubicBezTo>
                    <a:pt x="24980" y="18561"/>
                    <a:pt x="25130" y="18699"/>
                    <a:pt x="25312" y="18699"/>
                  </a:cubicBezTo>
                  <a:lnTo>
                    <a:pt x="25349" y="18695"/>
                  </a:lnTo>
                  <a:cubicBezTo>
                    <a:pt x="25544" y="18675"/>
                    <a:pt x="25689" y="18500"/>
                    <a:pt x="25669" y="18306"/>
                  </a:cubicBezTo>
                  <a:lnTo>
                    <a:pt x="25333" y="15193"/>
                  </a:lnTo>
                  <a:cubicBezTo>
                    <a:pt x="25321" y="15026"/>
                    <a:pt x="25187" y="14893"/>
                    <a:pt x="25021" y="14880"/>
                  </a:cubicBezTo>
                  <a:cubicBezTo>
                    <a:pt x="14047" y="13664"/>
                    <a:pt x="12624" y="453"/>
                    <a:pt x="12616" y="319"/>
                  </a:cubicBezTo>
                  <a:cubicBezTo>
                    <a:pt x="12604" y="218"/>
                    <a:pt x="12547" y="120"/>
                    <a:pt x="12462" y="64"/>
                  </a:cubicBezTo>
                  <a:cubicBezTo>
                    <a:pt x="12402" y="21"/>
                    <a:pt x="12332" y="0"/>
                    <a:pt x="1226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" name="Google Shape;5432;p73"/>
            <p:cNvSpPr/>
            <p:nvPr/>
          </p:nvSpPr>
          <p:spPr>
            <a:xfrm>
              <a:off x="3428580" y="3665425"/>
              <a:ext cx="288208" cy="305982"/>
            </a:xfrm>
            <a:custGeom>
              <a:avLst/>
              <a:gdLst/>
              <a:ahLst/>
              <a:cxnLst/>
              <a:rect l="l" t="t" r="r" b="b"/>
              <a:pathLst>
                <a:path w="16621" h="17646" extrusionOk="0">
                  <a:moveTo>
                    <a:pt x="387" y="0"/>
                  </a:moveTo>
                  <a:cubicBezTo>
                    <a:pt x="373" y="0"/>
                    <a:pt x="359" y="1"/>
                    <a:pt x="345" y="3"/>
                  </a:cubicBezTo>
                  <a:cubicBezTo>
                    <a:pt x="142" y="23"/>
                    <a:pt x="0" y="209"/>
                    <a:pt x="33" y="412"/>
                  </a:cubicBezTo>
                  <a:cubicBezTo>
                    <a:pt x="57" y="680"/>
                    <a:pt x="799" y="7101"/>
                    <a:pt x="5663" y="12756"/>
                  </a:cubicBezTo>
                  <a:cubicBezTo>
                    <a:pt x="9393" y="17081"/>
                    <a:pt x="13394" y="17645"/>
                    <a:pt x="15218" y="17645"/>
                  </a:cubicBezTo>
                  <a:cubicBezTo>
                    <a:pt x="15246" y="17645"/>
                    <a:pt x="15274" y="17645"/>
                    <a:pt x="15302" y="17645"/>
                  </a:cubicBezTo>
                  <a:cubicBezTo>
                    <a:pt x="15610" y="17645"/>
                    <a:pt x="15915" y="17625"/>
                    <a:pt x="16220" y="17580"/>
                  </a:cubicBezTo>
                  <a:cubicBezTo>
                    <a:pt x="16621" y="17461"/>
                    <a:pt x="16528" y="16874"/>
                    <a:pt x="16123" y="16874"/>
                  </a:cubicBezTo>
                  <a:cubicBezTo>
                    <a:pt x="16114" y="16874"/>
                    <a:pt x="16106" y="16874"/>
                    <a:pt x="16098" y="16875"/>
                  </a:cubicBezTo>
                  <a:cubicBezTo>
                    <a:pt x="16092" y="16877"/>
                    <a:pt x="15781" y="16928"/>
                    <a:pt x="15250" y="16928"/>
                  </a:cubicBezTo>
                  <a:cubicBezTo>
                    <a:pt x="14684" y="16928"/>
                    <a:pt x="13869" y="16870"/>
                    <a:pt x="12908" y="16631"/>
                  </a:cubicBezTo>
                  <a:cubicBezTo>
                    <a:pt x="11193" y="16210"/>
                    <a:pt x="8631" y="15111"/>
                    <a:pt x="6198" y="12290"/>
                  </a:cubicBezTo>
                  <a:cubicBezTo>
                    <a:pt x="1488" y="6813"/>
                    <a:pt x="746" y="396"/>
                    <a:pt x="738" y="335"/>
                  </a:cubicBezTo>
                  <a:cubicBezTo>
                    <a:pt x="727" y="147"/>
                    <a:pt x="572" y="0"/>
                    <a:pt x="38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" name="Google Shape;5433;p73"/>
            <p:cNvSpPr/>
            <p:nvPr/>
          </p:nvSpPr>
          <p:spPr>
            <a:xfrm>
              <a:off x="2852666" y="4027883"/>
              <a:ext cx="33969" cy="136119"/>
            </a:xfrm>
            <a:custGeom>
              <a:avLst/>
              <a:gdLst/>
              <a:ahLst/>
              <a:cxnLst/>
              <a:rect l="l" t="t" r="r" b="b"/>
              <a:pathLst>
                <a:path w="1959" h="7850" extrusionOk="0">
                  <a:moveTo>
                    <a:pt x="1563" y="0"/>
                  </a:moveTo>
                  <a:cubicBezTo>
                    <a:pt x="1409" y="0"/>
                    <a:pt x="1264" y="102"/>
                    <a:pt x="1220" y="261"/>
                  </a:cubicBezTo>
                  <a:cubicBezTo>
                    <a:pt x="1172" y="443"/>
                    <a:pt x="0" y="4728"/>
                    <a:pt x="880" y="7598"/>
                  </a:cubicBezTo>
                  <a:cubicBezTo>
                    <a:pt x="929" y="7744"/>
                    <a:pt x="1062" y="7849"/>
                    <a:pt x="1220" y="7849"/>
                  </a:cubicBezTo>
                  <a:lnTo>
                    <a:pt x="1326" y="7833"/>
                  </a:lnTo>
                  <a:cubicBezTo>
                    <a:pt x="1516" y="7776"/>
                    <a:pt x="1618" y="7578"/>
                    <a:pt x="1561" y="7387"/>
                  </a:cubicBezTo>
                  <a:cubicBezTo>
                    <a:pt x="738" y="4724"/>
                    <a:pt x="1893" y="492"/>
                    <a:pt x="1906" y="451"/>
                  </a:cubicBezTo>
                  <a:cubicBezTo>
                    <a:pt x="1958" y="261"/>
                    <a:pt x="1849" y="66"/>
                    <a:pt x="1658" y="13"/>
                  </a:cubicBezTo>
                  <a:cubicBezTo>
                    <a:pt x="1627" y="4"/>
                    <a:pt x="1595" y="0"/>
                    <a:pt x="156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" name="Google Shape;5434;p73"/>
            <p:cNvSpPr/>
            <p:nvPr/>
          </p:nvSpPr>
          <p:spPr>
            <a:xfrm>
              <a:off x="2927592" y="4057361"/>
              <a:ext cx="28351" cy="140801"/>
            </a:xfrm>
            <a:custGeom>
              <a:avLst/>
              <a:gdLst/>
              <a:ahLst/>
              <a:cxnLst/>
              <a:rect l="l" t="t" r="r" b="b"/>
              <a:pathLst>
                <a:path w="1635" h="8120" extrusionOk="0">
                  <a:moveTo>
                    <a:pt x="1237" y="0"/>
                  </a:moveTo>
                  <a:cubicBezTo>
                    <a:pt x="1071" y="0"/>
                    <a:pt x="924" y="118"/>
                    <a:pt x="892" y="288"/>
                  </a:cubicBezTo>
                  <a:cubicBezTo>
                    <a:pt x="852" y="466"/>
                    <a:pt x="1" y="4722"/>
                    <a:pt x="896" y="7864"/>
                  </a:cubicBezTo>
                  <a:cubicBezTo>
                    <a:pt x="941" y="8014"/>
                    <a:pt x="1079" y="8120"/>
                    <a:pt x="1237" y="8120"/>
                  </a:cubicBezTo>
                  <a:cubicBezTo>
                    <a:pt x="1269" y="8120"/>
                    <a:pt x="1306" y="8115"/>
                    <a:pt x="1338" y="8107"/>
                  </a:cubicBezTo>
                  <a:cubicBezTo>
                    <a:pt x="1525" y="8051"/>
                    <a:pt x="1634" y="7852"/>
                    <a:pt x="1582" y="7665"/>
                  </a:cubicBezTo>
                  <a:cubicBezTo>
                    <a:pt x="730" y="4694"/>
                    <a:pt x="1578" y="470"/>
                    <a:pt x="1586" y="429"/>
                  </a:cubicBezTo>
                  <a:cubicBezTo>
                    <a:pt x="1626" y="235"/>
                    <a:pt x="1501" y="44"/>
                    <a:pt x="1310" y="8"/>
                  </a:cubicBezTo>
                  <a:cubicBezTo>
                    <a:pt x="1285" y="3"/>
                    <a:pt x="1261" y="0"/>
                    <a:pt x="123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" name="Google Shape;5435;p73"/>
            <p:cNvSpPr/>
            <p:nvPr/>
          </p:nvSpPr>
          <p:spPr>
            <a:xfrm>
              <a:off x="3033661" y="4085105"/>
              <a:ext cx="20825" cy="141807"/>
            </a:xfrm>
            <a:custGeom>
              <a:avLst/>
              <a:gdLst/>
              <a:ahLst/>
              <a:cxnLst/>
              <a:rect l="l" t="t" r="r" b="b"/>
              <a:pathLst>
                <a:path w="1201" h="8178" extrusionOk="0">
                  <a:moveTo>
                    <a:pt x="371" y="1"/>
                  </a:moveTo>
                  <a:cubicBezTo>
                    <a:pt x="183" y="1"/>
                    <a:pt x="29" y="157"/>
                    <a:pt x="25" y="350"/>
                  </a:cubicBezTo>
                  <a:cubicBezTo>
                    <a:pt x="25" y="394"/>
                    <a:pt x="1" y="4513"/>
                    <a:pt x="471" y="7869"/>
                  </a:cubicBezTo>
                  <a:cubicBezTo>
                    <a:pt x="495" y="8044"/>
                    <a:pt x="645" y="8173"/>
                    <a:pt x="820" y="8178"/>
                  </a:cubicBezTo>
                  <a:lnTo>
                    <a:pt x="872" y="8173"/>
                  </a:lnTo>
                  <a:cubicBezTo>
                    <a:pt x="1063" y="8145"/>
                    <a:pt x="1201" y="7967"/>
                    <a:pt x="1176" y="7772"/>
                  </a:cubicBezTo>
                  <a:cubicBezTo>
                    <a:pt x="714" y="4468"/>
                    <a:pt x="735" y="394"/>
                    <a:pt x="735" y="354"/>
                  </a:cubicBezTo>
                  <a:cubicBezTo>
                    <a:pt x="735" y="159"/>
                    <a:pt x="581" y="1"/>
                    <a:pt x="386" y="1"/>
                  </a:cubicBezTo>
                  <a:lnTo>
                    <a:pt x="378" y="1"/>
                  </a:lnTo>
                  <a:cubicBezTo>
                    <a:pt x="375" y="1"/>
                    <a:pt x="373" y="1"/>
                    <a:pt x="37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" name="Google Shape;5436;p73"/>
            <p:cNvSpPr/>
            <p:nvPr/>
          </p:nvSpPr>
          <p:spPr>
            <a:xfrm>
              <a:off x="3131164" y="4103538"/>
              <a:ext cx="17097" cy="138495"/>
            </a:xfrm>
            <a:custGeom>
              <a:avLst/>
              <a:gdLst/>
              <a:ahLst/>
              <a:cxnLst/>
              <a:rect l="l" t="t" r="r" b="b"/>
              <a:pathLst>
                <a:path w="986" h="7987" extrusionOk="0">
                  <a:moveTo>
                    <a:pt x="353" y="0"/>
                  </a:moveTo>
                  <a:cubicBezTo>
                    <a:pt x="155" y="4"/>
                    <a:pt x="0" y="162"/>
                    <a:pt x="0" y="361"/>
                  </a:cubicBezTo>
                  <a:cubicBezTo>
                    <a:pt x="9" y="397"/>
                    <a:pt x="94" y="4013"/>
                    <a:pt x="264" y="7646"/>
                  </a:cubicBezTo>
                  <a:cubicBezTo>
                    <a:pt x="272" y="7836"/>
                    <a:pt x="430" y="7986"/>
                    <a:pt x="621" y="7986"/>
                  </a:cubicBezTo>
                  <a:lnTo>
                    <a:pt x="641" y="7986"/>
                  </a:lnTo>
                  <a:cubicBezTo>
                    <a:pt x="836" y="7974"/>
                    <a:pt x="986" y="7808"/>
                    <a:pt x="981" y="7613"/>
                  </a:cubicBezTo>
                  <a:cubicBezTo>
                    <a:pt x="807" y="3989"/>
                    <a:pt x="718" y="381"/>
                    <a:pt x="718" y="345"/>
                  </a:cubicBezTo>
                  <a:cubicBezTo>
                    <a:pt x="710" y="154"/>
                    <a:pt x="552" y="0"/>
                    <a:pt x="36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" name="Google Shape;5437;p73"/>
            <p:cNvSpPr/>
            <p:nvPr/>
          </p:nvSpPr>
          <p:spPr>
            <a:xfrm>
              <a:off x="3216286" y="4111601"/>
              <a:ext cx="20895" cy="135339"/>
            </a:xfrm>
            <a:custGeom>
              <a:avLst/>
              <a:gdLst/>
              <a:ahLst/>
              <a:cxnLst/>
              <a:rect l="l" t="t" r="r" b="b"/>
              <a:pathLst>
                <a:path w="1205" h="7805" extrusionOk="0">
                  <a:moveTo>
                    <a:pt x="364" y="1"/>
                  </a:moveTo>
                  <a:cubicBezTo>
                    <a:pt x="359" y="1"/>
                    <a:pt x="354" y="1"/>
                    <a:pt x="349" y="1"/>
                  </a:cubicBezTo>
                  <a:cubicBezTo>
                    <a:pt x="151" y="9"/>
                    <a:pt x="1" y="176"/>
                    <a:pt x="9" y="370"/>
                  </a:cubicBezTo>
                  <a:cubicBezTo>
                    <a:pt x="9" y="423"/>
                    <a:pt x="211" y="5287"/>
                    <a:pt x="475" y="7493"/>
                  </a:cubicBezTo>
                  <a:cubicBezTo>
                    <a:pt x="499" y="7667"/>
                    <a:pt x="649" y="7801"/>
                    <a:pt x="828" y="7805"/>
                  </a:cubicBezTo>
                  <a:lnTo>
                    <a:pt x="868" y="7801"/>
                  </a:lnTo>
                  <a:cubicBezTo>
                    <a:pt x="1063" y="7776"/>
                    <a:pt x="1205" y="7598"/>
                    <a:pt x="1184" y="7404"/>
                  </a:cubicBezTo>
                  <a:cubicBezTo>
                    <a:pt x="921" y="5227"/>
                    <a:pt x="718" y="390"/>
                    <a:pt x="718" y="342"/>
                  </a:cubicBezTo>
                  <a:cubicBezTo>
                    <a:pt x="710" y="148"/>
                    <a:pt x="552" y="1"/>
                    <a:pt x="36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" name="Google Shape;5438;p73"/>
            <p:cNvSpPr/>
            <p:nvPr/>
          </p:nvSpPr>
          <p:spPr>
            <a:xfrm>
              <a:off x="3312384" y="4112676"/>
              <a:ext cx="22577" cy="130692"/>
            </a:xfrm>
            <a:custGeom>
              <a:avLst/>
              <a:gdLst/>
              <a:ahLst/>
              <a:cxnLst/>
              <a:rect l="l" t="t" r="r" b="b"/>
              <a:pathLst>
                <a:path w="1302" h="7537" extrusionOk="0">
                  <a:moveTo>
                    <a:pt x="393" y="0"/>
                  </a:moveTo>
                  <a:cubicBezTo>
                    <a:pt x="203" y="4"/>
                    <a:pt x="45" y="158"/>
                    <a:pt x="41" y="349"/>
                  </a:cubicBezTo>
                  <a:cubicBezTo>
                    <a:pt x="41" y="389"/>
                    <a:pt x="0" y="4180"/>
                    <a:pt x="568" y="7248"/>
                  </a:cubicBezTo>
                  <a:cubicBezTo>
                    <a:pt x="600" y="7414"/>
                    <a:pt x="746" y="7536"/>
                    <a:pt x="916" y="7536"/>
                  </a:cubicBezTo>
                  <a:lnTo>
                    <a:pt x="981" y="7532"/>
                  </a:lnTo>
                  <a:cubicBezTo>
                    <a:pt x="1176" y="7496"/>
                    <a:pt x="1301" y="7309"/>
                    <a:pt x="1265" y="7115"/>
                  </a:cubicBezTo>
                  <a:cubicBezTo>
                    <a:pt x="714" y="4119"/>
                    <a:pt x="750" y="397"/>
                    <a:pt x="750" y="361"/>
                  </a:cubicBezTo>
                  <a:cubicBezTo>
                    <a:pt x="754" y="162"/>
                    <a:pt x="596" y="0"/>
                    <a:pt x="39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" name="Google Shape;5439;p73"/>
            <p:cNvSpPr/>
            <p:nvPr/>
          </p:nvSpPr>
          <p:spPr>
            <a:xfrm>
              <a:off x="3416060" y="4103503"/>
              <a:ext cx="27917" cy="128958"/>
            </a:xfrm>
            <a:custGeom>
              <a:avLst/>
              <a:gdLst/>
              <a:ahLst/>
              <a:cxnLst/>
              <a:rect l="l" t="t" r="r" b="b"/>
              <a:pathLst>
                <a:path w="1610" h="7437" extrusionOk="0">
                  <a:moveTo>
                    <a:pt x="394" y="1"/>
                  </a:moveTo>
                  <a:cubicBezTo>
                    <a:pt x="367" y="1"/>
                    <a:pt x="340" y="4"/>
                    <a:pt x="313" y="10"/>
                  </a:cubicBezTo>
                  <a:cubicBezTo>
                    <a:pt x="118" y="55"/>
                    <a:pt x="1" y="245"/>
                    <a:pt x="45" y="440"/>
                  </a:cubicBezTo>
                  <a:cubicBezTo>
                    <a:pt x="57" y="472"/>
                    <a:pt x="897" y="4092"/>
                    <a:pt x="730" y="7060"/>
                  </a:cubicBezTo>
                  <a:cubicBezTo>
                    <a:pt x="722" y="7254"/>
                    <a:pt x="872" y="7421"/>
                    <a:pt x="1063" y="7437"/>
                  </a:cubicBezTo>
                  <a:lnTo>
                    <a:pt x="1083" y="7437"/>
                  </a:lnTo>
                  <a:cubicBezTo>
                    <a:pt x="1274" y="7437"/>
                    <a:pt x="1432" y="7287"/>
                    <a:pt x="1440" y="7096"/>
                  </a:cubicBezTo>
                  <a:cubicBezTo>
                    <a:pt x="1610" y="4032"/>
                    <a:pt x="775" y="428"/>
                    <a:pt x="738" y="278"/>
                  </a:cubicBezTo>
                  <a:cubicBezTo>
                    <a:pt x="700" y="111"/>
                    <a:pt x="555" y="1"/>
                    <a:pt x="39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" name="Google Shape;5440;p73"/>
            <p:cNvSpPr/>
            <p:nvPr/>
          </p:nvSpPr>
          <p:spPr>
            <a:xfrm>
              <a:off x="3514239" y="4090325"/>
              <a:ext cx="36102" cy="125628"/>
            </a:xfrm>
            <a:custGeom>
              <a:avLst/>
              <a:gdLst/>
              <a:ahLst/>
              <a:cxnLst/>
              <a:rect l="l" t="t" r="r" b="b"/>
              <a:pathLst>
                <a:path w="2082" h="7245" extrusionOk="0">
                  <a:moveTo>
                    <a:pt x="437" y="1"/>
                  </a:moveTo>
                  <a:cubicBezTo>
                    <a:pt x="217" y="1"/>
                    <a:pt x="0" y="200"/>
                    <a:pt x="83" y="470"/>
                  </a:cubicBezTo>
                  <a:cubicBezTo>
                    <a:pt x="99" y="495"/>
                    <a:pt x="1368" y="3438"/>
                    <a:pt x="1206" y="6875"/>
                  </a:cubicBezTo>
                  <a:cubicBezTo>
                    <a:pt x="1194" y="7070"/>
                    <a:pt x="1344" y="7236"/>
                    <a:pt x="1538" y="7244"/>
                  </a:cubicBezTo>
                  <a:lnTo>
                    <a:pt x="1558" y="7244"/>
                  </a:lnTo>
                  <a:cubicBezTo>
                    <a:pt x="1749" y="7244"/>
                    <a:pt x="1903" y="7094"/>
                    <a:pt x="1915" y="6904"/>
                  </a:cubicBezTo>
                  <a:cubicBezTo>
                    <a:pt x="2081" y="3308"/>
                    <a:pt x="792" y="308"/>
                    <a:pt x="740" y="178"/>
                  </a:cubicBezTo>
                  <a:cubicBezTo>
                    <a:pt x="665" y="54"/>
                    <a:pt x="550" y="1"/>
                    <a:pt x="43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" name="Google Shape;5441;p73"/>
            <p:cNvSpPr/>
            <p:nvPr/>
          </p:nvSpPr>
          <p:spPr>
            <a:xfrm>
              <a:off x="3605708" y="4069308"/>
              <a:ext cx="46211" cy="128143"/>
            </a:xfrm>
            <a:custGeom>
              <a:avLst/>
              <a:gdLst/>
              <a:ahLst/>
              <a:cxnLst/>
              <a:rect l="l" t="t" r="r" b="b"/>
              <a:pathLst>
                <a:path w="2665" h="7390" extrusionOk="0">
                  <a:moveTo>
                    <a:pt x="400" y="0"/>
                  </a:moveTo>
                  <a:cubicBezTo>
                    <a:pt x="331" y="0"/>
                    <a:pt x="262" y="20"/>
                    <a:pt x="199" y="61"/>
                  </a:cubicBezTo>
                  <a:cubicBezTo>
                    <a:pt x="41" y="170"/>
                    <a:pt x="1" y="393"/>
                    <a:pt x="110" y="555"/>
                  </a:cubicBezTo>
                  <a:cubicBezTo>
                    <a:pt x="126" y="580"/>
                    <a:pt x="1914" y="3283"/>
                    <a:pt x="1262" y="6981"/>
                  </a:cubicBezTo>
                  <a:cubicBezTo>
                    <a:pt x="1221" y="7175"/>
                    <a:pt x="1355" y="7362"/>
                    <a:pt x="1549" y="7390"/>
                  </a:cubicBezTo>
                  <a:lnTo>
                    <a:pt x="1610" y="7390"/>
                  </a:lnTo>
                  <a:cubicBezTo>
                    <a:pt x="1780" y="7390"/>
                    <a:pt x="1926" y="7268"/>
                    <a:pt x="1959" y="7102"/>
                  </a:cubicBezTo>
                  <a:cubicBezTo>
                    <a:pt x="2664" y="3109"/>
                    <a:pt x="779" y="271"/>
                    <a:pt x="698" y="154"/>
                  </a:cubicBezTo>
                  <a:cubicBezTo>
                    <a:pt x="627" y="55"/>
                    <a:pt x="515" y="0"/>
                    <a:pt x="4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" name="Google Shape;5442;p73"/>
            <p:cNvSpPr/>
            <p:nvPr/>
          </p:nvSpPr>
          <p:spPr>
            <a:xfrm>
              <a:off x="3714031" y="4037247"/>
              <a:ext cx="40576" cy="134420"/>
            </a:xfrm>
            <a:custGeom>
              <a:avLst/>
              <a:gdLst/>
              <a:ahLst/>
              <a:cxnLst/>
              <a:rect l="l" t="t" r="r" b="b"/>
              <a:pathLst>
                <a:path w="2340" h="7752" extrusionOk="0">
                  <a:moveTo>
                    <a:pt x="401" y="0"/>
                  </a:moveTo>
                  <a:cubicBezTo>
                    <a:pt x="348" y="0"/>
                    <a:pt x="294" y="12"/>
                    <a:pt x="244" y="37"/>
                  </a:cubicBezTo>
                  <a:cubicBezTo>
                    <a:pt x="70" y="126"/>
                    <a:pt x="1" y="341"/>
                    <a:pt x="86" y="515"/>
                  </a:cubicBezTo>
                  <a:cubicBezTo>
                    <a:pt x="102" y="544"/>
                    <a:pt x="1594" y="3564"/>
                    <a:pt x="799" y="7330"/>
                  </a:cubicBezTo>
                  <a:cubicBezTo>
                    <a:pt x="759" y="7524"/>
                    <a:pt x="885" y="7711"/>
                    <a:pt x="1079" y="7751"/>
                  </a:cubicBezTo>
                  <a:lnTo>
                    <a:pt x="1148" y="7751"/>
                  </a:lnTo>
                  <a:cubicBezTo>
                    <a:pt x="1314" y="7751"/>
                    <a:pt x="1460" y="7638"/>
                    <a:pt x="1501" y="7476"/>
                  </a:cubicBezTo>
                  <a:cubicBezTo>
                    <a:pt x="2340" y="3466"/>
                    <a:pt x="783" y="325"/>
                    <a:pt x="718" y="195"/>
                  </a:cubicBezTo>
                  <a:cubicBezTo>
                    <a:pt x="655" y="71"/>
                    <a:pt x="530" y="0"/>
                    <a:pt x="4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" name="Google Shape;5443;p73"/>
            <p:cNvSpPr/>
            <p:nvPr/>
          </p:nvSpPr>
          <p:spPr>
            <a:xfrm>
              <a:off x="2921194" y="2624540"/>
              <a:ext cx="754966" cy="457845"/>
            </a:xfrm>
            <a:custGeom>
              <a:avLst/>
              <a:gdLst/>
              <a:ahLst/>
              <a:cxnLst/>
              <a:rect l="l" t="t" r="r" b="b"/>
              <a:pathLst>
                <a:path w="43539" h="26404" extrusionOk="0">
                  <a:moveTo>
                    <a:pt x="22073" y="1"/>
                  </a:moveTo>
                  <a:cubicBezTo>
                    <a:pt x="16054" y="1"/>
                    <a:pt x="10184" y="928"/>
                    <a:pt x="6183" y="3298"/>
                  </a:cubicBezTo>
                  <a:cubicBezTo>
                    <a:pt x="1" y="6954"/>
                    <a:pt x="406" y="13457"/>
                    <a:pt x="5198" y="16606"/>
                  </a:cubicBezTo>
                  <a:cubicBezTo>
                    <a:pt x="9993" y="19760"/>
                    <a:pt x="15190" y="22699"/>
                    <a:pt x="16496" y="26396"/>
                  </a:cubicBezTo>
                  <a:cubicBezTo>
                    <a:pt x="16498" y="26401"/>
                    <a:pt x="16501" y="26404"/>
                    <a:pt x="16506" y="26404"/>
                  </a:cubicBezTo>
                  <a:cubicBezTo>
                    <a:pt x="16696" y="26404"/>
                    <a:pt x="19158" y="22988"/>
                    <a:pt x="24632" y="20920"/>
                  </a:cubicBezTo>
                  <a:cubicBezTo>
                    <a:pt x="30258" y="18795"/>
                    <a:pt x="38066" y="17547"/>
                    <a:pt x="40802" y="12281"/>
                  </a:cubicBezTo>
                  <a:cubicBezTo>
                    <a:pt x="43539" y="7015"/>
                    <a:pt x="40527" y="2065"/>
                    <a:pt x="31766" y="744"/>
                  </a:cubicBezTo>
                  <a:cubicBezTo>
                    <a:pt x="28676" y="276"/>
                    <a:pt x="25353" y="1"/>
                    <a:pt x="22073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" name="Google Shape;5444;p73"/>
            <p:cNvSpPr/>
            <p:nvPr/>
          </p:nvSpPr>
          <p:spPr>
            <a:xfrm>
              <a:off x="2941152" y="2618592"/>
              <a:ext cx="716523" cy="470001"/>
            </a:xfrm>
            <a:custGeom>
              <a:avLst/>
              <a:gdLst/>
              <a:ahLst/>
              <a:cxnLst/>
              <a:rect l="l" t="t" r="r" b="b"/>
              <a:pathLst>
                <a:path w="41322" h="27105" extrusionOk="0">
                  <a:moveTo>
                    <a:pt x="20959" y="710"/>
                  </a:moveTo>
                  <a:cubicBezTo>
                    <a:pt x="24170" y="714"/>
                    <a:pt x="27381" y="957"/>
                    <a:pt x="30559" y="1435"/>
                  </a:cubicBezTo>
                  <a:cubicBezTo>
                    <a:pt x="35156" y="2129"/>
                    <a:pt x="38391" y="3892"/>
                    <a:pt x="39668" y="6409"/>
                  </a:cubicBezTo>
                  <a:cubicBezTo>
                    <a:pt x="40580" y="8201"/>
                    <a:pt x="40466" y="10293"/>
                    <a:pt x="39335" y="12462"/>
                  </a:cubicBezTo>
                  <a:cubicBezTo>
                    <a:pt x="37264" y="16451"/>
                    <a:pt x="32188" y="18056"/>
                    <a:pt x="27283" y="19613"/>
                  </a:cubicBezTo>
                  <a:cubicBezTo>
                    <a:pt x="25897" y="20050"/>
                    <a:pt x="24591" y="20464"/>
                    <a:pt x="23359" y="20930"/>
                  </a:cubicBezTo>
                  <a:cubicBezTo>
                    <a:pt x="18892" y="22617"/>
                    <a:pt x="16439" y="25146"/>
                    <a:pt x="15487" y="26131"/>
                  </a:cubicBezTo>
                  <a:cubicBezTo>
                    <a:pt x="14096" y="23018"/>
                    <a:pt x="10184" y="20492"/>
                    <a:pt x="6053" y="17829"/>
                  </a:cubicBezTo>
                  <a:lnTo>
                    <a:pt x="4241" y="16653"/>
                  </a:lnTo>
                  <a:cubicBezTo>
                    <a:pt x="2016" y="15186"/>
                    <a:pt x="719" y="12896"/>
                    <a:pt x="775" y="10524"/>
                  </a:cubicBezTo>
                  <a:cubicBezTo>
                    <a:pt x="836" y="7938"/>
                    <a:pt x="2413" y="5599"/>
                    <a:pt x="5210" y="3945"/>
                  </a:cubicBezTo>
                  <a:cubicBezTo>
                    <a:pt x="9223" y="1577"/>
                    <a:pt x="15110" y="710"/>
                    <a:pt x="20959" y="710"/>
                  </a:cubicBezTo>
                  <a:close/>
                  <a:moveTo>
                    <a:pt x="20988" y="1"/>
                  </a:moveTo>
                  <a:cubicBezTo>
                    <a:pt x="15015" y="1"/>
                    <a:pt x="8978" y="891"/>
                    <a:pt x="4849" y="3329"/>
                  </a:cubicBezTo>
                  <a:cubicBezTo>
                    <a:pt x="1829" y="5112"/>
                    <a:pt x="131" y="7662"/>
                    <a:pt x="66" y="10512"/>
                  </a:cubicBezTo>
                  <a:cubicBezTo>
                    <a:pt x="1" y="13127"/>
                    <a:pt x="1420" y="15648"/>
                    <a:pt x="3852" y="17245"/>
                  </a:cubicBezTo>
                  <a:lnTo>
                    <a:pt x="5668" y="18425"/>
                  </a:lnTo>
                  <a:cubicBezTo>
                    <a:pt x="9913" y="21161"/>
                    <a:pt x="13914" y="23739"/>
                    <a:pt x="15008" y="26857"/>
                  </a:cubicBezTo>
                  <a:cubicBezTo>
                    <a:pt x="15053" y="26978"/>
                    <a:pt x="15154" y="27068"/>
                    <a:pt x="15276" y="27096"/>
                  </a:cubicBezTo>
                  <a:lnTo>
                    <a:pt x="15369" y="27104"/>
                  </a:lnTo>
                  <a:cubicBezTo>
                    <a:pt x="15539" y="27104"/>
                    <a:pt x="15661" y="26978"/>
                    <a:pt x="15965" y="26658"/>
                  </a:cubicBezTo>
                  <a:cubicBezTo>
                    <a:pt x="16865" y="25726"/>
                    <a:pt x="19240" y="23245"/>
                    <a:pt x="23606" y="21591"/>
                  </a:cubicBezTo>
                  <a:cubicBezTo>
                    <a:pt x="24823" y="21137"/>
                    <a:pt x="26120" y="20727"/>
                    <a:pt x="27498" y="20290"/>
                  </a:cubicBezTo>
                  <a:cubicBezTo>
                    <a:pt x="32310" y="18765"/>
                    <a:pt x="37754" y="17039"/>
                    <a:pt x="39972" y="12790"/>
                  </a:cubicBezTo>
                  <a:cubicBezTo>
                    <a:pt x="41208" y="10411"/>
                    <a:pt x="41322" y="8092"/>
                    <a:pt x="40300" y="6085"/>
                  </a:cubicBezTo>
                  <a:cubicBezTo>
                    <a:pt x="38918" y="3361"/>
                    <a:pt x="35496" y="1460"/>
                    <a:pt x="30668" y="730"/>
                  </a:cubicBezTo>
                  <a:cubicBezTo>
                    <a:pt x="27696" y="283"/>
                    <a:pt x="24352" y="1"/>
                    <a:pt x="2098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" name="Google Shape;5445;p73"/>
            <p:cNvSpPr/>
            <p:nvPr/>
          </p:nvSpPr>
          <p:spPr>
            <a:xfrm>
              <a:off x="3016165" y="2644984"/>
              <a:ext cx="584150" cy="385121"/>
            </a:xfrm>
            <a:custGeom>
              <a:avLst/>
              <a:gdLst/>
              <a:ahLst/>
              <a:cxnLst/>
              <a:rect l="l" t="t" r="r" b="b"/>
              <a:pathLst>
                <a:path w="33688" h="22210" extrusionOk="0">
                  <a:moveTo>
                    <a:pt x="16722" y="0"/>
                  </a:moveTo>
                  <a:cubicBezTo>
                    <a:pt x="8491" y="0"/>
                    <a:pt x="1615" y="1886"/>
                    <a:pt x="815" y="6018"/>
                  </a:cubicBezTo>
                  <a:cubicBezTo>
                    <a:pt x="0" y="10230"/>
                    <a:pt x="3770" y="12496"/>
                    <a:pt x="6458" y="14973"/>
                  </a:cubicBezTo>
                  <a:lnTo>
                    <a:pt x="6462" y="14973"/>
                  </a:lnTo>
                  <a:cubicBezTo>
                    <a:pt x="6924" y="15387"/>
                    <a:pt x="7354" y="15837"/>
                    <a:pt x="7755" y="16315"/>
                  </a:cubicBezTo>
                  <a:cubicBezTo>
                    <a:pt x="10265" y="19396"/>
                    <a:pt x="10950" y="22209"/>
                    <a:pt x="10950" y="22209"/>
                  </a:cubicBezTo>
                  <a:cubicBezTo>
                    <a:pt x="10950" y="22209"/>
                    <a:pt x="12847" y="18914"/>
                    <a:pt x="19155" y="16862"/>
                  </a:cubicBezTo>
                  <a:cubicBezTo>
                    <a:pt x="25462" y="14811"/>
                    <a:pt x="31150" y="12963"/>
                    <a:pt x="32658" y="9298"/>
                  </a:cubicBezTo>
                  <a:cubicBezTo>
                    <a:pt x="33688" y="6793"/>
                    <a:pt x="33051" y="3890"/>
                    <a:pt x="29253" y="2021"/>
                  </a:cubicBezTo>
                  <a:cubicBezTo>
                    <a:pt x="27497" y="1154"/>
                    <a:pt x="25057" y="505"/>
                    <a:pt x="21806" y="226"/>
                  </a:cubicBezTo>
                  <a:cubicBezTo>
                    <a:pt x="20082" y="76"/>
                    <a:pt x="18375" y="0"/>
                    <a:pt x="16722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" name="Google Shape;5446;p73"/>
            <p:cNvSpPr/>
            <p:nvPr/>
          </p:nvSpPr>
          <p:spPr>
            <a:xfrm>
              <a:off x="3011813" y="2639019"/>
              <a:ext cx="598559" cy="397207"/>
            </a:xfrm>
            <a:custGeom>
              <a:avLst/>
              <a:gdLst/>
              <a:ahLst/>
              <a:cxnLst/>
              <a:rect l="l" t="t" r="r" b="b"/>
              <a:pathLst>
                <a:path w="34519" h="22907" extrusionOk="0">
                  <a:moveTo>
                    <a:pt x="16941" y="698"/>
                  </a:moveTo>
                  <a:cubicBezTo>
                    <a:pt x="18552" y="698"/>
                    <a:pt x="20252" y="772"/>
                    <a:pt x="22020" y="926"/>
                  </a:cubicBezTo>
                  <a:cubicBezTo>
                    <a:pt x="25045" y="1186"/>
                    <a:pt x="27509" y="1778"/>
                    <a:pt x="29346" y="2686"/>
                  </a:cubicBezTo>
                  <a:cubicBezTo>
                    <a:pt x="33882" y="4915"/>
                    <a:pt x="33116" y="8199"/>
                    <a:pt x="32581" y="9504"/>
                  </a:cubicBezTo>
                  <a:cubicBezTo>
                    <a:pt x="31137" y="13015"/>
                    <a:pt x="25385" y="14888"/>
                    <a:pt x="19292" y="16866"/>
                  </a:cubicBezTo>
                  <a:cubicBezTo>
                    <a:pt x="14497" y="18435"/>
                    <a:pt x="12198" y="20693"/>
                    <a:pt x="11326" y="21767"/>
                  </a:cubicBezTo>
                  <a:cubicBezTo>
                    <a:pt x="10970" y="20721"/>
                    <a:pt x="10090" y="18658"/>
                    <a:pt x="8282" y="16436"/>
                  </a:cubicBezTo>
                  <a:cubicBezTo>
                    <a:pt x="7873" y="15946"/>
                    <a:pt x="7427" y="15484"/>
                    <a:pt x="6948" y="15054"/>
                  </a:cubicBezTo>
                  <a:lnTo>
                    <a:pt x="6920" y="15029"/>
                  </a:lnTo>
                  <a:cubicBezTo>
                    <a:pt x="6486" y="14632"/>
                    <a:pt x="6020" y="14231"/>
                    <a:pt x="5566" y="13846"/>
                  </a:cubicBezTo>
                  <a:cubicBezTo>
                    <a:pt x="3211" y="11835"/>
                    <a:pt x="774" y="9751"/>
                    <a:pt x="1419" y="6435"/>
                  </a:cubicBezTo>
                  <a:cubicBezTo>
                    <a:pt x="2106" y="2868"/>
                    <a:pt x="8244" y="698"/>
                    <a:pt x="16941" y="698"/>
                  </a:cubicBezTo>
                  <a:close/>
                  <a:moveTo>
                    <a:pt x="17065" y="0"/>
                  </a:moveTo>
                  <a:cubicBezTo>
                    <a:pt x="8936" y="0"/>
                    <a:pt x="1586" y="1826"/>
                    <a:pt x="718" y="6302"/>
                  </a:cubicBezTo>
                  <a:cubicBezTo>
                    <a:pt x="0" y="10031"/>
                    <a:pt x="2708" y="12346"/>
                    <a:pt x="5108" y="14389"/>
                  </a:cubicBezTo>
                  <a:cubicBezTo>
                    <a:pt x="5582" y="14798"/>
                    <a:pt x="6036" y="15184"/>
                    <a:pt x="6462" y="15581"/>
                  </a:cubicBezTo>
                  <a:lnTo>
                    <a:pt x="6498" y="15609"/>
                  </a:lnTo>
                  <a:cubicBezTo>
                    <a:pt x="6940" y="16006"/>
                    <a:pt x="7350" y="16432"/>
                    <a:pt x="7731" y="16886"/>
                  </a:cubicBezTo>
                  <a:cubicBezTo>
                    <a:pt x="10159" y="19862"/>
                    <a:pt x="10848" y="22614"/>
                    <a:pt x="10852" y="22638"/>
                  </a:cubicBezTo>
                  <a:cubicBezTo>
                    <a:pt x="10889" y="22780"/>
                    <a:pt x="11006" y="22886"/>
                    <a:pt x="11152" y="22906"/>
                  </a:cubicBezTo>
                  <a:lnTo>
                    <a:pt x="11201" y="22906"/>
                  </a:lnTo>
                  <a:cubicBezTo>
                    <a:pt x="11326" y="22906"/>
                    <a:pt x="11440" y="22841"/>
                    <a:pt x="11505" y="22736"/>
                  </a:cubicBezTo>
                  <a:cubicBezTo>
                    <a:pt x="11525" y="22703"/>
                    <a:pt x="13438" y="19533"/>
                    <a:pt x="19519" y="17551"/>
                  </a:cubicBezTo>
                  <a:cubicBezTo>
                    <a:pt x="26034" y="15427"/>
                    <a:pt x="31669" y="13594"/>
                    <a:pt x="33233" y="9780"/>
                  </a:cubicBezTo>
                  <a:cubicBezTo>
                    <a:pt x="34518" y="6671"/>
                    <a:pt x="33181" y="3784"/>
                    <a:pt x="29662" y="2049"/>
                  </a:cubicBezTo>
                  <a:cubicBezTo>
                    <a:pt x="27748" y="1105"/>
                    <a:pt x="25199" y="488"/>
                    <a:pt x="22085" y="221"/>
                  </a:cubicBezTo>
                  <a:cubicBezTo>
                    <a:pt x="20412" y="76"/>
                    <a:pt x="18722" y="0"/>
                    <a:pt x="1706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" name="Google Shape;5447;p73"/>
            <p:cNvSpPr/>
            <p:nvPr/>
          </p:nvSpPr>
          <p:spPr>
            <a:xfrm>
              <a:off x="3128216" y="2680028"/>
              <a:ext cx="472099" cy="350077"/>
            </a:xfrm>
            <a:custGeom>
              <a:avLst/>
              <a:gdLst/>
              <a:ahLst/>
              <a:cxnLst/>
              <a:rect l="l" t="t" r="r" b="b"/>
              <a:pathLst>
                <a:path w="27226" h="20189" extrusionOk="0">
                  <a:moveTo>
                    <a:pt x="22791" y="0"/>
                  </a:moveTo>
                  <a:lnTo>
                    <a:pt x="22791" y="0"/>
                  </a:lnTo>
                  <a:cubicBezTo>
                    <a:pt x="22965" y="187"/>
                    <a:pt x="23119" y="394"/>
                    <a:pt x="23253" y="613"/>
                  </a:cubicBezTo>
                  <a:cubicBezTo>
                    <a:pt x="24611" y="2899"/>
                    <a:pt x="24595" y="6069"/>
                    <a:pt x="22904" y="8177"/>
                  </a:cubicBezTo>
                  <a:cubicBezTo>
                    <a:pt x="21044" y="10496"/>
                    <a:pt x="17837" y="11315"/>
                    <a:pt x="15056" y="11862"/>
                  </a:cubicBezTo>
                  <a:cubicBezTo>
                    <a:pt x="12024" y="12462"/>
                    <a:pt x="9365" y="13528"/>
                    <a:pt x="7098" y="15729"/>
                  </a:cubicBezTo>
                  <a:cubicBezTo>
                    <a:pt x="6587" y="16230"/>
                    <a:pt x="5965" y="16809"/>
                    <a:pt x="5296" y="16809"/>
                  </a:cubicBezTo>
                  <a:cubicBezTo>
                    <a:pt x="5186" y="16809"/>
                    <a:pt x="5075" y="16793"/>
                    <a:pt x="4962" y="16759"/>
                  </a:cubicBezTo>
                  <a:cubicBezTo>
                    <a:pt x="4581" y="16645"/>
                    <a:pt x="4301" y="16337"/>
                    <a:pt x="4038" y="16049"/>
                  </a:cubicBezTo>
                  <a:cubicBezTo>
                    <a:pt x="3109" y="15020"/>
                    <a:pt x="2124" y="14010"/>
                    <a:pt x="908" y="13354"/>
                  </a:cubicBezTo>
                  <a:cubicBezTo>
                    <a:pt x="616" y="13196"/>
                    <a:pt x="312" y="13062"/>
                    <a:pt x="0" y="12952"/>
                  </a:cubicBezTo>
                  <a:lnTo>
                    <a:pt x="0" y="12952"/>
                  </a:lnTo>
                  <a:cubicBezTo>
                    <a:pt x="462" y="13366"/>
                    <a:pt x="892" y="13816"/>
                    <a:pt x="1293" y="14294"/>
                  </a:cubicBezTo>
                  <a:cubicBezTo>
                    <a:pt x="3803" y="17375"/>
                    <a:pt x="4488" y="20188"/>
                    <a:pt x="4488" y="20188"/>
                  </a:cubicBezTo>
                  <a:cubicBezTo>
                    <a:pt x="4488" y="20188"/>
                    <a:pt x="6385" y="16893"/>
                    <a:pt x="12693" y="14841"/>
                  </a:cubicBezTo>
                  <a:cubicBezTo>
                    <a:pt x="19000" y="12790"/>
                    <a:pt x="24688" y="10942"/>
                    <a:pt x="26196" y="7277"/>
                  </a:cubicBezTo>
                  <a:cubicBezTo>
                    <a:pt x="27226" y="4772"/>
                    <a:pt x="26589" y="1869"/>
                    <a:pt x="22791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" name="Google Shape;5448;p73"/>
            <p:cNvSpPr/>
            <p:nvPr/>
          </p:nvSpPr>
          <p:spPr>
            <a:xfrm>
              <a:off x="3484033" y="2724765"/>
              <a:ext cx="84723" cy="127484"/>
            </a:xfrm>
            <a:custGeom>
              <a:avLst/>
              <a:gdLst/>
              <a:ahLst/>
              <a:cxnLst/>
              <a:rect l="l" t="t" r="r" b="b"/>
              <a:pathLst>
                <a:path w="4886" h="7352" extrusionOk="0">
                  <a:moveTo>
                    <a:pt x="3714" y="0"/>
                  </a:moveTo>
                  <a:cubicBezTo>
                    <a:pt x="3691" y="0"/>
                    <a:pt x="3671" y="8"/>
                    <a:pt x="3657" y="23"/>
                  </a:cubicBezTo>
                  <a:cubicBezTo>
                    <a:pt x="3617" y="72"/>
                    <a:pt x="3641" y="161"/>
                    <a:pt x="3710" y="238"/>
                  </a:cubicBezTo>
                  <a:cubicBezTo>
                    <a:pt x="4257" y="777"/>
                    <a:pt x="4513" y="1555"/>
                    <a:pt x="4529" y="2321"/>
                  </a:cubicBezTo>
                  <a:cubicBezTo>
                    <a:pt x="4549" y="3092"/>
                    <a:pt x="4334" y="3854"/>
                    <a:pt x="3921" y="4502"/>
                  </a:cubicBezTo>
                  <a:cubicBezTo>
                    <a:pt x="3503" y="5159"/>
                    <a:pt x="2919" y="5690"/>
                    <a:pt x="2263" y="6120"/>
                  </a:cubicBezTo>
                  <a:cubicBezTo>
                    <a:pt x="1602" y="6550"/>
                    <a:pt x="880" y="6886"/>
                    <a:pt x="130" y="7158"/>
                  </a:cubicBezTo>
                  <a:cubicBezTo>
                    <a:pt x="53" y="7186"/>
                    <a:pt x="1" y="7239"/>
                    <a:pt x="13" y="7291"/>
                  </a:cubicBezTo>
                  <a:cubicBezTo>
                    <a:pt x="19" y="7327"/>
                    <a:pt x="61" y="7351"/>
                    <a:pt x="119" y="7351"/>
                  </a:cubicBezTo>
                  <a:cubicBezTo>
                    <a:pt x="141" y="7351"/>
                    <a:pt x="166" y="7348"/>
                    <a:pt x="191" y="7340"/>
                  </a:cubicBezTo>
                  <a:cubicBezTo>
                    <a:pt x="965" y="7117"/>
                    <a:pt x="1736" y="6813"/>
                    <a:pt x="2429" y="6383"/>
                  </a:cubicBezTo>
                  <a:cubicBezTo>
                    <a:pt x="3122" y="5954"/>
                    <a:pt x="3759" y="5394"/>
                    <a:pt x="4213" y="4697"/>
                  </a:cubicBezTo>
                  <a:cubicBezTo>
                    <a:pt x="4663" y="3983"/>
                    <a:pt x="4886" y="3152"/>
                    <a:pt x="4857" y="2309"/>
                  </a:cubicBezTo>
                  <a:cubicBezTo>
                    <a:pt x="4825" y="1478"/>
                    <a:pt x="4500" y="627"/>
                    <a:pt x="3868" y="72"/>
                  </a:cubicBezTo>
                  <a:cubicBezTo>
                    <a:pt x="3815" y="26"/>
                    <a:pt x="3758" y="0"/>
                    <a:pt x="37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" name="Google Shape;5449;p73"/>
            <p:cNvSpPr/>
            <p:nvPr/>
          </p:nvSpPr>
          <p:spPr>
            <a:xfrm>
              <a:off x="3500350" y="2749457"/>
              <a:ext cx="42258" cy="75429"/>
            </a:xfrm>
            <a:custGeom>
              <a:avLst/>
              <a:gdLst/>
              <a:ahLst/>
              <a:cxnLst/>
              <a:rect l="l" t="t" r="r" b="b"/>
              <a:pathLst>
                <a:path w="2437" h="4350" extrusionOk="0">
                  <a:moveTo>
                    <a:pt x="1821" y="0"/>
                  </a:moveTo>
                  <a:cubicBezTo>
                    <a:pt x="1793" y="0"/>
                    <a:pt x="1766" y="11"/>
                    <a:pt x="1747" y="34"/>
                  </a:cubicBezTo>
                  <a:cubicBezTo>
                    <a:pt x="1703" y="75"/>
                    <a:pt x="1699" y="139"/>
                    <a:pt x="1731" y="188"/>
                  </a:cubicBezTo>
                  <a:cubicBezTo>
                    <a:pt x="1991" y="484"/>
                    <a:pt x="2096" y="885"/>
                    <a:pt x="2096" y="1283"/>
                  </a:cubicBezTo>
                  <a:cubicBezTo>
                    <a:pt x="2096" y="1680"/>
                    <a:pt x="1995" y="2073"/>
                    <a:pt x="1792" y="2418"/>
                  </a:cubicBezTo>
                  <a:cubicBezTo>
                    <a:pt x="1589" y="2774"/>
                    <a:pt x="1326" y="3095"/>
                    <a:pt x="1018" y="3362"/>
                  </a:cubicBezTo>
                  <a:cubicBezTo>
                    <a:pt x="714" y="3646"/>
                    <a:pt x="377" y="3909"/>
                    <a:pt x="45" y="4181"/>
                  </a:cubicBezTo>
                  <a:cubicBezTo>
                    <a:pt x="8" y="4209"/>
                    <a:pt x="0" y="4262"/>
                    <a:pt x="29" y="4303"/>
                  </a:cubicBezTo>
                  <a:cubicBezTo>
                    <a:pt x="45" y="4332"/>
                    <a:pt x="75" y="4349"/>
                    <a:pt x="106" y="4349"/>
                  </a:cubicBezTo>
                  <a:cubicBezTo>
                    <a:pt x="123" y="4349"/>
                    <a:pt x="139" y="4345"/>
                    <a:pt x="154" y="4335"/>
                  </a:cubicBezTo>
                  <a:cubicBezTo>
                    <a:pt x="519" y="4112"/>
                    <a:pt x="892" y="3881"/>
                    <a:pt x="1224" y="3597"/>
                  </a:cubicBezTo>
                  <a:cubicBezTo>
                    <a:pt x="1569" y="3314"/>
                    <a:pt x="1865" y="2973"/>
                    <a:pt x="2100" y="2592"/>
                  </a:cubicBezTo>
                  <a:cubicBezTo>
                    <a:pt x="2327" y="2191"/>
                    <a:pt x="2436" y="1733"/>
                    <a:pt x="2424" y="1270"/>
                  </a:cubicBezTo>
                  <a:cubicBezTo>
                    <a:pt x="2416" y="816"/>
                    <a:pt x="2238" y="342"/>
                    <a:pt x="1893" y="30"/>
                  </a:cubicBezTo>
                  <a:cubicBezTo>
                    <a:pt x="1873" y="10"/>
                    <a:pt x="1847" y="0"/>
                    <a:pt x="182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" name="Google Shape;5450;p73"/>
            <p:cNvSpPr/>
            <p:nvPr/>
          </p:nvSpPr>
          <p:spPr>
            <a:xfrm>
              <a:off x="3049475" y="2734631"/>
              <a:ext cx="88451" cy="135894"/>
            </a:xfrm>
            <a:custGeom>
              <a:avLst/>
              <a:gdLst/>
              <a:ahLst/>
              <a:cxnLst/>
              <a:rect l="l" t="t" r="r" b="b"/>
              <a:pathLst>
                <a:path w="5101" h="7837" extrusionOk="0">
                  <a:moveTo>
                    <a:pt x="280" y="1"/>
                  </a:moveTo>
                  <a:cubicBezTo>
                    <a:pt x="229" y="1"/>
                    <a:pt x="183" y="61"/>
                    <a:pt x="171" y="147"/>
                  </a:cubicBezTo>
                  <a:cubicBezTo>
                    <a:pt x="82" y="950"/>
                    <a:pt x="1" y="1765"/>
                    <a:pt x="90" y="2575"/>
                  </a:cubicBezTo>
                  <a:cubicBezTo>
                    <a:pt x="183" y="3386"/>
                    <a:pt x="463" y="4217"/>
                    <a:pt x="990" y="4870"/>
                  </a:cubicBezTo>
                  <a:cubicBezTo>
                    <a:pt x="1517" y="5527"/>
                    <a:pt x="2206" y="6001"/>
                    <a:pt x="2879" y="6431"/>
                  </a:cubicBezTo>
                  <a:cubicBezTo>
                    <a:pt x="3552" y="6864"/>
                    <a:pt x="4245" y="7258"/>
                    <a:pt x="4845" y="7772"/>
                  </a:cubicBezTo>
                  <a:cubicBezTo>
                    <a:pt x="4896" y="7813"/>
                    <a:pt x="4947" y="7837"/>
                    <a:pt x="4991" y="7837"/>
                  </a:cubicBezTo>
                  <a:cubicBezTo>
                    <a:pt x="5014" y="7837"/>
                    <a:pt x="5034" y="7831"/>
                    <a:pt x="5052" y="7817"/>
                  </a:cubicBezTo>
                  <a:cubicBezTo>
                    <a:pt x="5101" y="7776"/>
                    <a:pt x="5076" y="7679"/>
                    <a:pt x="4995" y="7602"/>
                  </a:cubicBezTo>
                  <a:cubicBezTo>
                    <a:pt x="4407" y="7030"/>
                    <a:pt x="3718" y="6589"/>
                    <a:pt x="3058" y="6155"/>
                  </a:cubicBezTo>
                  <a:cubicBezTo>
                    <a:pt x="2393" y="5717"/>
                    <a:pt x="1760" y="5231"/>
                    <a:pt x="1262" y="4651"/>
                  </a:cubicBezTo>
                  <a:cubicBezTo>
                    <a:pt x="763" y="4067"/>
                    <a:pt x="512" y="3317"/>
                    <a:pt x="406" y="2543"/>
                  </a:cubicBezTo>
                  <a:cubicBezTo>
                    <a:pt x="301" y="1765"/>
                    <a:pt x="329" y="966"/>
                    <a:pt x="366" y="163"/>
                  </a:cubicBezTo>
                  <a:cubicBezTo>
                    <a:pt x="370" y="82"/>
                    <a:pt x="333" y="5"/>
                    <a:pt x="285" y="1"/>
                  </a:cubicBezTo>
                  <a:cubicBezTo>
                    <a:pt x="283" y="1"/>
                    <a:pt x="281" y="1"/>
                    <a:pt x="2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" name="Google Shape;5451;p73"/>
            <p:cNvSpPr/>
            <p:nvPr/>
          </p:nvSpPr>
          <p:spPr>
            <a:xfrm>
              <a:off x="3205535" y="2894125"/>
              <a:ext cx="203155" cy="83544"/>
            </a:xfrm>
            <a:custGeom>
              <a:avLst/>
              <a:gdLst/>
              <a:ahLst/>
              <a:cxnLst/>
              <a:rect l="l" t="t" r="r" b="b"/>
              <a:pathLst>
                <a:path w="11716" h="4818" extrusionOk="0">
                  <a:moveTo>
                    <a:pt x="11534" y="0"/>
                  </a:moveTo>
                  <a:cubicBezTo>
                    <a:pt x="11512" y="0"/>
                    <a:pt x="11489" y="2"/>
                    <a:pt x="11465" y="5"/>
                  </a:cubicBezTo>
                  <a:cubicBezTo>
                    <a:pt x="10439" y="115"/>
                    <a:pt x="9421" y="297"/>
                    <a:pt x="8420" y="553"/>
                  </a:cubicBezTo>
                  <a:cubicBezTo>
                    <a:pt x="7423" y="812"/>
                    <a:pt x="6438" y="1136"/>
                    <a:pt x="5477" y="1517"/>
                  </a:cubicBezTo>
                  <a:cubicBezTo>
                    <a:pt x="4524" y="1915"/>
                    <a:pt x="3596" y="2365"/>
                    <a:pt x="2696" y="2875"/>
                  </a:cubicBezTo>
                  <a:cubicBezTo>
                    <a:pt x="1800" y="3386"/>
                    <a:pt x="945" y="3966"/>
                    <a:pt x="130" y="4602"/>
                  </a:cubicBezTo>
                  <a:cubicBezTo>
                    <a:pt x="45" y="4667"/>
                    <a:pt x="0" y="4744"/>
                    <a:pt x="25" y="4789"/>
                  </a:cubicBezTo>
                  <a:cubicBezTo>
                    <a:pt x="34" y="4808"/>
                    <a:pt x="56" y="4817"/>
                    <a:pt x="84" y="4817"/>
                  </a:cubicBezTo>
                  <a:cubicBezTo>
                    <a:pt x="128" y="4817"/>
                    <a:pt x="187" y="4796"/>
                    <a:pt x="244" y="4756"/>
                  </a:cubicBezTo>
                  <a:cubicBezTo>
                    <a:pt x="1083" y="4173"/>
                    <a:pt x="1950" y="3638"/>
                    <a:pt x="2846" y="3147"/>
                  </a:cubicBezTo>
                  <a:cubicBezTo>
                    <a:pt x="4638" y="2174"/>
                    <a:pt x="6539" y="1412"/>
                    <a:pt x="8509" y="873"/>
                  </a:cubicBezTo>
                  <a:cubicBezTo>
                    <a:pt x="9490" y="601"/>
                    <a:pt x="10488" y="386"/>
                    <a:pt x="11497" y="228"/>
                  </a:cubicBezTo>
                  <a:cubicBezTo>
                    <a:pt x="11619" y="208"/>
                    <a:pt x="11716" y="159"/>
                    <a:pt x="11716" y="95"/>
                  </a:cubicBezTo>
                  <a:cubicBezTo>
                    <a:pt x="11716" y="38"/>
                    <a:pt x="11639" y="0"/>
                    <a:pt x="115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" name="Google Shape;5452;p73"/>
            <p:cNvSpPr/>
            <p:nvPr/>
          </p:nvSpPr>
          <p:spPr>
            <a:xfrm>
              <a:off x="3524106" y="2724487"/>
              <a:ext cx="103624" cy="169585"/>
            </a:xfrm>
            <a:custGeom>
              <a:avLst/>
              <a:gdLst/>
              <a:ahLst/>
              <a:cxnLst/>
              <a:rect l="l" t="t" r="r" b="b"/>
              <a:pathLst>
                <a:path w="5976" h="9780" extrusionOk="0">
                  <a:moveTo>
                    <a:pt x="5251" y="1"/>
                  </a:moveTo>
                  <a:cubicBezTo>
                    <a:pt x="5242" y="1"/>
                    <a:pt x="5234" y="2"/>
                    <a:pt x="5226" y="6"/>
                  </a:cubicBezTo>
                  <a:cubicBezTo>
                    <a:pt x="5169" y="31"/>
                    <a:pt x="5165" y="140"/>
                    <a:pt x="5218" y="258"/>
                  </a:cubicBezTo>
                  <a:cubicBezTo>
                    <a:pt x="5595" y="1133"/>
                    <a:pt x="5655" y="2123"/>
                    <a:pt x="5489" y="3055"/>
                  </a:cubicBezTo>
                  <a:cubicBezTo>
                    <a:pt x="5327" y="3999"/>
                    <a:pt x="4958" y="4895"/>
                    <a:pt x="4411" y="5682"/>
                  </a:cubicBezTo>
                  <a:cubicBezTo>
                    <a:pt x="3880" y="6480"/>
                    <a:pt x="3199" y="7170"/>
                    <a:pt x="2465" y="7802"/>
                  </a:cubicBezTo>
                  <a:cubicBezTo>
                    <a:pt x="1731" y="8438"/>
                    <a:pt x="941" y="9006"/>
                    <a:pt x="138" y="9565"/>
                  </a:cubicBezTo>
                  <a:cubicBezTo>
                    <a:pt x="53" y="9626"/>
                    <a:pt x="0" y="9703"/>
                    <a:pt x="29" y="9748"/>
                  </a:cubicBezTo>
                  <a:cubicBezTo>
                    <a:pt x="39" y="9769"/>
                    <a:pt x="64" y="9779"/>
                    <a:pt x="96" y="9779"/>
                  </a:cubicBezTo>
                  <a:cubicBezTo>
                    <a:pt x="137" y="9779"/>
                    <a:pt x="191" y="9762"/>
                    <a:pt x="244" y="9728"/>
                  </a:cubicBezTo>
                  <a:cubicBezTo>
                    <a:pt x="1075" y="9213"/>
                    <a:pt x="1906" y="8674"/>
                    <a:pt x="2668" y="8045"/>
                  </a:cubicBezTo>
                  <a:cubicBezTo>
                    <a:pt x="3426" y="7417"/>
                    <a:pt x="4135" y="6707"/>
                    <a:pt x="4703" y="5885"/>
                  </a:cubicBezTo>
                  <a:cubicBezTo>
                    <a:pt x="5270" y="5049"/>
                    <a:pt x="5651" y="4105"/>
                    <a:pt x="5818" y="3112"/>
                  </a:cubicBezTo>
                  <a:cubicBezTo>
                    <a:pt x="5976" y="2119"/>
                    <a:pt x="5870" y="1069"/>
                    <a:pt x="5420" y="161"/>
                  </a:cubicBezTo>
                  <a:cubicBezTo>
                    <a:pt x="5372" y="70"/>
                    <a:pt x="5305" y="1"/>
                    <a:pt x="525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" name="Google Shape;5453;p73"/>
            <p:cNvSpPr/>
            <p:nvPr/>
          </p:nvSpPr>
          <p:spPr>
            <a:xfrm>
              <a:off x="3446284" y="2907893"/>
              <a:ext cx="49159" cy="22108"/>
            </a:xfrm>
            <a:custGeom>
              <a:avLst/>
              <a:gdLst/>
              <a:ahLst/>
              <a:cxnLst/>
              <a:rect l="l" t="t" r="r" b="b"/>
              <a:pathLst>
                <a:path w="2835" h="1275" extrusionOk="0">
                  <a:moveTo>
                    <a:pt x="2705" y="1"/>
                  </a:moveTo>
                  <a:cubicBezTo>
                    <a:pt x="2702" y="1"/>
                    <a:pt x="2699" y="1"/>
                    <a:pt x="2697" y="2"/>
                  </a:cubicBezTo>
                  <a:lnTo>
                    <a:pt x="2036" y="294"/>
                  </a:lnTo>
                  <a:cubicBezTo>
                    <a:pt x="1821" y="395"/>
                    <a:pt x="1598" y="476"/>
                    <a:pt x="1379" y="569"/>
                  </a:cubicBezTo>
                  <a:cubicBezTo>
                    <a:pt x="1160" y="667"/>
                    <a:pt x="937" y="752"/>
                    <a:pt x="710" y="833"/>
                  </a:cubicBezTo>
                  <a:lnTo>
                    <a:pt x="37" y="1088"/>
                  </a:lnTo>
                  <a:cubicBezTo>
                    <a:pt x="9" y="1092"/>
                    <a:pt x="1" y="1129"/>
                    <a:pt x="9" y="1186"/>
                  </a:cubicBezTo>
                  <a:cubicBezTo>
                    <a:pt x="21" y="1238"/>
                    <a:pt x="49" y="1275"/>
                    <a:pt x="82" y="1275"/>
                  </a:cubicBezTo>
                  <a:cubicBezTo>
                    <a:pt x="325" y="1242"/>
                    <a:pt x="568" y="1194"/>
                    <a:pt x="803" y="1133"/>
                  </a:cubicBezTo>
                  <a:cubicBezTo>
                    <a:pt x="1043" y="1064"/>
                    <a:pt x="1282" y="995"/>
                    <a:pt x="1509" y="902"/>
                  </a:cubicBezTo>
                  <a:cubicBezTo>
                    <a:pt x="1736" y="804"/>
                    <a:pt x="1959" y="703"/>
                    <a:pt x="2178" y="590"/>
                  </a:cubicBezTo>
                  <a:cubicBezTo>
                    <a:pt x="2397" y="476"/>
                    <a:pt x="2607" y="346"/>
                    <a:pt x="2806" y="200"/>
                  </a:cubicBezTo>
                  <a:cubicBezTo>
                    <a:pt x="2834" y="184"/>
                    <a:pt x="2834" y="132"/>
                    <a:pt x="2802" y="79"/>
                  </a:cubicBezTo>
                  <a:cubicBezTo>
                    <a:pt x="2776" y="35"/>
                    <a:pt x="2734" y="1"/>
                    <a:pt x="270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" name="Google Shape;5454;p73"/>
            <p:cNvSpPr/>
            <p:nvPr/>
          </p:nvSpPr>
          <p:spPr>
            <a:xfrm>
              <a:off x="3232308" y="2948191"/>
              <a:ext cx="181741" cy="79539"/>
            </a:xfrm>
            <a:custGeom>
              <a:avLst/>
              <a:gdLst/>
              <a:ahLst/>
              <a:cxnLst/>
              <a:rect l="l" t="t" r="r" b="b"/>
              <a:pathLst>
                <a:path w="10481" h="4587" extrusionOk="0">
                  <a:moveTo>
                    <a:pt x="10311" y="1"/>
                  </a:moveTo>
                  <a:cubicBezTo>
                    <a:pt x="10293" y="1"/>
                    <a:pt x="10273" y="2"/>
                    <a:pt x="10253" y="5"/>
                  </a:cubicBezTo>
                  <a:cubicBezTo>
                    <a:pt x="9321" y="118"/>
                    <a:pt x="8384" y="244"/>
                    <a:pt x="7456" y="422"/>
                  </a:cubicBezTo>
                  <a:cubicBezTo>
                    <a:pt x="6524" y="601"/>
                    <a:pt x="5607" y="844"/>
                    <a:pt x="4707" y="1152"/>
                  </a:cubicBezTo>
                  <a:cubicBezTo>
                    <a:pt x="3812" y="1472"/>
                    <a:pt x="2956" y="1902"/>
                    <a:pt x="2162" y="2429"/>
                  </a:cubicBezTo>
                  <a:cubicBezTo>
                    <a:pt x="1359" y="2952"/>
                    <a:pt x="658" y="3609"/>
                    <a:pt x="82" y="4375"/>
                  </a:cubicBezTo>
                  <a:cubicBezTo>
                    <a:pt x="25" y="4456"/>
                    <a:pt x="1" y="4529"/>
                    <a:pt x="41" y="4569"/>
                  </a:cubicBezTo>
                  <a:cubicBezTo>
                    <a:pt x="53" y="4581"/>
                    <a:pt x="69" y="4587"/>
                    <a:pt x="87" y="4587"/>
                  </a:cubicBezTo>
                  <a:cubicBezTo>
                    <a:pt x="130" y="4587"/>
                    <a:pt x="186" y="4554"/>
                    <a:pt x="232" y="4496"/>
                  </a:cubicBezTo>
                  <a:cubicBezTo>
                    <a:pt x="836" y="3787"/>
                    <a:pt x="1545" y="3179"/>
                    <a:pt x="2332" y="2684"/>
                  </a:cubicBezTo>
                  <a:cubicBezTo>
                    <a:pt x="3114" y="2190"/>
                    <a:pt x="3953" y="1788"/>
                    <a:pt x="4829" y="1484"/>
                  </a:cubicBezTo>
                  <a:cubicBezTo>
                    <a:pt x="5709" y="1176"/>
                    <a:pt x="6609" y="929"/>
                    <a:pt x="7521" y="747"/>
                  </a:cubicBezTo>
                  <a:cubicBezTo>
                    <a:pt x="8437" y="552"/>
                    <a:pt x="9361" y="390"/>
                    <a:pt x="10281" y="228"/>
                  </a:cubicBezTo>
                  <a:cubicBezTo>
                    <a:pt x="10399" y="207"/>
                    <a:pt x="10480" y="155"/>
                    <a:pt x="10480" y="90"/>
                  </a:cubicBezTo>
                  <a:cubicBezTo>
                    <a:pt x="10480" y="35"/>
                    <a:pt x="10408" y="1"/>
                    <a:pt x="1031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" name="Google Shape;5455;p73"/>
            <p:cNvSpPr/>
            <p:nvPr/>
          </p:nvSpPr>
          <p:spPr>
            <a:xfrm>
              <a:off x="3079560" y="2994627"/>
              <a:ext cx="85018" cy="447389"/>
            </a:xfrm>
            <a:custGeom>
              <a:avLst/>
              <a:gdLst/>
              <a:ahLst/>
              <a:cxnLst/>
              <a:rect l="l" t="t" r="r" b="b"/>
              <a:pathLst>
                <a:path w="4903" h="25801" extrusionOk="0">
                  <a:moveTo>
                    <a:pt x="4415" y="1"/>
                  </a:moveTo>
                  <a:cubicBezTo>
                    <a:pt x="4243" y="1"/>
                    <a:pt x="4084" y="111"/>
                    <a:pt x="4026" y="286"/>
                  </a:cubicBezTo>
                  <a:lnTo>
                    <a:pt x="3990" y="351"/>
                  </a:lnTo>
                  <a:cubicBezTo>
                    <a:pt x="2831" y="2435"/>
                    <a:pt x="2470" y="5844"/>
                    <a:pt x="2940" y="10218"/>
                  </a:cubicBezTo>
                  <a:cubicBezTo>
                    <a:pt x="3402" y="14499"/>
                    <a:pt x="2186" y="17912"/>
                    <a:pt x="1209" y="20652"/>
                  </a:cubicBezTo>
                  <a:cubicBezTo>
                    <a:pt x="560" y="22464"/>
                    <a:pt x="1" y="24025"/>
                    <a:pt x="90" y="25399"/>
                  </a:cubicBezTo>
                  <a:cubicBezTo>
                    <a:pt x="102" y="25626"/>
                    <a:pt x="289" y="25801"/>
                    <a:pt x="516" y="25801"/>
                  </a:cubicBezTo>
                  <a:lnTo>
                    <a:pt x="540" y="25801"/>
                  </a:lnTo>
                  <a:cubicBezTo>
                    <a:pt x="775" y="25784"/>
                    <a:pt x="954" y="25586"/>
                    <a:pt x="941" y="25351"/>
                  </a:cubicBezTo>
                  <a:cubicBezTo>
                    <a:pt x="864" y="24147"/>
                    <a:pt x="1395" y="22663"/>
                    <a:pt x="2012" y="20940"/>
                  </a:cubicBezTo>
                  <a:cubicBezTo>
                    <a:pt x="3017" y="18119"/>
                    <a:pt x="4274" y="14600"/>
                    <a:pt x="3787" y="10129"/>
                  </a:cubicBezTo>
                  <a:cubicBezTo>
                    <a:pt x="3341" y="5990"/>
                    <a:pt x="3678" y="2662"/>
                    <a:pt x="4736" y="764"/>
                  </a:cubicBezTo>
                  <a:cubicBezTo>
                    <a:pt x="4772" y="708"/>
                    <a:pt x="4801" y="647"/>
                    <a:pt x="4821" y="586"/>
                  </a:cubicBezTo>
                  <a:cubicBezTo>
                    <a:pt x="4902" y="359"/>
                    <a:pt x="4784" y="112"/>
                    <a:pt x="4557" y="27"/>
                  </a:cubicBezTo>
                  <a:cubicBezTo>
                    <a:pt x="4510" y="9"/>
                    <a:pt x="4462" y="1"/>
                    <a:pt x="441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" name="Google Shape;5456;p73"/>
            <p:cNvSpPr/>
            <p:nvPr/>
          </p:nvSpPr>
          <p:spPr>
            <a:xfrm>
              <a:off x="3256081" y="3006904"/>
              <a:ext cx="94902" cy="435113"/>
            </a:xfrm>
            <a:custGeom>
              <a:avLst/>
              <a:gdLst/>
              <a:ahLst/>
              <a:cxnLst/>
              <a:rect l="l" t="t" r="r" b="b"/>
              <a:pathLst>
                <a:path w="5473" h="25093" extrusionOk="0">
                  <a:moveTo>
                    <a:pt x="471" y="0"/>
                  </a:moveTo>
                  <a:cubicBezTo>
                    <a:pt x="358" y="0"/>
                    <a:pt x="245" y="46"/>
                    <a:pt x="162" y="137"/>
                  </a:cubicBezTo>
                  <a:cubicBezTo>
                    <a:pt x="0" y="308"/>
                    <a:pt x="8" y="575"/>
                    <a:pt x="174" y="737"/>
                  </a:cubicBezTo>
                  <a:cubicBezTo>
                    <a:pt x="203" y="766"/>
                    <a:pt x="2826" y="3320"/>
                    <a:pt x="2639" y="9449"/>
                  </a:cubicBezTo>
                  <a:cubicBezTo>
                    <a:pt x="2420" y="16426"/>
                    <a:pt x="3028" y="21169"/>
                    <a:pt x="4593" y="24833"/>
                  </a:cubicBezTo>
                  <a:cubicBezTo>
                    <a:pt x="4662" y="24991"/>
                    <a:pt x="4816" y="25093"/>
                    <a:pt x="4990" y="25093"/>
                  </a:cubicBezTo>
                  <a:cubicBezTo>
                    <a:pt x="5047" y="25093"/>
                    <a:pt x="5104" y="25081"/>
                    <a:pt x="5157" y="25056"/>
                  </a:cubicBezTo>
                  <a:cubicBezTo>
                    <a:pt x="5375" y="24967"/>
                    <a:pt x="5473" y="24716"/>
                    <a:pt x="5380" y="24501"/>
                  </a:cubicBezTo>
                  <a:cubicBezTo>
                    <a:pt x="3863" y="20958"/>
                    <a:pt x="3276" y="16324"/>
                    <a:pt x="3490" y="9481"/>
                  </a:cubicBezTo>
                  <a:cubicBezTo>
                    <a:pt x="3693" y="2922"/>
                    <a:pt x="880" y="227"/>
                    <a:pt x="758" y="113"/>
                  </a:cubicBezTo>
                  <a:cubicBezTo>
                    <a:pt x="677" y="38"/>
                    <a:pt x="574" y="0"/>
                    <a:pt x="47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" name="Google Shape;5457;p73"/>
            <p:cNvSpPr/>
            <p:nvPr/>
          </p:nvSpPr>
          <p:spPr>
            <a:xfrm>
              <a:off x="3057903" y="2637337"/>
              <a:ext cx="458487" cy="256615"/>
            </a:xfrm>
            <a:custGeom>
              <a:avLst/>
              <a:gdLst/>
              <a:ahLst/>
              <a:cxnLst/>
              <a:rect l="l" t="t" r="r" b="b"/>
              <a:pathLst>
                <a:path w="26441" h="14799" extrusionOk="0">
                  <a:moveTo>
                    <a:pt x="15342" y="0"/>
                  </a:moveTo>
                  <a:cubicBezTo>
                    <a:pt x="14596" y="0"/>
                    <a:pt x="13822" y="14"/>
                    <a:pt x="13022" y="38"/>
                  </a:cubicBezTo>
                  <a:cubicBezTo>
                    <a:pt x="5515" y="273"/>
                    <a:pt x="1684" y="1530"/>
                    <a:pt x="938" y="4469"/>
                  </a:cubicBezTo>
                  <a:cubicBezTo>
                    <a:pt x="1" y="8190"/>
                    <a:pt x="3880" y="14799"/>
                    <a:pt x="12818" y="14799"/>
                  </a:cubicBezTo>
                  <a:cubicBezTo>
                    <a:pt x="13043" y="14799"/>
                    <a:pt x="13272" y="14795"/>
                    <a:pt x="13505" y="14786"/>
                  </a:cubicBezTo>
                  <a:cubicBezTo>
                    <a:pt x="23266" y="14425"/>
                    <a:pt x="26440" y="7404"/>
                    <a:pt x="26116" y="3987"/>
                  </a:cubicBezTo>
                  <a:cubicBezTo>
                    <a:pt x="25826" y="937"/>
                    <a:pt x="21598" y="0"/>
                    <a:pt x="153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" name="Google Shape;5458;p73"/>
            <p:cNvSpPr/>
            <p:nvPr/>
          </p:nvSpPr>
          <p:spPr>
            <a:xfrm>
              <a:off x="3059810" y="2631146"/>
              <a:ext cx="459666" cy="268978"/>
            </a:xfrm>
            <a:custGeom>
              <a:avLst/>
              <a:gdLst/>
              <a:ahLst/>
              <a:cxnLst/>
              <a:rect l="l" t="t" r="r" b="b"/>
              <a:pathLst>
                <a:path w="26509" h="15512" extrusionOk="0">
                  <a:moveTo>
                    <a:pt x="15200" y="715"/>
                  </a:moveTo>
                  <a:cubicBezTo>
                    <a:pt x="22168" y="715"/>
                    <a:pt x="25415" y="1866"/>
                    <a:pt x="25653" y="4376"/>
                  </a:cubicBezTo>
                  <a:cubicBezTo>
                    <a:pt x="25791" y="5835"/>
                    <a:pt x="25244" y="8341"/>
                    <a:pt x="23245" y="10619"/>
                  </a:cubicBezTo>
                  <a:cubicBezTo>
                    <a:pt x="21677" y="12411"/>
                    <a:pt x="18685" y="14596"/>
                    <a:pt x="13387" y="14786"/>
                  </a:cubicBezTo>
                  <a:cubicBezTo>
                    <a:pt x="13152" y="14795"/>
                    <a:pt x="12922" y="14799"/>
                    <a:pt x="12696" y="14799"/>
                  </a:cubicBezTo>
                  <a:cubicBezTo>
                    <a:pt x="7113" y="14799"/>
                    <a:pt x="4161" y="12221"/>
                    <a:pt x="2879" y="10631"/>
                  </a:cubicBezTo>
                  <a:cubicBezTo>
                    <a:pt x="1399" y="8803"/>
                    <a:pt x="743" y="6610"/>
                    <a:pt x="1172" y="4911"/>
                  </a:cubicBezTo>
                  <a:cubicBezTo>
                    <a:pt x="1849" y="2232"/>
                    <a:pt x="5364" y="983"/>
                    <a:pt x="12924" y="752"/>
                  </a:cubicBezTo>
                  <a:cubicBezTo>
                    <a:pt x="13723" y="728"/>
                    <a:pt x="14481" y="715"/>
                    <a:pt x="15200" y="715"/>
                  </a:cubicBezTo>
                  <a:close/>
                  <a:moveTo>
                    <a:pt x="15420" y="0"/>
                  </a:moveTo>
                  <a:cubicBezTo>
                    <a:pt x="14588" y="0"/>
                    <a:pt x="13744" y="17"/>
                    <a:pt x="12904" y="43"/>
                  </a:cubicBezTo>
                  <a:cubicBezTo>
                    <a:pt x="4967" y="286"/>
                    <a:pt x="1253" y="1688"/>
                    <a:pt x="483" y="4741"/>
                  </a:cubicBezTo>
                  <a:cubicBezTo>
                    <a:pt x="1" y="6650"/>
                    <a:pt x="706" y="9078"/>
                    <a:pt x="2328" y="11085"/>
                  </a:cubicBezTo>
                  <a:cubicBezTo>
                    <a:pt x="3690" y="12767"/>
                    <a:pt x="6815" y="15512"/>
                    <a:pt x="12689" y="15512"/>
                  </a:cubicBezTo>
                  <a:lnTo>
                    <a:pt x="13411" y="15504"/>
                  </a:lnTo>
                  <a:cubicBezTo>
                    <a:pt x="18965" y="15293"/>
                    <a:pt x="22114" y="12982"/>
                    <a:pt x="23781" y="11085"/>
                  </a:cubicBezTo>
                  <a:cubicBezTo>
                    <a:pt x="25925" y="8641"/>
                    <a:pt x="26509" y="5908"/>
                    <a:pt x="26355" y="4307"/>
                  </a:cubicBezTo>
                  <a:cubicBezTo>
                    <a:pt x="26020" y="733"/>
                    <a:pt x="20963" y="0"/>
                    <a:pt x="1542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" name="Google Shape;5459;p73"/>
            <p:cNvSpPr/>
            <p:nvPr/>
          </p:nvSpPr>
          <p:spPr>
            <a:xfrm>
              <a:off x="3064804" y="2688819"/>
              <a:ext cx="60898" cy="54482"/>
            </a:xfrm>
            <a:custGeom>
              <a:avLst/>
              <a:gdLst/>
              <a:ahLst/>
              <a:cxnLst/>
              <a:rect l="l" t="t" r="r" b="b"/>
              <a:pathLst>
                <a:path w="3512" h="3142" extrusionOk="0">
                  <a:moveTo>
                    <a:pt x="3117" y="1"/>
                  </a:moveTo>
                  <a:cubicBezTo>
                    <a:pt x="3083" y="1"/>
                    <a:pt x="3048" y="6"/>
                    <a:pt x="3013" y="16"/>
                  </a:cubicBezTo>
                  <a:cubicBezTo>
                    <a:pt x="2932" y="41"/>
                    <a:pt x="1010" y="624"/>
                    <a:pt x="86" y="2635"/>
                  </a:cubicBezTo>
                  <a:cubicBezTo>
                    <a:pt x="1" y="2813"/>
                    <a:pt x="78" y="3024"/>
                    <a:pt x="256" y="3105"/>
                  </a:cubicBezTo>
                  <a:cubicBezTo>
                    <a:pt x="305" y="3130"/>
                    <a:pt x="353" y="3142"/>
                    <a:pt x="410" y="3142"/>
                  </a:cubicBezTo>
                  <a:cubicBezTo>
                    <a:pt x="548" y="3142"/>
                    <a:pt x="674" y="3061"/>
                    <a:pt x="726" y="2935"/>
                  </a:cubicBezTo>
                  <a:cubicBezTo>
                    <a:pt x="1517" y="1224"/>
                    <a:pt x="3199" y="705"/>
                    <a:pt x="3215" y="697"/>
                  </a:cubicBezTo>
                  <a:cubicBezTo>
                    <a:pt x="3406" y="641"/>
                    <a:pt x="3511" y="442"/>
                    <a:pt x="3455" y="255"/>
                  </a:cubicBezTo>
                  <a:cubicBezTo>
                    <a:pt x="3411" y="100"/>
                    <a:pt x="3271" y="1"/>
                    <a:pt x="311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" name="Google Shape;5460;p73"/>
            <p:cNvSpPr/>
            <p:nvPr/>
          </p:nvSpPr>
          <p:spPr>
            <a:xfrm>
              <a:off x="3071133" y="2721245"/>
              <a:ext cx="50910" cy="56216"/>
            </a:xfrm>
            <a:custGeom>
              <a:avLst/>
              <a:gdLst/>
              <a:ahLst/>
              <a:cxnLst/>
              <a:rect l="l" t="t" r="r" b="b"/>
              <a:pathLst>
                <a:path w="2936" h="3242" extrusionOk="0">
                  <a:moveTo>
                    <a:pt x="2526" y="0"/>
                  </a:moveTo>
                  <a:cubicBezTo>
                    <a:pt x="2465" y="0"/>
                    <a:pt x="2404" y="15"/>
                    <a:pt x="2348" y="48"/>
                  </a:cubicBezTo>
                  <a:cubicBezTo>
                    <a:pt x="2279" y="88"/>
                    <a:pt x="653" y="1061"/>
                    <a:pt x="69" y="2772"/>
                  </a:cubicBezTo>
                  <a:cubicBezTo>
                    <a:pt x="0" y="2954"/>
                    <a:pt x="98" y="3161"/>
                    <a:pt x="288" y="3222"/>
                  </a:cubicBezTo>
                  <a:cubicBezTo>
                    <a:pt x="325" y="3234"/>
                    <a:pt x="361" y="3242"/>
                    <a:pt x="402" y="3242"/>
                  </a:cubicBezTo>
                  <a:cubicBezTo>
                    <a:pt x="556" y="3238"/>
                    <a:pt x="690" y="3141"/>
                    <a:pt x="738" y="2999"/>
                  </a:cubicBezTo>
                  <a:cubicBezTo>
                    <a:pt x="1233" y="1547"/>
                    <a:pt x="2692" y="668"/>
                    <a:pt x="2708" y="664"/>
                  </a:cubicBezTo>
                  <a:cubicBezTo>
                    <a:pt x="2879" y="562"/>
                    <a:pt x="2935" y="348"/>
                    <a:pt x="2834" y="177"/>
                  </a:cubicBezTo>
                  <a:cubicBezTo>
                    <a:pt x="2769" y="63"/>
                    <a:pt x="2649" y="0"/>
                    <a:pt x="252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" name="Google Shape;5461;p73"/>
            <p:cNvSpPr/>
            <p:nvPr/>
          </p:nvSpPr>
          <p:spPr>
            <a:xfrm>
              <a:off x="3088421" y="2759185"/>
              <a:ext cx="48379" cy="53147"/>
            </a:xfrm>
            <a:custGeom>
              <a:avLst/>
              <a:gdLst/>
              <a:ahLst/>
              <a:cxnLst/>
              <a:rect l="l" t="t" r="r" b="b"/>
              <a:pathLst>
                <a:path w="2790" h="3065" extrusionOk="0">
                  <a:moveTo>
                    <a:pt x="2378" y="0"/>
                  </a:moveTo>
                  <a:cubicBezTo>
                    <a:pt x="2299" y="0"/>
                    <a:pt x="2220" y="26"/>
                    <a:pt x="2153" y="81"/>
                  </a:cubicBezTo>
                  <a:cubicBezTo>
                    <a:pt x="2080" y="122"/>
                    <a:pt x="512" y="1188"/>
                    <a:pt x="62" y="2607"/>
                  </a:cubicBezTo>
                  <a:cubicBezTo>
                    <a:pt x="1" y="2793"/>
                    <a:pt x="106" y="2992"/>
                    <a:pt x="293" y="3052"/>
                  </a:cubicBezTo>
                  <a:cubicBezTo>
                    <a:pt x="329" y="3061"/>
                    <a:pt x="362" y="3065"/>
                    <a:pt x="398" y="3065"/>
                  </a:cubicBezTo>
                  <a:cubicBezTo>
                    <a:pt x="552" y="3065"/>
                    <a:pt x="690" y="2963"/>
                    <a:pt x="739" y="2817"/>
                  </a:cubicBezTo>
                  <a:cubicBezTo>
                    <a:pt x="1107" y="1642"/>
                    <a:pt x="2534" y="681"/>
                    <a:pt x="2542" y="669"/>
                  </a:cubicBezTo>
                  <a:cubicBezTo>
                    <a:pt x="2729" y="572"/>
                    <a:pt x="2790" y="332"/>
                    <a:pt x="2672" y="158"/>
                  </a:cubicBezTo>
                  <a:cubicBezTo>
                    <a:pt x="2605" y="55"/>
                    <a:pt x="2493" y="0"/>
                    <a:pt x="237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" name="Google Shape;5462;p73"/>
            <p:cNvSpPr/>
            <p:nvPr/>
          </p:nvSpPr>
          <p:spPr>
            <a:xfrm>
              <a:off x="3118367" y="2792426"/>
              <a:ext cx="39102" cy="54274"/>
            </a:xfrm>
            <a:custGeom>
              <a:avLst/>
              <a:gdLst/>
              <a:ahLst/>
              <a:cxnLst/>
              <a:rect l="l" t="t" r="r" b="b"/>
              <a:pathLst>
                <a:path w="2255" h="3130" extrusionOk="0">
                  <a:moveTo>
                    <a:pt x="1860" y="0"/>
                  </a:moveTo>
                  <a:cubicBezTo>
                    <a:pt x="1768" y="0"/>
                    <a:pt x="1676" y="36"/>
                    <a:pt x="1606" y="106"/>
                  </a:cubicBezTo>
                  <a:cubicBezTo>
                    <a:pt x="1561" y="154"/>
                    <a:pt x="451" y="1306"/>
                    <a:pt x="53" y="2680"/>
                  </a:cubicBezTo>
                  <a:cubicBezTo>
                    <a:pt x="1" y="2866"/>
                    <a:pt x="110" y="3065"/>
                    <a:pt x="297" y="3114"/>
                  </a:cubicBezTo>
                  <a:cubicBezTo>
                    <a:pt x="329" y="3126"/>
                    <a:pt x="361" y="3130"/>
                    <a:pt x="394" y="3130"/>
                  </a:cubicBezTo>
                  <a:cubicBezTo>
                    <a:pt x="552" y="3130"/>
                    <a:pt x="694" y="3029"/>
                    <a:pt x="738" y="2879"/>
                  </a:cubicBezTo>
                  <a:cubicBezTo>
                    <a:pt x="1083" y="1675"/>
                    <a:pt x="2109" y="613"/>
                    <a:pt x="2117" y="600"/>
                  </a:cubicBezTo>
                  <a:cubicBezTo>
                    <a:pt x="2255" y="458"/>
                    <a:pt x="2251" y="236"/>
                    <a:pt x="2109" y="102"/>
                  </a:cubicBezTo>
                  <a:cubicBezTo>
                    <a:pt x="2039" y="34"/>
                    <a:pt x="1949" y="0"/>
                    <a:pt x="186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" name="Google Shape;5463;p73"/>
            <p:cNvSpPr/>
            <p:nvPr/>
          </p:nvSpPr>
          <p:spPr>
            <a:xfrm>
              <a:off x="3157035" y="2818262"/>
              <a:ext cx="28836" cy="55228"/>
            </a:xfrm>
            <a:custGeom>
              <a:avLst/>
              <a:gdLst/>
              <a:ahLst/>
              <a:cxnLst/>
              <a:rect l="l" t="t" r="r" b="b"/>
              <a:pathLst>
                <a:path w="1663" h="3185" extrusionOk="0">
                  <a:moveTo>
                    <a:pt x="1258" y="0"/>
                  </a:moveTo>
                  <a:cubicBezTo>
                    <a:pt x="1114" y="0"/>
                    <a:pt x="978" y="92"/>
                    <a:pt x="925" y="237"/>
                  </a:cubicBezTo>
                  <a:cubicBezTo>
                    <a:pt x="920" y="250"/>
                    <a:pt x="381" y="1762"/>
                    <a:pt x="65" y="2714"/>
                  </a:cubicBezTo>
                  <a:cubicBezTo>
                    <a:pt x="0" y="2901"/>
                    <a:pt x="98" y="3103"/>
                    <a:pt x="288" y="3164"/>
                  </a:cubicBezTo>
                  <a:cubicBezTo>
                    <a:pt x="325" y="3180"/>
                    <a:pt x="361" y="3184"/>
                    <a:pt x="402" y="3184"/>
                  </a:cubicBezTo>
                  <a:cubicBezTo>
                    <a:pt x="552" y="3184"/>
                    <a:pt x="689" y="3087"/>
                    <a:pt x="738" y="2941"/>
                  </a:cubicBezTo>
                  <a:cubicBezTo>
                    <a:pt x="1054" y="1993"/>
                    <a:pt x="1589" y="489"/>
                    <a:pt x="1597" y="472"/>
                  </a:cubicBezTo>
                  <a:cubicBezTo>
                    <a:pt x="1662" y="290"/>
                    <a:pt x="1565" y="87"/>
                    <a:pt x="1379" y="22"/>
                  </a:cubicBezTo>
                  <a:cubicBezTo>
                    <a:pt x="1339" y="7"/>
                    <a:pt x="1298" y="0"/>
                    <a:pt x="125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" name="Google Shape;5464;p73"/>
            <p:cNvSpPr/>
            <p:nvPr/>
          </p:nvSpPr>
          <p:spPr>
            <a:xfrm>
              <a:off x="3209957" y="2839677"/>
              <a:ext cx="21536" cy="53286"/>
            </a:xfrm>
            <a:custGeom>
              <a:avLst/>
              <a:gdLst/>
              <a:ahLst/>
              <a:cxnLst/>
              <a:rect l="l" t="t" r="r" b="b"/>
              <a:pathLst>
                <a:path w="1242" h="3073" extrusionOk="0">
                  <a:moveTo>
                    <a:pt x="840" y="0"/>
                  </a:moveTo>
                  <a:cubicBezTo>
                    <a:pt x="694" y="0"/>
                    <a:pt x="555" y="95"/>
                    <a:pt x="503" y="243"/>
                  </a:cubicBezTo>
                  <a:cubicBezTo>
                    <a:pt x="483" y="300"/>
                    <a:pt x="49" y="1617"/>
                    <a:pt x="9" y="2699"/>
                  </a:cubicBezTo>
                  <a:cubicBezTo>
                    <a:pt x="1" y="2898"/>
                    <a:pt x="151" y="3060"/>
                    <a:pt x="349" y="3072"/>
                  </a:cubicBezTo>
                  <a:lnTo>
                    <a:pt x="362" y="3072"/>
                  </a:lnTo>
                  <a:cubicBezTo>
                    <a:pt x="552" y="3068"/>
                    <a:pt x="706" y="2918"/>
                    <a:pt x="718" y="2732"/>
                  </a:cubicBezTo>
                  <a:cubicBezTo>
                    <a:pt x="751" y="1747"/>
                    <a:pt x="1172" y="482"/>
                    <a:pt x="1180" y="470"/>
                  </a:cubicBezTo>
                  <a:cubicBezTo>
                    <a:pt x="1241" y="283"/>
                    <a:pt x="1140" y="85"/>
                    <a:pt x="953" y="20"/>
                  </a:cubicBezTo>
                  <a:cubicBezTo>
                    <a:pt x="916" y="7"/>
                    <a:pt x="878" y="0"/>
                    <a:pt x="84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" name="Google Shape;5465;p73"/>
            <p:cNvSpPr/>
            <p:nvPr/>
          </p:nvSpPr>
          <p:spPr>
            <a:xfrm>
              <a:off x="3267821" y="2846457"/>
              <a:ext cx="14843" cy="53667"/>
            </a:xfrm>
            <a:custGeom>
              <a:avLst/>
              <a:gdLst/>
              <a:ahLst/>
              <a:cxnLst/>
              <a:rect l="l" t="t" r="r" b="b"/>
              <a:pathLst>
                <a:path w="856" h="3095" extrusionOk="0">
                  <a:moveTo>
                    <a:pt x="473" y="1"/>
                  </a:moveTo>
                  <a:cubicBezTo>
                    <a:pt x="291" y="1"/>
                    <a:pt x="137" y="142"/>
                    <a:pt x="122" y="330"/>
                  </a:cubicBezTo>
                  <a:cubicBezTo>
                    <a:pt x="118" y="391"/>
                    <a:pt x="0" y="1891"/>
                    <a:pt x="126" y="2787"/>
                  </a:cubicBezTo>
                  <a:cubicBezTo>
                    <a:pt x="146" y="2961"/>
                    <a:pt x="300" y="3095"/>
                    <a:pt x="478" y="3095"/>
                  </a:cubicBezTo>
                  <a:lnTo>
                    <a:pt x="527" y="3091"/>
                  </a:lnTo>
                  <a:cubicBezTo>
                    <a:pt x="722" y="3062"/>
                    <a:pt x="855" y="2884"/>
                    <a:pt x="831" y="2689"/>
                  </a:cubicBezTo>
                  <a:cubicBezTo>
                    <a:pt x="714" y="1871"/>
                    <a:pt x="831" y="399"/>
                    <a:pt x="831" y="383"/>
                  </a:cubicBezTo>
                  <a:cubicBezTo>
                    <a:pt x="847" y="188"/>
                    <a:pt x="701" y="18"/>
                    <a:pt x="503" y="2"/>
                  </a:cubicBezTo>
                  <a:cubicBezTo>
                    <a:pt x="493" y="1"/>
                    <a:pt x="483" y="1"/>
                    <a:pt x="47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" name="Google Shape;5466;p73"/>
            <p:cNvSpPr/>
            <p:nvPr/>
          </p:nvSpPr>
          <p:spPr>
            <a:xfrm>
              <a:off x="3319979" y="2841550"/>
              <a:ext cx="20531" cy="54430"/>
            </a:xfrm>
            <a:custGeom>
              <a:avLst/>
              <a:gdLst/>
              <a:ahLst/>
              <a:cxnLst/>
              <a:rect l="l" t="t" r="r" b="b"/>
              <a:pathLst>
                <a:path w="1184" h="3139" extrusionOk="0">
                  <a:moveTo>
                    <a:pt x="399" y="0"/>
                  </a:moveTo>
                  <a:cubicBezTo>
                    <a:pt x="367" y="0"/>
                    <a:pt x="336" y="4"/>
                    <a:pt x="304" y="13"/>
                  </a:cubicBezTo>
                  <a:cubicBezTo>
                    <a:pt x="114" y="66"/>
                    <a:pt x="0" y="265"/>
                    <a:pt x="57" y="455"/>
                  </a:cubicBezTo>
                  <a:cubicBezTo>
                    <a:pt x="170" y="860"/>
                    <a:pt x="442" y="2060"/>
                    <a:pt x="357" y="2745"/>
                  </a:cubicBezTo>
                  <a:cubicBezTo>
                    <a:pt x="332" y="2940"/>
                    <a:pt x="470" y="3114"/>
                    <a:pt x="665" y="3139"/>
                  </a:cubicBezTo>
                  <a:lnTo>
                    <a:pt x="714" y="3139"/>
                  </a:lnTo>
                  <a:cubicBezTo>
                    <a:pt x="716" y="3139"/>
                    <a:pt x="719" y="3139"/>
                    <a:pt x="721" y="3139"/>
                  </a:cubicBezTo>
                  <a:cubicBezTo>
                    <a:pt x="892" y="3139"/>
                    <a:pt x="1042" y="3006"/>
                    <a:pt x="1062" y="2831"/>
                  </a:cubicBezTo>
                  <a:cubicBezTo>
                    <a:pt x="1184" y="1862"/>
                    <a:pt x="762" y="333"/>
                    <a:pt x="742" y="269"/>
                  </a:cubicBezTo>
                  <a:cubicBezTo>
                    <a:pt x="701" y="106"/>
                    <a:pt x="556" y="0"/>
                    <a:pt x="39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" name="Google Shape;5467;p73"/>
            <p:cNvSpPr/>
            <p:nvPr/>
          </p:nvSpPr>
          <p:spPr>
            <a:xfrm>
              <a:off x="3365809" y="2826863"/>
              <a:ext cx="27363" cy="54361"/>
            </a:xfrm>
            <a:custGeom>
              <a:avLst/>
              <a:gdLst/>
              <a:ahLst/>
              <a:cxnLst/>
              <a:rect l="l" t="t" r="r" b="b"/>
              <a:pathLst>
                <a:path w="1578" h="3135" extrusionOk="0">
                  <a:moveTo>
                    <a:pt x="405" y="0"/>
                  </a:moveTo>
                  <a:cubicBezTo>
                    <a:pt x="342" y="0"/>
                    <a:pt x="278" y="17"/>
                    <a:pt x="219" y="53"/>
                  </a:cubicBezTo>
                  <a:cubicBezTo>
                    <a:pt x="53" y="155"/>
                    <a:pt x="0" y="374"/>
                    <a:pt x="101" y="540"/>
                  </a:cubicBezTo>
                  <a:cubicBezTo>
                    <a:pt x="110" y="556"/>
                    <a:pt x="827" y="1744"/>
                    <a:pt x="860" y="2790"/>
                  </a:cubicBezTo>
                  <a:cubicBezTo>
                    <a:pt x="868" y="2984"/>
                    <a:pt x="1022" y="3134"/>
                    <a:pt x="1216" y="3134"/>
                  </a:cubicBezTo>
                  <a:lnTo>
                    <a:pt x="1224" y="3134"/>
                  </a:lnTo>
                  <a:cubicBezTo>
                    <a:pt x="1423" y="3130"/>
                    <a:pt x="1577" y="2968"/>
                    <a:pt x="1569" y="2770"/>
                  </a:cubicBezTo>
                  <a:cubicBezTo>
                    <a:pt x="1528" y="1533"/>
                    <a:pt x="746" y="228"/>
                    <a:pt x="710" y="171"/>
                  </a:cubicBezTo>
                  <a:cubicBezTo>
                    <a:pt x="643" y="62"/>
                    <a:pt x="526" y="0"/>
                    <a:pt x="40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" name="Google Shape;5468;p73"/>
            <p:cNvSpPr/>
            <p:nvPr/>
          </p:nvSpPr>
          <p:spPr>
            <a:xfrm>
              <a:off x="3406506" y="2800020"/>
              <a:ext cx="39171" cy="52037"/>
            </a:xfrm>
            <a:custGeom>
              <a:avLst/>
              <a:gdLst/>
              <a:ahLst/>
              <a:cxnLst/>
              <a:rect l="l" t="t" r="r" b="b"/>
              <a:pathLst>
                <a:path w="2259" h="3001" extrusionOk="0">
                  <a:moveTo>
                    <a:pt x="396" y="1"/>
                  </a:moveTo>
                  <a:cubicBezTo>
                    <a:pt x="297" y="1"/>
                    <a:pt x="199" y="42"/>
                    <a:pt x="130" y="122"/>
                  </a:cubicBezTo>
                  <a:cubicBezTo>
                    <a:pt x="0" y="272"/>
                    <a:pt x="17" y="495"/>
                    <a:pt x="166" y="625"/>
                  </a:cubicBezTo>
                  <a:cubicBezTo>
                    <a:pt x="175" y="637"/>
                    <a:pt x="1346" y="1654"/>
                    <a:pt x="1525" y="2704"/>
                  </a:cubicBezTo>
                  <a:cubicBezTo>
                    <a:pt x="1553" y="2874"/>
                    <a:pt x="1699" y="3000"/>
                    <a:pt x="1873" y="3000"/>
                  </a:cubicBezTo>
                  <a:lnTo>
                    <a:pt x="1934" y="2996"/>
                  </a:lnTo>
                  <a:cubicBezTo>
                    <a:pt x="2129" y="2964"/>
                    <a:pt x="2258" y="2777"/>
                    <a:pt x="2222" y="2587"/>
                  </a:cubicBezTo>
                  <a:cubicBezTo>
                    <a:pt x="2007" y="1277"/>
                    <a:pt x="681" y="134"/>
                    <a:pt x="629" y="85"/>
                  </a:cubicBezTo>
                  <a:cubicBezTo>
                    <a:pt x="561" y="29"/>
                    <a:pt x="478" y="1"/>
                    <a:pt x="39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" name="Google Shape;5469;p73"/>
            <p:cNvSpPr/>
            <p:nvPr/>
          </p:nvSpPr>
          <p:spPr>
            <a:xfrm>
              <a:off x="3436244" y="2762011"/>
              <a:ext cx="51881" cy="46038"/>
            </a:xfrm>
            <a:custGeom>
              <a:avLst/>
              <a:gdLst/>
              <a:ahLst/>
              <a:cxnLst/>
              <a:rect l="l" t="t" r="r" b="b"/>
              <a:pathLst>
                <a:path w="2992" h="2655" extrusionOk="0">
                  <a:moveTo>
                    <a:pt x="406" y="1"/>
                  </a:moveTo>
                  <a:cubicBezTo>
                    <a:pt x="277" y="1"/>
                    <a:pt x="152" y="71"/>
                    <a:pt x="89" y="194"/>
                  </a:cubicBezTo>
                  <a:cubicBezTo>
                    <a:pt x="0" y="368"/>
                    <a:pt x="69" y="579"/>
                    <a:pt x="243" y="668"/>
                  </a:cubicBezTo>
                  <a:cubicBezTo>
                    <a:pt x="260" y="680"/>
                    <a:pt x="1820" y="1491"/>
                    <a:pt x="2266" y="2448"/>
                  </a:cubicBezTo>
                  <a:cubicBezTo>
                    <a:pt x="2323" y="2573"/>
                    <a:pt x="2449" y="2654"/>
                    <a:pt x="2586" y="2654"/>
                  </a:cubicBezTo>
                  <a:cubicBezTo>
                    <a:pt x="2639" y="2650"/>
                    <a:pt x="2688" y="2642"/>
                    <a:pt x="2736" y="2618"/>
                  </a:cubicBezTo>
                  <a:cubicBezTo>
                    <a:pt x="2915" y="2537"/>
                    <a:pt x="2992" y="2326"/>
                    <a:pt x="2911" y="2148"/>
                  </a:cubicBezTo>
                  <a:cubicBezTo>
                    <a:pt x="2363" y="968"/>
                    <a:pt x="641" y="76"/>
                    <a:pt x="568" y="40"/>
                  </a:cubicBezTo>
                  <a:cubicBezTo>
                    <a:pt x="516" y="13"/>
                    <a:pt x="461" y="1"/>
                    <a:pt x="40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" name="Google Shape;5470;p73"/>
            <p:cNvSpPr/>
            <p:nvPr/>
          </p:nvSpPr>
          <p:spPr>
            <a:xfrm>
              <a:off x="3455856" y="2716286"/>
              <a:ext cx="59823" cy="27016"/>
            </a:xfrm>
            <a:custGeom>
              <a:avLst/>
              <a:gdLst/>
              <a:ahLst/>
              <a:cxnLst/>
              <a:rect l="l" t="t" r="r" b="b"/>
              <a:pathLst>
                <a:path w="3450" h="1558" extrusionOk="0">
                  <a:moveTo>
                    <a:pt x="363" y="0"/>
                  </a:moveTo>
                  <a:cubicBezTo>
                    <a:pt x="178" y="0"/>
                    <a:pt x="20" y="147"/>
                    <a:pt x="12" y="338"/>
                  </a:cubicBezTo>
                  <a:cubicBezTo>
                    <a:pt x="0" y="532"/>
                    <a:pt x="150" y="698"/>
                    <a:pt x="345" y="711"/>
                  </a:cubicBezTo>
                  <a:cubicBezTo>
                    <a:pt x="855" y="743"/>
                    <a:pt x="2303" y="934"/>
                    <a:pt x="2801" y="1452"/>
                  </a:cubicBezTo>
                  <a:cubicBezTo>
                    <a:pt x="2870" y="1517"/>
                    <a:pt x="2963" y="1558"/>
                    <a:pt x="3061" y="1558"/>
                  </a:cubicBezTo>
                  <a:cubicBezTo>
                    <a:pt x="3154" y="1554"/>
                    <a:pt x="3243" y="1517"/>
                    <a:pt x="3308" y="1456"/>
                  </a:cubicBezTo>
                  <a:cubicBezTo>
                    <a:pt x="3446" y="1315"/>
                    <a:pt x="3450" y="1092"/>
                    <a:pt x="3316" y="950"/>
                  </a:cubicBezTo>
                  <a:cubicBezTo>
                    <a:pt x="2530" y="155"/>
                    <a:pt x="604" y="17"/>
                    <a:pt x="385" y="1"/>
                  </a:cubicBezTo>
                  <a:cubicBezTo>
                    <a:pt x="378" y="1"/>
                    <a:pt x="370" y="0"/>
                    <a:pt x="36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" name="Google Shape;5471;p73"/>
            <p:cNvSpPr/>
            <p:nvPr/>
          </p:nvSpPr>
          <p:spPr>
            <a:xfrm>
              <a:off x="3452613" y="2675502"/>
              <a:ext cx="60829" cy="17201"/>
            </a:xfrm>
            <a:custGeom>
              <a:avLst/>
              <a:gdLst/>
              <a:ahLst/>
              <a:cxnLst/>
              <a:rect l="l" t="t" r="r" b="b"/>
              <a:pathLst>
                <a:path w="3508" h="992" extrusionOk="0">
                  <a:moveTo>
                    <a:pt x="1752" y="1"/>
                  </a:moveTo>
                  <a:cubicBezTo>
                    <a:pt x="916" y="1"/>
                    <a:pt x="288" y="297"/>
                    <a:pt x="248" y="318"/>
                  </a:cubicBezTo>
                  <a:cubicBezTo>
                    <a:pt x="74" y="403"/>
                    <a:pt x="1" y="614"/>
                    <a:pt x="86" y="788"/>
                  </a:cubicBezTo>
                  <a:cubicBezTo>
                    <a:pt x="147" y="915"/>
                    <a:pt x="275" y="988"/>
                    <a:pt x="407" y="988"/>
                  </a:cubicBezTo>
                  <a:cubicBezTo>
                    <a:pt x="457" y="988"/>
                    <a:pt x="508" y="977"/>
                    <a:pt x="556" y="955"/>
                  </a:cubicBezTo>
                  <a:cubicBezTo>
                    <a:pt x="567" y="952"/>
                    <a:pt x="1078" y="710"/>
                    <a:pt x="1755" y="710"/>
                  </a:cubicBezTo>
                  <a:cubicBezTo>
                    <a:pt x="2095" y="710"/>
                    <a:pt x="2477" y="771"/>
                    <a:pt x="2859" y="955"/>
                  </a:cubicBezTo>
                  <a:cubicBezTo>
                    <a:pt x="2903" y="979"/>
                    <a:pt x="2956" y="991"/>
                    <a:pt x="3009" y="991"/>
                  </a:cubicBezTo>
                  <a:cubicBezTo>
                    <a:pt x="3390" y="991"/>
                    <a:pt x="3507" y="480"/>
                    <a:pt x="3167" y="318"/>
                  </a:cubicBezTo>
                  <a:cubicBezTo>
                    <a:pt x="2674" y="80"/>
                    <a:pt x="2185" y="1"/>
                    <a:pt x="175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" name="Google Shape;5472;p73"/>
            <p:cNvSpPr/>
            <p:nvPr/>
          </p:nvSpPr>
          <p:spPr>
            <a:xfrm>
              <a:off x="3426880" y="2647134"/>
              <a:ext cx="39032" cy="28056"/>
            </a:xfrm>
            <a:custGeom>
              <a:avLst/>
              <a:gdLst/>
              <a:ahLst/>
              <a:cxnLst/>
              <a:rect l="l" t="t" r="r" b="b"/>
              <a:pathLst>
                <a:path w="2251" h="1618" extrusionOk="0">
                  <a:moveTo>
                    <a:pt x="1885" y="0"/>
                  </a:moveTo>
                  <a:cubicBezTo>
                    <a:pt x="1883" y="0"/>
                    <a:pt x="1880" y="0"/>
                    <a:pt x="1878" y="0"/>
                  </a:cubicBezTo>
                  <a:cubicBezTo>
                    <a:pt x="804" y="29"/>
                    <a:pt x="135" y="1026"/>
                    <a:pt x="106" y="1066"/>
                  </a:cubicBezTo>
                  <a:cubicBezTo>
                    <a:pt x="1" y="1228"/>
                    <a:pt x="45" y="1447"/>
                    <a:pt x="208" y="1557"/>
                  </a:cubicBezTo>
                  <a:cubicBezTo>
                    <a:pt x="264" y="1597"/>
                    <a:pt x="333" y="1618"/>
                    <a:pt x="406" y="1618"/>
                  </a:cubicBezTo>
                  <a:cubicBezTo>
                    <a:pt x="524" y="1618"/>
                    <a:pt x="633" y="1557"/>
                    <a:pt x="698" y="1460"/>
                  </a:cubicBezTo>
                  <a:cubicBezTo>
                    <a:pt x="702" y="1451"/>
                    <a:pt x="1201" y="730"/>
                    <a:pt x="1898" y="710"/>
                  </a:cubicBezTo>
                  <a:cubicBezTo>
                    <a:pt x="2097" y="706"/>
                    <a:pt x="2251" y="543"/>
                    <a:pt x="2243" y="345"/>
                  </a:cubicBezTo>
                  <a:cubicBezTo>
                    <a:pt x="2239" y="153"/>
                    <a:pt x="2081" y="0"/>
                    <a:pt x="188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" name="Google Shape;5473;p73"/>
            <p:cNvSpPr/>
            <p:nvPr/>
          </p:nvSpPr>
          <p:spPr>
            <a:xfrm>
              <a:off x="3090346" y="2667144"/>
              <a:ext cx="45049" cy="16768"/>
            </a:xfrm>
            <a:custGeom>
              <a:avLst/>
              <a:gdLst/>
              <a:ahLst/>
              <a:cxnLst/>
              <a:rect l="l" t="t" r="r" b="b"/>
              <a:pathLst>
                <a:path w="2598" h="967" extrusionOk="0">
                  <a:moveTo>
                    <a:pt x="1435" y="1"/>
                  </a:moveTo>
                  <a:cubicBezTo>
                    <a:pt x="844" y="1"/>
                    <a:pt x="348" y="286"/>
                    <a:pt x="319" y="302"/>
                  </a:cubicBezTo>
                  <a:cubicBezTo>
                    <a:pt x="1" y="479"/>
                    <a:pt x="128" y="966"/>
                    <a:pt x="493" y="966"/>
                  </a:cubicBezTo>
                  <a:cubicBezTo>
                    <a:pt x="495" y="966"/>
                    <a:pt x="496" y="966"/>
                    <a:pt x="498" y="966"/>
                  </a:cubicBezTo>
                  <a:cubicBezTo>
                    <a:pt x="559" y="966"/>
                    <a:pt x="619" y="950"/>
                    <a:pt x="672" y="914"/>
                  </a:cubicBezTo>
                  <a:cubicBezTo>
                    <a:pt x="680" y="914"/>
                    <a:pt x="1039" y="713"/>
                    <a:pt x="1431" y="713"/>
                  </a:cubicBezTo>
                  <a:cubicBezTo>
                    <a:pt x="1617" y="713"/>
                    <a:pt x="1810" y="758"/>
                    <a:pt x="1977" y="889"/>
                  </a:cubicBezTo>
                  <a:cubicBezTo>
                    <a:pt x="2041" y="941"/>
                    <a:pt x="2120" y="967"/>
                    <a:pt x="2197" y="967"/>
                  </a:cubicBezTo>
                  <a:cubicBezTo>
                    <a:pt x="2302" y="967"/>
                    <a:pt x="2406" y="921"/>
                    <a:pt x="2476" y="833"/>
                  </a:cubicBezTo>
                  <a:cubicBezTo>
                    <a:pt x="2598" y="679"/>
                    <a:pt x="2569" y="456"/>
                    <a:pt x="2415" y="334"/>
                  </a:cubicBezTo>
                  <a:cubicBezTo>
                    <a:pt x="2099" y="83"/>
                    <a:pt x="1753" y="1"/>
                    <a:pt x="14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" name="Google Shape;5474;p73"/>
            <p:cNvSpPr/>
            <p:nvPr/>
          </p:nvSpPr>
          <p:spPr>
            <a:xfrm>
              <a:off x="3122737" y="3240058"/>
              <a:ext cx="821881" cy="823841"/>
            </a:xfrm>
            <a:custGeom>
              <a:avLst/>
              <a:gdLst/>
              <a:ahLst/>
              <a:cxnLst/>
              <a:rect l="l" t="t" r="r" b="b"/>
              <a:pathLst>
                <a:path w="47398" h="47511" extrusionOk="0">
                  <a:moveTo>
                    <a:pt x="24254" y="0"/>
                  </a:moveTo>
                  <a:cubicBezTo>
                    <a:pt x="15830" y="0"/>
                    <a:pt x="8452" y="4621"/>
                    <a:pt x="4402" y="11533"/>
                  </a:cubicBezTo>
                  <a:cubicBezTo>
                    <a:pt x="118" y="18899"/>
                    <a:pt x="0" y="27971"/>
                    <a:pt x="4098" y="35443"/>
                  </a:cubicBezTo>
                  <a:cubicBezTo>
                    <a:pt x="8075" y="42646"/>
                    <a:pt x="15607" y="47511"/>
                    <a:pt x="24254" y="47511"/>
                  </a:cubicBezTo>
                  <a:cubicBezTo>
                    <a:pt x="37032" y="47511"/>
                    <a:pt x="47397" y="36882"/>
                    <a:pt x="47397" y="23755"/>
                  </a:cubicBezTo>
                  <a:cubicBezTo>
                    <a:pt x="47397" y="10641"/>
                    <a:pt x="37032" y="0"/>
                    <a:pt x="24254" y="0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" name="Google Shape;5475;p73"/>
            <p:cNvSpPr/>
            <p:nvPr/>
          </p:nvSpPr>
          <p:spPr>
            <a:xfrm>
              <a:off x="3116338" y="3233937"/>
              <a:ext cx="834470" cy="836152"/>
            </a:xfrm>
            <a:custGeom>
              <a:avLst/>
              <a:gdLst/>
              <a:ahLst/>
              <a:cxnLst/>
              <a:rect l="l" t="t" r="r" b="b"/>
              <a:pathLst>
                <a:path w="48124" h="48221" extrusionOk="0">
                  <a:moveTo>
                    <a:pt x="24623" y="714"/>
                  </a:moveTo>
                  <a:cubicBezTo>
                    <a:pt x="37190" y="714"/>
                    <a:pt x="47410" y="11209"/>
                    <a:pt x="47410" y="24108"/>
                  </a:cubicBezTo>
                  <a:cubicBezTo>
                    <a:pt x="47410" y="37012"/>
                    <a:pt x="37190" y="47511"/>
                    <a:pt x="24623" y="47511"/>
                  </a:cubicBezTo>
                  <a:cubicBezTo>
                    <a:pt x="16422" y="47511"/>
                    <a:pt x="8821" y="42955"/>
                    <a:pt x="4780" y="35629"/>
                  </a:cubicBezTo>
                  <a:cubicBezTo>
                    <a:pt x="750" y="28264"/>
                    <a:pt x="864" y="19325"/>
                    <a:pt x="5080" y="12065"/>
                  </a:cubicBezTo>
                  <a:cubicBezTo>
                    <a:pt x="9247" y="4954"/>
                    <a:pt x="16556" y="714"/>
                    <a:pt x="24623" y="714"/>
                  </a:cubicBezTo>
                  <a:close/>
                  <a:moveTo>
                    <a:pt x="24623" y="0"/>
                  </a:moveTo>
                  <a:cubicBezTo>
                    <a:pt x="16296" y="0"/>
                    <a:pt x="8760" y="4379"/>
                    <a:pt x="4471" y="11704"/>
                  </a:cubicBezTo>
                  <a:cubicBezTo>
                    <a:pt x="118" y="19179"/>
                    <a:pt x="0" y="28385"/>
                    <a:pt x="4155" y="35966"/>
                  </a:cubicBezTo>
                  <a:cubicBezTo>
                    <a:pt x="8327" y="43526"/>
                    <a:pt x="16167" y="48220"/>
                    <a:pt x="24623" y="48220"/>
                  </a:cubicBezTo>
                  <a:cubicBezTo>
                    <a:pt x="37579" y="48220"/>
                    <a:pt x="48123" y="37401"/>
                    <a:pt x="48123" y="24108"/>
                  </a:cubicBezTo>
                  <a:cubicBezTo>
                    <a:pt x="48123" y="10816"/>
                    <a:pt x="37579" y="0"/>
                    <a:pt x="246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" name="Google Shape;5476;p73"/>
            <p:cNvSpPr/>
            <p:nvPr/>
          </p:nvSpPr>
          <p:spPr>
            <a:xfrm>
              <a:off x="3193796" y="3240058"/>
              <a:ext cx="750822" cy="823841"/>
            </a:xfrm>
            <a:custGeom>
              <a:avLst/>
              <a:gdLst/>
              <a:ahLst/>
              <a:cxnLst/>
              <a:rect l="l" t="t" r="r" b="b"/>
              <a:pathLst>
                <a:path w="43300" h="47511" extrusionOk="0">
                  <a:moveTo>
                    <a:pt x="20156" y="0"/>
                  </a:moveTo>
                  <a:cubicBezTo>
                    <a:pt x="11732" y="0"/>
                    <a:pt x="4354" y="4621"/>
                    <a:pt x="304" y="11533"/>
                  </a:cubicBezTo>
                  <a:cubicBezTo>
                    <a:pt x="2684" y="8642"/>
                    <a:pt x="5884" y="6299"/>
                    <a:pt x="10372" y="6299"/>
                  </a:cubicBezTo>
                  <a:cubicBezTo>
                    <a:pt x="12146" y="6299"/>
                    <a:pt x="14120" y="6665"/>
                    <a:pt x="16325" y="7508"/>
                  </a:cubicBezTo>
                  <a:cubicBezTo>
                    <a:pt x="22248" y="9766"/>
                    <a:pt x="21579" y="19698"/>
                    <a:pt x="21782" y="26042"/>
                  </a:cubicBezTo>
                  <a:cubicBezTo>
                    <a:pt x="21838" y="27797"/>
                    <a:pt x="21842" y="29605"/>
                    <a:pt x="21251" y="31255"/>
                  </a:cubicBezTo>
                  <a:cubicBezTo>
                    <a:pt x="20655" y="32909"/>
                    <a:pt x="19357" y="34417"/>
                    <a:pt x="17635" y="34778"/>
                  </a:cubicBezTo>
                  <a:cubicBezTo>
                    <a:pt x="16548" y="35013"/>
                    <a:pt x="15352" y="34790"/>
                    <a:pt x="14355" y="35288"/>
                  </a:cubicBezTo>
                  <a:cubicBezTo>
                    <a:pt x="13710" y="35621"/>
                    <a:pt x="13248" y="36201"/>
                    <a:pt x="12721" y="36699"/>
                  </a:cubicBezTo>
                  <a:cubicBezTo>
                    <a:pt x="11325" y="38007"/>
                    <a:pt x="9498" y="38584"/>
                    <a:pt x="7604" y="38584"/>
                  </a:cubicBezTo>
                  <a:cubicBezTo>
                    <a:pt x="5235" y="38584"/>
                    <a:pt x="2763" y="37681"/>
                    <a:pt x="904" y="36176"/>
                  </a:cubicBezTo>
                  <a:cubicBezTo>
                    <a:pt x="604" y="35937"/>
                    <a:pt x="313" y="35682"/>
                    <a:pt x="0" y="35443"/>
                  </a:cubicBezTo>
                  <a:lnTo>
                    <a:pt x="0" y="35443"/>
                  </a:lnTo>
                  <a:cubicBezTo>
                    <a:pt x="3977" y="42646"/>
                    <a:pt x="11509" y="47511"/>
                    <a:pt x="20156" y="47511"/>
                  </a:cubicBezTo>
                  <a:cubicBezTo>
                    <a:pt x="32934" y="47511"/>
                    <a:pt x="43299" y="36882"/>
                    <a:pt x="43299" y="23755"/>
                  </a:cubicBezTo>
                  <a:cubicBezTo>
                    <a:pt x="43299" y="10641"/>
                    <a:pt x="32934" y="0"/>
                    <a:pt x="20156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" name="Google Shape;5477;p73"/>
            <p:cNvSpPr/>
            <p:nvPr/>
          </p:nvSpPr>
          <p:spPr>
            <a:xfrm>
              <a:off x="3566485" y="3284899"/>
              <a:ext cx="53026" cy="198439"/>
            </a:xfrm>
            <a:custGeom>
              <a:avLst/>
              <a:gdLst/>
              <a:ahLst/>
              <a:cxnLst/>
              <a:rect l="l" t="t" r="r" b="b"/>
              <a:pathLst>
                <a:path w="3058" h="11444" extrusionOk="0">
                  <a:moveTo>
                    <a:pt x="86" y="0"/>
                  </a:moveTo>
                  <a:cubicBezTo>
                    <a:pt x="29" y="0"/>
                    <a:pt x="1" y="86"/>
                    <a:pt x="9" y="191"/>
                  </a:cubicBezTo>
                  <a:cubicBezTo>
                    <a:pt x="86" y="1140"/>
                    <a:pt x="208" y="2088"/>
                    <a:pt x="382" y="3033"/>
                  </a:cubicBezTo>
                  <a:cubicBezTo>
                    <a:pt x="552" y="3981"/>
                    <a:pt x="751" y="4918"/>
                    <a:pt x="978" y="5842"/>
                  </a:cubicBezTo>
                  <a:cubicBezTo>
                    <a:pt x="1213" y="6766"/>
                    <a:pt x="1480" y="7686"/>
                    <a:pt x="1784" y="8594"/>
                  </a:cubicBezTo>
                  <a:cubicBezTo>
                    <a:pt x="2089" y="9503"/>
                    <a:pt x="2429" y="10394"/>
                    <a:pt x="2802" y="11274"/>
                  </a:cubicBezTo>
                  <a:cubicBezTo>
                    <a:pt x="2842" y="11375"/>
                    <a:pt x="2907" y="11444"/>
                    <a:pt x="2963" y="11444"/>
                  </a:cubicBezTo>
                  <a:cubicBezTo>
                    <a:pt x="2971" y="11444"/>
                    <a:pt x="2978" y="11443"/>
                    <a:pt x="2984" y="11440"/>
                  </a:cubicBezTo>
                  <a:cubicBezTo>
                    <a:pt x="3045" y="11420"/>
                    <a:pt x="3057" y="11315"/>
                    <a:pt x="3017" y="11193"/>
                  </a:cubicBezTo>
                  <a:cubicBezTo>
                    <a:pt x="2684" y="10301"/>
                    <a:pt x="2388" y="9393"/>
                    <a:pt x="2097" y="8493"/>
                  </a:cubicBezTo>
                  <a:cubicBezTo>
                    <a:pt x="1809" y="7589"/>
                    <a:pt x="1566" y="6673"/>
                    <a:pt x="1322" y="5757"/>
                  </a:cubicBezTo>
                  <a:cubicBezTo>
                    <a:pt x="1079" y="4837"/>
                    <a:pt x="872" y="3912"/>
                    <a:pt x="690" y="2980"/>
                  </a:cubicBezTo>
                  <a:cubicBezTo>
                    <a:pt x="508" y="2048"/>
                    <a:pt x="341" y="1107"/>
                    <a:pt x="199" y="171"/>
                  </a:cubicBezTo>
                  <a:cubicBezTo>
                    <a:pt x="183" y="77"/>
                    <a:pt x="143" y="0"/>
                    <a:pt x="8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" name="Google Shape;5478;p73"/>
            <p:cNvSpPr/>
            <p:nvPr/>
          </p:nvSpPr>
          <p:spPr>
            <a:xfrm>
              <a:off x="3553983" y="3342884"/>
              <a:ext cx="40211" cy="126911"/>
            </a:xfrm>
            <a:custGeom>
              <a:avLst/>
              <a:gdLst/>
              <a:ahLst/>
              <a:cxnLst/>
              <a:rect l="l" t="t" r="r" b="b"/>
              <a:pathLst>
                <a:path w="2319" h="7319" extrusionOk="0">
                  <a:moveTo>
                    <a:pt x="97" y="1"/>
                  </a:moveTo>
                  <a:cubicBezTo>
                    <a:pt x="94" y="1"/>
                    <a:pt x="92" y="1"/>
                    <a:pt x="89" y="1"/>
                  </a:cubicBezTo>
                  <a:cubicBezTo>
                    <a:pt x="33" y="5"/>
                    <a:pt x="0" y="66"/>
                    <a:pt x="12" y="139"/>
                  </a:cubicBezTo>
                  <a:cubicBezTo>
                    <a:pt x="118" y="739"/>
                    <a:pt x="239" y="1347"/>
                    <a:pt x="385" y="1947"/>
                  </a:cubicBezTo>
                  <a:cubicBezTo>
                    <a:pt x="535" y="2543"/>
                    <a:pt x="681" y="3147"/>
                    <a:pt x="860" y="3734"/>
                  </a:cubicBezTo>
                  <a:cubicBezTo>
                    <a:pt x="1034" y="4322"/>
                    <a:pt x="1216" y="4910"/>
                    <a:pt x="1419" y="5494"/>
                  </a:cubicBezTo>
                  <a:cubicBezTo>
                    <a:pt x="1622" y="6073"/>
                    <a:pt x="1845" y="6653"/>
                    <a:pt x="2080" y="7221"/>
                  </a:cubicBezTo>
                  <a:cubicBezTo>
                    <a:pt x="2098" y="7280"/>
                    <a:pt x="2154" y="7319"/>
                    <a:pt x="2213" y="7319"/>
                  </a:cubicBezTo>
                  <a:cubicBezTo>
                    <a:pt x="2219" y="7319"/>
                    <a:pt x="2224" y="7319"/>
                    <a:pt x="2230" y="7318"/>
                  </a:cubicBezTo>
                  <a:cubicBezTo>
                    <a:pt x="2287" y="7298"/>
                    <a:pt x="2319" y="7221"/>
                    <a:pt x="2291" y="7140"/>
                  </a:cubicBezTo>
                  <a:lnTo>
                    <a:pt x="1735" y="5392"/>
                  </a:lnTo>
                  <a:cubicBezTo>
                    <a:pt x="1549" y="4809"/>
                    <a:pt x="1387" y="4221"/>
                    <a:pt x="1204" y="3633"/>
                  </a:cubicBezTo>
                  <a:cubicBezTo>
                    <a:pt x="1022" y="3045"/>
                    <a:pt x="852" y="2457"/>
                    <a:pt x="689" y="1866"/>
                  </a:cubicBezTo>
                  <a:lnTo>
                    <a:pt x="199" y="90"/>
                  </a:lnTo>
                  <a:cubicBezTo>
                    <a:pt x="191" y="40"/>
                    <a:pt x="147" y="1"/>
                    <a:pt x="9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" name="Google Shape;5479;p73"/>
            <p:cNvSpPr/>
            <p:nvPr/>
          </p:nvSpPr>
          <p:spPr>
            <a:xfrm>
              <a:off x="3623013" y="3555386"/>
              <a:ext cx="42188" cy="215051"/>
            </a:xfrm>
            <a:custGeom>
              <a:avLst/>
              <a:gdLst/>
              <a:ahLst/>
              <a:cxnLst/>
              <a:rect l="l" t="t" r="r" b="b"/>
              <a:pathLst>
                <a:path w="2433" h="12402" extrusionOk="0">
                  <a:moveTo>
                    <a:pt x="89" y="0"/>
                  </a:moveTo>
                  <a:cubicBezTo>
                    <a:pt x="33" y="0"/>
                    <a:pt x="0" y="94"/>
                    <a:pt x="8" y="211"/>
                  </a:cubicBezTo>
                  <a:cubicBezTo>
                    <a:pt x="93" y="1225"/>
                    <a:pt x="203" y="2234"/>
                    <a:pt x="345" y="3239"/>
                  </a:cubicBezTo>
                  <a:cubicBezTo>
                    <a:pt x="487" y="4249"/>
                    <a:pt x="641" y="5258"/>
                    <a:pt x="819" y="6255"/>
                  </a:cubicBezTo>
                  <a:cubicBezTo>
                    <a:pt x="1005" y="7257"/>
                    <a:pt x="1208" y="8254"/>
                    <a:pt x="1431" y="9247"/>
                  </a:cubicBezTo>
                  <a:cubicBezTo>
                    <a:pt x="1654" y="10240"/>
                    <a:pt x="1905" y="11225"/>
                    <a:pt x="2181" y="12206"/>
                  </a:cubicBezTo>
                  <a:cubicBezTo>
                    <a:pt x="2212" y="12323"/>
                    <a:pt x="2269" y="12402"/>
                    <a:pt x="2330" y="12402"/>
                  </a:cubicBezTo>
                  <a:cubicBezTo>
                    <a:pt x="2333" y="12402"/>
                    <a:pt x="2336" y="12401"/>
                    <a:pt x="2339" y="12401"/>
                  </a:cubicBezTo>
                  <a:cubicBezTo>
                    <a:pt x="2404" y="12397"/>
                    <a:pt x="2432" y="12279"/>
                    <a:pt x="2400" y="12150"/>
                  </a:cubicBezTo>
                  <a:cubicBezTo>
                    <a:pt x="2177" y="11161"/>
                    <a:pt x="1958" y="10167"/>
                    <a:pt x="1751" y="9178"/>
                  </a:cubicBezTo>
                  <a:cubicBezTo>
                    <a:pt x="1541" y="8185"/>
                    <a:pt x="1346" y="7192"/>
                    <a:pt x="1168" y="6195"/>
                  </a:cubicBezTo>
                  <a:cubicBezTo>
                    <a:pt x="981" y="5193"/>
                    <a:pt x="811" y="4196"/>
                    <a:pt x="653" y="3195"/>
                  </a:cubicBezTo>
                  <a:cubicBezTo>
                    <a:pt x="495" y="2194"/>
                    <a:pt x="345" y="1192"/>
                    <a:pt x="203" y="191"/>
                  </a:cubicBezTo>
                  <a:cubicBezTo>
                    <a:pt x="187" y="86"/>
                    <a:pt x="146" y="0"/>
                    <a:pt x="8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" name="Google Shape;5480;p73"/>
            <p:cNvSpPr/>
            <p:nvPr/>
          </p:nvSpPr>
          <p:spPr>
            <a:xfrm>
              <a:off x="3375779" y="3273090"/>
              <a:ext cx="98786" cy="234697"/>
            </a:xfrm>
            <a:custGeom>
              <a:avLst/>
              <a:gdLst/>
              <a:ahLst/>
              <a:cxnLst/>
              <a:rect l="l" t="t" r="r" b="b"/>
              <a:pathLst>
                <a:path w="5697" h="13535" extrusionOk="0">
                  <a:moveTo>
                    <a:pt x="5617" y="1"/>
                  </a:moveTo>
                  <a:cubicBezTo>
                    <a:pt x="5569" y="1"/>
                    <a:pt x="5498" y="29"/>
                    <a:pt x="5425" y="81"/>
                  </a:cubicBezTo>
                  <a:cubicBezTo>
                    <a:pt x="4423" y="791"/>
                    <a:pt x="3674" y="1800"/>
                    <a:pt x="3106" y="2875"/>
                  </a:cubicBezTo>
                  <a:cubicBezTo>
                    <a:pt x="2543" y="3949"/>
                    <a:pt x="2105" y="5080"/>
                    <a:pt x="1707" y="6219"/>
                  </a:cubicBezTo>
                  <a:cubicBezTo>
                    <a:pt x="1314" y="7358"/>
                    <a:pt x="982" y="8521"/>
                    <a:pt x="690" y="9689"/>
                  </a:cubicBezTo>
                  <a:cubicBezTo>
                    <a:pt x="406" y="10861"/>
                    <a:pt x="183" y="12048"/>
                    <a:pt x="21" y="13244"/>
                  </a:cubicBezTo>
                  <a:cubicBezTo>
                    <a:pt x="1" y="13390"/>
                    <a:pt x="21" y="13512"/>
                    <a:pt x="82" y="13532"/>
                  </a:cubicBezTo>
                  <a:cubicBezTo>
                    <a:pt x="86" y="13534"/>
                    <a:pt x="91" y="13534"/>
                    <a:pt x="96" y="13534"/>
                  </a:cubicBezTo>
                  <a:cubicBezTo>
                    <a:pt x="153" y="13534"/>
                    <a:pt x="218" y="13423"/>
                    <a:pt x="244" y="13277"/>
                  </a:cubicBezTo>
                  <a:cubicBezTo>
                    <a:pt x="451" y="12097"/>
                    <a:pt x="714" y="10933"/>
                    <a:pt x="1010" y="9770"/>
                  </a:cubicBezTo>
                  <a:cubicBezTo>
                    <a:pt x="1306" y="8611"/>
                    <a:pt x="1659" y="7467"/>
                    <a:pt x="2044" y="6336"/>
                  </a:cubicBezTo>
                  <a:cubicBezTo>
                    <a:pt x="2429" y="5205"/>
                    <a:pt x="2847" y="4074"/>
                    <a:pt x="3386" y="3020"/>
                  </a:cubicBezTo>
                  <a:cubicBezTo>
                    <a:pt x="3929" y="1966"/>
                    <a:pt x="4606" y="969"/>
                    <a:pt x="5542" y="235"/>
                  </a:cubicBezTo>
                  <a:cubicBezTo>
                    <a:pt x="5636" y="163"/>
                    <a:pt x="5696" y="77"/>
                    <a:pt x="5672" y="29"/>
                  </a:cubicBezTo>
                  <a:cubicBezTo>
                    <a:pt x="5663" y="10"/>
                    <a:pt x="5644" y="1"/>
                    <a:pt x="561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" name="Google Shape;5481;p73"/>
            <p:cNvSpPr/>
            <p:nvPr/>
          </p:nvSpPr>
          <p:spPr>
            <a:xfrm>
              <a:off x="3340215" y="3646091"/>
              <a:ext cx="10075" cy="53182"/>
            </a:xfrm>
            <a:custGeom>
              <a:avLst/>
              <a:gdLst/>
              <a:ahLst/>
              <a:cxnLst/>
              <a:rect l="l" t="t" r="r" b="b"/>
              <a:pathLst>
                <a:path w="581" h="3067" extrusionOk="0">
                  <a:moveTo>
                    <a:pt x="335" y="1"/>
                  </a:moveTo>
                  <a:cubicBezTo>
                    <a:pt x="306" y="1"/>
                    <a:pt x="281" y="11"/>
                    <a:pt x="276" y="27"/>
                  </a:cubicBezTo>
                  <a:cubicBezTo>
                    <a:pt x="175" y="262"/>
                    <a:pt x="102" y="514"/>
                    <a:pt x="57" y="765"/>
                  </a:cubicBezTo>
                  <a:cubicBezTo>
                    <a:pt x="17" y="1024"/>
                    <a:pt x="1" y="1280"/>
                    <a:pt x="1" y="1543"/>
                  </a:cubicBezTo>
                  <a:cubicBezTo>
                    <a:pt x="13" y="1799"/>
                    <a:pt x="45" y="2058"/>
                    <a:pt x="102" y="2314"/>
                  </a:cubicBezTo>
                  <a:cubicBezTo>
                    <a:pt x="159" y="2565"/>
                    <a:pt x="244" y="2808"/>
                    <a:pt x="361" y="3043"/>
                  </a:cubicBezTo>
                  <a:cubicBezTo>
                    <a:pt x="366" y="3058"/>
                    <a:pt x="386" y="3067"/>
                    <a:pt x="415" y="3067"/>
                  </a:cubicBezTo>
                  <a:cubicBezTo>
                    <a:pt x="433" y="3067"/>
                    <a:pt x="455" y="3063"/>
                    <a:pt x="479" y="3055"/>
                  </a:cubicBezTo>
                  <a:cubicBezTo>
                    <a:pt x="540" y="3035"/>
                    <a:pt x="580" y="2991"/>
                    <a:pt x="572" y="2962"/>
                  </a:cubicBezTo>
                  <a:cubicBezTo>
                    <a:pt x="511" y="2723"/>
                    <a:pt x="463" y="2488"/>
                    <a:pt x="426" y="2245"/>
                  </a:cubicBezTo>
                  <a:cubicBezTo>
                    <a:pt x="382" y="2010"/>
                    <a:pt x="357" y="1770"/>
                    <a:pt x="357" y="1531"/>
                  </a:cubicBezTo>
                  <a:cubicBezTo>
                    <a:pt x="341" y="1288"/>
                    <a:pt x="345" y="1049"/>
                    <a:pt x="365" y="806"/>
                  </a:cubicBezTo>
                  <a:cubicBezTo>
                    <a:pt x="386" y="562"/>
                    <a:pt x="418" y="327"/>
                    <a:pt x="459" y="84"/>
                  </a:cubicBezTo>
                  <a:cubicBezTo>
                    <a:pt x="463" y="56"/>
                    <a:pt x="438" y="31"/>
                    <a:pt x="386" y="11"/>
                  </a:cubicBezTo>
                  <a:cubicBezTo>
                    <a:pt x="369" y="4"/>
                    <a:pt x="351" y="1"/>
                    <a:pt x="3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" name="Google Shape;5482;p73"/>
            <p:cNvSpPr/>
            <p:nvPr/>
          </p:nvSpPr>
          <p:spPr>
            <a:xfrm>
              <a:off x="3354486" y="3802325"/>
              <a:ext cx="101942" cy="217600"/>
            </a:xfrm>
            <a:custGeom>
              <a:avLst/>
              <a:gdLst/>
              <a:ahLst/>
              <a:cxnLst/>
              <a:rect l="l" t="t" r="r" b="b"/>
              <a:pathLst>
                <a:path w="5879" h="12549" extrusionOk="0">
                  <a:moveTo>
                    <a:pt x="77" y="0"/>
                  </a:moveTo>
                  <a:cubicBezTo>
                    <a:pt x="76" y="0"/>
                    <a:pt x="75" y="0"/>
                    <a:pt x="73" y="1"/>
                  </a:cubicBezTo>
                  <a:cubicBezTo>
                    <a:pt x="25" y="5"/>
                    <a:pt x="0" y="110"/>
                    <a:pt x="21" y="240"/>
                  </a:cubicBezTo>
                  <a:cubicBezTo>
                    <a:pt x="223" y="1354"/>
                    <a:pt x="430" y="2469"/>
                    <a:pt x="698" y="3580"/>
                  </a:cubicBezTo>
                  <a:cubicBezTo>
                    <a:pt x="965" y="4687"/>
                    <a:pt x="1298" y="5777"/>
                    <a:pt x="1703" y="6847"/>
                  </a:cubicBezTo>
                  <a:cubicBezTo>
                    <a:pt x="2117" y="7914"/>
                    <a:pt x="2644" y="8939"/>
                    <a:pt x="3272" y="9896"/>
                  </a:cubicBezTo>
                  <a:cubicBezTo>
                    <a:pt x="3900" y="10857"/>
                    <a:pt x="4675" y="11716"/>
                    <a:pt x="5562" y="12446"/>
                  </a:cubicBezTo>
                  <a:cubicBezTo>
                    <a:pt x="5645" y="12508"/>
                    <a:pt x="5726" y="12548"/>
                    <a:pt x="5781" y="12548"/>
                  </a:cubicBezTo>
                  <a:cubicBezTo>
                    <a:pt x="5801" y="12548"/>
                    <a:pt x="5818" y="12543"/>
                    <a:pt x="5830" y="12531"/>
                  </a:cubicBezTo>
                  <a:cubicBezTo>
                    <a:pt x="5879" y="12486"/>
                    <a:pt x="5826" y="12369"/>
                    <a:pt x="5708" y="12271"/>
                  </a:cubicBezTo>
                  <a:cubicBezTo>
                    <a:pt x="4877" y="11521"/>
                    <a:pt x="4148" y="10662"/>
                    <a:pt x="3548" y="9713"/>
                  </a:cubicBezTo>
                  <a:cubicBezTo>
                    <a:pt x="2939" y="8769"/>
                    <a:pt x="2433" y="7768"/>
                    <a:pt x="2031" y="6722"/>
                  </a:cubicBezTo>
                  <a:cubicBezTo>
                    <a:pt x="1622" y="5668"/>
                    <a:pt x="1277" y="4593"/>
                    <a:pt x="1002" y="3503"/>
                  </a:cubicBezTo>
                  <a:cubicBezTo>
                    <a:pt x="714" y="2408"/>
                    <a:pt x="463" y="1302"/>
                    <a:pt x="207" y="199"/>
                  </a:cubicBezTo>
                  <a:cubicBezTo>
                    <a:pt x="183" y="88"/>
                    <a:pt x="129" y="0"/>
                    <a:pt x="7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" name="Google Shape;5483;p73"/>
            <p:cNvSpPr/>
            <p:nvPr/>
          </p:nvSpPr>
          <p:spPr>
            <a:xfrm>
              <a:off x="3343596" y="3865720"/>
              <a:ext cx="63759" cy="143645"/>
            </a:xfrm>
            <a:custGeom>
              <a:avLst/>
              <a:gdLst/>
              <a:ahLst/>
              <a:cxnLst/>
              <a:rect l="l" t="t" r="r" b="b"/>
              <a:pathLst>
                <a:path w="3677" h="8284" extrusionOk="0">
                  <a:moveTo>
                    <a:pt x="117" y="1"/>
                  </a:moveTo>
                  <a:cubicBezTo>
                    <a:pt x="66" y="1"/>
                    <a:pt x="24" y="61"/>
                    <a:pt x="24" y="147"/>
                  </a:cubicBezTo>
                  <a:cubicBezTo>
                    <a:pt x="0" y="897"/>
                    <a:pt x="57" y="1651"/>
                    <a:pt x="203" y="2389"/>
                  </a:cubicBezTo>
                  <a:cubicBezTo>
                    <a:pt x="353" y="3131"/>
                    <a:pt x="572" y="3852"/>
                    <a:pt x="860" y="4549"/>
                  </a:cubicBezTo>
                  <a:cubicBezTo>
                    <a:pt x="1155" y="5243"/>
                    <a:pt x="1524" y="5903"/>
                    <a:pt x="1954" y="6524"/>
                  </a:cubicBezTo>
                  <a:cubicBezTo>
                    <a:pt x="2384" y="7144"/>
                    <a:pt x="2882" y="7715"/>
                    <a:pt x="3438" y="8222"/>
                  </a:cubicBezTo>
                  <a:cubicBezTo>
                    <a:pt x="3482" y="8261"/>
                    <a:pt x="3532" y="8284"/>
                    <a:pt x="3573" y="8284"/>
                  </a:cubicBezTo>
                  <a:cubicBezTo>
                    <a:pt x="3596" y="8284"/>
                    <a:pt x="3617" y="8277"/>
                    <a:pt x="3632" y="8263"/>
                  </a:cubicBezTo>
                  <a:cubicBezTo>
                    <a:pt x="3677" y="8222"/>
                    <a:pt x="3661" y="8133"/>
                    <a:pt x="3596" y="8060"/>
                  </a:cubicBezTo>
                  <a:cubicBezTo>
                    <a:pt x="3089" y="7529"/>
                    <a:pt x="2627" y="6953"/>
                    <a:pt x="2222" y="6341"/>
                  </a:cubicBezTo>
                  <a:cubicBezTo>
                    <a:pt x="1411" y="5117"/>
                    <a:pt x="831" y="3755"/>
                    <a:pt x="511" y="2324"/>
                  </a:cubicBezTo>
                  <a:cubicBezTo>
                    <a:pt x="345" y="1606"/>
                    <a:pt x="247" y="877"/>
                    <a:pt x="215" y="147"/>
                  </a:cubicBezTo>
                  <a:cubicBezTo>
                    <a:pt x="211" y="70"/>
                    <a:pt x="170" y="9"/>
                    <a:pt x="122" y="1"/>
                  </a:cubicBezTo>
                  <a:cubicBezTo>
                    <a:pt x="120" y="1"/>
                    <a:pt x="118" y="1"/>
                    <a:pt x="11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" name="Google Shape;5484;p73"/>
            <p:cNvSpPr/>
            <p:nvPr/>
          </p:nvSpPr>
          <p:spPr>
            <a:xfrm>
              <a:off x="3181849" y="3668026"/>
              <a:ext cx="163586" cy="82070"/>
            </a:xfrm>
            <a:custGeom>
              <a:avLst/>
              <a:gdLst/>
              <a:ahLst/>
              <a:cxnLst/>
              <a:rect l="l" t="t" r="r" b="b"/>
              <a:pathLst>
                <a:path w="9434" h="4733" extrusionOk="0">
                  <a:moveTo>
                    <a:pt x="96" y="1"/>
                  </a:moveTo>
                  <a:cubicBezTo>
                    <a:pt x="76" y="1"/>
                    <a:pt x="59" y="7"/>
                    <a:pt x="45" y="19"/>
                  </a:cubicBezTo>
                  <a:cubicBezTo>
                    <a:pt x="0" y="51"/>
                    <a:pt x="29" y="132"/>
                    <a:pt x="98" y="205"/>
                  </a:cubicBezTo>
                  <a:cubicBezTo>
                    <a:pt x="718" y="809"/>
                    <a:pt x="1354" y="1405"/>
                    <a:pt x="2027" y="1957"/>
                  </a:cubicBezTo>
                  <a:cubicBezTo>
                    <a:pt x="2704" y="2520"/>
                    <a:pt x="3422" y="3023"/>
                    <a:pt x="4180" y="3469"/>
                  </a:cubicBezTo>
                  <a:cubicBezTo>
                    <a:pt x="4946" y="3907"/>
                    <a:pt x="5765" y="4243"/>
                    <a:pt x="6616" y="4478"/>
                  </a:cubicBezTo>
                  <a:cubicBezTo>
                    <a:pt x="7236" y="4641"/>
                    <a:pt x="7881" y="4732"/>
                    <a:pt x="8523" y="4732"/>
                  </a:cubicBezTo>
                  <a:cubicBezTo>
                    <a:pt x="8762" y="4732"/>
                    <a:pt x="9001" y="4719"/>
                    <a:pt x="9239" y="4693"/>
                  </a:cubicBezTo>
                  <a:cubicBezTo>
                    <a:pt x="9352" y="4681"/>
                    <a:pt x="9434" y="4628"/>
                    <a:pt x="9434" y="4567"/>
                  </a:cubicBezTo>
                  <a:cubicBezTo>
                    <a:pt x="9434" y="4509"/>
                    <a:pt x="9344" y="4466"/>
                    <a:pt x="9241" y="4466"/>
                  </a:cubicBezTo>
                  <a:cubicBezTo>
                    <a:pt x="9236" y="4466"/>
                    <a:pt x="9231" y="4466"/>
                    <a:pt x="9227" y="4466"/>
                  </a:cubicBezTo>
                  <a:cubicBezTo>
                    <a:pt x="9116" y="4471"/>
                    <a:pt x="9006" y="4473"/>
                    <a:pt x="8896" y="4473"/>
                  </a:cubicBezTo>
                  <a:cubicBezTo>
                    <a:pt x="8152" y="4473"/>
                    <a:pt x="7414" y="4366"/>
                    <a:pt x="6701" y="4158"/>
                  </a:cubicBezTo>
                  <a:cubicBezTo>
                    <a:pt x="5882" y="3923"/>
                    <a:pt x="5092" y="3590"/>
                    <a:pt x="4354" y="3161"/>
                  </a:cubicBezTo>
                  <a:cubicBezTo>
                    <a:pt x="3608" y="2735"/>
                    <a:pt x="2895" y="2253"/>
                    <a:pt x="2222" y="1717"/>
                  </a:cubicBezTo>
                  <a:cubicBezTo>
                    <a:pt x="1545" y="1190"/>
                    <a:pt x="884" y="627"/>
                    <a:pt x="227" y="64"/>
                  </a:cubicBezTo>
                  <a:cubicBezTo>
                    <a:pt x="182" y="23"/>
                    <a:pt x="134" y="1"/>
                    <a:pt x="9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" name="Google Shape;5485;p73"/>
            <p:cNvSpPr/>
            <p:nvPr/>
          </p:nvSpPr>
          <p:spPr>
            <a:xfrm>
              <a:off x="3665531" y="3786441"/>
              <a:ext cx="15138" cy="31784"/>
            </a:xfrm>
            <a:custGeom>
              <a:avLst/>
              <a:gdLst/>
              <a:ahLst/>
              <a:cxnLst/>
              <a:rect l="l" t="t" r="r" b="b"/>
              <a:pathLst>
                <a:path w="873" h="1833" extrusionOk="0">
                  <a:moveTo>
                    <a:pt x="138" y="0"/>
                  </a:moveTo>
                  <a:cubicBezTo>
                    <a:pt x="124" y="0"/>
                    <a:pt x="107" y="2"/>
                    <a:pt x="90" y="4"/>
                  </a:cubicBezTo>
                  <a:cubicBezTo>
                    <a:pt x="41" y="17"/>
                    <a:pt x="1" y="41"/>
                    <a:pt x="1" y="57"/>
                  </a:cubicBezTo>
                  <a:cubicBezTo>
                    <a:pt x="9" y="215"/>
                    <a:pt x="29" y="373"/>
                    <a:pt x="65" y="531"/>
                  </a:cubicBezTo>
                  <a:cubicBezTo>
                    <a:pt x="106" y="685"/>
                    <a:pt x="147" y="839"/>
                    <a:pt x="207" y="989"/>
                  </a:cubicBezTo>
                  <a:cubicBezTo>
                    <a:pt x="268" y="1135"/>
                    <a:pt x="333" y="1281"/>
                    <a:pt x="406" y="1423"/>
                  </a:cubicBezTo>
                  <a:cubicBezTo>
                    <a:pt x="479" y="1565"/>
                    <a:pt x="568" y="1699"/>
                    <a:pt x="670" y="1825"/>
                  </a:cubicBezTo>
                  <a:cubicBezTo>
                    <a:pt x="672" y="1830"/>
                    <a:pt x="679" y="1833"/>
                    <a:pt x="689" y="1833"/>
                  </a:cubicBezTo>
                  <a:cubicBezTo>
                    <a:pt x="707" y="1833"/>
                    <a:pt x="738" y="1823"/>
                    <a:pt x="775" y="1804"/>
                  </a:cubicBezTo>
                  <a:cubicBezTo>
                    <a:pt x="832" y="1772"/>
                    <a:pt x="872" y="1731"/>
                    <a:pt x="864" y="1711"/>
                  </a:cubicBezTo>
                  <a:cubicBezTo>
                    <a:pt x="815" y="1565"/>
                    <a:pt x="763" y="1419"/>
                    <a:pt x="702" y="1281"/>
                  </a:cubicBezTo>
                  <a:cubicBezTo>
                    <a:pt x="641" y="1144"/>
                    <a:pt x="597" y="1002"/>
                    <a:pt x="536" y="860"/>
                  </a:cubicBezTo>
                  <a:cubicBezTo>
                    <a:pt x="475" y="718"/>
                    <a:pt x="418" y="584"/>
                    <a:pt x="365" y="434"/>
                  </a:cubicBezTo>
                  <a:lnTo>
                    <a:pt x="187" y="17"/>
                  </a:lnTo>
                  <a:cubicBezTo>
                    <a:pt x="184" y="6"/>
                    <a:pt x="165" y="0"/>
                    <a:pt x="13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" name="Google Shape;5486;p73"/>
            <p:cNvSpPr/>
            <p:nvPr/>
          </p:nvSpPr>
          <p:spPr>
            <a:xfrm>
              <a:off x="3535845" y="3888279"/>
              <a:ext cx="108063" cy="20583"/>
            </a:xfrm>
            <a:custGeom>
              <a:avLst/>
              <a:gdLst/>
              <a:ahLst/>
              <a:cxnLst/>
              <a:rect l="l" t="t" r="r" b="b"/>
              <a:pathLst>
                <a:path w="6232" h="1187" extrusionOk="0">
                  <a:moveTo>
                    <a:pt x="134" y="1"/>
                  </a:moveTo>
                  <a:cubicBezTo>
                    <a:pt x="53" y="1"/>
                    <a:pt x="0" y="163"/>
                    <a:pt x="94" y="188"/>
                  </a:cubicBezTo>
                  <a:cubicBezTo>
                    <a:pt x="560" y="403"/>
                    <a:pt x="1046" y="585"/>
                    <a:pt x="1541" y="727"/>
                  </a:cubicBezTo>
                  <a:cubicBezTo>
                    <a:pt x="2035" y="865"/>
                    <a:pt x="2538" y="978"/>
                    <a:pt x="3045" y="1063"/>
                  </a:cubicBezTo>
                  <a:cubicBezTo>
                    <a:pt x="3556" y="1128"/>
                    <a:pt x="4074" y="1169"/>
                    <a:pt x="4585" y="1185"/>
                  </a:cubicBezTo>
                  <a:cubicBezTo>
                    <a:pt x="4637" y="1186"/>
                    <a:pt x="4688" y="1186"/>
                    <a:pt x="4740" y="1186"/>
                  </a:cubicBezTo>
                  <a:cubicBezTo>
                    <a:pt x="5203" y="1186"/>
                    <a:pt x="5666" y="1153"/>
                    <a:pt x="6126" y="1088"/>
                  </a:cubicBezTo>
                  <a:cubicBezTo>
                    <a:pt x="6186" y="1084"/>
                    <a:pt x="6231" y="1031"/>
                    <a:pt x="6231" y="970"/>
                  </a:cubicBezTo>
                  <a:cubicBezTo>
                    <a:pt x="6227" y="908"/>
                    <a:pt x="6175" y="860"/>
                    <a:pt x="6113" y="860"/>
                  </a:cubicBezTo>
                  <a:cubicBezTo>
                    <a:pt x="6110" y="860"/>
                    <a:pt x="6108" y="861"/>
                    <a:pt x="6105" y="861"/>
                  </a:cubicBezTo>
                  <a:cubicBezTo>
                    <a:pt x="5879" y="870"/>
                    <a:pt x="5652" y="874"/>
                    <a:pt x="5424" y="874"/>
                  </a:cubicBezTo>
                  <a:cubicBezTo>
                    <a:pt x="5147" y="874"/>
                    <a:pt x="4870" y="868"/>
                    <a:pt x="4593" y="857"/>
                  </a:cubicBezTo>
                  <a:cubicBezTo>
                    <a:pt x="4095" y="836"/>
                    <a:pt x="3596" y="788"/>
                    <a:pt x="3102" y="707"/>
                  </a:cubicBezTo>
                  <a:cubicBezTo>
                    <a:pt x="2603" y="642"/>
                    <a:pt x="2108" y="549"/>
                    <a:pt x="1622" y="423"/>
                  </a:cubicBezTo>
                  <a:cubicBezTo>
                    <a:pt x="1127" y="309"/>
                    <a:pt x="641" y="168"/>
                    <a:pt x="167" y="9"/>
                  </a:cubicBezTo>
                  <a:cubicBezTo>
                    <a:pt x="155" y="3"/>
                    <a:pt x="145" y="1"/>
                    <a:pt x="1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" name="Google Shape;5487;p73"/>
            <p:cNvSpPr/>
            <p:nvPr/>
          </p:nvSpPr>
          <p:spPr>
            <a:xfrm>
              <a:off x="3342955" y="3236867"/>
              <a:ext cx="287879" cy="825627"/>
            </a:xfrm>
            <a:custGeom>
              <a:avLst/>
              <a:gdLst/>
              <a:ahLst/>
              <a:cxnLst/>
              <a:rect l="l" t="t" r="r" b="b"/>
              <a:pathLst>
                <a:path w="16602" h="47614" extrusionOk="0">
                  <a:moveTo>
                    <a:pt x="14337" y="1"/>
                  </a:moveTo>
                  <a:cubicBezTo>
                    <a:pt x="14329" y="1"/>
                    <a:pt x="14322" y="1"/>
                    <a:pt x="14315" y="2"/>
                  </a:cubicBezTo>
                  <a:cubicBezTo>
                    <a:pt x="12097" y="111"/>
                    <a:pt x="9847" y="1562"/>
                    <a:pt x="7800" y="4226"/>
                  </a:cubicBezTo>
                  <a:cubicBezTo>
                    <a:pt x="3422" y="9929"/>
                    <a:pt x="1" y="21677"/>
                    <a:pt x="2299" y="32221"/>
                  </a:cubicBezTo>
                  <a:cubicBezTo>
                    <a:pt x="5360" y="46268"/>
                    <a:pt x="11769" y="47614"/>
                    <a:pt x="15061" y="47614"/>
                  </a:cubicBezTo>
                  <a:cubicBezTo>
                    <a:pt x="15527" y="47614"/>
                    <a:pt x="15936" y="47585"/>
                    <a:pt x="16256" y="47565"/>
                  </a:cubicBezTo>
                  <a:cubicBezTo>
                    <a:pt x="16451" y="47553"/>
                    <a:pt x="16601" y="47383"/>
                    <a:pt x="16589" y="47188"/>
                  </a:cubicBezTo>
                  <a:cubicBezTo>
                    <a:pt x="16577" y="46997"/>
                    <a:pt x="16419" y="46855"/>
                    <a:pt x="16231" y="46855"/>
                  </a:cubicBezTo>
                  <a:cubicBezTo>
                    <a:pt x="16223" y="46855"/>
                    <a:pt x="16216" y="46855"/>
                    <a:pt x="16208" y="46856"/>
                  </a:cubicBezTo>
                  <a:cubicBezTo>
                    <a:pt x="15892" y="46877"/>
                    <a:pt x="15567" y="46890"/>
                    <a:pt x="15234" y="46890"/>
                  </a:cubicBezTo>
                  <a:cubicBezTo>
                    <a:pt x="11108" y="46890"/>
                    <a:pt x="5787" y="44885"/>
                    <a:pt x="2992" y="32067"/>
                  </a:cubicBezTo>
                  <a:cubicBezTo>
                    <a:pt x="738" y="21734"/>
                    <a:pt x="4079" y="10233"/>
                    <a:pt x="8364" y="4655"/>
                  </a:cubicBezTo>
                  <a:cubicBezTo>
                    <a:pt x="10277" y="2170"/>
                    <a:pt x="12345" y="808"/>
                    <a:pt x="14343" y="715"/>
                  </a:cubicBezTo>
                  <a:cubicBezTo>
                    <a:pt x="14542" y="707"/>
                    <a:pt x="14692" y="541"/>
                    <a:pt x="14684" y="342"/>
                  </a:cubicBezTo>
                  <a:cubicBezTo>
                    <a:pt x="14680" y="151"/>
                    <a:pt x="14525" y="1"/>
                    <a:pt x="1433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" name="Google Shape;5488;p73"/>
            <p:cNvSpPr/>
            <p:nvPr/>
          </p:nvSpPr>
          <p:spPr>
            <a:xfrm>
              <a:off x="3139383" y="3583442"/>
              <a:ext cx="812119" cy="169620"/>
            </a:xfrm>
            <a:custGeom>
              <a:avLst/>
              <a:gdLst/>
              <a:ahLst/>
              <a:cxnLst/>
              <a:rect l="l" t="t" r="r" b="b"/>
              <a:pathLst>
                <a:path w="46835" h="9782" extrusionOk="0">
                  <a:moveTo>
                    <a:pt x="407" y="0"/>
                  </a:moveTo>
                  <a:cubicBezTo>
                    <a:pt x="373" y="0"/>
                    <a:pt x="339" y="5"/>
                    <a:pt x="305" y="16"/>
                  </a:cubicBezTo>
                  <a:cubicBezTo>
                    <a:pt x="110" y="73"/>
                    <a:pt x="1" y="280"/>
                    <a:pt x="70" y="474"/>
                  </a:cubicBezTo>
                  <a:cubicBezTo>
                    <a:pt x="130" y="689"/>
                    <a:pt x="1764" y="5752"/>
                    <a:pt x="14197" y="8764"/>
                  </a:cubicBezTo>
                  <a:cubicBezTo>
                    <a:pt x="17148" y="9478"/>
                    <a:pt x="20379" y="9782"/>
                    <a:pt x="23626" y="9782"/>
                  </a:cubicBezTo>
                  <a:cubicBezTo>
                    <a:pt x="34077" y="9782"/>
                    <a:pt x="44706" y="6660"/>
                    <a:pt x="46713" y="4175"/>
                  </a:cubicBezTo>
                  <a:cubicBezTo>
                    <a:pt x="46835" y="4025"/>
                    <a:pt x="46814" y="3802"/>
                    <a:pt x="46664" y="3681"/>
                  </a:cubicBezTo>
                  <a:cubicBezTo>
                    <a:pt x="46597" y="3626"/>
                    <a:pt x="46518" y="3600"/>
                    <a:pt x="46438" y="3600"/>
                  </a:cubicBezTo>
                  <a:cubicBezTo>
                    <a:pt x="46335" y="3600"/>
                    <a:pt x="46233" y="3645"/>
                    <a:pt x="46162" y="3729"/>
                  </a:cubicBezTo>
                  <a:cubicBezTo>
                    <a:pt x="44414" y="5897"/>
                    <a:pt x="33935" y="9065"/>
                    <a:pt x="23545" y="9065"/>
                  </a:cubicBezTo>
                  <a:cubicBezTo>
                    <a:pt x="20395" y="9065"/>
                    <a:pt x="17252" y="8774"/>
                    <a:pt x="14363" y="8075"/>
                  </a:cubicBezTo>
                  <a:cubicBezTo>
                    <a:pt x="8096" y="6555"/>
                    <a:pt x="4728" y="4508"/>
                    <a:pt x="3005" y="3057"/>
                  </a:cubicBezTo>
                  <a:cubicBezTo>
                    <a:pt x="1144" y="1500"/>
                    <a:pt x="755" y="280"/>
                    <a:pt x="751" y="272"/>
                  </a:cubicBezTo>
                  <a:cubicBezTo>
                    <a:pt x="707" y="109"/>
                    <a:pt x="563" y="0"/>
                    <a:pt x="40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" name="Google Shape;5489;p73"/>
            <p:cNvSpPr/>
            <p:nvPr/>
          </p:nvSpPr>
          <p:spPr>
            <a:xfrm>
              <a:off x="3247776" y="3297991"/>
              <a:ext cx="561799" cy="345985"/>
            </a:xfrm>
            <a:custGeom>
              <a:avLst/>
              <a:gdLst/>
              <a:ahLst/>
              <a:cxnLst/>
              <a:rect l="l" t="t" r="r" b="b"/>
              <a:pathLst>
                <a:path w="32399" h="19953" extrusionOk="0">
                  <a:moveTo>
                    <a:pt x="4644" y="0"/>
                  </a:moveTo>
                  <a:cubicBezTo>
                    <a:pt x="4518" y="0"/>
                    <a:pt x="4398" y="66"/>
                    <a:pt x="4334" y="182"/>
                  </a:cubicBezTo>
                  <a:cubicBezTo>
                    <a:pt x="3426" y="1897"/>
                    <a:pt x="2701" y="3701"/>
                    <a:pt x="2170" y="5569"/>
                  </a:cubicBezTo>
                  <a:cubicBezTo>
                    <a:pt x="1014" y="9627"/>
                    <a:pt x="1140" y="13118"/>
                    <a:pt x="2530" y="15667"/>
                  </a:cubicBezTo>
                  <a:cubicBezTo>
                    <a:pt x="3990" y="18355"/>
                    <a:pt x="6985" y="19948"/>
                    <a:pt x="10545" y="19948"/>
                  </a:cubicBezTo>
                  <a:lnTo>
                    <a:pt x="10606" y="19952"/>
                  </a:lnTo>
                  <a:cubicBezTo>
                    <a:pt x="14838" y="19932"/>
                    <a:pt x="18766" y="17670"/>
                    <a:pt x="20614" y="14188"/>
                  </a:cubicBezTo>
                  <a:cubicBezTo>
                    <a:pt x="23813" y="8172"/>
                    <a:pt x="27380" y="2618"/>
                    <a:pt x="31815" y="2618"/>
                  </a:cubicBezTo>
                  <a:lnTo>
                    <a:pt x="31965" y="2618"/>
                  </a:lnTo>
                  <a:cubicBezTo>
                    <a:pt x="32391" y="2574"/>
                    <a:pt x="32399" y="1961"/>
                    <a:pt x="31977" y="1905"/>
                  </a:cubicBezTo>
                  <a:lnTo>
                    <a:pt x="31815" y="1905"/>
                  </a:lnTo>
                  <a:cubicBezTo>
                    <a:pt x="27003" y="1905"/>
                    <a:pt x="23290" y="7641"/>
                    <a:pt x="19986" y="13851"/>
                  </a:cubicBezTo>
                  <a:cubicBezTo>
                    <a:pt x="18259" y="17106"/>
                    <a:pt x="14574" y="19219"/>
                    <a:pt x="10602" y="19239"/>
                  </a:cubicBezTo>
                  <a:lnTo>
                    <a:pt x="10545" y="19239"/>
                  </a:lnTo>
                  <a:cubicBezTo>
                    <a:pt x="7249" y="19239"/>
                    <a:pt x="4492" y="17779"/>
                    <a:pt x="3155" y="15327"/>
                  </a:cubicBezTo>
                  <a:cubicBezTo>
                    <a:pt x="1" y="9542"/>
                    <a:pt x="4906" y="616"/>
                    <a:pt x="4959" y="530"/>
                  </a:cubicBezTo>
                  <a:cubicBezTo>
                    <a:pt x="5048" y="356"/>
                    <a:pt x="4987" y="141"/>
                    <a:pt x="4817" y="44"/>
                  </a:cubicBezTo>
                  <a:cubicBezTo>
                    <a:pt x="4761" y="14"/>
                    <a:pt x="4702" y="0"/>
                    <a:pt x="464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" name="Google Shape;5490;p73"/>
            <p:cNvSpPr/>
            <p:nvPr/>
          </p:nvSpPr>
          <p:spPr>
            <a:xfrm>
              <a:off x="3227748" y="3751466"/>
              <a:ext cx="537332" cy="258869"/>
            </a:xfrm>
            <a:custGeom>
              <a:avLst/>
              <a:gdLst/>
              <a:ahLst/>
              <a:cxnLst/>
              <a:rect l="l" t="t" r="r" b="b"/>
              <a:pathLst>
                <a:path w="30988" h="14929" extrusionOk="0">
                  <a:moveTo>
                    <a:pt x="10498" y="1"/>
                  </a:moveTo>
                  <a:cubicBezTo>
                    <a:pt x="9524" y="1"/>
                    <a:pt x="8491" y="153"/>
                    <a:pt x="7391" y="485"/>
                  </a:cubicBezTo>
                  <a:cubicBezTo>
                    <a:pt x="0" y="2711"/>
                    <a:pt x="718" y="10218"/>
                    <a:pt x="730" y="10291"/>
                  </a:cubicBezTo>
                  <a:cubicBezTo>
                    <a:pt x="741" y="10480"/>
                    <a:pt x="896" y="10626"/>
                    <a:pt x="1081" y="10626"/>
                  </a:cubicBezTo>
                  <a:cubicBezTo>
                    <a:pt x="1095" y="10626"/>
                    <a:pt x="1109" y="10625"/>
                    <a:pt x="1123" y="10624"/>
                  </a:cubicBezTo>
                  <a:cubicBezTo>
                    <a:pt x="1326" y="10603"/>
                    <a:pt x="1468" y="10417"/>
                    <a:pt x="1435" y="10214"/>
                  </a:cubicBezTo>
                  <a:cubicBezTo>
                    <a:pt x="1427" y="10149"/>
                    <a:pt x="750" y="3225"/>
                    <a:pt x="7597" y="1166"/>
                  </a:cubicBezTo>
                  <a:cubicBezTo>
                    <a:pt x="8627" y="856"/>
                    <a:pt x="9594" y="712"/>
                    <a:pt x="10505" y="712"/>
                  </a:cubicBezTo>
                  <a:cubicBezTo>
                    <a:pt x="15652" y="712"/>
                    <a:pt x="19019" y="5304"/>
                    <a:pt x="21891" y="10429"/>
                  </a:cubicBezTo>
                  <a:cubicBezTo>
                    <a:pt x="24011" y="14215"/>
                    <a:pt x="26910" y="14929"/>
                    <a:pt x="28795" y="14929"/>
                  </a:cubicBezTo>
                  <a:cubicBezTo>
                    <a:pt x="29918" y="14929"/>
                    <a:pt x="30688" y="14673"/>
                    <a:pt x="30704" y="14669"/>
                  </a:cubicBezTo>
                  <a:cubicBezTo>
                    <a:pt x="30891" y="14604"/>
                    <a:pt x="30988" y="14402"/>
                    <a:pt x="30923" y="14215"/>
                  </a:cubicBezTo>
                  <a:cubicBezTo>
                    <a:pt x="30872" y="14068"/>
                    <a:pt x="30734" y="13976"/>
                    <a:pt x="30587" y="13976"/>
                  </a:cubicBezTo>
                  <a:cubicBezTo>
                    <a:pt x="30548" y="13976"/>
                    <a:pt x="30508" y="13983"/>
                    <a:pt x="30469" y="13996"/>
                  </a:cubicBezTo>
                  <a:cubicBezTo>
                    <a:pt x="30398" y="14020"/>
                    <a:pt x="29725" y="14241"/>
                    <a:pt x="28750" y="14241"/>
                  </a:cubicBezTo>
                  <a:cubicBezTo>
                    <a:pt x="27062" y="14241"/>
                    <a:pt x="24467" y="13579"/>
                    <a:pt x="22511" y="10084"/>
                  </a:cubicBezTo>
                  <a:cubicBezTo>
                    <a:pt x="19658" y="4985"/>
                    <a:pt x="16059" y="1"/>
                    <a:pt x="1049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" name="Google Shape;5491;p73"/>
            <p:cNvSpPr/>
            <p:nvPr/>
          </p:nvSpPr>
          <p:spPr>
            <a:xfrm>
              <a:off x="3603748" y="2818869"/>
              <a:ext cx="831661" cy="1402477"/>
            </a:xfrm>
            <a:custGeom>
              <a:avLst/>
              <a:gdLst/>
              <a:ahLst/>
              <a:cxnLst/>
              <a:rect l="l" t="t" r="r" b="b"/>
              <a:pathLst>
                <a:path w="47962" h="80881" extrusionOk="0">
                  <a:moveTo>
                    <a:pt x="7570" y="1"/>
                  </a:moveTo>
                  <a:cubicBezTo>
                    <a:pt x="7459" y="1"/>
                    <a:pt x="7355" y="14"/>
                    <a:pt x="7257" y="40"/>
                  </a:cubicBezTo>
                  <a:cubicBezTo>
                    <a:pt x="0" y="1966"/>
                    <a:pt x="576" y="16977"/>
                    <a:pt x="4630" y="28936"/>
                  </a:cubicBezTo>
                  <a:cubicBezTo>
                    <a:pt x="8684" y="40894"/>
                    <a:pt x="16414" y="48649"/>
                    <a:pt x="15239" y="49578"/>
                  </a:cubicBezTo>
                  <a:cubicBezTo>
                    <a:pt x="14533" y="50129"/>
                    <a:pt x="12973" y="50903"/>
                    <a:pt x="12332" y="52237"/>
                  </a:cubicBezTo>
                  <a:cubicBezTo>
                    <a:pt x="11987" y="52951"/>
                    <a:pt x="11919" y="53818"/>
                    <a:pt x="12381" y="54892"/>
                  </a:cubicBezTo>
                  <a:cubicBezTo>
                    <a:pt x="12514" y="55208"/>
                    <a:pt x="12681" y="55508"/>
                    <a:pt x="12871" y="55796"/>
                  </a:cubicBezTo>
                  <a:cubicBezTo>
                    <a:pt x="15271" y="59518"/>
                    <a:pt x="19459" y="67402"/>
                    <a:pt x="22118" y="71201"/>
                  </a:cubicBezTo>
                  <a:cubicBezTo>
                    <a:pt x="22925" y="72356"/>
                    <a:pt x="23744" y="73755"/>
                    <a:pt x="24575" y="75121"/>
                  </a:cubicBezTo>
                  <a:cubicBezTo>
                    <a:pt x="26365" y="78066"/>
                    <a:pt x="28223" y="80880"/>
                    <a:pt x="30187" y="80880"/>
                  </a:cubicBezTo>
                  <a:cubicBezTo>
                    <a:pt x="30326" y="80880"/>
                    <a:pt x="30466" y="80866"/>
                    <a:pt x="30607" y="80837"/>
                  </a:cubicBezTo>
                  <a:cubicBezTo>
                    <a:pt x="30907" y="80776"/>
                    <a:pt x="31203" y="80699"/>
                    <a:pt x="31499" y="80610"/>
                  </a:cubicBezTo>
                  <a:lnTo>
                    <a:pt x="31503" y="80610"/>
                  </a:lnTo>
                  <a:cubicBezTo>
                    <a:pt x="33785" y="79876"/>
                    <a:pt x="34462" y="78254"/>
                    <a:pt x="37060" y="73653"/>
                  </a:cubicBezTo>
                  <a:cubicBezTo>
                    <a:pt x="39975" y="68493"/>
                    <a:pt x="44410" y="69429"/>
                    <a:pt x="46181" y="61674"/>
                  </a:cubicBezTo>
                  <a:cubicBezTo>
                    <a:pt x="47961" y="53915"/>
                    <a:pt x="42249" y="44470"/>
                    <a:pt x="38455" y="38296"/>
                  </a:cubicBezTo>
                  <a:cubicBezTo>
                    <a:pt x="34661" y="32126"/>
                    <a:pt x="30473" y="24456"/>
                    <a:pt x="23760" y="16316"/>
                  </a:cubicBezTo>
                  <a:cubicBezTo>
                    <a:pt x="17299" y="8478"/>
                    <a:pt x="10406" y="1"/>
                    <a:pt x="7570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" name="Google Shape;5492;p73"/>
            <p:cNvSpPr/>
            <p:nvPr/>
          </p:nvSpPr>
          <p:spPr>
            <a:xfrm>
              <a:off x="3602066" y="2812800"/>
              <a:ext cx="840366" cy="1414823"/>
            </a:xfrm>
            <a:custGeom>
              <a:avLst/>
              <a:gdLst/>
              <a:ahLst/>
              <a:cxnLst/>
              <a:rect l="l" t="t" r="r" b="b"/>
              <a:pathLst>
                <a:path w="48464" h="81593" extrusionOk="0">
                  <a:moveTo>
                    <a:pt x="7687" y="709"/>
                  </a:moveTo>
                  <a:cubicBezTo>
                    <a:pt x="10234" y="709"/>
                    <a:pt x="17276" y="9248"/>
                    <a:pt x="22969" y="16160"/>
                  </a:cubicBezTo>
                  <a:lnTo>
                    <a:pt x="23581" y="16905"/>
                  </a:lnTo>
                  <a:cubicBezTo>
                    <a:pt x="29029" y="23505"/>
                    <a:pt x="32771" y="29740"/>
                    <a:pt x="36071" y="35241"/>
                  </a:cubicBezTo>
                  <a:cubicBezTo>
                    <a:pt x="36817" y="36489"/>
                    <a:pt x="37542" y="37693"/>
                    <a:pt x="38252" y="38845"/>
                  </a:cubicBezTo>
                  <a:cubicBezTo>
                    <a:pt x="41783" y="44593"/>
                    <a:pt x="47709" y="54205"/>
                    <a:pt x="45934" y="61947"/>
                  </a:cubicBezTo>
                  <a:cubicBezTo>
                    <a:pt x="44908" y="66447"/>
                    <a:pt x="42983" y="67923"/>
                    <a:pt x="40940" y="69483"/>
                  </a:cubicBezTo>
                  <a:cubicBezTo>
                    <a:pt x="39525" y="70562"/>
                    <a:pt x="38061" y="71680"/>
                    <a:pt x="36849" y="73825"/>
                  </a:cubicBezTo>
                  <a:cubicBezTo>
                    <a:pt x="36570" y="74315"/>
                    <a:pt x="36318" y="74778"/>
                    <a:pt x="36079" y="75203"/>
                  </a:cubicBezTo>
                  <a:cubicBezTo>
                    <a:pt x="34125" y="78698"/>
                    <a:pt x="33395" y="80007"/>
                    <a:pt x="31494" y="80619"/>
                  </a:cubicBezTo>
                  <a:lnTo>
                    <a:pt x="31458" y="80635"/>
                  </a:lnTo>
                  <a:cubicBezTo>
                    <a:pt x="31214" y="80712"/>
                    <a:pt x="30947" y="80781"/>
                    <a:pt x="30631" y="80846"/>
                  </a:cubicBezTo>
                  <a:cubicBezTo>
                    <a:pt x="30519" y="80869"/>
                    <a:pt x="30407" y="80880"/>
                    <a:pt x="30294" y="80880"/>
                  </a:cubicBezTo>
                  <a:cubicBezTo>
                    <a:pt x="28532" y="80880"/>
                    <a:pt x="26702" y="78131"/>
                    <a:pt x="24976" y="75292"/>
                  </a:cubicBezTo>
                  <a:lnTo>
                    <a:pt x="24570" y="74619"/>
                  </a:lnTo>
                  <a:cubicBezTo>
                    <a:pt x="23889" y="73497"/>
                    <a:pt x="23188" y="72329"/>
                    <a:pt x="22503" y="71352"/>
                  </a:cubicBezTo>
                  <a:cubicBezTo>
                    <a:pt x="20991" y="69187"/>
                    <a:pt x="18992" y="65721"/>
                    <a:pt x="17067" y="62369"/>
                  </a:cubicBezTo>
                  <a:cubicBezTo>
                    <a:pt x="15640" y="59888"/>
                    <a:pt x="14294" y="57553"/>
                    <a:pt x="13268" y="55956"/>
                  </a:cubicBezTo>
                  <a:cubicBezTo>
                    <a:pt x="13090" y="55684"/>
                    <a:pt x="12932" y="55400"/>
                    <a:pt x="12802" y="55104"/>
                  </a:cubicBezTo>
                  <a:cubicBezTo>
                    <a:pt x="12429" y="54245"/>
                    <a:pt x="12409" y="53483"/>
                    <a:pt x="12733" y="52778"/>
                  </a:cubicBezTo>
                  <a:lnTo>
                    <a:pt x="12753" y="52749"/>
                  </a:lnTo>
                  <a:cubicBezTo>
                    <a:pt x="13199" y="51813"/>
                    <a:pt x="14205" y="51140"/>
                    <a:pt x="14934" y="50653"/>
                  </a:cubicBezTo>
                  <a:cubicBezTo>
                    <a:pt x="15169" y="50491"/>
                    <a:pt x="15380" y="50353"/>
                    <a:pt x="15550" y="50216"/>
                  </a:cubicBezTo>
                  <a:cubicBezTo>
                    <a:pt x="16284" y="49640"/>
                    <a:pt x="15413" y="48310"/>
                    <a:pt x="13499" y="45408"/>
                  </a:cubicBezTo>
                  <a:cubicBezTo>
                    <a:pt x="11091" y="41759"/>
                    <a:pt x="7459" y="36242"/>
                    <a:pt x="5067" y="29188"/>
                  </a:cubicBezTo>
                  <a:cubicBezTo>
                    <a:pt x="1682" y="19204"/>
                    <a:pt x="1163" y="8782"/>
                    <a:pt x="3811" y="3852"/>
                  </a:cubicBezTo>
                  <a:cubicBezTo>
                    <a:pt x="4698" y="2194"/>
                    <a:pt x="5923" y="1144"/>
                    <a:pt x="7443" y="739"/>
                  </a:cubicBezTo>
                  <a:cubicBezTo>
                    <a:pt x="7519" y="719"/>
                    <a:pt x="7600" y="709"/>
                    <a:pt x="7687" y="709"/>
                  </a:cubicBezTo>
                  <a:close/>
                  <a:moveTo>
                    <a:pt x="7653" y="0"/>
                  </a:moveTo>
                  <a:cubicBezTo>
                    <a:pt x="7515" y="0"/>
                    <a:pt x="7384" y="17"/>
                    <a:pt x="7260" y="50"/>
                  </a:cubicBezTo>
                  <a:cubicBezTo>
                    <a:pt x="5538" y="504"/>
                    <a:pt x="4171" y="1671"/>
                    <a:pt x="3182" y="3504"/>
                  </a:cubicBezTo>
                  <a:cubicBezTo>
                    <a:pt x="0" y="9450"/>
                    <a:pt x="1577" y="21097"/>
                    <a:pt x="4394" y="29407"/>
                  </a:cubicBezTo>
                  <a:cubicBezTo>
                    <a:pt x="6815" y="36550"/>
                    <a:pt x="10479" y="42112"/>
                    <a:pt x="12907" y="45793"/>
                  </a:cubicBezTo>
                  <a:cubicBezTo>
                    <a:pt x="14042" y="47520"/>
                    <a:pt x="15218" y="49303"/>
                    <a:pt x="15113" y="49652"/>
                  </a:cubicBezTo>
                  <a:cubicBezTo>
                    <a:pt x="14963" y="49770"/>
                    <a:pt x="14768" y="49899"/>
                    <a:pt x="14537" y="50053"/>
                  </a:cubicBezTo>
                  <a:cubicBezTo>
                    <a:pt x="13747" y="50584"/>
                    <a:pt x="12672" y="51306"/>
                    <a:pt x="12133" y="52392"/>
                  </a:cubicBezTo>
                  <a:lnTo>
                    <a:pt x="12105" y="52433"/>
                  </a:lnTo>
                  <a:cubicBezTo>
                    <a:pt x="11679" y="53333"/>
                    <a:pt x="11695" y="54326"/>
                    <a:pt x="12145" y="55388"/>
                  </a:cubicBezTo>
                  <a:cubicBezTo>
                    <a:pt x="12295" y="55721"/>
                    <a:pt x="12470" y="56037"/>
                    <a:pt x="12668" y="56341"/>
                  </a:cubicBezTo>
                  <a:cubicBezTo>
                    <a:pt x="13686" y="57922"/>
                    <a:pt x="15032" y="60253"/>
                    <a:pt x="16450" y="62722"/>
                  </a:cubicBezTo>
                  <a:cubicBezTo>
                    <a:pt x="18384" y="66086"/>
                    <a:pt x="20387" y="69568"/>
                    <a:pt x="21923" y="71758"/>
                  </a:cubicBezTo>
                  <a:cubicBezTo>
                    <a:pt x="22592" y="72714"/>
                    <a:pt x="23253" y="73821"/>
                    <a:pt x="23962" y="74988"/>
                  </a:cubicBezTo>
                  <a:lnTo>
                    <a:pt x="24368" y="75665"/>
                  </a:lnTo>
                  <a:cubicBezTo>
                    <a:pt x="26273" y="78795"/>
                    <a:pt x="28166" y="81592"/>
                    <a:pt x="30282" y="81592"/>
                  </a:cubicBezTo>
                  <a:cubicBezTo>
                    <a:pt x="30448" y="81592"/>
                    <a:pt x="30610" y="81576"/>
                    <a:pt x="30773" y="81543"/>
                  </a:cubicBezTo>
                  <a:cubicBezTo>
                    <a:pt x="31089" y="81479"/>
                    <a:pt x="31401" y="81397"/>
                    <a:pt x="31705" y="81304"/>
                  </a:cubicBezTo>
                  <a:lnTo>
                    <a:pt x="31741" y="81288"/>
                  </a:lnTo>
                  <a:cubicBezTo>
                    <a:pt x="33886" y="80583"/>
                    <a:pt x="34713" y="79103"/>
                    <a:pt x="36699" y="75552"/>
                  </a:cubicBezTo>
                  <a:lnTo>
                    <a:pt x="37465" y="74174"/>
                  </a:lnTo>
                  <a:cubicBezTo>
                    <a:pt x="38609" y="72155"/>
                    <a:pt x="40011" y="71081"/>
                    <a:pt x="41369" y="70043"/>
                  </a:cubicBezTo>
                  <a:cubicBezTo>
                    <a:pt x="43421" y="68478"/>
                    <a:pt x="45541" y="66856"/>
                    <a:pt x="46631" y="62101"/>
                  </a:cubicBezTo>
                  <a:cubicBezTo>
                    <a:pt x="48464" y="54075"/>
                    <a:pt x="42448" y="44301"/>
                    <a:pt x="38856" y="38464"/>
                  </a:cubicBezTo>
                  <a:cubicBezTo>
                    <a:pt x="38147" y="37320"/>
                    <a:pt x="37425" y="36116"/>
                    <a:pt x="36683" y="34872"/>
                  </a:cubicBezTo>
                  <a:cubicBezTo>
                    <a:pt x="33367" y="29347"/>
                    <a:pt x="29613" y="23092"/>
                    <a:pt x="24132" y="16447"/>
                  </a:cubicBezTo>
                  <a:lnTo>
                    <a:pt x="23516" y="15701"/>
                  </a:lnTo>
                  <a:cubicBezTo>
                    <a:pt x="15755" y="6282"/>
                    <a:pt x="10358" y="0"/>
                    <a:pt x="765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" name="Google Shape;5493;p73"/>
            <p:cNvSpPr/>
            <p:nvPr/>
          </p:nvSpPr>
          <p:spPr>
            <a:xfrm>
              <a:off x="3609297" y="2813338"/>
              <a:ext cx="260950" cy="838649"/>
            </a:xfrm>
            <a:custGeom>
              <a:avLst/>
              <a:gdLst/>
              <a:ahLst/>
              <a:cxnLst/>
              <a:rect l="l" t="t" r="r" b="b"/>
              <a:pathLst>
                <a:path w="15049" h="48365" extrusionOk="0">
                  <a:moveTo>
                    <a:pt x="7567" y="0"/>
                  </a:moveTo>
                  <a:cubicBezTo>
                    <a:pt x="7458" y="0"/>
                    <a:pt x="7354" y="13"/>
                    <a:pt x="7257" y="39"/>
                  </a:cubicBezTo>
                  <a:cubicBezTo>
                    <a:pt x="1" y="1969"/>
                    <a:pt x="576" y="16984"/>
                    <a:pt x="4630" y="28943"/>
                  </a:cubicBezTo>
                  <a:cubicBezTo>
                    <a:pt x="7930" y="38668"/>
                    <a:pt x="13654" y="45616"/>
                    <a:pt x="15048" y="48364"/>
                  </a:cubicBezTo>
                  <a:cubicBezTo>
                    <a:pt x="14201" y="46001"/>
                    <a:pt x="13390" y="43561"/>
                    <a:pt x="12701" y="41149"/>
                  </a:cubicBezTo>
                  <a:cubicBezTo>
                    <a:pt x="8927" y="27994"/>
                    <a:pt x="8141" y="15829"/>
                    <a:pt x="7853" y="9545"/>
                  </a:cubicBezTo>
                  <a:cubicBezTo>
                    <a:pt x="7596" y="3933"/>
                    <a:pt x="9916" y="1943"/>
                    <a:pt x="10816" y="1943"/>
                  </a:cubicBezTo>
                  <a:cubicBezTo>
                    <a:pt x="10924" y="1943"/>
                    <a:pt x="11011" y="1971"/>
                    <a:pt x="11072" y="2025"/>
                  </a:cubicBezTo>
                  <a:cubicBezTo>
                    <a:pt x="11635" y="2532"/>
                    <a:pt x="14197" y="5110"/>
                    <a:pt x="14197" y="5110"/>
                  </a:cubicBezTo>
                  <a:cubicBezTo>
                    <a:pt x="11359" y="2069"/>
                    <a:pt x="8967" y="0"/>
                    <a:pt x="7567" y="0"/>
                  </a:cubicBezTo>
                  <a:close/>
                </a:path>
              </a:pathLst>
            </a:custGeom>
            <a:solidFill>
              <a:srgbClr val="88CA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" name="Google Shape;5494;p73"/>
            <p:cNvSpPr/>
            <p:nvPr/>
          </p:nvSpPr>
          <p:spPr>
            <a:xfrm>
              <a:off x="3607615" y="2807217"/>
              <a:ext cx="269446" cy="850961"/>
            </a:xfrm>
            <a:custGeom>
              <a:avLst/>
              <a:gdLst/>
              <a:ahLst/>
              <a:cxnLst/>
              <a:rect l="l" t="t" r="r" b="b"/>
              <a:pathLst>
                <a:path w="15539" h="49075" extrusionOk="0">
                  <a:moveTo>
                    <a:pt x="7651" y="707"/>
                  </a:moveTo>
                  <a:cubicBezTo>
                    <a:pt x="7661" y="707"/>
                    <a:pt x="7672" y="708"/>
                    <a:pt x="7682" y="708"/>
                  </a:cubicBezTo>
                  <a:cubicBezTo>
                    <a:pt x="8274" y="708"/>
                    <a:pt x="9146" y="1178"/>
                    <a:pt x="10297" y="2111"/>
                  </a:cubicBezTo>
                  <a:cubicBezTo>
                    <a:pt x="9170" y="2662"/>
                    <a:pt x="7366" y="4912"/>
                    <a:pt x="7597" y="9918"/>
                  </a:cubicBezTo>
                  <a:cubicBezTo>
                    <a:pt x="7954" y="17487"/>
                    <a:pt x="8842" y="29008"/>
                    <a:pt x="12454" y="41603"/>
                  </a:cubicBezTo>
                  <a:cubicBezTo>
                    <a:pt x="12839" y="42945"/>
                    <a:pt x="13277" y="44335"/>
                    <a:pt x="13763" y="45807"/>
                  </a:cubicBezTo>
                  <a:lnTo>
                    <a:pt x="13500" y="45405"/>
                  </a:lnTo>
                  <a:cubicBezTo>
                    <a:pt x="11092" y="41757"/>
                    <a:pt x="7459" y="36236"/>
                    <a:pt x="5068" y="29186"/>
                  </a:cubicBezTo>
                  <a:cubicBezTo>
                    <a:pt x="2299" y="21014"/>
                    <a:pt x="726" y="9602"/>
                    <a:pt x="3811" y="3842"/>
                  </a:cubicBezTo>
                  <a:cubicBezTo>
                    <a:pt x="4699" y="2184"/>
                    <a:pt x="5923" y="1142"/>
                    <a:pt x="7443" y="737"/>
                  </a:cubicBezTo>
                  <a:cubicBezTo>
                    <a:pt x="7510" y="719"/>
                    <a:pt x="7580" y="707"/>
                    <a:pt x="7651" y="707"/>
                  </a:cubicBezTo>
                  <a:close/>
                  <a:moveTo>
                    <a:pt x="7660" y="1"/>
                  </a:moveTo>
                  <a:cubicBezTo>
                    <a:pt x="7519" y="1"/>
                    <a:pt x="7386" y="18"/>
                    <a:pt x="7261" y="51"/>
                  </a:cubicBezTo>
                  <a:cubicBezTo>
                    <a:pt x="5542" y="509"/>
                    <a:pt x="4172" y="1673"/>
                    <a:pt x="3183" y="3509"/>
                  </a:cubicBezTo>
                  <a:cubicBezTo>
                    <a:pt x="0" y="9452"/>
                    <a:pt x="1577" y="21103"/>
                    <a:pt x="4395" y="29413"/>
                  </a:cubicBezTo>
                  <a:cubicBezTo>
                    <a:pt x="6815" y="36552"/>
                    <a:pt x="10479" y="42114"/>
                    <a:pt x="12908" y="45795"/>
                  </a:cubicBezTo>
                  <a:cubicBezTo>
                    <a:pt x="13771" y="47112"/>
                    <a:pt x="14460" y="48154"/>
                    <a:pt x="14825" y="48880"/>
                  </a:cubicBezTo>
                  <a:cubicBezTo>
                    <a:pt x="14886" y="49001"/>
                    <a:pt x="15012" y="49074"/>
                    <a:pt x="15145" y="49074"/>
                  </a:cubicBezTo>
                  <a:cubicBezTo>
                    <a:pt x="15194" y="49074"/>
                    <a:pt x="15239" y="49066"/>
                    <a:pt x="15283" y="49050"/>
                  </a:cubicBezTo>
                  <a:cubicBezTo>
                    <a:pt x="15453" y="48973"/>
                    <a:pt x="15539" y="48778"/>
                    <a:pt x="15482" y="48604"/>
                  </a:cubicBezTo>
                  <a:cubicBezTo>
                    <a:pt x="14541" y="45977"/>
                    <a:pt x="13775" y="43626"/>
                    <a:pt x="13139" y="41412"/>
                  </a:cubicBezTo>
                  <a:cubicBezTo>
                    <a:pt x="9547" y="28886"/>
                    <a:pt x="8659" y="17418"/>
                    <a:pt x="8311" y="9882"/>
                  </a:cubicBezTo>
                  <a:cubicBezTo>
                    <a:pt x="8128" y="5990"/>
                    <a:pt x="9239" y="3732"/>
                    <a:pt x="10333" y="2913"/>
                  </a:cubicBezTo>
                  <a:cubicBezTo>
                    <a:pt x="10686" y="2650"/>
                    <a:pt x="10913" y="2646"/>
                    <a:pt x="10929" y="2646"/>
                  </a:cubicBezTo>
                  <a:cubicBezTo>
                    <a:pt x="11481" y="3144"/>
                    <a:pt x="14014" y="5690"/>
                    <a:pt x="14043" y="5719"/>
                  </a:cubicBezTo>
                  <a:cubicBezTo>
                    <a:pt x="14111" y="5791"/>
                    <a:pt x="14202" y="5826"/>
                    <a:pt x="14295" y="5826"/>
                  </a:cubicBezTo>
                  <a:cubicBezTo>
                    <a:pt x="14385" y="5826"/>
                    <a:pt x="14476" y="5793"/>
                    <a:pt x="14545" y="5727"/>
                  </a:cubicBezTo>
                  <a:cubicBezTo>
                    <a:pt x="14687" y="5589"/>
                    <a:pt x="14691" y="5362"/>
                    <a:pt x="14554" y="5220"/>
                  </a:cubicBezTo>
                  <a:cubicBezTo>
                    <a:pt x="11212" y="1643"/>
                    <a:pt x="9047" y="1"/>
                    <a:pt x="766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" name="Google Shape;5495;p73"/>
            <p:cNvSpPr/>
            <p:nvPr/>
          </p:nvSpPr>
          <p:spPr>
            <a:xfrm>
              <a:off x="3603748" y="2818956"/>
              <a:ext cx="831592" cy="1402390"/>
            </a:xfrm>
            <a:custGeom>
              <a:avLst/>
              <a:gdLst/>
              <a:ahLst/>
              <a:cxnLst/>
              <a:rect l="l" t="t" r="r" b="b"/>
              <a:pathLst>
                <a:path w="47958" h="80876" extrusionOk="0">
                  <a:moveTo>
                    <a:pt x="7568" y="0"/>
                  </a:moveTo>
                  <a:cubicBezTo>
                    <a:pt x="7458" y="0"/>
                    <a:pt x="7354" y="13"/>
                    <a:pt x="7257" y="39"/>
                  </a:cubicBezTo>
                  <a:cubicBezTo>
                    <a:pt x="0" y="1965"/>
                    <a:pt x="576" y="16980"/>
                    <a:pt x="4630" y="28939"/>
                  </a:cubicBezTo>
                  <a:cubicBezTo>
                    <a:pt x="8684" y="40898"/>
                    <a:pt x="16414" y="48648"/>
                    <a:pt x="15239" y="49577"/>
                  </a:cubicBezTo>
                  <a:lnTo>
                    <a:pt x="14983" y="49763"/>
                  </a:lnTo>
                  <a:lnTo>
                    <a:pt x="14983" y="49763"/>
                  </a:lnTo>
                  <a:lnTo>
                    <a:pt x="15502" y="49447"/>
                  </a:lnTo>
                  <a:cubicBezTo>
                    <a:pt x="15572" y="49401"/>
                    <a:pt x="15778" y="49243"/>
                    <a:pt x="15789" y="49243"/>
                  </a:cubicBezTo>
                  <a:cubicBezTo>
                    <a:pt x="15794" y="49243"/>
                    <a:pt x="15749" y="49283"/>
                    <a:pt x="15612" y="49398"/>
                  </a:cubicBezTo>
                  <a:cubicBezTo>
                    <a:pt x="15745" y="49289"/>
                    <a:pt x="15895" y="49200"/>
                    <a:pt x="16053" y="49131"/>
                  </a:cubicBezTo>
                  <a:cubicBezTo>
                    <a:pt x="15328" y="43379"/>
                    <a:pt x="13743" y="37703"/>
                    <a:pt x="13082" y="31902"/>
                  </a:cubicBezTo>
                  <a:cubicBezTo>
                    <a:pt x="12669" y="28181"/>
                    <a:pt x="12369" y="24447"/>
                    <a:pt x="12206" y="20714"/>
                  </a:cubicBezTo>
                  <a:cubicBezTo>
                    <a:pt x="12150" y="19421"/>
                    <a:pt x="12170" y="17957"/>
                    <a:pt x="13110" y="17065"/>
                  </a:cubicBezTo>
                  <a:cubicBezTo>
                    <a:pt x="13592" y="16608"/>
                    <a:pt x="14148" y="16415"/>
                    <a:pt x="14736" y="16415"/>
                  </a:cubicBezTo>
                  <a:cubicBezTo>
                    <a:pt x="16337" y="16415"/>
                    <a:pt x="18165" y="17845"/>
                    <a:pt x="19313" y="19250"/>
                  </a:cubicBezTo>
                  <a:cubicBezTo>
                    <a:pt x="25783" y="27163"/>
                    <a:pt x="31117" y="35956"/>
                    <a:pt x="35901" y="44996"/>
                  </a:cubicBezTo>
                  <a:cubicBezTo>
                    <a:pt x="38731" y="50331"/>
                    <a:pt x="41329" y="57060"/>
                    <a:pt x="37964" y="62083"/>
                  </a:cubicBezTo>
                  <a:cubicBezTo>
                    <a:pt x="36955" y="63591"/>
                    <a:pt x="35488" y="64758"/>
                    <a:pt x="34446" y="66246"/>
                  </a:cubicBezTo>
                  <a:cubicBezTo>
                    <a:pt x="32780" y="68634"/>
                    <a:pt x="32155" y="71893"/>
                    <a:pt x="29703" y="73454"/>
                  </a:cubicBezTo>
                  <a:cubicBezTo>
                    <a:pt x="28183" y="74423"/>
                    <a:pt x="26273" y="74508"/>
                    <a:pt x="24575" y="75116"/>
                  </a:cubicBezTo>
                  <a:cubicBezTo>
                    <a:pt x="26365" y="78057"/>
                    <a:pt x="28223" y="80875"/>
                    <a:pt x="30188" y="80875"/>
                  </a:cubicBezTo>
                  <a:cubicBezTo>
                    <a:pt x="30327" y="80875"/>
                    <a:pt x="30466" y="80861"/>
                    <a:pt x="30607" y="80832"/>
                  </a:cubicBezTo>
                  <a:cubicBezTo>
                    <a:pt x="30907" y="80771"/>
                    <a:pt x="31203" y="80694"/>
                    <a:pt x="31499" y="80605"/>
                  </a:cubicBezTo>
                  <a:lnTo>
                    <a:pt x="31503" y="80605"/>
                  </a:lnTo>
                  <a:cubicBezTo>
                    <a:pt x="33785" y="79867"/>
                    <a:pt x="34462" y="78245"/>
                    <a:pt x="37060" y="73644"/>
                  </a:cubicBezTo>
                  <a:cubicBezTo>
                    <a:pt x="39975" y="68488"/>
                    <a:pt x="44410" y="69424"/>
                    <a:pt x="46181" y="61665"/>
                  </a:cubicBezTo>
                  <a:cubicBezTo>
                    <a:pt x="47957" y="53910"/>
                    <a:pt x="42257" y="44473"/>
                    <a:pt x="38455" y="38299"/>
                  </a:cubicBezTo>
                  <a:cubicBezTo>
                    <a:pt x="34661" y="32125"/>
                    <a:pt x="30473" y="24455"/>
                    <a:pt x="23760" y="16315"/>
                  </a:cubicBezTo>
                  <a:cubicBezTo>
                    <a:pt x="17297" y="8479"/>
                    <a:pt x="10403" y="0"/>
                    <a:pt x="7568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" name="Google Shape;5496;p73"/>
            <p:cNvSpPr/>
            <p:nvPr/>
          </p:nvSpPr>
          <p:spPr>
            <a:xfrm>
              <a:off x="3867975" y="3520168"/>
              <a:ext cx="235651" cy="158453"/>
            </a:xfrm>
            <a:custGeom>
              <a:avLst/>
              <a:gdLst/>
              <a:ahLst/>
              <a:cxnLst/>
              <a:rect l="l" t="t" r="r" b="b"/>
              <a:pathLst>
                <a:path w="13590" h="9138" extrusionOk="0">
                  <a:moveTo>
                    <a:pt x="13589" y="1"/>
                  </a:moveTo>
                  <a:cubicBezTo>
                    <a:pt x="7002" y="1796"/>
                    <a:pt x="3455" y="6442"/>
                    <a:pt x="1" y="9138"/>
                  </a:cubicBezTo>
                  <a:lnTo>
                    <a:pt x="13589" y="1"/>
                  </a:lnTo>
                  <a:close/>
                </a:path>
              </a:pathLst>
            </a:custGeom>
            <a:solidFill>
              <a:srgbClr val="88CA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5497;p73"/>
            <p:cNvSpPr/>
            <p:nvPr/>
          </p:nvSpPr>
          <p:spPr>
            <a:xfrm>
              <a:off x="3859618" y="3513943"/>
              <a:ext cx="250962" cy="170868"/>
            </a:xfrm>
            <a:custGeom>
              <a:avLst/>
              <a:gdLst/>
              <a:ahLst/>
              <a:cxnLst/>
              <a:rect l="l" t="t" r="r" b="b"/>
              <a:pathLst>
                <a:path w="14473" h="9854" extrusionOk="0">
                  <a:moveTo>
                    <a:pt x="14080" y="0"/>
                  </a:moveTo>
                  <a:cubicBezTo>
                    <a:pt x="14048" y="0"/>
                    <a:pt x="14015" y="5"/>
                    <a:pt x="13982" y="15"/>
                  </a:cubicBezTo>
                  <a:cubicBezTo>
                    <a:pt x="8947" y="1389"/>
                    <a:pt x="5724" y="4332"/>
                    <a:pt x="2883" y="6935"/>
                  </a:cubicBezTo>
                  <a:cubicBezTo>
                    <a:pt x="1970" y="7766"/>
                    <a:pt x="1111" y="8556"/>
                    <a:pt x="264" y="9217"/>
                  </a:cubicBezTo>
                  <a:cubicBezTo>
                    <a:pt x="0" y="9428"/>
                    <a:pt x="146" y="9849"/>
                    <a:pt x="483" y="9854"/>
                  </a:cubicBezTo>
                  <a:cubicBezTo>
                    <a:pt x="560" y="9849"/>
                    <a:pt x="637" y="9825"/>
                    <a:pt x="697" y="9777"/>
                  </a:cubicBezTo>
                  <a:cubicBezTo>
                    <a:pt x="1569" y="9095"/>
                    <a:pt x="2441" y="8301"/>
                    <a:pt x="3365" y="7454"/>
                  </a:cubicBezTo>
                  <a:cubicBezTo>
                    <a:pt x="6146" y="4912"/>
                    <a:pt x="9304" y="2030"/>
                    <a:pt x="14168" y="700"/>
                  </a:cubicBezTo>
                  <a:cubicBezTo>
                    <a:pt x="14359" y="651"/>
                    <a:pt x="14472" y="453"/>
                    <a:pt x="14420" y="262"/>
                  </a:cubicBezTo>
                  <a:cubicBezTo>
                    <a:pt x="14380" y="105"/>
                    <a:pt x="14235" y="0"/>
                    <a:pt x="1408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" name="Google Shape;5498;p73"/>
            <p:cNvSpPr/>
            <p:nvPr/>
          </p:nvSpPr>
          <p:spPr>
            <a:xfrm>
              <a:off x="3810060" y="3715954"/>
              <a:ext cx="386196" cy="505374"/>
            </a:xfrm>
            <a:custGeom>
              <a:avLst/>
              <a:gdLst/>
              <a:ahLst/>
              <a:cxnLst/>
              <a:rect l="l" t="t" r="r" b="b"/>
              <a:pathLst>
                <a:path w="22272" h="29145" extrusionOk="0">
                  <a:moveTo>
                    <a:pt x="1598" y="1"/>
                  </a:moveTo>
                  <a:cubicBezTo>
                    <a:pt x="1196" y="1"/>
                    <a:pt x="809" y="159"/>
                    <a:pt x="434" y="502"/>
                  </a:cubicBezTo>
                  <a:cubicBezTo>
                    <a:pt x="4" y="1406"/>
                    <a:pt x="0" y="2553"/>
                    <a:pt x="973" y="4061"/>
                  </a:cubicBezTo>
                  <a:cubicBezTo>
                    <a:pt x="1346" y="4641"/>
                    <a:pt x="1768" y="5326"/>
                    <a:pt x="2218" y="6088"/>
                  </a:cubicBezTo>
                  <a:cubicBezTo>
                    <a:pt x="3750" y="8646"/>
                    <a:pt x="5635" y="12015"/>
                    <a:pt x="7378" y="14958"/>
                  </a:cubicBezTo>
                  <a:cubicBezTo>
                    <a:pt x="8408" y="16693"/>
                    <a:pt x="9389" y="18278"/>
                    <a:pt x="10220" y="19466"/>
                  </a:cubicBezTo>
                  <a:cubicBezTo>
                    <a:pt x="12754" y="23094"/>
                    <a:pt x="15413" y="29144"/>
                    <a:pt x="18293" y="29144"/>
                  </a:cubicBezTo>
                  <a:cubicBezTo>
                    <a:pt x="18431" y="29144"/>
                    <a:pt x="18570" y="29130"/>
                    <a:pt x="18709" y="29102"/>
                  </a:cubicBezTo>
                  <a:cubicBezTo>
                    <a:pt x="19009" y="29041"/>
                    <a:pt x="19305" y="28964"/>
                    <a:pt x="19601" y="28875"/>
                  </a:cubicBezTo>
                  <a:lnTo>
                    <a:pt x="19605" y="28875"/>
                  </a:lnTo>
                  <a:cubicBezTo>
                    <a:pt x="22272" y="25992"/>
                    <a:pt x="19588" y="20735"/>
                    <a:pt x="13256" y="13511"/>
                  </a:cubicBezTo>
                  <a:cubicBezTo>
                    <a:pt x="12616" y="12781"/>
                    <a:pt x="12004" y="12039"/>
                    <a:pt x="11420" y="11301"/>
                  </a:cubicBezTo>
                  <a:cubicBezTo>
                    <a:pt x="9138" y="8407"/>
                    <a:pt x="7240" y="5508"/>
                    <a:pt x="5619" y="3380"/>
                  </a:cubicBezTo>
                  <a:cubicBezTo>
                    <a:pt x="4074" y="1343"/>
                    <a:pt x="2769" y="1"/>
                    <a:pt x="1598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" name="Google Shape;5499;p73"/>
            <p:cNvSpPr/>
            <p:nvPr/>
          </p:nvSpPr>
          <p:spPr>
            <a:xfrm>
              <a:off x="3802396" y="3709833"/>
              <a:ext cx="397953" cy="517790"/>
            </a:xfrm>
            <a:custGeom>
              <a:avLst/>
              <a:gdLst/>
              <a:ahLst/>
              <a:cxnLst/>
              <a:rect l="l" t="t" r="r" b="b"/>
              <a:pathLst>
                <a:path w="22950" h="29861" extrusionOk="0">
                  <a:moveTo>
                    <a:pt x="2049" y="713"/>
                  </a:moveTo>
                  <a:cubicBezTo>
                    <a:pt x="2082" y="713"/>
                    <a:pt x="2116" y="714"/>
                    <a:pt x="2149" y="717"/>
                  </a:cubicBezTo>
                  <a:cubicBezTo>
                    <a:pt x="3256" y="815"/>
                    <a:pt x="4602" y="2404"/>
                    <a:pt x="5777" y="3952"/>
                  </a:cubicBezTo>
                  <a:cubicBezTo>
                    <a:pt x="6442" y="4824"/>
                    <a:pt x="7155" y="5829"/>
                    <a:pt x="7909" y="6895"/>
                  </a:cubicBezTo>
                  <a:cubicBezTo>
                    <a:pt x="9000" y="8432"/>
                    <a:pt x="10232" y="10163"/>
                    <a:pt x="11586" y="11881"/>
                  </a:cubicBezTo>
                  <a:cubicBezTo>
                    <a:pt x="12243" y="12708"/>
                    <a:pt x="12847" y="13438"/>
                    <a:pt x="13431" y="14099"/>
                  </a:cubicBezTo>
                  <a:cubicBezTo>
                    <a:pt x="20051" y="21655"/>
                    <a:pt x="22094" y="26370"/>
                    <a:pt x="19844" y="28924"/>
                  </a:cubicBezTo>
                  <a:cubicBezTo>
                    <a:pt x="19621" y="28993"/>
                    <a:pt x="19370" y="29053"/>
                    <a:pt x="19078" y="29114"/>
                  </a:cubicBezTo>
                  <a:cubicBezTo>
                    <a:pt x="18967" y="29137"/>
                    <a:pt x="18857" y="29148"/>
                    <a:pt x="18745" y="29148"/>
                  </a:cubicBezTo>
                  <a:cubicBezTo>
                    <a:pt x="16804" y="29148"/>
                    <a:pt x="14758" y="25772"/>
                    <a:pt x="12948" y="22774"/>
                  </a:cubicBezTo>
                  <a:cubicBezTo>
                    <a:pt x="12259" y="21639"/>
                    <a:pt x="11611" y="20561"/>
                    <a:pt x="10950" y="19620"/>
                  </a:cubicBezTo>
                  <a:cubicBezTo>
                    <a:pt x="10220" y="18578"/>
                    <a:pt x="9300" y="17111"/>
                    <a:pt x="8128" y="15133"/>
                  </a:cubicBezTo>
                  <a:cubicBezTo>
                    <a:pt x="7249" y="13653"/>
                    <a:pt x="6337" y="12060"/>
                    <a:pt x="5449" y="10523"/>
                  </a:cubicBezTo>
                  <a:cubicBezTo>
                    <a:pt x="4561" y="8987"/>
                    <a:pt x="3726" y="7532"/>
                    <a:pt x="2972" y="6263"/>
                  </a:cubicBezTo>
                  <a:cubicBezTo>
                    <a:pt x="2510" y="5489"/>
                    <a:pt x="2084" y="4803"/>
                    <a:pt x="1715" y="4224"/>
                  </a:cubicBezTo>
                  <a:cubicBezTo>
                    <a:pt x="937" y="3028"/>
                    <a:pt x="763" y="1998"/>
                    <a:pt x="1168" y="1078"/>
                  </a:cubicBezTo>
                  <a:cubicBezTo>
                    <a:pt x="1450" y="833"/>
                    <a:pt x="1742" y="713"/>
                    <a:pt x="2049" y="713"/>
                  </a:cubicBezTo>
                  <a:close/>
                  <a:moveTo>
                    <a:pt x="2043" y="0"/>
                  </a:moveTo>
                  <a:cubicBezTo>
                    <a:pt x="1556" y="0"/>
                    <a:pt x="1092" y="193"/>
                    <a:pt x="669" y="571"/>
                  </a:cubicBezTo>
                  <a:cubicBezTo>
                    <a:pt x="621" y="604"/>
                    <a:pt x="580" y="648"/>
                    <a:pt x="552" y="705"/>
                  </a:cubicBezTo>
                  <a:cubicBezTo>
                    <a:pt x="0" y="1868"/>
                    <a:pt x="187" y="3182"/>
                    <a:pt x="1115" y="4609"/>
                  </a:cubicBezTo>
                  <a:cubicBezTo>
                    <a:pt x="1480" y="5185"/>
                    <a:pt x="1902" y="5857"/>
                    <a:pt x="2356" y="6628"/>
                  </a:cubicBezTo>
                  <a:cubicBezTo>
                    <a:pt x="3110" y="7892"/>
                    <a:pt x="3945" y="9340"/>
                    <a:pt x="4829" y="10880"/>
                  </a:cubicBezTo>
                  <a:cubicBezTo>
                    <a:pt x="5716" y="12421"/>
                    <a:pt x="6632" y="14010"/>
                    <a:pt x="7516" y="15493"/>
                  </a:cubicBezTo>
                  <a:cubicBezTo>
                    <a:pt x="8712" y="17516"/>
                    <a:pt x="9620" y="18955"/>
                    <a:pt x="10370" y="20026"/>
                  </a:cubicBezTo>
                  <a:cubicBezTo>
                    <a:pt x="11019" y="20950"/>
                    <a:pt x="11659" y="22016"/>
                    <a:pt x="12340" y="23147"/>
                  </a:cubicBezTo>
                  <a:cubicBezTo>
                    <a:pt x="14335" y="26451"/>
                    <a:pt x="16394" y="29860"/>
                    <a:pt x="18729" y="29860"/>
                  </a:cubicBezTo>
                  <a:cubicBezTo>
                    <a:pt x="18895" y="29860"/>
                    <a:pt x="19057" y="29840"/>
                    <a:pt x="19220" y="29803"/>
                  </a:cubicBezTo>
                  <a:cubicBezTo>
                    <a:pt x="19536" y="29742"/>
                    <a:pt x="19848" y="29661"/>
                    <a:pt x="20152" y="29568"/>
                  </a:cubicBezTo>
                  <a:cubicBezTo>
                    <a:pt x="20201" y="29552"/>
                    <a:pt x="20245" y="29524"/>
                    <a:pt x="20282" y="29491"/>
                  </a:cubicBezTo>
                  <a:lnTo>
                    <a:pt x="20286" y="29491"/>
                  </a:lnTo>
                  <a:lnTo>
                    <a:pt x="20310" y="29471"/>
                  </a:lnTo>
                  <a:cubicBezTo>
                    <a:pt x="22949" y="26613"/>
                    <a:pt x="20934" y="21582"/>
                    <a:pt x="13966" y="13637"/>
                  </a:cubicBezTo>
                  <a:cubicBezTo>
                    <a:pt x="13390" y="12976"/>
                    <a:pt x="12790" y="12258"/>
                    <a:pt x="12142" y="11440"/>
                  </a:cubicBezTo>
                  <a:cubicBezTo>
                    <a:pt x="10800" y="9737"/>
                    <a:pt x="9572" y="8010"/>
                    <a:pt x="8493" y="6486"/>
                  </a:cubicBezTo>
                  <a:cubicBezTo>
                    <a:pt x="7727" y="5412"/>
                    <a:pt x="7014" y="4402"/>
                    <a:pt x="6341" y="3522"/>
                  </a:cubicBezTo>
                  <a:cubicBezTo>
                    <a:pt x="4520" y="1123"/>
                    <a:pt x="3325" y="109"/>
                    <a:pt x="2210" y="8"/>
                  </a:cubicBezTo>
                  <a:cubicBezTo>
                    <a:pt x="2154" y="3"/>
                    <a:pt x="2099" y="0"/>
                    <a:pt x="204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" name="Google Shape;5500;p73"/>
            <p:cNvSpPr/>
            <p:nvPr/>
          </p:nvSpPr>
          <p:spPr>
            <a:xfrm>
              <a:off x="3846682" y="2950324"/>
              <a:ext cx="193601" cy="233431"/>
            </a:xfrm>
            <a:custGeom>
              <a:avLst/>
              <a:gdLst/>
              <a:ahLst/>
              <a:cxnLst/>
              <a:rect l="l" t="t" r="r" b="b"/>
              <a:pathLst>
                <a:path w="11165" h="13462" extrusionOk="0">
                  <a:moveTo>
                    <a:pt x="75" y="0"/>
                  </a:moveTo>
                  <a:cubicBezTo>
                    <a:pt x="64" y="0"/>
                    <a:pt x="53" y="2"/>
                    <a:pt x="45" y="7"/>
                  </a:cubicBezTo>
                  <a:cubicBezTo>
                    <a:pt x="0" y="40"/>
                    <a:pt x="57" y="157"/>
                    <a:pt x="175" y="271"/>
                  </a:cubicBezTo>
                  <a:cubicBezTo>
                    <a:pt x="1176" y="1252"/>
                    <a:pt x="2149" y="2257"/>
                    <a:pt x="3102" y="3291"/>
                  </a:cubicBezTo>
                  <a:cubicBezTo>
                    <a:pt x="4058" y="4321"/>
                    <a:pt x="4978" y="5379"/>
                    <a:pt x="5862" y="6465"/>
                  </a:cubicBezTo>
                  <a:cubicBezTo>
                    <a:pt x="6754" y="7552"/>
                    <a:pt x="7613" y="8658"/>
                    <a:pt x="8444" y="9789"/>
                  </a:cubicBezTo>
                  <a:cubicBezTo>
                    <a:pt x="9271" y="10916"/>
                    <a:pt x="10070" y="12067"/>
                    <a:pt x="10840" y="13243"/>
                  </a:cubicBezTo>
                  <a:cubicBezTo>
                    <a:pt x="10927" y="13370"/>
                    <a:pt x="11021" y="13462"/>
                    <a:pt x="11084" y="13462"/>
                  </a:cubicBezTo>
                  <a:cubicBezTo>
                    <a:pt x="11091" y="13462"/>
                    <a:pt x="11097" y="13460"/>
                    <a:pt x="11104" y="13458"/>
                  </a:cubicBezTo>
                  <a:cubicBezTo>
                    <a:pt x="11165" y="13434"/>
                    <a:pt x="11128" y="13284"/>
                    <a:pt x="11031" y="13121"/>
                  </a:cubicBezTo>
                  <a:cubicBezTo>
                    <a:pt x="10301" y="11917"/>
                    <a:pt x="9539" y="10730"/>
                    <a:pt x="8712" y="9591"/>
                  </a:cubicBezTo>
                  <a:cubicBezTo>
                    <a:pt x="7885" y="8451"/>
                    <a:pt x="7030" y="7333"/>
                    <a:pt x="6138" y="6242"/>
                  </a:cubicBezTo>
                  <a:cubicBezTo>
                    <a:pt x="5238" y="5156"/>
                    <a:pt x="4301" y="4102"/>
                    <a:pt x="3329" y="3080"/>
                  </a:cubicBezTo>
                  <a:cubicBezTo>
                    <a:pt x="2356" y="2055"/>
                    <a:pt x="1350" y="1074"/>
                    <a:pt x="304" y="129"/>
                  </a:cubicBezTo>
                  <a:cubicBezTo>
                    <a:pt x="217" y="52"/>
                    <a:pt x="131" y="0"/>
                    <a:pt x="7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" name="Google Shape;5501;p73"/>
            <p:cNvSpPr/>
            <p:nvPr/>
          </p:nvSpPr>
          <p:spPr>
            <a:xfrm>
              <a:off x="3790795" y="2898772"/>
              <a:ext cx="42622" cy="41252"/>
            </a:xfrm>
            <a:custGeom>
              <a:avLst/>
              <a:gdLst/>
              <a:ahLst/>
              <a:cxnLst/>
              <a:rect l="l" t="t" r="r" b="b"/>
              <a:pathLst>
                <a:path w="2458" h="2379" extrusionOk="0">
                  <a:moveTo>
                    <a:pt x="127" y="1"/>
                  </a:moveTo>
                  <a:cubicBezTo>
                    <a:pt x="104" y="1"/>
                    <a:pt x="74" y="13"/>
                    <a:pt x="49" y="37"/>
                  </a:cubicBezTo>
                  <a:cubicBezTo>
                    <a:pt x="17" y="74"/>
                    <a:pt x="1" y="122"/>
                    <a:pt x="21" y="143"/>
                  </a:cubicBezTo>
                  <a:cubicBezTo>
                    <a:pt x="187" y="349"/>
                    <a:pt x="365" y="548"/>
                    <a:pt x="544" y="743"/>
                  </a:cubicBezTo>
                  <a:lnTo>
                    <a:pt x="1095" y="1310"/>
                  </a:lnTo>
                  <a:lnTo>
                    <a:pt x="1675" y="1853"/>
                  </a:lnTo>
                  <a:cubicBezTo>
                    <a:pt x="1865" y="2028"/>
                    <a:pt x="2068" y="2202"/>
                    <a:pt x="2275" y="2368"/>
                  </a:cubicBezTo>
                  <a:cubicBezTo>
                    <a:pt x="2284" y="2375"/>
                    <a:pt x="2295" y="2379"/>
                    <a:pt x="2308" y="2379"/>
                  </a:cubicBezTo>
                  <a:cubicBezTo>
                    <a:pt x="2333" y="2379"/>
                    <a:pt x="2363" y="2364"/>
                    <a:pt x="2392" y="2332"/>
                  </a:cubicBezTo>
                  <a:cubicBezTo>
                    <a:pt x="2437" y="2287"/>
                    <a:pt x="2457" y="2230"/>
                    <a:pt x="2433" y="2206"/>
                  </a:cubicBezTo>
                  <a:cubicBezTo>
                    <a:pt x="2259" y="2003"/>
                    <a:pt x="2088" y="1805"/>
                    <a:pt x="1902" y="1614"/>
                  </a:cubicBezTo>
                  <a:lnTo>
                    <a:pt x="1342" y="1055"/>
                  </a:lnTo>
                  <a:lnTo>
                    <a:pt x="763" y="520"/>
                  </a:lnTo>
                  <a:cubicBezTo>
                    <a:pt x="564" y="341"/>
                    <a:pt x="361" y="175"/>
                    <a:pt x="155" y="9"/>
                  </a:cubicBezTo>
                  <a:cubicBezTo>
                    <a:pt x="148" y="4"/>
                    <a:pt x="138" y="1"/>
                    <a:pt x="12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" name="Google Shape;5502;p73"/>
            <p:cNvSpPr/>
            <p:nvPr/>
          </p:nvSpPr>
          <p:spPr>
            <a:xfrm>
              <a:off x="4057623" y="3206210"/>
              <a:ext cx="34611" cy="44252"/>
            </a:xfrm>
            <a:custGeom>
              <a:avLst/>
              <a:gdLst/>
              <a:ahLst/>
              <a:cxnLst/>
              <a:rect l="l" t="t" r="r" b="b"/>
              <a:pathLst>
                <a:path w="1996" h="2552" extrusionOk="0">
                  <a:moveTo>
                    <a:pt x="138" y="1"/>
                  </a:moveTo>
                  <a:cubicBezTo>
                    <a:pt x="118" y="1"/>
                    <a:pt x="91" y="13"/>
                    <a:pt x="62" y="39"/>
                  </a:cubicBezTo>
                  <a:cubicBezTo>
                    <a:pt x="21" y="75"/>
                    <a:pt x="1" y="120"/>
                    <a:pt x="21" y="144"/>
                  </a:cubicBezTo>
                  <a:lnTo>
                    <a:pt x="475" y="736"/>
                  </a:lnTo>
                  <a:cubicBezTo>
                    <a:pt x="625" y="931"/>
                    <a:pt x="763" y="1137"/>
                    <a:pt x="913" y="1332"/>
                  </a:cubicBezTo>
                  <a:cubicBezTo>
                    <a:pt x="1067" y="1522"/>
                    <a:pt x="1213" y="1725"/>
                    <a:pt x="1351" y="1928"/>
                  </a:cubicBezTo>
                  <a:lnTo>
                    <a:pt x="1780" y="2532"/>
                  </a:lnTo>
                  <a:cubicBezTo>
                    <a:pt x="1791" y="2544"/>
                    <a:pt x="1808" y="2552"/>
                    <a:pt x="1830" y="2552"/>
                  </a:cubicBezTo>
                  <a:cubicBezTo>
                    <a:pt x="1850" y="2552"/>
                    <a:pt x="1875" y="2545"/>
                    <a:pt x="1902" y="2532"/>
                  </a:cubicBezTo>
                  <a:cubicBezTo>
                    <a:pt x="1959" y="2499"/>
                    <a:pt x="1995" y="2451"/>
                    <a:pt x="1979" y="2418"/>
                  </a:cubicBezTo>
                  <a:cubicBezTo>
                    <a:pt x="1874" y="2187"/>
                    <a:pt x="1760" y="1964"/>
                    <a:pt x="1631" y="1745"/>
                  </a:cubicBezTo>
                  <a:cubicBezTo>
                    <a:pt x="1493" y="1535"/>
                    <a:pt x="1359" y="1320"/>
                    <a:pt x="1205" y="1117"/>
                  </a:cubicBezTo>
                  <a:cubicBezTo>
                    <a:pt x="1047" y="914"/>
                    <a:pt x="881" y="724"/>
                    <a:pt x="710" y="533"/>
                  </a:cubicBezTo>
                  <a:cubicBezTo>
                    <a:pt x="540" y="347"/>
                    <a:pt x="354" y="172"/>
                    <a:pt x="159" y="6"/>
                  </a:cubicBezTo>
                  <a:cubicBezTo>
                    <a:pt x="153" y="3"/>
                    <a:pt x="146" y="1"/>
                    <a:pt x="13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" name="Google Shape;5503;p73"/>
            <p:cNvSpPr/>
            <p:nvPr/>
          </p:nvSpPr>
          <p:spPr>
            <a:xfrm>
              <a:off x="4124625" y="3304909"/>
              <a:ext cx="130397" cy="209519"/>
            </a:xfrm>
            <a:custGeom>
              <a:avLst/>
              <a:gdLst/>
              <a:ahLst/>
              <a:cxnLst/>
              <a:rect l="l" t="t" r="r" b="b"/>
              <a:pathLst>
                <a:path w="7520" h="12083" extrusionOk="0">
                  <a:moveTo>
                    <a:pt x="66" y="1"/>
                  </a:moveTo>
                  <a:cubicBezTo>
                    <a:pt x="58" y="1"/>
                    <a:pt x="51" y="2"/>
                    <a:pt x="45" y="6"/>
                  </a:cubicBezTo>
                  <a:cubicBezTo>
                    <a:pt x="0" y="30"/>
                    <a:pt x="12" y="140"/>
                    <a:pt x="81" y="249"/>
                  </a:cubicBezTo>
                  <a:lnTo>
                    <a:pt x="1901" y="3148"/>
                  </a:lnTo>
                  <a:cubicBezTo>
                    <a:pt x="2501" y="4112"/>
                    <a:pt x="3101" y="5081"/>
                    <a:pt x="3697" y="6050"/>
                  </a:cubicBezTo>
                  <a:cubicBezTo>
                    <a:pt x="4297" y="7019"/>
                    <a:pt x="4889" y="7992"/>
                    <a:pt x="5477" y="8969"/>
                  </a:cubicBezTo>
                  <a:lnTo>
                    <a:pt x="7240" y="11900"/>
                  </a:lnTo>
                  <a:cubicBezTo>
                    <a:pt x="7305" y="12007"/>
                    <a:pt x="7384" y="12082"/>
                    <a:pt x="7441" y="12082"/>
                  </a:cubicBezTo>
                  <a:cubicBezTo>
                    <a:pt x="7449" y="12082"/>
                    <a:pt x="7456" y="12081"/>
                    <a:pt x="7463" y="12078"/>
                  </a:cubicBezTo>
                  <a:cubicBezTo>
                    <a:pt x="7520" y="12050"/>
                    <a:pt x="7508" y="11924"/>
                    <a:pt x="7439" y="11786"/>
                  </a:cubicBezTo>
                  <a:cubicBezTo>
                    <a:pt x="6892" y="10785"/>
                    <a:pt x="6340" y="9788"/>
                    <a:pt x="5761" y="8803"/>
                  </a:cubicBezTo>
                  <a:cubicBezTo>
                    <a:pt x="5185" y="7822"/>
                    <a:pt x="4601" y="6832"/>
                    <a:pt x="3997" y="5864"/>
                  </a:cubicBezTo>
                  <a:cubicBezTo>
                    <a:pt x="3393" y="4895"/>
                    <a:pt x="2785" y="3930"/>
                    <a:pt x="2165" y="2977"/>
                  </a:cubicBezTo>
                  <a:cubicBezTo>
                    <a:pt x="1541" y="2025"/>
                    <a:pt x="896" y="1076"/>
                    <a:pt x="243" y="144"/>
                  </a:cubicBezTo>
                  <a:cubicBezTo>
                    <a:pt x="188" y="60"/>
                    <a:pt x="114" y="1"/>
                    <a:pt x="6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" name="Google Shape;5504;p73"/>
            <p:cNvSpPr/>
            <p:nvPr/>
          </p:nvSpPr>
          <p:spPr>
            <a:xfrm>
              <a:off x="4317359" y="3627433"/>
              <a:ext cx="76643" cy="239309"/>
            </a:xfrm>
            <a:custGeom>
              <a:avLst/>
              <a:gdLst/>
              <a:ahLst/>
              <a:cxnLst/>
              <a:rect l="l" t="t" r="r" b="b"/>
              <a:pathLst>
                <a:path w="4420" h="13801" extrusionOk="0">
                  <a:moveTo>
                    <a:pt x="68" y="0"/>
                  </a:moveTo>
                  <a:cubicBezTo>
                    <a:pt x="60" y="0"/>
                    <a:pt x="52" y="2"/>
                    <a:pt x="45" y="5"/>
                  </a:cubicBezTo>
                  <a:cubicBezTo>
                    <a:pt x="1" y="25"/>
                    <a:pt x="21" y="134"/>
                    <a:pt x="94" y="248"/>
                  </a:cubicBezTo>
                  <a:cubicBezTo>
                    <a:pt x="747" y="1225"/>
                    <a:pt x="1326" y="2250"/>
                    <a:pt x="1829" y="3313"/>
                  </a:cubicBezTo>
                  <a:cubicBezTo>
                    <a:pt x="2340" y="4371"/>
                    <a:pt x="2761" y="5465"/>
                    <a:pt x="3098" y="6592"/>
                  </a:cubicBezTo>
                  <a:cubicBezTo>
                    <a:pt x="3446" y="7711"/>
                    <a:pt x="3706" y="8858"/>
                    <a:pt x="3876" y="10022"/>
                  </a:cubicBezTo>
                  <a:cubicBezTo>
                    <a:pt x="4051" y="11181"/>
                    <a:pt x="4140" y="12353"/>
                    <a:pt x="4148" y="13528"/>
                  </a:cubicBezTo>
                  <a:cubicBezTo>
                    <a:pt x="4152" y="13670"/>
                    <a:pt x="4188" y="13792"/>
                    <a:pt x="4253" y="13800"/>
                  </a:cubicBezTo>
                  <a:cubicBezTo>
                    <a:pt x="4256" y="13800"/>
                    <a:pt x="4259" y="13801"/>
                    <a:pt x="4262" y="13801"/>
                  </a:cubicBezTo>
                  <a:cubicBezTo>
                    <a:pt x="4323" y="13801"/>
                    <a:pt x="4371" y="13683"/>
                    <a:pt x="4375" y="13532"/>
                  </a:cubicBezTo>
                  <a:cubicBezTo>
                    <a:pt x="4419" y="12340"/>
                    <a:pt x="4363" y="11149"/>
                    <a:pt x="4201" y="9969"/>
                  </a:cubicBezTo>
                  <a:cubicBezTo>
                    <a:pt x="4038" y="8793"/>
                    <a:pt x="3783" y="7626"/>
                    <a:pt x="3438" y="6491"/>
                  </a:cubicBezTo>
                  <a:cubicBezTo>
                    <a:pt x="3086" y="5352"/>
                    <a:pt x="2640" y="4241"/>
                    <a:pt x="2109" y="3175"/>
                  </a:cubicBezTo>
                  <a:cubicBezTo>
                    <a:pt x="1582" y="2109"/>
                    <a:pt x="962" y="1095"/>
                    <a:pt x="256" y="138"/>
                  </a:cubicBezTo>
                  <a:cubicBezTo>
                    <a:pt x="190" y="52"/>
                    <a:pt x="118" y="0"/>
                    <a:pt x="6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" name="Google Shape;5505;p73"/>
            <p:cNvSpPr/>
            <p:nvPr/>
          </p:nvSpPr>
          <p:spPr>
            <a:xfrm>
              <a:off x="4357848" y="3882297"/>
              <a:ext cx="29894" cy="60898"/>
            </a:xfrm>
            <a:custGeom>
              <a:avLst/>
              <a:gdLst/>
              <a:ahLst/>
              <a:cxnLst/>
              <a:rect l="l" t="t" r="r" b="b"/>
              <a:pathLst>
                <a:path w="1724" h="3512" extrusionOk="0">
                  <a:moveTo>
                    <a:pt x="1588" y="0"/>
                  </a:moveTo>
                  <a:cubicBezTo>
                    <a:pt x="1544" y="0"/>
                    <a:pt x="1506" y="19"/>
                    <a:pt x="1497" y="50"/>
                  </a:cubicBezTo>
                  <a:cubicBezTo>
                    <a:pt x="1411" y="346"/>
                    <a:pt x="1318" y="634"/>
                    <a:pt x="1217" y="922"/>
                  </a:cubicBezTo>
                  <a:cubicBezTo>
                    <a:pt x="1120" y="1210"/>
                    <a:pt x="1010" y="1494"/>
                    <a:pt x="880" y="1769"/>
                  </a:cubicBezTo>
                  <a:cubicBezTo>
                    <a:pt x="759" y="2049"/>
                    <a:pt x="625" y="2325"/>
                    <a:pt x="475" y="2588"/>
                  </a:cubicBezTo>
                  <a:cubicBezTo>
                    <a:pt x="333" y="2852"/>
                    <a:pt x="175" y="3115"/>
                    <a:pt x="13" y="3379"/>
                  </a:cubicBezTo>
                  <a:cubicBezTo>
                    <a:pt x="1" y="3419"/>
                    <a:pt x="17" y="3460"/>
                    <a:pt x="49" y="3480"/>
                  </a:cubicBezTo>
                  <a:cubicBezTo>
                    <a:pt x="66" y="3501"/>
                    <a:pt x="89" y="3511"/>
                    <a:pt x="113" y="3511"/>
                  </a:cubicBezTo>
                  <a:cubicBezTo>
                    <a:pt x="130" y="3511"/>
                    <a:pt x="148" y="3506"/>
                    <a:pt x="163" y="3496"/>
                  </a:cubicBezTo>
                  <a:cubicBezTo>
                    <a:pt x="382" y="3265"/>
                    <a:pt x="572" y="3014"/>
                    <a:pt x="743" y="2746"/>
                  </a:cubicBezTo>
                  <a:cubicBezTo>
                    <a:pt x="1091" y="2215"/>
                    <a:pt x="1359" y="1635"/>
                    <a:pt x="1533" y="1023"/>
                  </a:cubicBezTo>
                  <a:cubicBezTo>
                    <a:pt x="1622" y="719"/>
                    <a:pt x="1687" y="411"/>
                    <a:pt x="1720" y="95"/>
                  </a:cubicBezTo>
                  <a:cubicBezTo>
                    <a:pt x="1724" y="54"/>
                    <a:pt x="1691" y="22"/>
                    <a:pt x="1630" y="6"/>
                  </a:cubicBezTo>
                  <a:cubicBezTo>
                    <a:pt x="1616" y="2"/>
                    <a:pt x="1602" y="0"/>
                    <a:pt x="15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" name="Google Shape;5506;p73"/>
            <p:cNvSpPr/>
            <p:nvPr/>
          </p:nvSpPr>
          <p:spPr>
            <a:xfrm>
              <a:off x="4185922" y="4066014"/>
              <a:ext cx="56858" cy="79053"/>
            </a:xfrm>
            <a:custGeom>
              <a:avLst/>
              <a:gdLst/>
              <a:ahLst/>
              <a:cxnLst/>
              <a:rect l="l" t="t" r="r" b="b"/>
              <a:pathLst>
                <a:path w="3279" h="4559" extrusionOk="0">
                  <a:moveTo>
                    <a:pt x="3133" y="1"/>
                  </a:moveTo>
                  <a:cubicBezTo>
                    <a:pt x="3107" y="1"/>
                    <a:pt x="3080" y="10"/>
                    <a:pt x="3057" y="32"/>
                  </a:cubicBezTo>
                  <a:cubicBezTo>
                    <a:pt x="2769" y="372"/>
                    <a:pt x="2477" y="709"/>
                    <a:pt x="2218" y="1074"/>
                  </a:cubicBezTo>
                  <a:cubicBezTo>
                    <a:pt x="1954" y="1438"/>
                    <a:pt x="1695" y="1807"/>
                    <a:pt x="1472" y="2201"/>
                  </a:cubicBezTo>
                  <a:cubicBezTo>
                    <a:pt x="1249" y="2590"/>
                    <a:pt x="1042" y="2987"/>
                    <a:pt x="811" y="3356"/>
                  </a:cubicBezTo>
                  <a:cubicBezTo>
                    <a:pt x="584" y="3725"/>
                    <a:pt x="337" y="4086"/>
                    <a:pt x="33" y="4394"/>
                  </a:cubicBezTo>
                  <a:cubicBezTo>
                    <a:pt x="0" y="4430"/>
                    <a:pt x="0" y="4483"/>
                    <a:pt x="24" y="4519"/>
                  </a:cubicBezTo>
                  <a:cubicBezTo>
                    <a:pt x="44" y="4544"/>
                    <a:pt x="74" y="4558"/>
                    <a:pt x="104" y="4558"/>
                  </a:cubicBezTo>
                  <a:cubicBezTo>
                    <a:pt x="123" y="4558"/>
                    <a:pt x="142" y="4552"/>
                    <a:pt x="158" y="4540"/>
                  </a:cubicBezTo>
                  <a:cubicBezTo>
                    <a:pt x="523" y="4256"/>
                    <a:pt x="815" y="3899"/>
                    <a:pt x="1070" y="3522"/>
                  </a:cubicBezTo>
                  <a:cubicBezTo>
                    <a:pt x="1322" y="3145"/>
                    <a:pt x="1557" y="2764"/>
                    <a:pt x="1776" y="2383"/>
                  </a:cubicBezTo>
                  <a:cubicBezTo>
                    <a:pt x="1995" y="2002"/>
                    <a:pt x="2234" y="1633"/>
                    <a:pt x="2485" y="1268"/>
                  </a:cubicBezTo>
                  <a:lnTo>
                    <a:pt x="3239" y="170"/>
                  </a:lnTo>
                  <a:cubicBezTo>
                    <a:pt x="3278" y="82"/>
                    <a:pt x="3209" y="1"/>
                    <a:pt x="313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" name="Google Shape;5507;p73"/>
            <p:cNvSpPr/>
            <p:nvPr/>
          </p:nvSpPr>
          <p:spPr>
            <a:xfrm>
              <a:off x="4251155" y="3955957"/>
              <a:ext cx="97087" cy="88538"/>
            </a:xfrm>
            <a:custGeom>
              <a:avLst/>
              <a:gdLst/>
              <a:ahLst/>
              <a:cxnLst/>
              <a:rect l="l" t="t" r="r" b="b"/>
              <a:pathLst>
                <a:path w="5599" h="5106" extrusionOk="0">
                  <a:moveTo>
                    <a:pt x="5482" y="1"/>
                  </a:moveTo>
                  <a:cubicBezTo>
                    <a:pt x="5437" y="1"/>
                    <a:pt x="5387" y="35"/>
                    <a:pt x="5359" y="91"/>
                  </a:cubicBezTo>
                  <a:cubicBezTo>
                    <a:pt x="5112" y="630"/>
                    <a:pt x="4719" y="1068"/>
                    <a:pt x="4240" y="1429"/>
                  </a:cubicBezTo>
                  <a:cubicBezTo>
                    <a:pt x="3766" y="1786"/>
                    <a:pt x="3251" y="2130"/>
                    <a:pt x="2757" y="2487"/>
                  </a:cubicBezTo>
                  <a:lnTo>
                    <a:pt x="1281" y="3578"/>
                  </a:lnTo>
                  <a:cubicBezTo>
                    <a:pt x="807" y="3934"/>
                    <a:pt x="247" y="4328"/>
                    <a:pt x="20" y="4960"/>
                  </a:cubicBezTo>
                  <a:cubicBezTo>
                    <a:pt x="0" y="5021"/>
                    <a:pt x="20" y="5086"/>
                    <a:pt x="65" y="5102"/>
                  </a:cubicBezTo>
                  <a:cubicBezTo>
                    <a:pt x="74" y="5104"/>
                    <a:pt x="83" y="5106"/>
                    <a:pt x="93" y="5106"/>
                  </a:cubicBezTo>
                  <a:cubicBezTo>
                    <a:pt x="141" y="5106"/>
                    <a:pt x="189" y="5072"/>
                    <a:pt x="203" y="5025"/>
                  </a:cubicBezTo>
                  <a:cubicBezTo>
                    <a:pt x="446" y="4498"/>
                    <a:pt x="969" y="4173"/>
                    <a:pt x="1463" y="3829"/>
                  </a:cubicBezTo>
                  <a:lnTo>
                    <a:pt x="2963" y="2775"/>
                  </a:lnTo>
                  <a:cubicBezTo>
                    <a:pt x="3454" y="2414"/>
                    <a:pt x="3953" y="2074"/>
                    <a:pt x="4443" y="1684"/>
                  </a:cubicBezTo>
                  <a:cubicBezTo>
                    <a:pt x="4934" y="1295"/>
                    <a:pt x="5359" y="772"/>
                    <a:pt x="5570" y="180"/>
                  </a:cubicBezTo>
                  <a:cubicBezTo>
                    <a:pt x="5598" y="103"/>
                    <a:pt x="5578" y="35"/>
                    <a:pt x="5521" y="10"/>
                  </a:cubicBezTo>
                  <a:cubicBezTo>
                    <a:pt x="5509" y="4"/>
                    <a:pt x="5496" y="1"/>
                    <a:pt x="548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" name="Google Shape;5508;p73"/>
            <p:cNvSpPr/>
            <p:nvPr/>
          </p:nvSpPr>
          <p:spPr>
            <a:xfrm>
              <a:off x="4327347" y="3693620"/>
              <a:ext cx="43107" cy="188937"/>
            </a:xfrm>
            <a:custGeom>
              <a:avLst/>
              <a:gdLst/>
              <a:ahLst/>
              <a:cxnLst/>
              <a:rect l="l" t="t" r="r" b="b"/>
              <a:pathLst>
                <a:path w="2486" h="10896" extrusionOk="0">
                  <a:moveTo>
                    <a:pt x="78" y="0"/>
                  </a:moveTo>
                  <a:cubicBezTo>
                    <a:pt x="68" y="0"/>
                    <a:pt x="58" y="2"/>
                    <a:pt x="49" y="6"/>
                  </a:cubicBezTo>
                  <a:cubicBezTo>
                    <a:pt x="0" y="31"/>
                    <a:pt x="0" y="124"/>
                    <a:pt x="49" y="209"/>
                  </a:cubicBezTo>
                  <a:cubicBezTo>
                    <a:pt x="467" y="1008"/>
                    <a:pt x="807" y="1843"/>
                    <a:pt x="1062" y="2706"/>
                  </a:cubicBezTo>
                  <a:cubicBezTo>
                    <a:pt x="1322" y="3570"/>
                    <a:pt x="1533" y="4449"/>
                    <a:pt x="1687" y="5337"/>
                  </a:cubicBezTo>
                  <a:cubicBezTo>
                    <a:pt x="1857" y="6229"/>
                    <a:pt x="2031" y="7121"/>
                    <a:pt x="2096" y="8013"/>
                  </a:cubicBezTo>
                  <a:cubicBezTo>
                    <a:pt x="2161" y="8904"/>
                    <a:pt x="2141" y="9804"/>
                    <a:pt x="1873" y="10660"/>
                  </a:cubicBezTo>
                  <a:cubicBezTo>
                    <a:pt x="1845" y="10761"/>
                    <a:pt x="1853" y="10867"/>
                    <a:pt x="1910" y="10891"/>
                  </a:cubicBezTo>
                  <a:cubicBezTo>
                    <a:pt x="1918" y="10894"/>
                    <a:pt x="1926" y="10896"/>
                    <a:pt x="1935" y="10896"/>
                  </a:cubicBezTo>
                  <a:cubicBezTo>
                    <a:pt x="1989" y="10896"/>
                    <a:pt x="2054" y="10834"/>
                    <a:pt x="2092" y="10733"/>
                  </a:cubicBezTo>
                  <a:cubicBezTo>
                    <a:pt x="2421" y="9857"/>
                    <a:pt x="2485" y="8904"/>
                    <a:pt x="2425" y="7988"/>
                  </a:cubicBezTo>
                  <a:cubicBezTo>
                    <a:pt x="2364" y="7072"/>
                    <a:pt x="2218" y="6164"/>
                    <a:pt x="2035" y="5272"/>
                  </a:cubicBezTo>
                  <a:cubicBezTo>
                    <a:pt x="1853" y="4380"/>
                    <a:pt x="1650" y="3476"/>
                    <a:pt x="1362" y="2613"/>
                  </a:cubicBezTo>
                  <a:cubicBezTo>
                    <a:pt x="1075" y="1745"/>
                    <a:pt x="702" y="894"/>
                    <a:pt x="211" y="112"/>
                  </a:cubicBezTo>
                  <a:cubicBezTo>
                    <a:pt x="174" y="45"/>
                    <a:pt x="124" y="0"/>
                    <a:pt x="7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" name="Google Shape;5509;p73"/>
            <p:cNvSpPr/>
            <p:nvPr/>
          </p:nvSpPr>
          <p:spPr>
            <a:xfrm>
              <a:off x="4320879" y="3763015"/>
              <a:ext cx="19768" cy="110109"/>
            </a:xfrm>
            <a:custGeom>
              <a:avLst/>
              <a:gdLst/>
              <a:ahLst/>
              <a:cxnLst/>
              <a:rect l="l" t="t" r="r" b="b"/>
              <a:pathLst>
                <a:path w="1140" h="6350" extrusionOk="0">
                  <a:moveTo>
                    <a:pt x="106" y="0"/>
                  </a:moveTo>
                  <a:cubicBezTo>
                    <a:pt x="101" y="0"/>
                    <a:pt x="95" y="1"/>
                    <a:pt x="90" y="1"/>
                  </a:cubicBezTo>
                  <a:cubicBezTo>
                    <a:pt x="33" y="18"/>
                    <a:pt x="0" y="74"/>
                    <a:pt x="21" y="131"/>
                  </a:cubicBezTo>
                  <a:lnTo>
                    <a:pt x="398" y="1639"/>
                  </a:lnTo>
                  <a:cubicBezTo>
                    <a:pt x="523" y="2138"/>
                    <a:pt x="621" y="2645"/>
                    <a:pt x="690" y="3155"/>
                  </a:cubicBezTo>
                  <a:cubicBezTo>
                    <a:pt x="767" y="3658"/>
                    <a:pt x="799" y="4169"/>
                    <a:pt x="787" y="4680"/>
                  </a:cubicBezTo>
                  <a:cubicBezTo>
                    <a:pt x="779" y="5194"/>
                    <a:pt x="730" y="5705"/>
                    <a:pt x="641" y="6212"/>
                  </a:cubicBezTo>
                  <a:cubicBezTo>
                    <a:pt x="625" y="6269"/>
                    <a:pt x="661" y="6325"/>
                    <a:pt x="718" y="6346"/>
                  </a:cubicBezTo>
                  <a:cubicBezTo>
                    <a:pt x="728" y="6348"/>
                    <a:pt x="737" y="6349"/>
                    <a:pt x="747" y="6349"/>
                  </a:cubicBezTo>
                  <a:cubicBezTo>
                    <a:pt x="798" y="6349"/>
                    <a:pt x="847" y="6315"/>
                    <a:pt x="864" y="6261"/>
                  </a:cubicBezTo>
                  <a:cubicBezTo>
                    <a:pt x="1006" y="5746"/>
                    <a:pt x="1091" y="5223"/>
                    <a:pt x="1123" y="4692"/>
                  </a:cubicBezTo>
                  <a:cubicBezTo>
                    <a:pt x="1140" y="4161"/>
                    <a:pt x="1111" y="3630"/>
                    <a:pt x="1042" y="3103"/>
                  </a:cubicBezTo>
                  <a:cubicBezTo>
                    <a:pt x="957" y="2584"/>
                    <a:pt x="844" y="2065"/>
                    <a:pt x="702" y="1558"/>
                  </a:cubicBezTo>
                  <a:cubicBezTo>
                    <a:pt x="560" y="1055"/>
                    <a:pt x="386" y="561"/>
                    <a:pt x="203" y="74"/>
                  </a:cubicBezTo>
                  <a:cubicBezTo>
                    <a:pt x="192" y="28"/>
                    <a:pt x="150" y="0"/>
                    <a:pt x="10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" name="Google Shape;5510;p73"/>
            <p:cNvSpPr/>
            <p:nvPr/>
          </p:nvSpPr>
          <p:spPr>
            <a:xfrm>
              <a:off x="3856375" y="2997055"/>
              <a:ext cx="149107" cy="195873"/>
            </a:xfrm>
            <a:custGeom>
              <a:avLst/>
              <a:gdLst/>
              <a:ahLst/>
              <a:cxnLst/>
              <a:rect l="l" t="t" r="r" b="b"/>
              <a:pathLst>
                <a:path w="8599" h="11296" extrusionOk="0">
                  <a:moveTo>
                    <a:pt x="78" y="1"/>
                  </a:moveTo>
                  <a:cubicBezTo>
                    <a:pt x="63" y="1"/>
                    <a:pt x="51" y="5"/>
                    <a:pt x="41" y="12"/>
                  </a:cubicBezTo>
                  <a:cubicBezTo>
                    <a:pt x="1" y="49"/>
                    <a:pt x="41" y="146"/>
                    <a:pt x="135" y="239"/>
                  </a:cubicBezTo>
                  <a:cubicBezTo>
                    <a:pt x="949" y="1030"/>
                    <a:pt x="1711" y="1869"/>
                    <a:pt x="2421" y="2757"/>
                  </a:cubicBezTo>
                  <a:cubicBezTo>
                    <a:pt x="3130" y="3636"/>
                    <a:pt x="3791" y="4565"/>
                    <a:pt x="4444" y="5493"/>
                  </a:cubicBezTo>
                  <a:cubicBezTo>
                    <a:pt x="5096" y="6417"/>
                    <a:pt x="5729" y="7366"/>
                    <a:pt x="6369" y="8314"/>
                  </a:cubicBezTo>
                  <a:cubicBezTo>
                    <a:pt x="7010" y="9259"/>
                    <a:pt x="7658" y="10195"/>
                    <a:pt x="8311" y="11132"/>
                  </a:cubicBezTo>
                  <a:cubicBezTo>
                    <a:pt x="8381" y="11226"/>
                    <a:pt x="8459" y="11296"/>
                    <a:pt x="8516" y="11296"/>
                  </a:cubicBezTo>
                  <a:cubicBezTo>
                    <a:pt x="8525" y="11296"/>
                    <a:pt x="8534" y="11294"/>
                    <a:pt x="8542" y="11290"/>
                  </a:cubicBezTo>
                  <a:cubicBezTo>
                    <a:pt x="8599" y="11257"/>
                    <a:pt x="8579" y="11132"/>
                    <a:pt x="8498" y="11006"/>
                  </a:cubicBezTo>
                  <a:cubicBezTo>
                    <a:pt x="7885" y="10041"/>
                    <a:pt x="7269" y="9085"/>
                    <a:pt x="6641" y="8132"/>
                  </a:cubicBezTo>
                  <a:cubicBezTo>
                    <a:pt x="6013" y="7179"/>
                    <a:pt x="5396" y="6227"/>
                    <a:pt x="4736" y="5290"/>
                  </a:cubicBezTo>
                  <a:cubicBezTo>
                    <a:pt x="4079" y="4354"/>
                    <a:pt x="3394" y="3434"/>
                    <a:pt x="2660" y="2554"/>
                  </a:cubicBezTo>
                  <a:cubicBezTo>
                    <a:pt x="1926" y="1674"/>
                    <a:pt x="1124" y="851"/>
                    <a:pt x="264" y="97"/>
                  </a:cubicBezTo>
                  <a:cubicBezTo>
                    <a:pt x="196" y="39"/>
                    <a:pt x="126" y="1"/>
                    <a:pt x="7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" name="Google Shape;5511;p73"/>
            <p:cNvSpPr/>
            <p:nvPr/>
          </p:nvSpPr>
          <p:spPr>
            <a:xfrm>
              <a:off x="3889061" y="3078726"/>
              <a:ext cx="64349" cy="83440"/>
            </a:xfrm>
            <a:custGeom>
              <a:avLst/>
              <a:gdLst/>
              <a:ahLst/>
              <a:cxnLst/>
              <a:rect l="l" t="t" r="r" b="b"/>
              <a:pathLst>
                <a:path w="3711" h="4812" extrusionOk="0">
                  <a:moveTo>
                    <a:pt x="114" y="0"/>
                  </a:moveTo>
                  <a:cubicBezTo>
                    <a:pt x="96" y="0"/>
                    <a:pt x="78" y="6"/>
                    <a:pt x="62" y="17"/>
                  </a:cubicBezTo>
                  <a:cubicBezTo>
                    <a:pt x="13" y="45"/>
                    <a:pt x="1" y="110"/>
                    <a:pt x="33" y="155"/>
                  </a:cubicBezTo>
                  <a:cubicBezTo>
                    <a:pt x="305" y="556"/>
                    <a:pt x="572" y="949"/>
                    <a:pt x="856" y="1346"/>
                  </a:cubicBezTo>
                  <a:lnTo>
                    <a:pt x="1703" y="2506"/>
                  </a:lnTo>
                  <a:lnTo>
                    <a:pt x="2579" y="3649"/>
                  </a:lnTo>
                  <a:cubicBezTo>
                    <a:pt x="2871" y="4026"/>
                    <a:pt x="3175" y="4399"/>
                    <a:pt x="3487" y="4772"/>
                  </a:cubicBezTo>
                  <a:cubicBezTo>
                    <a:pt x="3510" y="4797"/>
                    <a:pt x="3544" y="4812"/>
                    <a:pt x="3580" y="4812"/>
                  </a:cubicBezTo>
                  <a:cubicBezTo>
                    <a:pt x="3600" y="4812"/>
                    <a:pt x="3622" y="4807"/>
                    <a:pt x="3641" y="4796"/>
                  </a:cubicBezTo>
                  <a:cubicBezTo>
                    <a:pt x="3694" y="4760"/>
                    <a:pt x="3710" y="4691"/>
                    <a:pt x="3674" y="4638"/>
                  </a:cubicBezTo>
                  <a:cubicBezTo>
                    <a:pt x="3406" y="4237"/>
                    <a:pt x="3126" y="3844"/>
                    <a:pt x="2847" y="3454"/>
                  </a:cubicBezTo>
                  <a:lnTo>
                    <a:pt x="1987" y="2291"/>
                  </a:lnTo>
                  <a:lnTo>
                    <a:pt x="1099" y="1152"/>
                  </a:lnTo>
                  <a:cubicBezTo>
                    <a:pt x="803" y="771"/>
                    <a:pt x="495" y="402"/>
                    <a:pt x="187" y="37"/>
                  </a:cubicBezTo>
                  <a:cubicBezTo>
                    <a:pt x="168" y="13"/>
                    <a:pt x="141" y="0"/>
                    <a:pt x="1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" name="Google Shape;5512;p73"/>
            <p:cNvSpPr/>
            <p:nvPr/>
          </p:nvSpPr>
          <p:spPr>
            <a:xfrm>
              <a:off x="3929134" y="3570523"/>
              <a:ext cx="155089" cy="109415"/>
            </a:xfrm>
            <a:custGeom>
              <a:avLst/>
              <a:gdLst/>
              <a:ahLst/>
              <a:cxnLst/>
              <a:rect l="l" t="t" r="r" b="b"/>
              <a:pathLst>
                <a:path w="8944" h="6310" extrusionOk="0">
                  <a:moveTo>
                    <a:pt x="8797" y="0"/>
                  </a:moveTo>
                  <a:cubicBezTo>
                    <a:pt x="8766" y="0"/>
                    <a:pt x="8732" y="5"/>
                    <a:pt x="8696" y="15"/>
                  </a:cubicBezTo>
                  <a:cubicBezTo>
                    <a:pt x="7832" y="263"/>
                    <a:pt x="6997" y="587"/>
                    <a:pt x="6191" y="980"/>
                  </a:cubicBezTo>
                  <a:cubicBezTo>
                    <a:pt x="4573" y="1762"/>
                    <a:pt x="3098" y="2804"/>
                    <a:pt x="1817" y="4065"/>
                  </a:cubicBezTo>
                  <a:cubicBezTo>
                    <a:pt x="1180" y="4693"/>
                    <a:pt x="596" y="5374"/>
                    <a:pt x="73" y="6104"/>
                  </a:cubicBezTo>
                  <a:cubicBezTo>
                    <a:pt x="21" y="6177"/>
                    <a:pt x="0" y="6258"/>
                    <a:pt x="41" y="6295"/>
                  </a:cubicBezTo>
                  <a:cubicBezTo>
                    <a:pt x="52" y="6305"/>
                    <a:pt x="66" y="6309"/>
                    <a:pt x="83" y="6309"/>
                  </a:cubicBezTo>
                  <a:cubicBezTo>
                    <a:pt x="125" y="6309"/>
                    <a:pt x="181" y="6276"/>
                    <a:pt x="227" y="6218"/>
                  </a:cubicBezTo>
                  <a:cubicBezTo>
                    <a:pt x="787" y="5537"/>
                    <a:pt x="1391" y="4892"/>
                    <a:pt x="2035" y="4292"/>
                  </a:cubicBezTo>
                  <a:cubicBezTo>
                    <a:pt x="2672" y="3688"/>
                    <a:pt x="3357" y="3133"/>
                    <a:pt x="4083" y="2638"/>
                  </a:cubicBezTo>
                  <a:cubicBezTo>
                    <a:pt x="4800" y="2127"/>
                    <a:pt x="5554" y="1669"/>
                    <a:pt x="6337" y="1272"/>
                  </a:cubicBezTo>
                  <a:cubicBezTo>
                    <a:pt x="7123" y="871"/>
                    <a:pt x="7934" y="522"/>
                    <a:pt x="8765" y="230"/>
                  </a:cubicBezTo>
                  <a:cubicBezTo>
                    <a:pt x="8866" y="194"/>
                    <a:pt x="8943" y="133"/>
                    <a:pt x="8927" y="68"/>
                  </a:cubicBezTo>
                  <a:cubicBezTo>
                    <a:pt x="8916" y="24"/>
                    <a:pt x="8865" y="0"/>
                    <a:pt x="879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" name="Google Shape;5513;p73"/>
            <p:cNvSpPr/>
            <p:nvPr/>
          </p:nvSpPr>
          <p:spPr>
            <a:xfrm>
              <a:off x="3990847" y="3590066"/>
              <a:ext cx="93307" cy="50338"/>
            </a:xfrm>
            <a:custGeom>
              <a:avLst/>
              <a:gdLst/>
              <a:ahLst/>
              <a:cxnLst/>
              <a:rect l="l" t="t" r="r" b="b"/>
              <a:pathLst>
                <a:path w="5381" h="2903" extrusionOk="0">
                  <a:moveTo>
                    <a:pt x="5260" y="1"/>
                  </a:moveTo>
                  <a:cubicBezTo>
                    <a:pt x="5253" y="1"/>
                    <a:pt x="5246" y="2"/>
                    <a:pt x="5238" y="3"/>
                  </a:cubicBezTo>
                  <a:cubicBezTo>
                    <a:pt x="4744" y="88"/>
                    <a:pt x="4261" y="214"/>
                    <a:pt x="3791" y="380"/>
                  </a:cubicBezTo>
                  <a:cubicBezTo>
                    <a:pt x="3325" y="546"/>
                    <a:pt x="2867" y="745"/>
                    <a:pt x="2425" y="968"/>
                  </a:cubicBezTo>
                  <a:cubicBezTo>
                    <a:pt x="1987" y="1203"/>
                    <a:pt x="1566" y="1471"/>
                    <a:pt x="1160" y="1762"/>
                  </a:cubicBezTo>
                  <a:cubicBezTo>
                    <a:pt x="763" y="2054"/>
                    <a:pt x="390" y="2379"/>
                    <a:pt x="41" y="2735"/>
                  </a:cubicBezTo>
                  <a:cubicBezTo>
                    <a:pt x="5" y="2772"/>
                    <a:pt x="1" y="2829"/>
                    <a:pt x="33" y="2869"/>
                  </a:cubicBezTo>
                  <a:cubicBezTo>
                    <a:pt x="51" y="2891"/>
                    <a:pt x="78" y="2902"/>
                    <a:pt x="105" y="2902"/>
                  </a:cubicBezTo>
                  <a:cubicBezTo>
                    <a:pt x="128" y="2902"/>
                    <a:pt x="152" y="2894"/>
                    <a:pt x="171" y="2877"/>
                  </a:cubicBezTo>
                  <a:cubicBezTo>
                    <a:pt x="548" y="2573"/>
                    <a:pt x="941" y="2285"/>
                    <a:pt x="1338" y="2018"/>
                  </a:cubicBezTo>
                  <a:cubicBezTo>
                    <a:pt x="1740" y="1746"/>
                    <a:pt x="2157" y="1503"/>
                    <a:pt x="2591" y="1288"/>
                  </a:cubicBezTo>
                  <a:cubicBezTo>
                    <a:pt x="3017" y="1057"/>
                    <a:pt x="3455" y="858"/>
                    <a:pt x="3909" y="688"/>
                  </a:cubicBezTo>
                  <a:cubicBezTo>
                    <a:pt x="4359" y="510"/>
                    <a:pt x="4821" y="356"/>
                    <a:pt x="5287" y="226"/>
                  </a:cubicBezTo>
                  <a:cubicBezTo>
                    <a:pt x="5344" y="210"/>
                    <a:pt x="5380" y="153"/>
                    <a:pt x="5372" y="96"/>
                  </a:cubicBezTo>
                  <a:cubicBezTo>
                    <a:pt x="5361" y="39"/>
                    <a:pt x="5313" y="1"/>
                    <a:pt x="526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" name="Google Shape;5514;p73"/>
            <p:cNvSpPr/>
            <p:nvPr/>
          </p:nvSpPr>
          <p:spPr>
            <a:xfrm>
              <a:off x="4038514" y="4090186"/>
              <a:ext cx="108687" cy="97312"/>
            </a:xfrm>
            <a:custGeom>
              <a:avLst/>
              <a:gdLst/>
              <a:ahLst/>
              <a:cxnLst/>
              <a:rect l="l" t="t" r="r" b="b"/>
              <a:pathLst>
                <a:path w="6268" h="5612" extrusionOk="0">
                  <a:moveTo>
                    <a:pt x="88" y="1"/>
                  </a:moveTo>
                  <a:cubicBezTo>
                    <a:pt x="73" y="1"/>
                    <a:pt x="58" y="5"/>
                    <a:pt x="45" y="16"/>
                  </a:cubicBezTo>
                  <a:cubicBezTo>
                    <a:pt x="0" y="53"/>
                    <a:pt x="4" y="126"/>
                    <a:pt x="53" y="186"/>
                  </a:cubicBezTo>
                  <a:cubicBezTo>
                    <a:pt x="479" y="738"/>
                    <a:pt x="718" y="1402"/>
                    <a:pt x="985" y="2071"/>
                  </a:cubicBezTo>
                  <a:cubicBezTo>
                    <a:pt x="1257" y="2740"/>
                    <a:pt x="1634" y="3401"/>
                    <a:pt x="2149" y="3932"/>
                  </a:cubicBezTo>
                  <a:cubicBezTo>
                    <a:pt x="2664" y="4463"/>
                    <a:pt x="3280" y="4889"/>
                    <a:pt x="3957" y="5185"/>
                  </a:cubicBezTo>
                  <a:cubicBezTo>
                    <a:pt x="4604" y="5465"/>
                    <a:pt x="5303" y="5611"/>
                    <a:pt x="6008" y="5611"/>
                  </a:cubicBezTo>
                  <a:cubicBezTo>
                    <a:pt x="6037" y="5611"/>
                    <a:pt x="6065" y="5611"/>
                    <a:pt x="6093" y="5610"/>
                  </a:cubicBezTo>
                  <a:cubicBezTo>
                    <a:pt x="6186" y="5610"/>
                    <a:pt x="6255" y="5566"/>
                    <a:pt x="6263" y="5501"/>
                  </a:cubicBezTo>
                  <a:cubicBezTo>
                    <a:pt x="6267" y="5440"/>
                    <a:pt x="6190" y="5387"/>
                    <a:pt x="6101" y="5379"/>
                  </a:cubicBezTo>
                  <a:cubicBezTo>
                    <a:pt x="5404" y="5347"/>
                    <a:pt x="4719" y="5177"/>
                    <a:pt x="4086" y="4881"/>
                  </a:cubicBezTo>
                  <a:cubicBezTo>
                    <a:pt x="3454" y="4597"/>
                    <a:pt x="2882" y="4187"/>
                    <a:pt x="2408" y="3685"/>
                  </a:cubicBezTo>
                  <a:cubicBezTo>
                    <a:pt x="1914" y="3194"/>
                    <a:pt x="1569" y="2594"/>
                    <a:pt x="1277" y="1950"/>
                  </a:cubicBezTo>
                  <a:cubicBezTo>
                    <a:pt x="981" y="1309"/>
                    <a:pt x="706" y="612"/>
                    <a:pt x="203" y="65"/>
                  </a:cubicBezTo>
                  <a:cubicBezTo>
                    <a:pt x="166" y="28"/>
                    <a:pt x="125" y="1"/>
                    <a:pt x="8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" name="Google Shape;5515;p73"/>
            <p:cNvSpPr/>
            <p:nvPr/>
          </p:nvSpPr>
          <p:spPr>
            <a:xfrm>
              <a:off x="4078726" y="4120531"/>
              <a:ext cx="47668" cy="29339"/>
            </a:xfrm>
            <a:custGeom>
              <a:avLst/>
              <a:gdLst/>
              <a:ahLst/>
              <a:cxnLst/>
              <a:rect l="l" t="t" r="r" b="b"/>
              <a:pathLst>
                <a:path w="2749" h="1692" extrusionOk="0">
                  <a:moveTo>
                    <a:pt x="133" y="0"/>
                  </a:moveTo>
                  <a:cubicBezTo>
                    <a:pt x="113" y="0"/>
                    <a:pt x="87" y="10"/>
                    <a:pt x="61" y="34"/>
                  </a:cubicBezTo>
                  <a:cubicBezTo>
                    <a:pt x="20" y="70"/>
                    <a:pt x="0" y="115"/>
                    <a:pt x="16" y="139"/>
                  </a:cubicBezTo>
                  <a:cubicBezTo>
                    <a:pt x="170" y="350"/>
                    <a:pt x="349" y="544"/>
                    <a:pt x="543" y="719"/>
                  </a:cubicBezTo>
                  <a:cubicBezTo>
                    <a:pt x="742" y="889"/>
                    <a:pt x="953" y="1043"/>
                    <a:pt x="1176" y="1181"/>
                  </a:cubicBezTo>
                  <a:cubicBezTo>
                    <a:pt x="1407" y="1310"/>
                    <a:pt x="1646" y="1420"/>
                    <a:pt x="1893" y="1513"/>
                  </a:cubicBezTo>
                  <a:cubicBezTo>
                    <a:pt x="2140" y="1598"/>
                    <a:pt x="2396" y="1659"/>
                    <a:pt x="2655" y="1692"/>
                  </a:cubicBezTo>
                  <a:cubicBezTo>
                    <a:pt x="2688" y="1692"/>
                    <a:pt x="2716" y="1655"/>
                    <a:pt x="2732" y="1594"/>
                  </a:cubicBezTo>
                  <a:cubicBezTo>
                    <a:pt x="2749" y="1533"/>
                    <a:pt x="2732" y="1477"/>
                    <a:pt x="2704" y="1469"/>
                  </a:cubicBezTo>
                  <a:cubicBezTo>
                    <a:pt x="2469" y="1392"/>
                    <a:pt x="2238" y="1302"/>
                    <a:pt x="2015" y="1205"/>
                  </a:cubicBezTo>
                  <a:cubicBezTo>
                    <a:pt x="1784" y="1112"/>
                    <a:pt x="1565" y="1002"/>
                    <a:pt x="1354" y="877"/>
                  </a:cubicBezTo>
                  <a:cubicBezTo>
                    <a:pt x="1139" y="755"/>
                    <a:pt x="936" y="621"/>
                    <a:pt x="742" y="475"/>
                  </a:cubicBezTo>
                  <a:cubicBezTo>
                    <a:pt x="539" y="329"/>
                    <a:pt x="349" y="171"/>
                    <a:pt x="162" y="9"/>
                  </a:cubicBezTo>
                  <a:cubicBezTo>
                    <a:pt x="155" y="3"/>
                    <a:pt x="145" y="0"/>
                    <a:pt x="13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" name="Google Shape;5516;p73"/>
            <p:cNvSpPr/>
            <p:nvPr/>
          </p:nvSpPr>
          <p:spPr>
            <a:xfrm>
              <a:off x="3560312" y="2740527"/>
              <a:ext cx="415518" cy="1293703"/>
            </a:xfrm>
            <a:custGeom>
              <a:avLst/>
              <a:gdLst/>
              <a:ahLst/>
              <a:cxnLst/>
              <a:rect l="l" t="t" r="r" b="b"/>
              <a:pathLst>
                <a:path w="23963" h="74608" extrusionOk="0">
                  <a:moveTo>
                    <a:pt x="8011" y="0"/>
                  </a:moveTo>
                  <a:cubicBezTo>
                    <a:pt x="7213" y="0"/>
                    <a:pt x="6449" y="221"/>
                    <a:pt x="5748" y="707"/>
                  </a:cubicBezTo>
                  <a:cubicBezTo>
                    <a:pt x="5307" y="1015"/>
                    <a:pt x="4548" y="1603"/>
                    <a:pt x="3750" y="2852"/>
                  </a:cubicBezTo>
                  <a:cubicBezTo>
                    <a:pt x="2440" y="4882"/>
                    <a:pt x="1014" y="8653"/>
                    <a:pt x="624" y="15803"/>
                  </a:cubicBezTo>
                  <a:cubicBezTo>
                    <a:pt x="0" y="27332"/>
                    <a:pt x="5469" y="49450"/>
                    <a:pt x="7877" y="55940"/>
                  </a:cubicBezTo>
                  <a:cubicBezTo>
                    <a:pt x="8347" y="57201"/>
                    <a:pt x="8890" y="58616"/>
                    <a:pt x="9478" y="60083"/>
                  </a:cubicBezTo>
                  <a:cubicBezTo>
                    <a:pt x="11930" y="66176"/>
                    <a:pt x="15210" y="73218"/>
                    <a:pt x="17168" y="74085"/>
                  </a:cubicBezTo>
                  <a:cubicBezTo>
                    <a:pt x="18004" y="74455"/>
                    <a:pt x="19028" y="74607"/>
                    <a:pt x="20070" y="74607"/>
                  </a:cubicBezTo>
                  <a:cubicBezTo>
                    <a:pt x="21473" y="74607"/>
                    <a:pt x="22908" y="74331"/>
                    <a:pt x="23962" y="73935"/>
                  </a:cubicBezTo>
                  <a:cubicBezTo>
                    <a:pt x="21335" y="69841"/>
                    <a:pt x="17825" y="63294"/>
                    <a:pt x="15696" y="59994"/>
                  </a:cubicBezTo>
                  <a:cubicBezTo>
                    <a:pt x="15506" y="59706"/>
                    <a:pt x="15344" y="59406"/>
                    <a:pt x="15202" y="59090"/>
                  </a:cubicBezTo>
                  <a:cubicBezTo>
                    <a:pt x="14744" y="58016"/>
                    <a:pt x="14817" y="57144"/>
                    <a:pt x="15157" y="56435"/>
                  </a:cubicBezTo>
                  <a:lnTo>
                    <a:pt x="15161" y="56435"/>
                  </a:lnTo>
                  <a:cubicBezTo>
                    <a:pt x="15798" y="55101"/>
                    <a:pt x="17359" y="54327"/>
                    <a:pt x="18060" y="53775"/>
                  </a:cubicBezTo>
                  <a:cubicBezTo>
                    <a:pt x="18157" y="53698"/>
                    <a:pt x="18194" y="53577"/>
                    <a:pt x="18177" y="53411"/>
                  </a:cubicBezTo>
                  <a:lnTo>
                    <a:pt x="17873" y="52572"/>
                  </a:lnTo>
                  <a:lnTo>
                    <a:pt x="17873" y="52559"/>
                  </a:lnTo>
                  <a:cubicBezTo>
                    <a:pt x="17026" y="50192"/>
                    <a:pt x="16215" y="47756"/>
                    <a:pt x="15526" y="45348"/>
                  </a:cubicBezTo>
                  <a:cubicBezTo>
                    <a:pt x="11752" y="32193"/>
                    <a:pt x="10966" y="20028"/>
                    <a:pt x="10678" y="13744"/>
                  </a:cubicBezTo>
                  <a:cubicBezTo>
                    <a:pt x="10421" y="8132"/>
                    <a:pt x="12741" y="6142"/>
                    <a:pt x="13641" y="6142"/>
                  </a:cubicBezTo>
                  <a:cubicBezTo>
                    <a:pt x="13749" y="6142"/>
                    <a:pt x="13836" y="6170"/>
                    <a:pt x="13897" y="6224"/>
                  </a:cubicBezTo>
                  <a:cubicBezTo>
                    <a:pt x="14460" y="6731"/>
                    <a:pt x="17022" y="9309"/>
                    <a:pt x="17022" y="9309"/>
                  </a:cubicBezTo>
                  <a:cubicBezTo>
                    <a:pt x="17063" y="9204"/>
                    <a:pt x="17683" y="7461"/>
                    <a:pt x="14878" y="4201"/>
                  </a:cubicBezTo>
                  <a:cubicBezTo>
                    <a:pt x="12748" y="1731"/>
                    <a:pt x="10246" y="0"/>
                    <a:pt x="8011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" name="Google Shape;5517;p73"/>
            <p:cNvSpPr/>
            <p:nvPr/>
          </p:nvSpPr>
          <p:spPr>
            <a:xfrm>
              <a:off x="3553983" y="2734319"/>
              <a:ext cx="428315" cy="1306031"/>
            </a:xfrm>
            <a:custGeom>
              <a:avLst/>
              <a:gdLst/>
              <a:ahLst/>
              <a:cxnLst/>
              <a:rect l="l" t="t" r="r" b="b"/>
              <a:pathLst>
                <a:path w="24701" h="75319" extrusionOk="0">
                  <a:moveTo>
                    <a:pt x="8361" y="716"/>
                  </a:moveTo>
                  <a:cubicBezTo>
                    <a:pt x="8374" y="716"/>
                    <a:pt x="8387" y="716"/>
                    <a:pt x="8400" y="716"/>
                  </a:cubicBezTo>
                  <a:cubicBezTo>
                    <a:pt x="10354" y="716"/>
                    <a:pt x="12677" y="2127"/>
                    <a:pt x="14979" y="4795"/>
                  </a:cubicBezTo>
                  <a:cubicBezTo>
                    <a:pt x="16678" y="6769"/>
                    <a:pt x="17063" y="8147"/>
                    <a:pt x="17115" y="8889"/>
                  </a:cubicBezTo>
                  <a:cubicBezTo>
                    <a:pt x="16329" y="8102"/>
                    <a:pt x="14914" y="6692"/>
                    <a:pt x="14505" y="6323"/>
                  </a:cubicBezTo>
                  <a:cubicBezTo>
                    <a:pt x="14376" y="6207"/>
                    <a:pt x="14208" y="6149"/>
                    <a:pt x="14015" y="6149"/>
                  </a:cubicBezTo>
                  <a:cubicBezTo>
                    <a:pt x="13835" y="6149"/>
                    <a:pt x="13635" y="6199"/>
                    <a:pt x="13426" y="6299"/>
                  </a:cubicBezTo>
                  <a:cubicBezTo>
                    <a:pt x="12300" y="6830"/>
                    <a:pt x="10459" y="9071"/>
                    <a:pt x="10694" y="14122"/>
                  </a:cubicBezTo>
                  <a:cubicBezTo>
                    <a:pt x="11055" y="21691"/>
                    <a:pt x="11939" y="33212"/>
                    <a:pt x="15555" y="45807"/>
                  </a:cubicBezTo>
                  <a:cubicBezTo>
                    <a:pt x="16195" y="48041"/>
                    <a:pt x="16965" y="50404"/>
                    <a:pt x="17906" y="53043"/>
                  </a:cubicBezTo>
                  <a:lnTo>
                    <a:pt x="17910" y="53043"/>
                  </a:lnTo>
                  <a:lnTo>
                    <a:pt x="17910" y="53063"/>
                  </a:lnTo>
                  <a:lnTo>
                    <a:pt x="18113" y="53627"/>
                  </a:lnTo>
                  <a:lnTo>
                    <a:pt x="18194" y="53850"/>
                  </a:lnTo>
                  <a:lnTo>
                    <a:pt x="18194" y="53870"/>
                  </a:lnTo>
                  <a:cubicBezTo>
                    <a:pt x="18048" y="53979"/>
                    <a:pt x="17853" y="54113"/>
                    <a:pt x="17630" y="54259"/>
                  </a:cubicBezTo>
                  <a:cubicBezTo>
                    <a:pt x="16840" y="54790"/>
                    <a:pt x="15766" y="55512"/>
                    <a:pt x="15222" y="56602"/>
                  </a:cubicBezTo>
                  <a:cubicBezTo>
                    <a:pt x="15218" y="56614"/>
                    <a:pt x="15206" y="56627"/>
                    <a:pt x="15202" y="56643"/>
                  </a:cubicBezTo>
                  <a:cubicBezTo>
                    <a:pt x="14772" y="57539"/>
                    <a:pt x="14789" y="58532"/>
                    <a:pt x="15243" y="59598"/>
                  </a:cubicBezTo>
                  <a:cubicBezTo>
                    <a:pt x="15389" y="59926"/>
                    <a:pt x="15563" y="60247"/>
                    <a:pt x="15761" y="60551"/>
                  </a:cubicBezTo>
                  <a:cubicBezTo>
                    <a:pt x="16779" y="62124"/>
                    <a:pt x="18080" y="64390"/>
                    <a:pt x="19532" y="66907"/>
                  </a:cubicBezTo>
                  <a:cubicBezTo>
                    <a:pt x="20979" y="69429"/>
                    <a:pt x="22475" y="72027"/>
                    <a:pt x="23788" y="74103"/>
                  </a:cubicBezTo>
                  <a:cubicBezTo>
                    <a:pt x="22813" y="74409"/>
                    <a:pt x="21603" y="74606"/>
                    <a:pt x="20431" y="74606"/>
                  </a:cubicBezTo>
                  <a:cubicBezTo>
                    <a:pt x="19430" y="74606"/>
                    <a:pt x="18458" y="74462"/>
                    <a:pt x="17683" y="74119"/>
                  </a:cubicBezTo>
                  <a:cubicBezTo>
                    <a:pt x="16191" y="73462"/>
                    <a:pt x="13386" y="68298"/>
                    <a:pt x="10171" y="60311"/>
                  </a:cubicBezTo>
                  <a:cubicBezTo>
                    <a:pt x="9624" y="58937"/>
                    <a:pt x="9089" y="57551"/>
                    <a:pt x="8574" y="56177"/>
                  </a:cubicBezTo>
                  <a:cubicBezTo>
                    <a:pt x="6194" y="49768"/>
                    <a:pt x="718" y="27808"/>
                    <a:pt x="1346" y="16182"/>
                  </a:cubicBezTo>
                  <a:cubicBezTo>
                    <a:pt x="1658" y="10369"/>
                    <a:pt x="2692" y="6072"/>
                    <a:pt x="4415" y="3400"/>
                  </a:cubicBezTo>
                  <a:cubicBezTo>
                    <a:pt x="5157" y="2241"/>
                    <a:pt x="5854" y="1677"/>
                    <a:pt x="6316" y="1357"/>
                  </a:cubicBezTo>
                  <a:cubicBezTo>
                    <a:pt x="6914" y="943"/>
                    <a:pt x="7629" y="716"/>
                    <a:pt x="8361" y="716"/>
                  </a:cubicBezTo>
                  <a:close/>
                  <a:moveTo>
                    <a:pt x="8389" y="1"/>
                  </a:moveTo>
                  <a:cubicBezTo>
                    <a:pt x="7494" y="1"/>
                    <a:pt x="6659" y="255"/>
                    <a:pt x="5911" y="773"/>
                  </a:cubicBezTo>
                  <a:cubicBezTo>
                    <a:pt x="5400" y="1130"/>
                    <a:pt x="4630" y="1746"/>
                    <a:pt x="3819" y="3015"/>
                  </a:cubicBezTo>
                  <a:cubicBezTo>
                    <a:pt x="2027" y="5792"/>
                    <a:pt x="961" y="10206"/>
                    <a:pt x="637" y="16137"/>
                  </a:cubicBezTo>
                  <a:cubicBezTo>
                    <a:pt x="0" y="27865"/>
                    <a:pt x="5513" y="49970"/>
                    <a:pt x="7913" y="56424"/>
                  </a:cubicBezTo>
                  <a:cubicBezTo>
                    <a:pt x="8424" y="57802"/>
                    <a:pt x="8959" y="59201"/>
                    <a:pt x="9515" y="60575"/>
                  </a:cubicBezTo>
                  <a:cubicBezTo>
                    <a:pt x="11898" y="66518"/>
                    <a:pt x="15210" y="73807"/>
                    <a:pt x="17391" y="74767"/>
                  </a:cubicBezTo>
                  <a:cubicBezTo>
                    <a:pt x="18271" y="75157"/>
                    <a:pt x="19345" y="75319"/>
                    <a:pt x="20444" y="75319"/>
                  </a:cubicBezTo>
                  <a:cubicBezTo>
                    <a:pt x="21867" y="75319"/>
                    <a:pt x="23330" y="75047"/>
                    <a:pt x="24457" y="74625"/>
                  </a:cubicBezTo>
                  <a:cubicBezTo>
                    <a:pt x="24554" y="74585"/>
                    <a:pt x="24631" y="74504"/>
                    <a:pt x="24668" y="74403"/>
                  </a:cubicBezTo>
                  <a:cubicBezTo>
                    <a:pt x="24700" y="74301"/>
                    <a:pt x="24684" y="74188"/>
                    <a:pt x="24627" y="74099"/>
                  </a:cubicBezTo>
                  <a:cubicBezTo>
                    <a:pt x="23269" y="71978"/>
                    <a:pt x="21680" y="69218"/>
                    <a:pt x="20144" y="66554"/>
                  </a:cubicBezTo>
                  <a:cubicBezTo>
                    <a:pt x="18725" y="64086"/>
                    <a:pt x="17387" y="61755"/>
                    <a:pt x="16357" y="60162"/>
                  </a:cubicBezTo>
                  <a:cubicBezTo>
                    <a:pt x="16179" y="59894"/>
                    <a:pt x="16025" y="59610"/>
                    <a:pt x="15891" y="59310"/>
                  </a:cubicBezTo>
                  <a:cubicBezTo>
                    <a:pt x="15522" y="58451"/>
                    <a:pt x="15502" y="57689"/>
                    <a:pt x="15826" y="56987"/>
                  </a:cubicBezTo>
                  <a:lnTo>
                    <a:pt x="15847" y="56951"/>
                  </a:lnTo>
                  <a:cubicBezTo>
                    <a:pt x="16293" y="56014"/>
                    <a:pt x="17298" y="55337"/>
                    <a:pt x="18028" y="54851"/>
                  </a:cubicBezTo>
                  <a:cubicBezTo>
                    <a:pt x="18263" y="54689"/>
                    <a:pt x="18534" y="54502"/>
                    <a:pt x="18644" y="54417"/>
                  </a:cubicBezTo>
                  <a:cubicBezTo>
                    <a:pt x="18757" y="54332"/>
                    <a:pt x="18940" y="54129"/>
                    <a:pt x="18899" y="53736"/>
                  </a:cubicBezTo>
                  <a:cubicBezTo>
                    <a:pt x="18895" y="53708"/>
                    <a:pt x="18887" y="53679"/>
                    <a:pt x="18879" y="53651"/>
                  </a:cubicBezTo>
                  <a:lnTo>
                    <a:pt x="18782" y="53384"/>
                  </a:lnTo>
                  <a:cubicBezTo>
                    <a:pt x="18709" y="53197"/>
                    <a:pt x="18644" y="53002"/>
                    <a:pt x="18575" y="52816"/>
                  </a:cubicBezTo>
                  <a:cubicBezTo>
                    <a:pt x="18571" y="52804"/>
                    <a:pt x="18567" y="52796"/>
                    <a:pt x="18563" y="52784"/>
                  </a:cubicBezTo>
                  <a:cubicBezTo>
                    <a:pt x="17630" y="50173"/>
                    <a:pt x="16868" y="47826"/>
                    <a:pt x="16232" y="45616"/>
                  </a:cubicBezTo>
                  <a:cubicBezTo>
                    <a:pt x="12640" y="33090"/>
                    <a:pt x="11752" y="21622"/>
                    <a:pt x="11404" y="14086"/>
                  </a:cubicBezTo>
                  <a:cubicBezTo>
                    <a:pt x="11221" y="10194"/>
                    <a:pt x="12332" y="7936"/>
                    <a:pt x="13426" y="7117"/>
                  </a:cubicBezTo>
                  <a:cubicBezTo>
                    <a:pt x="13779" y="6854"/>
                    <a:pt x="14006" y="6850"/>
                    <a:pt x="14022" y="6850"/>
                  </a:cubicBezTo>
                  <a:cubicBezTo>
                    <a:pt x="14574" y="7348"/>
                    <a:pt x="17107" y="9894"/>
                    <a:pt x="17136" y="9923"/>
                  </a:cubicBezTo>
                  <a:cubicBezTo>
                    <a:pt x="17205" y="9994"/>
                    <a:pt x="17295" y="10027"/>
                    <a:pt x="17384" y="10027"/>
                  </a:cubicBezTo>
                  <a:cubicBezTo>
                    <a:pt x="17529" y="10027"/>
                    <a:pt x="17671" y="9940"/>
                    <a:pt x="17724" y="9785"/>
                  </a:cubicBezTo>
                  <a:cubicBezTo>
                    <a:pt x="17817" y="9525"/>
                    <a:pt x="18372" y="7653"/>
                    <a:pt x="15514" y="4332"/>
                  </a:cubicBezTo>
                  <a:cubicBezTo>
                    <a:pt x="13069" y="1494"/>
                    <a:pt x="10557" y="1"/>
                    <a:pt x="83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" name="Google Shape;5518;p73"/>
            <p:cNvSpPr/>
            <p:nvPr/>
          </p:nvSpPr>
          <p:spPr>
            <a:xfrm>
              <a:off x="3625319" y="2740527"/>
              <a:ext cx="350511" cy="1293703"/>
            </a:xfrm>
            <a:custGeom>
              <a:avLst/>
              <a:gdLst/>
              <a:ahLst/>
              <a:cxnLst/>
              <a:rect l="l" t="t" r="r" b="b"/>
              <a:pathLst>
                <a:path w="20214" h="74608" extrusionOk="0">
                  <a:moveTo>
                    <a:pt x="4261" y="0"/>
                  </a:moveTo>
                  <a:cubicBezTo>
                    <a:pt x="3464" y="0"/>
                    <a:pt x="2700" y="221"/>
                    <a:pt x="1999" y="707"/>
                  </a:cubicBezTo>
                  <a:cubicBezTo>
                    <a:pt x="1558" y="1015"/>
                    <a:pt x="795" y="1603"/>
                    <a:pt x="1" y="2852"/>
                  </a:cubicBezTo>
                  <a:cubicBezTo>
                    <a:pt x="102" y="2841"/>
                    <a:pt x="204" y="2836"/>
                    <a:pt x="306" y="2836"/>
                  </a:cubicBezTo>
                  <a:cubicBezTo>
                    <a:pt x="903" y="2836"/>
                    <a:pt x="1521" y="3010"/>
                    <a:pt x="2113" y="3391"/>
                  </a:cubicBezTo>
                  <a:cubicBezTo>
                    <a:pt x="3617" y="4343"/>
                    <a:pt x="4351" y="6184"/>
                    <a:pt x="4468" y="7959"/>
                  </a:cubicBezTo>
                  <a:cubicBezTo>
                    <a:pt x="4582" y="9731"/>
                    <a:pt x="4180" y="11490"/>
                    <a:pt x="3897" y="13241"/>
                  </a:cubicBezTo>
                  <a:cubicBezTo>
                    <a:pt x="2757" y="20169"/>
                    <a:pt x="4411" y="27908"/>
                    <a:pt x="5619" y="34013"/>
                  </a:cubicBezTo>
                  <a:cubicBezTo>
                    <a:pt x="8729" y="49657"/>
                    <a:pt x="10573" y="55928"/>
                    <a:pt x="8785" y="60480"/>
                  </a:cubicBezTo>
                  <a:cubicBezTo>
                    <a:pt x="8490" y="60589"/>
                    <a:pt x="8193" y="60634"/>
                    <a:pt x="7896" y="60634"/>
                  </a:cubicBezTo>
                  <a:cubicBezTo>
                    <a:pt x="7180" y="60634"/>
                    <a:pt x="6460" y="60370"/>
                    <a:pt x="5729" y="60083"/>
                  </a:cubicBezTo>
                  <a:lnTo>
                    <a:pt x="5729" y="60083"/>
                  </a:lnTo>
                  <a:cubicBezTo>
                    <a:pt x="8181" y="66176"/>
                    <a:pt x="11461" y="73218"/>
                    <a:pt x="13419" y="74085"/>
                  </a:cubicBezTo>
                  <a:cubicBezTo>
                    <a:pt x="14255" y="74455"/>
                    <a:pt x="15279" y="74607"/>
                    <a:pt x="16321" y="74607"/>
                  </a:cubicBezTo>
                  <a:cubicBezTo>
                    <a:pt x="17724" y="74607"/>
                    <a:pt x="19159" y="74331"/>
                    <a:pt x="20213" y="73935"/>
                  </a:cubicBezTo>
                  <a:cubicBezTo>
                    <a:pt x="17586" y="69841"/>
                    <a:pt x="14076" y="63294"/>
                    <a:pt x="11947" y="59994"/>
                  </a:cubicBezTo>
                  <a:cubicBezTo>
                    <a:pt x="11757" y="59706"/>
                    <a:pt x="11595" y="59406"/>
                    <a:pt x="11453" y="59090"/>
                  </a:cubicBezTo>
                  <a:cubicBezTo>
                    <a:pt x="10991" y="58016"/>
                    <a:pt x="11068" y="57144"/>
                    <a:pt x="11408" y="56435"/>
                  </a:cubicBezTo>
                  <a:lnTo>
                    <a:pt x="11412" y="56435"/>
                  </a:lnTo>
                  <a:cubicBezTo>
                    <a:pt x="12045" y="55101"/>
                    <a:pt x="13605" y="54327"/>
                    <a:pt x="14311" y="53775"/>
                  </a:cubicBezTo>
                  <a:cubicBezTo>
                    <a:pt x="14408" y="53698"/>
                    <a:pt x="14445" y="53577"/>
                    <a:pt x="14428" y="53411"/>
                  </a:cubicBezTo>
                  <a:lnTo>
                    <a:pt x="14124" y="52572"/>
                  </a:lnTo>
                  <a:lnTo>
                    <a:pt x="14124" y="52559"/>
                  </a:lnTo>
                  <a:cubicBezTo>
                    <a:pt x="13277" y="50192"/>
                    <a:pt x="12466" y="47756"/>
                    <a:pt x="11777" y="45348"/>
                  </a:cubicBezTo>
                  <a:cubicBezTo>
                    <a:pt x="8003" y="32193"/>
                    <a:pt x="7217" y="20028"/>
                    <a:pt x="6929" y="13744"/>
                  </a:cubicBezTo>
                  <a:cubicBezTo>
                    <a:pt x="6672" y="8132"/>
                    <a:pt x="8992" y="6142"/>
                    <a:pt x="9892" y="6142"/>
                  </a:cubicBezTo>
                  <a:cubicBezTo>
                    <a:pt x="10000" y="6142"/>
                    <a:pt x="10087" y="6170"/>
                    <a:pt x="10148" y="6224"/>
                  </a:cubicBezTo>
                  <a:cubicBezTo>
                    <a:pt x="10711" y="6731"/>
                    <a:pt x="13273" y="9309"/>
                    <a:pt x="13273" y="9309"/>
                  </a:cubicBezTo>
                  <a:cubicBezTo>
                    <a:pt x="13314" y="9204"/>
                    <a:pt x="13930" y="7461"/>
                    <a:pt x="11129" y="4201"/>
                  </a:cubicBezTo>
                  <a:cubicBezTo>
                    <a:pt x="8996" y="1731"/>
                    <a:pt x="6495" y="0"/>
                    <a:pt x="4261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" name="Google Shape;5519;p73"/>
            <p:cNvSpPr/>
            <p:nvPr/>
          </p:nvSpPr>
          <p:spPr>
            <a:xfrm>
              <a:off x="3718401" y="2818696"/>
              <a:ext cx="62649" cy="117496"/>
            </a:xfrm>
            <a:custGeom>
              <a:avLst/>
              <a:gdLst/>
              <a:ahLst/>
              <a:cxnLst/>
              <a:rect l="l" t="t" r="r" b="b"/>
              <a:pathLst>
                <a:path w="3613" h="6776" extrusionOk="0">
                  <a:moveTo>
                    <a:pt x="3489" y="1"/>
                  </a:moveTo>
                  <a:cubicBezTo>
                    <a:pt x="2833" y="1"/>
                    <a:pt x="2218" y="389"/>
                    <a:pt x="1776" y="889"/>
                  </a:cubicBezTo>
                  <a:cubicBezTo>
                    <a:pt x="1301" y="1424"/>
                    <a:pt x="977" y="2061"/>
                    <a:pt x="734" y="2709"/>
                  </a:cubicBezTo>
                  <a:cubicBezTo>
                    <a:pt x="255" y="4007"/>
                    <a:pt x="0" y="5397"/>
                    <a:pt x="73" y="6775"/>
                  </a:cubicBezTo>
                  <a:cubicBezTo>
                    <a:pt x="284" y="5417"/>
                    <a:pt x="588" y="4100"/>
                    <a:pt x="1070" y="2835"/>
                  </a:cubicBezTo>
                  <a:cubicBezTo>
                    <a:pt x="1301" y="2203"/>
                    <a:pt x="1593" y="1591"/>
                    <a:pt x="1986" y="1068"/>
                  </a:cubicBezTo>
                  <a:cubicBezTo>
                    <a:pt x="2384" y="545"/>
                    <a:pt x="2919" y="99"/>
                    <a:pt x="3612" y="6"/>
                  </a:cubicBezTo>
                  <a:cubicBezTo>
                    <a:pt x="3571" y="2"/>
                    <a:pt x="3530" y="1"/>
                    <a:pt x="34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5" name="Google Shape;5520;p73"/>
            <p:cNvSpPr/>
            <p:nvPr/>
          </p:nvSpPr>
          <p:spPr>
            <a:xfrm>
              <a:off x="3704615" y="3007025"/>
              <a:ext cx="27085" cy="258557"/>
            </a:xfrm>
            <a:custGeom>
              <a:avLst/>
              <a:gdLst/>
              <a:ahLst/>
              <a:cxnLst/>
              <a:rect l="l" t="t" r="r" b="b"/>
              <a:pathLst>
                <a:path w="1562" h="14911" extrusionOk="0">
                  <a:moveTo>
                    <a:pt x="345" y="1"/>
                  </a:moveTo>
                  <a:lnTo>
                    <a:pt x="345" y="1"/>
                  </a:lnTo>
                  <a:cubicBezTo>
                    <a:pt x="29" y="2490"/>
                    <a:pt x="1" y="5019"/>
                    <a:pt x="211" y="7516"/>
                  </a:cubicBezTo>
                  <a:cubicBezTo>
                    <a:pt x="426" y="10014"/>
                    <a:pt x="848" y="12503"/>
                    <a:pt x="1561" y="14911"/>
                  </a:cubicBezTo>
                  <a:cubicBezTo>
                    <a:pt x="1123" y="12442"/>
                    <a:pt x="775" y="9973"/>
                    <a:pt x="568" y="7484"/>
                  </a:cubicBezTo>
                  <a:cubicBezTo>
                    <a:pt x="361" y="4999"/>
                    <a:pt x="313" y="2506"/>
                    <a:pt x="34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" name="Google Shape;5521;p73"/>
            <p:cNvSpPr/>
            <p:nvPr/>
          </p:nvSpPr>
          <p:spPr>
            <a:xfrm>
              <a:off x="3726481" y="3309071"/>
              <a:ext cx="18710" cy="93931"/>
            </a:xfrm>
            <a:custGeom>
              <a:avLst/>
              <a:gdLst/>
              <a:ahLst/>
              <a:cxnLst/>
              <a:rect l="l" t="t" r="r" b="b"/>
              <a:pathLst>
                <a:path w="1079" h="5417" extrusionOk="0">
                  <a:moveTo>
                    <a:pt x="227" y="1"/>
                  </a:moveTo>
                  <a:cubicBezTo>
                    <a:pt x="12" y="905"/>
                    <a:pt x="0" y="1866"/>
                    <a:pt x="154" y="2786"/>
                  </a:cubicBezTo>
                  <a:cubicBezTo>
                    <a:pt x="304" y="3710"/>
                    <a:pt x="592" y="4614"/>
                    <a:pt x="1079" y="5417"/>
                  </a:cubicBezTo>
                  <a:cubicBezTo>
                    <a:pt x="856" y="4509"/>
                    <a:pt x="649" y="3633"/>
                    <a:pt x="503" y="2729"/>
                  </a:cubicBezTo>
                  <a:cubicBezTo>
                    <a:pt x="357" y="1829"/>
                    <a:pt x="288" y="925"/>
                    <a:pt x="22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7" name="Google Shape;5522;p73"/>
            <p:cNvSpPr/>
            <p:nvPr/>
          </p:nvSpPr>
          <p:spPr>
            <a:xfrm>
              <a:off x="3762045" y="3451276"/>
              <a:ext cx="78394" cy="279226"/>
            </a:xfrm>
            <a:custGeom>
              <a:avLst/>
              <a:gdLst/>
              <a:ahLst/>
              <a:cxnLst/>
              <a:rect l="l" t="t" r="r" b="b"/>
              <a:pathLst>
                <a:path w="4521" h="16103" extrusionOk="0">
                  <a:moveTo>
                    <a:pt x="1" y="1"/>
                  </a:moveTo>
                  <a:cubicBezTo>
                    <a:pt x="621" y="2725"/>
                    <a:pt x="1338" y="5421"/>
                    <a:pt x="2096" y="8100"/>
                  </a:cubicBezTo>
                  <a:cubicBezTo>
                    <a:pt x="2850" y="10780"/>
                    <a:pt x="3637" y="13455"/>
                    <a:pt x="4521" y="16103"/>
                  </a:cubicBezTo>
                  <a:cubicBezTo>
                    <a:pt x="3904" y="13378"/>
                    <a:pt x="3195" y="10683"/>
                    <a:pt x="2433" y="8003"/>
                  </a:cubicBezTo>
                  <a:cubicBezTo>
                    <a:pt x="1675" y="5323"/>
                    <a:pt x="892" y="2648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8" name="Google Shape;5523;p73"/>
            <p:cNvSpPr/>
            <p:nvPr/>
          </p:nvSpPr>
          <p:spPr>
            <a:xfrm>
              <a:off x="3848086" y="3752975"/>
              <a:ext cx="16109" cy="33553"/>
            </a:xfrm>
            <a:custGeom>
              <a:avLst/>
              <a:gdLst/>
              <a:ahLst/>
              <a:cxnLst/>
              <a:rect l="l" t="t" r="r" b="b"/>
              <a:pathLst>
                <a:path w="929" h="1935" extrusionOk="0">
                  <a:moveTo>
                    <a:pt x="256" y="1"/>
                  </a:moveTo>
                  <a:cubicBezTo>
                    <a:pt x="17" y="317"/>
                    <a:pt x="0" y="759"/>
                    <a:pt x="134" y="1128"/>
                  </a:cubicBezTo>
                  <a:cubicBezTo>
                    <a:pt x="264" y="1501"/>
                    <a:pt x="548" y="1833"/>
                    <a:pt x="929" y="1934"/>
                  </a:cubicBezTo>
                  <a:cubicBezTo>
                    <a:pt x="738" y="1647"/>
                    <a:pt x="584" y="1338"/>
                    <a:pt x="467" y="1014"/>
                  </a:cubicBezTo>
                  <a:cubicBezTo>
                    <a:pt x="353" y="686"/>
                    <a:pt x="284" y="345"/>
                    <a:pt x="25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9" name="Google Shape;5524;p73"/>
            <p:cNvSpPr/>
            <p:nvPr/>
          </p:nvSpPr>
          <p:spPr>
            <a:xfrm>
              <a:off x="3778206" y="3686979"/>
              <a:ext cx="50286" cy="149800"/>
            </a:xfrm>
            <a:custGeom>
              <a:avLst/>
              <a:gdLst/>
              <a:ahLst/>
              <a:cxnLst/>
              <a:rect l="l" t="t" r="r" b="b"/>
              <a:pathLst>
                <a:path w="2900" h="8639" extrusionOk="0">
                  <a:moveTo>
                    <a:pt x="1" y="0"/>
                  </a:moveTo>
                  <a:cubicBezTo>
                    <a:pt x="293" y="1500"/>
                    <a:pt x="702" y="2968"/>
                    <a:pt x="1193" y="4407"/>
                  </a:cubicBezTo>
                  <a:cubicBezTo>
                    <a:pt x="1683" y="5846"/>
                    <a:pt x="2226" y="7273"/>
                    <a:pt x="2899" y="8639"/>
                  </a:cubicBezTo>
                  <a:cubicBezTo>
                    <a:pt x="2490" y="7171"/>
                    <a:pt x="2024" y="5736"/>
                    <a:pt x="1533" y="4297"/>
                  </a:cubicBezTo>
                  <a:cubicBezTo>
                    <a:pt x="1043" y="2858"/>
                    <a:pt x="560" y="1419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0" name="Google Shape;5525;p73"/>
            <p:cNvSpPr/>
            <p:nvPr/>
          </p:nvSpPr>
          <p:spPr>
            <a:xfrm>
              <a:off x="3767594" y="3752975"/>
              <a:ext cx="31299" cy="80926"/>
            </a:xfrm>
            <a:custGeom>
              <a:avLst/>
              <a:gdLst/>
              <a:ahLst/>
              <a:cxnLst/>
              <a:rect l="l" t="t" r="r" b="b"/>
              <a:pathLst>
                <a:path w="1805" h="4667" extrusionOk="0">
                  <a:moveTo>
                    <a:pt x="17" y="1"/>
                  </a:moveTo>
                  <a:cubicBezTo>
                    <a:pt x="1" y="852"/>
                    <a:pt x="179" y="1695"/>
                    <a:pt x="487" y="2494"/>
                  </a:cubicBezTo>
                  <a:cubicBezTo>
                    <a:pt x="795" y="3288"/>
                    <a:pt x="1221" y="4042"/>
                    <a:pt x="1805" y="4667"/>
                  </a:cubicBezTo>
                  <a:cubicBezTo>
                    <a:pt x="1460" y="3892"/>
                    <a:pt x="1128" y="3134"/>
                    <a:pt x="824" y="2364"/>
                  </a:cubicBezTo>
                  <a:cubicBezTo>
                    <a:pt x="520" y="1594"/>
                    <a:pt x="276" y="803"/>
                    <a:pt x="1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1" name="Google Shape;5526;p73"/>
            <p:cNvSpPr/>
            <p:nvPr/>
          </p:nvSpPr>
          <p:spPr>
            <a:xfrm>
              <a:off x="3446423" y="3774633"/>
              <a:ext cx="561660" cy="289283"/>
            </a:xfrm>
            <a:custGeom>
              <a:avLst/>
              <a:gdLst/>
              <a:ahLst/>
              <a:cxnLst/>
              <a:rect l="l" t="t" r="r" b="b"/>
              <a:pathLst>
                <a:path w="32391" h="16683" extrusionOk="0">
                  <a:moveTo>
                    <a:pt x="26590" y="0"/>
                  </a:moveTo>
                  <a:cubicBezTo>
                    <a:pt x="25743" y="665"/>
                    <a:pt x="24251" y="1845"/>
                    <a:pt x="23189" y="2708"/>
                  </a:cubicBezTo>
                  <a:cubicBezTo>
                    <a:pt x="23014" y="2854"/>
                    <a:pt x="22840" y="2988"/>
                    <a:pt x="22694" y="3114"/>
                  </a:cubicBezTo>
                  <a:cubicBezTo>
                    <a:pt x="21614" y="3995"/>
                    <a:pt x="21027" y="4180"/>
                    <a:pt x="20668" y="4180"/>
                  </a:cubicBezTo>
                  <a:cubicBezTo>
                    <a:pt x="20545" y="4180"/>
                    <a:pt x="20448" y="4158"/>
                    <a:pt x="20367" y="4135"/>
                  </a:cubicBezTo>
                  <a:cubicBezTo>
                    <a:pt x="20084" y="4058"/>
                    <a:pt x="17735" y="3015"/>
                    <a:pt x="15156" y="3015"/>
                  </a:cubicBezTo>
                  <a:cubicBezTo>
                    <a:pt x="14895" y="3015"/>
                    <a:pt x="14632" y="3025"/>
                    <a:pt x="14368" y="3049"/>
                  </a:cubicBezTo>
                  <a:cubicBezTo>
                    <a:pt x="13753" y="3103"/>
                    <a:pt x="13199" y="3114"/>
                    <a:pt x="12708" y="3114"/>
                  </a:cubicBezTo>
                  <a:cubicBezTo>
                    <a:pt x="12347" y="3114"/>
                    <a:pt x="12020" y="3108"/>
                    <a:pt x="11729" y="3108"/>
                  </a:cubicBezTo>
                  <a:cubicBezTo>
                    <a:pt x="10565" y="3108"/>
                    <a:pt x="9963" y="3206"/>
                    <a:pt x="10002" y="4184"/>
                  </a:cubicBezTo>
                  <a:cubicBezTo>
                    <a:pt x="10058" y="5736"/>
                    <a:pt x="12993" y="6920"/>
                    <a:pt x="13934" y="6985"/>
                  </a:cubicBezTo>
                  <a:cubicBezTo>
                    <a:pt x="14870" y="7050"/>
                    <a:pt x="13561" y="8489"/>
                    <a:pt x="11749" y="8797"/>
                  </a:cubicBezTo>
                  <a:cubicBezTo>
                    <a:pt x="11334" y="8868"/>
                    <a:pt x="10868" y="8903"/>
                    <a:pt x="10368" y="8903"/>
                  </a:cubicBezTo>
                  <a:cubicBezTo>
                    <a:pt x="8678" y="8903"/>
                    <a:pt x="6610" y="8504"/>
                    <a:pt x="4902" y="7759"/>
                  </a:cubicBezTo>
                  <a:cubicBezTo>
                    <a:pt x="3891" y="7320"/>
                    <a:pt x="2809" y="7080"/>
                    <a:pt x="1925" y="7080"/>
                  </a:cubicBezTo>
                  <a:cubicBezTo>
                    <a:pt x="875" y="7080"/>
                    <a:pt x="105" y="7420"/>
                    <a:pt x="70" y="8169"/>
                  </a:cubicBezTo>
                  <a:cubicBezTo>
                    <a:pt x="1" y="9547"/>
                    <a:pt x="1006" y="10131"/>
                    <a:pt x="1006" y="10131"/>
                  </a:cubicBezTo>
                  <a:cubicBezTo>
                    <a:pt x="1006" y="10131"/>
                    <a:pt x="321" y="10216"/>
                    <a:pt x="568" y="11197"/>
                  </a:cubicBezTo>
                  <a:cubicBezTo>
                    <a:pt x="820" y="12174"/>
                    <a:pt x="1756" y="12421"/>
                    <a:pt x="1756" y="12421"/>
                  </a:cubicBezTo>
                  <a:cubicBezTo>
                    <a:pt x="1756" y="12421"/>
                    <a:pt x="933" y="13074"/>
                    <a:pt x="2125" y="14026"/>
                  </a:cubicBezTo>
                  <a:cubicBezTo>
                    <a:pt x="3247" y="14923"/>
                    <a:pt x="6061" y="16683"/>
                    <a:pt x="11113" y="16683"/>
                  </a:cubicBezTo>
                  <a:cubicBezTo>
                    <a:pt x="11427" y="16683"/>
                    <a:pt x="11750" y="16676"/>
                    <a:pt x="12081" y="16661"/>
                  </a:cubicBezTo>
                  <a:cubicBezTo>
                    <a:pt x="17749" y="16418"/>
                    <a:pt x="23241" y="15636"/>
                    <a:pt x="26614" y="12993"/>
                  </a:cubicBezTo>
                  <a:cubicBezTo>
                    <a:pt x="27186" y="12547"/>
                    <a:pt x="27774" y="12068"/>
                    <a:pt x="28349" y="11582"/>
                  </a:cubicBezTo>
                  <a:cubicBezTo>
                    <a:pt x="29886" y="10273"/>
                    <a:pt x="31357" y="8907"/>
                    <a:pt x="32391" y="7921"/>
                  </a:cubicBezTo>
                  <a:cubicBezTo>
                    <a:pt x="30109" y="5027"/>
                    <a:pt x="28211" y="2129"/>
                    <a:pt x="26590" y="0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2" name="Google Shape;5527;p73"/>
            <p:cNvSpPr/>
            <p:nvPr/>
          </p:nvSpPr>
          <p:spPr>
            <a:xfrm>
              <a:off x="3440666" y="3765841"/>
              <a:ext cx="575723" cy="304248"/>
            </a:xfrm>
            <a:custGeom>
              <a:avLst/>
              <a:gdLst/>
              <a:ahLst/>
              <a:cxnLst/>
              <a:rect l="l" t="t" r="r" b="b"/>
              <a:pathLst>
                <a:path w="33202" h="17546" extrusionOk="0">
                  <a:moveTo>
                    <a:pt x="26857" y="1010"/>
                  </a:moveTo>
                  <a:cubicBezTo>
                    <a:pt x="27453" y="1809"/>
                    <a:pt x="28098" y="2717"/>
                    <a:pt x="28770" y="3665"/>
                  </a:cubicBezTo>
                  <a:cubicBezTo>
                    <a:pt x="29804" y="5125"/>
                    <a:pt x="30972" y="6762"/>
                    <a:pt x="32245" y="8392"/>
                  </a:cubicBezTo>
                  <a:cubicBezTo>
                    <a:pt x="31264" y="9320"/>
                    <a:pt x="29881" y="10597"/>
                    <a:pt x="28454" y="11813"/>
                  </a:cubicBezTo>
                  <a:cubicBezTo>
                    <a:pt x="27875" y="12304"/>
                    <a:pt x="27295" y="12782"/>
                    <a:pt x="26731" y="13224"/>
                  </a:cubicBezTo>
                  <a:cubicBezTo>
                    <a:pt x="23160" y="16009"/>
                    <a:pt x="17197" y="16609"/>
                    <a:pt x="12397" y="16816"/>
                  </a:cubicBezTo>
                  <a:cubicBezTo>
                    <a:pt x="12065" y="16830"/>
                    <a:pt x="11743" y="16837"/>
                    <a:pt x="11429" y="16837"/>
                  </a:cubicBezTo>
                  <a:cubicBezTo>
                    <a:pt x="6635" y="16837"/>
                    <a:pt x="3917" y="15251"/>
                    <a:pt x="2680" y="14262"/>
                  </a:cubicBezTo>
                  <a:cubicBezTo>
                    <a:pt x="2352" y="13994"/>
                    <a:pt x="2173" y="13739"/>
                    <a:pt x="2169" y="13528"/>
                  </a:cubicBezTo>
                  <a:cubicBezTo>
                    <a:pt x="2169" y="13402"/>
                    <a:pt x="2222" y="13285"/>
                    <a:pt x="2311" y="13204"/>
                  </a:cubicBezTo>
                  <a:lnTo>
                    <a:pt x="2842" y="12770"/>
                  </a:lnTo>
                  <a:lnTo>
                    <a:pt x="2177" y="12584"/>
                  </a:lnTo>
                  <a:cubicBezTo>
                    <a:pt x="2149" y="12575"/>
                    <a:pt x="1436" y="12365"/>
                    <a:pt x="1241" y="11611"/>
                  </a:cubicBezTo>
                  <a:cubicBezTo>
                    <a:pt x="1180" y="11380"/>
                    <a:pt x="1184" y="11189"/>
                    <a:pt x="1253" y="11088"/>
                  </a:cubicBezTo>
                  <a:cubicBezTo>
                    <a:pt x="1277" y="11043"/>
                    <a:pt x="1326" y="11007"/>
                    <a:pt x="1379" y="10995"/>
                  </a:cubicBezTo>
                  <a:lnTo>
                    <a:pt x="2421" y="10861"/>
                  </a:lnTo>
                  <a:lnTo>
                    <a:pt x="1517" y="10334"/>
                  </a:lnTo>
                  <a:cubicBezTo>
                    <a:pt x="1508" y="10330"/>
                    <a:pt x="698" y="9843"/>
                    <a:pt x="754" y="8692"/>
                  </a:cubicBezTo>
                  <a:cubicBezTo>
                    <a:pt x="767" y="8477"/>
                    <a:pt x="860" y="8323"/>
                    <a:pt x="1058" y="8193"/>
                  </a:cubicBezTo>
                  <a:cubicBezTo>
                    <a:pt x="1334" y="8023"/>
                    <a:pt x="1750" y="7941"/>
                    <a:pt x="2246" y="7941"/>
                  </a:cubicBezTo>
                  <a:cubicBezTo>
                    <a:pt x="3071" y="7941"/>
                    <a:pt x="4115" y="8168"/>
                    <a:pt x="5092" y="8591"/>
                  </a:cubicBezTo>
                  <a:cubicBezTo>
                    <a:pt x="6812" y="9334"/>
                    <a:pt x="8945" y="9766"/>
                    <a:pt x="10720" y="9766"/>
                  </a:cubicBezTo>
                  <a:cubicBezTo>
                    <a:pt x="11230" y="9766"/>
                    <a:pt x="11710" y="9731"/>
                    <a:pt x="12142" y="9657"/>
                  </a:cubicBezTo>
                  <a:cubicBezTo>
                    <a:pt x="13560" y="9405"/>
                    <a:pt x="14967" y="8420"/>
                    <a:pt x="14935" y="7687"/>
                  </a:cubicBezTo>
                  <a:cubicBezTo>
                    <a:pt x="14919" y="7439"/>
                    <a:pt x="14744" y="7168"/>
                    <a:pt x="14290" y="7135"/>
                  </a:cubicBezTo>
                  <a:cubicBezTo>
                    <a:pt x="13463" y="7079"/>
                    <a:pt x="10739" y="5956"/>
                    <a:pt x="10686" y="4679"/>
                  </a:cubicBezTo>
                  <a:cubicBezTo>
                    <a:pt x="10670" y="4310"/>
                    <a:pt x="10767" y="4212"/>
                    <a:pt x="10800" y="4176"/>
                  </a:cubicBezTo>
                  <a:cubicBezTo>
                    <a:pt x="10971" y="3998"/>
                    <a:pt x="11438" y="3970"/>
                    <a:pt x="12047" y="3970"/>
                  </a:cubicBezTo>
                  <a:cubicBezTo>
                    <a:pt x="12189" y="3970"/>
                    <a:pt x="12339" y="3972"/>
                    <a:pt x="12494" y="3973"/>
                  </a:cubicBezTo>
                  <a:cubicBezTo>
                    <a:pt x="12657" y="3974"/>
                    <a:pt x="12829" y="3976"/>
                    <a:pt x="13010" y="3976"/>
                  </a:cubicBezTo>
                  <a:cubicBezTo>
                    <a:pt x="13516" y="3976"/>
                    <a:pt x="14094" y="3965"/>
                    <a:pt x="14736" y="3908"/>
                  </a:cubicBezTo>
                  <a:cubicBezTo>
                    <a:pt x="14982" y="3887"/>
                    <a:pt x="15228" y="3878"/>
                    <a:pt x="15473" y="3878"/>
                  </a:cubicBezTo>
                  <a:cubicBezTo>
                    <a:pt x="17628" y="3878"/>
                    <a:pt x="19636" y="4627"/>
                    <a:pt x="20338" y="4889"/>
                  </a:cubicBezTo>
                  <a:lnTo>
                    <a:pt x="20598" y="4987"/>
                  </a:lnTo>
                  <a:cubicBezTo>
                    <a:pt x="20715" y="5020"/>
                    <a:pt x="20845" y="5045"/>
                    <a:pt x="20996" y="5045"/>
                  </a:cubicBezTo>
                  <a:cubicBezTo>
                    <a:pt x="21462" y="5045"/>
                    <a:pt x="22132" y="4811"/>
                    <a:pt x="23253" y="3892"/>
                  </a:cubicBezTo>
                  <a:lnTo>
                    <a:pt x="23618" y="3588"/>
                  </a:lnTo>
                  <a:lnTo>
                    <a:pt x="23752" y="3487"/>
                  </a:lnTo>
                  <a:cubicBezTo>
                    <a:pt x="24652" y="2753"/>
                    <a:pt x="25848" y="1805"/>
                    <a:pt x="26857" y="1010"/>
                  </a:cubicBezTo>
                  <a:close/>
                  <a:moveTo>
                    <a:pt x="26983" y="1"/>
                  </a:moveTo>
                  <a:lnTo>
                    <a:pt x="26699" y="232"/>
                  </a:lnTo>
                  <a:cubicBezTo>
                    <a:pt x="25641" y="1067"/>
                    <a:pt x="24291" y="2129"/>
                    <a:pt x="23302" y="2936"/>
                  </a:cubicBezTo>
                  <a:lnTo>
                    <a:pt x="23176" y="3037"/>
                  </a:lnTo>
                  <a:lnTo>
                    <a:pt x="22795" y="3345"/>
                  </a:lnTo>
                  <a:cubicBezTo>
                    <a:pt x="21771" y="4189"/>
                    <a:pt x="21263" y="4337"/>
                    <a:pt x="20998" y="4337"/>
                  </a:cubicBezTo>
                  <a:cubicBezTo>
                    <a:pt x="20904" y="4337"/>
                    <a:pt x="20841" y="4318"/>
                    <a:pt x="20797" y="4306"/>
                  </a:cubicBezTo>
                  <a:lnTo>
                    <a:pt x="20590" y="4229"/>
                  </a:lnTo>
                  <a:cubicBezTo>
                    <a:pt x="19853" y="3949"/>
                    <a:pt x="17762" y="3165"/>
                    <a:pt x="15475" y="3165"/>
                  </a:cubicBezTo>
                  <a:cubicBezTo>
                    <a:pt x="15209" y="3165"/>
                    <a:pt x="14941" y="3176"/>
                    <a:pt x="14671" y="3199"/>
                  </a:cubicBezTo>
                  <a:cubicBezTo>
                    <a:pt x="14037" y="3258"/>
                    <a:pt x="13458" y="3265"/>
                    <a:pt x="12957" y="3265"/>
                  </a:cubicBezTo>
                  <a:cubicBezTo>
                    <a:pt x="12799" y="3265"/>
                    <a:pt x="12649" y="3264"/>
                    <a:pt x="12506" y="3264"/>
                  </a:cubicBezTo>
                  <a:cubicBezTo>
                    <a:pt x="12368" y="3263"/>
                    <a:pt x="12235" y="3262"/>
                    <a:pt x="12109" y="3262"/>
                  </a:cubicBezTo>
                  <a:cubicBezTo>
                    <a:pt x="11244" y="3262"/>
                    <a:pt x="10657" y="3307"/>
                    <a:pt x="10289" y="3685"/>
                  </a:cubicBezTo>
                  <a:cubicBezTo>
                    <a:pt x="10058" y="3925"/>
                    <a:pt x="9957" y="4253"/>
                    <a:pt x="9977" y="4703"/>
                  </a:cubicBezTo>
                  <a:cubicBezTo>
                    <a:pt x="10050" y="6479"/>
                    <a:pt x="13074" y="7715"/>
                    <a:pt x="14156" y="7837"/>
                  </a:cubicBezTo>
                  <a:cubicBezTo>
                    <a:pt x="13925" y="8149"/>
                    <a:pt x="13143" y="8757"/>
                    <a:pt x="12020" y="8951"/>
                  </a:cubicBezTo>
                  <a:cubicBezTo>
                    <a:pt x="11615" y="9021"/>
                    <a:pt x="11165" y="9055"/>
                    <a:pt x="10686" y="9055"/>
                  </a:cubicBezTo>
                  <a:cubicBezTo>
                    <a:pt x="9018" y="9055"/>
                    <a:pt x="7007" y="8648"/>
                    <a:pt x="5376" y="7942"/>
                  </a:cubicBezTo>
                  <a:cubicBezTo>
                    <a:pt x="4305" y="7475"/>
                    <a:pt x="3196" y="7233"/>
                    <a:pt x="2274" y="7233"/>
                  </a:cubicBezTo>
                  <a:cubicBezTo>
                    <a:pt x="1628" y="7233"/>
                    <a:pt x="1073" y="7351"/>
                    <a:pt x="686" y="7593"/>
                  </a:cubicBezTo>
                  <a:cubicBezTo>
                    <a:pt x="284" y="7845"/>
                    <a:pt x="65" y="8210"/>
                    <a:pt x="45" y="8664"/>
                  </a:cubicBezTo>
                  <a:cubicBezTo>
                    <a:pt x="0" y="9612"/>
                    <a:pt x="402" y="10245"/>
                    <a:pt x="734" y="10593"/>
                  </a:cubicBezTo>
                  <a:lnTo>
                    <a:pt x="661" y="10682"/>
                  </a:lnTo>
                  <a:cubicBezTo>
                    <a:pt x="475" y="10962"/>
                    <a:pt x="434" y="11339"/>
                    <a:pt x="556" y="11789"/>
                  </a:cubicBezTo>
                  <a:cubicBezTo>
                    <a:pt x="694" y="12336"/>
                    <a:pt x="1054" y="12803"/>
                    <a:pt x="1549" y="13074"/>
                  </a:cubicBezTo>
                  <a:cubicBezTo>
                    <a:pt x="1488" y="13216"/>
                    <a:pt x="1460" y="13366"/>
                    <a:pt x="1460" y="13516"/>
                  </a:cubicBezTo>
                  <a:cubicBezTo>
                    <a:pt x="1460" y="13962"/>
                    <a:pt x="1723" y="14400"/>
                    <a:pt x="2234" y="14813"/>
                  </a:cubicBezTo>
                  <a:cubicBezTo>
                    <a:pt x="3543" y="15863"/>
                    <a:pt x="6426" y="17545"/>
                    <a:pt x="11428" y="17545"/>
                  </a:cubicBezTo>
                  <a:cubicBezTo>
                    <a:pt x="11752" y="17545"/>
                    <a:pt x="12085" y="17541"/>
                    <a:pt x="12429" y="17525"/>
                  </a:cubicBezTo>
                  <a:cubicBezTo>
                    <a:pt x="17335" y="17310"/>
                    <a:pt x="23440" y="16694"/>
                    <a:pt x="27165" y="13779"/>
                  </a:cubicBezTo>
                  <a:cubicBezTo>
                    <a:pt x="27745" y="13334"/>
                    <a:pt x="28325" y="12851"/>
                    <a:pt x="28912" y="12357"/>
                  </a:cubicBezTo>
                  <a:cubicBezTo>
                    <a:pt x="30473" y="11027"/>
                    <a:pt x="31981" y="9624"/>
                    <a:pt x="32966" y="8688"/>
                  </a:cubicBezTo>
                  <a:lnTo>
                    <a:pt x="33201" y="8465"/>
                  </a:lnTo>
                  <a:lnTo>
                    <a:pt x="33003" y="8210"/>
                  </a:lnTo>
                  <a:cubicBezTo>
                    <a:pt x="31661" y="6507"/>
                    <a:pt x="30433" y="4780"/>
                    <a:pt x="29354" y="3256"/>
                  </a:cubicBezTo>
                  <a:cubicBezTo>
                    <a:pt x="28588" y="2182"/>
                    <a:pt x="27875" y="1172"/>
                    <a:pt x="27202" y="288"/>
                  </a:cubicBezTo>
                  <a:lnTo>
                    <a:pt x="26983" y="1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3" name="Google Shape;5528;p73"/>
            <p:cNvSpPr/>
            <p:nvPr/>
          </p:nvSpPr>
          <p:spPr>
            <a:xfrm>
              <a:off x="3460416" y="3947374"/>
              <a:ext cx="187497" cy="45465"/>
            </a:xfrm>
            <a:custGeom>
              <a:avLst/>
              <a:gdLst/>
              <a:ahLst/>
              <a:cxnLst/>
              <a:rect l="l" t="t" r="r" b="b"/>
              <a:pathLst>
                <a:path w="10813" h="2622" extrusionOk="0">
                  <a:moveTo>
                    <a:pt x="196" y="0"/>
                  </a:moveTo>
                  <a:cubicBezTo>
                    <a:pt x="141" y="0"/>
                    <a:pt x="87" y="25"/>
                    <a:pt x="53" y="71"/>
                  </a:cubicBezTo>
                  <a:cubicBezTo>
                    <a:pt x="1" y="153"/>
                    <a:pt x="21" y="258"/>
                    <a:pt x="102" y="311"/>
                  </a:cubicBezTo>
                  <a:cubicBezTo>
                    <a:pt x="1991" y="1551"/>
                    <a:pt x="5676" y="2621"/>
                    <a:pt x="8899" y="2621"/>
                  </a:cubicBezTo>
                  <a:cubicBezTo>
                    <a:pt x="8925" y="2622"/>
                    <a:pt x="8952" y="2622"/>
                    <a:pt x="8979" y="2622"/>
                  </a:cubicBezTo>
                  <a:cubicBezTo>
                    <a:pt x="9540" y="2622"/>
                    <a:pt x="10097" y="2581"/>
                    <a:pt x="10654" y="2504"/>
                  </a:cubicBezTo>
                  <a:cubicBezTo>
                    <a:pt x="10747" y="2492"/>
                    <a:pt x="10812" y="2402"/>
                    <a:pt x="10800" y="2309"/>
                  </a:cubicBezTo>
                  <a:cubicBezTo>
                    <a:pt x="10789" y="2226"/>
                    <a:pt x="10716" y="2165"/>
                    <a:pt x="10634" y="2165"/>
                  </a:cubicBezTo>
                  <a:cubicBezTo>
                    <a:pt x="10625" y="2165"/>
                    <a:pt x="10615" y="2166"/>
                    <a:pt x="10605" y="2167"/>
                  </a:cubicBezTo>
                  <a:cubicBezTo>
                    <a:pt x="10062" y="2246"/>
                    <a:pt x="9488" y="2282"/>
                    <a:pt x="8898" y="2282"/>
                  </a:cubicBezTo>
                  <a:cubicBezTo>
                    <a:pt x="5741" y="2282"/>
                    <a:pt x="2133" y="1239"/>
                    <a:pt x="288" y="27"/>
                  </a:cubicBezTo>
                  <a:cubicBezTo>
                    <a:pt x="260" y="9"/>
                    <a:pt x="228" y="0"/>
                    <a:pt x="19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4" name="Google Shape;5529;p73"/>
            <p:cNvSpPr/>
            <p:nvPr/>
          </p:nvSpPr>
          <p:spPr>
            <a:xfrm>
              <a:off x="3473352" y="3987013"/>
              <a:ext cx="184324" cy="46662"/>
            </a:xfrm>
            <a:custGeom>
              <a:avLst/>
              <a:gdLst/>
              <a:ahLst/>
              <a:cxnLst/>
              <a:rect l="l" t="t" r="r" b="b"/>
              <a:pathLst>
                <a:path w="10630" h="2691" extrusionOk="0">
                  <a:moveTo>
                    <a:pt x="200" y="0"/>
                  </a:moveTo>
                  <a:cubicBezTo>
                    <a:pt x="140" y="0"/>
                    <a:pt x="82" y="33"/>
                    <a:pt x="49" y="88"/>
                  </a:cubicBezTo>
                  <a:cubicBezTo>
                    <a:pt x="0" y="169"/>
                    <a:pt x="33" y="275"/>
                    <a:pt x="118" y="319"/>
                  </a:cubicBezTo>
                  <a:cubicBezTo>
                    <a:pt x="1780" y="1272"/>
                    <a:pt x="4861" y="2691"/>
                    <a:pt x="8420" y="2691"/>
                  </a:cubicBezTo>
                  <a:cubicBezTo>
                    <a:pt x="9109" y="2691"/>
                    <a:pt x="9795" y="2638"/>
                    <a:pt x="10476" y="2528"/>
                  </a:cubicBezTo>
                  <a:cubicBezTo>
                    <a:pt x="10565" y="2512"/>
                    <a:pt x="10630" y="2423"/>
                    <a:pt x="10617" y="2334"/>
                  </a:cubicBezTo>
                  <a:cubicBezTo>
                    <a:pt x="10603" y="2247"/>
                    <a:pt x="10531" y="2189"/>
                    <a:pt x="10449" y="2189"/>
                  </a:cubicBezTo>
                  <a:cubicBezTo>
                    <a:pt x="10439" y="2189"/>
                    <a:pt x="10429" y="2190"/>
                    <a:pt x="10419" y="2192"/>
                  </a:cubicBezTo>
                  <a:cubicBezTo>
                    <a:pt x="9741" y="2301"/>
                    <a:pt x="9075" y="2349"/>
                    <a:pt x="8424" y="2349"/>
                  </a:cubicBezTo>
                  <a:cubicBezTo>
                    <a:pt x="4936" y="2349"/>
                    <a:pt x="1917" y="956"/>
                    <a:pt x="284" y="23"/>
                  </a:cubicBezTo>
                  <a:cubicBezTo>
                    <a:pt x="257" y="8"/>
                    <a:pt x="228" y="0"/>
                    <a:pt x="2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5" name="Google Shape;5530;p73"/>
            <p:cNvSpPr/>
            <p:nvPr/>
          </p:nvSpPr>
          <p:spPr>
            <a:xfrm>
              <a:off x="3710025" y="3981776"/>
              <a:ext cx="167886" cy="56528"/>
            </a:xfrm>
            <a:custGeom>
              <a:avLst/>
              <a:gdLst/>
              <a:ahLst/>
              <a:cxnLst/>
              <a:rect l="l" t="t" r="r" b="b"/>
              <a:pathLst>
                <a:path w="9682" h="3260" extrusionOk="0">
                  <a:moveTo>
                    <a:pt x="9681" y="1"/>
                  </a:moveTo>
                  <a:lnTo>
                    <a:pt x="9681" y="1"/>
                  </a:lnTo>
                  <a:cubicBezTo>
                    <a:pt x="8279" y="1006"/>
                    <a:pt x="6730" y="1793"/>
                    <a:pt x="5088" y="2332"/>
                  </a:cubicBezTo>
                  <a:cubicBezTo>
                    <a:pt x="3459" y="2867"/>
                    <a:pt x="1740" y="3126"/>
                    <a:pt x="1" y="3143"/>
                  </a:cubicBezTo>
                  <a:cubicBezTo>
                    <a:pt x="517" y="3222"/>
                    <a:pt x="1041" y="3260"/>
                    <a:pt x="1566" y="3260"/>
                  </a:cubicBezTo>
                  <a:cubicBezTo>
                    <a:pt x="2792" y="3260"/>
                    <a:pt x="4025" y="3051"/>
                    <a:pt x="5198" y="2668"/>
                  </a:cubicBezTo>
                  <a:cubicBezTo>
                    <a:pt x="6868" y="2121"/>
                    <a:pt x="8441" y="1225"/>
                    <a:pt x="968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6" name="Google Shape;5531;p73"/>
            <p:cNvSpPr/>
            <p:nvPr/>
          </p:nvSpPr>
          <p:spPr>
            <a:xfrm>
              <a:off x="3895459" y="3904249"/>
              <a:ext cx="69759" cy="62164"/>
            </a:xfrm>
            <a:custGeom>
              <a:avLst/>
              <a:gdLst/>
              <a:ahLst/>
              <a:cxnLst/>
              <a:rect l="l" t="t" r="r" b="b"/>
              <a:pathLst>
                <a:path w="4023" h="3585" extrusionOk="0">
                  <a:moveTo>
                    <a:pt x="4022" y="1"/>
                  </a:moveTo>
                  <a:cubicBezTo>
                    <a:pt x="3325" y="580"/>
                    <a:pt x="2660" y="1172"/>
                    <a:pt x="1995" y="1776"/>
                  </a:cubicBezTo>
                  <a:cubicBezTo>
                    <a:pt x="1334" y="2376"/>
                    <a:pt x="657" y="2956"/>
                    <a:pt x="1" y="3584"/>
                  </a:cubicBezTo>
                  <a:cubicBezTo>
                    <a:pt x="816" y="3183"/>
                    <a:pt x="1561" y="2652"/>
                    <a:pt x="2234" y="2044"/>
                  </a:cubicBezTo>
                  <a:cubicBezTo>
                    <a:pt x="2907" y="1436"/>
                    <a:pt x="3532" y="767"/>
                    <a:pt x="402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7" name="Google Shape;5532;p73"/>
            <p:cNvSpPr/>
            <p:nvPr/>
          </p:nvSpPr>
          <p:spPr>
            <a:xfrm>
              <a:off x="3783339" y="3873748"/>
              <a:ext cx="168874" cy="116837"/>
            </a:xfrm>
            <a:custGeom>
              <a:avLst/>
              <a:gdLst/>
              <a:ahLst/>
              <a:cxnLst/>
              <a:rect l="l" t="t" r="r" b="b"/>
              <a:pathLst>
                <a:path w="9739" h="6738" extrusionOk="0">
                  <a:moveTo>
                    <a:pt x="9738" y="0"/>
                  </a:moveTo>
                  <a:lnTo>
                    <a:pt x="9738" y="0"/>
                  </a:lnTo>
                  <a:cubicBezTo>
                    <a:pt x="8494" y="1593"/>
                    <a:pt x="7038" y="2980"/>
                    <a:pt x="5396" y="4127"/>
                  </a:cubicBezTo>
                  <a:cubicBezTo>
                    <a:pt x="3755" y="5270"/>
                    <a:pt x="1930" y="6134"/>
                    <a:pt x="1" y="6738"/>
                  </a:cubicBezTo>
                  <a:cubicBezTo>
                    <a:pt x="2003" y="6405"/>
                    <a:pt x="3925" y="5578"/>
                    <a:pt x="5599" y="4419"/>
                  </a:cubicBezTo>
                  <a:cubicBezTo>
                    <a:pt x="7273" y="3259"/>
                    <a:pt x="8725" y="1755"/>
                    <a:pt x="973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8" name="Google Shape;5533;p73"/>
            <p:cNvSpPr/>
            <p:nvPr/>
          </p:nvSpPr>
          <p:spPr>
            <a:xfrm>
              <a:off x="2682700" y="1294475"/>
              <a:ext cx="1288830" cy="944111"/>
            </a:xfrm>
            <a:custGeom>
              <a:avLst/>
              <a:gdLst/>
              <a:ahLst/>
              <a:cxnLst/>
              <a:rect l="l" t="t" r="r" b="b"/>
              <a:pathLst>
                <a:path w="74327" h="54447" extrusionOk="0">
                  <a:moveTo>
                    <a:pt x="47754" y="1"/>
                  </a:moveTo>
                  <a:cubicBezTo>
                    <a:pt x="47754" y="1"/>
                    <a:pt x="51115" y="1282"/>
                    <a:pt x="54155" y="6880"/>
                  </a:cubicBezTo>
                  <a:cubicBezTo>
                    <a:pt x="54009" y="6771"/>
                    <a:pt x="50142" y="3892"/>
                    <a:pt x="43311" y="2802"/>
                  </a:cubicBezTo>
                  <a:cubicBezTo>
                    <a:pt x="41708" y="2544"/>
                    <a:pt x="39942" y="2386"/>
                    <a:pt x="38023" y="2386"/>
                  </a:cubicBezTo>
                  <a:cubicBezTo>
                    <a:pt x="34871" y="2386"/>
                    <a:pt x="31306" y="2812"/>
                    <a:pt x="27367" y="3921"/>
                  </a:cubicBezTo>
                  <a:cubicBezTo>
                    <a:pt x="27367" y="3921"/>
                    <a:pt x="27720" y="3890"/>
                    <a:pt x="28295" y="3890"/>
                  </a:cubicBezTo>
                  <a:cubicBezTo>
                    <a:pt x="29585" y="3890"/>
                    <a:pt x="31992" y="4044"/>
                    <a:pt x="34020" y="5040"/>
                  </a:cubicBezTo>
                  <a:cubicBezTo>
                    <a:pt x="34020" y="5040"/>
                    <a:pt x="33485" y="4930"/>
                    <a:pt x="32570" y="4930"/>
                  </a:cubicBezTo>
                  <a:cubicBezTo>
                    <a:pt x="30663" y="4930"/>
                    <a:pt x="27102" y="5404"/>
                    <a:pt x="23265" y="8323"/>
                  </a:cubicBezTo>
                  <a:cubicBezTo>
                    <a:pt x="19553" y="11150"/>
                    <a:pt x="14013" y="13153"/>
                    <a:pt x="8491" y="13153"/>
                  </a:cubicBezTo>
                  <a:cubicBezTo>
                    <a:pt x="5564" y="13153"/>
                    <a:pt x="2643" y="12591"/>
                    <a:pt x="0" y="11291"/>
                  </a:cubicBezTo>
                  <a:lnTo>
                    <a:pt x="0" y="11291"/>
                  </a:lnTo>
                  <a:cubicBezTo>
                    <a:pt x="118" y="11445"/>
                    <a:pt x="3953" y="16419"/>
                    <a:pt x="13694" y="17047"/>
                  </a:cubicBezTo>
                  <a:cubicBezTo>
                    <a:pt x="13694" y="17047"/>
                    <a:pt x="4698" y="21206"/>
                    <a:pt x="1577" y="29776"/>
                  </a:cubicBezTo>
                  <a:cubicBezTo>
                    <a:pt x="1577" y="29776"/>
                    <a:pt x="4739" y="27190"/>
                    <a:pt x="10305" y="24388"/>
                  </a:cubicBezTo>
                  <a:lnTo>
                    <a:pt x="10305" y="24388"/>
                  </a:lnTo>
                  <a:cubicBezTo>
                    <a:pt x="9482" y="24855"/>
                    <a:pt x="2218" y="29399"/>
                    <a:pt x="4062" y="43599"/>
                  </a:cubicBezTo>
                  <a:cubicBezTo>
                    <a:pt x="4062" y="43599"/>
                    <a:pt x="5967" y="36250"/>
                    <a:pt x="10374" y="35930"/>
                  </a:cubicBezTo>
                  <a:cubicBezTo>
                    <a:pt x="14784" y="35609"/>
                    <a:pt x="16755" y="35459"/>
                    <a:pt x="22333" y="29691"/>
                  </a:cubicBezTo>
                  <a:cubicBezTo>
                    <a:pt x="25482" y="26437"/>
                    <a:pt x="30960" y="25248"/>
                    <a:pt x="36156" y="25248"/>
                  </a:cubicBezTo>
                  <a:cubicBezTo>
                    <a:pt x="40164" y="25248"/>
                    <a:pt x="44004" y="25955"/>
                    <a:pt x="46477" y="26967"/>
                  </a:cubicBezTo>
                  <a:cubicBezTo>
                    <a:pt x="52161" y="29285"/>
                    <a:pt x="53600" y="35970"/>
                    <a:pt x="52720" y="43595"/>
                  </a:cubicBezTo>
                  <a:cubicBezTo>
                    <a:pt x="52043" y="49445"/>
                    <a:pt x="54115" y="53377"/>
                    <a:pt x="57054" y="54253"/>
                  </a:cubicBezTo>
                  <a:cubicBezTo>
                    <a:pt x="57471" y="54381"/>
                    <a:pt x="57906" y="54446"/>
                    <a:pt x="58352" y="54446"/>
                  </a:cubicBezTo>
                  <a:cubicBezTo>
                    <a:pt x="58863" y="54446"/>
                    <a:pt x="59389" y="54361"/>
                    <a:pt x="59924" y="54188"/>
                  </a:cubicBezTo>
                  <a:cubicBezTo>
                    <a:pt x="64213" y="52777"/>
                    <a:pt x="70164" y="44658"/>
                    <a:pt x="70164" y="44658"/>
                  </a:cubicBezTo>
                  <a:cubicBezTo>
                    <a:pt x="72328" y="41216"/>
                    <a:pt x="73690" y="31612"/>
                    <a:pt x="74011" y="26646"/>
                  </a:cubicBezTo>
                  <a:cubicBezTo>
                    <a:pt x="74327" y="21689"/>
                    <a:pt x="69766" y="16569"/>
                    <a:pt x="64164" y="15442"/>
                  </a:cubicBezTo>
                  <a:cubicBezTo>
                    <a:pt x="64164" y="15442"/>
                    <a:pt x="61444" y="7448"/>
                    <a:pt x="57520" y="4083"/>
                  </a:cubicBezTo>
                  <a:cubicBezTo>
                    <a:pt x="53600" y="718"/>
                    <a:pt x="47754" y="1"/>
                    <a:pt x="47754" y="1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" name="Google Shape;5534;p73"/>
            <p:cNvSpPr/>
            <p:nvPr/>
          </p:nvSpPr>
          <p:spPr>
            <a:xfrm>
              <a:off x="2674481" y="1288302"/>
              <a:ext cx="1303309" cy="956492"/>
            </a:xfrm>
            <a:custGeom>
              <a:avLst/>
              <a:gdLst/>
              <a:ahLst/>
              <a:cxnLst/>
              <a:rect l="l" t="t" r="r" b="b"/>
              <a:pathLst>
                <a:path w="75162" h="55161" extrusionOk="0">
                  <a:moveTo>
                    <a:pt x="50105" y="1082"/>
                  </a:moveTo>
                  <a:lnTo>
                    <a:pt x="50105" y="1082"/>
                  </a:lnTo>
                  <a:cubicBezTo>
                    <a:pt x="52120" y="1577"/>
                    <a:pt x="55339" y="2631"/>
                    <a:pt x="57763" y="4706"/>
                  </a:cubicBezTo>
                  <a:cubicBezTo>
                    <a:pt x="61565" y="7966"/>
                    <a:pt x="64273" y="15834"/>
                    <a:pt x="64302" y="15915"/>
                  </a:cubicBezTo>
                  <a:cubicBezTo>
                    <a:pt x="64342" y="16033"/>
                    <a:pt x="64443" y="16122"/>
                    <a:pt x="64565" y="16150"/>
                  </a:cubicBezTo>
                  <a:cubicBezTo>
                    <a:pt x="70058" y="17249"/>
                    <a:pt x="74436" y="22211"/>
                    <a:pt x="74128" y="26982"/>
                  </a:cubicBezTo>
                  <a:cubicBezTo>
                    <a:pt x="73775" y="32451"/>
                    <a:pt x="72365" y="41596"/>
                    <a:pt x="70354" y="44799"/>
                  </a:cubicBezTo>
                  <a:cubicBezTo>
                    <a:pt x="70293" y="44880"/>
                    <a:pt x="64419" y="52854"/>
                    <a:pt x="60284" y="54203"/>
                  </a:cubicBezTo>
                  <a:cubicBezTo>
                    <a:pt x="59790" y="54368"/>
                    <a:pt x="59302" y="54449"/>
                    <a:pt x="58825" y="54449"/>
                  </a:cubicBezTo>
                  <a:cubicBezTo>
                    <a:pt x="58418" y="54449"/>
                    <a:pt x="58019" y="54390"/>
                    <a:pt x="57629" y="54272"/>
                  </a:cubicBezTo>
                  <a:cubicBezTo>
                    <a:pt x="55095" y="53514"/>
                    <a:pt x="52845" y="50044"/>
                    <a:pt x="53547" y="43996"/>
                  </a:cubicBezTo>
                  <a:cubicBezTo>
                    <a:pt x="54856" y="32657"/>
                    <a:pt x="50754" y="28494"/>
                    <a:pt x="47085" y="26998"/>
                  </a:cubicBezTo>
                  <a:cubicBezTo>
                    <a:pt x="44669" y="26009"/>
                    <a:pt x="40720" y="25259"/>
                    <a:pt x="36565" y="25259"/>
                  </a:cubicBezTo>
                  <a:cubicBezTo>
                    <a:pt x="31344" y="25259"/>
                    <a:pt x="25802" y="26439"/>
                    <a:pt x="22547" y="29800"/>
                  </a:cubicBezTo>
                  <a:cubicBezTo>
                    <a:pt x="17050" y="35483"/>
                    <a:pt x="15100" y="35621"/>
                    <a:pt x="10823" y="35937"/>
                  </a:cubicBezTo>
                  <a:cubicBezTo>
                    <a:pt x="7499" y="36176"/>
                    <a:pt x="5562" y="40027"/>
                    <a:pt x="4710" y="42277"/>
                  </a:cubicBezTo>
                  <a:cubicBezTo>
                    <a:pt x="3632" y="29617"/>
                    <a:pt x="10175" y="25494"/>
                    <a:pt x="10949" y="25053"/>
                  </a:cubicBezTo>
                  <a:cubicBezTo>
                    <a:pt x="11115" y="24955"/>
                    <a:pt x="11180" y="24749"/>
                    <a:pt x="11091" y="24574"/>
                  </a:cubicBezTo>
                  <a:cubicBezTo>
                    <a:pt x="11025" y="24454"/>
                    <a:pt x="10902" y="24387"/>
                    <a:pt x="10774" y="24387"/>
                  </a:cubicBezTo>
                  <a:cubicBezTo>
                    <a:pt x="10719" y="24387"/>
                    <a:pt x="10664" y="24399"/>
                    <a:pt x="10613" y="24424"/>
                  </a:cubicBezTo>
                  <a:cubicBezTo>
                    <a:pt x="6899" y="26293"/>
                    <a:pt x="4228" y="28089"/>
                    <a:pt x="2866" y="29070"/>
                  </a:cubicBezTo>
                  <a:cubicBezTo>
                    <a:pt x="6247" y="21534"/>
                    <a:pt x="14233" y="17768"/>
                    <a:pt x="14318" y="17723"/>
                  </a:cubicBezTo>
                  <a:cubicBezTo>
                    <a:pt x="14638" y="17561"/>
                    <a:pt x="14549" y="17083"/>
                    <a:pt x="14192" y="17046"/>
                  </a:cubicBezTo>
                  <a:cubicBezTo>
                    <a:pt x="7690" y="16625"/>
                    <a:pt x="3851" y="14217"/>
                    <a:pt x="2035" y="12692"/>
                  </a:cubicBezTo>
                  <a:lnTo>
                    <a:pt x="2035" y="12692"/>
                  </a:lnTo>
                  <a:cubicBezTo>
                    <a:pt x="4233" y="13491"/>
                    <a:pt x="6575" y="13845"/>
                    <a:pt x="8919" y="13845"/>
                  </a:cubicBezTo>
                  <a:cubicBezTo>
                    <a:pt x="14570" y="13845"/>
                    <a:pt x="20239" y="11791"/>
                    <a:pt x="23958" y="8963"/>
                  </a:cubicBezTo>
                  <a:cubicBezTo>
                    <a:pt x="27716" y="6100"/>
                    <a:pt x="31232" y="5649"/>
                    <a:pt x="33078" y="5649"/>
                  </a:cubicBezTo>
                  <a:cubicBezTo>
                    <a:pt x="33916" y="5649"/>
                    <a:pt x="34410" y="5742"/>
                    <a:pt x="34425" y="5744"/>
                  </a:cubicBezTo>
                  <a:cubicBezTo>
                    <a:pt x="34454" y="5751"/>
                    <a:pt x="34482" y="5754"/>
                    <a:pt x="34509" y="5754"/>
                  </a:cubicBezTo>
                  <a:cubicBezTo>
                    <a:pt x="34863" y="5754"/>
                    <a:pt x="35006" y="5241"/>
                    <a:pt x="34648" y="5075"/>
                  </a:cubicBezTo>
                  <a:cubicBezTo>
                    <a:pt x="33286" y="4406"/>
                    <a:pt x="31770" y="4102"/>
                    <a:pt x="30517" y="3977"/>
                  </a:cubicBezTo>
                  <a:cubicBezTo>
                    <a:pt x="33230" y="3393"/>
                    <a:pt x="35901" y="3099"/>
                    <a:pt x="38508" y="3099"/>
                  </a:cubicBezTo>
                  <a:cubicBezTo>
                    <a:pt x="40279" y="3099"/>
                    <a:pt x="42021" y="3234"/>
                    <a:pt x="43728" y="3507"/>
                  </a:cubicBezTo>
                  <a:cubicBezTo>
                    <a:pt x="50458" y="4581"/>
                    <a:pt x="54256" y="7398"/>
                    <a:pt x="54418" y="7520"/>
                  </a:cubicBezTo>
                  <a:cubicBezTo>
                    <a:pt x="54488" y="7575"/>
                    <a:pt x="54563" y="7599"/>
                    <a:pt x="54636" y="7599"/>
                  </a:cubicBezTo>
                  <a:cubicBezTo>
                    <a:pt x="54881" y="7599"/>
                    <a:pt x="55095" y="7325"/>
                    <a:pt x="54945" y="7062"/>
                  </a:cubicBezTo>
                  <a:cubicBezTo>
                    <a:pt x="53214" y="3888"/>
                    <a:pt x="51398" y="2071"/>
                    <a:pt x="50105" y="1082"/>
                  </a:cubicBezTo>
                  <a:close/>
                  <a:moveTo>
                    <a:pt x="48229" y="1"/>
                  </a:moveTo>
                  <a:cubicBezTo>
                    <a:pt x="48069" y="1"/>
                    <a:pt x="47924" y="109"/>
                    <a:pt x="47884" y="268"/>
                  </a:cubicBezTo>
                  <a:cubicBezTo>
                    <a:pt x="47843" y="442"/>
                    <a:pt x="47936" y="620"/>
                    <a:pt x="48102" y="689"/>
                  </a:cubicBezTo>
                  <a:cubicBezTo>
                    <a:pt x="48135" y="701"/>
                    <a:pt x="50871" y="1800"/>
                    <a:pt x="53579" y="6142"/>
                  </a:cubicBezTo>
                  <a:cubicBezTo>
                    <a:pt x="51893" y="5156"/>
                    <a:pt x="48565" y="3555"/>
                    <a:pt x="43842" y="2801"/>
                  </a:cubicBezTo>
                  <a:cubicBezTo>
                    <a:pt x="42098" y="2525"/>
                    <a:pt x="40321" y="2387"/>
                    <a:pt x="38515" y="2387"/>
                  </a:cubicBezTo>
                  <a:cubicBezTo>
                    <a:pt x="35019" y="2387"/>
                    <a:pt x="31416" y="2904"/>
                    <a:pt x="27748" y="3936"/>
                  </a:cubicBezTo>
                  <a:cubicBezTo>
                    <a:pt x="27349" y="4055"/>
                    <a:pt x="27443" y="4635"/>
                    <a:pt x="27841" y="4635"/>
                  </a:cubicBezTo>
                  <a:cubicBezTo>
                    <a:pt x="27852" y="4635"/>
                    <a:pt x="27863" y="4634"/>
                    <a:pt x="27874" y="4634"/>
                  </a:cubicBezTo>
                  <a:cubicBezTo>
                    <a:pt x="27884" y="4634"/>
                    <a:pt x="28227" y="4605"/>
                    <a:pt x="28778" y="4605"/>
                  </a:cubicBezTo>
                  <a:cubicBezTo>
                    <a:pt x="29580" y="4605"/>
                    <a:pt x="30821" y="4665"/>
                    <a:pt x="32122" y="4958"/>
                  </a:cubicBezTo>
                  <a:cubicBezTo>
                    <a:pt x="30055" y="5108"/>
                    <a:pt x="26901" y="5829"/>
                    <a:pt x="23528" y="8395"/>
                  </a:cubicBezTo>
                  <a:cubicBezTo>
                    <a:pt x="19915" y="11143"/>
                    <a:pt x="14408" y="13141"/>
                    <a:pt x="8928" y="13141"/>
                  </a:cubicBezTo>
                  <a:cubicBezTo>
                    <a:pt x="6064" y="13141"/>
                    <a:pt x="3207" y="12595"/>
                    <a:pt x="632" y="11326"/>
                  </a:cubicBezTo>
                  <a:cubicBezTo>
                    <a:pt x="577" y="11298"/>
                    <a:pt x="521" y="11286"/>
                    <a:pt x="468" y="11286"/>
                  </a:cubicBezTo>
                  <a:cubicBezTo>
                    <a:pt x="201" y="11286"/>
                    <a:pt x="1" y="11607"/>
                    <a:pt x="190" y="11857"/>
                  </a:cubicBezTo>
                  <a:cubicBezTo>
                    <a:pt x="344" y="12060"/>
                    <a:pt x="3920" y="16702"/>
                    <a:pt x="12936" y="17654"/>
                  </a:cubicBezTo>
                  <a:cubicBezTo>
                    <a:pt x="10418" y="19081"/>
                    <a:pt x="4204" y="23188"/>
                    <a:pt x="1723" y="30006"/>
                  </a:cubicBezTo>
                  <a:cubicBezTo>
                    <a:pt x="1666" y="30156"/>
                    <a:pt x="1719" y="30327"/>
                    <a:pt x="1848" y="30420"/>
                  </a:cubicBezTo>
                  <a:cubicBezTo>
                    <a:pt x="1910" y="30462"/>
                    <a:pt x="1982" y="30483"/>
                    <a:pt x="2054" y="30483"/>
                  </a:cubicBezTo>
                  <a:cubicBezTo>
                    <a:pt x="2134" y="30483"/>
                    <a:pt x="2214" y="30457"/>
                    <a:pt x="2278" y="30404"/>
                  </a:cubicBezTo>
                  <a:cubicBezTo>
                    <a:pt x="2306" y="30383"/>
                    <a:pt x="4386" y="28689"/>
                    <a:pt x="8083" y="26589"/>
                  </a:cubicBezTo>
                  <a:lnTo>
                    <a:pt x="8083" y="26589"/>
                  </a:lnTo>
                  <a:cubicBezTo>
                    <a:pt x="5776" y="29208"/>
                    <a:pt x="2943" y="34482"/>
                    <a:pt x="4179" y="44000"/>
                  </a:cubicBezTo>
                  <a:cubicBezTo>
                    <a:pt x="4204" y="44166"/>
                    <a:pt x="4341" y="44296"/>
                    <a:pt x="4508" y="44308"/>
                  </a:cubicBezTo>
                  <a:cubicBezTo>
                    <a:pt x="4513" y="44308"/>
                    <a:pt x="4519" y="44309"/>
                    <a:pt x="4525" y="44309"/>
                  </a:cubicBezTo>
                  <a:cubicBezTo>
                    <a:pt x="4688" y="44309"/>
                    <a:pt x="4834" y="44197"/>
                    <a:pt x="4881" y="44041"/>
                  </a:cubicBezTo>
                  <a:cubicBezTo>
                    <a:pt x="4893" y="43968"/>
                    <a:pt x="6774" y="36942"/>
                    <a:pt x="10880" y="36642"/>
                  </a:cubicBezTo>
                  <a:cubicBezTo>
                    <a:pt x="15339" y="36318"/>
                    <a:pt x="17374" y="36172"/>
                    <a:pt x="23058" y="30290"/>
                  </a:cubicBezTo>
                  <a:cubicBezTo>
                    <a:pt x="25462" y="27813"/>
                    <a:pt x="29653" y="26289"/>
                    <a:pt x="34855" y="26009"/>
                  </a:cubicBezTo>
                  <a:cubicBezTo>
                    <a:pt x="35422" y="25979"/>
                    <a:pt x="35996" y="25964"/>
                    <a:pt x="36574" y="25964"/>
                  </a:cubicBezTo>
                  <a:cubicBezTo>
                    <a:pt x="40332" y="25964"/>
                    <a:pt x="44206" y="26590"/>
                    <a:pt x="46813" y="27651"/>
                  </a:cubicBezTo>
                  <a:cubicBezTo>
                    <a:pt x="50259" y="29062"/>
                    <a:pt x="54098" y="33022"/>
                    <a:pt x="52841" y="43911"/>
                  </a:cubicBezTo>
                  <a:cubicBezTo>
                    <a:pt x="52095" y="50369"/>
                    <a:pt x="54605" y="54110"/>
                    <a:pt x="57422" y="54949"/>
                  </a:cubicBezTo>
                  <a:cubicBezTo>
                    <a:pt x="57876" y="55091"/>
                    <a:pt x="58351" y="55160"/>
                    <a:pt x="58825" y="55160"/>
                  </a:cubicBezTo>
                  <a:cubicBezTo>
                    <a:pt x="59396" y="55156"/>
                    <a:pt x="59964" y="55063"/>
                    <a:pt x="60507" y="54885"/>
                  </a:cubicBezTo>
                  <a:cubicBezTo>
                    <a:pt x="64857" y="53454"/>
                    <a:pt x="70678" y="45557"/>
                    <a:pt x="70942" y="45200"/>
                  </a:cubicBezTo>
                  <a:cubicBezTo>
                    <a:pt x="73236" y="41552"/>
                    <a:pt x="74554" y="31381"/>
                    <a:pt x="74837" y="27031"/>
                  </a:cubicBezTo>
                  <a:cubicBezTo>
                    <a:pt x="75162" y="21976"/>
                    <a:pt x="70634" y="16738"/>
                    <a:pt x="64906" y="15490"/>
                  </a:cubicBezTo>
                  <a:cubicBezTo>
                    <a:pt x="64456" y="14221"/>
                    <a:pt x="61881" y="7301"/>
                    <a:pt x="58221" y="4171"/>
                  </a:cubicBezTo>
                  <a:cubicBezTo>
                    <a:pt x="54268" y="774"/>
                    <a:pt x="48520" y="36"/>
                    <a:pt x="48277" y="4"/>
                  </a:cubicBezTo>
                  <a:cubicBezTo>
                    <a:pt x="48261" y="2"/>
                    <a:pt x="48245" y="1"/>
                    <a:pt x="4822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" name="Google Shape;5535;p73"/>
            <p:cNvSpPr/>
            <p:nvPr/>
          </p:nvSpPr>
          <p:spPr>
            <a:xfrm>
              <a:off x="3433712" y="1294475"/>
              <a:ext cx="537817" cy="944111"/>
            </a:xfrm>
            <a:custGeom>
              <a:avLst/>
              <a:gdLst/>
              <a:ahLst/>
              <a:cxnLst/>
              <a:rect l="l" t="t" r="r" b="b"/>
              <a:pathLst>
                <a:path w="31016" h="54447" extrusionOk="0">
                  <a:moveTo>
                    <a:pt x="16601" y="19613"/>
                  </a:moveTo>
                  <a:lnTo>
                    <a:pt x="16601" y="19613"/>
                  </a:lnTo>
                  <a:cubicBezTo>
                    <a:pt x="16601" y="19613"/>
                    <a:pt x="16601" y="19613"/>
                    <a:pt x="16601" y="19613"/>
                  </a:cubicBezTo>
                  <a:cubicBezTo>
                    <a:pt x="16601" y="19613"/>
                    <a:pt x="16601" y="19613"/>
                    <a:pt x="16601" y="19613"/>
                  </a:cubicBezTo>
                  <a:close/>
                  <a:moveTo>
                    <a:pt x="4443" y="1"/>
                  </a:moveTo>
                  <a:cubicBezTo>
                    <a:pt x="4443" y="1"/>
                    <a:pt x="7804" y="1282"/>
                    <a:pt x="10844" y="6880"/>
                  </a:cubicBezTo>
                  <a:cubicBezTo>
                    <a:pt x="10698" y="6767"/>
                    <a:pt x="6831" y="3888"/>
                    <a:pt x="0" y="2802"/>
                  </a:cubicBezTo>
                  <a:lnTo>
                    <a:pt x="0" y="2802"/>
                  </a:lnTo>
                  <a:cubicBezTo>
                    <a:pt x="369" y="2932"/>
                    <a:pt x="730" y="3069"/>
                    <a:pt x="1095" y="3215"/>
                  </a:cubicBezTo>
                  <a:cubicBezTo>
                    <a:pt x="5736" y="5100"/>
                    <a:pt x="9863" y="8283"/>
                    <a:pt x="12847" y="12312"/>
                  </a:cubicBezTo>
                  <a:cubicBezTo>
                    <a:pt x="13288" y="12904"/>
                    <a:pt x="16844" y="19577"/>
                    <a:pt x="16601" y="19613"/>
                  </a:cubicBezTo>
                  <a:lnTo>
                    <a:pt x="16601" y="19613"/>
                  </a:lnTo>
                  <a:cubicBezTo>
                    <a:pt x="16776" y="19590"/>
                    <a:pt x="16951" y="19579"/>
                    <a:pt x="17126" y="19579"/>
                  </a:cubicBezTo>
                  <a:cubicBezTo>
                    <a:pt x="18742" y="19579"/>
                    <a:pt x="20294" y="20545"/>
                    <a:pt x="21279" y="21855"/>
                  </a:cubicBezTo>
                  <a:cubicBezTo>
                    <a:pt x="22369" y="23302"/>
                    <a:pt x="22864" y="25106"/>
                    <a:pt x="23180" y="26890"/>
                  </a:cubicBezTo>
                  <a:cubicBezTo>
                    <a:pt x="23828" y="30627"/>
                    <a:pt x="23776" y="34450"/>
                    <a:pt x="23022" y="38163"/>
                  </a:cubicBezTo>
                  <a:cubicBezTo>
                    <a:pt x="22829" y="38139"/>
                    <a:pt x="22638" y="38127"/>
                    <a:pt x="22450" y="38127"/>
                  </a:cubicBezTo>
                  <a:cubicBezTo>
                    <a:pt x="19685" y="38127"/>
                    <a:pt x="17466" y="40712"/>
                    <a:pt x="15887" y="43089"/>
                  </a:cubicBezTo>
                  <a:cubicBezTo>
                    <a:pt x="14695" y="44885"/>
                    <a:pt x="13536" y="46749"/>
                    <a:pt x="13037" y="48841"/>
                  </a:cubicBezTo>
                  <a:cubicBezTo>
                    <a:pt x="12608" y="50661"/>
                    <a:pt x="12762" y="52692"/>
                    <a:pt x="13743" y="54253"/>
                  </a:cubicBezTo>
                  <a:cubicBezTo>
                    <a:pt x="14160" y="54381"/>
                    <a:pt x="14595" y="54446"/>
                    <a:pt x="15041" y="54446"/>
                  </a:cubicBezTo>
                  <a:cubicBezTo>
                    <a:pt x="15552" y="54446"/>
                    <a:pt x="16078" y="54361"/>
                    <a:pt x="16613" y="54188"/>
                  </a:cubicBezTo>
                  <a:cubicBezTo>
                    <a:pt x="20902" y="52777"/>
                    <a:pt x="26853" y="44658"/>
                    <a:pt x="26853" y="44658"/>
                  </a:cubicBezTo>
                  <a:cubicBezTo>
                    <a:pt x="29017" y="41216"/>
                    <a:pt x="30379" y="31612"/>
                    <a:pt x="30700" y="26646"/>
                  </a:cubicBezTo>
                  <a:cubicBezTo>
                    <a:pt x="31016" y="21689"/>
                    <a:pt x="26455" y="16569"/>
                    <a:pt x="20853" y="15442"/>
                  </a:cubicBezTo>
                  <a:cubicBezTo>
                    <a:pt x="20853" y="15442"/>
                    <a:pt x="18133" y="7448"/>
                    <a:pt x="14209" y="4083"/>
                  </a:cubicBezTo>
                  <a:cubicBezTo>
                    <a:pt x="10289" y="718"/>
                    <a:pt x="4443" y="1"/>
                    <a:pt x="4443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" name="Google Shape;5536;p73"/>
            <p:cNvSpPr/>
            <p:nvPr/>
          </p:nvSpPr>
          <p:spPr>
            <a:xfrm>
              <a:off x="3874513" y="1628374"/>
              <a:ext cx="61384" cy="181723"/>
            </a:xfrm>
            <a:custGeom>
              <a:avLst/>
              <a:gdLst/>
              <a:ahLst/>
              <a:cxnLst/>
              <a:rect l="l" t="t" r="r" b="b"/>
              <a:pathLst>
                <a:path w="3540" h="10480" extrusionOk="0">
                  <a:moveTo>
                    <a:pt x="1" y="0"/>
                  </a:moveTo>
                  <a:cubicBezTo>
                    <a:pt x="921" y="357"/>
                    <a:pt x="1501" y="1164"/>
                    <a:pt x="1890" y="2027"/>
                  </a:cubicBezTo>
                  <a:cubicBezTo>
                    <a:pt x="2283" y="2887"/>
                    <a:pt x="2514" y="3823"/>
                    <a:pt x="2717" y="4755"/>
                  </a:cubicBezTo>
                  <a:cubicBezTo>
                    <a:pt x="3122" y="6628"/>
                    <a:pt x="3260" y="8546"/>
                    <a:pt x="3199" y="10479"/>
                  </a:cubicBezTo>
                  <a:cubicBezTo>
                    <a:pt x="3540" y="8574"/>
                    <a:pt x="3467" y="6588"/>
                    <a:pt x="3065" y="4682"/>
                  </a:cubicBezTo>
                  <a:cubicBezTo>
                    <a:pt x="2850" y="3734"/>
                    <a:pt x="2599" y="2781"/>
                    <a:pt x="2145" y="1906"/>
                  </a:cubicBezTo>
                  <a:cubicBezTo>
                    <a:pt x="1914" y="1468"/>
                    <a:pt x="1634" y="1054"/>
                    <a:pt x="1274" y="710"/>
                  </a:cubicBezTo>
                  <a:cubicBezTo>
                    <a:pt x="921" y="361"/>
                    <a:pt x="483" y="118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" name="Google Shape;5537;p73"/>
            <p:cNvSpPr/>
            <p:nvPr/>
          </p:nvSpPr>
          <p:spPr>
            <a:xfrm>
              <a:off x="3914447" y="1837494"/>
              <a:ext cx="11254" cy="54274"/>
            </a:xfrm>
            <a:custGeom>
              <a:avLst/>
              <a:gdLst/>
              <a:ahLst/>
              <a:cxnLst/>
              <a:rect l="l" t="t" r="r" b="b"/>
              <a:pathLst>
                <a:path w="649" h="3130" extrusionOk="0">
                  <a:moveTo>
                    <a:pt x="523" y="0"/>
                  </a:moveTo>
                  <a:cubicBezTo>
                    <a:pt x="369" y="527"/>
                    <a:pt x="284" y="1038"/>
                    <a:pt x="203" y="1553"/>
                  </a:cubicBezTo>
                  <a:cubicBezTo>
                    <a:pt x="122" y="2072"/>
                    <a:pt x="29" y="2583"/>
                    <a:pt x="0" y="3130"/>
                  </a:cubicBezTo>
                  <a:cubicBezTo>
                    <a:pt x="296" y="2664"/>
                    <a:pt x="470" y="2141"/>
                    <a:pt x="552" y="1610"/>
                  </a:cubicBezTo>
                  <a:cubicBezTo>
                    <a:pt x="633" y="1079"/>
                    <a:pt x="649" y="531"/>
                    <a:pt x="5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" name="Google Shape;5538;p73"/>
            <p:cNvSpPr/>
            <p:nvPr/>
          </p:nvSpPr>
          <p:spPr>
            <a:xfrm>
              <a:off x="3893777" y="1919738"/>
              <a:ext cx="18779" cy="93150"/>
            </a:xfrm>
            <a:custGeom>
              <a:avLst/>
              <a:gdLst/>
              <a:ahLst/>
              <a:cxnLst/>
              <a:rect l="l" t="t" r="r" b="b"/>
              <a:pathLst>
                <a:path w="1083" h="5372" extrusionOk="0">
                  <a:moveTo>
                    <a:pt x="1083" y="0"/>
                  </a:moveTo>
                  <a:lnTo>
                    <a:pt x="1083" y="0"/>
                  </a:lnTo>
                  <a:cubicBezTo>
                    <a:pt x="645" y="815"/>
                    <a:pt x="365" y="1703"/>
                    <a:pt x="207" y="2615"/>
                  </a:cubicBezTo>
                  <a:cubicBezTo>
                    <a:pt x="49" y="3527"/>
                    <a:pt x="0" y="4460"/>
                    <a:pt x="130" y="5372"/>
                  </a:cubicBezTo>
                  <a:cubicBezTo>
                    <a:pt x="280" y="4460"/>
                    <a:pt x="406" y="3560"/>
                    <a:pt x="556" y="2676"/>
                  </a:cubicBezTo>
                  <a:cubicBezTo>
                    <a:pt x="710" y="1788"/>
                    <a:pt x="908" y="904"/>
                    <a:pt x="108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" name="Google Shape;5539;p73"/>
            <p:cNvSpPr/>
            <p:nvPr/>
          </p:nvSpPr>
          <p:spPr>
            <a:xfrm>
              <a:off x="3674798" y="1917345"/>
              <a:ext cx="39032" cy="178359"/>
            </a:xfrm>
            <a:custGeom>
              <a:avLst/>
              <a:gdLst/>
              <a:ahLst/>
              <a:cxnLst/>
              <a:rect l="l" t="t" r="r" b="b"/>
              <a:pathLst>
                <a:path w="2251" h="10286" extrusionOk="0">
                  <a:moveTo>
                    <a:pt x="840" y="1"/>
                  </a:moveTo>
                  <a:lnTo>
                    <a:pt x="840" y="1"/>
                  </a:lnTo>
                  <a:cubicBezTo>
                    <a:pt x="293" y="1711"/>
                    <a:pt x="1" y="3548"/>
                    <a:pt x="167" y="5352"/>
                  </a:cubicBezTo>
                  <a:cubicBezTo>
                    <a:pt x="333" y="7156"/>
                    <a:pt x="990" y="8980"/>
                    <a:pt x="2251" y="10285"/>
                  </a:cubicBezTo>
                  <a:cubicBezTo>
                    <a:pt x="1217" y="8805"/>
                    <a:pt x="690" y="7083"/>
                    <a:pt x="524" y="5319"/>
                  </a:cubicBezTo>
                  <a:cubicBezTo>
                    <a:pt x="354" y="3556"/>
                    <a:pt x="568" y="1772"/>
                    <a:pt x="84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" name="Google Shape;5540;p73"/>
            <p:cNvSpPr/>
            <p:nvPr/>
          </p:nvSpPr>
          <p:spPr>
            <a:xfrm>
              <a:off x="3619275" y="1665135"/>
              <a:ext cx="34888" cy="185590"/>
            </a:xfrm>
            <a:custGeom>
              <a:avLst/>
              <a:gdLst/>
              <a:ahLst/>
              <a:cxnLst/>
              <a:rect l="l" t="t" r="r" b="b"/>
              <a:pathLst>
                <a:path w="2012" h="10703" extrusionOk="0">
                  <a:moveTo>
                    <a:pt x="1448" y="0"/>
                  </a:moveTo>
                  <a:lnTo>
                    <a:pt x="1448" y="0"/>
                  </a:lnTo>
                  <a:cubicBezTo>
                    <a:pt x="507" y="1663"/>
                    <a:pt x="29" y="3596"/>
                    <a:pt x="0" y="5518"/>
                  </a:cubicBezTo>
                  <a:cubicBezTo>
                    <a:pt x="0" y="6483"/>
                    <a:pt x="82" y="7464"/>
                    <a:pt x="361" y="8388"/>
                  </a:cubicBezTo>
                  <a:cubicBezTo>
                    <a:pt x="637" y="9312"/>
                    <a:pt x="1180" y="10208"/>
                    <a:pt x="2011" y="10703"/>
                  </a:cubicBezTo>
                  <a:cubicBezTo>
                    <a:pt x="1265" y="10090"/>
                    <a:pt x="852" y="9215"/>
                    <a:pt x="629" y="8311"/>
                  </a:cubicBezTo>
                  <a:cubicBezTo>
                    <a:pt x="406" y="7411"/>
                    <a:pt x="353" y="6462"/>
                    <a:pt x="361" y="5526"/>
                  </a:cubicBezTo>
                  <a:cubicBezTo>
                    <a:pt x="373" y="3645"/>
                    <a:pt x="767" y="1780"/>
                    <a:pt x="144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" name="Google Shape;5541;p73"/>
            <p:cNvSpPr/>
            <p:nvPr/>
          </p:nvSpPr>
          <p:spPr>
            <a:xfrm>
              <a:off x="3616684" y="1358512"/>
              <a:ext cx="145309" cy="184688"/>
            </a:xfrm>
            <a:custGeom>
              <a:avLst/>
              <a:gdLst/>
              <a:ahLst/>
              <a:cxnLst/>
              <a:rect l="l" t="t" r="r" b="b"/>
              <a:pathLst>
                <a:path w="8380" h="10651" extrusionOk="0">
                  <a:moveTo>
                    <a:pt x="0" y="1"/>
                  </a:moveTo>
                  <a:lnTo>
                    <a:pt x="0" y="1"/>
                  </a:lnTo>
                  <a:cubicBezTo>
                    <a:pt x="2015" y="1144"/>
                    <a:pt x="3677" y="2782"/>
                    <a:pt x="5027" y="4630"/>
                  </a:cubicBezTo>
                  <a:cubicBezTo>
                    <a:pt x="6373" y="6483"/>
                    <a:pt x="7398" y="8558"/>
                    <a:pt x="8379" y="10650"/>
                  </a:cubicBezTo>
                  <a:cubicBezTo>
                    <a:pt x="7662" y="8453"/>
                    <a:pt x="6673" y="6292"/>
                    <a:pt x="5311" y="4419"/>
                  </a:cubicBezTo>
                  <a:cubicBezTo>
                    <a:pt x="3945" y="2542"/>
                    <a:pt x="2153" y="897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7" name="Google Shape;5542;p73"/>
            <p:cNvSpPr/>
            <p:nvPr/>
          </p:nvSpPr>
          <p:spPr>
            <a:xfrm>
              <a:off x="3647671" y="1417138"/>
              <a:ext cx="77492" cy="94642"/>
            </a:xfrm>
            <a:custGeom>
              <a:avLst/>
              <a:gdLst/>
              <a:ahLst/>
              <a:cxnLst/>
              <a:rect l="l" t="t" r="r" b="b"/>
              <a:pathLst>
                <a:path w="4469" h="5458" extrusionOk="0">
                  <a:moveTo>
                    <a:pt x="1" y="1"/>
                  </a:moveTo>
                  <a:lnTo>
                    <a:pt x="1" y="1"/>
                  </a:lnTo>
                  <a:cubicBezTo>
                    <a:pt x="828" y="872"/>
                    <a:pt x="1708" y="1671"/>
                    <a:pt x="2498" y="2542"/>
                  </a:cubicBezTo>
                  <a:cubicBezTo>
                    <a:pt x="3289" y="3414"/>
                    <a:pt x="3978" y="4363"/>
                    <a:pt x="4468" y="5457"/>
                  </a:cubicBezTo>
                  <a:cubicBezTo>
                    <a:pt x="4245" y="4265"/>
                    <a:pt x="3585" y="3203"/>
                    <a:pt x="2762" y="2303"/>
                  </a:cubicBezTo>
                  <a:cubicBezTo>
                    <a:pt x="1943" y="1407"/>
                    <a:pt x="1002" y="657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8" name="Google Shape;5543;p73"/>
            <p:cNvSpPr/>
            <p:nvPr/>
          </p:nvSpPr>
          <p:spPr>
            <a:xfrm>
              <a:off x="3839729" y="1632380"/>
              <a:ext cx="59060" cy="156494"/>
            </a:xfrm>
            <a:custGeom>
              <a:avLst/>
              <a:gdLst/>
              <a:ahLst/>
              <a:cxnLst/>
              <a:rect l="l" t="t" r="r" b="b"/>
              <a:pathLst>
                <a:path w="3406" h="9025" extrusionOk="0">
                  <a:moveTo>
                    <a:pt x="0" y="0"/>
                  </a:moveTo>
                  <a:lnTo>
                    <a:pt x="0" y="0"/>
                  </a:lnTo>
                  <a:cubicBezTo>
                    <a:pt x="989" y="1322"/>
                    <a:pt x="1804" y="2753"/>
                    <a:pt x="2371" y="4277"/>
                  </a:cubicBezTo>
                  <a:cubicBezTo>
                    <a:pt x="2663" y="5035"/>
                    <a:pt x="2882" y="5822"/>
                    <a:pt x="3032" y="6616"/>
                  </a:cubicBezTo>
                  <a:cubicBezTo>
                    <a:pt x="3162" y="7415"/>
                    <a:pt x="3186" y="8238"/>
                    <a:pt x="2919" y="9024"/>
                  </a:cubicBezTo>
                  <a:cubicBezTo>
                    <a:pt x="3320" y="8294"/>
                    <a:pt x="3405" y="7415"/>
                    <a:pt x="3312" y="6580"/>
                  </a:cubicBezTo>
                  <a:cubicBezTo>
                    <a:pt x="3215" y="5741"/>
                    <a:pt x="2992" y="4938"/>
                    <a:pt x="2704" y="4151"/>
                  </a:cubicBezTo>
                  <a:cubicBezTo>
                    <a:pt x="2116" y="2591"/>
                    <a:pt x="1204" y="1140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" name="Google Shape;5544;p73"/>
            <p:cNvSpPr/>
            <p:nvPr/>
          </p:nvSpPr>
          <p:spPr>
            <a:xfrm>
              <a:off x="3864948" y="1843251"/>
              <a:ext cx="20687" cy="144477"/>
            </a:xfrm>
            <a:custGeom>
              <a:avLst/>
              <a:gdLst/>
              <a:ahLst/>
              <a:cxnLst/>
              <a:rect l="l" t="t" r="r" b="b"/>
              <a:pathLst>
                <a:path w="1193" h="8332" extrusionOk="0">
                  <a:moveTo>
                    <a:pt x="1038" y="1"/>
                  </a:moveTo>
                  <a:lnTo>
                    <a:pt x="1038" y="1"/>
                  </a:lnTo>
                  <a:cubicBezTo>
                    <a:pt x="913" y="1403"/>
                    <a:pt x="795" y="2798"/>
                    <a:pt x="625" y="4180"/>
                  </a:cubicBezTo>
                  <a:cubicBezTo>
                    <a:pt x="451" y="5567"/>
                    <a:pt x="224" y="6937"/>
                    <a:pt x="1" y="8331"/>
                  </a:cubicBezTo>
                  <a:cubicBezTo>
                    <a:pt x="491" y="7010"/>
                    <a:pt x="807" y="5619"/>
                    <a:pt x="973" y="4221"/>
                  </a:cubicBezTo>
                  <a:cubicBezTo>
                    <a:pt x="1140" y="2822"/>
                    <a:pt x="1192" y="1403"/>
                    <a:pt x="103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" name="Google Shape;5545;p73"/>
            <p:cNvSpPr/>
            <p:nvPr/>
          </p:nvSpPr>
          <p:spPr>
            <a:xfrm>
              <a:off x="3344151" y="1363089"/>
              <a:ext cx="253996" cy="66586"/>
            </a:xfrm>
            <a:custGeom>
              <a:avLst/>
              <a:gdLst/>
              <a:ahLst/>
              <a:cxnLst/>
              <a:rect l="l" t="t" r="r" b="b"/>
              <a:pathLst>
                <a:path w="14648" h="3840" extrusionOk="0">
                  <a:moveTo>
                    <a:pt x="1689" y="0"/>
                  </a:moveTo>
                  <a:cubicBezTo>
                    <a:pt x="1126" y="0"/>
                    <a:pt x="562" y="19"/>
                    <a:pt x="1" y="57"/>
                  </a:cubicBezTo>
                  <a:cubicBezTo>
                    <a:pt x="2575" y="162"/>
                    <a:pt x="5125" y="454"/>
                    <a:pt x="7622" y="1014"/>
                  </a:cubicBezTo>
                  <a:cubicBezTo>
                    <a:pt x="8874" y="1293"/>
                    <a:pt x="10123" y="1630"/>
                    <a:pt x="11327" y="2023"/>
                  </a:cubicBezTo>
                  <a:cubicBezTo>
                    <a:pt x="12535" y="2412"/>
                    <a:pt x="13751" y="2899"/>
                    <a:pt x="14647" y="3839"/>
                  </a:cubicBezTo>
                  <a:cubicBezTo>
                    <a:pt x="13857" y="2797"/>
                    <a:pt x="12620" y="2197"/>
                    <a:pt x="11420" y="1760"/>
                  </a:cubicBezTo>
                  <a:cubicBezTo>
                    <a:pt x="10204" y="1310"/>
                    <a:pt x="8964" y="949"/>
                    <a:pt x="7699" y="669"/>
                  </a:cubicBezTo>
                  <a:cubicBezTo>
                    <a:pt x="5728" y="238"/>
                    <a:pt x="3707" y="0"/>
                    <a:pt x="168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" name="Google Shape;5546;p73"/>
            <p:cNvSpPr/>
            <p:nvPr/>
          </p:nvSpPr>
          <p:spPr>
            <a:xfrm>
              <a:off x="3400385" y="1394336"/>
              <a:ext cx="162320" cy="31958"/>
            </a:xfrm>
            <a:custGeom>
              <a:avLst/>
              <a:gdLst/>
              <a:ahLst/>
              <a:cxnLst/>
              <a:rect l="l" t="t" r="r" b="b"/>
              <a:pathLst>
                <a:path w="9361" h="1843" extrusionOk="0">
                  <a:moveTo>
                    <a:pt x="1358" y="0"/>
                  </a:moveTo>
                  <a:cubicBezTo>
                    <a:pt x="906" y="0"/>
                    <a:pt x="453" y="11"/>
                    <a:pt x="1" y="31"/>
                  </a:cubicBezTo>
                  <a:cubicBezTo>
                    <a:pt x="1598" y="241"/>
                    <a:pt x="3195" y="355"/>
                    <a:pt x="4764" y="594"/>
                  </a:cubicBezTo>
                  <a:cubicBezTo>
                    <a:pt x="6337" y="833"/>
                    <a:pt x="7881" y="1214"/>
                    <a:pt x="9361" y="1843"/>
                  </a:cubicBezTo>
                  <a:cubicBezTo>
                    <a:pt x="8007" y="959"/>
                    <a:pt x="6422" y="489"/>
                    <a:pt x="4821" y="245"/>
                  </a:cubicBezTo>
                  <a:cubicBezTo>
                    <a:pt x="3670" y="71"/>
                    <a:pt x="2514" y="0"/>
                    <a:pt x="135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" name="Google Shape;5547;p73"/>
            <p:cNvSpPr/>
            <p:nvPr/>
          </p:nvSpPr>
          <p:spPr>
            <a:xfrm>
              <a:off x="3369676" y="1633299"/>
              <a:ext cx="188052" cy="36969"/>
            </a:xfrm>
            <a:custGeom>
              <a:avLst/>
              <a:gdLst/>
              <a:ahLst/>
              <a:cxnLst/>
              <a:rect l="l" t="t" r="r" b="b"/>
              <a:pathLst>
                <a:path w="10845" h="2132" extrusionOk="0">
                  <a:moveTo>
                    <a:pt x="10844" y="0"/>
                  </a:moveTo>
                  <a:lnTo>
                    <a:pt x="10844" y="0"/>
                  </a:lnTo>
                  <a:cubicBezTo>
                    <a:pt x="9190" y="860"/>
                    <a:pt x="7398" y="1427"/>
                    <a:pt x="5550" y="1674"/>
                  </a:cubicBezTo>
                  <a:cubicBezTo>
                    <a:pt x="4879" y="1761"/>
                    <a:pt x="4205" y="1804"/>
                    <a:pt x="3531" y="1804"/>
                  </a:cubicBezTo>
                  <a:cubicBezTo>
                    <a:pt x="2345" y="1804"/>
                    <a:pt x="1161" y="1671"/>
                    <a:pt x="0" y="1407"/>
                  </a:cubicBezTo>
                  <a:lnTo>
                    <a:pt x="0" y="1407"/>
                  </a:lnTo>
                  <a:cubicBezTo>
                    <a:pt x="1268" y="1897"/>
                    <a:pt x="2636" y="2131"/>
                    <a:pt x="4006" y="2131"/>
                  </a:cubicBezTo>
                  <a:cubicBezTo>
                    <a:pt x="4537" y="2131"/>
                    <a:pt x="5069" y="2096"/>
                    <a:pt x="5594" y="2027"/>
                  </a:cubicBezTo>
                  <a:cubicBezTo>
                    <a:pt x="7475" y="1776"/>
                    <a:pt x="9320" y="1103"/>
                    <a:pt x="1084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3" name="Google Shape;5548;p73"/>
            <p:cNvSpPr/>
            <p:nvPr/>
          </p:nvSpPr>
          <p:spPr>
            <a:xfrm>
              <a:off x="3266260" y="1656898"/>
              <a:ext cx="66447" cy="7057"/>
            </a:xfrm>
            <a:custGeom>
              <a:avLst/>
              <a:gdLst/>
              <a:ahLst/>
              <a:cxnLst/>
              <a:rect l="l" t="t" r="r" b="b"/>
              <a:pathLst>
                <a:path w="3832" h="407" extrusionOk="0">
                  <a:moveTo>
                    <a:pt x="2014" y="0"/>
                  </a:moveTo>
                  <a:cubicBezTo>
                    <a:pt x="1979" y="0"/>
                    <a:pt x="1945" y="1"/>
                    <a:pt x="1910" y="1"/>
                  </a:cubicBezTo>
                  <a:cubicBezTo>
                    <a:pt x="1258" y="9"/>
                    <a:pt x="597" y="123"/>
                    <a:pt x="1" y="407"/>
                  </a:cubicBezTo>
                  <a:cubicBezTo>
                    <a:pt x="658" y="394"/>
                    <a:pt x="1282" y="366"/>
                    <a:pt x="1914" y="354"/>
                  </a:cubicBezTo>
                  <a:cubicBezTo>
                    <a:pt x="2007" y="353"/>
                    <a:pt x="2099" y="352"/>
                    <a:pt x="2192" y="352"/>
                  </a:cubicBezTo>
                  <a:cubicBezTo>
                    <a:pt x="2638" y="352"/>
                    <a:pt x="3083" y="364"/>
                    <a:pt x="3544" y="364"/>
                  </a:cubicBezTo>
                  <a:cubicBezTo>
                    <a:pt x="3639" y="364"/>
                    <a:pt x="3735" y="363"/>
                    <a:pt x="3832" y="362"/>
                  </a:cubicBezTo>
                  <a:cubicBezTo>
                    <a:pt x="3260" y="105"/>
                    <a:pt x="2633" y="0"/>
                    <a:pt x="20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4" name="Google Shape;5549;p73"/>
            <p:cNvSpPr/>
            <p:nvPr/>
          </p:nvSpPr>
          <p:spPr>
            <a:xfrm>
              <a:off x="2999848" y="1655875"/>
              <a:ext cx="201907" cy="86388"/>
            </a:xfrm>
            <a:custGeom>
              <a:avLst/>
              <a:gdLst/>
              <a:ahLst/>
              <a:cxnLst/>
              <a:rect l="l" t="t" r="r" b="b"/>
              <a:pathLst>
                <a:path w="11644" h="4982" extrusionOk="0">
                  <a:moveTo>
                    <a:pt x="10218" y="0"/>
                  </a:moveTo>
                  <a:cubicBezTo>
                    <a:pt x="9614" y="0"/>
                    <a:pt x="9007" y="83"/>
                    <a:pt x="8417" y="222"/>
                  </a:cubicBezTo>
                  <a:cubicBezTo>
                    <a:pt x="7351" y="470"/>
                    <a:pt x="6345" y="899"/>
                    <a:pt x="5380" y="1394"/>
                  </a:cubicBezTo>
                  <a:cubicBezTo>
                    <a:pt x="3467" y="2395"/>
                    <a:pt x="1647" y="3583"/>
                    <a:pt x="1" y="4982"/>
                  </a:cubicBezTo>
                  <a:cubicBezTo>
                    <a:pt x="1809" y="3810"/>
                    <a:pt x="3641" y="2691"/>
                    <a:pt x="5542" y="1710"/>
                  </a:cubicBezTo>
                  <a:cubicBezTo>
                    <a:pt x="6491" y="1220"/>
                    <a:pt x="7468" y="786"/>
                    <a:pt x="8486" y="490"/>
                  </a:cubicBezTo>
                  <a:cubicBezTo>
                    <a:pt x="9265" y="267"/>
                    <a:pt x="10067" y="127"/>
                    <a:pt x="10881" y="127"/>
                  </a:cubicBezTo>
                  <a:cubicBezTo>
                    <a:pt x="11134" y="127"/>
                    <a:pt x="11389" y="141"/>
                    <a:pt x="11644" y="170"/>
                  </a:cubicBezTo>
                  <a:cubicBezTo>
                    <a:pt x="11178" y="53"/>
                    <a:pt x="10699" y="0"/>
                    <a:pt x="1021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" name="Google Shape;5550;p73"/>
            <p:cNvSpPr/>
            <p:nvPr/>
          </p:nvSpPr>
          <p:spPr>
            <a:xfrm>
              <a:off x="2872139" y="1502624"/>
              <a:ext cx="123721" cy="33744"/>
            </a:xfrm>
            <a:custGeom>
              <a:avLst/>
              <a:gdLst/>
              <a:ahLst/>
              <a:cxnLst/>
              <a:rect l="l" t="t" r="r" b="b"/>
              <a:pathLst>
                <a:path w="7135" h="1946" extrusionOk="0">
                  <a:moveTo>
                    <a:pt x="7135" y="0"/>
                  </a:moveTo>
                  <a:lnTo>
                    <a:pt x="7135" y="0"/>
                  </a:lnTo>
                  <a:cubicBezTo>
                    <a:pt x="6077" y="677"/>
                    <a:pt x="4893" y="1014"/>
                    <a:pt x="3681" y="1241"/>
                  </a:cubicBezTo>
                  <a:cubicBezTo>
                    <a:pt x="2469" y="1468"/>
                    <a:pt x="1208" y="1577"/>
                    <a:pt x="0" y="1946"/>
                  </a:cubicBezTo>
                  <a:cubicBezTo>
                    <a:pt x="1253" y="1853"/>
                    <a:pt x="2509" y="1824"/>
                    <a:pt x="3742" y="1589"/>
                  </a:cubicBezTo>
                  <a:cubicBezTo>
                    <a:pt x="4974" y="1358"/>
                    <a:pt x="6251" y="912"/>
                    <a:pt x="713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" name="Google Shape;5551;p73"/>
            <p:cNvSpPr/>
            <p:nvPr/>
          </p:nvSpPr>
          <p:spPr>
            <a:xfrm>
              <a:off x="3028321" y="1418612"/>
              <a:ext cx="148482" cy="73192"/>
            </a:xfrm>
            <a:custGeom>
              <a:avLst/>
              <a:gdLst/>
              <a:ahLst/>
              <a:cxnLst/>
              <a:rect l="l" t="t" r="r" b="b"/>
              <a:pathLst>
                <a:path w="8563" h="4221" extrusionOk="0">
                  <a:moveTo>
                    <a:pt x="8562" y="1"/>
                  </a:moveTo>
                  <a:cubicBezTo>
                    <a:pt x="7180" y="816"/>
                    <a:pt x="5794" y="1602"/>
                    <a:pt x="4371" y="2307"/>
                  </a:cubicBezTo>
                  <a:cubicBezTo>
                    <a:pt x="2948" y="3009"/>
                    <a:pt x="1484" y="3625"/>
                    <a:pt x="1" y="4221"/>
                  </a:cubicBezTo>
                  <a:cubicBezTo>
                    <a:pt x="1570" y="3892"/>
                    <a:pt x="3090" y="3333"/>
                    <a:pt x="4529" y="2620"/>
                  </a:cubicBezTo>
                  <a:cubicBezTo>
                    <a:pt x="5968" y="1906"/>
                    <a:pt x="7342" y="1051"/>
                    <a:pt x="856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7" name="Google Shape;5552;p73"/>
            <p:cNvSpPr/>
            <p:nvPr/>
          </p:nvSpPr>
          <p:spPr>
            <a:xfrm>
              <a:off x="3736025" y="2009871"/>
              <a:ext cx="100607" cy="53425"/>
            </a:xfrm>
            <a:custGeom>
              <a:avLst/>
              <a:gdLst/>
              <a:ahLst/>
              <a:cxnLst/>
              <a:rect l="l" t="t" r="r" b="b"/>
              <a:pathLst>
                <a:path w="5802" h="3081" extrusionOk="0">
                  <a:moveTo>
                    <a:pt x="4698" y="0"/>
                  </a:moveTo>
                  <a:cubicBezTo>
                    <a:pt x="3900" y="0"/>
                    <a:pt x="3091" y="207"/>
                    <a:pt x="2376" y="571"/>
                  </a:cubicBezTo>
                  <a:cubicBezTo>
                    <a:pt x="1330" y="1110"/>
                    <a:pt x="426" y="1998"/>
                    <a:pt x="1" y="3080"/>
                  </a:cubicBezTo>
                  <a:cubicBezTo>
                    <a:pt x="653" y="2152"/>
                    <a:pt x="1525" y="1402"/>
                    <a:pt x="2539" y="891"/>
                  </a:cubicBezTo>
                  <a:cubicBezTo>
                    <a:pt x="3515" y="399"/>
                    <a:pt x="4590" y="140"/>
                    <a:pt x="5679" y="140"/>
                  </a:cubicBezTo>
                  <a:cubicBezTo>
                    <a:pt x="5720" y="140"/>
                    <a:pt x="5761" y="141"/>
                    <a:pt x="5802" y="141"/>
                  </a:cubicBezTo>
                  <a:cubicBezTo>
                    <a:pt x="5443" y="46"/>
                    <a:pt x="5072" y="0"/>
                    <a:pt x="469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8" name="Google Shape;5553;p73"/>
            <p:cNvSpPr/>
            <p:nvPr/>
          </p:nvSpPr>
          <p:spPr>
            <a:xfrm>
              <a:off x="3212489" y="1405399"/>
              <a:ext cx="154101" cy="20756"/>
            </a:xfrm>
            <a:custGeom>
              <a:avLst/>
              <a:gdLst/>
              <a:ahLst/>
              <a:cxnLst/>
              <a:rect l="l" t="t" r="r" b="b"/>
              <a:pathLst>
                <a:path w="8887" h="1197" extrusionOk="0">
                  <a:moveTo>
                    <a:pt x="4998" y="1"/>
                  </a:moveTo>
                  <a:cubicBezTo>
                    <a:pt x="4796" y="1"/>
                    <a:pt x="4593" y="6"/>
                    <a:pt x="4391" y="17"/>
                  </a:cubicBezTo>
                  <a:cubicBezTo>
                    <a:pt x="2863" y="98"/>
                    <a:pt x="1343" y="479"/>
                    <a:pt x="1" y="1197"/>
                  </a:cubicBezTo>
                  <a:cubicBezTo>
                    <a:pt x="1444" y="738"/>
                    <a:pt x="2924" y="455"/>
                    <a:pt x="4411" y="374"/>
                  </a:cubicBezTo>
                  <a:cubicBezTo>
                    <a:pt x="4699" y="357"/>
                    <a:pt x="4987" y="349"/>
                    <a:pt x="5275" y="349"/>
                  </a:cubicBezTo>
                  <a:cubicBezTo>
                    <a:pt x="6480" y="349"/>
                    <a:pt x="7686" y="489"/>
                    <a:pt x="8887" y="734"/>
                  </a:cubicBezTo>
                  <a:cubicBezTo>
                    <a:pt x="7666" y="235"/>
                    <a:pt x="6332" y="1"/>
                    <a:pt x="499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9" name="Google Shape;5554;p73"/>
            <p:cNvSpPr/>
            <p:nvPr/>
          </p:nvSpPr>
          <p:spPr>
            <a:xfrm>
              <a:off x="3788402" y="1593209"/>
              <a:ext cx="82608" cy="30397"/>
            </a:xfrm>
            <a:custGeom>
              <a:avLst/>
              <a:gdLst/>
              <a:ahLst/>
              <a:cxnLst/>
              <a:rect l="l" t="t" r="r" b="b"/>
              <a:pathLst>
                <a:path w="4764" h="1753" extrusionOk="0">
                  <a:moveTo>
                    <a:pt x="710" y="1"/>
                  </a:moveTo>
                  <a:cubicBezTo>
                    <a:pt x="472" y="1"/>
                    <a:pt x="235" y="18"/>
                    <a:pt x="1" y="54"/>
                  </a:cubicBezTo>
                  <a:cubicBezTo>
                    <a:pt x="860" y="196"/>
                    <a:pt x="1671" y="391"/>
                    <a:pt x="2465" y="670"/>
                  </a:cubicBezTo>
                  <a:cubicBezTo>
                    <a:pt x="3260" y="946"/>
                    <a:pt x="4010" y="1323"/>
                    <a:pt x="4764" y="1753"/>
                  </a:cubicBezTo>
                  <a:cubicBezTo>
                    <a:pt x="4184" y="1100"/>
                    <a:pt x="3414" y="622"/>
                    <a:pt x="2587" y="334"/>
                  </a:cubicBezTo>
                  <a:cubicBezTo>
                    <a:pt x="1985" y="124"/>
                    <a:pt x="1346" y="1"/>
                    <a:pt x="71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0" name="Google Shape;5555;p73"/>
            <p:cNvSpPr/>
            <p:nvPr/>
          </p:nvSpPr>
          <p:spPr>
            <a:xfrm>
              <a:off x="2609161" y="1961302"/>
              <a:ext cx="167314" cy="254170"/>
            </a:xfrm>
            <a:custGeom>
              <a:avLst/>
              <a:gdLst/>
              <a:ahLst/>
              <a:cxnLst/>
              <a:rect l="l" t="t" r="r" b="b"/>
              <a:pathLst>
                <a:path w="9649" h="14658" extrusionOk="0">
                  <a:moveTo>
                    <a:pt x="5397" y="0"/>
                  </a:moveTo>
                  <a:cubicBezTo>
                    <a:pt x="5222" y="0"/>
                    <a:pt x="5042" y="13"/>
                    <a:pt x="4857" y="40"/>
                  </a:cubicBezTo>
                  <a:lnTo>
                    <a:pt x="4723" y="60"/>
                  </a:lnTo>
                  <a:cubicBezTo>
                    <a:pt x="2153" y="514"/>
                    <a:pt x="1" y="3145"/>
                    <a:pt x="755" y="6891"/>
                  </a:cubicBezTo>
                  <a:cubicBezTo>
                    <a:pt x="1302" y="9558"/>
                    <a:pt x="3086" y="12493"/>
                    <a:pt x="5757" y="13867"/>
                  </a:cubicBezTo>
                  <a:cubicBezTo>
                    <a:pt x="6754" y="14388"/>
                    <a:pt x="7862" y="14658"/>
                    <a:pt x="8980" y="14658"/>
                  </a:cubicBezTo>
                  <a:cubicBezTo>
                    <a:pt x="9203" y="14658"/>
                    <a:pt x="9426" y="14647"/>
                    <a:pt x="9649" y="14625"/>
                  </a:cubicBezTo>
                  <a:cubicBezTo>
                    <a:pt x="9649" y="14625"/>
                    <a:pt x="8108" y="8046"/>
                    <a:pt x="9183" y="2204"/>
                  </a:cubicBezTo>
                  <a:cubicBezTo>
                    <a:pt x="9183" y="2204"/>
                    <a:pt x="7714" y="0"/>
                    <a:pt x="5397" y="0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1" name="Google Shape;5556;p73"/>
            <p:cNvSpPr/>
            <p:nvPr/>
          </p:nvSpPr>
          <p:spPr>
            <a:xfrm>
              <a:off x="2609733" y="1955164"/>
              <a:ext cx="174406" cy="266498"/>
            </a:xfrm>
            <a:custGeom>
              <a:avLst/>
              <a:gdLst/>
              <a:ahLst/>
              <a:cxnLst/>
              <a:rect l="l" t="t" r="r" b="b"/>
              <a:pathLst>
                <a:path w="10058" h="15369" extrusionOk="0">
                  <a:moveTo>
                    <a:pt x="5359" y="706"/>
                  </a:moveTo>
                  <a:cubicBezTo>
                    <a:pt x="7167" y="706"/>
                    <a:pt x="8452" y="2218"/>
                    <a:pt x="8777" y="2644"/>
                  </a:cubicBezTo>
                  <a:cubicBezTo>
                    <a:pt x="7897" y="7614"/>
                    <a:pt x="8878" y="13127"/>
                    <a:pt x="9186" y="14651"/>
                  </a:cubicBezTo>
                  <a:cubicBezTo>
                    <a:pt x="9102" y="14654"/>
                    <a:pt x="9017" y="14656"/>
                    <a:pt x="8933" y="14656"/>
                  </a:cubicBezTo>
                  <a:cubicBezTo>
                    <a:pt x="7872" y="14656"/>
                    <a:pt x="6825" y="14397"/>
                    <a:pt x="5886" y="13901"/>
                  </a:cubicBezTo>
                  <a:cubicBezTo>
                    <a:pt x="3551" y="12705"/>
                    <a:pt x="1662" y="10062"/>
                    <a:pt x="1074" y="7180"/>
                  </a:cubicBezTo>
                  <a:cubicBezTo>
                    <a:pt x="637" y="5019"/>
                    <a:pt x="1241" y="3544"/>
                    <a:pt x="1824" y="2692"/>
                  </a:cubicBezTo>
                  <a:cubicBezTo>
                    <a:pt x="2518" y="1675"/>
                    <a:pt x="3588" y="969"/>
                    <a:pt x="4751" y="763"/>
                  </a:cubicBezTo>
                  <a:lnTo>
                    <a:pt x="4877" y="742"/>
                  </a:lnTo>
                  <a:cubicBezTo>
                    <a:pt x="5039" y="722"/>
                    <a:pt x="5197" y="710"/>
                    <a:pt x="5359" y="706"/>
                  </a:cubicBezTo>
                  <a:close/>
                  <a:moveTo>
                    <a:pt x="5374" y="0"/>
                  </a:moveTo>
                  <a:cubicBezTo>
                    <a:pt x="5178" y="0"/>
                    <a:pt x="4975" y="14"/>
                    <a:pt x="4767" y="45"/>
                  </a:cubicBezTo>
                  <a:lnTo>
                    <a:pt x="4630" y="65"/>
                  </a:lnTo>
                  <a:cubicBezTo>
                    <a:pt x="3276" y="300"/>
                    <a:pt x="2035" y="1115"/>
                    <a:pt x="1233" y="2295"/>
                  </a:cubicBezTo>
                  <a:cubicBezTo>
                    <a:pt x="304" y="3661"/>
                    <a:pt x="0" y="5445"/>
                    <a:pt x="377" y="7314"/>
                  </a:cubicBezTo>
                  <a:cubicBezTo>
                    <a:pt x="1006" y="10407"/>
                    <a:pt x="3041" y="13244"/>
                    <a:pt x="5558" y="14537"/>
                  </a:cubicBezTo>
                  <a:cubicBezTo>
                    <a:pt x="6604" y="15081"/>
                    <a:pt x="7767" y="15368"/>
                    <a:pt x="8947" y="15368"/>
                  </a:cubicBezTo>
                  <a:cubicBezTo>
                    <a:pt x="9182" y="15368"/>
                    <a:pt x="9413" y="15356"/>
                    <a:pt x="9652" y="15336"/>
                  </a:cubicBezTo>
                  <a:lnTo>
                    <a:pt x="10058" y="15296"/>
                  </a:lnTo>
                  <a:lnTo>
                    <a:pt x="9964" y="14902"/>
                  </a:lnTo>
                  <a:cubicBezTo>
                    <a:pt x="9944" y="14833"/>
                    <a:pt x="8452" y="8323"/>
                    <a:pt x="9498" y="2623"/>
                  </a:cubicBezTo>
                  <a:lnTo>
                    <a:pt x="9527" y="2481"/>
                  </a:lnTo>
                  <a:lnTo>
                    <a:pt x="9450" y="2360"/>
                  </a:lnTo>
                  <a:cubicBezTo>
                    <a:pt x="9378" y="2255"/>
                    <a:pt x="7843" y="0"/>
                    <a:pt x="537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2" name="Google Shape;5557;p73"/>
            <p:cNvSpPr/>
            <p:nvPr/>
          </p:nvSpPr>
          <p:spPr>
            <a:xfrm>
              <a:off x="2691058" y="1961302"/>
              <a:ext cx="85417" cy="254170"/>
            </a:xfrm>
            <a:custGeom>
              <a:avLst/>
              <a:gdLst/>
              <a:ahLst/>
              <a:cxnLst/>
              <a:rect l="l" t="t" r="r" b="b"/>
              <a:pathLst>
                <a:path w="4926" h="14658" extrusionOk="0">
                  <a:moveTo>
                    <a:pt x="674" y="0"/>
                  </a:moveTo>
                  <a:cubicBezTo>
                    <a:pt x="499" y="0"/>
                    <a:pt x="319" y="13"/>
                    <a:pt x="134" y="40"/>
                  </a:cubicBezTo>
                  <a:lnTo>
                    <a:pt x="0" y="60"/>
                  </a:lnTo>
                  <a:cubicBezTo>
                    <a:pt x="763" y="1077"/>
                    <a:pt x="957" y="2363"/>
                    <a:pt x="945" y="4012"/>
                  </a:cubicBezTo>
                  <a:cubicBezTo>
                    <a:pt x="904" y="7284"/>
                    <a:pt x="600" y="10657"/>
                    <a:pt x="1034" y="13867"/>
                  </a:cubicBezTo>
                  <a:cubicBezTo>
                    <a:pt x="2031" y="14388"/>
                    <a:pt x="3139" y="14658"/>
                    <a:pt x="4257" y="14658"/>
                  </a:cubicBezTo>
                  <a:cubicBezTo>
                    <a:pt x="4480" y="14658"/>
                    <a:pt x="4703" y="14647"/>
                    <a:pt x="4926" y="14625"/>
                  </a:cubicBezTo>
                  <a:cubicBezTo>
                    <a:pt x="4926" y="14625"/>
                    <a:pt x="3385" y="8046"/>
                    <a:pt x="4460" y="2204"/>
                  </a:cubicBezTo>
                  <a:cubicBezTo>
                    <a:pt x="4460" y="2204"/>
                    <a:pt x="2991" y="0"/>
                    <a:pt x="674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" name="Google Shape;5558;p73"/>
            <p:cNvSpPr/>
            <p:nvPr/>
          </p:nvSpPr>
          <p:spPr>
            <a:xfrm>
              <a:off x="2628634" y="2007773"/>
              <a:ext cx="121623" cy="48847"/>
            </a:xfrm>
            <a:custGeom>
              <a:avLst/>
              <a:gdLst/>
              <a:ahLst/>
              <a:cxnLst/>
              <a:rect l="l" t="t" r="r" b="b"/>
              <a:pathLst>
                <a:path w="7014" h="2817" extrusionOk="0">
                  <a:moveTo>
                    <a:pt x="3876" y="0"/>
                  </a:moveTo>
                  <a:cubicBezTo>
                    <a:pt x="3648" y="0"/>
                    <a:pt x="3421" y="21"/>
                    <a:pt x="3195" y="64"/>
                  </a:cubicBezTo>
                  <a:cubicBezTo>
                    <a:pt x="1265" y="420"/>
                    <a:pt x="151" y="2200"/>
                    <a:pt x="106" y="2273"/>
                  </a:cubicBezTo>
                  <a:cubicBezTo>
                    <a:pt x="1" y="2439"/>
                    <a:pt x="53" y="2658"/>
                    <a:pt x="220" y="2759"/>
                  </a:cubicBezTo>
                  <a:cubicBezTo>
                    <a:pt x="276" y="2796"/>
                    <a:pt x="341" y="2816"/>
                    <a:pt x="410" y="2816"/>
                  </a:cubicBezTo>
                  <a:cubicBezTo>
                    <a:pt x="532" y="2816"/>
                    <a:pt x="649" y="2751"/>
                    <a:pt x="710" y="2646"/>
                  </a:cubicBezTo>
                  <a:cubicBezTo>
                    <a:pt x="722" y="2630"/>
                    <a:pt x="1699" y="1065"/>
                    <a:pt x="3325" y="765"/>
                  </a:cubicBezTo>
                  <a:cubicBezTo>
                    <a:pt x="3505" y="731"/>
                    <a:pt x="3687" y="714"/>
                    <a:pt x="3870" y="714"/>
                  </a:cubicBezTo>
                  <a:cubicBezTo>
                    <a:pt x="4681" y="714"/>
                    <a:pt x="5521" y="1043"/>
                    <a:pt x="6377" y="1701"/>
                  </a:cubicBezTo>
                  <a:cubicBezTo>
                    <a:pt x="6444" y="1759"/>
                    <a:pt x="6525" y="1787"/>
                    <a:pt x="6606" y="1787"/>
                  </a:cubicBezTo>
                  <a:cubicBezTo>
                    <a:pt x="6713" y="1787"/>
                    <a:pt x="6819" y="1739"/>
                    <a:pt x="6888" y="1649"/>
                  </a:cubicBezTo>
                  <a:cubicBezTo>
                    <a:pt x="7014" y="1486"/>
                    <a:pt x="6977" y="1255"/>
                    <a:pt x="6807" y="1138"/>
                  </a:cubicBezTo>
                  <a:cubicBezTo>
                    <a:pt x="5829" y="383"/>
                    <a:pt x="4845" y="0"/>
                    <a:pt x="387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4" name="Google Shape;5559;p73"/>
            <p:cNvSpPr/>
            <p:nvPr/>
          </p:nvSpPr>
          <p:spPr>
            <a:xfrm>
              <a:off x="2643615" y="2007791"/>
              <a:ext cx="83457" cy="149349"/>
            </a:xfrm>
            <a:custGeom>
              <a:avLst/>
              <a:gdLst/>
              <a:ahLst/>
              <a:cxnLst/>
              <a:rect l="l" t="t" r="r" b="b"/>
              <a:pathLst>
                <a:path w="4813" h="8613" extrusionOk="0">
                  <a:moveTo>
                    <a:pt x="2639" y="0"/>
                  </a:moveTo>
                  <a:cubicBezTo>
                    <a:pt x="2509" y="0"/>
                    <a:pt x="2383" y="73"/>
                    <a:pt x="2323" y="196"/>
                  </a:cubicBezTo>
                  <a:cubicBezTo>
                    <a:pt x="2295" y="241"/>
                    <a:pt x="0" y="4826"/>
                    <a:pt x="4180" y="8523"/>
                  </a:cubicBezTo>
                  <a:cubicBezTo>
                    <a:pt x="4244" y="8580"/>
                    <a:pt x="4326" y="8612"/>
                    <a:pt x="4415" y="8612"/>
                  </a:cubicBezTo>
                  <a:cubicBezTo>
                    <a:pt x="4516" y="8612"/>
                    <a:pt x="4613" y="8567"/>
                    <a:pt x="4682" y="8490"/>
                  </a:cubicBezTo>
                  <a:cubicBezTo>
                    <a:pt x="4812" y="8345"/>
                    <a:pt x="4796" y="8122"/>
                    <a:pt x="4654" y="7988"/>
                  </a:cubicBezTo>
                  <a:cubicBezTo>
                    <a:pt x="892" y="4672"/>
                    <a:pt x="2866" y="687"/>
                    <a:pt x="2955" y="521"/>
                  </a:cubicBezTo>
                  <a:cubicBezTo>
                    <a:pt x="3045" y="342"/>
                    <a:pt x="2972" y="127"/>
                    <a:pt x="2797" y="38"/>
                  </a:cubicBezTo>
                  <a:cubicBezTo>
                    <a:pt x="2747" y="12"/>
                    <a:pt x="2692" y="0"/>
                    <a:pt x="263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5" name="Google Shape;5560;p73"/>
            <p:cNvSpPr/>
            <p:nvPr/>
          </p:nvSpPr>
          <p:spPr>
            <a:xfrm>
              <a:off x="2743008" y="1659014"/>
              <a:ext cx="1210003" cy="1193703"/>
            </a:xfrm>
            <a:custGeom>
              <a:avLst/>
              <a:gdLst/>
              <a:ahLst/>
              <a:cxnLst/>
              <a:rect l="l" t="t" r="r" b="b"/>
              <a:pathLst>
                <a:path w="69781" h="68841" extrusionOk="0">
                  <a:moveTo>
                    <a:pt x="50478" y="1"/>
                  </a:moveTo>
                  <a:cubicBezTo>
                    <a:pt x="47347" y="1915"/>
                    <a:pt x="43559" y="2383"/>
                    <a:pt x="39648" y="2383"/>
                  </a:cubicBezTo>
                  <a:cubicBezTo>
                    <a:pt x="35897" y="2383"/>
                    <a:pt x="32032" y="1953"/>
                    <a:pt x="28525" y="1953"/>
                  </a:cubicBezTo>
                  <a:cubicBezTo>
                    <a:pt x="26387" y="1953"/>
                    <a:pt x="24383" y="2113"/>
                    <a:pt x="22617" y="2628"/>
                  </a:cubicBezTo>
                  <a:cubicBezTo>
                    <a:pt x="16666" y="4363"/>
                    <a:pt x="12300" y="9438"/>
                    <a:pt x="10637" y="11639"/>
                  </a:cubicBezTo>
                  <a:cubicBezTo>
                    <a:pt x="10151" y="12284"/>
                    <a:pt x="9892" y="12677"/>
                    <a:pt x="9892" y="12677"/>
                  </a:cubicBezTo>
                  <a:cubicBezTo>
                    <a:pt x="10025" y="11416"/>
                    <a:pt x="10297" y="10168"/>
                    <a:pt x="10702" y="8964"/>
                  </a:cubicBezTo>
                  <a:cubicBezTo>
                    <a:pt x="12652" y="3211"/>
                    <a:pt x="17006" y="929"/>
                    <a:pt x="17006" y="929"/>
                  </a:cubicBezTo>
                  <a:cubicBezTo>
                    <a:pt x="16791" y="919"/>
                    <a:pt x="16576" y="914"/>
                    <a:pt x="16361" y="914"/>
                  </a:cubicBezTo>
                  <a:cubicBezTo>
                    <a:pt x="11554" y="914"/>
                    <a:pt x="6896" y="3325"/>
                    <a:pt x="6896" y="3325"/>
                  </a:cubicBezTo>
                  <a:cubicBezTo>
                    <a:pt x="6649" y="3576"/>
                    <a:pt x="6142" y="4274"/>
                    <a:pt x="5517" y="5319"/>
                  </a:cubicBezTo>
                  <a:cubicBezTo>
                    <a:pt x="3839" y="8133"/>
                    <a:pt x="1334" y="13508"/>
                    <a:pt x="770" y="19869"/>
                  </a:cubicBezTo>
                  <a:cubicBezTo>
                    <a:pt x="0" y="28604"/>
                    <a:pt x="693" y="36258"/>
                    <a:pt x="7650" y="44374"/>
                  </a:cubicBezTo>
                  <a:cubicBezTo>
                    <a:pt x="14610" y="52494"/>
                    <a:pt x="22260" y="51022"/>
                    <a:pt x="22892" y="52181"/>
                  </a:cubicBezTo>
                  <a:cubicBezTo>
                    <a:pt x="23529" y="53345"/>
                    <a:pt x="23188" y="56669"/>
                    <a:pt x="22617" y="57978"/>
                  </a:cubicBezTo>
                  <a:cubicBezTo>
                    <a:pt x="22041" y="59292"/>
                    <a:pt x="21129" y="60139"/>
                    <a:pt x="21392" y="61355"/>
                  </a:cubicBezTo>
                  <a:cubicBezTo>
                    <a:pt x="21591" y="62263"/>
                    <a:pt x="22163" y="64189"/>
                    <a:pt x="23630" y="65859"/>
                  </a:cubicBezTo>
                  <a:cubicBezTo>
                    <a:pt x="25037" y="67466"/>
                    <a:pt x="27272" y="68840"/>
                    <a:pt x="30791" y="68840"/>
                  </a:cubicBezTo>
                  <a:cubicBezTo>
                    <a:pt x="31356" y="68840"/>
                    <a:pt x="31955" y="68805"/>
                    <a:pt x="32589" y="68729"/>
                  </a:cubicBezTo>
                  <a:cubicBezTo>
                    <a:pt x="41126" y="67703"/>
                    <a:pt x="41661" y="60447"/>
                    <a:pt x="41511" y="59600"/>
                  </a:cubicBezTo>
                  <a:cubicBezTo>
                    <a:pt x="41357" y="58757"/>
                    <a:pt x="40036" y="59215"/>
                    <a:pt x="39574" y="57670"/>
                  </a:cubicBezTo>
                  <a:cubicBezTo>
                    <a:pt x="39116" y="56126"/>
                    <a:pt x="38491" y="54350"/>
                    <a:pt x="40766" y="52108"/>
                  </a:cubicBezTo>
                  <a:cubicBezTo>
                    <a:pt x="43040" y="49863"/>
                    <a:pt x="46153" y="50329"/>
                    <a:pt x="50478" y="46462"/>
                  </a:cubicBezTo>
                  <a:cubicBezTo>
                    <a:pt x="54808" y="42594"/>
                    <a:pt x="56275" y="37726"/>
                    <a:pt x="56275" y="37726"/>
                  </a:cubicBezTo>
                  <a:cubicBezTo>
                    <a:pt x="62656" y="37726"/>
                    <a:pt x="68490" y="34320"/>
                    <a:pt x="69187" y="29375"/>
                  </a:cubicBezTo>
                  <a:cubicBezTo>
                    <a:pt x="69780" y="25141"/>
                    <a:pt x="67943" y="21468"/>
                    <a:pt x="64442" y="21468"/>
                  </a:cubicBezTo>
                  <a:cubicBezTo>
                    <a:pt x="63853" y="21468"/>
                    <a:pt x="63218" y="21572"/>
                    <a:pt x="62539" y="21794"/>
                  </a:cubicBezTo>
                  <a:cubicBezTo>
                    <a:pt x="57824" y="23339"/>
                    <a:pt x="56275" y="27619"/>
                    <a:pt x="56275" y="27619"/>
                  </a:cubicBezTo>
                  <a:cubicBezTo>
                    <a:pt x="56275" y="27619"/>
                    <a:pt x="55604" y="28637"/>
                    <a:pt x="54798" y="28637"/>
                  </a:cubicBezTo>
                  <a:cubicBezTo>
                    <a:pt x="54180" y="28637"/>
                    <a:pt x="53484" y="28039"/>
                    <a:pt x="52951" y="25929"/>
                  </a:cubicBezTo>
                  <a:cubicBezTo>
                    <a:pt x="51727" y="21065"/>
                    <a:pt x="53263" y="13342"/>
                    <a:pt x="53263" y="13342"/>
                  </a:cubicBezTo>
                  <a:lnTo>
                    <a:pt x="53263" y="13342"/>
                  </a:lnTo>
                  <a:cubicBezTo>
                    <a:pt x="53263" y="13342"/>
                    <a:pt x="52488" y="14104"/>
                    <a:pt x="51602" y="14104"/>
                  </a:cubicBezTo>
                  <a:cubicBezTo>
                    <a:pt x="50741" y="14104"/>
                    <a:pt x="49777" y="13384"/>
                    <a:pt x="49319" y="10545"/>
                  </a:cubicBezTo>
                  <a:cubicBezTo>
                    <a:pt x="48391" y="4784"/>
                    <a:pt x="50478" y="1"/>
                    <a:pt x="50478" y="1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6" name="Google Shape;5561;p73"/>
            <p:cNvSpPr/>
            <p:nvPr/>
          </p:nvSpPr>
          <p:spPr>
            <a:xfrm>
              <a:off x="2736332" y="1643547"/>
              <a:ext cx="1219817" cy="1215326"/>
            </a:xfrm>
            <a:custGeom>
              <a:avLst/>
              <a:gdLst/>
              <a:ahLst/>
              <a:cxnLst/>
              <a:rect l="l" t="t" r="r" b="b"/>
              <a:pathLst>
                <a:path w="70347" h="70088" extrusionOk="0">
                  <a:moveTo>
                    <a:pt x="50191" y="1679"/>
                  </a:moveTo>
                  <a:cubicBezTo>
                    <a:pt x="49627" y="3362"/>
                    <a:pt x="48650" y="7132"/>
                    <a:pt x="49355" y="11498"/>
                  </a:cubicBezTo>
                  <a:cubicBezTo>
                    <a:pt x="49700" y="13662"/>
                    <a:pt x="50397" y="14927"/>
                    <a:pt x="51427" y="15268"/>
                  </a:cubicBezTo>
                  <a:cubicBezTo>
                    <a:pt x="51615" y="15329"/>
                    <a:pt x="51801" y="15355"/>
                    <a:pt x="51982" y="15355"/>
                  </a:cubicBezTo>
                  <a:cubicBezTo>
                    <a:pt x="52415" y="15355"/>
                    <a:pt x="52820" y="15206"/>
                    <a:pt x="53146" y="15028"/>
                  </a:cubicBezTo>
                  <a:lnTo>
                    <a:pt x="53146" y="15028"/>
                  </a:lnTo>
                  <a:cubicBezTo>
                    <a:pt x="52781" y="17197"/>
                    <a:pt x="51994" y="22929"/>
                    <a:pt x="52992" y="26906"/>
                  </a:cubicBezTo>
                  <a:cubicBezTo>
                    <a:pt x="53462" y="28771"/>
                    <a:pt x="54111" y="29744"/>
                    <a:pt x="54974" y="29886"/>
                  </a:cubicBezTo>
                  <a:cubicBezTo>
                    <a:pt x="55048" y="29899"/>
                    <a:pt x="55121" y="29905"/>
                    <a:pt x="55192" y="29905"/>
                  </a:cubicBezTo>
                  <a:cubicBezTo>
                    <a:pt x="56180" y="29905"/>
                    <a:pt x="56926" y="28759"/>
                    <a:pt x="56960" y="28706"/>
                  </a:cubicBezTo>
                  <a:lnTo>
                    <a:pt x="56997" y="28637"/>
                  </a:lnTo>
                  <a:cubicBezTo>
                    <a:pt x="57009" y="28597"/>
                    <a:pt x="58529" y="24494"/>
                    <a:pt x="63037" y="23027"/>
                  </a:cubicBezTo>
                  <a:cubicBezTo>
                    <a:pt x="63665" y="22821"/>
                    <a:pt x="64266" y="22718"/>
                    <a:pt x="64830" y="22718"/>
                  </a:cubicBezTo>
                  <a:cubicBezTo>
                    <a:pt x="65799" y="22718"/>
                    <a:pt x="66661" y="23021"/>
                    <a:pt x="67379" y="23623"/>
                  </a:cubicBezTo>
                  <a:cubicBezTo>
                    <a:pt x="68903" y="24899"/>
                    <a:pt x="69612" y="27429"/>
                    <a:pt x="69219" y="30222"/>
                  </a:cubicBezTo>
                  <a:cubicBezTo>
                    <a:pt x="68575" y="34807"/>
                    <a:pt x="63175" y="38265"/>
                    <a:pt x="56660" y="38265"/>
                  </a:cubicBezTo>
                  <a:lnTo>
                    <a:pt x="56397" y="38265"/>
                  </a:lnTo>
                  <a:lnTo>
                    <a:pt x="56324" y="38516"/>
                  </a:lnTo>
                  <a:cubicBezTo>
                    <a:pt x="56308" y="38561"/>
                    <a:pt x="54828" y="43336"/>
                    <a:pt x="50628" y="47086"/>
                  </a:cubicBezTo>
                  <a:cubicBezTo>
                    <a:pt x="48253" y="49202"/>
                    <a:pt x="46287" y="49984"/>
                    <a:pt x="44552" y="50674"/>
                  </a:cubicBezTo>
                  <a:cubicBezTo>
                    <a:pt x="43161" y="51225"/>
                    <a:pt x="41957" y="51707"/>
                    <a:pt x="40903" y="52745"/>
                  </a:cubicBezTo>
                  <a:cubicBezTo>
                    <a:pt x="38544" y="55076"/>
                    <a:pt x="39120" y="56993"/>
                    <a:pt x="39586" y="58534"/>
                  </a:cubicBezTo>
                  <a:lnTo>
                    <a:pt x="39622" y="58664"/>
                  </a:lnTo>
                  <a:cubicBezTo>
                    <a:pt x="39934" y="59701"/>
                    <a:pt x="40619" y="59989"/>
                    <a:pt x="41069" y="60188"/>
                  </a:cubicBezTo>
                  <a:cubicBezTo>
                    <a:pt x="41422" y="60342"/>
                    <a:pt x="41515" y="60395"/>
                    <a:pt x="41548" y="60561"/>
                  </a:cubicBezTo>
                  <a:cubicBezTo>
                    <a:pt x="41596" y="60849"/>
                    <a:pt x="41568" y="63305"/>
                    <a:pt x="39869" y="65604"/>
                  </a:cubicBezTo>
                  <a:cubicBezTo>
                    <a:pt x="38353" y="67663"/>
                    <a:pt x="36018" y="68895"/>
                    <a:pt x="32925" y="69264"/>
                  </a:cubicBezTo>
                  <a:cubicBezTo>
                    <a:pt x="32314" y="69337"/>
                    <a:pt x="31726" y="69374"/>
                    <a:pt x="31159" y="69374"/>
                  </a:cubicBezTo>
                  <a:cubicBezTo>
                    <a:pt x="28258" y="69374"/>
                    <a:pt x="25948" y="68418"/>
                    <a:pt x="24283" y="66512"/>
                  </a:cubicBezTo>
                  <a:cubicBezTo>
                    <a:pt x="22827" y="64862"/>
                    <a:pt x="22284" y="62892"/>
                    <a:pt x="22130" y="62174"/>
                  </a:cubicBezTo>
                  <a:cubicBezTo>
                    <a:pt x="21972" y="61461"/>
                    <a:pt x="22312" y="60877"/>
                    <a:pt x="22730" y="60143"/>
                  </a:cubicBezTo>
                  <a:cubicBezTo>
                    <a:pt x="22953" y="59778"/>
                    <a:pt x="23152" y="59401"/>
                    <a:pt x="23330" y="59012"/>
                  </a:cubicBezTo>
                  <a:cubicBezTo>
                    <a:pt x="23926" y="57634"/>
                    <a:pt x="24303" y="54204"/>
                    <a:pt x="23593" y="52907"/>
                  </a:cubicBezTo>
                  <a:cubicBezTo>
                    <a:pt x="23330" y="52425"/>
                    <a:pt x="22616" y="52311"/>
                    <a:pt x="21319" y="52096"/>
                  </a:cubicBezTo>
                  <a:cubicBezTo>
                    <a:pt x="18490" y="51634"/>
                    <a:pt x="13232" y="50779"/>
                    <a:pt x="8306" y="45035"/>
                  </a:cubicBezTo>
                  <a:cubicBezTo>
                    <a:pt x="1581" y="37191"/>
                    <a:pt x="726" y="29671"/>
                    <a:pt x="1508" y="20793"/>
                  </a:cubicBezTo>
                  <a:cubicBezTo>
                    <a:pt x="2124" y="13901"/>
                    <a:pt x="4994" y="8429"/>
                    <a:pt x="6207" y="6394"/>
                  </a:cubicBezTo>
                  <a:cubicBezTo>
                    <a:pt x="6774" y="5437"/>
                    <a:pt x="7256" y="4772"/>
                    <a:pt x="7500" y="4505"/>
                  </a:cubicBezTo>
                  <a:cubicBezTo>
                    <a:pt x="7994" y="4257"/>
                    <a:pt x="11987" y="2336"/>
                    <a:pt x="16195" y="2170"/>
                  </a:cubicBezTo>
                  <a:lnTo>
                    <a:pt x="16195" y="2170"/>
                  </a:lnTo>
                  <a:cubicBezTo>
                    <a:pt x="14748" y="3228"/>
                    <a:pt x="12153" y="5599"/>
                    <a:pt x="10751" y="9746"/>
                  </a:cubicBezTo>
                  <a:cubicBezTo>
                    <a:pt x="10337" y="10975"/>
                    <a:pt x="10062" y="12243"/>
                    <a:pt x="9924" y="13537"/>
                  </a:cubicBezTo>
                  <a:lnTo>
                    <a:pt x="9762" y="15016"/>
                  </a:lnTo>
                  <a:lnTo>
                    <a:pt x="10573" y="13764"/>
                  </a:lnTo>
                  <a:cubicBezTo>
                    <a:pt x="10581" y="13764"/>
                    <a:pt x="10832" y="13374"/>
                    <a:pt x="11302" y="12750"/>
                  </a:cubicBezTo>
                  <a:cubicBezTo>
                    <a:pt x="12891" y="10646"/>
                    <a:pt x="17217" y="5579"/>
                    <a:pt x="23099" y="3860"/>
                  </a:cubicBezTo>
                  <a:cubicBezTo>
                    <a:pt x="24828" y="3357"/>
                    <a:pt x="26791" y="3199"/>
                    <a:pt x="28897" y="3199"/>
                  </a:cubicBezTo>
                  <a:cubicBezTo>
                    <a:pt x="30608" y="3199"/>
                    <a:pt x="32412" y="3303"/>
                    <a:pt x="34263" y="3410"/>
                  </a:cubicBezTo>
                  <a:cubicBezTo>
                    <a:pt x="36191" y="3521"/>
                    <a:pt x="38140" y="3633"/>
                    <a:pt x="40057" y="3633"/>
                  </a:cubicBezTo>
                  <a:cubicBezTo>
                    <a:pt x="43673" y="3633"/>
                    <a:pt x="47173" y="3235"/>
                    <a:pt x="50191" y="1679"/>
                  </a:cubicBezTo>
                  <a:close/>
                  <a:moveTo>
                    <a:pt x="51634" y="1"/>
                  </a:moveTo>
                  <a:lnTo>
                    <a:pt x="50677" y="589"/>
                  </a:lnTo>
                  <a:cubicBezTo>
                    <a:pt x="47617" y="2460"/>
                    <a:pt x="43906" y="2921"/>
                    <a:pt x="40041" y="2921"/>
                  </a:cubicBezTo>
                  <a:cubicBezTo>
                    <a:pt x="38147" y="2921"/>
                    <a:pt x="36215" y="2810"/>
                    <a:pt x="34304" y="2701"/>
                  </a:cubicBezTo>
                  <a:cubicBezTo>
                    <a:pt x="32436" y="2593"/>
                    <a:pt x="30617" y="2488"/>
                    <a:pt x="28886" y="2488"/>
                  </a:cubicBezTo>
                  <a:cubicBezTo>
                    <a:pt x="26727" y="2488"/>
                    <a:pt x="24706" y="2651"/>
                    <a:pt x="22904" y="3175"/>
                  </a:cubicBezTo>
                  <a:cubicBezTo>
                    <a:pt x="16945" y="4914"/>
                    <a:pt x="12555" y="9941"/>
                    <a:pt x="10844" y="12175"/>
                  </a:cubicBezTo>
                  <a:cubicBezTo>
                    <a:pt x="10986" y="11429"/>
                    <a:pt x="11181" y="10691"/>
                    <a:pt x="11428" y="9973"/>
                  </a:cubicBezTo>
                  <a:cubicBezTo>
                    <a:pt x="13301" y="4428"/>
                    <a:pt x="17513" y="2154"/>
                    <a:pt x="17557" y="2133"/>
                  </a:cubicBezTo>
                  <a:lnTo>
                    <a:pt x="18713" y="1525"/>
                  </a:lnTo>
                  <a:lnTo>
                    <a:pt x="17407" y="1464"/>
                  </a:lnTo>
                  <a:cubicBezTo>
                    <a:pt x="17182" y="1454"/>
                    <a:pt x="16957" y="1449"/>
                    <a:pt x="16732" y="1449"/>
                  </a:cubicBezTo>
                  <a:cubicBezTo>
                    <a:pt x="11908" y="1449"/>
                    <a:pt x="7324" y="3796"/>
                    <a:pt x="7119" y="3901"/>
                  </a:cubicBezTo>
                  <a:lnTo>
                    <a:pt x="7029" y="3970"/>
                  </a:lnTo>
                  <a:cubicBezTo>
                    <a:pt x="6778" y="4221"/>
                    <a:pt x="6267" y="4898"/>
                    <a:pt x="5594" y="6029"/>
                  </a:cubicBezTo>
                  <a:cubicBezTo>
                    <a:pt x="4362" y="8109"/>
                    <a:pt x="1427" y="13687"/>
                    <a:pt x="799" y="20724"/>
                  </a:cubicBezTo>
                  <a:cubicBezTo>
                    <a:pt x="0" y="29784"/>
                    <a:pt x="880" y="37462"/>
                    <a:pt x="7767" y="45501"/>
                  </a:cubicBezTo>
                  <a:cubicBezTo>
                    <a:pt x="12859" y="51440"/>
                    <a:pt x="18287" y="52323"/>
                    <a:pt x="21206" y="52802"/>
                  </a:cubicBezTo>
                  <a:cubicBezTo>
                    <a:pt x="21948" y="52923"/>
                    <a:pt x="22868" y="53069"/>
                    <a:pt x="22965" y="53248"/>
                  </a:cubicBezTo>
                  <a:cubicBezTo>
                    <a:pt x="23508" y="54237"/>
                    <a:pt x="23253" y="57407"/>
                    <a:pt x="22677" y="58728"/>
                  </a:cubicBezTo>
                  <a:cubicBezTo>
                    <a:pt x="22511" y="59093"/>
                    <a:pt x="22325" y="59446"/>
                    <a:pt x="22118" y="59791"/>
                  </a:cubicBezTo>
                  <a:cubicBezTo>
                    <a:pt x="21656" y="60589"/>
                    <a:pt x="21222" y="61343"/>
                    <a:pt x="21433" y="62324"/>
                  </a:cubicBezTo>
                  <a:cubicBezTo>
                    <a:pt x="21607" y="63135"/>
                    <a:pt x="22183" y="65206"/>
                    <a:pt x="23743" y="66986"/>
                  </a:cubicBezTo>
                  <a:cubicBezTo>
                    <a:pt x="25555" y="69045"/>
                    <a:pt x="28036" y="70087"/>
                    <a:pt x="31150" y="70087"/>
                  </a:cubicBezTo>
                  <a:cubicBezTo>
                    <a:pt x="31770" y="70083"/>
                    <a:pt x="32394" y="70043"/>
                    <a:pt x="33010" y="69970"/>
                  </a:cubicBezTo>
                  <a:cubicBezTo>
                    <a:pt x="36302" y="69581"/>
                    <a:pt x="38803" y="68251"/>
                    <a:pt x="40441" y="66025"/>
                  </a:cubicBezTo>
                  <a:cubicBezTo>
                    <a:pt x="42148" y="63711"/>
                    <a:pt x="42363" y="61076"/>
                    <a:pt x="42245" y="60431"/>
                  </a:cubicBezTo>
                  <a:cubicBezTo>
                    <a:pt x="42144" y="59876"/>
                    <a:pt x="41775" y="59718"/>
                    <a:pt x="41349" y="59535"/>
                  </a:cubicBezTo>
                  <a:cubicBezTo>
                    <a:pt x="40923" y="59353"/>
                    <a:pt x="40518" y="59178"/>
                    <a:pt x="40303" y="58461"/>
                  </a:cubicBezTo>
                  <a:lnTo>
                    <a:pt x="40263" y="58331"/>
                  </a:lnTo>
                  <a:cubicBezTo>
                    <a:pt x="39813" y="56827"/>
                    <a:pt x="39347" y="55279"/>
                    <a:pt x="41402" y="53252"/>
                  </a:cubicBezTo>
                  <a:cubicBezTo>
                    <a:pt x="42350" y="52311"/>
                    <a:pt x="43490" y="51857"/>
                    <a:pt x="44815" y="51338"/>
                  </a:cubicBezTo>
                  <a:cubicBezTo>
                    <a:pt x="46518" y="50657"/>
                    <a:pt x="48634" y="49818"/>
                    <a:pt x="51099" y="47617"/>
                  </a:cubicBezTo>
                  <a:cubicBezTo>
                    <a:pt x="54942" y="44179"/>
                    <a:pt x="56555" y="40036"/>
                    <a:pt x="56920" y="38970"/>
                  </a:cubicBezTo>
                  <a:cubicBezTo>
                    <a:pt x="63669" y="38881"/>
                    <a:pt x="69239" y="35192"/>
                    <a:pt x="69920" y="30315"/>
                  </a:cubicBezTo>
                  <a:cubicBezTo>
                    <a:pt x="70346" y="27287"/>
                    <a:pt x="69548" y="24514"/>
                    <a:pt x="67833" y="23075"/>
                  </a:cubicBezTo>
                  <a:cubicBezTo>
                    <a:pt x="67189" y="22536"/>
                    <a:pt x="66205" y="22002"/>
                    <a:pt x="64832" y="22002"/>
                  </a:cubicBezTo>
                  <a:cubicBezTo>
                    <a:pt x="64235" y="22002"/>
                    <a:pt x="63563" y="22104"/>
                    <a:pt x="62814" y="22350"/>
                  </a:cubicBezTo>
                  <a:cubicBezTo>
                    <a:pt x="58189" y="23862"/>
                    <a:pt x="56531" y="27863"/>
                    <a:pt x="56344" y="28349"/>
                  </a:cubicBezTo>
                  <a:cubicBezTo>
                    <a:pt x="56158" y="28623"/>
                    <a:pt x="55661" y="29196"/>
                    <a:pt x="55186" y="29196"/>
                  </a:cubicBezTo>
                  <a:cubicBezTo>
                    <a:pt x="55154" y="29196"/>
                    <a:pt x="55123" y="29194"/>
                    <a:pt x="55092" y="29188"/>
                  </a:cubicBezTo>
                  <a:cubicBezTo>
                    <a:pt x="54784" y="29136"/>
                    <a:pt x="54188" y="28747"/>
                    <a:pt x="53681" y="26736"/>
                  </a:cubicBezTo>
                  <a:cubicBezTo>
                    <a:pt x="52493" y="22001"/>
                    <a:pt x="53981" y="14380"/>
                    <a:pt x="53997" y="14303"/>
                  </a:cubicBezTo>
                  <a:lnTo>
                    <a:pt x="54220" y="13184"/>
                  </a:lnTo>
                  <a:lnTo>
                    <a:pt x="53397" y="13978"/>
                  </a:lnTo>
                  <a:cubicBezTo>
                    <a:pt x="53390" y="13989"/>
                    <a:pt x="52714" y="14642"/>
                    <a:pt x="51992" y="14642"/>
                  </a:cubicBezTo>
                  <a:cubicBezTo>
                    <a:pt x="51877" y="14642"/>
                    <a:pt x="51761" y="14625"/>
                    <a:pt x="51646" y="14587"/>
                  </a:cubicBezTo>
                  <a:cubicBezTo>
                    <a:pt x="50904" y="14343"/>
                    <a:pt x="50353" y="13237"/>
                    <a:pt x="50053" y="11380"/>
                  </a:cubicBezTo>
                  <a:cubicBezTo>
                    <a:pt x="49157" y="5798"/>
                    <a:pt x="51168" y="1079"/>
                    <a:pt x="51188" y="1035"/>
                  </a:cubicBezTo>
                  <a:lnTo>
                    <a:pt x="51634" y="1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7" name="Google Shape;5562;p73"/>
            <p:cNvSpPr/>
            <p:nvPr/>
          </p:nvSpPr>
          <p:spPr>
            <a:xfrm>
              <a:off x="2838673" y="1674863"/>
              <a:ext cx="199237" cy="139587"/>
            </a:xfrm>
            <a:custGeom>
              <a:avLst/>
              <a:gdLst/>
              <a:ahLst/>
              <a:cxnLst/>
              <a:rect l="l" t="t" r="r" b="b"/>
              <a:pathLst>
                <a:path w="11490" h="8050" extrusionOk="0">
                  <a:moveTo>
                    <a:pt x="10844" y="0"/>
                  </a:moveTo>
                  <a:cubicBezTo>
                    <a:pt x="6037" y="0"/>
                    <a:pt x="1379" y="2411"/>
                    <a:pt x="1379" y="2411"/>
                  </a:cubicBezTo>
                  <a:cubicBezTo>
                    <a:pt x="1132" y="2662"/>
                    <a:pt x="625" y="3360"/>
                    <a:pt x="0" y="4405"/>
                  </a:cubicBezTo>
                  <a:cubicBezTo>
                    <a:pt x="2165" y="3424"/>
                    <a:pt x="4338" y="2520"/>
                    <a:pt x="6693" y="1933"/>
                  </a:cubicBezTo>
                  <a:lnTo>
                    <a:pt x="6693" y="1933"/>
                  </a:lnTo>
                  <a:cubicBezTo>
                    <a:pt x="5887" y="3882"/>
                    <a:pt x="5376" y="5946"/>
                    <a:pt x="5185" y="8050"/>
                  </a:cubicBezTo>
                  <a:cubicBezTo>
                    <a:pt x="7135" y="2297"/>
                    <a:pt x="11489" y="15"/>
                    <a:pt x="11489" y="15"/>
                  </a:cubicBezTo>
                  <a:cubicBezTo>
                    <a:pt x="11274" y="5"/>
                    <a:pt x="11059" y="0"/>
                    <a:pt x="10844" y="0"/>
                  </a:cubicBezTo>
                  <a:close/>
                </a:path>
              </a:pathLst>
            </a:custGeom>
            <a:solidFill>
              <a:srgbClr val="7F33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8" name="Google Shape;5563;p73"/>
            <p:cNvSpPr/>
            <p:nvPr/>
          </p:nvSpPr>
          <p:spPr>
            <a:xfrm>
              <a:off x="2927454" y="1659014"/>
              <a:ext cx="1025557" cy="1193703"/>
            </a:xfrm>
            <a:custGeom>
              <a:avLst/>
              <a:gdLst/>
              <a:ahLst/>
              <a:cxnLst/>
              <a:rect l="l" t="t" r="r" b="b"/>
              <a:pathLst>
                <a:path w="59144" h="68841" extrusionOk="0">
                  <a:moveTo>
                    <a:pt x="39841" y="1"/>
                  </a:moveTo>
                  <a:cubicBezTo>
                    <a:pt x="36710" y="1915"/>
                    <a:pt x="32922" y="2383"/>
                    <a:pt x="29011" y="2383"/>
                  </a:cubicBezTo>
                  <a:cubicBezTo>
                    <a:pt x="25260" y="2383"/>
                    <a:pt x="21395" y="1953"/>
                    <a:pt x="17888" y="1953"/>
                  </a:cubicBezTo>
                  <a:cubicBezTo>
                    <a:pt x="15750" y="1953"/>
                    <a:pt x="13746" y="2113"/>
                    <a:pt x="11980" y="2628"/>
                  </a:cubicBezTo>
                  <a:cubicBezTo>
                    <a:pt x="6029" y="4363"/>
                    <a:pt x="1663" y="9438"/>
                    <a:pt x="0" y="11639"/>
                  </a:cubicBezTo>
                  <a:cubicBezTo>
                    <a:pt x="21" y="12288"/>
                    <a:pt x="73" y="12936"/>
                    <a:pt x="163" y="13581"/>
                  </a:cubicBezTo>
                  <a:cubicBezTo>
                    <a:pt x="2741" y="8502"/>
                    <a:pt x="8019" y="4906"/>
                    <a:pt x="13686" y="4363"/>
                  </a:cubicBezTo>
                  <a:cubicBezTo>
                    <a:pt x="14283" y="4305"/>
                    <a:pt x="14880" y="4280"/>
                    <a:pt x="15477" y="4280"/>
                  </a:cubicBezTo>
                  <a:cubicBezTo>
                    <a:pt x="20758" y="4280"/>
                    <a:pt x="26060" y="6291"/>
                    <a:pt x="31271" y="6291"/>
                  </a:cubicBezTo>
                  <a:cubicBezTo>
                    <a:pt x="32523" y="6291"/>
                    <a:pt x="33770" y="6175"/>
                    <a:pt x="35009" y="5887"/>
                  </a:cubicBezTo>
                  <a:lnTo>
                    <a:pt x="35009" y="5887"/>
                  </a:lnTo>
                  <a:cubicBezTo>
                    <a:pt x="34320" y="8112"/>
                    <a:pt x="34109" y="10460"/>
                    <a:pt x="34401" y="12770"/>
                  </a:cubicBezTo>
                  <a:cubicBezTo>
                    <a:pt x="34599" y="14365"/>
                    <a:pt x="35746" y="16286"/>
                    <a:pt x="37128" y="16286"/>
                  </a:cubicBezTo>
                  <a:cubicBezTo>
                    <a:pt x="37362" y="16286"/>
                    <a:pt x="37603" y="16231"/>
                    <a:pt x="37847" y="16111"/>
                  </a:cubicBezTo>
                  <a:lnTo>
                    <a:pt x="37847" y="16111"/>
                  </a:lnTo>
                  <a:cubicBezTo>
                    <a:pt x="37012" y="20124"/>
                    <a:pt x="36230" y="24543"/>
                    <a:pt x="38232" y="28118"/>
                  </a:cubicBezTo>
                  <a:cubicBezTo>
                    <a:pt x="38937" y="29375"/>
                    <a:pt x="39959" y="30469"/>
                    <a:pt x="40401" y="31843"/>
                  </a:cubicBezTo>
                  <a:cubicBezTo>
                    <a:pt x="40948" y="33562"/>
                    <a:pt x="40498" y="35431"/>
                    <a:pt x="39841" y="37109"/>
                  </a:cubicBezTo>
                  <a:cubicBezTo>
                    <a:pt x="38256" y="41204"/>
                    <a:pt x="35573" y="44783"/>
                    <a:pt x="32091" y="47459"/>
                  </a:cubicBezTo>
                  <a:cubicBezTo>
                    <a:pt x="29212" y="49660"/>
                    <a:pt x="25406" y="52011"/>
                    <a:pt x="25706" y="55615"/>
                  </a:cubicBezTo>
                  <a:cubicBezTo>
                    <a:pt x="25803" y="56677"/>
                    <a:pt x="26269" y="57670"/>
                    <a:pt x="26456" y="58720"/>
                  </a:cubicBezTo>
                  <a:cubicBezTo>
                    <a:pt x="27064" y="62109"/>
                    <a:pt x="24445" y="65514"/>
                    <a:pt x="21165" y="66568"/>
                  </a:cubicBezTo>
                  <a:cubicBezTo>
                    <a:pt x="20200" y="66878"/>
                    <a:pt x="19203" y="67019"/>
                    <a:pt x="18201" y="67019"/>
                  </a:cubicBezTo>
                  <a:cubicBezTo>
                    <a:pt x="16433" y="67019"/>
                    <a:pt x="14649" y="66581"/>
                    <a:pt x="12993" y="65859"/>
                  </a:cubicBezTo>
                  <a:lnTo>
                    <a:pt x="12993" y="65859"/>
                  </a:lnTo>
                  <a:cubicBezTo>
                    <a:pt x="14400" y="67466"/>
                    <a:pt x="16635" y="68840"/>
                    <a:pt x="20154" y="68840"/>
                  </a:cubicBezTo>
                  <a:cubicBezTo>
                    <a:pt x="20719" y="68840"/>
                    <a:pt x="21318" y="68805"/>
                    <a:pt x="21952" y="68729"/>
                  </a:cubicBezTo>
                  <a:cubicBezTo>
                    <a:pt x="30489" y="67703"/>
                    <a:pt x="31024" y="60447"/>
                    <a:pt x="30874" y="59600"/>
                  </a:cubicBezTo>
                  <a:cubicBezTo>
                    <a:pt x="30720" y="58757"/>
                    <a:pt x="29399" y="59215"/>
                    <a:pt x="28937" y="57670"/>
                  </a:cubicBezTo>
                  <a:cubicBezTo>
                    <a:pt x="28479" y="56126"/>
                    <a:pt x="27854" y="54350"/>
                    <a:pt x="30129" y="52108"/>
                  </a:cubicBezTo>
                  <a:cubicBezTo>
                    <a:pt x="32403" y="49863"/>
                    <a:pt x="35516" y="50329"/>
                    <a:pt x="39841" y="46462"/>
                  </a:cubicBezTo>
                  <a:cubicBezTo>
                    <a:pt x="44171" y="42594"/>
                    <a:pt x="45638" y="37726"/>
                    <a:pt x="45638" y="37726"/>
                  </a:cubicBezTo>
                  <a:cubicBezTo>
                    <a:pt x="52019" y="37726"/>
                    <a:pt x="57853" y="34320"/>
                    <a:pt x="58550" y="29375"/>
                  </a:cubicBezTo>
                  <a:cubicBezTo>
                    <a:pt x="59143" y="25141"/>
                    <a:pt x="57306" y="21468"/>
                    <a:pt x="53805" y="21468"/>
                  </a:cubicBezTo>
                  <a:cubicBezTo>
                    <a:pt x="53216" y="21468"/>
                    <a:pt x="52581" y="21572"/>
                    <a:pt x="51902" y="21794"/>
                  </a:cubicBezTo>
                  <a:cubicBezTo>
                    <a:pt x="47187" y="23339"/>
                    <a:pt x="45638" y="27619"/>
                    <a:pt x="45638" y="27619"/>
                  </a:cubicBezTo>
                  <a:cubicBezTo>
                    <a:pt x="45638" y="27619"/>
                    <a:pt x="44967" y="28637"/>
                    <a:pt x="44161" y="28637"/>
                  </a:cubicBezTo>
                  <a:cubicBezTo>
                    <a:pt x="43543" y="28637"/>
                    <a:pt x="42847" y="28039"/>
                    <a:pt x="42314" y="25929"/>
                  </a:cubicBezTo>
                  <a:cubicBezTo>
                    <a:pt x="41090" y="21065"/>
                    <a:pt x="42626" y="13342"/>
                    <a:pt x="42626" y="13342"/>
                  </a:cubicBezTo>
                  <a:lnTo>
                    <a:pt x="42626" y="13342"/>
                  </a:lnTo>
                  <a:cubicBezTo>
                    <a:pt x="42626" y="13342"/>
                    <a:pt x="41851" y="14104"/>
                    <a:pt x="40965" y="14104"/>
                  </a:cubicBezTo>
                  <a:cubicBezTo>
                    <a:pt x="40104" y="14104"/>
                    <a:pt x="39140" y="13384"/>
                    <a:pt x="38682" y="10545"/>
                  </a:cubicBezTo>
                  <a:cubicBezTo>
                    <a:pt x="37754" y="4784"/>
                    <a:pt x="39841" y="1"/>
                    <a:pt x="39841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" name="Google Shape;5564;p73"/>
            <p:cNvSpPr/>
            <p:nvPr/>
          </p:nvSpPr>
          <p:spPr>
            <a:xfrm>
              <a:off x="3755577" y="2245401"/>
              <a:ext cx="121207" cy="41425"/>
            </a:xfrm>
            <a:custGeom>
              <a:avLst/>
              <a:gdLst/>
              <a:ahLst/>
              <a:cxnLst/>
              <a:rect l="l" t="t" r="r" b="b"/>
              <a:pathLst>
                <a:path w="6990" h="2389" extrusionOk="0">
                  <a:moveTo>
                    <a:pt x="6989" y="1"/>
                  </a:moveTo>
                  <a:lnTo>
                    <a:pt x="6989" y="1"/>
                  </a:lnTo>
                  <a:cubicBezTo>
                    <a:pt x="5866" y="552"/>
                    <a:pt x="4748" y="1051"/>
                    <a:pt x="3584" y="1452"/>
                  </a:cubicBezTo>
                  <a:cubicBezTo>
                    <a:pt x="2417" y="1853"/>
                    <a:pt x="1225" y="2141"/>
                    <a:pt x="1" y="2384"/>
                  </a:cubicBezTo>
                  <a:cubicBezTo>
                    <a:pt x="87" y="2387"/>
                    <a:pt x="173" y="2388"/>
                    <a:pt x="260" y="2388"/>
                  </a:cubicBezTo>
                  <a:cubicBezTo>
                    <a:pt x="1425" y="2388"/>
                    <a:pt x="2584" y="2162"/>
                    <a:pt x="3694" y="1784"/>
                  </a:cubicBezTo>
                  <a:cubicBezTo>
                    <a:pt x="4885" y="1379"/>
                    <a:pt x="6016" y="791"/>
                    <a:pt x="69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" name="Google Shape;5565;p73"/>
            <p:cNvSpPr/>
            <p:nvPr/>
          </p:nvSpPr>
          <p:spPr>
            <a:xfrm>
              <a:off x="3885974" y="2106577"/>
              <a:ext cx="34246" cy="112970"/>
            </a:xfrm>
            <a:custGeom>
              <a:avLst/>
              <a:gdLst/>
              <a:ahLst/>
              <a:cxnLst/>
              <a:rect l="l" t="t" r="r" b="b"/>
              <a:pathLst>
                <a:path w="1975" h="6515" extrusionOk="0">
                  <a:moveTo>
                    <a:pt x="1642" y="0"/>
                  </a:moveTo>
                  <a:lnTo>
                    <a:pt x="1642" y="0"/>
                  </a:lnTo>
                  <a:cubicBezTo>
                    <a:pt x="1699" y="1152"/>
                    <a:pt x="1565" y="2283"/>
                    <a:pt x="1245" y="3341"/>
                  </a:cubicBezTo>
                  <a:cubicBezTo>
                    <a:pt x="929" y="4399"/>
                    <a:pt x="284" y="5388"/>
                    <a:pt x="0" y="6515"/>
                  </a:cubicBezTo>
                  <a:cubicBezTo>
                    <a:pt x="536" y="5505"/>
                    <a:pt x="1241" y="4569"/>
                    <a:pt x="1585" y="3446"/>
                  </a:cubicBezTo>
                  <a:cubicBezTo>
                    <a:pt x="1930" y="2327"/>
                    <a:pt x="1975" y="1107"/>
                    <a:pt x="164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1" name="Google Shape;5566;p73"/>
            <p:cNvSpPr/>
            <p:nvPr/>
          </p:nvSpPr>
          <p:spPr>
            <a:xfrm>
              <a:off x="3073110" y="1725565"/>
              <a:ext cx="208999" cy="35686"/>
            </a:xfrm>
            <a:custGeom>
              <a:avLst/>
              <a:gdLst/>
              <a:ahLst/>
              <a:cxnLst/>
              <a:rect l="l" t="t" r="r" b="b"/>
              <a:pathLst>
                <a:path w="12053" h="2058" extrusionOk="0">
                  <a:moveTo>
                    <a:pt x="7876" y="0"/>
                  </a:moveTo>
                  <a:cubicBezTo>
                    <a:pt x="7202" y="0"/>
                    <a:pt x="6528" y="32"/>
                    <a:pt x="5858" y="99"/>
                  </a:cubicBezTo>
                  <a:cubicBezTo>
                    <a:pt x="3794" y="306"/>
                    <a:pt x="1719" y="890"/>
                    <a:pt x="0" y="2057"/>
                  </a:cubicBezTo>
                  <a:cubicBezTo>
                    <a:pt x="1849" y="1137"/>
                    <a:pt x="3863" y="658"/>
                    <a:pt x="5894" y="448"/>
                  </a:cubicBezTo>
                  <a:cubicBezTo>
                    <a:pt x="6932" y="342"/>
                    <a:pt x="7977" y="306"/>
                    <a:pt x="9027" y="306"/>
                  </a:cubicBezTo>
                  <a:cubicBezTo>
                    <a:pt x="10032" y="306"/>
                    <a:pt x="11041" y="339"/>
                    <a:pt x="12052" y="375"/>
                  </a:cubicBezTo>
                  <a:cubicBezTo>
                    <a:pt x="10676" y="137"/>
                    <a:pt x="9275" y="0"/>
                    <a:pt x="787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2" name="Google Shape;5567;p73"/>
            <p:cNvSpPr/>
            <p:nvPr/>
          </p:nvSpPr>
          <p:spPr>
            <a:xfrm>
              <a:off x="3322858" y="1719843"/>
              <a:ext cx="66221" cy="7578"/>
            </a:xfrm>
            <a:custGeom>
              <a:avLst/>
              <a:gdLst/>
              <a:ahLst/>
              <a:cxnLst/>
              <a:rect l="l" t="t" r="r" b="b"/>
              <a:pathLst>
                <a:path w="3819" h="437" extrusionOk="0">
                  <a:moveTo>
                    <a:pt x="386" y="1"/>
                  </a:moveTo>
                  <a:cubicBezTo>
                    <a:pt x="258" y="1"/>
                    <a:pt x="130" y="3"/>
                    <a:pt x="0" y="7"/>
                  </a:cubicBezTo>
                  <a:cubicBezTo>
                    <a:pt x="608" y="263"/>
                    <a:pt x="1245" y="380"/>
                    <a:pt x="1889" y="421"/>
                  </a:cubicBezTo>
                  <a:cubicBezTo>
                    <a:pt x="2050" y="431"/>
                    <a:pt x="2212" y="437"/>
                    <a:pt x="2375" y="437"/>
                  </a:cubicBezTo>
                  <a:cubicBezTo>
                    <a:pt x="2859" y="437"/>
                    <a:pt x="3346" y="387"/>
                    <a:pt x="3819" y="263"/>
                  </a:cubicBezTo>
                  <a:cubicBezTo>
                    <a:pt x="3174" y="149"/>
                    <a:pt x="2546" y="101"/>
                    <a:pt x="1914" y="64"/>
                  </a:cubicBezTo>
                  <a:cubicBezTo>
                    <a:pt x="1407" y="35"/>
                    <a:pt x="903" y="1"/>
                    <a:pt x="38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3" name="Google Shape;5568;p73"/>
            <p:cNvSpPr/>
            <p:nvPr/>
          </p:nvSpPr>
          <p:spPr>
            <a:xfrm>
              <a:off x="3426048" y="1702104"/>
              <a:ext cx="149731" cy="31108"/>
            </a:xfrm>
            <a:custGeom>
              <a:avLst/>
              <a:gdLst/>
              <a:ahLst/>
              <a:cxnLst/>
              <a:rect l="l" t="t" r="r" b="b"/>
              <a:pathLst>
                <a:path w="8635" h="1794" extrusionOk="0">
                  <a:moveTo>
                    <a:pt x="8635" y="1"/>
                  </a:moveTo>
                  <a:cubicBezTo>
                    <a:pt x="7330" y="743"/>
                    <a:pt x="5899" y="1128"/>
                    <a:pt x="4439" y="1326"/>
                  </a:cubicBezTo>
                  <a:cubicBezTo>
                    <a:pt x="2980" y="1525"/>
                    <a:pt x="1496" y="1529"/>
                    <a:pt x="0" y="1586"/>
                  </a:cubicBezTo>
                  <a:cubicBezTo>
                    <a:pt x="870" y="1717"/>
                    <a:pt x="1755" y="1794"/>
                    <a:pt x="2640" y="1794"/>
                  </a:cubicBezTo>
                  <a:cubicBezTo>
                    <a:pt x="3256" y="1794"/>
                    <a:pt x="3873" y="1757"/>
                    <a:pt x="4484" y="1675"/>
                  </a:cubicBezTo>
                  <a:cubicBezTo>
                    <a:pt x="5976" y="1476"/>
                    <a:pt x="7480" y="982"/>
                    <a:pt x="86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4" name="Google Shape;5569;p73"/>
            <p:cNvSpPr/>
            <p:nvPr/>
          </p:nvSpPr>
          <p:spPr>
            <a:xfrm>
              <a:off x="3570282" y="1731842"/>
              <a:ext cx="20201" cy="115935"/>
            </a:xfrm>
            <a:custGeom>
              <a:avLst/>
              <a:gdLst/>
              <a:ahLst/>
              <a:cxnLst/>
              <a:rect l="l" t="t" r="r" b="b"/>
              <a:pathLst>
                <a:path w="1165" h="6686" extrusionOk="0">
                  <a:moveTo>
                    <a:pt x="289" y="1"/>
                  </a:moveTo>
                  <a:cubicBezTo>
                    <a:pt x="49" y="1140"/>
                    <a:pt x="1" y="2315"/>
                    <a:pt x="62" y="3479"/>
                  </a:cubicBezTo>
                  <a:cubicBezTo>
                    <a:pt x="94" y="4058"/>
                    <a:pt x="159" y="4638"/>
                    <a:pt x="256" y="5214"/>
                  </a:cubicBezTo>
                  <a:cubicBezTo>
                    <a:pt x="313" y="5510"/>
                    <a:pt x="406" y="5793"/>
                    <a:pt x="540" y="6061"/>
                  </a:cubicBezTo>
                  <a:cubicBezTo>
                    <a:pt x="682" y="6329"/>
                    <a:pt x="897" y="6564"/>
                    <a:pt x="1164" y="6685"/>
                  </a:cubicBezTo>
                  <a:cubicBezTo>
                    <a:pt x="702" y="6308"/>
                    <a:pt x="589" y="5733"/>
                    <a:pt x="536" y="5169"/>
                  </a:cubicBezTo>
                  <a:cubicBezTo>
                    <a:pt x="487" y="4606"/>
                    <a:pt x="447" y="4030"/>
                    <a:pt x="410" y="3458"/>
                  </a:cubicBezTo>
                  <a:cubicBezTo>
                    <a:pt x="345" y="2311"/>
                    <a:pt x="329" y="1164"/>
                    <a:pt x="2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5" name="Google Shape;5570;p73"/>
            <p:cNvSpPr/>
            <p:nvPr/>
          </p:nvSpPr>
          <p:spPr>
            <a:xfrm>
              <a:off x="3617239" y="1964024"/>
              <a:ext cx="42414" cy="201543"/>
            </a:xfrm>
            <a:custGeom>
              <a:avLst/>
              <a:gdLst/>
              <a:ahLst/>
              <a:cxnLst/>
              <a:rect l="l" t="t" r="r" b="b"/>
              <a:pathLst>
                <a:path w="2446" h="11623" extrusionOk="0">
                  <a:moveTo>
                    <a:pt x="751" y="0"/>
                  </a:moveTo>
                  <a:lnTo>
                    <a:pt x="751" y="0"/>
                  </a:lnTo>
                  <a:cubicBezTo>
                    <a:pt x="191" y="1946"/>
                    <a:pt x="1" y="4018"/>
                    <a:pt x="276" y="6049"/>
                  </a:cubicBezTo>
                  <a:cubicBezTo>
                    <a:pt x="418" y="7062"/>
                    <a:pt x="678" y="8051"/>
                    <a:pt x="945" y="9024"/>
                  </a:cubicBezTo>
                  <a:cubicBezTo>
                    <a:pt x="1087" y="9511"/>
                    <a:pt x="1237" y="10001"/>
                    <a:pt x="1460" y="10463"/>
                  </a:cubicBezTo>
                  <a:cubicBezTo>
                    <a:pt x="1683" y="10925"/>
                    <a:pt x="2007" y="11359"/>
                    <a:pt x="2445" y="11623"/>
                  </a:cubicBezTo>
                  <a:cubicBezTo>
                    <a:pt x="2048" y="11298"/>
                    <a:pt x="1797" y="10864"/>
                    <a:pt x="1618" y="10398"/>
                  </a:cubicBezTo>
                  <a:cubicBezTo>
                    <a:pt x="1440" y="9928"/>
                    <a:pt x="1330" y="9446"/>
                    <a:pt x="1217" y="8951"/>
                  </a:cubicBezTo>
                  <a:cubicBezTo>
                    <a:pt x="994" y="7970"/>
                    <a:pt x="759" y="6993"/>
                    <a:pt x="625" y="6000"/>
                  </a:cubicBezTo>
                  <a:cubicBezTo>
                    <a:pt x="353" y="4022"/>
                    <a:pt x="463" y="1999"/>
                    <a:pt x="75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6" name="Google Shape;5571;p73"/>
            <p:cNvSpPr/>
            <p:nvPr/>
          </p:nvSpPr>
          <p:spPr>
            <a:xfrm>
              <a:off x="3599101" y="2014848"/>
              <a:ext cx="33553" cy="138425"/>
            </a:xfrm>
            <a:custGeom>
              <a:avLst/>
              <a:gdLst/>
              <a:ahLst/>
              <a:cxnLst/>
              <a:rect l="l" t="t" r="r" b="b"/>
              <a:pathLst>
                <a:path w="1935" h="7983" extrusionOk="0">
                  <a:moveTo>
                    <a:pt x="366" y="0"/>
                  </a:moveTo>
                  <a:lnTo>
                    <a:pt x="366" y="0"/>
                  </a:lnTo>
                  <a:cubicBezTo>
                    <a:pt x="9" y="1346"/>
                    <a:pt x="1" y="2785"/>
                    <a:pt x="272" y="4163"/>
                  </a:cubicBezTo>
                  <a:cubicBezTo>
                    <a:pt x="544" y="5542"/>
                    <a:pt x="1095" y="6867"/>
                    <a:pt x="1934" y="7982"/>
                  </a:cubicBezTo>
                  <a:cubicBezTo>
                    <a:pt x="1334" y="6725"/>
                    <a:pt x="889" y="5440"/>
                    <a:pt x="621" y="4095"/>
                  </a:cubicBezTo>
                  <a:cubicBezTo>
                    <a:pt x="353" y="2753"/>
                    <a:pt x="289" y="1387"/>
                    <a:pt x="36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7" name="Google Shape;5572;p73"/>
            <p:cNvSpPr/>
            <p:nvPr/>
          </p:nvSpPr>
          <p:spPr>
            <a:xfrm>
              <a:off x="3532394" y="2354296"/>
              <a:ext cx="134992" cy="137298"/>
            </a:xfrm>
            <a:custGeom>
              <a:avLst/>
              <a:gdLst/>
              <a:ahLst/>
              <a:cxnLst/>
              <a:rect l="l" t="t" r="r" b="b"/>
              <a:pathLst>
                <a:path w="7785" h="7918" extrusionOk="0">
                  <a:moveTo>
                    <a:pt x="7784" y="0"/>
                  </a:moveTo>
                  <a:lnTo>
                    <a:pt x="7784" y="0"/>
                  </a:lnTo>
                  <a:cubicBezTo>
                    <a:pt x="6900" y="1662"/>
                    <a:pt x="5700" y="3097"/>
                    <a:pt x="4346" y="4374"/>
                  </a:cubicBezTo>
                  <a:cubicBezTo>
                    <a:pt x="2996" y="5651"/>
                    <a:pt x="1488" y="6766"/>
                    <a:pt x="1" y="7917"/>
                  </a:cubicBezTo>
                  <a:cubicBezTo>
                    <a:pt x="1642" y="6997"/>
                    <a:pt x="3219" y="5923"/>
                    <a:pt x="4590" y="4634"/>
                  </a:cubicBezTo>
                  <a:cubicBezTo>
                    <a:pt x="5964" y="3340"/>
                    <a:pt x="7160" y="1784"/>
                    <a:pt x="778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8" name="Google Shape;5573;p73"/>
            <p:cNvSpPr/>
            <p:nvPr/>
          </p:nvSpPr>
          <p:spPr>
            <a:xfrm>
              <a:off x="3672415" y="2305640"/>
              <a:ext cx="23010" cy="36223"/>
            </a:xfrm>
            <a:custGeom>
              <a:avLst/>
              <a:gdLst/>
              <a:ahLst/>
              <a:cxnLst/>
              <a:rect l="l" t="t" r="r" b="b"/>
              <a:pathLst>
                <a:path w="1327" h="2089" extrusionOk="0">
                  <a:moveTo>
                    <a:pt x="1327" y="1"/>
                  </a:moveTo>
                  <a:lnTo>
                    <a:pt x="1327" y="1"/>
                  </a:lnTo>
                  <a:cubicBezTo>
                    <a:pt x="941" y="203"/>
                    <a:pt x="641" y="524"/>
                    <a:pt x="418" y="885"/>
                  </a:cubicBezTo>
                  <a:cubicBezTo>
                    <a:pt x="195" y="1245"/>
                    <a:pt x="29" y="1651"/>
                    <a:pt x="1" y="2088"/>
                  </a:cubicBezTo>
                  <a:cubicBezTo>
                    <a:pt x="285" y="1752"/>
                    <a:pt x="504" y="1420"/>
                    <a:pt x="718" y="1075"/>
                  </a:cubicBezTo>
                  <a:cubicBezTo>
                    <a:pt x="929" y="730"/>
                    <a:pt x="1148" y="394"/>
                    <a:pt x="132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9" name="Google Shape;5574;p73"/>
            <p:cNvSpPr/>
            <p:nvPr/>
          </p:nvSpPr>
          <p:spPr>
            <a:xfrm>
              <a:off x="3308934" y="2697038"/>
              <a:ext cx="124501" cy="134489"/>
            </a:xfrm>
            <a:custGeom>
              <a:avLst/>
              <a:gdLst/>
              <a:ahLst/>
              <a:cxnLst/>
              <a:rect l="l" t="t" r="r" b="b"/>
              <a:pathLst>
                <a:path w="7180" h="7756" extrusionOk="0">
                  <a:moveTo>
                    <a:pt x="6868" y="0"/>
                  </a:moveTo>
                  <a:lnTo>
                    <a:pt x="6868" y="0"/>
                  </a:lnTo>
                  <a:cubicBezTo>
                    <a:pt x="6892" y="1881"/>
                    <a:pt x="6130" y="3685"/>
                    <a:pt x="4796" y="4954"/>
                  </a:cubicBezTo>
                  <a:cubicBezTo>
                    <a:pt x="3458" y="6219"/>
                    <a:pt x="1695" y="6949"/>
                    <a:pt x="1" y="7755"/>
                  </a:cubicBezTo>
                  <a:cubicBezTo>
                    <a:pt x="905" y="7480"/>
                    <a:pt x="1805" y="7184"/>
                    <a:pt x="2656" y="6778"/>
                  </a:cubicBezTo>
                  <a:cubicBezTo>
                    <a:pt x="3507" y="6373"/>
                    <a:pt x="4338" y="5874"/>
                    <a:pt x="5039" y="5210"/>
                  </a:cubicBezTo>
                  <a:cubicBezTo>
                    <a:pt x="6458" y="3900"/>
                    <a:pt x="7180" y="1865"/>
                    <a:pt x="686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0" name="Google Shape;5575;p73"/>
            <p:cNvSpPr/>
            <p:nvPr/>
          </p:nvSpPr>
          <p:spPr>
            <a:xfrm>
              <a:off x="3337475" y="2708639"/>
              <a:ext cx="63135" cy="88226"/>
            </a:xfrm>
            <a:custGeom>
              <a:avLst/>
              <a:gdLst/>
              <a:ahLst/>
              <a:cxnLst/>
              <a:rect l="l" t="t" r="r" b="b"/>
              <a:pathLst>
                <a:path w="3641" h="5088" extrusionOk="0">
                  <a:moveTo>
                    <a:pt x="3641" y="0"/>
                  </a:moveTo>
                  <a:cubicBezTo>
                    <a:pt x="3292" y="1026"/>
                    <a:pt x="2818" y="1966"/>
                    <a:pt x="2210" y="2826"/>
                  </a:cubicBezTo>
                  <a:cubicBezTo>
                    <a:pt x="1602" y="3681"/>
                    <a:pt x="852" y="4427"/>
                    <a:pt x="0" y="5088"/>
                  </a:cubicBezTo>
                  <a:cubicBezTo>
                    <a:pt x="1002" y="4662"/>
                    <a:pt x="1865" y="3924"/>
                    <a:pt x="2502" y="3033"/>
                  </a:cubicBezTo>
                  <a:cubicBezTo>
                    <a:pt x="3134" y="2141"/>
                    <a:pt x="3564" y="1087"/>
                    <a:pt x="364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" name="Google Shape;5576;p73"/>
            <p:cNvSpPr/>
            <p:nvPr/>
          </p:nvSpPr>
          <p:spPr>
            <a:xfrm>
              <a:off x="3818556" y="2047794"/>
              <a:ext cx="90914" cy="16629"/>
            </a:xfrm>
            <a:custGeom>
              <a:avLst/>
              <a:gdLst/>
              <a:ahLst/>
              <a:cxnLst/>
              <a:rect l="l" t="t" r="r" b="b"/>
              <a:pathLst>
                <a:path w="5243" h="959" extrusionOk="0">
                  <a:moveTo>
                    <a:pt x="2409" y="0"/>
                  </a:moveTo>
                  <a:cubicBezTo>
                    <a:pt x="1512" y="0"/>
                    <a:pt x="609" y="331"/>
                    <a:pt x="1" y="958"/>
                  </a:cubicBezTo>
                  <a:cubicBezTo>
                    <a:pt x="730" y="566"/>
                    <a:pt x="1517" y="353"/>
                    <a:pt x="2307" y="353"/>
                  </a:cubicBezTo>
                  <a:cubicBezTo>
                    <a:pt x="2401" y="353"/>
                    <a:pt x="2494" y="356"/>
                    <a:pt x="2587" y="362"/>
                  </a:cubicBezTo>
                  <a:cubicBezTo>
                    <a:pt x="3025" y="382"/>
                    <a:pt x="3451" y="504"/>
                    <a:pt x="3884" y="638"/>
                  </a:cubicBezTo>
                  <a:cubicBezTo>
                    <a:pt x="4314" y="776"/>
                    <a:pt x="4768" y="938"/>
                    <a:pt x="5242" y="954"/>
                  </a:cubicBezTo>
                  <a:cubicBezTo>
                    <a:pt x="4801" y="796"/>
                    <a:pt x="4411" y="573"/>
                    <a:pt x="3986" y="378"/>
                  </a:cubicBezTo>
                  <a:cubicBezTo>
                    <a:pt x="3552" y="168"/>
                    <a:pt x="3086" y="42"/>
                    <a:pt x="2607" y="5"/>
                  </a:cubicBezTo>
                  <a:cubicBezTo>
                    <a:pt x="2541" y="2"/>
                    <a:pt x="2475" y="0"/>
                    <a:pt x="240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" name="Google Shape;5577;p73"/>
            <p:cNvSpPr/>
            <p:nvPr/>
          </p:nvSpPr>
          <p:spPr>
            <a:xfrm>
              <a:off x="2720657" y="2061943"/>
              <a:ext cx="24397" cy="105375"/>
            </a:xfrm>
            <a:custGeom>
              <a:avLst/>
              <a:gdLst/>
              <a:ahLst/>
              <a:cxnLst/>
              <a:rect l="l" t="t" r="r" b="b"/>
              <a:pathLst>
                <a:path w="1407" h="6077" extrusionOk="0">
                  <a:moveTo>
                    <a:pt x="507" y="0"/>
                  </a:moveTo>
                  <a:lnTo>
                    <a:pt x="507" y="0"/>
                  </a:lnTo>
                  <a:cubicBezTo>
                    <a:pt x="101" y="985"/>
                    <a:pt x="0" y="2088"/>
                    <a:pt x="162" y="3154"/>
                  </a:cubicBezTo>
                  <a:cubicBezTo>
                    <a:pt x="324" y="4216"/>
                    <a:pt x="730" y="5258"/>
                    <a:pt x="1407" y="6077"/>
                  </a:cubicBezTo>
                  <a:cubicBezTo>
                    <a:pt x="973" y="5108"/>
                    <a:pt x="677" y="4123"/>
                    <a:pt x="519" y="3101"/>
                  </a:cubicBezTo>
                  <a:cubicBezTo>
                    <a:pt x="361" y="2084"/>
                    <a:pt x="377" y="1050"/>
                    <a:pt x="50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" name="Google Shape;5578;p73"/>
            <p:cNvSpPr/>
            <p:nvPr/>
          </p:nvSpPr>
          <p:spPr>
            <a:xfrm>
              <a:off x="2662447" y="1983705"/>
              <a:ext cx="78810" cy="14635"/>
            </a:xfrm>
            <a:custGeom>
              <a:avLst/>
              <a:gdLst/>
              <a:ahLst/>
              <a:cxnLst/>
              <a:rect l="l" t="t" r="r" b="b"/>
              <a:pathLst>
                <a:path w="4545" h="844" extrusionOk="0">
                  <a:moveTo>
                    <a:pt x="2275" y="0"/>
                  </a:moveTo>
                  <a:cubicBezTo>
                    <a:pt x="1448" y="0"/>
                    <a:pt x="596" y="264"/>
                    <a:pt x="1" y="819"/>
                  </a:cubicBezTo>
                  <a:cubicBezTo>
                    <a:pt x="717" y="509"/>
                    <a:pt x="1481" y="354"/>
                    <a:pt x="2245" y="354"/>
                  </a:cubicBezTo>
                  <a:cubicBezTo>
                    <a:pt x="3028" y="354"/>
                    <a:pt x="3812" y="517"/>
                    <a:pt x="4545" y="844"/>
                  </a:cubicBezTo>
                  <a:cubicBezTo>
                    <a:pt x="3945" y="284"/>
                    <a:pt x="3098" y="0"/>
                    <a:pt x="227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4" name="Google Shape;5579;p73"/>
            <p:cNvSpPr/>
            <p:nvPr/>
          </p:nvSpPr>
          <p:spPr>
            <a:xfrm>
              <a:off x="3194074" y="2350360"/>
              <a:ext cx="93792" cy="36379"/>
            </a:xfrm>
            <a:custGeom>
              <a:avLst/>
              <a:gdLst/>
              <a:ahLst/>
              <a:cxnLst/>
              <a:rect l="l" t="t" r="r" b="b"/>
              <a:pathLst>
                <a:path w="5409" h="2098" extrusionOk="0">
                  <a:moveTo>
                    <a:pt x="5408" y="0"/>
                  </a:moveTo>
                  <a:lnTo>
                    <a:pt x="5408" y="0"/>
                  </a:lnTo>
                  <a:cubicBezTo>
                    <a:pt x="4569" y="515"/>
                    <a:pt x="3706" y="957"/>
                    <a:pt x="2810" y="1305"/>
                  </a:cubicBezTo>
                  <a:cubicBezTo>
                    <a:pt x="1914" y="1658"/>
                    <a:pt x="974" y="1889"/>
                    <a:pt x="1" y="2067"/>
                  </a:cubicBezTo>
                  <a:cubicBezTo>
                    <a:pt x="195" y="2087"/>
                    <a:pt x="391" y="2097"/>
                    <a:pt x="587" y="2097"/>
                  </a:cubicBezTo>
                  <a:cubicBezTo>
                    <a:pt x="1385" y="2097"/>
                    <a:pt x="2187" y="1935"/>
                    <a:pt x="2936" y="1642"/>
                  </a:cubicBezTo>
                  <a:cubicBezTo>
                    <a:pt x="3868" y="1277"/>
                    <a:pt x="4740" y="734"/>
                    <a:pt x="540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5" name="Google Shape;5580;p73"/>
            <p:cNvSpPr/>
            <p:nvPr/>
          </p:nvSpPr>
          <p:spPr>
            <a:xfrm>
              <a:off x="3223534" y="2815696"/>
              <a:ext cx="69950" cy="12676"/>
            </a:xfrm>
            <a:custGeom>
              <a:avLst/>
              <a:gdLst/>
              <a:ahLst/>
              <a:cxnLst/>
              <a:rect l="l" t="t" r="r" b="b"/>
              <a:pathLst>
                <a:path w="4034" h="731" extrusionOk="0">
                  <a:moveTo>
                    <a:pt x="0" y="0"/>
                  </a:moveTo>
                  <a:lnTo>
                    <a:pt x="0" y="0"/>
                  </a:lnTo>
                  <a:cubicBezTo>
                    <a:pt x="535" y="470"/>
                    <a:pt x="1273" y="714"/>
                    <a:pt x="1999" y="730"/>
                  </a:cubicBezTo>
                  <a:cubicBezTo>
                    <a:pt x="2027" y="731"/>
                    <a:pt x="2055" y="731"/>
                    <a:pt x="2083" y="731"/>
                  </a:cubicBezTo>
                  <a:cubicBezTo>
                    <a:pt x="2778" y="731"/>
                    <a:pt x="3488" y="538"/>
                    <a:pt x="4034" y="118"/>
                  </a:cubicBezTo>
                  <a:lnTo>
                    <a:pt x="4034" y="118"/>
                  </a:lnTo>
                  <a:cubicBezTo>
                    <a:pt x="3398" y="286"/>
                    <a:pt x="2783" y="375"/>
                    <a:pt x="2163" y="375"/>
                  </a:cubicBezTo>
                  <a:cubicBezTo>
                    <a:pt x="2111" y="375"/>
                    <a:pt x="2059" y="374"/>
                    <a:pt x="2007" y="373"/>
                  </a:cubicBezTo>
                  <a:cubicBezTo>
                    <a:pt x="1334" y="361"/>
                    <a:pt x="673" y="223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6" name="Google Shape;5581;p73"/>
            <p:cNvSpPr/>
            <p:nvPr/>
          </p:nvSpPr>
          <p:spPr>
            <a:xfrm>
              <a:off x="2955926" y="2444689"/>
              <a:ext cx="168163" cy="79487"/>
            </a:xfrm>
            <a:custGeom>
              <a:avLst/>
              <a:gdLst/>
              <a:ahLst/>
              <a:cxnLst/>
              <a:rect l="l" t="t" r="r" b="b"/>
              <a:pathLst>
                <a:path w="9698" h="4584" extrusionOk="0">
                  <a:moveTo>
                    <a:pt x="0" y="0"/>
                  </a:moveTo>
                  <a:cubicBezTo>
                    <a:pt x="1075" y="1512"/>
                    <a:pt x="2587" y="2712"/>
                    <a:pt x="4277" y="3503"/>
                  </a:cubicBezTo>
                  <a:cubicBezTo>
                    <a:pt x="5744" y="4190"/>
                    <a:pt x="7361" y="4583"/>
                    <a:pt x="8974" y="4583"/>
                  </a:cubicBezTo>
                  <a:cubicBezTo>
                    <a:pt x="9215" y="4583"/>
                    <a:pt x="9456" y="4575"/>
                    <a:pt x="9697" y="4557"/>
                  </a:cubicBezTo>
                  <a:cubicBezTo>
                    <a:pt x="7869" y="4423"/>
                    <a:pt x="6085" y="3957"/>
                    <a:pt x="4427" y="3178"/>
                  </a:cubicBezTo>
                  <a:cubicBezTo>
                    <a:pt x="2777" y="2408"/>
                    <a:pt x="1285" y="1322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7" name="Google Shape;5582;p73"/>
            <p:cNvSpPr/>
            <p:nvPr/>
          </p:nvSpPr>
          <p:spPr>
            <a:xfrm>
              <a:off x="3722545" y="2078607"/>
              <a:ext cx="199011" cy="104040"/>
            </a:xfrm>
            <a:custGeom>
              <a:avLst/>
              <a:gdLst/>
              <a:ahLst/>
              <a:cxnLst/>
              <a:rect l="l" t="t" r="r" b="b"/>
              <a:pathLst>
                <a:path w="11477" h="6000" extrusionOk="0">
                  <a:moveTo>
                    <a:pt x="9088" y="1"/>
                  </a:moveTo>
                  <a:cubicBezTo>
                    <a:pt x="3214" y="1"/>
                    <a:pt x="127" y="5411"/>
                    <a:pt x="98" y="5473"/>
                  </a:cubicBezTo>
                  <a:cubicBezTo>
                    <a:pt x="0" y="5643"/>
                    <a:pt x="61" y="5858"/>
                    <a:pt x="231" y="5959"/>
                  </a:cubicBezTo>
                  <a:cubicBezTo>
                    <a:pt x="284" y="5983"/>
                    <a:pt x="345" y="6000"/>
                    <a:pt x="406" y="6000"/>
                  </a:cubicBezTo>
                  <a:cubicBezTo>
                    <a:pt x="535" y="6000"/>
                    <a:pt x="653" y="5927"/>
                    <a:pt x="714" y="5817"/>
                  </a:cubicBezTo>
                  <a:cubicBezTo>
                    <a:pt x="747" y="5762"/>
                    <a:pt x="3628" y="713"/>
                    <a:pt x="9093" y="713"/>
                  </a:cubicBezTo>
                  <a:cubicBezTo>
                    <a:pt x="9698" y="713"/>
                    <a:pt x="10335" y="775"/>
                    <a:pt x="11002" y="912"/>
                  </a:cubicBezTo>
                  <a:cubicBezTo>
                    <a:pt x="11031" y="919"/>
                    <a:pt x="11059" y="923"/>
                    <a:pt x="11087" y="923"/>
                  </a:cubicBezTo>
                  <a:cubicBezTo>
                    <a:pt x="11251" y="923"/>
                    <a:pt x="11401" y="806"/>
                    <a:pt x="11436" y="636"/>
                  </a:cubicBezTo>
                  <a:cubicBezTo>
                    <a:pt x="11477" y="438"/>
                    <a:pt x="11343" y="247"/>
                    <a:pt x="11144" y="215"/>
                  </a:cubicBezTo>
                  <a:cubicBezTo>
                    <a:pt x="10425" y="67"/>
                    <a:pt x="9739" y="1"/>
                    <a:pt x="908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8" name="Google Shape;5583;p73"/>
            <p:cNvSpPr/>
            <p:nvPr/>
          </p:nvSpPr>
          <p:spPr>
            <a:xfrm>
              <a:off x="3774721" y="2089653"/>
              <a:ext cx="71909" cy="137576"/>
            </a:xfrm>
            <a:custGeom>
              <a:avLst/>
              <a:gdLst/>
              <a:ahLst/>
              <a:cxnLst/>
              <a:rect l="l" t="t" r="r" b="b"/>
              <a:pathLst>
                <a:path w="4147" h="7934" extrusionOk="0">
                  <a:moveTo>
                    <a:pt x="2733" y="1"/>
                  </a:moveTo>
                  <a:cubicBezTo>
                    <a:pt x="2623" y="1"/>
                    <a:pt x="2514" y="51"/>
                    <a:pt x="2444" y="145"/>
                  </a:cubicBezTo>
                  <a:cubicBezTo>
                    <a:pt x="2326" y="303"/>
                    <a:pt x="2359" y="526"/>
                    <a:pt x="2521" y="644"/>
                  </a:cubicBezTo>
                  <a:cubicBezTo>
                    <a:pt x="3056" y="1110"/>
                    <a:pt x="3376" y="1779"/>
                    <a:pt x="3392" y="2493"/>
                  </a:cubicBezTo>
                  <a:cubicBezTo>
                    <a:pt x="3425" y="3907"/>
                    <a:pt x="2346" y="5573"/>
                    <a:pt x="259" y="7304"/>
                  </a:cubicBezTo>
                  <a:cubicBezTo>
                    <a:pt x="0" y="7518"/>
                    <a:pt x="152" y="7933"/>
                    <a:pt x="481" y="7933"/>
                  </a:cubicBezTo>
                  <a:cubicBezTo>
                    <a:pt x="482" y="7933"/>
                    <a:pt x="484" y="7933"/>
                    <a:pt x="486" y="7933"/>
                  </a:cubicBezTo>
                  <a:cubicBezTo>
                    <a:pt x="491" y="7933"/>
                    <a:pt x="496" y="7933"/>
                    <a:pt x="502" y="7933"/>
                  </a:cubicBezTo>
                  <a:cubicBezTo>
                    <a:pt x="581" y="7933"/>
                    <a:pt x="656" y="7905"/>
                    <a:pt x="717" y="7852"/>
                  </a:cubicBezTo>
                  <a:cubicBezTo>
                    <a:pt x="3007" y="5946"/>
                    <a:pt x="4146" y="4138"/>
                    <a:pt x="4102" y="2472"/>
                  </a:cubicBezTo>
                  <a:cubicBezTo>
                    <a:pt x="4061" y="920"/>
                    <a:pt x="2991" y="105"/>
                    <a:pt x="2946" y="68"/>
                  </a:cubicBezTo>
                  <a:cubicBezTo>
                    <a:pt x="2881" y="23"/>
                    <a:pt x="2807" y="1"/>
                    <a:pt x="273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9" name="Google Shape;5584;p73"/>
            <p:cNvSpPr/>
            <p:nvPr/>
          </p:nvSpPr>
          <p:spPr>
            <a:xfrm>
              <a:off x="3189444" y="1912369"/>
              <a:ext cx="384029" cy="336934"/>
            </a:xfrm>
            <a:custGeom>
              <a:avLst/>
              <a:gdLst/>
              <a:ahLst/>
              <a:cxnLst/>
              <a:rect l="l" t="t" r="r" b="b"/>
              <a:pathLst>
                <a:path w="22147" h="19431" extrusionOk="0">
                  <a:moveTo>
                    <a:pt x="11161" y="0"/>
                  </a:moveTo>
                  <a:cubicBezTo>
                    <a:pt x="7351" y="0"/>
                    <a:pt x="4558" y="2100"/>
                    <a:pt x="3004" y="4921"/>
                  </a:cubicBezTo>
                  <a:cubicBezTo>
                    <a:pt x="0" y="10386"/>
                    <a:pt x="1658" y="18550"/>
                    <a:pt x="9612" y="19365"/>
                  </a:cubicBezTo>
                  <a:cubicBezTo>
                    <a:pt x="10045" y="19409"/>
                    <a:pt x="10466" y="19431"/>
                    <a:pt x="10874" y="19431"/>
                  </a:cubicBezTo>
                  <a:cubicBezTo>
                    <a:pt x="14557" y="19431"/>
                    <a:pt x="17202" y="17679"/>
                    <a:pt x="18753" y="15230"/>
                  </a:cubicBezTo>
                  <a:cubicBezTo>
                    <a:pt x="22146" y="9875"/>
                    <a:pt x="20310" y="1163"/>
                    <a:pt x="12693" y="109"/>
                  </a:cubicBezTo>
                  <a:cubicBezTo>
                    <a:pt x="12165" y="36"/>
                    <a:pt x="11655" y="0"/>
                    <a:pt x="111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0" name="Google Shape;5585;p73"/>
            <p:cNvSpPr/>
            <p:nvPr/>
          </p:nvSpPr>
          <p:spPr>
            <a:xfrm>
              <a:off x="3241516" y="1912386"/>
              <a:ext cx="331957" cy="264071"/>
            </a:xfrm>
            <a:custGeom>
              <a:avLst/>
              <a:gdLst/>
              <a:ahLst/>
              <a:cxnLst/>
              <a:rect l="l" t="t" r="r" b="b"/>
              <a:pathLst>
                <a:path w="19144" h="15229" extrusionOk="0">
                  <a:moveTo>
                    <a:pt x="8165" y="1"/>
                  </a:moveTo>
                  <a:cubicBezTo>
                    <a:pt x="4354" y="1"/>
                    <a:pt x="1556" y="2098"/>
                    <a:pt x="1" y="4924"/>
                  </a:cubicBezTo>
                  <a:cubicBezTo>
                    <a:pt x="17" y="4952"/>
                    <a:pt x="33" y="4985"/>
                    <a:pt x="54" y="5013"/>
                  </a:cubicBezTo>
                  <a:cubicBezTo>
                    <a:pt x="54" y="5013"/>
                    <a:pt x="2222" y="1507"/>
                    <a:pt x="7533" y="1223"/>
                  </a:cubicBezTo>
                  <a:cubicBezTo>
                    <a:pt x="7689" y="1214"/>
                    <a:pt x="7846" y="1210"/>
                    <a:pt x="8004" y="1210"/>
                  </a:cubicBezTo>
                  <a:cubicBezTo>
                    <a:pt x="13301" y="1210"/>
                    <a:pt x="19018" y="6040"/>
                    <a:pt x="15750" y="15229"/>
                  </a:cubicBezTo>
                  <a:cubicBezTo>
                    <a:pt x="19143" y="9874"/>
                    <a:pt x="17307" y="1162"/>
                    <a:pt x="9690" y="108"/>
                  </a:cubicBezTo>
                  <a:cubicBezTo>
                    <a:pt x="9165" y="35"/>
                    <a:pt x="8657" y="1"/>
                    <a:pt x="816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1" name="Google Shape;5586;p73"/>
            <p:cNvSpPr/>
            <p:nvPr/>
          </p:nvSpPr>
          <p:spPr>
            <a:xfrm>
              <a:off x="2781104" y="1926830"/>
              <a:ext cx="300797" cy="269273"/>
            </a:xfrm>
            <a:custGeom>
              <a:avLst/>
              <a:gdLst/>
              <a:ahLst/>
              <a:cxnLst/>
              <a:rect l="l" t="t" r="r" b="b"/>
              <a:pathLst>
                <a:path w="17347" h="15529" extrusionOk="0">
                  <a:moveTo>
                    <a:pt x="9038" y="1"/>
                  </a:moveTo>
                  <a:cubicBezTo>
                    <a:pt x="8633" y="1"/>
                    <a:pt x="8215" y="28"/>
                    <a:pt x="7784" y="86"/>
                  </a:cubicBezTo>
                  <a:cubicBezTo>
                    <a:pt x="1512" y="925"/>
                    <a:pt x="0" y="7894"/>
                    <a:pt x="2794" y="12174"/>
                  </a:cubicBezTo>
                  <a:cubicBezTo>
                    <a:pt x="4069" y="14131"/>
                    <a:pt x="6246" y="15528"/>
                    <a:pt x="9276" y="15528"/>
                  </a:cubicBezTo>
                  <a:cubicBezTo>
                    <a:pt x="9616" y="15528"/>
                    <a:pt x="9968" y="15511"/>
                    <a:pt x="10330" y="15474"/>
                  </a:cubicBezTo>
                  <a:cubicBezTo>
                    <a:pt x="10532" y="15454"/>
                    <a:pt x="10731" y="15430"/>
                    <a:pt x="10917" y="15397"/>
                  </a:cubicBezTo>
                  <a:cubicBezTo>
                    <a:pt x="13390" y="15004"/>
                    <a:pt x="15048" y="13727"/>
                    <a:pt x="15985" y="12065"/>
                  </a:cubicBezTo>
                  <a:cubicBezTo>
                    <a:pt x="17347" y="9653"/>
                    <a:pt x="17217" y="6487"/>
                    <a:pt x="15770" y="3937"/>
                  </a:cubicBezTo>
                  <a:cubicBezTo>
                    <a:pt x="14491" y="1678"/>
                    <a:pt x="12184" y="1"/>
                    <a:pt x="90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2" name="Google Shape;5587;p73"/>
            <p:cNvSpPr/>
            <p:nvPr/>
          </p:nvSpPr>
          <p:spPr>
            <a:xfrm>
              <a:off x="2781035" y="1926830"/>
              <a:ext cx="273521" cy="211184"/>
            </a:xfrm>
            <a:custGeom>
              <a:avLst/>
              <a:gdLst/>
              <a:ahLst/>
              <a:cxnLst/>
              <a:rect l="l" t="t" r="r" b="b"/>
              <a:pathLst>
                <a:path w="15774" h="12179" extrusionOk="0">
                  <a:moveTo>
                    <a:pt x="9042" y="1"/>
                  </a:moveTo>
                  <a:cubicBezTo>
                    <a:pt x="8637" y="1"/>
                    <a:pt x="8219" y="28"/>
                    <a:pt x="7788" y="86"/>
                  </a:cubicBezTo>
                  <a:cubicBezTo>
                    <a:pt x="1516" y="933"/>
                    <a:pt x="0" y="7894"/>
                    <a:pt x="2798" y="12178"/>
                  </a:cubicBezTo>
                  <a:lnTo>
                    <a:pt x="2798" y="12178"/>
                  </a:lnTo>
                  <a:cubicBezTo>
                    <a:pt x="98" y="4810"/>
                    <a:pt x="4791" y="685"/>
                    <a:pt x="9167" y="685"/>
                  </a:cubicBezTo>
                  <a:cubicBezTo>
                    <a:pt x="9286" y="685"/>
                    <a:pt x="9404" y="688"/>
                    <a:pt x="9523" y="694"/>
                  </a:cubicBezTo>
                  <a:cubicBezTo>
                    <a:pt x="13901" y="921"/>
                    <a:pt x="15733" y="4010"/>
                    <a:pt x="15733" y="4010"/>
                  </a:cubicBezTo>
                  <a:cubicBezTo>
                    <a:pt x="15749" y="3986"/>
                    <a:pt x="15762" y="3961"/>
                    <a:pt x="15774" y="3937"/>
                  </a:cubicBezTo>
                  <a:cubicBezTo>
                    <a:pt x="14495" y="1678"/>
                    <a:pt x="12188" y="1"/>
                    <a:pt x="904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3" name="Google Shape;5588;p73"/>
            <p:cNvSpPr/>
            <p:nvPr/>
          </p:nvSpPr>
          <p:spPr>
            <a:xfrm>
              <a:off x="3241672" y="2031893"/>
              <a:ext cx="238408" cy="216264"/>
            </a:xfrm>
            <a:custGeom>
              <a:avLst/>
              <a:gdLst/>
              <a:ahLst/>
              <a:cxnLst/>
              <a:rect l="l" t="t" r="r" b="b"/>
              <a:pathLst>
                <a:path w="13749" h="12472" extrusionOk="0">
                  <a:moveTo>
                    <a:pt x="7009" y="0"/>
                  </a:moveTo>
                  <a:cubicBezTo>
                    <a:pt x="1" y="0"/>
                    <a:pt x="222" y="12448"/>
                    <a:pt x="6600" y="12472"/>
                  </a:cubicBezTo>
                  <a:cubicBezTo>
                    <a:pt x="6607" y="12472"/>
                    <a:pt x="6614" y="12472"/>
                    <a:pt x="6621" y="12472"/>
                  </a:cubicBezTo>
                  <a:cubicBezTo>
                    <a:pt x="13633" y="12472"/>
                    <a:pt x="13748" y="290"/>
                    <a:pt x="7277" y="6"/>
                  </a:cubicBezTo>
                  <a:cubicBezTo>
                    <a:pt x="7186" y="2"/>
                    <a:pt x="7097" y="0"/>
                    <a:pt x="700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4" name="Google Shape;5589;p73"/>
            <p:cNvSpPr/>
            <p:nvPr/>
          </p:nvSpPr>
          <p:spPr>
            <a:xfrm>
              <a:off x="2898531" y="2023275"/>
              <a:ext cx="172412" cy="170556"/>
            </a:xfrm>
            <a:custGeom>
              <a:avLst/>
              <a:gdLst/>
              <a:ahLst/>
              <a:cxnLst/>
              <a:rect l="l" t="t" r="r" b="b"/>
              <a:pathLst>
                <a:path w="9943" h="9836" extrusionOk="0">
                  <a:moveTo>
                    <a:pt x="5423" y="0"/>
                  </a:moveTo>
                  <a:cubicBezTo>
                    <a:pt x="195" y="0"/>
                    <a:pt x="0" y="8671"/>
                    <a:pt x="4145" y="9835"/>
                  </a:cubicBezTo>
                  <a:cubicBezTo>
                    <a:pt x="6618" y="9442"/>
                    <a:pt x="8276" y="8165"/>
                    <a:pt x="9213" y="6503"/>
                  </a:cubicBezTo>
                  <a:cubicBezTo>
                    <a:pt x="9942" y="3681"/>
                    <a:pt x="8730" y="143"/>
                    <a:pt x="5633" y="5"/>
                  </a:cubicBezTo>
                  <a:cubicBezTo>
                    <a:pt x="5562" y="2"/>
                    <a:pt x="5492" y="0"/>
                    <a:pt x="54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5" name="Google Shape;5590;p73"/>
            <p:cNvSpPr/>
            <p:nvPr/>
          </p:nvSpPr>
          <p:spPr>
            <a:xfrm>
              <a:off x="3266052" y="1778816"/>
              <a:ext cx="312120" cy="111618"/>
            </a:xfrm>
            <a:custGeom>
              <a:avLst/>
              <a:gdLst/>
              <a:ahLst/>
              <a:cxnLst/>
              <a:rect l="l" t="t" r="r" b="b"/>
              <a:pathLst>
                <a:path w="18000" h="6437" extrusionOk="0">
                  <a:moveTo>
                    <a:pt x="5136" y="1"/>
                  </a:moveTo>
                  <a:cubicBezTo>
                    <a:pt x="3065" y="1"/>
                    <a:pt x="1416" y="303"/>
                    <a:pt x="872" y="835"/>
                  </a:cubicBezTo>
                  <a:cubicBezTo>
                    <a:pt x="1" y="1682"/>
                    <a:pt x="349" y="4057"/>
                    <a:pt x="1683" y="4592"/>
                  </a:cubicBezTo>
                  <a:cubicBezTo>
                    <a:pt x="1924" y="4690"/>
                    <a:pt x="2192" y="4728"/>
                    <a:pt x="2495" y="4728"/>
                  </a:cubicBezTo>
                  <a:cubicBezTo>
                    <a:pt x="3527" y="4728"/>
                    <a:pt x="4956" y="4288"/>
                    <a:pt x="7065" y="4288"/>
                  </a:cubicBezTo>
                  <a:cubicBezTo>
                    <a:pt x="7754" y="4288"/>
                    <a:pt x="8514" y="4335"/>
                    <a:pt x="9357" y="4459"/>
                  </a:cubicBezTo>
                  <a:cubicBezTo>
                    <a:pt x="12984" y="4990"/>
                    <a:pt x="15649" y="6437"/>
                    <a:pt x="16802" y="6437"/>
                  </a:cubicBezTo>
                  <a:cubicBezTo>
                    <a:pt x="16977" y="6437"/>
                    <a:pt x="17118" y="6403"/>
                    <a:pt x="17221" y="6327"/>
                  </a:cubicBezTo>
                  <a:cubicBezTo>
                    <a:pt x="18000" y="5756"/>
                    <a:pt x="15336" y="1828"/>
                    <a:pt x="11051" y="737"/>
                  </a:cubicBezTo>
                  <a:cubicBezTo>
                    <a:pt x="9060" y="230"/>
                    <a:pt x="6938" y="1"/>
                    <a:pt x="5136" y="1"/>
                  </a:cubicBezTo>
                  <a:close/>
                </a:path>
              </a:pathLst>
            </a:custGeom>
            <a:solidFill>
              <a:srgbClr val="8C53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6" name="Google Shape;5591;p73"/>
            <p:cNvSpPr/>
            <p:nvPr/>
          </p:nvSpPr>
          <p:spPr>
            <a:xfrm>
              <a:off x="3264647" y="1772625"/>
              <a:ext cx="309727" cy="123998"/>
            </a:xfrm>
            <a:custGeom>
              <a:avLst/>
              <a:gdLst/>
              <a:ahLst/>
              <a:cxnLst/>
              <a:rect l="l" t="t" r="r" b="b"/>
              <a:pathLst>
                <a:path w="17862" h="7151" extrusionOk="0">
                  <a:moveTo>
                    <a:pt x="5256" y="716"/>
                  </a:moveTo>
                  <a:cubicBezTo>
                    <a:pt x="6969" y="716"/>
                    <a:pt x="9023" y="924"/>
                    <a:pt x="11047" y="1439"/>
                  </a:cubicBezTo>
                  <a:cubicBezTo>
                    <a:pt x="14173" y="2233"/>
                    <a:pt x="16297" y="4524"/>
                    <a:pt x="16905" y="5780"/>
                  </a:cubicBezTo>
                  <a:cubicBezTo>
                    <a:pt x="17092" y="6178"/>
                    <a:pt x="17088" y="6372"/>
                    <a:pt x="17088" y="6393"/>
                  </a:cubicBezTo>
                  <a:cubicBezTo>
                    <a:pt x="17043" y="6426"/>
                    <a:pt x="16971" y="6441"/>
                    <a:pt x="16877" y="6441"/>
                  </a:cubicBezTo>
                  <a:cubicBezTo>
                    <a:pt x="16455" y="6441"/>
                    <a:pt x="15585" y="6140"/>
                    <a:pt x="14736" y="5845"/>
                  </a:cubicBezTo>
                  <a:cubicBezTo>
                    <a:pt x="13411" y="5391"/>
                    <a:pt x="11595" y="4767"/>
                    <a:pt x="9487" y="4459"/>
                  </a:cubicBezTo>
                  <a:cubicBezTo>
                    <a:pt x="8716" y="4349"/>
                    <a:pt x="7938" y="4293"/>
                    <a:pt x="7160" y="4293"/>
                  </a:cubicBezTo>
                  <a:cubicBezTo>
                    <a:pt x="5883" y="4293"/>
                    <a:pt x="4857" y="4451"/>
                    <a:pt x="4018" y="4576"/>
                  </a:cubicBezTo>
                  <a:cubicBezTo>
                    <a:pt x="3454" y="4661"/>
                    <a:pt x="2978" y="4729"/>
                    <a:pt x="2585" y="4729"/>
                  </a:cubicBezTo>
                  <a:cubicBezTo>
                    <a:pt x="2319" y="4729"/>
                    <a:pt x="2091" y="4698"/>
                    <a:pt x="1898" y="4621"/>
                  </a:cubicBezTo>
                  <a:cubicBezTo>
                    <a:pt x="1415" y="4427"/>
                    <a:pt x="1018" y="3839"/>
                    <a:pt x="884" y="3141"/>
                  </a:cubicBezTo>
                  <a:cubicBezTo>
                    <a:pt x="747" y="2440"/>
                    <a:pt x="872" y="1759"/>
                    <a:pt x="1201" y="1443"/>
                  </a:cubicBezTo>
                  <a:cubicBezTo>
                    <a:pt x="1640" y="1014"/>
                    <a:pt x="3204" y="716"/>
                    <a:pt x="5256" y="716"/>
                  </a:cubicBezTo>
                  <a:close/>
                  <a:moveTo>
                    <a:pt x="5196" y="0"/>
                  </a:moveTo>
                  <a:cubicBezTo>
                    <a:pt x="3078" y="0"/>
                    <a:pt x="1342" y="315"/>
                    <a:pt x="706" y="932"/>
                  </a:cubicBezTo>
                  <a:cubicBezTo>
                    <a:pt x="199" y="1423"/>
                    <a:pt x="1" y="2314"/>
                    <a:pt x="187" y="3279"/>
                  </a:cubicBezTo>
                  <a:cubicBezTo>
                    <a:pt x="378" y="4240"/>
                    <a:pt x="953" y="5006"/>
                    <a:pt x="1626" y="5282"/>
                  </a:cubicBezTo>
                  <a:cubicBezTo>
                    <a:pt x="1917" y="5398"/>
                    <a:pt x="2230" y="5442"/>
                    <a:pt x="2574" y="5442"/>
                  </a:cubicBezTo>
                  <a:cubicBezTo>
                    <a:pt x="3032" y="5442"/>
                    <a:pt x="3544" y="5364"/>
                    <a:pt x="4127" y="5274"/>
                  </a:cubicBezTo>
                  <a:cubicBezTo>
                    <a:pt x="4934" y="5153"/>
                    <a:pt x="5933" y="5001"/>
                    <a:pt x="7165" y="5001"/>
                  </a:cubicBezTo>
                  <a:cubicBezTo>
                    <a:pt x="7833" y="5001"/>
                    <a:pt x="8570" y="5046"/>
                    <a:pt x="9381" y="5164"/>
                  </a:cubicBezTo>
                  <a:cubicBezTo>
                    <a:pt x="11428" y="5464"/>
                    <a:pt x="13135" y="6052"/>
                    <a:pt x="14505" y="6522"/>
                  </a:cubicBezTo>
                  <a:cubicBezTo>
                    <a:pt x="15563" y="6887"/>
                    <a:pt x="16329" y="7151"/>
                    <a:pt x="16881" y="7151"/>
                  </a:cubicBezTo>
                  <a:cubicBezTo>
                    <a:pt x="17132" y="7151"/>
                    <a:pt x="17367" y="7070"/>
                    <a:pt x="17509" y="6968"/>
                  </a:cubicBezTo>
                  <a:cubicBezTo>
                    <a:pt x="17651" y="6867"/>
                    <a:pt x="17862" y="6620"/>
                    <a:pt x="17760" y="6093"/>
                  </a:cubicBezTo>
                  <a:cubicBezTo>
                    <a:pt x="17497" y="4743"/>
                    <a:pt x="15020" y="1719"/>
                    <a:pt x="11226" y="750"/>
                  </a:cubicBezTo>
                  <a:cubicBezTo>
                    <a:pt x="9248" y="247"/>
                    <a:pt x="7072" y="0"/>
                    <a:pt x="519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" name="Google Shape;5592;p73"/>
            <p:cNvSpPr/>
            <p:nvPr/>
          </p:nvSpPr>
          <p:spPr>
            <a:xfrm>
              <a:off x="2773995" y="1783931"/>
              <a:ext cx="297936" cy="116005"/>
            </a:xfrm>
            <a:custGeom>
              <a:avLst/>
              <a:gdLst/>
              <a:ahLst/>
              <a:cxnLst/>
              <a:rect l="l" t="t" r="r" b="b"/>
              <a:pathLst>
                <a:path w="17182" h="6690" extrusionOk="0">
                  <a:moveTo>
                    <a:pt x="12682" y="1"/>
                  </a:moveTo>
                  <a:cubicBezTo>
                    <a:pt x="10865" y="1"/>
                    <a:pt x="8647" y="275"/>
                    <a:pt x="6580" y="872"/>
                  </a:cubicBezTo>
                  <a:cubicBezTo>
                    <a:pt x="2494" y="2056"/>
                    <a:pt x="1" y="6032"/>
                    <a:pt x="755" y="6588"/>
                  </a:cubicBezTo>
                  <a:cubicBezTo>
                    <a:pt x="850" y="6658"/>
                    <a:pt x="976" y="6689"/>
                    <a:pt x="1133" y="6689"/>
                  </a:cubicBezTo>
                  <a:cubicBezTo>
                    <a:pt x="2222" y="6689"/>
                    <a:pt x="4763" y="5159"/>
                    <a:pt x="8263" y="4549"/>
                  </a:cubicBezTo>
                  <a:cubicBezTo>
                    <a:pt x="9197" y="4385"/>
                    <a:pt x="10027" y="4327"/>
                    <a:pt x="10766" y="4327"/>
                  </a:cubicBezTo>
                  <a:cubicBezTo>
                    <a:pt x="12564" y="4327"/>
                    <a:pt x="13828" y="4670"/>
                    <a:pt x="14756" y="4670"/>
                  </a:cubicBezTo>
                  <a:cubicBezTo>
                    <a:pt x="15079" y="4670"/>
                    <a:pt x="15362" y="4629"/>
                    <a:pt x="15612" y="4516"/>
                  </a:cubicBezTo>
                  <a:cubicBezTo>
                    <a:pt x="16881" y="3949"/>
                    <a:pt x="17181" y="1569"/>
                    <a:pt x="16334" y="738"/>
                  </a:cubicBezTo>
                  <a:cubicBezTo>
                    <a:pt x="15843" y="262"/>
                    <a:pt x="14454" y="1"/>
                    <a:pt x="12682" y="1"/>
                  </a:cubicBezTo>
                  <a:close/>
                </a:path>
              </a:pathLst>
            </a:custGeom>
            <a:solidFill>
              <a:srgbClr val="8C53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" name="Google Shape;5593;p73"/>
            <p:cNvSpPr/>
            <p:nvPr/>
          </p:nvSpPr>
          <p:spPr>
            <a:xfrm>
              <a:off x="2777445" y="1777706"/>
              <a:ext cx="296237" cy="128403"/>
            </a:xfrm>
            <a:custGeom>
              <a:avLst/>
              <a:gdLst/>
              <a:ahLst/>
              <a:cxnLst/>
              <a:rect l="l" t="t" r="r" b="b"/>
              <a:pathLst>
                <a:path w="17084" h="7405" extrusionOk="0">
                  <a:moveTo>
                    <a:pt x="12442" y="716"/>
                  </a:moveTo>
                  <a:cubicBezTo>
                    <a:pt x="14185" y="716"/>
                    <a:pt x="15490" y="967"/>
                    <a:pt x="15888" y="1353"/>
                  </a:cubicBezTo>
                  <a:cubicBezTo>
                    <a:pt x="16204" y="1661"/>
                    <a:pt x="16338" y="2342"/>
                    <a:pt x="16212" y="3063"/>
                  </a:cubicBezTo>
                  <a:cubicBezTo>
                    <a:pt x="16082" y="3781"/>
                    <a:pt x="15729" y="4344"/>
                    <a:pt x="15267" y="4551"/>
                  </a:cubicBezTo>
                  <a:cubicBezTo>
                    <a:pt x="15066" y="4641"/>
                    <a:pt x="14828" y="4676"/>
                    <a:pt x="14549" y="4676"/>
                  </a:cubicBezTo>
                  <a:cubicBezTo>
                    <a:pt x="14187" y="4676"/>
                    <a:pt x="13757" y="4618"/>
                    <a:pt x="13244" y="4547"/>
                  </a:cubicBezTo>
                  <a:cubicBezTo>
                    <a:pt x="12515" y="4451"/>
                    <a:pt x="11626" y="4330"/>
                    <a:pt x="10546" y="4330"/>
                  </a:cubicBezTo>
                  <a:cubicBezTo>
                    <a:pt x="9795" y="4330"/>
                    <a:pt x="8951" y="4389"/>
                    <a:pt x="8003" y="4555"/>
                  </a:cubicBezTo>
                  <a:cubicBezTo>
                    <a:pt x="5980" y="4912"/>
                    <a:pt x="4253" y="5577"/>
                    <a:pt x="2988" y="6063"/>
                  </a:cubicBezTo>
                  <a:cubicBezTo>
                    <a:pt x="2183" y="6370"/>
                    <a:pt x="1288" y="6712"/>
                    <a:pt x="922" y="6712"/>
                  </a:cubicBezTo>
                  <a:cubicBezTo>
                    <a:pt x="862" y="6712"/>
                    <a:pt x="816" y="6703"/>
                    <a:pt x="787" y="6683"/>
                  </a:cubicBezTo>
                  <a:cubicBezTo>
                    <a:pt x="771" y="6643"/>
                    <a:pt x="759" y="6432"/>
                    <a:pt x="953" y="6002"/>
                  </a:cubicBezTo>
                  <a:cubicBezTo>
                    <a:pt x="1529" y="4746"/>
                    <a:pt x="3536" y="2423"/>
                    <a:pt x="6475" y="1572"/>
                  </a:cubicBezTo>
                  <a:cubicBezTo>
                    <a:pt x="8416" y="1016"/>
                    <a:pt x="10423" y="728"/>
                    <a:pt x="12442" y="716"/>
                  </a:cubicBezTo>
                  <a:close/>
                  <a:moveTo>
                    <a:pt x="12479" y="0"/>
                  </a:moveTo>
                  <a:cubicBezTo>
                    <a:pt x="10586" y="0"/>
                    <a:pt x="8319" y="296"/>
                    <a:pt x="6280" y="886"/>
                  </a:cubicBezTo>
                  <a:cubicBezTo>
                    <a:pt x="2676" y="1932"/>
                    <a:pt x="333" y="5001"/>
                    <a:pt x="90" y="6355"/>
                  </a:cubicBezTo>
                  <a:cubicBezTo>
                    <a:pt x="1" y="6862"/>
                    <a:pt x="183" y="7121"/>
                    <a:pt x="345" y="7239"/>
                  </a:cubicBezTo>
                  <a:cubicBezTo>
                    <a:pt x="507" y="7352"/>
                    <a:pt x="698" y="7405"/>
                    <a:pt x="933" y="7405"/>
                  </a:cubicBezTo>
                  <a:cubicBezTo>
                    <a:pt x="1468" y="7405"/>
                    <a:pt x="2214" y="7121"/>
                    <a:pt x="3244" y="6724"/>
                  </a:cubicBezTo>
                  <a:cubicBezTo>
                    <a:pt x="4549" y="6225"/>
                    <a:pt x="6171" y="5601"/>
                    <a:pt x="8129" y="5256"/>
                  </a:cubicBezTo>
                  <a:cubicBezTo>
                    <a:pt x="9028" y="5099"/>
                    <a:pt x="9833" y="5043"/>
                    <a:pt x="10552" y="5043"/>
                  </a:cubicBezTo>
                  <a:cubicBezTo>
                    <a:pt x="11589" y="5043"/>
                    <a:pt x="12447" y="5159"/>
                    <a:pt x="13151" y="5252"/>
                  </a:cubicBezTo>
                  <a:cubicBezTo>
                    <a:pt x="13677" y="5324"/>
                    <a:pt x="14136" y="5389"/>
                    <a:pt x="14553" y="5389"/>
                  </a:cubicBezTo>
                  <a:cubicBezTo>
                    <a:pt x="14916" y="5389"/>
                    <a:pt x="15248" y="5339"/>
                    <a:pt x="15563" y="5200"/>
                  </a:cubicBezTo>
                  <a:cubicBezTo>
                    <a:pt x="16236" y="4900"/>
                    <a:pt x="16739" y="4150"/>
                    <a:pt x="16909" y="3189"/>
                  </a:cubicBezTo>
                  <a:cubicBezTo>
                    <a:pt x="17083" y="2224"/>
                    <a:pt x="16881" y="1328"/>
                    <a:pt x="16382" y="842"/>
                  </a:cubicBezTo>
                  <a:cubicBezTo>
                    <a:pt x="15805" y="280"/>
                    <a:pt x="14319" y="0"/>
                    <a:pt x="1247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9" name="Google Shape;5594;p73"/>
            <p:cNvSpPr/>
            <p:nvPr/>
          </p:nvSpPr>
          <p:spPr>
            <a:xfrm>
              <a:off x="2995357" y="1989462"/>
              <a:ext cx="144616" cy="271007"/>
            </a:xfrm>
            <a:custGeom>
              <a:avLst/>
              <a:gdLst/>
              <a:ahLst/>
              <a:cxnLst/>
              <a:rect l="l" t="t" r="r" b="b"/>
              <a:pathLst>
                <a:path w="8340" h="15629" extrusionOk="0">
                  <a:moveTo>
                    <a:pt x="8339" y="1"/>
                  </a:moveTo>
                  <a:cubicBezTo>
                    <a:pt x="8027" y="1602"/>
                    <a:pt x="7658" y="3187"/>
                    <a:pt x="7192" y="4727"/>
                  </a:cubicBezTo>
                  <a:cubicBezTo>
                    <a:pt x="6949" y="5498"/>
                    <a:pt x="6689" y="6260"/>
                    <a:pt x="6365" y="6985"/>
                  </a:cubicBezTo>
                  <a:cubicBezTo>
                    <a:pt x="6041" y="7707"/>
                    <a:pt x="5660" y="8384"/>
                    <a:pt x="5129" y="8952"/>
                  </a:cubicBezTo>
                  <a:cubicBezTo>
                    <a:pt x="4091" y="10115"/>
                    <a:pt x="2672" y="10865"/>
                    <a:pt x="1229" y="11651"/>
                  </a:cubicBezTo>
                  <a:cubicBezTo>
                    <a:pt x="1046" y="11757"/>
                    <a:pt x="872" y="11862"/>
                    <a:pt x="690" y="11992"/>
                  </a:cubicBezTo>
                  <a:cubicBezTo>
                    <a:pt x="596" y="12057"/>
                    <a:pt x="507" y="12130"/>
                    <a:pt x="418" y="12207"/>
                  </a:cubicBezTo>
                  <a:cubicBezTo>
                    <a:pt x="333" y="12304"/>
                    <a:pt x="256" y="12409"/>
                    <a:pt x="203" y="12527"/>
                  </a:cubicBezTo>
                  <a:cubicBezTo>
                    <a:pt x="0" y="12977"/>
                    <a:pt x="41" y="13463"/>
                    <a:pt x="183" y="13877"/>
                  </a:cubicBezTo>
                  <a:cubicBezTo>
                    <a:pt x="491" y="14704"/>
                    <a:pt x="1172" y="15300"/>
                    <a:pt x="1910" y="15628"/>
                  </a:cubicBezTo>
                  <a:cubicBezTo>
                    <a:pt x="1245" y="15162"/>
                    <a:pt x="690" y="14517"/>
                    <a:pt x="515" y="13780"/>
                  </a:cubicBezTo>
                  <a:cubicBezTo>
                    <a:pt x="430" y="13415"/>
                    <a:pt x="491" y="12981"/>
                    <a:pt x="617" y="12738"/>
                  </a:cubicBezTo>
                  <a:cubicBezTo>
                    <a:pt x="746" y="12495"/>
                    <a:pt x="1144" y="12320"/>
                    <a:pt x="1488" y="12142"/>
                  </a:cubicBezTo>
                  <a:cubicBezTo>
                    <a:pt x="2218" y="11801"/>
                    <a:pt x="2968" y="11449"/>
                    <a:pt x="3685" y="11011"/>
                  </a:cubicBezTo>
                  <a:cubicBezTo>
                    <a:pt x="4399" y="10577"/>
                    <a:pt x="5076" y="10054"/>
                    <a:pt x="5656" y="9422"/>
                  </a:cubicBezTo>
                  <a:cubicBezTo>
                    <a:pt x="6231" y="8789"/>
                    <a:pt x="6669" y="8019"/>
                    <a:pt x="6977" y="7249"/>
                  </a:cubicBezTo>
                  <a:cubicBezTo>
                    <a:pt x="7289" y="6479"/>
                    <a:pt x="7537" y="5684"/>
                    <a:pt x="7723" y="4877"/>
                  </a:cubicBezTo>
                  <a:cubicBezTo>
                    <a:pt x="8104" y="3276"/>
                    <a:pt x="8311" y="1643"/>
                    <a:pt x="833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" name="Google Shape;5595;p73"/>
            <p:cNvSpPr/>
            <p:nvPr/>
          </p:nvSpPr>
          <p:spPr>
            <a:xfrm>
              <a:off x="3069434" y="2244863"/>
              <a:ext cx="37853" cy="15883"/>
            </a:xfrm>
            <a:custGeom>
              <a:avLst/>
              <a:gdLst/>
              <a:ahLst/>
              <a:cxnLst/>
              <a:rect l="l" t="t" r="r" b="b"/>
              <a:pathLst>
                <a:path w="2183" h="916" extrusionOk="0">
                  <a:moveTo>
                    <a:pt x="1056" y="0"/>
                  </a:moveTo>
                  <a:cubicBezTo>
                    <a:pt x="551" y="0"/>
                    <a:pt x="61" y="140"/>
                    <a:pt x="30" y="457"/>
                  </a:cubicBezTo>
                  <a:cubicBezTo>
                    <a:pt x="1" y="775"/>
                    <a:pt x="490" y="916"/>
                    <a:pt x="1010" y="916"/>
                  </a:cubicBezTo>
                  <a:cubicBezTo>
                    <a:pt x="1578" y="916"/>
                    <a:pt x="2182" y="747"/>
                    <a:pt x="2182" y="457"/>
                  </a:cubicBezTo>
                  <a:cubicBezTo>
                    <a:pt x="2182" y="169"/>
                    <a:pt x="1611" y="0"/>
                    <a:pt x="105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" name="Google Shape;5596;p73"/>
            <p:cNvSpPr/>
            <p:nvPr/>
          </p:nvSpPr>
          <p:spPr>
            <a:xfrm>
              <a:off x="3113096" y="2221090"/>
              <a:ext cx="50355" cy="64696"/>
            </a:xfrm>
            <a:custGeom>
              <a:avLst/>
              <a:gdLst/>
              <a:ahLst/>
              <a:cxnLst/>
              <a:rect l="l" t="t" r="r" b="b"/>
              <a:pathLst>
                <a:path w="2904" h="3731" extrusionOk="0">
                  <a:moveTo>
                    <a:pt x="1549" y="0"/>
                  </a:moveTo>
                  <a:lnTo>
                    <a:pt x="1549" y="0"/>
                  </a:lnTo>
                  <a:cubicBezTo>
                    <a:pt x="1922" y="337"/>
                    <a:pt x="2088" y="734"/>
                    <a:pt x="2157" y="1151"/>
                  </a:cubicBezTo>
                  <a:cubicBezTo>
                    <a:pt x="2194" y="1358"/>
                    <a:pt x="2214" y="1573"/>
                    <a:pt x="2210" y="1784"/>
                  </a:cubicBezTo>
                  <a:cubicBezTo>
                    <a:pt x="2198" y="1986"/>
                    <a:pt x="2186" y="2165"/>
                    <a:pt x="2109" y="2323"/>
                  </a:cubicBezTo>
                  <a:cubicBezTo>
                    <a:pt x="1975" y="2639"/>
                    <a:pt x="1667" y="2903"/>
                    <a:pt x="1286" y="3113"/>
                  </a:cubicBezTo>
                  <a:cubicBezTo>
                    <a:pt x="876" y="3324"/>
                    <a:pt x="447" y="3490"/>
                    <a:pt x="1" y="3604"/>
                  </a:cubicBezTo>
                  <a:cubicBezTo>
                    <a:pt x="242" y="3691"/>
                    <a:pt x="498" y="3731"/>
                    <a:pt x="757" y="3731"/>
                  </a:cubicBezTo>
                  <a:cubicBezTo>
                    <a:pt x="1003" y="3731"/>
                    <a:pt x="1252" y="3695"/>
                    <a:pt x="1496" y="3632"/>
                  </a:cubicBezTo>
                  <a:cubicBezTo>
                    <a:pt x="1756" y="3559"/>
                    <a:pt x="1999" y="3438"/>
                    <a:pt x="2218" y="3280"/>
                  </a:cubicBezTo>
                  <a:cubicBezTo>
                    <a:pt x="2457" y="3105"/>
                    <a:pt x="2644" y="2870"/>
                    <a:pt x="2761" y="2599"/>
                  </a:cubicBezTo>
                  <a:cubicBezTo>
                    <a:pt x="2887" y="2327"/>
                    <a:pt x="2903" y="2011"/>
                    <a:pt x="2879" y="1747"/>
                  </a:cubicBezTo>
                  <a:cubicBezTo>
                    <a:pt x="2855" y="1484"/>
                    <a:pt x="2790" y="1228"/>
                    <a:pt x="2692" y="985"/>
                  </a:cubicBezTo>
                  <a:cubicBezTo>
                    <a:pt x="2494" y="495"/>
                    <a:pt x="2056" y="57"/>
                    <a:pt x="154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" name="Google Shape;5597;p73"/>
            <p:cNvSpPr/>
            <p:nvPr/>
          </p:nvSpPr>
          <p:spPr>
            <a:xfrm>
              <a:off x="3069919" y="2289392"/>
              <a:ext cx="243523" cy="84151"/>
            </a:xfrm>
            <a:custGeom>
              <a:avLst/>
              <a:gdLst/>
              <a:ahLst/>
              <a:cxnLst/>
              <a:rect l="l" t="t" r="r" b="b"/>
              <a:pathLst>
                <a:path w="14044" h="4853" extrusionOk="0">
                  <a:moveTo>
                    <a:pt x="13085" y="1"/>
                  </a:moveTo>
                  <a:cubicBezTo>
                    <a:pt x="12921" y="1"/>
                    <a:pt x="12732" y="50"/>
                    <a:pt x="12524" y="159"/>
                  </a:cubicBezTo>
                  <a:cubicBezTo>
                    <a:pt x="11356" y="772"/>
                    <a:pt x="9913" y="1988"/>
                    <a:pt x="6366" y="2989"/>
                  </a:cubicBezTo>
                  <a:cubicBezTo>
                    <a:pt x="4772" y="3437"/>
                    <a:pt x="3324" y="3514"/>
                    <a:pt x="2214" y="3514"/>
                  </a:cubicBezTo>
                  <a:cubicBezTo>
                    <a:pt x="1630" y="3514"/>
                    <a:pt x="1139" y="3493"/>
                    <a:pt x="769" y="3493"/>
                  </a:cubicBezTo>
                  <a:cubicBezTo>
                    <a:pt x="278" y="3493"/>
                    <a:pt x="0" y="3531"/>
                    <a:pt x="2" y="3707"/>
                  </a:cubicBezTo>
                  <a:cubicBezTo>
                    <a:pt x="12" y="4427"/>
                    <a:pt x="1058" y="4852"/>
                    <a:pt x="3393" y="4852"/>
                  </a:cubicBezTo>
                  <a:cubicBezTo>
                    <a:pt x="3776" y="4852"/>
                    <a:pt x="4194" y="4841"/>
                    <a:pt x="4647" y="4817"/>
                  </a:cubicBezTo>
                  <a:cubicBezTo>
                    <a:pt x="7866" y="4651"/>
                    <a:pt x="12021" y="3038"/>
                    <a:pt x="13132" y="1935"/>
                  </a:cubicBezTo>
                  <a:cubicBezTo>
                    <a:pt x="14044" y="1027"/>
                    <a:pt x="13833" y="1"/>
                    <a:pt x="130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" name="Google Shape;5598;p73"/>
            <p:cNvSpPr/>
            <p:nvPr/>
          </p:nvSpPr>
          <p:spPr>
            <a:xfrm>
              <a:off x="3066850" y="2286340"/>
              <a:ext cx="246523" cy="90255"/>
            </a:xfrm>
            <a:custGeom>
              <a:avLst/>
              <a:gdLst/>
              <a:ahLst/>
              <a:cxnLst/>
              <a:rect l="l" t="t" r="r" b="b"/>
              <a:pathLst>
                <a:path w="14217" h="5205" extrusionOk="0">
                  <a:moveTo>
                    <a:pt x="13273" y="334"/>
                  </a:moveTo>
                  <a:cubicBezTo>
                    <a:pt x="13408" y="334"/>
                    <a:pt x="13524" y="391"/>
                    <a:pt x="13625" y="530"/>
                  </a:cubicBezTo>
                  <a:cubicBezTo>
                    <a:pt x="13836" y="814"/>
                    <a:pt x="13747" y="1422"/>
                    <a:pt x="13179" y="1989"/>
                  </a:cubicBezTo>
                  <a:cubicBezTo>
                    <a:pt x="12064" y="3104"/>
                    <a:pt x="7905" y="4661"/>
                    <a:pt x="4820" y="4815"/>
                  </a:cubicBezTo>
                  <a:cubicBezTo>
                    <a:pt x="4357" y="4840"/>
                    <a:pt x="3941" y="4851"/>
                    <a:pt x="3569" y="4851"/>
                  </a:cubicBezTo>
                  <a:cubicBezTo>
                    <a:pt x="1612" y="4851"/>
                    <a:pt x="836" y="4543"/>
                    <a:pt x="539" y="4268"/>
                  </a:cubicBezTo>
                  <a:cubicBezTo>
                    <a:pt x="434" y="4174"/>
                    <a:pt x="365" y="4045"/>
                    <a:pt x="357" y="3903"/>
                  </a:cubicBezTo>
                  <a:cubicBezTo>
                    <a:pt x="438" y="3858"/>
                    <a:pt x="693" y="3846"/>
                    <a:pt x="994" y="3846"/>
                  </a:cubicBezTo>
                  <a:cubicBezTo>
                    <a:pt x="1160" y="3846"/>
                    <a:pt x="1340" y="3850"/>
                    <a:pt x="1512" y="3854"/>
                  </a:cubicBezTo>
                  <a:cubicBezTo>
                    <a:pt x="1788" y="3861"/>
                    <a:pt x="2095" y="3868"/>
                    <a:pt x="2431" y="3868"/>
                  </a:cubicBezTo>
                  <a:cubicBezTo>
                    <a:pt x="3554" y="3868"/>
                    <a:pt x="4991" y="3788"/>
                    <a:pt x="6592" y="3335"/>
                  </a:cubicBezTo>
                  <a:cubicBezTo>
                    <a:pt x="9360" y="2557"/>
                    <a:pt x="10848" y="1649"/>
                    <a:pt x="11935" y="988"/>
                  </a:cubicBezTo>
                  <a:cubicBezTo>
                    <a:pt x="12247" y="798"/>
                    <a:pt x="12522" y="631"/>
                    <a:pt x="12782" y="494"/>
                  </a:cubicBezTo>
                  <a:cubicBezTo>
                    <a:pt x="12970" y="396"/>
                    <a:pt x="13132" y="334"/>
                    <a:pt x="13273" y="334"/>
                  </a:cubicBezTo>
                  <a:close/>
                  <a:moveTo>
                    <a:pt x="13255" y="0"/>
                  </a:moveTo>
                  <a:cubicBezTo>
                    <a:pt x="13071" y="0"/>
                    <a:pt x="12857" y="52"/>
                    <a:pt x="12616" y="177"/>
                  </a:cubicBezTo>
                  <a:cubicBezTo>
                    <a:pt x="12344" y="319"/>
                    <a:pt x="12073" y="490"/>
                    <a:pt x="11752" y="684"/>
                  </a:cubicBezTo>
                  <a:cubicBezTo>
                    <a:pt x="10682" y="1333"/>
                    <a:pt x="9219" y="2233"/>
                    <a:pt x="6498" y="2995"/>
                  </a:cubicBezTo>
                  <a:cubicBezTo>
                    <a:pt x="4940" y="3430"/>
                    <a:pt x="3531" y="3513"/>
                    <a:pt x="2431" y="3513"/>
                  </a:cubicBezTo>
                  <a:cubicBezTo>
                    <a:pt x="2098" y="3513"/>
                    <a:pt x="1793" y="3505"/>
                    <a:pt x="1520" y="3497"/>
                  </a:cubicBezTo>
                  <a:cubicBezTo>
                    <a:pt x="1318" y="3493"/>
                    <a:pt x="1139" y="3490"/>
                    <a:pt x="981" y="3490"/>
                  </a:cubicBezTo>
                  <a:cubicBezTo>
                    <a:pt x="517" y="3490"/>
                    <a:pt x="237" y="3521"/>
                    <a:pt x="98" y="3660"/>
                  </a:cubicBezTo>
                  <a:cubicBezTo>
                    <a:pt x="33" y="3720"/>
                    <a:pt x="0" y="3801"/>
                    <a:pt x="0" y="3887"/>
                  </a:cubicBezTo>
                  <a:cubicBezTo>
                    <a:pt x="4" y="4134"/>
                    <a:pt x="114" y="4365"/>
                    <a:pt x="296" y="4527"/>
                  </a:cubicBezTo>
                  <a:cubicBezTo>
                    <a:pt x="779" y="4977"/>
                    <a:pt x="1881" y="5204"/>
                    <a:pt x="3592" y="5204"/>
                  </a:cubicBezTo>
                  <a:cubicBezTo>
                    <a:pt x="3981" y="5204"/>
                    <a:pt x="4395" y="5196"/>
                    <a:pt x="4836" y="5172"/>
                  </a:cubicBezTo>
                  <a:cubicBezTo>
                    <a:pt x="8051" y="5001"/>
                    <a:pt x="12255" y="3416"/>
                    <a:pt x="13435" y="2237"/>
                  </a:cubicBezTo>
                  <a:cubicBezTo>
                    <a:pt x="14148" y="1523"/>
                    <a:pt x="14217" y="733"/>
                    <a:pt x="13913" y="315"/>
                  </a:cubicBezTo>
                  <a:cubicBezTo>
                    <a:pt x="13782" y="139"/>
                    <a:pt x="13559" y="0"/>
                    <a:pt x="1325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" name="Google Shape;5599;p73"/>
            <p:cNvSpPr/>
            <p:nvPr/>
          </p:nvSpPr>
          <p:spPr>
            <a:xfrm>
              <a:off x="3404781" y="2234216"/>
              <a:ext cx="176313" cy="158384"/>
            </a:xfrm>
            <a:custGeom>
              <a:avLst/>
              <a:gdLst/>
              <a:ahLst/>
              <a:cxnLst/>
              <a:rect l="l" t="t" r="r" b="b"/>
              <a:pathLst>
                <a:path w="10168" h="9134" extrusionOk="0">
                  <a:moveTo>
                    <a:pt x="5082" y="1"/>
                  </a:moveTo>
                  <a:cubicBezTo>
                    <a:pt x="3097" y="1"/>
                    <a:pt x="1271" y="1306"/>
                    <a:pt x="698" y="3309"/>
                  </a:cubicBezTo>
                  <a:cubicBezTo>
                    <a:pt x="1" y="5733"/>
                    <a:pt x="1403" y="8259"/>
                    <a:pt x="3827" y="8956"/>
                  </a:cubicBezTo>
                  <a:cubicBezTo>
                    <a:pt x="4248" y="9076"/>
                    <a:pt x="4671" y="9133"/>
                    <a:pt x="5087" y="9133"/>
                  </a:cubicBezTo>
                  <a:cubicBezTo>
                    <a:pt x="7072" y="9133"/>
                    <a:pt x="8898" y="7830"/>
                    <a:pt x="9474" y="5826"/>
                  </a:cubicBezTo>
                  <a:cubicBezTo>
                    <a:pt x="10168" y="3402"/>
                    <a:pt x="8765" y="873"/>
                    <a:pt x="6345" y="179"/>
                  </a:cubicBezTo>
                  <a:cubicBezTo>
                    <a:pt x="5924" y="58"/>
                    <a:pt x="5499" y="1"/>
                    <a:pt x="5082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" name="Google Shape;5600;p73"/>
            <p:cNvSpPr/>
            <p:nvPr/>
          </p:nvSpPr>
          <p:spPr>
            <a:xfrm>
              <a:off x="2808050" y="2214830"/>
              <a:ext cx="155713" cy="155713"/>
            </a:xfrm>
            <a:custGeom>
              <a:avLst/>
              <a:gdLst/>
              <a:ahLst/>
              <a:cxnLst/>
              <a:rect l="l" t="t" r="r" b="b"/>
              <a:pathLst>
                <a:path w="8980" h="8980" extrusionOk="0">
                  <a:moveTo>
                    <a:pt x="4488" y="0"/>
                  </a:moveTo>
                  <a:cubicBezTo>
                    <a:pt x="2007" y="0"/>
                    <a:pt x="0" y="2011"/>
                    <a:pt x="0" y="4492"/>
                  </a:cubicBezTo>
                  <a:cubicBezTo>
                    <a:pt x="0" y="6969"/>
                    <a:pt x="2007" y="8979"/>
                    <a:pt x="4488" y="8979"/>
                  </a:cubicBezTo>
                  <a:cubicBezTo>
                    <a:pt x="6969" y="8979"/>
                    <a:pt x="8979" y="6969"/>
                    <a:pt x="8979" y="4492"/>
                  </a:cubicBezTo>
                  <a:cubicBezTo>
                    <a:pt x="8979" y="2011"/>
                    <a:pt x="6969" y="0"/>
                    <a:pt x="4488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09" name="组合 308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310" name="图片 309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311" name="图片 310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grpSp>
        <p:nvGrpSpPr>
          <p:cNvPr id="4521" name="Google Shape;4521;p69"/>
          <p:cNvGrpSpPr/>
          <p:nvPr/>
        </p:nvGrpSpPr>
        <p:grpSpPr>
          <a:xfrm flipH="1">
            <a:off x="7386096" y="-70"/>
            <a:ext cx="1091382" cy="1155725"/>
            <a:chOff x="2958275" y="539500"/>
            <a:chExt cx="1091382" cy="1155725"/>
          </a:xfrm>
        </p:grpSpPr>
        <p:grpSp>
          <p:nvGrpSpPr>
            <p:cNvPr id="4522" name="Google Shape;4522;p69"/>
            <p:cNvGrpSpPr/>
            <p:nvPr/>
          </p:nvGrpSpPr>
          <p:grpSpPr>
            <a:xfrm>
              <a:off x="3170379" y="1212137"/>
              <a:ext cx="879278" cy="483088"/>
              <a:chOff x="2296950" y="3661600"/>
              <a:chExt cx="616475" cy="338700"/>
            </a:xfrm>
          </p:grpSpPr>
          <p:sp>
            <p:nvSpPr>
              <p:cNvPr id="4523" name="Google Shape;4523;p69"/>
              <p:cNvSpPr/>
              <p:nvPr/>
            </p:nvSpPr>
            <p:spPr>
              <a:xfrm>
                <a:off x="2510075" y="3661600"/>
                <a:ext cx="402675" cy="97750"/>
              </a:xfrm>
              <a:custGeom>
                <a:avLst/>
                <a:gdLst/>
                <a:ahLst/>
                <a:cxnLst/>
                <a:rect l="l" t="t" r="r" b="b"/>
                <a:pathLst>
                  <a:path w="16107" h="3910" extrusionOk="0">
                    <a:moveTo>
                      <a:pt x="4306" y="700"/>
                    </a:moveTo>
                    <a:lnTo>
                      <a:pt x="13180" y="2635"/>
                    </a:lnTo>
                    <a:lnTo>
                      <a:pt x="1346" y="3189"/>
                    </a:lnTo>
                    <a:lnTo>
                      <a:pt x="4306" y="700"/>
                    </a:lnTo>
                    <a:close/>
                    <a:moveTo>
                      <a:pt x="4216" y="0"/>
                    </a:moveTo>
                    <a:cubicBezTo>
                      <a:pt x="4136" y="0"/>
                      <a:pt x="4058" y="29"/>
                      <a:pt x="3998" y="83"/>
                    </a:cubicBezTo>
                    <a:lnTo>
                      <a:pt x="152" y="3314"/>
                    </a:lnTo>
                    <a:cubicBezTo>
                      <a:pt x="42" y="3405"/>
                      <a:pt x="0" y="3560"/>
                      <a:pt x="56" y="3696"/>
                    </a:cubicBezTo>
                    <a:cubicBezTo>
                      <a:pt x="103" y="3823"/>
                      <a:pt x="227" y="3909"/>
                      <a:pt x="368" y="3909"/>
                    </a:cubicBezTo>
                    <a:lnTo>
                      <a:pt x="385" y="3909"/>
                    </a:lnTo>
                    <a:lnTo>
                      <a:pt x="15768" y="3189"/>
                    </a:lnTo>
                    <a:cubicBezTo>
                      <a:pt x="15937" y="3184"/>
                      <a:pt x="16078" y="3051"/>
                      <a:pt x="16092" y="2882"/>
                    </a:cubicBezTo>
                    <a:cubicBezTo>
                      <a:pt x="16106" y="2713"/>
                      <a:pt x="15990" y="2558"/>
                      <a:pt x="15824" y="2525"/>
                    </a:cubicBezTo>
                    <a:lnTo>
                      <a:pt x="4286" y="8"/>
                    </a:lnTo>
                    <a:cubicBezTo>
                      <a:pt x="4263" y="3"/>
                      <a:pt x="4240" y="0"/>
                      <a:pt x="42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69"/>
              <p:cNvSpPr/>
              <p:nvPr/>
            </p:nvSpPr>
            <p:spPr>
              <a:xfrm>
                <a:off x="2296950" y="3724500"/>
                <a:ext cx="616275" cy="210650"/>
              </a:xfrm>
              <a:custGeom>
                <a:avLst/>
                <a:gdLst/>
                <a:ahLst/>
                <a:cxnLst/>
                <a:rect l="l" t="t" r="r" b="b"/>
                <a:pathLst>
                  <a:path w="24651" h="8426" extrusionOk="0">
                    <a:moveTo>
                      <a:pt x="20027" y="1363"/>
                    </a:moveTo>
                    <a:lnTo>
                      <a:pt x="2334" y="7100"/>
                    </a:lnTo>
                    <a:lnTo>
                      <a:pt x="7528" y="3373"/>
                    </a:lnTo>
                    <a:lnTo>
                      <a:pt x="20027" y="1363"/>
                    </a:lnTo>
                    <a:close/>
                    <a:moveTo>
                      <a:pt x="24283" y="1"/>
                    </a:moveTo>
                    <a:cubicBezTo>
                      <a:pt x="24264" y="1"/>
                      <a:pt x="24244" y="3"/>
                      <a:pt x="24224" y="6"/>
                    </a:cubicBezTo>
                    <a:lnTo>
                      <a:pt x="7346" y="2722"/>
                    </a:lnTo>
                    <a:cubicBezTo>
                      <a:pt x="7293" y="2730"/>
                      <a:pt x="7243" y="2750"/>
                      <a:pt x="7204" y="2780"/>
                    </a:cubicBezTo>
                    <a:lnTo>
                      <a:pt x="180" y="7817"/>
                    </a:lnTo>
                    <a:cubicBezTo>
                      <a:pt x="44" y="7914"/>
                      <a:pt x="0" y="8094"/>
                      <a:pt x="78" y="8243"/>
                    </a:cubicBezTo>
                    <a:cubicBezTo>
                      <a:pt x="136" y="8354"/>
                      <a:pt x="252" y="8426"/>
                      <a:pt x="379" y="8426"/>
                    </a:cubicBezTo>
                    <a:cubicBezTo>
                      <a:pt x="413" y="8426"/>
                      <a:pt x="449" y="8420"/>
                      <a:pt x="482" y="8409"/>
                    </a:cubicBezTo>
                    <a:lnTo>
                      <a:pt x="24385" y="657"/>
                    </a:lnTo>
                    <a:cubicBezTo>
                      <a:pt x="24551" y="601"/>
                      <a:pt x="24651" y="427"/>
                      <a:pt x="24606" y="255"/>
                    </a:cubicBezTo>
                    <a:cubicBezTo>
                      <a:pt x="24569" y="103"/>
                      <a:pt x="24435" y="1"/>
                      <a:pt x="242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69"/>
              <p:cNvSpPr/>
              <p:nvPr/>
            </p:nvSpPr>
            <p:spPr>
              <a:xfrm>
                <a:off x="2510825" y="3724575"/>
                <a:ext cx="401925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16077" h="3146" extrusionOk="0">
                    <a:moveTo>
                      <a:pt x="9783" y="950"/>
                    </a:moveTo>
                    <a:lnTo>
                      <a:pt x="676" y="2415"/>
                    </a:lnTo>
                    <a:lnTo>
                      <a:pt x="676" y="1376"/>
                    </a:lnTo>
                    <a:lnTo>
                      <a:pt x="9783" y="950"/>
                    </a:lnTo>
                    <a:close/>
                    <a:moveTo>
                      <a:pt x="15719" y="0"/>
                    </a:moveTo>
                    <a:cubicBezTo>
                      <a:pt x="15715" y="0"/>
                      <a:pt x="15712" y="0"/>
                      <a:pt x="15708" y="0"/>
                    </a:cubicBezTo>
                    <a:lnTo>
                      <a:pt x="325" y="720"/>
                    </a:lnTo>
                    <a:cubicBezTo>
                      <a:pt x="142" y="726"/>
                      <a:pt x="1" y="875"/>
                      <a:pt x="1" y="1055"/>
                    </a:cubicBezTo>
                    <a:lnTo>
                      <a:pt x="1" y="2811"/>
                    </a:lnTo>
                    <a:cubicBezTo>
                      <a:pt x="1" y="2907"/>
                      <a:pt x="42" y="3002"/>
                      <a:pt x="120" y="3065"/>
                    </a:cubicBezTo>
                    <a:cubicBezTo>
                      <a:pt x="181" y="3118"/>
                      <a:pt x="258" y="3146"/>
                      <a:pt x="338" y="3146"/>
                    </a:cubicBezTo>
                    <a:lnTo>
                      <a:pt x="394" y="3143"/>
                    </a:lnTo>
                    <a:lnTo>
                      <a:pt x="15777" y="667"/>
                    </a:lnTo>
                    <a:cubicBezTo>
                      <a:pt x="15954" y="640"/>
                      <a:pt x="16076" y="476"/>
                      <a:pt x="16057" y="299"/>
                    </a:cubicBezTo>
                    <a:cubicBezTo>
                      <a:pt x="16035" y="128"/>
                      <a:pt x="15891" y="0"/>
                      <a:pt x="157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69"/>
              <p:cNvSpPr/>
              <p:nvPr/>
            </p:nvSpPr>
            <p:spPr>
              <a:xfrm>
                <a:off x="2482025" y="3724450"/>
                <a:ext cx="431400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11034" extrusionOk="0">
                    <a:moveTo>
                      <a:pt x="14387" y="1500"/>
                    </a:moveTo>
                    <a:lnTo>
                      <a:pt x="676" y="10089"/>
                    </a:lnTo>
                    <a:lnTo>
                      <a:pt x="676" y="5947"/>
                    </a:lnTo>
                    <a:lnTo>
                      <a:pt x="14387" y="1500"/>
                    </a:lnTo>
                    <a:close/>
                    <a:moveTo>
                      <a:pt x="16882" y="1"/>
                    </a:moveTo>
                    <a:cubicBezTo>
                      <a:pt x="16846" y="1"/>
                      <a:pt x="16810" y="7"/>
                      <a:pt x="16774" y="19"/>
                    </a:cubicBezTo>
                    <a:lnTo>
                      <a:pt x="236" y="5382"/>
                    </a:lnTo>
                    <a:cubicBezTo>
                      <a:pt x="98" y="5426"/>
                      <a:pt x="4" y="5554"/>
                      <a:pt x="1" y="5701"/>
                    </a:cubicBezTo>
                    <a:lnTo>
                      <a:pt x="1" y="10695"/>
                    </a:lnTo>
                    <a:cubicBezTo>
                      <a:pt x="1" y="10817"/>
                      <a:pt x="70" y="10931"/>
                      <a:pt x="178" y="10989"/>
                    </a:cubicBezTo>
                    <a:cubicBezTo>
                      <a:pt x="222" y="11017"/>
                      <a:pt x="275" y="11034"/>
                      <a:pt x="329" y="11034"/>
                    </a:cubicBezTo>
                    <a:cubicBezTo>
                      <a:pt x="333" y="11034"/>
                      <a:pt x="337" y="11033"/>
                      <a:pt x="341" y="11033"/>
                    </a:cubicBezTo>
                    <a:cubicBezTo>
                      <a:pt x="402" y="11033"/>
                      <a:pt x="463" y="11017"/>
                      <a:pt x="516" y="10983"/>
                    </a:cubicBezTo>
                    <a:lnTo>
                      <a:pt x="17054" y="623"/>
                    </a:lnTo>
                    <a:cubicBezTo>
                      <a:pt x="17200" y="534"/>
                      <a:pt x="17256" y="351"/>
                      <a:pt x="17184" y="196"/>
                    </a:cubicBezTo>
                    <a:cubicBezTo>
                      <a:pt x="17128" y="73"/>
                      <a:pt x="17008" y="1"/>
                      <a:pt x="16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27" name="Google Shape;4527;p69"/>
            <p:cNvSpPr/>
            <p:nvPr/>
          </p:nvSpPr>
          <p:spPr>
            <a:xfrm>
              <a:off x="2958275" y="539500"/>
              <a:ext cx="562425" cy="897575"/>
            </a:xfrm>
            <a:custGeom>
              <a:avLst/>
              <a:gdLst/>
              <a:ahLst/>
              <a:cxnLst/>
              <a:rect l="l" t="t" r="r" b="b"/>
              <a:pathLst>
                <a:path w="22497" h="35903" extrusionOk="0">
                  <a:moveTo>
                    <a:pt x="20015" y="1"/>
                  </a:moveTo>
                  <a:cubicBezTo>
                    <a:pt x="19867" y="1"/>
                    <a:pt x="19729" y="176"/>
                    <a:pt x="19849" y="335"/>
                  </a:cubicBezTo>
                  <a:cubicBezTo>
                    <a:pt x="20176" y="761"/>
                    <a:pt x="20470" y="1210"/>
                    <a:pt x="20733" y="1680"/>
                  </a:cubicBezTo>
                  <a:cubicBezTo>
                    <a:pt x="20766" y="1747"/>
                    <a:pt x="20832" y="1788"/>
                    <a:pt x="20907" y="1788"/>
                  </a:cubicBezTo>
                  <a:cubicBezTo>
                    <a:pt x="20943" y="1788"/>
                    <a:pt x="20976" y="1777"/>
                    <a:pt x="21010" y="1761"/>
                  </a:cubicBezTo>
                  <a:cubicBezTo>
                    <a:pt x="21109" y="1705"/>
                    <a:pt x="21145" y="1581"/>
                    <a:pt x="21087" y="1484"/>
                  </a:cubicBezTo>
                  <a:cubicBezTo>
                    <a:pt x="20818" y="994"/>
                    <a:pt x="20514" y="526"/>
                    <a:pt x="20173" y="86"/>
                  </a:cubicBezTo>
                  <a:cubicBezTo>
                    <a:pt x="20128" y="26"/>
                    <a:pt x="20071" y="1"/>
                    <a:pt x="20015" y="1"/>
                  </a:cubicBezTo>
                  <a:close/>
                  <a:moveTo>
                    <a:pt x="22064" y="4439"/>
                  </a:moveTo>
                  <a:cubicBezTo>
                    <a:pt x="22050" y="4439"/>
                    <a:pt x="22035" y="4440"/>
                    <a:pt x="22020" y="4444"/>
                  </a:cubicBezTo>
                  <a:cubicBezTo>
                    <a:pt x="21909" y="4469"/>
                    <a:pt x="21837" y="4577"/>
                    <a:pt x="21860" y="4687"/>
                  </a:cubicBezTo>
                  <a:cubicBezTo>
                    <a:pt x="21973" y="5213"/>
                    <a:pt x="22048" y="5745"/>
                    <a:pt x="22081" y="6279"/>
                  </a:cubicBezTo>
                  <a:cubicBezTo>
                    <a:pt x="22087" y="6390"/>
                    <a:pt x="22175" y="6473"/>
                    <a:pt x="22286" y="6473"/>
                  </a:cubicBezTo>
                  <a:lnTo>
                    <a:pt x="22300" y="6473"/>
                  </a:lnTo>
                  <a:cubicBezTo>
                    <a:pt x="22413" y="6468"/>
                    <a:pt x="22496" y="6368"/>
                    <a:pt x="22491" y="6257"/>
                  </a:cubicBezTo>
                  <a:cubicBezTo>
                    <a:pt x="22455" y="5701"/>
                    <a:pt x="22380" y="5147"/>
                    <a:pt x="22261" y="4601"/>
                  </a:cubicBezTo>
                  <a:cubicBezTo>
                    <a:pt x="22242" y="4506"/>
                    <a:pt x="22158" y="4439"/>
                    <a:pt x="22064" y="4439"/>
                  </a:cubicBezTo>
                  <a:close/>
                  <a:moveTo>
                    <a:pt x="21969" y="9334"/>
                  </a:moveTo>
                  <a:cubicBezTo>
                    <a:pt x="21889" y="9334"/>
                    <a:pt x="21810" y="9377"/>
                    <a:pt x="21776" y="9475"/>
                  </a:cubicBezTo>
                  <a:cubicBezTo>
                    <a:pt x="21646" y="9998"/>
                    <a:pt x="21477" y="10507"/>
                    <a:pt x="21273" y="11006"/>
                  </a:cubicBezTo>
                  <a:cubicBezTo>
                    <a:pt x="21228" y="11108"/>
                    <a:pt x="21278" y="11227"/>
                    <a:pt x="21383" y="11271"/>
                  </a:cubicBezTo>
                  <a:cubicBezTo>
                    <a:pt x="21408" y="11283"/>
                    <a:pt x="21433" y="11288"/>
                    <a:pt x="21461" y="11288"/>
                  </a:cubicBezTo>
                  <a:cubicBezTo>
                    <a:pt x="21544" y="11285"/>
                    <a:pt x="21619" y="11235"/>
                    <a:pt x="21652" y="11161"/>
                  </a:cubicBezTo>
                  <a:cubicBezTo>
                    <a:pt x="21862" y="10643"/>
                    <a:pt x="22039" y="10114"/>
                    <a:pt x="22178" y="9574"/>
                  </a:cubicBezTo>
                  <a:cubicBezTo>
                    <a:pt x="22203" y="9426"/>
                    <a:pt x="22086" y="9334"/>
                    <a:pt x="21969" y="9334"/>
                  </a:cubicBezTo>
                  <a:close/>
                  <a:moveTo>
                    <a:pt x="19769" y="13698"/>
                  </a:moveTo>
                  <a:cubicBezTo>
                    <a:pt x="19720" y="13698"/>
                    <a:pt x="19669" y="13717"/>
                    <a:pt x="19625" y="13761"/>
                  </a:cubicBezTo>
                  <a:cubicBezTo>
                    <a:pt x="19285" y="14176"/>
                    <a:pt x="18914" y="14564"/>
                    <a:pt x="18512" y="14921"/>
                  </a:cubicBezTo>
                  <a:cubicBezTo>
                    <a:pt x="18376" y="15051"/>
                    <a:pt x="18465" y="15281"/>
                    <a:pt x="18651" y="15283"/>
                  </a:cubicBezTo>
                  <a:cubicBezTo>
                    <a:pt x="18700" y="15283"/>
                    <a:pt x="18750" y="15264"/>
                    <a:pt x="18786" y="15231"/>
                  </a:cubicBezTo>
                  <a:cubicBezTo>
                    <a:pt x="19201" y="14857"/>
                    <a:pt x="19589" y="14453"/>
                    <a:pt x="19944" y="14021"/>
                  </a:cubicBezTo>
                  <a:cubicBezTo>
                    <a:pt x="20045" y="13865"/>
                    <a:pt x="19915" y="13698"/>
                    <a:pt x="19769" y="13698"/>
                  </a:cubicBezTo>
                  <a:close/>
                  <a:moveTo>
                    <a:pt x="15938" y="16706"/>
                  </a:moveTo>
                  <a:cubicBezTo>
                    <a:pt x="15907" y="16706"/>
                    <a:pt x="15875" y="16713"/>
                    <a:pt x="15846" y="16729"/>
                  </a:cubicBezTo>
                  <a:cubicBezTo>
                    <a:pt x="15389" y="16967"/>
                    <a:pt x="14907" y="17194"/>
                    <a:pt x="14370" y="17418"/>
                  </a:cubicBezTo>
                  <a:cubicBezTo>
                    <a:pt x="14265" y="17460"/>
                    <a:pt x="14215" y="17579"/>
                    <a:pt x="14259" y="17684"/>
                  </a:cubicBezTo>
                  <a:cubicBezTo>
                    <a:pt x="14292" y="17761"/>
                    <a:pt x="14367" y="17811"/>
                    <a:pt x="14450" y="17811"/>
                  </a:cubicBezTo>
                  <a:cubicBezTo>
                    <a:pt x="14478" y="17811"/>
                    <a:pt x="14503" y="17806"/>
                    <a:pt x="14531" y="17795"/>
                  </a:cubicBezTo>
                  <a:cubicBezTo>
                    <a:pt x="15076" y="17568"/>
                    <a:pt x="15569" y="17338"/>
                    <a:pt x="16031" y="17097"/>
                  </a:cubicBezTo>
                  <a:cubicBezTo>
                    <a:pt x="16134" y="17044"/>
                    <a:pt x="16172" y="16920"/>
                    <a:pt x="16120" y="16820"/>
                  </a:cubicBezTo>
                  <a:cubicBezTo>
                    <a:pt x="16085" y="16748"/>
                    <a:pt x="16012" y="16706"/>
                    <a:pt x="15938" y="16706"/>
                  </a:cubicBezTo>
                  <a:close/>
                  <a:moveTo>
                    <a:pt x="11369" y="18532"/>
                  </a:moveTo>
                  <a:cubicBezTo>
                    <a:pt x="11348" y="18532"/>
                    <a:pt x="11326" y="18535"/>
                    <a:pt x="11305" y="18542"/>
                  </a:cubicBezTo>
                  <a:lnTo>
                    <a:pt x="10782" y="18714"/>
                  </a:lnTo>
                  <a:lnTo>
                    <a:pt x="9743" y="19060"/>
                  </a:lnTo>
                  <a:cubicBezTo>
                    <a:pt x="9533" y="19143"/>
                    <a:pt x="9583" y="19453"/>
                    <a:pt x="9807" y="19462"/>
                  </a:cubicBezTo>
                  <a:cubicBezTo>
                    <a:pt x="9832" y="19462"/>
                    <a:pt x="9854" y="19459"/>
                    <a:pt x="9879" y="19453"/>
                  </a:cubicBezTo>
                  <a:lnTo>
                    <a:pt x="10912" y="19102"/>
                  </a:lnTo>
                  <a:lnTo>
                    <a:pt x="11432" y="18930"/>
                  </a:lnTo>
                  <a:cubicBezTo>
                    <a:pt x="11538" y="18894"/>
                    <a:pt x="11598" y="18778"/>
                    <a:pt x="11562" y="18670"/>
                  </a:cubicBezTo>
                  <a:cubicBezTo>
                    <a:pt x="11534" y="18586"/>
                    <a:pt x="11454" y="18532"/>
                    <a:pt x="11369" y="18532"/>
                  </a:cubicBezTo>
                  <a:close/>
                  <a:moveTo>
                    <a:pt x="6751" y="20236"/>
                  </a:moveTo>
                  <a:cubicBezTo>
                    <a:pt x="6722" y="20236"/>
                    <a:pt x="6691" y="20242"/>
                    <a:pt x="6662" y="20256"/>
                  </a:cubicBezTo>
                  <a:cubicBezTo>
                    <a:pt x="6141" y="20494"/>
                    <a:pt x="5646" y="20752"/>
                    <a:pt x="5186" y="21009"/>
                  </a:cubicBezTo>
                  <a:cubicBezTo>
                    <a:pt x="5086" y="21067"/>
                    <a:pt x="5053" y="21192"/>
                    <a:pt x="5108" y="21289"/>
                  </a:cubicBezTo>
                  <a:cubicBezTo>
                    <a:pt x="5143" y="21353"/>
                    <a:pt x="5209" y="21394"/>
                    <a:pt x="5281" y="21394"/>
                  </a:cubicBezTo>
                  <a:cubicBezTo>
                    <a:pt x="5284" y="21394"/>
                    <a:pt x="5286" y="21394"/>
                    <a:pt x="5288" y="21394"/>
                  </a:cubicBezTo>
                  <a:cubicBezTo>
                    <a:pt x="5324" y="21394"/>
                    <a:pt x="5358" y="21386"/>
                    <a:pt x="5388" y="21369"/>
                  </a:cubicBezTo>
                  <a:cubicBezTo>
                    <a:pt x="5837" y="21114"/>
                    <a:pt x="6324" y="20865"/>
                    <a:pt x="6836" y="20630"/>
                  </a:cubicBezTo>
                  <a:cubicBezTo>
                    <a:pt x="6936" y="20580"/>
                    <a:pt x="6980" y="20458"/>
                    <a:pt x="6936" y="20356"/>
                  </a:cubicBezTo>
                  <a:cubicBezTo>
                    <a:pt x="6902" y="20280"/>
                    <a:pt x="6829" y="20236"/>
                    <a:pt x="6751" y="20236"/>
                  </a:cubicBezTo>
                  <a:close/>
                  <a:moveTo>
                    <a:pt x="2649" y="22927"/>
                  </a:moveTo>
                  <a:cubicBezTo>
                    <a:pt x="2598" y="22927"/>
                    <a:pt x="2547" y="22945"/>
                    <a:pt x="2506" y="22983"/>
                  </a:cubicBezTo>
                  <a:cubicBezTo>
                    <a:pt x="2104" y="23374"/>
                    <a:pt x="1736" y="23797"/>
                    <a:pt x="1409" y="24254"/>
                  </a:cubicBezTo>
                  <a:cubicBezTo>
                    <a:pt x="1343" y="24346"/>
                    <a:pt x="1365" y="24470"/>
                    <a:pt x="1456" y="24537"/>
                  </a:cubicBezTo>
                  <a:cubicBezTo>
                    <a:pt x="1492" y="24562"/>
                    <a:pt x="1534" y="24575"/>
                    <a:pt x="1578" y="24575"/>
                  </a:cubicBezTo>
                  <a:cubicBezTo>
                    <a:pt x="1645" y="24575"/>
                    <a:pt x="1706" y="24545"/>
                    <a:pt x="1744" y="24492"/>
                  </a:cubicBezTo>
                  <a:cubicBezTo>
                    <a:pt x="2057" y="24058"/>
                    <a:pt x="2406" y="23651"/>
                    <a:pt x="2788" y="23277"/>
                  </a:cubicBezTo>
                  <a:cubicBezTo>
                    <a:pt x="2871" y="23199"/>
                    <a:pt x="2874" y="23069"/>
                    <a:pt x="2796" y="22986"/>
                  </a:cubicBezTo>
                  <a:cubicBezTo>
                    <a:pt x="2756" y="22947"/>
                    <a:pt x="2703" y="22927"/>
                    <a:pt x="2649" y="22927"/>
                  </a:cubicBezTo>
                  <a:close/>
                  <a:moveTo>
                    <a:pt x="304" y="27162"/>
                  </a:moveTo>
                  <a:cubicBezTo>
                    <a:pt x="205" y="27162"/>
                    <a:pt x="117" y="27233"/>
                    <a:pt x="100" y="27333"/>
                  </a:cubicBezTo>
                  <a:cubicBezTo>
                    <a:pt x="33" y="27735"/>
                    <a:pt x="0" y="28139"/>
                    <a:pt x="0" y="28546"/>
                  </a:cubicBezTo>
                  <a:cubicBezTo>
                    <a:pt x="0" y="28701"/>
                    <a:pt x="3" y="28859"/>
                    <a:pt x="14" y="29017"/>
                  </a:cubicBezTo>
                  <a:cubicBezTo>
                    <a:pt x="22" y="29122"/>
                    <a:pt x="111" y="29208"/>
                    <a:pt x="219" y="29210"/>
                  </a:cubicBezTo>
                  <a:lnTo>
                    <a:pt x="233" y="29205"/>
                  </a:lnTo>
                  <a:cubicBezTo>
                    <a:pt x="346" y="29199"/>
                    <a:pt x="432" y="29105"/>
                    <a:pt x="426" y="28992"/>
                  </a:cubicBezTo>
                  <a:cubicBezTo>
                    <a:pt x="415" y="28842"/>
                    <a:pt x="410" y="28693"/>
                    <a:pt x="413" y="28546"/>
                  </a:cubicBezTo>
                  <a:cubicBezTo>
                    <a:pt x="413" y="28161"/>
                    <a:pt x="443" y="27779"/>
                    <a:pt x="507" y="27400"/>
                  </a:cubicBezTo>
                  <a:cubicBezTo>
                    <a:pt x="526" y="27286"/>
                    <a:pt x="449" y="27178"/>
                    <a:pt x="335" y="27164"/>
                  </a:cubicBezTo>
                  <a:cubicBezTo>
                    <a:pt x="325" y="27163"/>
                    <a:pt x="314" y="27162"/>
                    <a:pt x="304" y="27162"/>
                  </a:cubicBezTo>
                  <a:close/>
                  <a:moveTo>
                    <a:pt x="1122" y="31929"/>
                  </a:moveTo>
                  <a:cubicBezTo>
                    <a:pt x="1089" y="31929"/>
                    <a:pt x="1055" y="31937"/>
                    <a:pt x="1024" y="31954"/>
                  </a:cubicBezTo>
                  <a:cubicBezTo>
                    <a:pt x="925" y="32007"/>
                    <a:pt x="889" y="32131"/>
                    <a:pt x="941" y="32231"/>
                  </a:cubicBezTo>
                  <a:cubicBezTo>
                    <a:pt x="1210" y="32727"/>
                    <a:pt x="1537" y="33189"/>
                    <a:pt x="1910" y="33613"/>
                  </a:cubicBezTo>
                  <a:cubicBezTo>
                    <a:pt x="1949" y="33654"/>
                    <a:pt x="2005" y="33679"/>
                    <a:pt x="2063" y="33682"/>
                  </a:cubicBezTo>
                  <a:cubicBezTo>
                    <a:pt x="2113" y="33682"/>
                    <a:pt x="2162" y="33660"/>
                    <a:pt x="2198" y="33627"/>
                  </a:cubicBezTo>
                  <a:cubicBezTo>
                    <a:pt x="2284" y="33552"/>
                    <a:pt x="2290" y="33422"/>
                    <a:pt x="2215" y="33339"/>
                  </a:cubicBezTo>
                  <a:cubicBezTo>
                    <a:pt x="1861" y="32940"/>
                    <a:pt x="1556" y="32505"/>
                    <a:pt x="1301" y="32037"/>
                  </a:cubicBezTo>
                  <a:cubicBezTo>
                    <a:pt x="1265" y="31969"/>
                    <a:pt x="1195" y="31929"/>
                    <a:pt x="1122" y="31929"/>
                  </a:cubicBezTo>
                  <a:close/>
                  <a:moveTo>
                    <a:pt x="11080" y="34552"/>
                  </a:moveTo>
                  <a:cubicBezTo>
                    <a:pt x="11045" y="34552"/>
                    <a:pt x="11009" y="34562"/>
                    <a:pt x="10975" y="34582"/>
                  </a:cubicBezTo>
                  <a:cubicBezTo>
                    <a:pt x="10521" y="34856"/>
                    <a:pt x="10034" y="35077"/>
                    <a:pt x="9527" y="35238"/>
                  </a:cubicBezTo>
                  <a:cubicBezTo>
                    <a:pt x="9419" y="35269"/>
                    <a:pt x="9358" y="35385"/>
                    <a:pt x="9392" y="35496"/>
                  </a:cubicBezTo>
                  <a:cubicBezTo>
                    <a:pt x="9419" y="35579"/>
                    <a:pt x="9500" y="35637"/>
                    <a:pt x="9588" y="35637"/>
                  </a:cubicBezTo>
                  <a:cubicBezTo>
                    <a:pt x="9608" y="35637"/>
                    <a:pt x="9630" y="35634"/>
                    <a:pt x="9649" y="35628"/>
                  </a:cubicBezTo>
                  <a:cubicBezTo>
                    <a:pt x="10189" y="35460"/>
                    <a:pt x="10704" y="35224"/>
                    <a:pt x="11186" y="34931"/>
                  </a:cubicBezTo>
                  <a:cubicBezTo>
                    <a:pt x="11280" y="34870"/>
                    <a:pt x="11310" y="34748"/>
                    <a:pt x="11252" y="34651"/>
                  </a:cubicBezTo>
                  <a:cubicBezTo>
                    <a:pt x="11214" y="34587"/>
                    <a:pt x="11148" y="34552"/>
                    <a:pt x="11080" y="34552"/>
                  </a:cubicBezTo>
                  <a:close/>
                  <a:moveTo>
                    <a:pt x="4752" y="35094"/>
                  </a:moveTo>
                  <a:cubicBezTo>
                    <a:pt x="4669" y="35094"/>
                    <a:pt x="4593" y="35146"/>
                    <a:pt x="4563" y="35227"/>
                  </a:cubicBezTo>
                  <a:cubicBezTo>
                    <a:pt x="4521" y="35335"/>
                    <a:pt x="4577" y="35451"/>
                    <a:pt x="4682" y="35490"/>
                  </a:cubicBezTo>
                  <a:cubicBezTo>
                    <a:pt x="5211" y="35687"/>
                    <a:pt x="5756" y="35825"/>
                    <a:pt x="6313" y="35903"/>
                  </a:cubicBezTo>
                  <a:lnTo>
                    <a:pt x="6343" y="35903"/>
                  </a:lnTo>
                  <a:cubicBezTo>
                    <a:pt x="6446" y="35903"/>
                    <a:pt x="6532" y="35828"/>
                    <a:pt x="6545" y="35725"/>
                  </a:cubicBezTo>
                  <a:cubicBezTo>
                    <a:pt x="6562" y="35615"/>
                    <a:pt x="6484" y="35509"/>
                    <a:pt x="6371" y="35496"/>
                  </a:cubicBezTo>
                  <a:cubicBezTo>
                    <a:pt x="5842" y="35421"/>
                    <a:pt x="5324" y="35291"/>
                    <a:pt x="4826" y="35108"/>
                  </a:cubicBezTo>
                  <a:cubicBezTo>
                    <a:pt x="4802" y="35099"/>
                    <a:pt x="4777" y="35094"/>
                    <a:pt x="4752" y="350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textbox 42"/>
          <p:cNvSpPr/>
          <p:nvPr/>
        </p:nvSpPr>
        <p:spPr>
          <a:xfrm>
            <a:off x="1415517" y="1215708"/>
            <a:ext cx="6759575" cy="4416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6195" algn="l" rtl="0" eaLnBrk="0">
              <a:lnSpc>
                <a:spcPct val="95000"/>
              </a:lnSpc>
            </a:pPr>
            <a:r>
              <a:rPr sz="2400" b="1" kern="0" spc="90" dirty="0">
                <a:solidFill>
                  <a:srgbClr val="99CA3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□ 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Matlab</a:t>
            </a:r>
            <a:r>
              <a:rPr sz="2400" b="1" kern="0" spc="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b="1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符号计算功能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8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  <a:spcBef>
                <a:spcPts val="635"/>
              </a:spcBef>
            </a:pPr>
            <a:r>
              <a:rPr sz="2000" b="1" kern="0" spc="0" dirty="0">
                <a:solidFill>
                  <a:srgbClr val="0033CC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</a:t>
            </a:r>
            <a:r>
              <a:rPr sz="2000" b="1" kern="0" spc="40" dirty="0">
                <a:solidFill>
                  <a:srgbClr val="0033CC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4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和著名的符号计算语言</a:t>
            </a:r>
            <a:r>
              <a:rPr sz="2100" kern="0" spc="-37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kern="0" spc="0" dirty="0">
                <a:solidFill>
                  <a:srgbClr val="0033CC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Maple</a:t>
            </a:r>
            <a:r>
              <a:rPr sz="2000" b="1" kern="0" spc="40" dirty="0">
                <a:solidFill>
                  <a:srgbClr val="0033CC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4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相结合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6195" algn="l" rtl="0" eaLnBrk="0">
              <a:lnSpc>
                <a:spcPct val="95000"/>
              </a:lnSpc>
              <a:spcBef>
                <a:spcPts val="725"/>
              </a:spcBef>
            </a:pPr>
            <a:r>
              <a:rPr sz="2400" b="1" kern="0" spc="80" dirty="0">
                <a:solidFill>
                  <a:srgbClr val="99CA3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□ 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Matlab</a:t>
            </a:r>
            <a:r>
              <a:rPr sz="2400" b="1" kern="0" spc="2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b="1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的绘图功能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84000"/>
              </a:lnSpc>
              <a:spcBef>
                <a:spcPts val="855"/>
              </a:spcBef>
            </a:pPr>
            <a:r>
              <a:rPr sz="2000" b="1" kern="0" spc="0" dirty="0">
                <a:solidFill>
                  <a:srgbClr val="0033CC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</a:t>
            </a:r>
            <a:r>
              <a:rPr sz="2100" b="1" kern="0" spc="3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提供丰富的绘图命令，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9050" algn="l" rtl="0" eaLnBrk="0">
              <a:lnSpc>
                <a:spcPts val="3010"/>
              </a:lnSpc>
            </a:pPr>
            <a:r>
              <a:rPr sz="2100" b="1" kern="0" spc="-1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很方便实现数据的可视化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7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6195" algn="l" rtl="0" eaLnBrk="0">
              <a:lnSpc>
                <a:spcPct val="95000"/>
              </a:lnSpc>
              <a:spcBef>
                <a:spcPts val="725"/>
              </a:spcBef>
            </a:pPr>
            <a:r>
              <a:rPr sz="2400" b="1" kern="0" spc="80" dirty="0">
                <a:solidFill>
                  <a:srgbClr val="99CA3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□ 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Matlab</a:t>
            </a:r>
            <a:r>
              <a:rPr sz="2400" b="1" kern="0" spc="2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b="1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的编程功能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83000"/>
              </a:lnSpc>
              <a:spcBef>
                <a:spcPts val="1715"/>
              </a:spcBef>
            </a:pPr>
            <a:r>
              <a:rPr sz="2000" b="1" kern="0" spc="0" dirty="0">
                <a:solidFill>
                  <a:srgbClr val="0033CC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</a:t>
            </a:r>
            <a:r>
              <a:rPr sz="2100" b="1" kern="0" spc="2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具有</a:t>
            </a:r>
            <a:r>
              <a:rPr sz="2100" b="1" kern="0" spc="20" dirty="0">
                <a:solidFill>
                  <a:srgbClr val="0033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程序结构控制</a:t>
            </a:r>
            <a:r>
              <a:rPr sz="2100" b="1" kern="0" spc="2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2100" b="1" kern="0" spc="20" dirty="0">
                <a:solidFill>
                  <a:srgbClr val="0033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函数调用</a:t>
            </a:r>
            <a:r>
              <a:rPr sz="2100" b="1" kern="0" spc="2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2100" b="1" kern="0" spc="10" dirty="0">
                <a:solidFill>
                  <a:srgbClr val="0033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数据结构</a:t>
            </a:r>
            <a:r>
              <a:rPr sz="2100" b="1" kern="0" spc="1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2100" b="1" kern="0" spc="10" dirty="0">
                <a:solidFill>
                  <a:srgbClr val="0033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输入输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7305" indent="10160" algn="l" rtl="0" eaLnBrk="0">
              <a:lnSpc>
                <a:spcPct val="126000"/>
              </a:lnSpc>
              <a:spcBef>
                <a:spcPts val="5"/>
              </a:spcBef>
            </a:pPr>
            <a:r>
              <a:rPr sz="2100" b="1" kern="0" spc="-10" dirty="0">
                <a:solidFill>
                  <a:srgbClr val="0033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出</a:t>
            </a:r>
            <a:r>
              <a:rPr sz="2100" b="1" kern="0" spc="-1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2100" b="1" kern="0" spc="-10" dirty="0">
                <a:solidFill>
                  <a:srgbClr val="0033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面向对象</a:t>
            </a:r>
            <a:r>
              <a:rPr sz="2100" b="1" kern="0" spc="-1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等程序语言特征，而且</a:t>
            </a:r>
            <a:r>
              <a:rPr sz="2100" b="1" kern="0" spc="-10" dirty="0">
                <a:solidFill>
                  <a:srgbClr val="6633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简单易学</a:t>
            </a:r>
            <a:r>
              <a:rPr sz="2100" b="1" kern="0" spc="-1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2100" b="1" kern="0" spc="-10" dirty="0">
                <a:solidFill>
                  <a:srgbClr val="6633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编程效率</a:t>
            </a:r>
            <a:r>
              <a:rPr sz="2100" b="1" kern="0" spc="10" dirty="0">
                <a:solidFill>
                  <a:srgbClr val="6633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</a:t>
            </a:r>
            <a:r>
              <a:rPr sz="2100" b="1" kern="0" spc="1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。通过</a:t>
            </a:r>
            <a:r>
              <a:rPr sz="2100" kern="0" spc="-34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kern="0" spc="0" dirty="0">
                <a:solidFill>
                  <a:srgbClr val="0033CC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</a:t>
            </a:r>
            <a:r>
              <a:rPr sz="2000" b="1" kern="0" spc="10" dirty="0">
                <a:solidFill>
                  <a:srgbClr val="0033CC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10" dirty="0">
                <a:solidFill>
                  <a:srgbClr val="0033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进行编程完成特定的任务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2" name="Google Shape;5790;p73"/>
          <p:cNvGrpSpPr/>
          <p:nvPr/>
        </p:nvGrpSpPr>
        <p:grpSpPr>
          <a:xfrm>
            <a:off x="9136380" y="2593975"/>
            <a:ext cx="2035175" cy="1758950"/>
            <a:chOff x="3296788" y="1599575"/>
            <a:chExt cx="2550421" cy="2345647"/>
          </a:xfrm>
        </p:grpSpPr>
        <p:sp>
          <p:nvSpPr>
            <p:cNvPr id="5" name="Google Shape;5791;p73"/>
            <p:cNvSpPr/>
            <p:nvPr/>
          </p:nvSpPr>
          <p:spPr>
            <a:xfrm>
              <a:off x="3312791" y="1883989"/>
              <a:ext cx="920822" cy="1374326"/>
            </a:xfrm>
            <a:custGeom>
              <a:avLst/>
              <a:gdLst/>
              <a:ahLst/>
              <a:cxnLst/>
              <a:rect l="l" t="t" r="r" b="b"/>
              <a:pathLst>
                <a:path w="47125" h="70334" extrusionOk="0">
                  <a:moveTo>
                    <a:pt x="10751" y="0"/>
                  </a:moveTo>
                  <a:lnTo>
                    <a:pt x="7709" y="1851"/>
                  </a:lnTo>
                  <a:lnTo>
                    <a:pt x="0" y="6547"/>
                  </a:lnTo>
                  <a:lnTo>
                    <a:pt x="36047" y="70333"/>
                  </a:lnTo>
                  <a:lnTo>
                    <a:pt x="41159" y="66544"/>
                  </a:lnTo>
                  <a:lnTo>
                    <a:pt x="47124" y="62115"/>
                  </a:lnTo>
                  <a:lnTo>
                    <a:pt x="10751" y="0"/>
                  </a:ln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" name="Google Shape;5792;p73"/>
            <p:cNvSpPr/>
            <p:nvPr/>
          </p:nvSpPr>
          <p:spPr>
            <a:xfrm>
              <a:off x="3296788" y="1869802"/>
              <a:ext cx="952692" cy="1402757"/>
            </a:xfrm>
            <a:custGeom>
              <a:avLst/>
              <a:gdLst/>
              <a:ahLst/>
              <a:cxnLst/>
              <a:rect l="l" t="t" r="r" b="b"/>
              <a:pathLst>
                <a:path w="48756" h="71789" extrusionOk="0">
                  <a:moveTo>
                    <a:pt x="11321" y="1729"/>
                  </a:moveTo>
                  <a:lnTo>
                    <a:pt x="46988" y="62645"/>
                  </a:lnTo>
                  <a:lnTo>
                    <a:pt x="37098" y="69986"/>
                  </a:lnTo>
                  <a:lnTo>
                    <a:pt x="1804" y="7522"/>
                  </a:lnTo>
                  <a:lnTo>
                    <a:pt x="11321" y="1729"/>
                  </a:lnTo>
                  <a:close/>
                  <a:moveTo>
                    <a:pt x="11578" y="0"/>
                  </a:moveTo>
                  <a:cubicBezTo>
                    <a:pt x="11442" y="0"/>
                    <a:pt x="11307" y="39"/>
                    <a:pt x="11190" y="110"/>
                  </a:cubicBezTo>
                  <a:lnTo>
                    <a:pt x="452" y="6650"/>
                  </a:lnTo>
                  <a:cubicBezTo>
                    <a:pt x="120" y="6852"/>
                    <a:pt x="1" y="7285"/>
                    <a:pt x="191" y="7629"/>
                  </a:cubicBezTo>
                  <a:lnTo>
                    <a:pt x="36238" y="71415"/>
                  </a:lnTo>
                  <a:cubicBezTo>
                    <a:pt x="36339" y="71599"/>
                    <a:pt x="36516" y="71723"/>
                    <a:pt x="36718" y="71765"/>
                  </a:cubicBezTo>
                  <a:cubicBezTo>
                    <a:pt x="36766" y="71777"/>
                    <a:pt x="36819" y="71783"/>
                    <a:pt x="36866" y="71789"/>
                  </a:cubicBezTo>
                  <a:cubicBezTo>
                    <a:pt x="37026" y="71783"/>
                    <a:pt x="37175" y="71735"/>
                    <a:pt x="37299" y="71640"/>
                  </a:cubicBezTo>
                  <a:lnTo>
                    <a:pt x="48370" y="63428"/>
                  </a:lnTo>
                  <a:cubicBezTo>
                    <a:pt x="48673" y="63208"/>
                    <a:pt x="48756" y="62793"/>
                    <a:pt x="48566" y="62479"/>
                  </a:cubicBezTo>
                  <a:lnTo>
                    <a:pt x="12198" y="365"/>
                  </a:lnTo>
                  <a:cubicBezTo>
                    <a:pt x="12098" y="193"/>
                    <a:pt x="11938" y="74"/>
                    <a:pt x="11748" y="21"/>
                  </a:cubicBezTo>
                  <a:cubicBezTo>
                    <a:pt x="11692" y="7"/>
                    <a:pt x="11635" y="0"/>
                    <a:pt x="1157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" name="Google Shape;5793;p73"/>
            <p:cNvSpPr/>
            <p:nvPr/>
          </p:nvSpPr>
          <p:spPr>
            <a:xfrm>
              <a:off x="3463410" y="1883989"/>
              <a:ext cx="770208" cy="1300289"/>
            </a:xfrm>
            <a:custGeom>
              <a:avLst/>
              <a:gdLst/>
              <a:ahLst/>
              <a:cxnLst/>
              <a:rect l="l" t="t" r="r" b="b"/>
              <a:pathLst>
                <a:path w="39417" h="66545" extrusionOk="0">
                  <a:moveTo>
                    <a:pt x="3043" y="0"/>
                  </a:moveTo>
                  <a:lnTo>
                    <a:pt x="1" y="1851"/>
                  </a:lnTo>
                  <a:lnTo>
                    <a:pt x="33451" y="66544"/>
                  </a:lnTo>
                  <a:lnTo>
                    <a:pt x="39416" y="62115"/>
                  </a:lnTo>
                  <a:lnTo>
                    <a:pt x="3043" y="0"/>
                  </a:ln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" name="Google Shape;5794;p73"/>
            <p:cNvSpPr/>
            <p:nvPr/>
          </p:nvSpPr>
          <p:spPr>
            <a:xfrm>
              <a:off x="3381183" y="2102570"/>
              <a:ext cx="125466" cy="79215"/>
            </a:xfrm>
            <a:custGeom>
              <a:avLst/>
              <a:gdLst/>
              <a:ahLst/>
              <a:cxnLst/>
              <a:rect l="l" t="t" r="r" b="b"/>
              <a:pathLst>
                <a:path w="6421" h="4054" extrusionOk="0">
                  <a:moveTo>
                    <a:pt x="5584" y="0"/>
                  </a:moveTo>
                  <a:cubicBezTo>
                    <a:pt x="5449" y="0"/>
                    <a:pt x="5312" y="38"/>
                    <a:pt x="5187" y="117"/>
                  </a:cubicBezTo>
                  <a:lnTo>
                    <a:pt x="651" y="2702"/>
                  </a:lnTo>
                  <a:cubicBezTo>
                    <a:pt x="1" y="3063"/>
                    <a:pt x="258" y="4054"/>
                    <a:pt x="1006" y="4054"/>
                  </a:cubicBezTo>
                  <a:cubicBezTo>
                    <a:pt x="1008" y="4054"/>
                    <a:pt x="1011" y="4054"/>
                    <a:pt x="1013" y="4054"/>
                  </a:cubicBezTo>
                  <a:cubicBezTo>
                    <a:pt x="1131" y="4054"/>
                    <a:pt x="1256" y="4024"/>
                    <a:pt x="1363" y="3965"/>
                  </a:cubicBezTo>
                  <a:lnTo>
                    <a:pt x="5911" y="1380"/>
                  </a:lnTo>
                  <a:cubicBezTo>
                    <a:pt x="6278" y="1190"/>
                    <a:pt x="6421" y="727"/>
                    <a:pt x="6213" y="366"/>
                  </a:cubicBezTo>
                  <a:cubicBezTo>
                    <a:pt x="6078" y="130"/>
                    <a:pt x="5835" y="0"/>
                    <a:pt x="558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" name="Google Shape;5795;p73"/>
            <p:cNvSpPr/>
            <p:nvPr/>
          </p:nvSpPr>
          <p:spPr>
            <a:xfrm>
              <a:off x="3462843" y="2250356"/>
              <a:ext cx="120874" cy="75346"/>
            </a:xfrm>
            <a:custGeom>
              <a:avLst/>
              <a:gdLst/>
              <a:ahLst/>
              <a:cxnLst/>
              <a:rect l="l" t="t" r="r" b="b"/>
              <a:pathLst>
                <a:path w="6186" h="3856" extrusionOk="0">
                  <a:moveTo>
                    <a:pt x="5365" y="1"/>
                  </a:moveTo>
                  <a:cubicBezTo>
                    <a:pt x="5260" y="1"/>
                    <a:pt x="5153" y="24"/>
                    <a:pt x="5052" y="72"/>
                  </a:cubicBezTo>
                  <a:lnTo>
                    <a:pt x="641" y="2504"/>
                  </a:lnTo>
                  <a:cubicBezTo>
                    <a:pt x="0" y="2871"/>
                    <a:pt x="255" y="3850"/>
                    <a:pt x="996" y="3856"/>
                  </a:cubicBezTo>
                  <a:cubicBezTo>
                    <a:pt x="1121" y="3856"/>
                    <a:pt x="1240" y="3826"/>
                    <a:pt x="1346" y="3767"/>
                  </a:cubicBezTo>
                  <a:lnTo>
                    <a:pt x="5752" y="1336"/>
                  </a:lnTo>
                  <a:cubicBezTo>
                    <a:pt x="6078" y="1128"/>
                    <a:pt x="6185" y="707"/>
                    <a:pt x="6001" y="375"/>
                  </a:cubicBezTo>
                  <a:cubicBezTo>
                    <a:pt x="5867" y="136"/>
                    <a:pt x="5620" y="1"/>
                    <a:pt x="536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5796;p73"/>
            <p:cNvSpPr/>
            <p:nvPr/>
          </p:nvSpPr>
          <p:spPr>
            <a:xfrm>
              <a:off x="3544601" y="2389935"/>
              <a:ext cx="126365" cy="81189"/>
            </a:xfrm>
            <a:custGeom>
              <a:avLst/>
              <a:gdLst/>
              <a:ahLst/>
              <a:cxnLst/>
              <a:rect l="l" t="t" r="r" b="b"/>
              <a:pathLst>
                <a:path w="6467" h="4155" extrusionOk="0">
                  <a:moveTo>
                    <a:pt x="5651" y="1"/>
                  </a:moveTo>
                  <a:cubicBezTo>
                    <a:pt x="5525" y="1"/>
                    <a:pt x="5397" y="34"/>
                    <a:pt x="5280" y="105"/>
                  </a:cubicBezTo>
                  <a:lnTo>
                    <a:pt x="643" y="2803"/>
                  </a:lnTo>
                  <a:cubicBezTo>
                    <a:pt x="1" y="3168"/>
                    <a:pt x="261" y="4155"/>
                    <a:pt x="1003" y="4155"/>
                  </a:cubicBezTo>
                  <a:cubicBezTo>
                    <a:pt x="1008" y="4155"/>
                    <a:pt x="1012" y="4155"/>
                    <a:pt x="1017" y="4155"/>
                  </a:cubicBezTo>
                  <a:cubicBezTo>
                    <a:pt x="1141" y="4155"/>
                    <a:pt x="1266" y="4119"/>
                    <a:pt x="1378" y="4054"/>
                  </a:cubicBezTo>
                  <a:lnTo>
                    <a:pt x="6010" y="1356"/>
                  </a:lnTo>
                  <a:cubicBezTo>
                    <a:pt x="6354" y="1148"/>
                    <a:pt x="6466" y="709"/>
                    <a:pt x="6270" y="359"/>
                  </a:cubicBezTo>
                  <a:cubicBezTo>
                    <a:pt x="6137" y="128"/>
                    <a:pt x="5898" y="1"/>
                    <a:pt x="565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5797;p73"/>
            <p:cNvSpPr/>
            <p:nvPr/>
          </p:nvSpPr>
          <p:spPr>
            <a:xfrm>
              <a:off x="3620613" y="2529924"/>
              <a:ext cx="123219" cy="75620"/>
            </a:xfrm>
            <a:custGeom>
              <a:avLst/>
              <a:gdLst/>
              <a:ahLst/>
              <a:cxnLst/>
              <a:rect l="l" t="t" r="r" b="b"/>
              <a:pathLst>
                <a:path w="6306" h="3870" extrusionOk="0">
                  <a:moveTo>
                    <a:pt x="5480" y="1"/>
                  </a:moveTo>
                  <a:cubicBezTo>
                    <a:pt x="5362" y="1"/>
                    <a:pt x="5242" y="30"/>
                    <a:pt x="5132" y="92"/>
                  </a:cubicBezTo>
                  <a:lnTo>
                    <a:pt x="667" y="2517"/>
                  </a:lnTo>
                  <a:cubicBezTo>
                    <a:pt x="1" y="2865"/>
                    <a:pt x="249" y="3869"/>
                    <a:pt x="998" y="3869"/>
                  </a:cubicBezTo>
                  <a:cubicBezTo>
                    <a:pt x="1002" y="3869"/>
                    <a:pt x="1006" y="3869"/>
                    <a:pt x="1011" y="3869"/>
                  </a:cubicBezTo>
                  <a:cubicBezTo>
                    <a:pt x="1021" y="3870"/>
                    <a:pt x="1031" y="3870"/>
                    <a:pt x="1041" y="3870"/>
                  </a:cubicBezTo>
                  <a:cubicBezTo>
                    <a:pt x="1149" y="3870"/>
                    <a:pt x="1257" y="3841"/>
                    <a:pt x="1361" y="3792"/>
                  </a:cubicBezTo>
                  <a:lnTo>
                    <a:pt x="5826" y="1367"/>
                  </a:lnTo>
                  <a:cubicBezTo>
                    <a:pt x="6181" y="1171"/>
                    <a:pt x="6306" y="732"/>
                    <a:pt x="6116" y="382"/>
                  </a:cubicBezTo>
                  <a:cubicBezTo>
                    <a:pt x="5986" y="139"/>
                    <a:pt x="5737" y="1"/>
                    <a:pt x="54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5798;p73"/>
            <p:cNvSpPr/>
            <p:nvPr/>
          </p:nvSpPr>
          <p:spPr>
            <a:xfrm>
              <a:off x="3711496" y="2679254"/>
              <a:ext cx="119018" cy="80857"/>
            </a:xfrm>
            <a:custGeom>
              <a:avLst/>
              <a:gdLst/>
              <a:ahLst/>
              <a:cxnLst/>
              <a:rect l="l" t="t" r="r" b="b"/>
              <a:pathLst>
                <a:path w="6091" h="4138" extrusionOk="0">
                  <a:moveTo>
                    <a:pt x="5250" y="0"/>
                  </a:moveTo>
                  <a:cubicBezTo>
                    <a:pt x="5109" y="0"/>
                    <a:pt x="4966" y="42"/>
                    <a:pt x="4839" y="129"/>
                  </a:cubicBezTo>
                  <a:lnTo>
                    <a:pt x="451" y="2797"/>
                  </a:lnTo>
                  <a:cubicBezTo>
                    <a:pt x="107" y="3005"/>
                    <a:pt x="1" y="3450"/>
                    <a:pt x="202" y="3788"/>
                  </a:cubicBezTo>
                  <a:cubicBezTo>
                    <a:pt x="339" y="4001"/>
                    <a:pt x="576" y="4137"/>
                    <a:pt x="831" y="4137"/>
                  </a:cubicBezTo>
                  <a:cubicBezTo>
                    <a:pt x="961" y="4137"/>
                    <a:pt x="1092" y="4102"/>
                    <a:pt x="1204" y="4037"/>
                  </a:cubicBezTo>
                  <a:lnTo>
                    <a:pt x="5592" y="1368"/>
                  </a:lnTo>
                  <a:cubicBezTo>
                    <a:pt x="5960" y="1167"/>
                    <a:pt x="6090" y="704"/>
                    <a:pt x="5871" y="348"/>
                  </a:cubicBezTo>
                  <a:cubicBezTo>
                    <a:pt x="5732" y="123"/>
                    <a:pt x="5494" y="0"/>
                    <a:pt x="525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5799;p73"/>
            <p:cNvSpPr/>
            <p:nvPr/>
          </p:nvSpPr>
          <p:spPr>
            <a:xfrm>
              <a:off x="3798862" y="2828916"/>
              <a:ext cx="125740" cy="91447"/>
            </a:xfrm>
            <a:custGeom>
              <a:avLst/>
              <a:gdLst/>
              <a:ahLst/>
              <a:cxnLst/>
              <a:rect l="l" t="t" r="r" b="b"/>
              <a:pathLst>
                <a:path w="6435" h="4680" extrusionOk="0">
                  <a:moveTo>
                    <a:pt x="5604" y="0"/>
                  </a:moveTo>
                  <a:cubicBezTo>
                    <a:pt x="5451" y="0"/>
                    <a:pt x="5297" y="49"/>
                    <a:pt x="5165" y="149"/>
                  </a:cubicBezTo>
                  <a:lnTo>
                    <a:pt x="576" y="3357"/>
                  </a:lnTo>
                  <a:cubicBezTo>
                    <a:pt x="1" y="3766"/>
                    <a:pt x="285" y="4673"/>
                    <a:pt x="991" y="4679"/>
                  </a:cubicBezTo>
                  <a:cubicBezTo>
                    <a:pt x="1139" y="4679"/>
                    <a:pt x="1281" y="4638"/>
                    <a:pt x="1406" y="4549"/>
                  </a:cubicBezTo>
                  <a:lnTo>
                    <a:pt x="6002" y="1335"/>
                  </a:lnTo>
                  <a:cubicBezTo>
                    <a:pt x="6346" y="1110"/>
                    <a:pt x="6434" y="641"/>
                    <a:pt x="6197" y="309"/>
                  </a:cubicBezTo>
                  <a:cubicBezTo>
                    <a:pt x="6056" y="107"/>
                    <a:pt x="5831" y="0"/>
                    <a:pt x="560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5800;p73"/>
            <p:cNvSpPr/>
            <p:nvPr/>
          </p:nvSpPr>
          <p:spPr>
            <a:xfrm>
              <a:off x="3879154" y="2962163"/>
              <a:ext cx="116126" cy="94456"/>
            </a:xfrm>
            <a:custGeom>
              <a:avLst/>
              <a:gdLst/>
              <a:ahLst/>
              <a:cxnLst/>
              <a:rect l="l" t="t" r="r" b="b"/>
              <a:pathLst>
                <a:path w="5943" h="4834" extrusionOk="0">
                  <a:moveTo>
                    <a:pt x="5140" y="1"/>
                  </a:moveTo>
                  <a:cubicBezTo>
                    <a:pt x="5004" y="1"/>
                    <a:pt x="4866" y="39"/>
                    <a:pt x="4745" y="119"/>
                  </a:cubicBezTo>
                  <a:lnTo>
                    <a:pt x="369" y="3535"/>
                  </a:lnTo>
                  <a:cubicBezTo>
                    <a:pt x="60" y="3784"/>
                    <a:pt x="1" y="4235"/>
                    <a:pt x="244" y="4549"/>
                  </a:cubicBezTo>
                  <a:cubicBezTo>
                    <a:pt x="386" y="4727"/>
                    <a:pt x="600" y="4834"/>
                    <a:pt x="825" y="4834"/>
                  </a:cubicBezTo>
                  <a:cubicBezTo>
                    <a:pt x="985" y="4834"/>
                    <a:pt x="1139" y="4774"/>
                    <a:pt x="1270" y="4679"/>
                  </a:cubicBezTo>
                  <a:lnTo>
                    <a:pt x="5634" y="1258"/>
                  </a:lnTo>
                  <a:cubicBezTo>
                    <a:pt x="5907" y="1003"/>
                    <a:pt x="5943" y="576"/>
                    <a:pt x="5711" y="280"/>
                  </a:cubicBezTo>
                  <a:cubicBezTo>
                    <a:pt x="5570" y="98"/>
                    <a:pt x="5356" y="1"/>
                    <a:pt x="514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5801;p73"/>
            <p:cNvSpPr/>
            <p:nvPr/>
          </p:nvSpPr>
          <p:spPr>
            <a:xfrm>
              <a:off x="3951474" y="3082807"/>
              <a:ext cx="117279" cy="91545"/>
            </a:xfrm>
            <a:custGeom>
              <a:avLst/>
              <a:gdLst/>
              <a:ahLst/>
              <a:cxnLst/>
              <a:rect l="l" t="t" r="r" b="b"/>
              <a:pathLst>
                <a:path w="6002" h="4685" extrusionOk="0">
                  <a:moveTo>
                    <a:pt x="5166" y="0"/>
                  </a:moveTo>
                  <a:cubicBezTo>
                    <a:pt x="4995" y="0"/>
                    <a:pt x="4824" y="60"/>
                    <a:pt x="4685" y="184"/>
                  </a:cubicBezTo>
                  <a:lnTo>
                    <a:pt x="386" y="3374"/>
                  </a:lnTo>
                  <a:cubicBezTo>
                    <a:pt x="65" y="3617"/>
                    <a:pt x="0" y="4068"/>
                    <a:pt x="237" y="4388"/>
                  </a:cubicBezTo>
                  <a:cubicBezTo>
                    <a:pt x="368" y="4572"/>
                    <a:pt x="587" y="4684"/>
                    <a:pt x="813" y="4684"/>
                  </a:cubicBezTo>
                  <a:cubicBezTo>
                    <a:pt x="973" y="4684"/>
                    <a:pt x="1127" y="4631"/>
                    <a:pt x="1251" y="4536"/>
                  </a:cubicBezTo>
                  <a:lnTo>
                    <a:pt x="5545" y="1352"/>
                  </a:lnTo>
                  <a:cubicBezTo>
                    <a:pt x="5906" y="1126"/>
                    <a:pt x="6001" y="640"/>
                    <a:pt x="5752" y="296"/>
                  </a:cubicBezTo>
                  <a:cubicBezTo>
                    <a:pt x="5608" y="102"/>
                    <a:pt x="5388" y="0"/>
                    <a:pt x="516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5802;p73"/>
            <p:cNvSpPr/>
            <p:nvPr/>
          </p:nvSpPr>
          <p:spPr>
            <a:xfrm>
              <a:off x="3698990" y="2295847"/>
              <a:ext cx="225726" cy="377982"/>
            </a:xfrm>
            <a:custGeom>
              <a:avLst/>
              <a:gdLst/>
              <a:ahLst/>
              <a:cxnLst/>
              <a:rect l="l" t="t" r="r" b="b"/>
              <a:pathLst>
                <a:path w="11552" h="19344" extrusionOk="0">
                  <a:moveTo>
                    <a:pt x="176" y="1"/>
                  </a:moveTo>
                  <a:cubicBezTo>
                    <a:pt x="154" y="1"/>
                    <a:pt x="132" y="5"/>
                    <a:pt x="113" y="16"/>
                  </a:cubicBezTo>
                  <a:cubicBezTo>
                    <a:pt x="6" y="69"/>
                    <a:pt x="0" y="253"/>
                    <a:pt x="95" y="431"/>
                  </a:cubicBezTo>
                  <a:cubicBezTo>
                    <a:pt x="979" y="2008"/>
                    <a:pt x="1868" y="3573"/>
                    <a:pt x="2781" y="5133"/>
                  </a:cubicBezTo>
                  <a:lnTo>
                    <a:pt x="5533" y="9782"/>
                  </a:lnTo>
                  <a:lnTo>
                    <a:pt x="8349" y="14389"/>
                  </a:lnTo>
                  <a:cubicBezTo>
                    <a:pt x="9274" y="15937"/>
                    <a:pt x="10365" y="17390"/>
                    <a:pt x="10994" y="19020"/>
                  </a:cubicBezTo>
                  <a:cubicBezTo>
                    <a:pt x="11060" y="19207"/>
                    <a:pt x="11182" y="19343"/>
                    <a:pt x="11308" y="19343"/>
                  </a:cubicBezTo>
                  <a:cubicBezTo>
                    <a:pt x="11318" y="19343"/>
                    <a:pt x="11328" y="19342"/>
                    <a:pt x="11338" y="19341"/>
                  </a:cubicBezTo>
                  <a:cubicBezTo>
                    <a:pt x="11480" y="19317"/>
                    <a:pt x="11551" y="19098"/>
                    <a:pt x="11474" y="18860"/>
                  </a:cubicBezTo>
                  <a:cubicBezTo>
                    <a:pt x="10905" y="17076"/>
                    <a:pt x="9867" y="15569"/>
                    <a:pt x="8984" y="14004"/>
                  </a:cubicBezTo>
                  <a:lnTo>
                    <a:pt x="6215" y="9367"/>
                  </a:lnTo>
                  <a:lnTo>
                    <a:pt x="3380" y="4765"/>
                  </a:lnTo>
                  <a:cubicBezTo>
                    <a:pt x="2425" y="3235"/>
                    <a:pt x="1453" y="1723"/>
                    <a:pt x="469" y="211"/>
                  </a:cubicBezTo>
                  <a:cubicBezTo>
                    <a:pt x="392" y="87"/>
                    <a:pt x="272" y="1"/>
                    <a:pt x="17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5803;p73"/>
            <p:cNvSpPr/>
            <p:nvPr/>
          </p:nvSpPr>
          <p:spPr>
            <a:xfrm>
              <a:off x="3817172" y="2583485"/>
              <a:ext cx="95023" cy="180940"/>
            </a:xfrm>
            <a:custGeom>
              <a:avLst/>
              <a:gdLst/>
              <a:ahLst/>
              <a:cxnLst/>
              <a:rect l="l" t="t" r="r" b="b"/>
              <a:pathLst>
                <a:path w="4863" h="9260" extrusionOk="0">
                  <a:moveTo>
                    <a:pt x="265" y="0"/>
                  </a:moveTo>
                  <a:cubicBezTo>
                    <a:pt x="231" y="0"/>
                    <a:pt x="196" y="10"/>
                    <a:pt x="167" y="31"/>
                  </a:cubicBezTo>
                  <a:cubicBezTo>
                    <a:pt x="60" y="84"/>
                    <a:pt x="1" y="203"/>
                    <a:pt x="48" y="286"/>
                  </a:cubicBezTo>
                  <a:lnTo>
                    <a:pt x="1109" y="2516"/>
                  </a:lnTo>
                  <a:cubicBezTo>
                    <a:pt x="1483" y="3251"/>
                    <a:pt x="1815" y="4004"/>
                    <a:pt x="2189" y="4733"/>
                  </a:cubicBezTo>
                  <a:cubicBezTo>
                    <a:pt x="2556" y="5457"/>
                    <a:pt x="2912" y="6198"/>
                    <a:pt x="3262" y="6939"/>
                  </a:cubicBezTo>
                  <a:lnTo>
                    <a:pt x="4359" y="9157"/>
                  </a:lnTo>
                  <a:cubicBezTo>
                    <a:pt x="4389" y="9220"/>
                    <a:pt x="4458" y="9260"/>
                    <a:pt x="4544" y="9260"/>
                  </a:cubicBezTo>
                  <a:cubicBezTo>
                    <a:pt x="4579" y="9260"/>
                    <a:pt x="4616" y="9254"/>
                    <a:pt x="4655" y="9240"/>
                  </a:cubicBezTo>
                  <a:cubicBezTo>
                    <a:pt x="4792" y="9187"/>
                    <a:pt x="4863" y="9062"/>
                    <a:pt x="4827" y="8955"/>
                  </a:cubicBezTo>
                  <a:cubicBezTo>
                    <a:pt x="4561" y="8173"/>
                    <a:pt x="4270" y="7396"/>
                    <a:pt x="3938" y="6637"/>
                  </a:cubicBezTo>
                  <a:cubicBezTo>
                    <a:pt x="3606" y="5884"/>
                    <a:pt x="3280" y="5113"/>
                    <a:pt x="2900" y="4378"/>
                  </a:cubicBezTo>
                  <a:cubicBezTo>
                    <a:pt x="2521" y="3642"/>
                    <a:pt x="2135" y="2907"/>
                    <a:pt x="1726" y="2184"/>
                  </a:cubicBezTo>
                  <a:cubicBezTo>
                    <a:pt x="1323" y="1460"/>
                    <a:pt x="884" y="754"/>
                    <a:pt x="416" y="73"/>
                  </a:cubicBezTo>
                  <a:cubicBezTo>
                    <a:pt x="376" y="25"/>
                    <a:pt x="320" y="0"/>
                    <a:pt x="26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5804;p73"/>
            <p:cNvSpPr/>
            <p:nvPr/>
          </p:nvSpPr>
          <p:spPr>
            <a:xfrm>
              <a:off x="3498993" y="1959552"/>
              <a:ext cx="59343" cy="111046"/>
            </a:xfrm>
            <a:custGeom>
              <a:avLst/>
              <a:gdLst/>
              <a:ahLst/>
              <a:cxnLst/>
              <a:rect l="l" t="t" r="r" b="b"/>
              <a:pathLst>
                <a:path w="3037" h="5683" extrusionOk="0">
                  <a:moveTo>
                    <a:pt x="319" y="0"/>
                  </a:moveTo>
                  <a:cubicBezTo>
                    <a:pt x="282" y="0"/>
                    <a:pt x="238" y="8"/>
                    <a:pt x="190" y="23"/>
                  </a:cubicBezTo>
                  <a:cubicBezTo>
                    <a:pt x="83" y="59"/>
                    <a:pt x="0" y="142"/>
                    <a:pt x="12" y="195"/>
                  </a:cubicBezTo>
                  <a:cubicBezTo>
                    <a:pt x="137" y="682"/>
                    <a:pt x="291" y="1168"/>
                    <a:pt x="469" y="1642"/>
                  </a:cubicBezTo>
                  <a:cubicBezTo>
                    <a:pt x="659" y="2105"/>
                    <a:pt x="831" y="2579"/>
                    <a:pt x="1050" y="3036"/>
                  </a:cubicBezTo>
                  <a:cubicBezTo>
                    <a:pt x="1275" y="3486"/>
                    <a:pt x="1495" y="3937"/>
                    <a:pt x="1750" y="4376"/>
                  </a:cubicBezTo>
                  <a:cubicBezTo>
                    <a:pt x="1999" y="4815"/>
                    <a:pt x="2277" y="5242"/>
                    <a:pt x="2562" y="5651"/>
                  </a:cubicBezTo>
                  <a:cubicBezTo>
                    <a:pt x="2579" y="5673"/>
                    <a:pt x="2606" y="5682"/>
                    <a:pt x="2641" y="5682"/>
                  </a:cubicBezTo>
                  <a:cubicBezTo>
                    <a:pt x="2690" y="5682"/>
                    <a:pt x="2755" y="5662"/>
                    <a:pt x="2829" y="5627"/>
                  </a:cubicBezTo>
                  <a:cubicBezTo>
                    <a:pt x="2959" y="5568"/>
                    <a:pt x="3036" y="5467"/>
                    <a:pt x="3007" y="5396"/>
                  </a:cubicBezTo>
                  <a:cubicBezTo>
                    <a:pt x="2817" y="4939"/>
                    <a:pt x="2633" y="4477"/>
                    <a:pt x="2408" y="4032"/>
                  </a:cubicBezTo>
                  <a:cubicBezTo>
                    <a:pt x="2188" y="3587"/>
                    <a:pt x="1993" y="3131"/>
                    <a:pt x="1773" y="2692"/>
                  </a:cubicBezTo>
                  <a:cubicBezTo>
                    <a:pt x="1548" y="2253"/>
                    <a:pt x="1335" y="1802"/>
                    <a:pt x="1109" y="1358"/>
                  </a:cubicBezTo>
                  <a:cubicBezTo>
                    <a:pt x="890" y="913"/>
                    <a:pt x="659" y="474"/>
                    <a:pt x="415" y="41"/>
                  </a:cubicBezTo>
                  <a:cubicBezTo>
                    <a:pt x="402" y="14"/>
                    <a:pt x="367" y="0"/>
                    <a:pt x="31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5805;p73"/>
            <p:cNvSpPr/>
            <p:nvPr/>
          </p:nvSpPr>
          <p:spPr>
            <a:xfrm>
              <a:off x="3322757" y="2353844"/>
              <a:ext cx="970630" cy="1211988"/>
            </a:xfrm>
            <a:custGeom>
              <a:avLst/>
              <a:gdLst/>
              <a:ahLst/>
              <a:cxnLst/>
              <a:rect l="l" t="t" r="r" b="b"/>
              <a:pathLst>
                <a:path w="49674" h="62026" extrusionOk="0">
                  <a:moveTo>
                    <a:pt x="17884" y="24366"/>
                  </a:moveTo>
                  <a:lnTo>
                    <a:pt x="30544" y="46905"/>
                  </a:lnTo>
                  <a:lnTo>
                    <a:pt x="30544" y="46905"/>
                  </a:lnTo>
                  <a:lnTo>
                    <a:pt x="13152" y="42677"/>
                  </a:lnTo>
                  <a:lnTo>
                    <a:pt x="17884" y="24366"/>
                  </a:lnTo>
                  <a:close/>
                  <a:moveTo>
                    <a:pt x="14161" y="1"/>
                  </a:moveTo>
                  <a:lnTo>
                    <a:pt x="5313" y="30812"/>
                  </a:lnTo>
                  <a:lnTo>
                    <a:pt x="0" y="49330"/>
                  </a:lnTo>
                  <a:cubicBezTo>
                    <a:pt x="9" y="49312"/>
                    <a:pt x="50" y="49303"/>
                    <a:pt x="122" y="49303"/>
                  </a:cubicBezTo>
                  <a:cubicBezTo>
                    <a:pt x="2845" y="49303"/>
                    <a:pt x="49674" y="62026"/>
                    <a:pt x="49674" y="62026"/>
                  </a:cubicBezTo>
                  <a:lnTo>
                    <a:pt x="43003" y="50356"/>
                  </a:lnTo>
                  <a:lnTo>
                    <a:pt x="14161" y="1"/>
                  </a:lnTo>
                  <a:close/>
                </a:path>
              </a:pathLst>
            </a:custGeom>
            <a:solidFill>
              <a:srgbClr val="F78AC3"/>
            </a:solidFill>
            <a:ln w="28575" cap="rnd" cmpd="sng">
              <a:solidFill>
                <a:srgbClr val="3D0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5806;p73"/>
            <p:cNvSpPr/>
            <p:nvPr/>
          </p:nvSpPr>
          <p:spPr>
            <a:xfrm>
              <a:off x="3426576" y="2353844"/>
              <a:ext cx="736463" cy="983976"/>
            </a:xfrm>
            <a:custGeom>
              <a:avLst/>
              <a:gdLst/>
              <a:ahLst/>
              <a:cxnLst/>
              <a:rect l="l" t="t" r="r" b="b"/>
              <a:pathLst>
                <a:path w="37690" h="50357" extrusionOk="0">
                  <a:moveTo>
                    <a:pt x="8848" y="1"/>
                  </a:moveTo>
                  <a:lnTo>
                    <a:pt x="0" y="30812"/>
                  </a:lnTo>
                  <a:lnTo>
                    <a:pt x="338" y="31233"/>
                  </a:lnTo>
                  <a:lnTo>
                    <a:pt x="8343" y="11083"/>
                  </a:lnTo>
                  <a:lnTo>
                    <a:pt x="37690" y="50356"/>
                  </a:lnTo>
                  <a:lnTo>
                    <a:pt x="37690" y="50356"/>
                  </a:lnTo>
                  <a:lnTo>
                    <a:pt x="8848" y="1"/>
                  </a:ln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5807;p73"/>
            <p:cNvSpPr/>
            <p:nvPr/>
          </p:nvSpPr>
          <p:spPr>
            <a:xfrm>
              <a:off x="4114266" y="3365228"/>
              <a:ext cx="88536" cy="57545"/>
            </a:xfrm>
            <a:custGeom>
              <a:avLst/>
              <a:gdLst/>
              <a:ahLst/>
              <a:cxnLst/>
              <a:rect l="l" t="t" r="r" b="b"/>
              <a:pathLst>
                <a:path w="4531" h="2945" extrusionOk="0">
                  <a:moveTo>
                    <a:pt x="3704" y="0"/>
                  </a:moveTo>
                  <a:cubicBezTo>
                    <a:pt x="3593" y="0"/>
                    <a:pt x="3480" y="26"/>
                    <a:pt x="3375" y="81"/>
                  </a:cubicBezTo>
                  <a:lnTo>
                    <a:pt x="499" y="1575"/>
                  </a:lnTo>
                  <a:cubicBezTo>
                    <a:pt x="137" y="1759"/>
                    <a:pt x="0" y="2192"/>
                    <a:pt x="184" y="2553"/>
                  </a:cubicBezTo>
                  <a:cubicBezTo>
                    <a:pt x="309" y="2796"/>
                    <a:pt x="558" y="2945"/>
                    <a:pt x="831" y="2945"/>
                  </a:cubicBezTo>
                  <a:cubicBezTo>
                    <a:pt x="943" y="2945"/>
                    <a:pt x="1062" y="2915"/>
                    <a:pt x="1163" y="2862"/>
                  </a:cubicBezTo>
                  <a:lnTo>
                    <a:pt x="4039" y="1367"/>
                  </a:lnTo>
                  <a:cubicBezTo>
                    <a:pt x="4394" y="1184"/>
                    <a:pt x="4531" y="745"/>
                    <a:pt x="4353" y="395"/>
                  </a:cubicBezTo>
                  <a:cubicBezTo>
                    <a:pt x="4220" y="145"/>
                    <a:pt x="3966" y="0"/>
                    <a:pt x="370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5808;p73"/>
            <p:cNvSpPr/>
            <p:nvPr/>
          </p:nvSpPr>
          <p:spPr>
            <a:xfrm>
              <a:off x="4043822" y="3235498"/>
              <a:ext cx="86445" cy="59695"/>
            </a:xfrm>
            <a:custGeom>
              <a:avLst/>
              <a:gdLst/>
              <a:ahLst/>
              <a:cxnLst/>
              <a:rect l="l" t="t" r="r" b="b"/>
              <a:pathLst>
                <a:path w="4424" h="3055" extrusionOk="0">
                  <a:moveTo>
                    <a:pt x="3582" y="1"/>
                  </a:moveTo>
                  <a:cubicBezTo>
                    <a:pt x="3439" y="1"/>
                    <a:pt x="3294" y="43"/>
                    <a:pt x="3167" y="132"/>
                  </a:cubicBezTo>
                  <a:lnTo>
                    <a:pt x="463" y="1703"/>
                  </a:lnTo>
                  <a:cubicBezTo>
                    <a:pt x="119" y="1905"/>
                    <a:pt x="0" y="2343"/>
                    <a:pt x="202" y="2687"/>
                  </a:cubicBezTo>
                  <a:cubicBezTo>
                    <a:pt x="332" y="2913"/>
                    <a:pt x="569" y="3049"/>
                    <a:pt x="830" y="3055"/>
                  </a:cubicBezTo>
                  <a:cubicBezTo>
                    <a:pt x="961" y="3049"/>
                    <a:pt x="1085" y="3019"/>
                    <a:pt x="1198" y="2954"/>
                  </a:cubicBezTo>
                  <a:lnTo>
                    <a:pt x="3896" y="1383"/>
                  </a:lnTo>
                  <a:cubicBezTo>
                    <a:pt x="4276" y="1199"/>
                    <a:pt x="4424" y="731"/>
                    <a:pt x="4210" y="363"/>
                  </a:cubicBezTo>
                  <a:cubicBezTo>
                    <a:pt x="4075" y="129"/>
                    <a:pt x="3831" y="1"/>
                    <a:pt x="358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5809;p73"/>
            <p:cNvSpPr/>
            <p:nvPr/>
          </p:nvSpPr>
          <p:spPr>
            <a:xfrm>
              <a:off x="3964331" y="3093867"/>
              <a:ext cx="83201" cy="51273"/>
            </a:xfrm>
            <a:custGeom>
              <a:avLst/>
              <a:gdLst/>
              <a:ahLst/>
              <a:cxnLst/>
              <a:rect l="l" t="t" r="r" b="b"/>
              <a:pathLst>
                <a:path w="4258" h="2624" extrusionOk="0">
                  <a:moveTo>
                    <a:pt x="3430" y="0"/>
                  </a:moveTo>
                  <a:cubicBezTo>
                    <a:pt x="3324" y="0"/>
                    <a:pt x="3216" y="24"/>
                    <a:pt x="3113" y="74"/>
                  </a:cubicBezTo>
                  <a:lnTo>
                    <a:pt x="688" y="1242"/>
                  </a:lnTo>
                  <a:cubicBezTo>
                    <a:pt x="0" y="1580"/>
                    <a:pt x="238" y="2618"/>
                    <a:pt x="1008" y="2624"/>
                  </a:cubicBezTo>
                  <a:cubicBezTo>
                    <a:pt x="1115" y="2624"/>
                    <a:pt x="1222" y="2594"/>
                    <a:pt x="1317" y="2547"/>
                  </a:cubicBezTo>
                  <a:lnTo>
                    <a:pt x="3742" y="1385"/>
                  </a:lnTo>
                  <a:cubicBezTo>
                    <a:pt x="4104" y="1207"/>
                    <a:pt x="4258" y="774"/>
                    <a:pt x="4086" y="412"/>
                  </a:cubicBezTo>
                  <a:cubicBezTo>
                    <a:pt x="3958" y="153"/>
                    <a:pt x="3700" y="0"/>
                    <a:pt x="343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5810;p73"/>
            <p:cNvSpPr/>
            <p:nvPr/>
          </p:nvSpPr>
          <p:spPr>
            <a:xfrm>
              <a:off x="3881479" y="2945964"/>
              <a:ext cx="80544" cy="60261"/>
            </a:xfrm>
            <a:custGeom>
              <a:avLst/>
              <a:gdLst/>
              <a:ahLst/>
              <a:cxnLst/>
              <a:rect l="l" t="t" r="r" b="b"/>
              <a:pathLst>
                <a:path w="4122" h="3084" extrusionOk="0">
                  <a:moveTo>
                    <a:pt x="3296" y="1"/>
                  </a:moveTo>
                  <a:cubicBezTo>
                    <a:pt x="3170" y="1"/>
                    <a:pt x="3044" y="33"/>
                    <a:pt x="2930" y="101"/>
                  </a:cubicBezTo>
                  <a:lnTo>
                    <a:pt x="433" y="1749"/>
                  </a:lnTo>
                  <a:cubicBezTo>
                    <a:pt x="95" y="1968"/>
                    <a:pt x="1" y="2419"/>
                    <a:pt x="226" y="2757"/>
                  </a:cubicBezTo>
                  <a:cubicBezTo>
                    <a:pt x="356" y="2959"/>
                    <a:pt x="588" y="3083"/>
                    <a:pt x="831" y="3083"/>
                  </a:cubicBezTo>
                  <a:cubicBezTo>
                    <a:pt x="967" y="3077"/>
                    <a:pt x="1104" y="3036"/>
                    <a:pt x="1222" y="2965"/>
                  </a:cubicBezTo>
                  <a:lnTo>
                    <a:pt x="3724" y="1316"/>
                  </a:lnTo>
                  <a:cubicBezTo>
                    <a:pt x="4039" y="1091"/>
                    <a:pt x="4122" y="658"/>
                    <a:pt x="3908" y="332"/>
                  </a:cubicBezTo>
                  <a:cubicBezTo>
                    <a:pt x="3768" y="118"/>
                    <a:pt x="3534" y="1"/>
                    <a:pt x="329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5811;p73"/>
            <p:cNvSpPr/>
            <p:nvPr/>
          </p:nvSpPr>
          <p:spPr>
            <a:xfrm>
              <a:off x="3804353" y="2814378"/>
              <a:ext cx="83162" cy="58249"/>
            </a:xfrm>
            <a:custGeom>
              <a:avLst/>
              <a:gdLst/>
              <a:ahLst/>
              <a:cxnLst/>
              <a:rect l="l" t="t" r="r" b="b"/>
              <a:pathLst>
                <a:path w="4256" h="2981" extrusionOk="0">
                  <a:moveTo>
                    <a:pt x="3428" y="0"/>
                  </a:moveTo>
                  <a:cubicBezTo>
                    <a:pt x="3294" y="0"/>
                    <a:pt x="3158" y="38"/>
                    <a:pt x="3034" y="116"/>
                  </a:cubicBezTo>
                  <a:lnTo>
                    <a:pt x="621" y="1640"/>
                  </a:lnTo>
                  <a:cubicBezTo>
                    <a:pt x="0" y="2030"/>
                    <a:pt x="275" y="2980"/>
                    <a:pt x="1006" y="2980"/>
                  </a:cubicBezTo>
                  <a:cubicBezTo>
                    <a:pt x="1008" y="2980"/>
                    <a:pt x="1010" y="2980"/>
                    <a:pt x="1012" y="2980"/>
                  </a:cubicBezTo>
                  <a:cubicBezTo>
                    <a:pt x="1149" y="2980"/>
                    <a:pt x="1285" y="2939"/>
                    <a:pt x="1398" y="2862"/>
                  </a:cubicBezTo>
                  <a:lnTo>
                    <a:pt x="3811" y="1344"/>
                  </a:lnTo>
                  <a:cubicBezTo>
                    <a:pt x="4155" y="1130"/>
                    <a:pt x="4256" y="679"/>
                    <a:pt x="4042" y="341"/>
                  </a:cubicBezTo>
                  <a:cubicBezTo>
                    <a:pt x="3902" y="121"/>
                    <a:pt x="3668" y="0"/>
                    <a:pt x="342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5812;p73"/>
            <p:cNvSpPr/>
            <p:nvPr/>
          </p:nvSpPr>
          <p:spPr>
            <a:xfrm>
              <a:off x="3736528" y="2688028"/>
              <a:ext cx="78688" cy="59343"/>
            </a:xfrm>
            <a:custGeom>
              <a:avLst/>
              <a:gdLst/>
              <a:ahLst/>
              <a:cxnLst/>
              <a:rect l="l" t="t" r="r" b="b"/>
              <a:pathLst>
                <a:path w="4027" h="3037" extrusionOk="0">
                  <a:moveTo>
                    <a:pt x="3197" y="0"/>
                  </a:moveTo>
                  <a:cubicBezTo>
                    <a:pt x="3058" y="0"/>
                    <a:pt x="2917" y="41"/>
                    <a:pt x="2793" y="125"/>
                  </a:cubicBezTo>
                  <a:lnTo>
                    <a:pt x="421" y="1708"/>
                  </a:lnTo>
                  <a:cubicBezTo>
                    <a:pt x="89" y="1933"/>
                    <a:pt x="0" y="2384"/>
                    <a:pt x="220" y="2716"/>
                  </a:cubicBezTo>
                  <a:cubicBezTo>
                    <a:pt x="353" y="2913"/>
                    <a:pt x="571" y="3036"/>
                    <a:pt x="808" y="3036"/>
                  </a:cubicBezTo>
                  <a:cubicBezTo>
                    <a:pt x="814" y="3036"/>
                    <a:pt x="819" y="3036"/>
                    <a:pt x="825" y="3036"/>
                  </a:cubicBezTo>
                  <a:cubicBezTo>
                    <a:pt x="967" y="3036"/>
                    <a:pt x="1103" y="2995"/>
                    <a:pt x="1222" y="2917"/>
                  </a:cubicBezTo>
                  <a:lnTo>
                    <a:pt x="3600" y="1334"/>
                  </a:lnTo>
                  <a:cubicBezTo>
                    <a:pt x="3938" y="1109"/>
                    <a:pt x="4027" y="658"/>
                    <a:pt x="3801" y="326"/>
                  </a:cubicBezTo>
                  <a:cubicBezTo>
                    <a:pt x="3660" y="114"/>
                    <a:pt x="3430" y="0"/>
                    <a:pt x="319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5813;p73"/>
            <p:cNvSpPr/>
            <p:nvPr/>
          </p:nvSpPr>
          <p:spPr>
            <a:xfrm>
              <a:off x="3670481" y="2571331"/>
              <a:ext cx="77652" cy="57956"/>
            </a:xfrm>
            <a:custGeom>
              <a:avLst/>
              <a:gdLst/>
              <a:ahLst/>
              <a:cxnLst/>
              <a:rect l="l" t="t" r="r" b="b"/>
              <a:pathLst>
                <a:path w="3974" h="2966" extrusionOk="0">
                  <a:moveTo>
                    <a:pt x="3152" y="1"/>
                  </a:moveTo>
                  <a:cubicBezTo>
                    <a:pt x="3016" y="1"/>
                    <a:pt x="2879" y="39"/>
                    <a:pt x="2758" y="119"/>
                  </a:cubicBezTo>
                  <a:lnTo>
                    <a:pt x="439" y="1631"/>
                  </a:lnTo>
                  <a:cubicBezTo>
                    <a:pt x="95" y="1851"/>
                    <a:pt x="0" y="2302"/>
                    <a:pt x="220" y="2640"/>
                  </a:cubicBezTo>
                  <a:cubicBezTo>
                    <a:pt x="356" y="2841"/>
                    <a:pt x="588" y="2966"/>
                    <a:pt x="831" y="2966"/>
                  </a:cubicBezTo>
                  <a:cubicBezTo>
                    <a:pt x="973" y="2966"/>
                    <a:pt x="1109" y="2924"/>
                    <a:pt x="1228" y="2847"/>
                  </a:cubicBezTo>
                  <a:lnTo>
                    <a:pt x="3552" y="1329"/>
                  </a:lnTo>
                  <a:cubicBezTo>
                    <a:pt x="3884" y="1110"/>
                    <a:pt x="3973" y="665"/>
                    <a:pt x="3754" y="327"/>
                  </a:cubicBezTo>
                  <a:cubicBezTo>
                    <a:pt x="3619" y="116"/>
                    <a:pt x="3388" y="1"/>
                    <a:pt x="315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5814;p73"/>
            <p:cNvSpPr/>
            <p:nvPr/>
          </p:nvSpPr>
          <p:spPr>
            <a:xfrm>
              <a:off x="3602577" y="2457546"/>
              <a:ext cx="79274" cy="57369"/>
            </a:xfrm>
            <a:custGeom>
              <a:avLst/>
              <a:gdLst/>
              <a:ahLst/>
              <a:cxnLst/>
              <a:rect l="l" t="t" r="r" b="b"/>
              <a:pathLst>
                <a:path w="4057" h="2936" extrusionOk="0">
                  <a:moveTo>
                    <a:pt x="3241" y="0"/>
                  </a:moveTo>
                  <a:cubicBezTo>
                    <a:pt x="3119" y="0"/>
                    <a:pt x="2996" y="31"/>
                    <a:pt x="2882" y="96"/>
                  </a:cubicBezTo>
                  <a:lnTo>
                    <a:pt x="605" y="1602"/>
                  </a:lnTo>
                  <a:cubicBezTo>
                    <a:pt x="1" y="1999"/>
                    <a:pt x="285" y="2936"/>
                    <a:pt x="1009" y="2936"/>
                  </a:cubicBezTo>
                  <a:cubicBezTo>
                    <a:pt x="1151" y="2930"/>
                    <a:pt x="1287" y="2889"/>
                    <a:pt x="1406" y="2811"/>
                  </a:cubicBezTo>
                  <a:lnTo>
                    <a:pt x="3683" y="1305"/>
                  </a:lnTo>
                  <a:cubicBezTo>
                    <a:pt x="3985" y="1074"/>
                    <a:pt x="4057" y="647"/>
                    <a:pt x="3843" y="327"/>
                  </a:cubicBezTo>
                  <a:cubicBezTo>
                    <a:pt x="3706" y="116"/>
                    <a:pt x="3477" y="0"/>
                    <a:pt x="324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5815;p73"/>
            <p:cNvSpPr/>
            <p:nvPr/>
          </p:nvSpPr>
          <p:spPr>
            <a:xfrm>
              <a:off x="3461338" y="2527716"/>
              <a:ext cx="130605" cy="508704"/>
            </a:xfrm>
            <a:custGeom>
              <a:avLst/>
              <a:gdLst/>
              <a:ahLst/>
              <a:cxnLst/>
              <a:rect l="l" t="t" r="r" b="b"/>
              <a:pathLst>
                <a:path w="6684" h="26034" extrusionOk="0">
                  <a:moveTo>
                    <a:pt x="6475" y="0"/>
                  </a:moveTo>
                  <a:cubicBezTo>
                    <a:pt x="6347" y="0"/>
                    <a:pt x="6199" y="177"/>
                    <a:pt x="6126" y="418"/>
                  </a:cubicBezTo>
                  <a:cubicBezTo>
                    <a:pt x="5515" y="2488"/>
                    <a:pt x="4928" y="4569"/>
                    <a:pt x="4370" y="6650"/>
                  </a:cubicBezTo>
                  <a:lnTo>
                    <a:pt x="2775" y="12924"/>
                  </a:lnTo>
                  <a:lnTo>
                    <a:pt x="1328" y="19227"/>
                  </a:lnTo>
                  <a:cubicBezTo>
                    <a:pt x="866" y="21338"/>
                    <a:pt x="439" y="23455"/>
                    <a:pt x="36" y="25572"/>
                  </a:cubicBezTo>
                  <a:cubicBezTo>
                    <a:pt x="0" y="25792"/>
                    <a:pt x="36" y="25987"/>
                    <a:pt x="148" y="26029"/>
                  </a:cubicBezTo>
                  <a:cubicBezTo>
                    <a:pt x="159" y="26032"/>
                    <a:pt x="169" y="26034"/>
                    <a:pt x="180" y="26034"/>
                  </a:cubicBezTo>
                  <a:cubicBezTo>
                    <a:pt x="285" y="26034"/>
                    <a:pt x="403" y="25877"/>
                    <a:pt x="457" y="25661"/>
                  </a:cubicBezTo>
                  <a:lnTo>
                    <a:pt x="2016" y="19394"/>
                  </a:lnTo>
                  <a:lnTo>
                    <a:pt x="3552" y="13114"/>
                  </a:lnTo>
                  <a:lnTo>
                    <a:pt x="5094" y="6834"/>
                  </a:lnTo>
                  <a:lnTo>
                    <a:pt x="6624" y="549"/>
                  </a:lnTo>
                  <a:cubicBezTo>
                    <a:pt x="6683" y="300"/>
                    <a:pt x="6653" y="62"/>
                    <a:pt x="6523" y="9"/>
                  </a:cubicBezTo>
                  <a:cubicBezTo>
                    <a:pt x="6507" y="3"/>
                    <a:pt x="6491" y="0"/>
                    <a:pt x="647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5816;p73"/>
            <p:cNvSpPr/>
            <p:nvPr/>
          </p:nvSpPr>
          <p:spPr>
            <a:xfrm>
              <a:off x="3587863" y="2575903"/>
              <a:ext cx="43125" cy="165152"/>
            </a:xfrm>
            <a:custGeom>
              <a:avLst/>
              <a:gdLst/>
              <a:ahLst/>
              <a:cxnLst/>
              <a:rect l="l" t="t" r="r" b="b"/>
              <a:pathLst>
                <a:path w="2207" h="8452" extrusionOk="0">
                  <a:moveTo>
                    <a:pt x="1923" y="0"/>
                  </a:moveTo>
                  <a:cubicBezTo>
                    <a:pt x="1806" y="0"/>
                    <a:pt x="1711" y="46"/>
                    <a:pt x="1691" y="123"/>
                  </a:cubicBezTo>
                  <a:lnTo>
                    <a:pt x="1258" y="2156"/>
                  </a:lnTo>
                  <a:cubicBezTo>
                    <a:pt x="1121" y="2832"/>
                    <a:pt x="961" y="3497"/>
                    <a:pt x="831" y="4179"/>
                  </a:cubicBezTo>
                  <a:cubicBezTo>
                    <a:pt x="706" y="4860"/>
                    <a:pt x="564" y="5536"/>
                    <a:pt x="416" y="6212"/>
                  </a:cubicBezTo>
                  <a:lnTo>
                    <a:pt x="18" y="8246"/>
                  </a:lnTo>
                  <a:cubicBezTo>
                    <a:pt x="1" y="8323"/>
                    <a:pt x="60" y="8395"/>
                    <a:pt x="172" y="8436"/>
                  </a:cubicBezTo>
                  <a:cubicBezTo>
                    <a:pt x="204" y="8446"/>
                    <a:pt x="237" y="8451"/>
                    <a:pt x="268" y="8451"/>
                  </a:cubicBezTo>
                  <a:cubicBezTo>
                    <a:pt x="345" y="8451"/>
                    <a:pt x="412" y="8420"/>
                    <a:pt x="433" y="8365"/>
                  </a:cubicBezTo>
                  <a:cubicBezTo>
                    <a:pt x="682" y="7713"/>
                    <a:pt x="920" y="7054"/>
                    <a:pt x="1098" y="6378"/>
                  </a:cubicBezTo>
                  <a:cubicBezTo>
                    <a:pt x="1275" y="5708"/>
                    <a:pt x="1477" y="5038"/>
                    <a:pt x="1613" y="4350"/>
                  </a:cubicBezTo>
                  <a:cubicBezTo>
                    <a:pt x="1744" y="3663"/>
                    <a:pt x="1880" y="2969"/>
                    <a:pt x="1981" y="2281"/>
                  </a:cubicBezTo>
                  <a:cubicBezTo>
                    <a:pt x="2088" y="1593"/>
                    <a:pt x="2159" y="893"/>
                    <a:pt x="2195" y="200"/>
                  </a:cubicBezTo>
                  <a:cubicBezTo>
                    <a:pt x="2206" y="111"/>
                    <a:pt x="2123" y="28"/>
                    <a:pt x="1981" y="4"/>
                  </a:cubicBezTo>
                  <a:cubicBezTo>
                    <a:pt x="1961" y="1"/>
                    <a:pt x="1942" y="0"/>
                    <a:pt x="19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5817;p73"/>
            <p:cNvSpPr/>
            <p:nvPr/>
          </p:nvSpPr>
          <p:spPr>
            <a:xfrm>
              <a:off x="4092595" y="1953260"/>
              <a:ext cx="1739666" cy="1978366"/>
            </a:xfrm>
            <a:custGeom>
              <a:avLst/>
              <a:gdLst/>
              <a:ahLst/>
              <a:cxnLst/>
              <a:rect l="l" t="t" r="r" b="b"/>
              <a:pathLst>
                <a:path w="89031" h="101247" extrusionOk="0">
                  <a:moveTo>
                    <a:pt x="50363" y="0"/>
                  </a:moveTo>
                  <a:cubicBezTo>
                    <a:pt x="35030" y="0"/>
                    <a:pt x="23232" y="1321"/>
                    <a:pt x="19907" y="1733"/>
                  </a:cubicBezTo>
                  <a:cubicBezTo>
                    <a:pt x="19326" y="1804"/>
                    <a:pt x="18828" y="2178"/>
                    <a:pt x="18602" y="2717"/>
                  </a:cubicBezTo>
                  <a:cubicBezTo>
                    <a:pt x="3025" y="39642"/>
                    <a:pt x="1" y="101246"/>
                    <a:pt x="1" y="101246"/>
                  </a:cubicBezTo>
                  <a:cubicBezTo>
                    <a:pt x="16049" y="99635"/>
                    <a:pt x="33029" y="99200"/>
                    <a:pt x="46679" y="99200"/>
                  </a:cubicBezTo>
                  <a:cubicBezTo>
                    <a:pt x="60260" y="99200"/>
                    <a:pt x="70545" y="99631"/>
                    <a:pt x="73340" y="99764"/>
                  </a:cubicBezTo>
                  <a:cubicBezTo>
                    <a:pt x="73351" y="99764"/>
                    <a:pt x="73362" y="99764"/>
                    <a:pt x="73372" y="99764"/>
                  </a:cubicBezTo>
                  <a:cubicBezTo>
                    <a:pt x="73773" y="99764"/>
                    <a:pt x="74099" y="99445"/>
                    <a:pt x="74105" y="99040"/>
                  </a:cubicBezTo>
                  <a:cubicBezTo>
                    <a:pt x="74289" y="64351"/>
                    <a:pt x="87085" y="11517"/>
                    <a:pt x="88912" y="4117"/>
                  </a:cubicBezTo>
                  <a:cubicBezTo>
                    <a:pt x="89030" y="3642"/>
                    <a:pt x="88722" y="3168"/>
                    <a:pt x="88242" y="3079"/>
                  </a:cubicBezTo>
                  <a:cubicBezTo>
                    <a:pt x="75015" y="725"/>
                    <a:pt x="61719" y="0"/>
                    <a:pt x="50363" y="0"/>
                  </a:cubicBezTo>
                  <a:close/>
                </a:path>
              </a:pathLst>
            </a:custGeom>
            <a:solidFill>
              <a:srgbClr val="B39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5818;p73"/>
            <p:cNvSpPr/>
            <p:nvPr/>
          </p:nvSpPr>
          <p:spPr>
            <a:xfrm>
              <a:off x="4079152" y="1939797"/>
              <a:ext cx="1768057" cy="2005371"/>
            </a:xfrm>
            <a:custGeom>
              <a:avLst/>
              <a:gdLst/>
              <a:ahLst/>
              <a:cxnLst/>
              <a:rect l="l" t="t" r="r" b="b"/>
              <a:pathLst>
                <a:path w="90484" h="102629" extrusionOk="0">
                  <a:moveTo>
                    <a:pt x="51027" y="1378"/>
                  </a:moveTo>
                  <a:cubicBezTo>
                    <a:pt x="62352" y="1378"/>
                    <a:pt x="75617" y="2102"/>
                    <a:pt x="88805" y="4450"/>
                  </a:cubicBezTo>
                  <a:cubicBezTo>
                    <a:pt x="88853" y="4456"/>
                    <a:pt x="88888" y="4480"/>
                    <a:pt x="88912" y="4521"/>
                  </a:cubicBezTo>
                  <a:cubicBezTo>
                    <a:pt x="88930" y="4557"/>
                    <a:pt x="88942" y="4598"/>
                    <a:pt x="88936" y="4640"/>
                  </a:cubicBezTo>
                  <a:cubicBezTo>
                    <a:pt x="87429" y="10688"/>
                    <a:pt x="74289" y="64714"/>
                    <a:pt x="74058" y="99765"/>
                  </a:cubicBezTo>
                  <a:cubicBezTo>
                    <a:pt x="70757" y="99612"/>
                    <a:pt x="60574" y="99194"/>
                    <a:pt x="47291" y="99194"/>
                  </a:cubicBezTo>
                  <a:cubicBezTo>
                    <a:pt x="33867" y="99194"/>
                    <a:pt x="17277" y="99620"/>
                    <a:pt x="1424" y="101176"/>
                  </a:cubicBezTo>
                  <a:lnTo>
                    <a:pt x="1424" y="101176"/>
                  </a:lnTo>
                  <a:cubicBezTo>
                    <a:pt x="1857" y="93823"/>
                    <a:pt x="5539" y="37799"/>
                    <a:pt x="19919" y="3673"/>
                  </a:cubicBezTo>
                  <a:cubicBezTo>
                    <a:pt x="20055" y="3365"/>
                    <a:pt x="20346" y="3145"/>
                    <a:pt x="20684" y="3104"/>
                  </a:cubicBezTo>
                  <a:cubicBezTo>
                    <a:pt x="24093" y="2683"/>
                    <a:pt x="35817" y="1378"/>
                    <a:pt x="51027" y="1378"/>
                  </a:cubicBezTo>
                  <a:close/>
                  <a:moveTo>
                    <a:pt x="51012" y="1"/>
                  </a:moveTo>
                  <a:cubicBezTo>
                    <a:pt x="35726" y="1"/>
                    <a:pt x="23943" y="1312"/>
                    <a:pt x="20512" y="1740"/>
                  </a:cubicBezTo>
                  <a:cubicBezTo>
                    <a:pt x="19688" y="1841"/>
                    <a:pt x="18976" y="2374"/>
                    <a:pt x="18650" y="3139"/>
                  </a:cubicBezTo>
                  <a:cubicBezTo>
                    <a:pt x="3209" y="39756"/>
                    <a:pt x="42" y="101295"/>
                    <a:pt x="7" y="101906"/>
                  </a:cubicBezTo>
                  <a:cubicBezTo>
                    <a:pt x="1" y="102107"/>
                    <a:pt x="72" y="102303"/>
                    <a:pt x="220" y="102439"/>
                  </a:cubicBezTo>
                  <a:cubicBezTo>
                    <a:pt x="351" y="102558"/>
                    <a:pt x="523" y="102623"/>
                    <a:pt x="700" y="102629"/>
                  </a:cubicBezTo>
                  <a:lnTo>
                    <a:pt x="766" y="102629"/>
                  </a:lnTo>
                  <a:cubicBezTo>
                    <a:pt x="16841" y="101012"/>
                    <a:pt x="33750" y="100574"/>
                    <a:pt x="47377" y="100574"/>
                  </a:cubicBezTo>
                  <a:cubicBezTo>
                    <a:pt x="60587" y="100574"/>
                    <a:pt x="70712" y="100986"/>
                    <a:pt x="73998" y="101135"/>
                  </a:cubicBezTo>
                  <a:cubicBezTo>
                    <a:pt x="74026" y="101136"/>
                    <a:pt x="74054" y="101137"/>
                    <a:pt x="74082" y="101137"/>
                  </a:cubicBezTo>
                  <a:cubicBezTo>
                    <a:pt x="74437" y="101137"/>
                    <a:pt x="74778" y="100997"/>
                    <a:pt x="75036" y="100749"/>
                  </a:cubicBezTo>
                  <a:cubicBezTo>
                    <a:pt x="75315" y="100482"/>
                    <a:pt x="75475" y="100115"/>
                    <a:pt x="75481" y="99729"/>
                  </a:cubicBezTo>
                  <a:cubicBezTo>
                    <a:pt x="75665" y="64886"/>
                    <a:pt x="88775" y="10996"/>
                    <a:pt x="90270" y="4972"/>
                  </a:cubicBezTo>
                  <a:cubicBezTo>
                    <a:pt x="90483" y="4106"/>
                    <a:pt x="89920" y="3246"/>
                    <a:pt x="89042" y="3098"/>
                  </a:cubicBezTo>
                  <a:cubicBezTo>
                    <a:pt x="75757" y="730"/>
                    <a:pt x="62411" y="1"/>
                    <a:pt x="5101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5819;p73"/>
            <p:cNvSpPr/>
            <p:nvPr/>
          </p:nvSpPr>
          <p:spPr>
            <a:xfrm>
              <a:off x="4063167" y="1986987"/>
              <a:ext cx="1767237" cy="1944640"/>
            </a:xfrm>
            <a:custGeom>
              <a:avLst/>
              <a:gdLst/>
              <a:ahLst/>
              <a:cxnLst/>
              <a:rect l="l" t="t" r="r" b="b"/>
              <a:pathLst>
                <a:path w="90442" h="99521" extrusionOk="0">
                  <a:moveTo>
                    <a:pt x="88923" y="1"/>
                  </a:moveTo>
                  <a:lnTo>
                    <a:pt x="0" y="98008"/>
                  </a:lnTo>
                  <a:lnTo>
                    <a:pt x="1513" y="99520"/>
                  </a:lnTo>
                  <a:lnTo>
                    <a:pt x="90441" y="1661"/>
                  </a:lnTo>
                  <a:lnTo>
                    <a:pt x="88923" y="1"/>
                  </a:lnTo>
                  <a:close/>
                </a:path>
              </a:pathLst>
            </a:custGeom>
            <a:solidFill>
              <a:srgbClr val="B39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5820;p73"/>
            <p:cNvSpPr/>
            <p:nvPr/>
          </p:nvSpPr>
          <p:spPr>
            <a:xfrm>
              <a:off x="4048219" y="1973446"/>
              <a:ext cx="1796781" cy="1971723"/>
            </a:xfrm>
            <a:custGeom>
              <a:avLst/>
              <a:gdLst/>
              <a:ahLst/>
              <a:cxnLst/>
              <a:rect l="l" t="t" r="r" b="b"/>
              <a:pathLst>
                <a:path w="91954" h="100907" extrusionOk="0">
                  <a:moveTo>
                    <a:pt x="89694" y="1714"/>
                  </a:moveTo>
                  <a:lnTo>
                    <a:pt x="90275" y="2354"/>
                  </a:lnTo>
                  <a:lnTo>
                    <a:pt x="2254" y="99223"/>
                  </a:lnTo>
                  <a:lnTo>
                    <a:pt x="1714" y="98671"/>
                  </a:lnTo>
                  <a:lnTo>
                    <a:pt x="89694" y="1714"/>
                  </a:lnTo>
                  <a:close/>
                  <a:moveTo>
                    <a:pt x="89688" y="0"/>
                  </a:moveTo>
                  <a:cubicBezTo>
                    <a:pt x="89493" y="0"/>
                    <a:pt x="89303" y="83"/>
                    <a:pt x="89178" y="231"/>
                  </a:cubicBezTo>
                  <a:lnTo>
                    <a:pt x="250" y="98239"/>
                  </a:lnTo>
                  <a:cubicBezTo>
                    <a:pt x="1" y="98505"/>
                    <a:pt x="12" y="98926"/>
                    <a:pt x="273" y="99187"/>
                  </a:cubicBezTo>
                  <a:lnTo>
                    <a:pt x="1791" y="100705"/>
                  </a:lnTo>
                  <a:cubicBezTo>
                    <a:pt x="1922" y="100836"/>
                    <a:pt x="2100" y="100907"/>
                    <a:pt x="2283" y="100907"/>
                  </a:cubicBezTo>
                  <a:lnTo>
                    <a:pt x="2295" y="100907"/>
                  </a:lnTo>
                  <a:cubicBezTo>
                    <a:pt x="2485" y="100901"/>
                    <a:pt x="2663" y="100824"/>
                    <a:pt x="2788" y="100682"/>
                  </a:cubicBezTo>
                  <a:lnTo>
                    <a:pt x="91716" y="2811"/>
                  </a:lnTo>
                  <a:cubicBezTo>
                    <a:pt x="91954" y="2550"/>
                    <a:pt x="91954" y="2147"/>
                    <a:pt x="91716" y="1886"/>
                  </a:cubicBezTo>
                  <a:lnTo>
                    <a:pt x="90198" y="231"/>
                  </a:lnTo>
                  <a:cubicBezTo>
                    <a:pt x="90068" y="89"/>
                    <a:pt x="89884" y="6"/>
                    <a:pt x="896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5821;p73"/>
            <p:cNvSpPr/>
            <p:nvPr/>
          </p:nvSpPr>
          <p:spPr>
            <a:xfrm>
              <a:off x="4063167" y="1923637"/>
              <a:ext cx="1739431" cy="1978445"/>
            </a:xfrm>
            <a:custGeom>
              <a:avLst/>
              <a:gdLst/>
              <a:ahLst/>
              <a:cxnLst/>
              <a:rect l="l" t="t" r="r" b="b"/>
              <a:pathLst>
                <a:path w="89019" h="101251" extrusionOk="0">
                  <a:moveTo>
                    <a:pt x="50303" y="0"/>
                  </a:moveTo>
                  <a:cubicBezTo>
                    <a:pt x="34995" y="0"/>
                    <a:pt x="23219" y="1316"/>
                    <a:pt x="19901" y="1731"/>
                  </a:cubicBezTo>
                  <a:cubicBezTo>
                    <a:pt x="19320" y="1796"/>
                    <a:pt x="18816" y="2176"/>
                    <a:pt x="18590" y="2715"/>
                  </a:cubicBezTo>
                  <a:cubicBezTo>
                    <a:pt x="3025" y="39640"/>
                    <a:pt x="0" y="101250"/>
                    <a:pt x="0" y="101250"/>
                  </a:cubicBezTo>
                  <a:cubicBezTo>
                    <a:pt x="16057" y="99638"/>
                    <a:pt x="33049" y="99203"/>
                    <a:pt x="46704" y="99203"/>
                  </a:cubicBezTo>
                  <a:cubicBezTo>
                    <a:pt x="60266" y="99203"/>
                    <a:pt x="70536" y="99632"/>
                    <a:pt x="73328" y="99762"/>
                  </a:cubicBezTo>
                  <a:cubicBezTo>
                    <a:pt x="73342" y="99763"/>
                    <a:pt x="73356" y="99763"/>
                    <a:pt x="73370" y="99763"/>
                  </a:cubicBezTo>
                  <a:cubicBezTo>
                    <a:pt x="73766" y="99763"/>
                    <a:pt x="74093" y="99439"/>
                    <a:pt x="74093" y="99038"/>
                  </a:cubicBezTo>
                  <a:cubicBezTo>
                    <a:pt x="74277" y="64343"/>
                    <a:pt x="87067" y="11515"/>
                    <a:pt x="88900" y="4115"/>
                  </a:cubicBezTo>
                  <a:cubicBezTo>
                    <a:pt x="89018" y="3640"/>
                    <a:pt x="88710" y="3166"/>
                    <a:pt x="88224" y="3083"/>
                  </a:cubicBezTo>
                  <a:cubicBezTo>
                    <a:pt x="74981" y="725"/>
                    <a:pt x="61669" y="0"/>
                    <a:pt x="50303" y="0"/>
                  </a:cubicBezTo>
                  <a:close/>
                </a:path>
              </a:pathLst>
            </a:custGeom>
            <a:solidFill>
              <a:srgbClr val="B39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5822;p73"/>
            <p:cNvSpPr/>
            <p:nvPr/>
          </p:nvSpPr>
          <p:spPr>
            <a:xfrm>
              <a:off x="4049255" y="1910036"/>
              <a:ext cx="1768292" cy="2005586"/>
            </a:xfrm>
            <a:custGeom>
              <a:avLst/>
              <a:gdLst/>
              <a:ahLst/>
              <a:cxnLst/>
              <a:rect l="l" t="t" r="r" b="b"/>
              <a:pathLst>
                <a:path w="90496" h="102640" extrusionOk="0">
                  <a:moveTo>
                    <a:pt x="51065" y="1381"/>
                  </a:moveTo>
                  <a:cubicBezTo>
                    <a:pt x="62386" y="1381"/>
                    <a:pt x="75634" y="2105"/>
                    <a:pt x="88817" y="4455"/>
                  </a:cubicBezTo>
                  <a:cubicBezTo>
                    <a:pt x="88865" y="4467"/>
                    <a:pt x="88900" y="4490"/>
                    <a:pt x="88924" y="4526"/>
                  </a:cubicBezTo>
                  <a:cubicBezTo>
                    <a:pt x="88942" y="4562"/>
                    <a:pt x="88953" y="4609"/>
                    <a:pt x="88948" y="4645"/>
                  </a:cubicBezTo>
                  <a:cubicBezTo>
                    <a:pt x="87447" y="10687"/>
                    <a:pt x="74301" y="64737"/>
                    <a:pt x="74076" y="99770"/>
                  </a:cubicBezTo>
                  <a:cubicBezTo>
                    <a:pt x="70778" y="99614"/>
                    <a:pt x="60610" y="99198"/>
                    <a:pt x="47344" y="99198"/>
                  </a:cubicBezTo>
                  <a:cubicBezTo>
                    <a:pt x="33914" y="99198"/>
                    <a:pt x="17309" y="99624"/>
                    <a:pt x="1442" y="101175"/>
                  </a:cubicBezTo>
                  <a:cubicBezTo>
                    <a:pt x="1869" y="93834"/>
                    <a:pt x="5551" y="37804"/>
                    <a:pt x="19931" y="3684"/>
                  </a:cubicBezTo>
                  <a:cubicBezTo>
                    <a:pt x="20061" y="3370"/>
                    <a:pt x="20352" y="3150"/>
                    <a:pt x="20696" y="3115"/>
                  </a:cubicBezTo>
                  <a:cubicBezTo>
                    <a:pt x="24106" y="2690"/>
                    <a:pt x="35844" y="1381"/>
                    <a:pt x="51065" y="1381"/>
                  </a:cubicBezTo>
                  <a:close/>
                  <a:moveTo>
                    <a:pt x="51035" y="0"/>
                  </a:moveTo>
                  <a:cubicBezTo>
                    <a:pt x="35743" y="0"/>
                    <a:pt x="23956" y="1313"/>
                    <a:pt x="20524" y="1745"/>
                  </a:cubicBezTo>
                  <a:cubicBezTo>
                    <a:pt x="19700" y="1846"/>
                    <a:pt x="18988" y="2379"/>
                    <a:pt x="18662" y="3144"/>
                  </a:cubicBezTo>
                  <a:cubicBezTo>
                    <a:pt x="3233" y="39761"/>
                    <a:pt x="48" y="101294"/>
                    <a:pt x="19" y="101911"/>
                  </a:cubicBezTo>
                  <a:cubicBezTo>
                    <a:pt x="1" y="102302"/>
                    <a:pt x="315" y="102634"/>
                    <a:pt x="712" y="102640"/>
                  </a:cubicBezTo>
                  <a:lnTo>
                    <a:pt x="778" y="102628"/>
                  </a:lnTo>
                  <a:cubicBezTo>
                    <a:pt x="16828" y="101017"/>
                    <a:pt x="33709" y="100579"/>
                    <a:pt x="47323" y="100579"/>
                  </a:cubicBezTo>
                  <a:cubicBezTo>
                    <a:pt x="60568" y="100579"/>
                    <a:pt x="70721" y="100994"/>
                    <a:pt x="74010" y="101146"/>
                  </a:cubicBezTo>
                  <a:cubicBezTo>
                    <a:pt x="74032" y="101147"/>
                    <a:pt x="74054" y="101147"/>
                    <a:pt x="74075" y="101147"/>
                  </a:cubicBezTo>
                  <a:cubicBezTo>
                    <a:pt x="74438" y="101147"/>
                    <a:pt x="74791" y="101006"/>
                    <a:pt x="75054" y="100754"/>
                  </a:cubicBezTo>
                  <a:cubicBezTo>
                    <a:pt x="75333" y="100493"/>
                    <a:pt x="75493" y="100126"/>
                    <a:pt x="75493" y="99740"/>
                  </a:cubicBezTo>
                  <a:cubicBezTo>
                    <a:pt x="75677" y="64909"/>
                    <a:pt x="88787" y="11007"/>
                    <a:pt x="90276" y="4977"/>
                  </a:cubicBezTo>
                  <a:cubicBezTo>
                    <a:pt x="90495" y="4111"/>
                    <a:pt x="89932" y="3251"/>
                    <a:pt x="89054" y="3097"/>
                  </a:cubicBezTo>
                  <a:cubicBezTo>
                    <a:pt x="75774" y="729"/>
                    <a:pt x="62431" y="0"/>
                    <a:pt x="5103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5823;p73"/>
            <p:cNvSpPr/>
            <p:nvPr/>
          </p:nvSpPr>
          <p:spPr>
            <a:xfrm>
              <a:off x="3846131" y="1718753"/>
              <a:ext cx="1890182" cy="2125268"/>
            </a:xfrm>
            <a:custGeom>
              <a:avLst/>
              <a:gdLst/>
              <a:ahLst/>
              <a:cxnLst/>
              <a:rect l="l" t="t" r="r" b="b"/>
              <a:pathLst>
                <a:path w="96734" h="108765" extrusionOk="0">
                  <a:moveTo>
                    <a:pt x="86030" y="1"/>
                  </a:moveTo>
                  <a:cubicBezTo>
                    <a:pt x="86030" y="1"/>
                    <a:pt x="84287" y="6660"/>
                    <a:pt x="81891" y="16586"/>
                  </a:cubicBezTo>
                  <a:cubicBezTo>
                    <a:pt x="77023" y="36807"/>
                    <a:pt x="69439" y="70541"/>
                    <a:pt x="68407" y="88876"/>
                  </a:cubicBezTo>
                  <a:cubicBezTo>
                    <a:pt x="68395" y="89137"/>
                    <a:pt x="68389" y="89380"/>
                    <a:pt x="68371" y="89635"/>
                  </a:cubicBezTo>
                  <a:cubicBezTo>
                    <a:pt x="68371" y="89635"/>
                    <a:pt x="8575" y="94325"/>
                    <a:pt x="1" y="95831"/>
                  </a:cubicBezTo>
                  <a:lnTo>
                    <a:pt x="10621" y="108201"/>
                  </a:lnTo>
                  <a:lnTo>
                    <a:pt x="11107" y="108764"/>
                  </a:lnTo>
                  <a:cubicBezTo>
                    <a:pt x="11107" y="108764"/>
                    <a:pt x="49156" y="106998"/>
                    <a:pt x="74227" y="106998"/>
                  </a:cubicBezTo>
                  <a:cubicBezTo>
                    <a:pt x="77133" y="106998"/>
                    <a:pt x="79864" y="107021"/>
                    <a:pt x="82342" y="107074"/>
                  </a:cubicBezTo>
                  <a:cubicBezTo>
                    <a:pt x="82342" y="107074"/>
                    <a:pt x="84915" y="69385"/>
                    <a:pt x="89659" y="48862"/>
                  </a:cubicBezTo>
                  <a:cubicBezTo>
                    <a:pt x="94403" y="28333"/>
                    <a:pt x="96733" y="17363"/>
                    <a:pt x="96733" y="17363"/>
                  </a:cubicBezTo>
                  <a:lnTo>
                    <a:pt x="860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5824;p73"/>
            <p:cNvSpPr/>
            <p:nvPr/>
          </p:nvSpPr>
          <p:spPr>
            <a:xfrm>
              <a:off x="3829345" y="1705153"/>
              <a:ext cx="1920762" cy="2152311"/>
            </a:xfrm>
            <a:custGeom>
              <a:avLst/>
              <a:gdLst/>
              <a:ahLst/>
              <a:cxnLst/>
              <a:rect l="l" t="t" r="r" b="b"/>
              <a:pathLst>
                <a:path w="98299" h="110149" extrusionOk="0">
                  <a:moveTo>
                    <a:pt x="87156" y="2428"/>
                  </a:moveTo>
                  <a:lnTo>
                    <a:pt x="96857" y="18189"/>
                  </a:lnTo>
                  <a:cubicBezTo>
                    <a:pt x="96472" y="20004"/>
                    <a:pt x="94129" y="30855"/>
                    <a:pt x="89842" y="49398"/>
                  </a:cubicBezTo>
                  <a:cubicBezTo>
                    <a:pt x="85478" y="68248"/>
                    <a:pt x="82928" y="101953"/>
                    <a:pt x="82555" y="107065"/>
                  </a:cubicBezTo>
                  <a:cubicBezTo>
                    <a:pt x="80298" y="107022"/>
                    <a:pt x="77840" y="107003"/>
                    <a:pt x="75237" y="107003"/>
                  </a:cubicBezTo>
                  <a:cubicBezTo>
                    <a:pt x="51615" y="107003"/>
                    <a:pt x="16120" y="108584"/>
                    <a:pt x="12269" y="108755"/>
                  </a:cubicBezTo>
                  <a:lnTo>
                    <a:pt x="2194" y="97014"/>
                  </a:lnTo>
                  <a:cubicBezTo>
                    <a:pt x="13953" y="95371"/>
                    <a:pt x="68703" y="91066"/>
                    <a:pt x="69284" y="91019"/>
                  </a:cubicBezTo>
                  <a:cubicBezTo>
                    <a:pt x="69622" y="90995"/>
                    <a:pt x="69894" y="90716"/>
                    <a:pt x="69912" y="90372"/>
                  </a:cubicBezTo>
                  <a:lnTo>
                    <a:pt x="69960" y="89602"/>
                  </a:lnTo>
                  <a:cubicBezTo>
                    <a:pt x="70997" y="71124"/>
                    <a:pt x="78837" y="36459"/>
                    <a:pt x="83426" y="17436"/>
                  </a:cubicBezTo>
                  <a:cubicBezTo>
                    <a:pt x="85116" y="10404"/>
                    <a:pt x="86504" y="4972"/>
                    <a:pt x="87156" y="2428"/>
                  </a:cubicBezTo>
                  <a:close/>
                  <a:moveTo>
                    <a:pt x="86886" y="1"/>
                  </a:moveTo>
                  <a:cubicBezTo>
                    <a:pt x="86852" y="1"/>
                    <a:pt x="86817" y="3"/>
                    <a:pt x="86782" y="9"/>
                  </a:cubicBezTo>
                  <a:cubicBezTo>
                    <a:pt x="86510" y="50"/>
                    <a:pt x="86284" y="246"/>
                    <a:pt x="86213" y="513"/>
                  </a:cubicBezTo>
                  <a:cubicBezTo>
                    <a:pt x="86195" y="584"/>
                    <a:pt x="84440" y="7296"/>
                    <a:pt x="82074" y="17110"/>
                  </a:cubicBezTo>
                  <a:cubicBezTo>
                    <a:pt x="77479" y="36174"/>
                    <a:pt x="69616" y="70941"/>
                    <a:pt x="68572" y="89530"/>
                  </a:cubicBezTo>
                  <a:lnTo>
                    <a:pt x="68572" y="89690"/>
                  </a:lnTo>
                  <a:cubicBezTo>
                    <a:pt x="61925" y="90212"/>
                    <a:pt x="8889" y="94416"/>
                    <a:pt x="741" y="95846"/>
                  </a:cubicBezTo>
                  <a:cubicBezTo>
                    <a:pt x="220" y="95940"/>
                    <a:pt x="0" y="96563"/>
                    <a:pt x="332" y="96972"/>
                  </a:cubicBezTo>
                  <a:lnTo>
                    <a:pt x="10958" y="109342"/>
                  </a:lnTo>
                  <a:lnTo>
                    <a:pt x="11439" y="109911"/>
                  </a:lnTo>
                  <a:cubicBezTo>
                    <a:pt x="11565" y="110060"/>
                    <a:pt x="11747" y="110148"/>
                    <a:pt x="11947" y="110148"/>
                  </a:cubicBezTo>
                  <a:cubicBezTo>
                    <a:pt x="11953" y="110148"/>
                    <a:pt x="11960" y="110148"/>
                    <a:pt x="11966" y="110148"/>
                  </a:cubicBezTo>
                  <a:lnTo>
                    <a:pt x="11984" y="110148"/>
                  </a:lnTo>
                  <a:cubicBezTo>
                    <a:pt x="12409" y="110132"/>
                    <a:pt x="50336" y="108382"/>
                    <a:pt x="75162" y="108382"/>
                  </a:cubicBezTo>
                  <a:cubicBezTo>
                    <a:pt x="78035" y="108382"/>
                    <a:pt x="80733" y="108406"/>
                    <a:pt x="83177" y="108458"/>
                  </a:cubicBezTo>
                  <a:cubicBezTo>
                    <a:pt x="83188" y="108459"/>
                    <a:pt x="83199" y="108459"/>
                    <a:pt x="83210" y="108459"/>
                  </a:cubicBezTo>
                  <a:cubicBezTo>
                    <a:pt x="83569" y="108459"/>
                    <a:pt x="83865" y="108174"/>
                    <a:pt x="83877" y="107812"/>
                  </a:cubicBezTo>
                  <a:cubicBezTo>
                    <a:pt x="83907" y="107444"/>
                    <a:pt x="86486" y="70004"/>
                    <a:pt x="91176" y="49712"/>
                  </a:cubicBezTo>
                  <a:cubicBezTo>
                    <a:pt x="95867" y="29414"/>
                    <a:pt x="98233" y="18320"/>
                    <a:pt x="98257" y="18207"/>
                  </a:cubicBezTo>
                  <a:cubicBezTo>
                    <a:pt x="98298" y="18035"/>
                    <a:pt x="98263" y="17851"/>
                    <a:pt x="98168" y="17703"/>
                  </a:cubicBezTo>
                  <a:lnTo>
                    <a:pt x="87464" y="329"/>
                  </a:lnTo>
                  <a:cubicBezTo>
                    <a:pt x="87340" y="122"/>
                    <a:pt x="87121" y="1"/>
                    <a:pt x="8688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5825;p73"/>
            <p:cNvSpPr/>
            <p:nvPr/>
          </p:nvSpPr>
          <p:spPr>
            <a:xfrm>
              <a:off x="4053671" y="1718753"/>
              <a:ext cx="1682648" cy="2125268"/>
            </a:xfrm>
            <a:custGeom>
              <a:avLst/>
              <a:gdLst/>
              <a:ahLst/>
              <a:cxnLst/>
              <a:rect l="l" t="t" r="r" b="b"/>
              <a:pathLst>
                <a:path w="86113" h="108765" extrusionOk="0">
                  <a:moveTo>
                    <a:pt x="75409" y="1"/>
                  </a:moveTo>
                  <a:cubicBezTo>
                    <a:pt x="75409" y="1"/>
                    <a:pt x="73666" y="6660"/>
                    <a:pt x="71270" y="16580"/>
                  </a:cubicBezTo>
                  <a:lnTo>
                    <a:pt x="76838" y="22498"/>
                  </a:lnTo>
                  <a:cubicBezTo>
                    <a:pt x="76838" y="22498"/>
                    <a:pt x="70760" y="62749"/>
                    <a:pt x="70298" y="75688"/>
                  </a:cubicBezTo>
                  <a:cubicBezTo>
                    <a:pt x="69841" y="88633"/>
                    <a:pt x="68424" y="100214"/>
                    <a:pt x="67019" y="101921"/>
                  </a:cubicBezTo>
                  <a:cubicBezTo>
                    <a:pt x="65874" y="103303"/>
                    <a:pt x="25486" y="101714"/>
                    <a:pt x="0" y="108201"/>
                  </a:cubicBezTo>
                  <a:lnTo>
                    <a:pt x="486" y="108764"/>
                  </a:lnTo>
                  <a:cubicBezTo>
                    <a:pt x="486" y="108764"/>
                    <a:pt x="38535" y="106998"/>
                    <a:pt x="63606" y="106998"/>
                  </a:cubicBezTo>
                  <a:cubicBezTo>
                    <a:pt x="66512" y="106998"/>
                    <a:pt x="69243" y="107021"/>
                    <a:pt x="71721" y="107074"/>
                  </a:cubicBezTo>
                  <a:cubicBezTo>
                    <a:pt x="71721" y="107074"/>
                    <a:pt x="74294" y="69385"/>
                    <a:pt x="79038" y="48862"/>
                  </a:cubicBezTo>
                  <a:cubicBezTo>
                    <a:pt x="83782" y="28333"/>
                    <a:pt x="86112" y="17363"/>
                    <a:pt x="86112" y="17363"/>
                  </a:cubicBezTo>
                  <a:lnTo>
                    <a:pt x="75409" y="1"/>
                  </a:ln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5826;p73"/>
            <p:cNvSpPr/>
            <p:nvPr/>
          </p:nvSpPr>
          <p:spPr>
            <a:xfrm>
              <a:off x="3846131" y="3455428"/>
              <a:ext cx="1608963" cy="388651"/>
            </a:xfrm>
            <a:custGeom>
              <a:avLst/>
              <a:gdLst/>
              <a:ahLst/>
              <a:cxnLst/>
              <a:rect l="l" t="t" r="r" b="b"/>
              <a:pathLst>
                <a:path w="82342" h="19890" extrusionOk="0">
                  <a:moveTo>
                    <a:pt x="68407" y="1"/>
                  </a:moveTo>
                  <a:cubicBezTo>
                    <a:pt x="68395" y="262"/>
                    <a:pt x="68389" y="505"/>
                    <a:pt x="68371" y="760"/>
                  </a:cubicBezTo>
                  <a:cubicBezTo>
                    <a:pt x="68371" y="760"/>
                    <a:pt x="8575" y="5450"/>
                    <a:pt x="1" y="6956"/>
                  </a:cubicBezTo>
                  <a:lnTo>
                    <a:pt x="11107" y="19889"/>
                  </a:lnTo>
                  <a:cubicBezTo>
                    <a:pt x="11107" y="19889"/>
                    <a:pt x="49156" y="18123"/>
                    <a:pt x="74227" y="18123"/>
                  </a:cubicBezTo>
                  <a:cubicBezTo>
                    <a:pt x="77133" y="18123"/>
                    <a:pt x="79864" y="18146"/>
                    <a:pt x="82342" y="18199"/>
                  </a:cubicBezTo>
                  <a:cubicBezTo>
                    <a:pt x="82342" y="18199"/>
                    <a:pt x="73459" y="9364"/>
                    <a:pt x="684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5827;p73"/>
            <p:cNvSpPr/>
            <p:nvPr/>
          </p:nvSpPr>
          <p:spPr>
            <a:xfrm>
              <a:off x="3829345" y="3441867"/>
              <a:ext cx="1640129" cy="415655"/>
            </a:xfrm>
            <a:custGeom>
              <a:avLst/>
              <a:gdLst/>
              <a:ahLst/>
              <a:cxnLst/>
              <a:rect l="l" t="t" r="r" b="b"/>
              <a:pathLst>
                <a:path w="83937" h="21272" extrusionOk="0">
                  <a:moveTo>
                    <a:pt x="69284" y="2142"/>
                  </a:moveTo>
                  <a:cubicBezTo>
                    <a:pt x="73251" y="9056"/>
                    <a:pt x="79080" y="15561"/>
                    <a:pt x="81552" y="18176"/>
                  </a:cubicBezTo>
                  <a:cubicBezTo>
                    <a:pt x="79567" y="18145"/>
                    <a:pt x="77440" y="18131"/>
                    <a:pt x="75207" y="18131"/>
                  </a:cubicBezTo>
                  <a:cubicBezTo>
                    <a:pt x="51576" y="18131"/>
                    <a:pt x="16105" y="19710"/>
                    <a:pt x="12269" y="19878"/>
                  </a:cubicBezTo>
                  <a:lnTo>
                    <a:pt x="2194" y="8137"/>
                  </a:lnTo>
                  <a:cubicBezTo>
                    <a:pt x="13953" y="6494"/>
                    <a:pt x="68691" y="2189"/>
                    <a:pt x="69284" y="2142"/>
                  </a:cubicBezTo>
                  <a:close/>
                  <a:moveTo>
                    <a:pt x="69264" y="1"/>
                  </a:moveTo>
                  <a:cubicBezTo>
                    <a:pt x="68929" y="1"/>
                    <a:pt x="68597" y="240"/>
                    <a:pt x="68572" y="653"/>
                  </a:cubicBezTo>
                  <a:lnTo>
                    <a:pt x="68572" y="813"/>
                  </a:lnTo>
                  <a:cubicBezTo>
                    <a:pt x="61925" y="1335"/>
                    <a:pt x="8889" y="5539"/>
                    <a:pt x="741" y="6969"/>
                  </a:cubicBezTo>
                  <a:cubicBezTo>
                    <a:pt x="220" y="7063"/>
                    <a:pt x="0" y="7686"/>
                    <a:pt x="332" y="8095"/>
                  </a:cubicBezTo>
                  <a:lnTo>
                    <a:pt x="11439" y="21034"/>
                  </a:lnTo>
                  <a:cubicBezTo>
                    <a:pt x="11565" y="21183"/>
                    <a:pt x="11747" y="21271"/>
                    <a:pt x="11947" y="21271"/>
                  </a:cubicBezTo>
                  <a:cubicBezTo>
                    <a:pt x="11953" y="21271"/>
                    <a:pt x="11960" y="21271"/>
                    <a:pt x="11966" y="21271"/>
                  </a:cubicBezTo>
                  <a:lnTo>
                    <a:pt x="11984" y="21271"/>
                  </a:lnTo>
                  <a:cubicBezTo>
                    <a:pt x="12409" y="21255"/>
                    <a:pt x="50336" y="19505"/>
                    <a:pt x="75166" y="19505"/>
                  </a:cubicBezTo>
                  <a:cubicBezTo>
                    <a:pt x="78040" y="19505"/>
                    <a:pt x="80738" y="19529"/>
                    <a:pt x="83183" y="19581"/>
                  </a:cubicBezTo>
                  <a:cubicBezTo>
                    <a:pt x="83192" y="19582"/>
                    <a:pt x="83202" y="19582"/>
                    <a:pt x="83211" y="19582"/>
                  </a:cubicBezTo>
                  <a:cubicBezTo>
                    <a:pt x="83479" y="19582"/>
                    <a:pt x="83726" y="19418"/>
                    <a:pt x="83824" y="19160"/>
                  </a:cubicBezTo>
                  <a:cubicBezTo>
                    <a:pt x="83936" y="18899"/>
                    <a:pt x="83877" y="18603"/>
                    <a:pt x="83675" y="18407"/>
                  </a:cubicBezTo>
                  <a:cubicBezTo>
                    <a:pt x="83586" y="18318"/>
                    <a:pt x="74804" y="9542"/>
                    <a:pt x="69865" y="369"/>
                  </a:cubicBezTo>
                  <a:cubicBezTo>
                    <a:pt x="69731" y="116"/>
                    <a:pt x="69497" y="1"/>
                    <a:pt x="6926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5828;p73"/>
            <p:cNvSpPr/>
            <p:nvPr/>
          </p:nvSpPr>
          <p:spPr>
            <a:xfrm>
              <a:off x="3819145" y="1642447"/>
              <a:ext cx="1739431" cy="1978405"/>
            </a:xfrm>
            <a:custGeom>
              <a:avLst/>
              <a:gdLst/>
              <a:ahLst/>
              <a:cxnLst/>
              <a:rect l="l" t="t" r="r" b="b"/>
              <a:pathLst>
                <a:path w="89019" h="101249" extrusionOk="0">
                  <a:moveTo>
                    <a:pt x="50326" y="1"/>
                  </a:moveTo>
                  <a:cubicBezTo>
                    <a:pt x="35009" y="1"/>
                    <a:pt x="23223" y="1317"/>
                    <a:pt x="19901" y="1729"/>
                  </a:cubicBezTo>
                  <a:cubicBezTo>
                    <a:pt x="19320" y="1801"/>
                    <a:pt x="18821" y="2180"/>
                    <a:pt x="18590" y="2720"/>
                  </a:cubicBezTo>
                  <a:cubicBezTo>
                    <a:pt x="3025" y="39644"/>
                    <a:pt x="0" y="101249"/>
                    <a:pt x="0" y="101249"/>
                  </a:cubicBezTo>
                  <a:cubicBezTo>
                    <a:pt x="16032" y="99636"/>
                    <a:pt x="32995" y="99200"/>
                    <a:pt x="46639" y="99200"/>
                  </a:cubicBezTo>
                  <a:cubicBezTo>
                    <a:pt x="60236" y="99200"/>
                    <a:pt x="70537" y="99633"/>
                    <a:pt x="73334" y="99766"/>
                  </a:cubicBezTo>
                  <a:cubicBezTo>
                    <a:pt x="73345" y="99767"/>
                    <a:pt x="73355" y="99767"/>
                    <a:pt x="73366" y="99767"/>
                  </a:cubicBezTo>
                  <a:cubicBezTo>
                    <a:pt x="73766" y="99767"/>
                    <a:pt x="74093" y="99441"/>
                    <a:pt x="74093" y="99037"/>
                  </a:cubicBezTo>
                  <a:cubicBezTo>
                    <a:pt x="74283" y="64348"/>
                    <a:pt x="87073" y="11513"/>
                    <a:pt x="88906" y="4119"/>
                  </a:cubicBezTo>
                  <a:cubicBezTo>
                    <a:pt x="89018" y="3645"/>
                    <a:pt x="88710" y="3170"/>
                    <a:pt x="88230" y="3081"/>
                  </a:cubicBezTo>
                  <a:cubicBezTo>
                    <a:pt x="74994" y="725"/>
                    <a:pt x="61689" y="1"/>
                    <a:pt x="50326" y="1"/>
                  </a:cubicBezTo>
                  <a:close/>
                </a:path>
              </a:pathLst>
            </a:custGeom>
            <a:solidFill>
              <a:srgbClr val="B39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5829;p73"/>
            <p:cNvSpPr/>
            <p:nvPr/>
          </p:nvSpPr>
          <p:spPr>
            <a:xfrm>
              <a:off x="3811505" y="1635060"/>
              <a:ext cx="1753676" cy="1993334"/>
            </a:xfrm>
            <a:custGeom>
              <a:avLst/>
              <a:gdLst/>
              <a:ahLst/>
              <a:cxnLst/>
              <a:rect l="l" t="t" r="r" b="b"/>
              <a:pathLst>
                <a:path w="89748" h="102013" extrusionOk="0">
                  <a:moveTo>
                    <a:pt x="50730" y="755"/>
                  </a:moveTo>
                  <a:cubicBezTo>
                    <a:pt x="62070" y="755"/>
                    <a:pt x="75345" y="1479"/>
                    <a:pt x="88555" y="3833"/>
                  </a:cubicBezTo>
                  <a:cubicBezTo>
                    <a:pt x="88686" y="3857"/>
                    <a:pt x="88798" y="3934"/>
                    <a:pt x="88870" y="4040"/>
                  </a:cubicBezTo>
                  <a:cubicBezTo>
                    <a:pt x="88935" y="4147"/>
                    <a:pt x="88953" y="4278"/>
                    <a:pt x="88929" y="4396"/>
                  </a:cubicBezTo>
                  <a:cubicBezTo>
                    <a:pt x="87429" y="10451"/>
                    <a:pt x="74294" y="64441"/>
                    <a:pt x="74110" y="99415"/>
                  </a:cubicBezTo>
                  <a:cubicBezTo>
                    <a:pt x="74104" y="99510"/>
                    <a:pt x="74069" y="99605"/>
                    <a:pt x="73998" y="99670"/>
                  </a:cubicBezTo>
                  <a:cubicBezTo>
                    <a:pt x="73938" y="99730"/>
                    <a:pt x="73853" y="99759"/>
                    <a:pt x="73771" y="99759"/>
                  </a:cubicBezTo>
                  <a:cubicBezTo>
                    <a:pt x="73763" y="99759"/>
                    <a:pt x="73756" y="99759"/>
                    <a:pt x="73749" y="99759"/>
                  </a:cubicBezTo>
                  <a:cubicBezTo>
                    <a:pt x="70454" y="99609"/>
                    <a:pt x="60298" y="99195"/>
                    <a:pt x="47049" y="99195"/>
                  </a:cubicBezTo>
                  <a:cubicBezTo>
                    <a:pt x="33520" y="99195"/>
                    <a:pt x="16765" y="99627"/>
                    <a:pt x="795" y="101211"/>
                  </a:cubicBezTo>
                  <a:lnTo>
                    <a:pt x="795" y="101211"/>
                  </a:lnTo>
                  <a:cubicBezTo>
                    <a:pt x="1109" y="95584"/>
                    <a:pt x="4655" y="38060"/>
                    <a:pt x="19331" y="3246"/>
                  </a:cubicBezTo>
                  <a:cubicBezTo>
                    <a:pt x="19509" y="2831"/>
                    <a:pt x="19894" y="2540"/>
                    <a:pt x="20339" y="2487"/>
                  </a:cubicBezTo>
                  <a:cubicBezTo>
                    <a:pt x="23755" y="2062"/>
                    <a:pt x="35498" y="755"/>
                    <a:pt x="50730" y="755"/>
                  </a:cubicBezTo>
                  <a:close/>
                  <a:moveTo>
                    <a:pt x="50726" y="0"/>
                  </a:moveTo>
                  <a:cubicBezTo>
                    <a:pt x="35449" y="0"/>
                    <a:pt x="23673" y="1309"/>
                    <a:pt x="20244" y="1734"/>
                  </a:cubicBezTo>
                  <a:cubicBezTo>
                    <a:pt x="19533" y="1823"/>
                    <a:pt x="18916" y="2285"/>
                    <a:pt x="18637" y="2949"/>
                  </a:cubicBezTo>
                  <a:cubicBezTo>
                    <a:pt x="3220" y="39512"/>
                    <a:pt x="47" y="100998"/>
                    <a:pt x="18" y="101609"/>
                  </a:cubicBezTo>
                  <a:cubicBezTo>
                    <a:pt x="0" y="101825"/>
                    <a:pt x="167" y="102012"/>
                    <a:pt x="387" y="102012"/>
                  </a:cubicBezTo>
                  <a:cubicBezTo>
                    <a:pt x="390" y="102012"/>
                    <a:pt x="394" y="102012"/>
                    <a:pt x="397" y="102012"/>
                  </a:cubicBezTo>
                  <a:lnTo>
                    <a:pt x="433" y="102006"/>
                  </a:lnTo>
                  <a:cubicBezTo>
                    <a:pt x="16488" y="100392"/>
                    <a:pt x="33377" y="99953"/>
                    <a:pt x="46999" y="99953"/>
                  </a:cubicBezTo>
                  <a:cubicBezTo>
                    <a:pt x="60253" y="99953"/>
                    <a:pt x="70414" y="100369"/>
                    <a:pt x="73707" y="100524"/>
                  </a:cubicBezTo>
                  <a:cubicBezTo>
                    <a:pt x="73715" y="100524"/>
                    <a:pt x="73723" y="100524"/>
                    <a:pt x="73731" y="100524"/>
                  </a:cubicBezTo>
                  <a:cubicBezTo>
                    <a:pt x="74025" y="100524"/>
                    <a:pt x="74306" y="100417"/>
                    <a:pt x="74525" y="100215"/>
                  </a:cubicBezTo>
                  <a:cubicBezTo>
                    <a:pt x="74745" y="100008"/>
                    <a:pt x="74863" y="99717"/>
                    <a:pt x="74863" y="99415"/>
                  </a:cubicBezTo>
                  <a:cubicBezTo>
                    <a:pt x="75053" y="64530"/>
                    <a:pt x="88170" y="10617"/>
                    <a:pt x="89670" y="4586"/>
                  </a:cubicBezTo>
                  <a:cubicBezTo>
                    <a:pt x="89747" y="4260"/>
                    <a:pt x="89688" y="3910"/>
                    <a:pt x="89504" y="3631"/>
                  </a:cubicBezTo>
                  <a:cubicBezTo>
                    <a:pt x="89320" y="3347"/>
                    <a:pt x="89024" y="3151"/>
                    <a:pt x="88692" y="3086"/>
                  </a:cubicBezTo>
                  <a:cubicBezTo>
                    <a:pt x="75429" y="726"/>
                    <a:pt x="62106" y="0"/>
                    <a:pt x="5072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5830;p73"/>
            <p:cNvSpPr/>
            <p:nvPr/>
          </p:nvSpPr>
          <p:spPr>
            <a:xfrm>
              <a:off x="3789483" y="1676115"/>
              <a:ext cx="1767354" cy="1944738"/>
            </a:xfrm>
            <a:custGeom>
              <a:avLst/>
              <a:gdLst/>
              <a:ahLst/>
              <a:cxnLst/>
              <a:rect l="l" t="t" r="r" b="b"/>
              <a:pathLst>
                <a:path w="90448" h="99526" extrusionOk="0">
                  <a:moveTo>
                    <a:pt x="88935" y="0"/>
                  </a:moveTo>
                  <a:lnTo>
                    <a:pt x="0" y="98013"/>
                  </a:lnTo>
                  <a:lnTo>
                    <a:pt x="1524" y="99526"/>
                  </a:lnTo>
                  <a:lnTo>
                    <a:pt x="90447" y="1661"/>
                  </a:lnTo>
                  <a:lnTo>
                    <a:pt x="88935" y="0"/>
                  </a:lnTo>
                  <a:close/>
                </a:path>
              </a:pathLst>
            </a:custGeom>
            <a:solidFill>
              <a:srgbClr val="B39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5831;p73"/>
            <p:cNvSpPr/>
            <p:nvPr/>
          </p:nvSpPr>
          <p:spPr>
            <a:xfrm>
              <a:off x="3789481" y="1669352"/>
              <a:ext cx="1783689" cy="1959686"/>
            </a:xfrm>
            <a:custGeom>
              <a:avLst/>
              <a:gdLst/>
              <a:ahLst/>
              <a:cxnLst/>
              <a:rect l="l" t="t" r="r" b="b"/>
              <a:pathLst>
                <a:path w="91284" h="100291" extrusionOk="0">
                  <a:moveTo>
                    <a:pt x="89356" y="944"/>
                  </a:moveTo>
                  <a:lnTo>
                    <a:pt x="90358" y="2041"/>
                  </a:lnTo>
                  <a:lnTo>
                    <a:pt x="1927" y="99354"/>
                  </a:lnTo>
                  <a:lnTo>
                    <a:pt x="949" y="98376"/>
                  </a:lnTo>
                  <a:lnTo>
                    <a:pt x="89356" y="944"/>
                  </a:lnTo>
                  <a:close/>
                  <a:moveTo>
                    <a:pt x="89350" y="1"/>
                  </a:moveTo>
                  <a:cubicBezTo>
                    <a:pt x="89243" y="1"/>
                    <a:pt x="89143" y="48"/>
                    <a:pt x="89072" y="125"/>
                  </a:cubicBezTo>
                  <a:lnTo>
                    <a:pt x="143" y="98133"/>
                  </a:lnTo>
                  <a:cubicBezTo>
                    <a:pt x="0" y="98281"/>
                    <a:pt x="12" y="98518"/>
                    <a:pt x="154" y="98660"/>
                  </a:cubicBezTo>
                  <a:lnTo>
                    <a:pt x="1667" y="100178"/>
                  </a:lnTo>
                  <a:cubicBezTo>
                    <a:pt x="1744" y="100249"/>
                    <a:pt x="1839" y="100285"/>
                    <a:pt x="1945" y="100291"/>
                  </a:cubicBezTo>
                  <a:lnTo>
                    <a:pt x="1951" y="100291"/>
                  </a:lnTo>
                  <a:cubicBezTo>
                    <a:pt x="2052" y="100285"/>
                    <a:pt x="2147" y="100238"/>
                    <a:pt x="2218" y="100166"/>
                  </a:cubicBezTo>
                  <a:lnTo>
                    <a:pt x="91147" y="2296"/>
                  </a:lnTo>
                  <a:cubicBezTo>
                    <a:pt x="91283" y="2148"/>
                    <a:pt x="91283" y="1928"/>
                    <a:pt x="91147" y="1780"/>
                  </a:cubicBezTo>
                  <a:lnTo>
                    <a:pt x="89629" y="125"/>
                  </a:lnTo>
                  <a:cubicBezTo>
                    <a:pt x="89558" y="48"/>
                    <a:pt x="89457" y="1"/>
                    <a:pt x="8935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5832;p73"/>
            <p:cNvSpPr/>
            <p:nvPr/>
          </p:nvSpPr>
          <p:spPr>
            <a:xfrm>
              <a:off x="3789483" y="1612804"/>
              <a:ext cx="1739549" cy="1978503"/>
            </a:xfrm>
            <a:custGeom>
              <a:avLst/>
              <a:gdLst/>
              <a:ahLst/>
              <a:cxnLst/>
              <a:rect l="l" t="t" r="r" b="b"/>
              <a:pathLst>
                <a:path w="89025" h="101254" extrusionOk="0">
                  <a:moveTo>
                    <a:pt x="50332" y="0"/>
                  </a:moveTo>
                  <a:cubicBezTo>
                    <a:pt x="41767" y="0"/>
                    <a:pt x="34306" y="411"/>
                    <a:pt x="28813" y="845"/>
                  </a:cubicBezTo>
                  <a:cubicBezTo>
                    <a:pt x="24478" y="1189"/>
                    <a:pt x="21365" y="1545"/>
                    <a:pt x="19907" y="1728"/>
                  </a:cubicBezTo>
                  <a:cubicBezTo>
                    <a:pt x="19320" y="1800"/>
                    <a:pt x="18821" y="2173"/>
                    <a:pt x="18590" y="2713"/>
                  </a:cubicBezTo>
                  <a:cubicBezTo>
                    <a:pt x="6197" y="32118"/>
                    <a:pt x="1761" y="77155"/>
                    <a:pt x="457" y="94298"/>
                  </a:cubicBezTo>
                  <a:cubicBezTo>
                    <a:pt x="131" y="98686"/>
                    <a:pt x="0" y="101253"/>
                    <a:pt x="0" y="101253"/>
                  </a:cubicBezTo>
                  <a:cubicBezTo>
                    <a:pt x="16062" y="99638"/>
                    <a:pt x="33056" y="99202"/>
                    <a:pt x="46711" y="99202"/>
                  </a:cubicBezTo>
                  <a:cubicBezTo>
                    <a:pt x="60273" y="99202"/>
                    <a:pt x="70542" y="99632"/>
                    <a:pt x="73334" y="99765"/>
                  </a:cubicBezTo>
                  <a:cubicBezTo>
                    <a:pt x="73341" y="99765"/>
                    <a:pt x="73348" y="99765"/>
                    <a:pt x="73356" y="99765"/>
                  </a:cubicBezTo>
                  <a:cubicBezTo>
                    <a:pt x="73755" y="99765"/>
                    <a:pt x="74087" y="99444"/>
                    <a:pt x="74105" y="99042"/>
                  </a:cubicBezTo>
                  <a:cubicBezTo>
                    <a:pt x="74283" y="64347"/>
                    <a:pt x="87067" y="11512"/>
                    <a:pt x="88905" y="4118"/>
                  </a:cubicBezTo>
                  <a:cubicBezTo>
                    <a:pt x="89024" y="3638"/>
                    <a:pt x="88716" y="3163"/>
                    <a:pt x="88229" y="3080"/>
                  </a:cubicBezTo>
                  <a:cubicBezTo>
                    <a:pt x="74997" y="724"/>
                    <a:pt x="61693" y="0"/>
                    <a:pt x="50332" y="0"/>
                  </a:cubicBezTo>
                  <a:close/>
                </a:path>
              </a:pathLst>
            </a:custGeom>
            <a:solidFill>
              <a:srgbClr val="B39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5833;p73"/>
            <p:cNvSpPr/>
            <p:nvPr/>
          </p:nvSpPr>
          <p:spPr>
            <a:xfrm>
              <a:off x="3775921" y="1599575"/>
              <a:ext cx="1767823" cy="2005175"/>
            </a:xfrm>
            <a:custGeom>
              <a:avLst/>
              <a:gdLst/>
              <a:ahLst/>
              <a:cxnLst/>
              <a:rect l="l" t="t" r="r" b="b"/>
              <a:pathLst>
                <a:path w="90472" h="102619" extrusionOk="0">
                  <a:moveTo>
                    <a:pt x="50979" y="1374"/>
                  </a:moveTo>
                  <a:cubicBezTo>
                    <a:pt x="62263" y="1374"/>
                    <a:pt x="75599" y="2085"/>
                    <a:pt x="88799" y="4433"/>
                  </a:cubicBezTo>
                  <a:cubicBezTo>
                    <a:pt x="88846" y="4439"/>
                    <a:pt x="88888" y="4469"/>
                    <a:pt x="88906" y="4510"/>
                  </a:cubicBezTo>
                  <a:cubicBezTo>
                    <a:pt x="88929" y="4546"/>
                    <a:pt x="88935" y="4582"/>
                    <a:pt x="88929" y="4623"/>
                  </a:cubicBezTo>
                  <a:cubicBezTo>
                    <a:pt x="87423" y="10671"/>
                    <a:pt x="74283" y="64603"/>
                    <a:pt x="74063" y="99748"/>
                  </a:cubicBezTo>
                  <a:cubicBezTo>
                    <a:pt x="71990" y="99651"/>
                    <a:pt x="61507" y="99190"/>
                    <a:pt x="47413" y="99190"/>
                  </a:cubicBezTo>
                  <a:cubicBezTo>
                    <a:pt x="33982" y="99190"/>
                    <a:pt x="17271" y="99609"/>
                    <a:pt x="1430" y="101160"/>
                  </a:cubicBezTo>
                  <a:cubicBezTo>
                    <a:pt x="1489" y="100086"/>
                    <a:pt x="1619" y="97958"/>
                    <a:pt x="1839" y="95028"/>
                  </a:cubicBezTo>
                  <a:cubicBezTo>
                    <a:pt x="3185" y="77263"/>
                    <a:pt x="7632" y="32795"/>
                    <a:pt x="19913" y="3657"/>
                  </a:cubicBezTo>
                  <a:cubicBezTo>
                    <a:pt x="20055" y="3348"/>
                    <a:pt x="20340" y="3129"/>
                    <a:pt x="20678" y="3087"/>
                  </a:cubicBezTo>
                  <a:cubicBezTo>
                    <a:pt x="22130" y="2909"/>
                    <a:pt x="25214" y="2554"/>
                    <a:pt x="29560" y="2216"/>
                  </a:cubicBezTo>
                  <a:cubicBezTo>
                    <a:pt x="34820" y="1801"/>
                    <a:pt x="42292" y="1374"/>
                    <a:pt x="50979" y="1374"/>
                  </a:cubicBezTo>
                  <a:close/>
                  <a:moveTo>
                    <a:pt x="50966" y="0"/>
                  </a:moveTo>
                  <a:cubicBezTo>
                    <a:pt x="42239" y="0"/>
                    <a:pt x="34734" y="422"/>
                    <a:pt x="29448" y="840"/>
                  </a:cubicBezTo>
                  <a:cubicBezTo>
                    <a:pt x="25084" y="1184"/>
                    <a:pt x="21976" y="1540"/>
                    <a:pt x="20512" y="1723"/>
                  </a:cubicBezTo>
                  <a:cubicBezTo>
                    <a:pt x="19681" y="1824"/>
                    <a:pt x="18976" y="2358"/>
                    <a:pt x="18650" y="3123"/>
                  </a:cubicBezTo>
                  <a:cubicBezTo>
                    <a:pt x="6286" y="32446"/>
                    <a:pt x="1815" y="77091"/>
                    <a:pt x="463" y="94927"/>
                  </a:cubicBezTo>
                  <a:cubicBezTo>
                    <a:pt x="143" y="99268"/>
                    <a:pt x="6" y="101871"/>
                    <a:pt x="6" y="101895"/>
                  </a:cubicBezTo>
                  <a:cubicBezTo>
                    <a:pt x="1" y="102091"/>
                    <a:pt x="78" y="102286"/>
                    <a:pt x="220" y="102429"/>
                  </a:cubicBezTo>
                  <a:cubicBezTo>
                    <a:pt x="350" y="102553"/>
                    <a:pt x="516" y="102618"/>
                    <a:pt x="694" y="102618"/>
                  </a:cubicBezTo>
                  <a:lnTo>
                    <a:pt x="760" y="102606"/>
                  </a:lnTo>
                  <a:cubicBezTo>
                    <a:pt x="16788" y="100996"/>
                    <a:pt x="33787" y="100564"/>
                    <a:pt x="47407" y="100564"/>
                  </a:cubicBezTo>
                  <a:cubicBezTo>
                    <a:pt x="61470" y="100564"/>
                    <a:pt x="71932" y="101025"/>
                    <a:pt x="74004" y="101124"/>
                  </a:cubicBezTo>
                  <a:cubicBezTo>
                    <a:pt x="74019" y="101124"/>
                    <a:pt x="74033" y="101125"/>
                    <a:pt x="74048" y="101125"/>
                  </a:cubicBezTo>
                  <a:cubicBezTo>
                    <a:pt x="74829" y="101125"/>
                    <a:pt x="75475" y="100499"/>
                    <a:pt x="75487" y="99713"/>
                  </a:cubicBezTo>
                  <a:cubicBezTo>
                    <a:pt x="75665" y="64757"/>
                    <a:pt x="88775" y="10968"/>
                    <a:pt x="90264" y="4949"/>
                  </a:cubicBezTo>
                  <a:lnTo>
                    <a:pt x="90275" y="4949"/>
                  </a:lnTo>
                  <a:cubicBezTo>
                    <a:pt x="90471" y="4089"/>
                    <a:pt x="89914" y="3236"/>
                    <a:pt x="89042" y="3081"/>
                  </a:cubicBezTo>
                  <a:cubicBezTo>
                    <a:pt x="75743" y="714"/>
                    <a:pt x="62320" y="0"/>
                    <a:pt x="5096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5834;p73"/>
            <p:cNvSpPr/>
            <p:nvPr/>
          </p:nvSpPr>
          <p:spPr>
            <a:xfrm>
              <a:off x="3789483" y="1612784"/>
              <a:ext cx="1739549" cy="1978796"/>
            </a:xfrm>
            <a:custGeom>
              <a:avLst/>
              <a:gdLst/>
              <a:ahLst/>
              <a:cxnLst/>
              <a:rect l="l" t="t" r="r" b="b"/>
              <a:pathLst>
                <a:path w="89025" h="101269" extrusionOk="0">
                  <a:moveTo>
                    <a:pt x="50347" y="1"/>
                  </a:moveTo>
                  <a:cubicBezTo>
                    <a:pt x="41775" y="1"/>
                    <a:pt x="34309" y="412"/>
                    <a:pt x="28813" y="846"/>
                  </a:cubicBezTo>
                  <a:cubicBezTo>
                    <a:pt x="42884" y="2186"/>
                    <a:pt x="68626" y="5074"/>
                    <a:pt x="81019" y="9147"/>
                  </a:cubicBezTo>
                  <a:cubicBezTo>
                    <a:pt x="81019" y="9147"/>
                    <a:pt x="68655" y="70675"/>
                    <a:pt x="66604" y="85487"/>
                  </a:cubicBezTo>
                  <a:cubicBezTo>
                    <a:pt x="65038" y="96724"/>
                    <a:pt x="24538" y="95242"/>
                    <a:pt x="457" y="97329"/>
                  </a:cubicBezTo>
                  <a:cubicBezTo>
                    <a:pt x="218" y="100537"/>
                    <a:pt x="85" y="101152"/>
                    <a:pt x="30" y="101252"/>
                  </a:cubicBezTo>
                  <a:lnTo>
                    <a:pt x="30" y="101252"/>
                  </a:lnTo>
                  <a:cubicBezTo>
                    <a:pt x="16083" y="99639"/>
                    <a:pt x="33064" y="99203"/>
                    <a:pt x="46711" y="99203"/>
                  </a:cubicBezTo>
                  <a:cubicBezTo>
                    <a:pt x="60273" y="99203"/>
                    <a:pt x="70542" y="99633"/>
                    <a:pt x="73334" y="99766"/>
                  </a:cubicBezTo>
                  <a:cubicBezTo>
                    <a:pt x="73341" y="99766"/>
                    <a:pt x="73348" y="99766"/>
                    <a:pt x="73356" y="99766"/>
                  </a:cubicBezTo>
                  <a:cubicBezTo>
                    <a:pt x="73755" y="99766"/>
                    <a:pt x="74087" y="99445"/>
                    <a:pt x="74105" y="99043"/>
                  </a:cubicBezTo>
                  <a:cubicBezTo>
                    <a:pt x="74283" y="64348"/>
                    <a:pt x="87067" y="11513"/>
                    <a:pt x="88905" y="4119"/>
                  </a:cubicBezTo>
                  <a:cubicBezTo>
                    <a:pt x="89024" y="3639"/>
                    <a:pt x="88716" y="3164"/>
                    <a:pt x="88229" y="3075"/>
                  </a:cubicBezTo>
                  <a:cubicBezTo>
                    <a:pt x="75003" y="723"/>
                    <a:pt x="61704" y="1"/>
                    <a:pt x="50347" y="1"/>
                  </a:cubicBezTo>
                  <a:close/>
                  <a:moveTo>
                    <a:pt x="30" y="101252"/>
                  </a:moveTo>
                  <a:cubicBezTo>
                    <a:pt x="20" y="101252"/>
                    <a:pt x="10" y="101253"/>
                    <a:pt x="0" y="101254"/>
                  </a:cubicBezTo>
                  <a:cubicBezTo>
                    <a:pt x="0" y="101254"/>
                    <a:pt x="4" y="101268"/>
                    <a:pt x="13" y="101268"/>
                  </a:cubicBezTo>
                  <a:cubicBezTo>
                    <a:pt x="17" y="101268"/>
                    <a:pt x="23" y="101264"/>
                    <a:pt x="30" y="101252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5835;p73"/>
            <p:cNvSpPr/>
            <p:nvPr/>
          </p:nvSpPr>
          <p:spPr>
            <a:xfrm>
              <a:off x="3789483" y="3591353"/>
              <a:ext cx="303241" cy="340328"/>
            </a:xfrm>
            <a:custGeom>
              <a:avLst/>
              <a:gdLst/>
              <a:ahLst/>
              <a:cxnLst/>
              <a:rect l="l" t="t" r="r" b="b"/>
              <a:pathLst>
                <a:path w="15519" h="17417" extrusionOk="0">
                  <a:moveTo>
                    <a:pt x="0" y="0"/>
                  </a:moveTo>
                  <a:cubicBezTo>
                    <a:pt x="0" y="0"/>
                    <a:pt x="11712" y="13722"/>
                    <a:pt x="15519" y="17416"/>
                  </a:cubicBezTo>
                  <a:lnTo>
                    <a:pt x="15311" y="14463"/>
                  </a:lnTo>
                  <a:lnTo>
                    <a:pt x="2900" y="0"/>
                  </a:lnTo>
                  <a:close/>
                </a:path>
              </a:pathLst>
            </a:custGeom>
            <a:solidFill>
              <a:srgbClr val="B39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5836;p73"/>
            <p:cNvSpPr/>
            <p:nvPr/>
          </p:nvSpPr>
          <p:spPr>
            <a:xfrm>
              <a:off x="3771877" y="3577909"/>
              <a:ext cx="334642" cy="367313"/>
            </a:xfrm>
            <a:custGeom>
              <a:avLst/>
              <a:gdLst/>
              <a:ahLst/>
              <a:cxnLst/>
              <a:rect l="l" t="t" r="r" b="b"/>
              <a:pathLst>
                <a:path w="17126" h="18798" extrusionOk="0">
                  <a:moveTo>
                    <a:pt x="3481" y="1376"/>
                  </a:moveTo>
                  <a:lnTo>
                    <a:pt x="15542" y="15424"/>
                  </a:lnTo>
                  <a:lnTo>
                    <a:pt x="15601" y="16290"/>
                  </a:lnTo>
                  <a:cubicBezTo>
                    <a:pt x="11883" y="12370"/>
                    <a:pt x="4951" y="4341"/>
                    <a:pt x="2402" y="1376"/>
                  </a:cubicBezTo>
                  <a:close/>
                  <a:moveTo>
                    <a:pt x="901" y="1"/>
                  </a:moveTo>
                  <a:cubicBezTo>
                    <a:pt x="314" y="1"/>
                    <a:pt x="0" y="683"/>
                    <a:pt x="374" y="1133"/>
                  </a:cubicBezTo>
                  <a:cubicBezTo>
                    <a:pt x="860" y="1697"/>
                    <a:pt x="12156" y="14920"/>
                    <a:pt x="15945" y="18602"/>
                  </a:cubicBezTo>
                  <a:cubicBezTo>
                    <a:pt x="16070" y="18727"/>
                    <a:pt x="16242" y="18798"/>
                    <a:pt x="16425" y="18798"/>
                  </a:cubicBezTo>
                  <a:cubicBezTo>
                    <a:pt x="16526" y="18798"/>
                    <a:pt x="16621" y="18774"/>
                    <a:pt x="16710" y="18739"/>
                  </a:cubicBezTo>
                  <a:cubicBezTo>
                    <a:pt x="16971" y="18614"/>
                    <a:pt x="17125" y="18347"/>
                    <a:pt x="17107" y="18063"/>
                  </a:cubicBezTo>
                  <a:lnTo>
                    <a:pt x="16900" y="15104"/>
                  </a:lnTo>
                  <a:cubicBezTo>
                    <a:pt x="16888" y="14955"/>
                    <a:pt x="16829" y="14813"/>
                    <a:pt x="16734" y="14695"/>
                  </a:cubicBezTo>
                  <a:lnTo>
                    <a:pt x="4317" y="238"/>
                  </a:lnTo>
                  <a:cubicBezTo>
                    <a:pt x="4186" y="84"/>
                    <a:pt x="4003" y="1"/>
                    <a:pt x="380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5837;p73"/>
            <p:cNvSpPr/>
            <p:nvPr/>
          </p:nvSpPr>
          <p:spPr>
            <a:xfrm>
              <a:off x="4617278" y="2038223"/>
              <a:ext cx="713953" cy="515192"/>
            </a:xfrm>
            <a:custGeom>
              <a:avLst/>
              <a:gdLst/>
              <a:ahLst/>
              <a:cxnLst/>
              <a:rect l="l" t="t" r="r" b="b"/>
              <a:pathLst>
                <a:path w="36538" h="26366" extrusionOk="0">
                  <a:moveTo>
                    <a:pt x="18313" y="1"/>
                  </a:moveTo>
                  <a:cubicBezTo>
                    <a:pt x="18169" y="1"/>
                    <a:pt x="18024" y="2"/>
                    <a:pt x="17878" y="6"/>
                  </a:cubicBezTo>
                  <a:cubicBezTo>
                    <a:pt x="0" y="438"/>
                    <a:pt x="1686" y="26365"/>
                    <a:pt x="18247" y="26365"/>
                  </a:cubicBezTo>
                  <a:cubicBezTo>
                    <a:pt x="18506" y="26365"/>
                    <a:pt x="18768" y="26359"/>
                    <a:pt x="19034" y="26346"/>
                  </a:cubicBezTo>
                  <a:cubicBezTo>
                    <a:pt x="36537" y="25493"/>
                    <a:pt x="35764" y="1"/>
                    <a:pt x="183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5838;p73"/>
            <p:cNvSpPr/>
            <p:nvPr/>
          </p:nvSpPr>
          <p:spPr>
            <a:xfrm>
              <a:off x="4801038" y="2221417"/>
              <a:ext cx="369501" cy="323172"/>
            </a:xfrm>
            <a:custGeom>
              <a:avLst/>
              <a:gdLst/>
              <a:ahLst/>
              <a:cxnLst/>
              <a:rect l="l" t="t" r="r" b="b"/>
              <a:pathLst>
                <a:path w="18910" h="16539" extrusionOk="0">
                  <a:moveTo>
                    <a:pt x="9950" y="0"/>
                  </a:moveTo>
                  <a:cubicBezTo>
                    <a:pt x="9818" y="0"/>
                    <a:pt x="9684" y="4"/>
                    <a:pt x="9547" y="12"/>
                  </a:cubicBezTo>
                  <a:cubicBezTo>
                    <a:pt x="0" y="557"/>
                    <a:pt x="991" y="16437"/>
                    <a:pt x="10016" y="16538"/>
                  </a:cubicBezTo>
                  <a:cubicBezTo>
                    <a:pt x="10044" y="16538"/>
                    <a:pt x="10072" y="16538"/>
                    <a:pt x="10099" y="16538"/>
                  </a:cubicBezTo>
                  <a:cubicBezTo>
                    <a:pt x="18910" y="16538"/>
                    <a:pt x="18632" y="0"/>
                    <a:pt x="995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5839;p73"/>
            <p:cNvSpPr/>
            <p:nvPr/>
          </p:nvSpPr>
          <p:spPr>
            <a:xfrm>
              <a:off x="4079366" y="2058428"/>
              <a:ext cx="504757" cy="408679"/>
            </a:xfrm>
            <a:custGeom>
              <a:avLst/>
              <a:gdLst/>
              <a:ahLst/>
              <a:cxnLst/>
              <a:rect l="l" t="t" r="r" b="b"/>
              <a:pathLst>
                <a:path w="25832" h="20915" extrusionOk="0">
                  <a:moveTo>
                    <a:pt x="13686" y="0"/>
                  </a:moveTo>
                  <a:cubicBezTo>
                    <a:pt x="13589" y="0"/>
                    <a:pt x="13490" y="1"/>
                    <a:pt x="13391" y="4"/>
                  </a:cubicBezTo>
                  <a:cubicBezTo>
                    <a:pt x="0" y="325"/>
                    <a:pt x="1305" y="20914"/>
                    <a:pt x="13716" y="20914"/>
                  </a:cubicBezTo>
                  <a:cubicBezTo>
                    <a:pt x="13902" y="20914"/>
                    <a:pt x="14090" y="20909"/>
                    <a:pt x="14281" y="20900"/>
                  </a:cubicBezTo>
                  <a:cubicBezTo>
                    <a:pt x="15306" y="20853"/>
                    <a:pt x="16320" y="20663"/>
                    <a:pt x="17293" y="20343"/>
                  </a:cubicBezTo>
                  <a:cubicBezTo>
                    <a:pt x="19706" y="19518"/>
                    <a:pt x="21438" y="17906"/>
                    <a:pt x="22505" y="15901"/>
                  </a:cubicBezTo>
                  <a:cubicBezTo>
                    <a:pt x="25831" y="9724"/>
                    <a:pt x="22756" y="0"/>
                    <a:pt x="136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5840;p73"/>
            <p:cNvSpPr/>
            <p:nvPr/>
          </p:nvSpPr>
          <p:spPr>
            <a:xfrm>
              <a:off x="4284132" y="2200156"/>
              <a:ext cx="250835" cy="255779"/>
            </a:xfrm>
            <a:custGeom>
              <a:avLst/>
              <a:gdLst/>
              <a:ahLst/>
              <a:cxnLst/>
              <a:rect l="l" t="t" r="r" b="b"/>
              <a:pathLst>
                <a:path w="12837" h="13090" extrusionOk="0">
                  <a:moveTo>
                    <a:pt x="7246" y="0"/>
                  </a:moveTo>
                  <a:cubicBezTo>
                    <a:pt x="7151" y="0"/>
                    <a:pt x="7054" y="3"/>
                    <a:pt x="6956" y="9"/>
                  </a:cubicBezTo>
                  <a:cubicBezTo>
                    <a:pt x="1" y="418"/>
                    <a:pt x="534" y="12384"/>
                    <a:pt x="6814" y="13090"/>
                  </a:cubicBezTo>
                  <a:cubicBezTo>
                    <a:pt x="9227" y="12265"/>
                    <a:pt x="10959" y="10653"/>
                    <a:pt x="12026" y="8648"/>
                  </a:cubicBezTo>
                  <a:cubicBezTo>
                    <a:pt x="12837" y="4850"/>
                    <a:pt x="11199" y="0"/>
                    <a:pt x="724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5841;p73"/>
            <p:cNvSpPr/>
            <p:nvPr/>
          </p:nvSpPr>
          <p:spPr>
            <a:xfrm>
              <a:off x="4646120" y="1931023"/>
              <a:ext cx="759637" cy="727103"/>
            </a:xfrm>
            <a:custGeom>
              <a:avLst/>
              <a:gdLst/>
              <a:ahLst/>
              <a:cxnLst/>
              <a:rect l="l" t="t" r="r" b="b"/>
              <a:pathLst>
                <a:path w="38876" h="37211" extrusionOk="0">
                  <a:moveTo>
                    <a:pt x="18821" y="1394"/>
                  </a:moveTo>
                  <a:cubicBezTo>
                    <a:pt x="28220" y="1412"/>
                    <a:pt x="35869" y="8979"/>
                    <a:pt x="36000" y="18377"/>
                  </a:cubicBezTo>
                  <a:cubicBezTo>
                    <a:pt x="36124" y="27782"/>
                    <a:pt x="28683" y="35550"/>
                    <a:pt x="19284" y="35823"/>
                  </a:cubicBezTo>
                  <a:cubicBezTo>
                    <a:pt x="19124" y="35827"/>
                    <a:pt x="18964" y="35829"/>
                    <a:pt x="18804" y="35829"/>
                  </a:cubicBezTo>
                  <a:cubicBezTo>
                    <a:pt x="9541" y="35829"/>
                    <a:pt x="1858" y="28422"/>
                    <a:pt x="1595" y="19089"/>
                  </a:cubicBezTo>
                  <a:cubicBezTo>
                    <a:pt x="1328" y="9583"/>
                    <a:pt x="8824" y="1661"/>
                    <a:pt x="18329" y="1394"/>
                  </a:cubicBezTo>
                  <a:close/>
                  <a:moveTo>
                    <a:pt x="18805" y="1"/>
                  </a:moveTo>
                  <a:cubicBezTo>
                    <a:pt x="16237" y="1"/>
                    <a:pt x="13648" y="533"/>
                    <a:pt x="11207" y="1626"/>
                  </a:cubicBezTo>
                  <a:cubicBezTo>
                    <a:pt x="4341" y="4697"/>
                    <a:pt x="0" y="11611"/>
                    <a:pt x="214" y="19130"/>
                  </a:cubicBezTo>
                  <a:cubicBezTo>
                    <a:pt x="498" y="29205"/>
                    <a:pt x="8782" y="37210"/>
                    <a:pt x="18803" y="37210"/>
                  </a:cubicBezTo>
                  <a:lnTo>
                    <a:pt x="19331" y="37204"/>
                  </a:lnTo>
                  <a:cubicBezTo>
                    <a:pt x="26850" y="36991"/>
                    <a:pt x="33509" y="32271"/>
                    <a:pt x="36190" y="25244"/>
                  </a:cubicBezTo>
                  <a:cubicBezTo>
                    <a:pt x="38876" y="18211"/>
                    <a:pt x="37061" y="10253"/>
                    <a:pt x="31588" y="5089"/>
                  </a:cubicBezTo>
                  <a:cubicBezTo>
                    <a:pt x="28063" y="1754"/>
                    <a:pt x="23467" y="1"/>
                    <a:pt x="1880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5842;p73"/>
            <p:cNvSpPr/>
            <p:nvPr/>
          </p:nvSpPr>
          <p:spPr>
            <a:xfrm>
              <a:off x="3943482" y="1932078"/>
              <a:ext cx="644937" cy="649451"/>
            </a:xfrm>
            <a:custGeom>
              <a:avLst/>
              <a:gdLst/>
              <a:ahLst/>
              <a:cxnLst/>
              <a:rect l="l" t="t" r="r" b="b"/>
              <a:pathLst>
                <a:path w="33006" h="33237" extrusionOk="0">
                  <a:moveTo>
                    <a:pt x="16585" y="1381"/>
                  </a:moveTo>
                  <a:cubicBezTo>
                    <a:pt x="20402" y="1381"/>
                    <a:pt x="24079" y="2872"/>
                    <a:pt x="26826" y="5545"/>
                  </a:cubicBezTo>
                  <a:cubicBezTo>
                    <a:pt x="29732" y="8343"/>
                    <a:pt x="31392" y="12127"/>
                    <a:pt x="31499" y="16200"/>
                  </a:cubicBezTo>
                  <a:cubicBezTo>
                    <a:pt x="31635" y="20227"/>
                    <a:pt x="30171" y="24146"/>
                    <a:pt x="27425" y="27099"/>
                  </a:cubicBezTo>
                  <a:cubicBezTo>
                    <a:pt x="24692" y="30058"/>
                    <a:pt x="20985" y="31736"/>
                    <a:pt x="16995" y="31849"/>
                  </a:cubicBezTo>
                  <a:cubicBezTo>
                    <a:pt x="16852" y="31853"/>
                    <a:pt x="16709" y="31855"/>
                    <a:pt x="16567" y="31855"/>
                  </a:cubicBezTo>
                  <a:cubicBezTo>
                    <a:pt x="8516" y="31855"/>
                    <a:pt x="1870" y="25293"/>
                    <a:pt x="1637" y="17031"/>
                  </a:cubicBezTo>
                  <a:cubicBezTo>
                    <a:pt x="1399" y="8634"/>
                    <a:pt x="7910" y="1613"/>
                    <a:pt x="16147" y="1388"/>
                  </a:cubicBezTo>
                  <a:cubicBezTo>
                    <a:pt x="16293" y="1383"/>
                    <a:pt x="16439" y="1381"/>
                    <a:pt x="16585" y="1381"/>
                  </a:cubicBezTo>
                  <a:close/>
                  <a:moveTo>
                    <a:pt x="16556" y="0"/>
                  </a:moveTo>
                  <a:cubicBezTo>
                    <a:pt x="16406" y="0"/>
                    <a:pt x="16256" y="2"/>
                    <a:pt x="16105" y="6"/>
                  </a:cubicBezTo>
                  <a:cubicBezTo>
                    <a:pt x="7116" y="261"/>
                    <a:pt x="0" y="7917"/>
                    <a:pt x="261" y="17078"/>
                  </a:cubicBezTo>
                  <a:cubicBezTo>
                    <a:pt x="510" y="26085"/>
                    <a:pt x="7792" y="33237"/>
                    <a:pt x="16580" y="33237"/>
                  </a:cubicBezTo>
                  <a:lnTo>
                    <a:pt x="17036" y="33231"/>
                  </a:lnTo>
                  <a:cubicBezTo>
                    <a:pt x="21395" y="33112"/>
                    <a:pt x="25457" y="31262"/>
                    <a:pt x="28439" y="28042"/>
                  </a:cubicBezTo>
                  <a:cubicBezTo>
                    <a:pt x="31428" y="24816"/>
                    <a:pt x="33005" y="20600"/>
                    <a:pt x="32881" y="16165"/>
                  </a:cubicBezTo>
                  <a:cubicBezTo>
                    <a:pt x="32780" y="11771"/>
                    <a:pt x="30948" y="7596"/>
                    <a:pt x="27781" y="4548"/>
                  </a:cubicBezTo>
                  <a:cubicBezTo>
                    <a:pt x="24724" y="1600"/>
                    <a:pt x="20760" y="0"/>
                    <a:pt x="1655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5843;p73"/>
            <p:cNvSpPr/>
            <p:nvPr/>
          </p:nvSpPr>
          <p:spPr>
            <a:xfrm>
              <a:off x="4558286" y="2237284"/>
              <a:ext cx="122731" cy="43125"/>
            </a:xfrm>
            <a:custGeom>
              <a:avLst/>
              <a:gdLst/>
              <a:ahLst/>
              <a:cxnLst/>
              <a:rect l="l" t="t" r="r" b="b"/>
              <a:pathLst>
                <a:path w="6281" h="2207" extrusionOk="0">
                  <a:moveTo>
                    <a:pt x="3229" y="0"/>
                  </a:moveTo>
                  <a:cubicBezTo>
                    <a:pt x="2311" y="0"/>
                    <a:pt x="1289" y="248"/>
                    <a:pt x="350" y="967"/>
                  </a:cubicBezTo>
                  <a:cubicBezTo>
                    <a:pt x="54" y="1204"/>
                    <a:pt x="0" y="1637"/>
                    <a:pt x="226" y="1939"/>
                  </a:cubicBezTo>
                  <a:cubicBezTo>
                    <a:pt x="356" y="2111"/>
                    <a:pt x="558" y="2206"/>
                    <a:pt x="771" y="2206"/>
                  </a:cubicBezTo>
                  <a:cubicBezTo>
                    <a:pt x="925" y="2206"/>
                    <a:pt x="1074" y="2159"/>
                    <a:pt x="1198" y="2064"/>
                  </a:cubicBezTo>
                  <a:cubicBezTo>
                    <a:pt x="1874" y="1539"/>
                    <a:pt x="2589" y="1373"/>
                    <a:pt x="3216" y="1373"/>
                  </a:cubicBezTo>
                  <a:cubicBezTo>
                    <a:pt x="3971" y="1373"/>
                    <a:pt x="4599" y="1613"/>
                    <a:pt x="4881" y="1755"/>
                  </a:cubicBezTo>
                  <a:cubicBezTo>
                    <a:pt x="4999" y="1945"/>
                    <a:pt x="5207" y="2064"/>
                    <a:pt x="5432" y="2070"/>
                  </a:cubicBezTo>
                  <a:cubicBezTo>
                    <a:pt x="5437" y="2070"/>
                    <a:pt x="5442" y="2070"/>
                    <a:pt x="5446" y="2070"/>
                  </a:cubicBezTo>
                  <a:cubicBezTo>
                    <a:pt x="5755" y="2070"/>
                    <a:pt x="6033" y="1882"/>
                    <a:pt x="6156" y="1595"/>
                  </a:cubicBezTo>
                  <a:cubicBezTo>
                    <a:pt x="6209" y="1441"/>
                    <a:pt x="6280" y="1050"/>
                    <a:pt x="5812" y="718"/>
                  </a:cubicBezTo>
                  <a:cubicBezTo>
                    <a:pt x="5352" y="383"/>
                    <a:pt x="4371" y="0"/>
                    <a:pt x="322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5844;p73"/>
            <p:cNvSpPr/>
            <p:nvPr/>
          </p:nvSpPr>
          <p:spPr>
            <a:xfrm>
              <a:off x="5344577" y="2163185"/>
              <a:ext cx="417257" cy="126053"/>
            </a:xfrm>
            <a:custGeom>
              <a:avLst/>
              <a:gdLst/>
              <a:ahLst/>
              <a:cxnLst/>
              <a:rect l="l" t="t" r="r" b="b"/>
              <a:pathLst>
                <a:path w="21354" h="6451" extrusionOk="0">
                  <a:moveTo>
                    <a:pt x="17074" y="1"/>
                  </a:moveTo>
                  <a:cubicBezTo>
                    <a:pt x="16973" y="1"/>
                    <a:pt x="16870" y="5"/>
                    <a:pt x="16764" y="15"/>
                  </a:cubicBezTo>
                  <a:cubicBezTo>
                    <a:pt x="13770" y="288"/>
                    <a:pt x="1240" y="4925"/>
                    <a:pt x="718" y="5115"/>
                  </a:cubicBezTo>
                  <a:cubicBezTo>
                    <a:pt x="1" y="5387"/>
                    <a:pt x="191" y="6443"/>
                    <a:pt x="956" y="6449"/>
                  </a:cubicBezTo>
                  <a:cubicBezTo>
                    <a:pt x="968" y="6450"/>
                    <a:pt x="981" y="6450"/>
                    <a:pt x="995" y="6450"/>
                  </a:cubicBezTo>
                  <a:cubicBezTo>
                    <a:pt x="1060" y="6450"/>
                    <a:pt x="1129" y="6438"/>
                    <a:pt x="1193" y="6413"/>
                  </a:cubicBezTo>
                  <a:cubicBezTo>
                    <a:pt x="1323" y="6360"/>
                    <a:pt x="14072" y="1646"/>
                    <a:pt x="16889" y="1397"/>
                  </a:cubicBezTo>
                  <a:cubicBezTo>
                    <a:pt x="16950" y="1391"/>
                    <a:pt x="17010" y="1388"/>
                    <a:pt x="17068" y="1388"/>
                  </a:cubicBezTo>
                  <a:cubicBezTo>
                    <a:pt x="19216" y="1388"/>
                    <a:pt x="19907" y="5293"/>
                    <a:pt x="19913" y="5328"/>
                  </a:cubicBezTo>
                  <a:cubicBezTo>
                    <a:pt x="19956" y="5680"/>
                    <a:pt x="20258" y="5937"/>
                    <a:pt x="20599" y="5937"/>
                  </a:cubicBezTo>
                  <a:cubicBezTo>
                    <a:pt x="20637" y="5937"/>
                    <a:pt x="20675" y="5933"/>
                    <a:pt x="20714" y="5927"/>
                  </a:cubicBezTo>
                  <a:cubicBezTo>
                    <a:pt x="21105" y="5856"/>
                    <a:pt x="21354" y="5476"/>
                    <a:pt x="21271" y="5091"/>
                  </a:cubicBezTo>
                  <a:cubicBezTo>
                    <a:pt x="21236" y="4884"/>
                    <a:pt x="20343" y="1"/>
                    <a:pt x="1707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5845;p73"/>
            <p:cNvSpPr/>
            <p:nvPr/>
          </p:nvSpPr>
          <p:spPr>
            <a:xfrm>
              <a:off x="4406612" y="2646211"/>
              <a:ext cx="274400" cy="74623"/>
            </a:xfrm>
            <a:custGeom>
              <a:avLst/>
              <a:gdLst/>
              <a:ahLst/>
              <a:cxnLst/>
              <a:rect l="l" t="t" r="r" b="b"/>
              <a:pathLst>
                <a:path w="14043" h="3819" extrusionOk="0">
                  <a:moveTo>
                    <a:pt x="787" y="0"/>
                  </a:moveTo>
                  <a:cubicBezTo>
                    <a:pt x="583" y="0"/>
                    <a:pt x="380" y="90"/>
                    <a:pt x="243" y="260"/>
                  </a:cubicBezTo>
                  <a:cubicBezTo>
                    <a:pt x="0" y="569"/>
                    <a:pt x="66" y="1019"/>
                    <a:pt x="380" y="1251"/>
                  </a:cubicBezTo>
                  <a:cubicBezTo>
                    <a:pt x="552" y="1381"/>
                    <a:pt x="3706" y="3818"/>
                    <a:pt x="8403" y="3818"/>
                  </a:cubicBezTo>
                  <a:cubicBezTo>
                    <a:pt x="10146" y="3812"/>
                    <a:pt x="11878" y="3486"/>
                    <a:pt x="13508" y="2846"/>
                  </a:cubicBezTo>
                  <a:cubicBezTo>
                    <a:pt x="13864" y="2709"/>
                    <a:pt x="14042" y="2312"/>
                    <a:pt x="13906" y="1956"/>
                  </a:cubicBezTo>
                  <a:cubicBezTo>
                    <a:pt x="13800" y="1682"/>
                    <a:pt x="13536" y="1513"/>
                    <a:pt x="13258" y="1513"/>
                  </a:cubicBezTo>
                  <a:cubicBezTo>
                    <a:pt x="13175" y="1513"/>
                    <a:pt x="13091" y="1528"/>
                    <a:pt x="13010" y="1559"/>
                  </a:cubicBezTo>
                  <a:cubicBezTo>
                    <a:pt x="11351" y="2198"/>
                    <a:pt x="9797" y="2439"/>
                    <a:pt x="8397" y="2439"/>
                  </a:cubicBezTo>
                  <a:cubicBezTo>
                    <a:pt x="4206" y="2439"/>
                    <a:pt x="1389" y="281"/>
                    <a:pt x="1234" y="165"/>
                  </a:cubicBezTo>
                  <a:cubicBezTo>
                    <a:pt x="1104" y="54"/>
                    <a:pt x="945" y="0"/>
                    <a:pt x="78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5846;p73"/>
            <p:cNvSpPr/>
            <p:nvPr/>
          </p:nvSpPr>
          <p:spPr>
            <a:xfrm>
              <a:off x="4154246" y="1765162"/>
              <a:ext cx="234890" cy="101315"/>
            </a:xfrm>
            <a:custGeom>
              <a:avLst/>
              <a:gdLst/>
              <a:ahLst/>
              <a:cxnLst/>
              <a:rect l="l" t="t" r="r" b="b"/>
              <a:pathLst>
                <a:path w="12021" h="5185" extrusionOk="0">
                  <a:moveTo>
                    <a:pt x="6061" y="0"/>
                  </a:moveTo>
                  <a:cubicBezTo>
                    <a:pt x="5956" y="0"/>
                    <a:pt x="5851" y="5"/>
                    <a:pt x="5746" y="15"/>
                  </a:cubicBezTo>
                  <a:cubicBezTo>
                    <a:pt x="2437" y="335"/>
                    <a:pt x="0" y="5085"/>
                    <a:pt x="0" y="5085"/>
                  </a:cubicBezTo>
                  <a:cubicBezTo>
                    <a:pt x="53" y="5155"/>
                    <a:pt x="204" y="5184"/>
                    <a:pt x="429" y="5184"/>
                  </a:cubicBezTo>
                  <a:cubicBezTo>
                    <a:pt x="1568" y="5184"/>
                    <a:pt x="4628" y="4438"/>
                    <a:pt x="6849" y="4344"/>
                  </a:cubicBezTo>
                  <a:cubicBezTo>
                    <a:pt x="7030" y="4337"/>
                    <a:pt x="7205" y="4333"/>
                    <a:pt x="7375" y="4333"/>
                  </a:cubicBezTo>
                  <a:cubicBezTo>
                    <a:pt x="9389" y="4333"/>
                    <a:pt x="10642" y="4804"/>
                    <a:pt x="11263" y="4804"/>
                  </a:cubicBezTo>
                  <a:cubicBezTo>
                    <a:pt x="11361" y="4804"/>
                    <a:pt x="11443" y="4792"/>
                    <a:pt x="11510" y="4765"/>
                  </a:cubicBezTo>
                  <a:cubicBezTo>
                    <a:pt x="12021" y="4564"/>
                    <a:pt x="9236" y="0"/>
                    <a:pt x="6061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" name="Google Shape;5847;p73"/>
            <p:cNvSpPr/>
            <p:nvPr/>
          </p:nvSpPr>
          <p:spPr>
            <a:xfrm>
              <a:off x="4139864" y="1751679"/>
              <a:ext cx="256091" cy="128261"/>
            </a:xfrm>
            <a:custGeom>
              <a:avLst/>
              <a:gdLst/>
              <a:ahLst/>
              <a:cxnLst/>
              <a:rect l="l" t="t" r="r" b="b"/>
              <a:pathLst>
                <a:path w="13106" h="6564" extrusionOk="0">
                  <a:moveTo>
                    <a:pt x="6791" y="1381"/>
                  </a:moveTo>
                  <a:cubicBezTo>
                    <a:pt x="8736" y="1381"/>
                    <a:pt x="10603" y="3510"/>
                    <a:pt x="11321" y="4702"/>
                  </a:cubicBezTo>
                  <a:lnTo>
                    <a:pt x="11226" y="4678"/>
                  </a:lnTo>
                  <a:cubicBezTo>
                    <a:pt x="10506" y="4542"/>
                    <a:pt x="9470" y="4335"/>
                    <a:pt x="8101" y="4335"/>
                  </a:cubicBezTo>
                  <a:cubicBezTo>
                    <a:pt x="7925" y="4335"/>
                    <a:pt x="7743" y="4339"/>
                    <a:pt x="7556" y="4346"/>
                  </a:cubicBezTo>
                  <a:cubicBezTo>
                    <a:pt x="6292" y="4400"/>
                    <a:pt x="4810" y="4649"/>
                    <a:pt x="3505" y="4868"/>
                  </a:cubicBezTo>
                  <a:cubicBezTo>
                    <a:pt x="2990" y="4957"/>
                    <a:pt x="2403" y="5052"/>
                    <a:pt x="1928" y="5117"/>
                  </a:cubicBezTo>
                  <a:cubicBezTo>
                    <a:pt x="2782" y="3801"/>
                    <a:pt x="4508" y="1589"/>
                    <a:pt x="6536" y="1399"/>
                  </a:cubicBezTo>
                  <a:lnTo>
                    <a:pt x="6791" y="1381"/>
                  </a:lnTo>
                  <a:close/>
                  <a:moveTo>
                    <a:pt x="6776" y="1"/>
                  </a:moveTo>
                  <a:cubicBezTo>
                    <a:pt x="6655" y="1"/>
                    <a:pt x="6533" y="6"/>
                    <a:pt x="6411" y="17"/>
                  </a:cubicBezTo>
                  <a:cubicBezTo>
                    <a:pt x="2764" y="373"/>
                    <a:pt x="226" y="5247"/>
                    <a:pt x="120" y="5455"/>
                  </a:cubicBezTo>
                  <a:cubicBezTo>
                    <a:pt x="1" y="5692"/>
                    <a:pt x="25" y="5971"/>
                    <a:pt x="179" y="6184"/>
                  </a:cubicBezTo>
                  <a:cubicBezTo>
                    <a:pt x="380" y="6457"/>
                    <a:pt x="677" y="6564"/>
                    <a:pt x="1181" y="6564"/>
                  </a:cubicBezTo>
                  <a:cubicBezTo>
                    <a:pt x="1738" y="6564"/>
                    <a:pt x="2468" y="6445"/>
                    <a:pt x="3737" y="6226"/>
                  </a:cubicBezTo>
                  <a:cubicBezTo>
                    <a:pt x="5006" y="6012"/>
                    <a:pt x="6435" y="5775"/>
                    <a:pt x="7615" y="5722"/>
                  </a:cubicBezTo>
                  <a:cubicBezTo>
                    <a:pt x="7752" y="5717"/>
                    <a:pt x="7886" y="5715"/>
                    <a:pt x="8018" y="5715"/>
                  </a:cubicBezTo>
                  <a:cubicBezTo>
                    <a:pt x="9307" y="5715"/>
                    <a:pt x="10340" y="5912"/>
                    <a:pt x="10959" y="6036"/>
                  </a:cubicBezTo>
                  <a:cubicBezTo>
                    <a:pt x="11371" y="6115"/>
                    <a:pt x="11735" y="6163"/>
                    <a:pt x="12027" y="6163"/>
                  </a:cubicBezTo>
                  <a:cubicBezTo>
                    <a:pt x="12218" y="6163"/>
                    <a:pt x="12379" y="6142"/>
                    <a:pt x="12501" y="6095"/>
                  </a:cubicBezTo>
                  <a:cubicBezTo>
                    <a:pt x="12803" y="5977"/>
                    <a:pt x="13106" y="5627"/>
                    <a:pt x="12958" y="5028"/>
                  </a:cubicBezTo>
                  <a:cubicBezTo>
                    <a:pt x="12649" y="3749"/>
                    <a:pt x="9932" y="1"/>
                    <a:pt x="677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" name="Google Shape;5848;p73"/>
            <p:cNvSpPr/>
            <p:nvPr/>
          </p:nvSpPr>
          <p:spPr>
            <a:xfrm>
              <a:off x="4938134" y="1762837"/>
              <a:ext cx="234167" cy="106102"/>
            </a:xfrm>
            <a:custGeom>
              <a:avLst/>
              <a:gdLst/>
              <a:ahLst/>
              <a:cxnLst/>
              <a:rect l="l" t="t" r="r" b="b"/>
              <a:pathLst>
                <a:path w="11984" h="5430" extrusionOk="0">
                  <a:moveTo>
                    <a:pt x="6004" y="1"/>
                  </a:moveTo>
                  <a:cubicBezTo>
                    <a:pt x="2884" y="1"/>
                    <a:pt x="0" y="4302"/>
                    <a:pt x="497" y="4522"/>
                  </a:cubicBezTo>
                  <a:cubicBezTo>
                    <a:pt x="576" y="4557"/>
                    <a:pt x="677" y="4572"/>
                    <a:pt x="803" y="4572"/>
                  </a:cubicBezTo>
                  <a:cubicBezTo>
                    <a:pt x="1381" y="4572"/>
                    <a:pt x="2464" y="4264"/>
                    <a:pt x="4097" y="4264"/>
                  </a:cubicBezTo>
                  <a:cubicBezTo>
                    <a:pt x="4435" y="4264"/>
                    <a:pt x="4796" y="4277"/>
                    <a:pt x="5182" y="4309"/>
                  </a:cubicBezTo>
                  <a:cubicBezTo>
                    <a:pt x="7452" y="4502"/>
                    <a:pt x="10592" y="5430"/>
                    <a:pt x="11645" y="5430"/>
                  </a:cubicBezTo>
                  <a:cubicBezTo>
                    <a:pt x="11819" y="5430"/>
                    <a:pt x="11936" y="5404"/>
                    <a:pt x="11983" y="5347"/>
                  </a:cubicBezTo>
                  <a:cubicBezTo>
                    <a:pt x="11983" y="5347"/>
                    <a:pt x="9760" y="502"/>
                    <a:pt x="6469" y="33"/>
                  </a:cubicBezTo>
                  <a:cubicBezTo>
                    <a:pt x="6313" y="11"/>
                    <a:pt x="6158" y="1"/>
                    <a:pt x="6004" y="1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" name="Google Shape;5849;p73"/>
            <p:cNvSpPr/>
            <p:nvPr/>
          </p:nvSpPr>
          <p:spPr>
            <a:xfrm>
              <a:off x="4930924" y="1749412"/>
              <a:ext cx="255857" cy="132970"/>
            </a:xfrm>
            <a:custGeom>
              <a:avLst/>
              <a:gdLst/>
              <a:ahLst/>
              <a:cxnLst/>
              <a:rect l="l" t="t" r="r" b="b"/>
              <a:pathLst>
                <a:path w="13094" h="6805" extrusionOk="0">
                  <a:moveTo>
                    <a:pt x="6376" y="1377"/>
                  </a:moveTo>
                  <a:cubicBezTo>
                    <a:pt x="6498" y="1377"/>
                    <a:pt x="6621" y="1385"/>
                    <a:pt x="6743" y="1402"/>
                  </a:cubicBezTo>
                  <a:cubicBezTo>
                    <a:pt x="8765" y="1681"/>
                    <a:pt x="10395" y="3964"/>
                    <a:pt x="11196" y="5322"/>
                  </a:cubicBezTo>
                  <a:cubicBezTo>
                    <a:pt x="10716" y="5239"/>
                    <a:pt x="10135" y="5114"/>
                    <a:pt x="9625" y="5002"/>
                  </a:cubicBezTo>
                  <a:cubicBezTo>
                    <a:pt x="8326" y="4729"/>
                    <a:pt x="6861" y="4409"/>
                    <a:pt x="5598" y="4308"/>
                  </a:cubicBezTo>
                  <a:cubicBezTo>
                    <a:pt x="5195" y="4278"/>
                    <a:pt x="4816" y="4261"/>
                    <a:pt x="4460" y="4261"/>
                  </a:cubicBezTo>
                  <a:cubicBezTo>
                    <a:pt x="3612" y="4266"/>
                    <a:pt x="2764" y="4338"/>
                    <a:pt x="1922" y="4480"/>
                  </a:cubicBezTo>
                  <a:lnTo>
                    <a:pt x="1827" y="4492"/>
                  </a:lnTo>
                  <a:cubicBezTo>
                    <a:pt x="2579" y="3366"/>
                    <a:pt x="4473" y="1377"/>
                    <a:pt x="6376" y="1377"/>
                  </a:cubicBezTo>
                  <a:close/>
                  <a:moveTo>
                    <a:pt x="6382" y="0"/>
                  </a:moveTo>
                  <a:cubicBezTo>
                    <a:pt x="3299" y="0"/>
                    <a:pt x="531" y="3516"/>
                    <a:pt x="173" y="4753"/>
                  </a:cubicBezTo>
                  <a:cubicBezTo>
                    <a:pt x="1" y="5346"/>
                    <a:pt x="196" y="5666"/>
                    <a:pt x="588" y="5844"/>
                  </a:cubicBezTo>
                  <a:cubicBezTo>
                    <a:pt x="768" y="5922"/>
                    <a:pt x="939" y="5954"/>
                    <a:pt x="1147" y="5954"/>
                  </a:cubicBezTo>
                  <a:cubicBezTo>
                    <a:pt x="1396" y="5954"/>
                    <a:pt x="1696" y="5908"/>
                    <a:pt x="2129" y="5844"/>
                  </a:cubicBezTo>
                  <a:cubicBezTo>
                    <a:pt x="2721" y="5751"/>
                    <a:pt x="3477" y="5639"/>
                    <a:pt x="4434" y="5639"/>
                  </a:cubicBezTo>
                  <a:cubicBezTo>
                    <a:pt x="4762" y="5639"/>
                    <a:pt x="5114" y="5652"/>
                    <a:pt x="5492" y="5684"/>
                  </a:cubicBezTo>
                  <a:cubicBezTo>
                    <a:pt x="6660" y="5784"/>
                    <a:pt x="8047" y="6075"/>
                    <a:pt x="9334" y="6354"/>
                  </a:cubicBezTo>
                  <a:cubicBezTo>
                    <a:pt x="10627" y="6627"/>
                    <a:pt x="11451" y="6804"/>
                    <a:pt x="12014" y="6804"/>
                  </a:cubicBezTo>
                  <a:cubicBezTo>
                    <a:pt x="12429" y="6804"/>
                    <a:pt x="12696" y="6704"/>
                    <a:pt x="12886" y="6472"/>
                  </a:cubicBezTo>
                  <a:cubicBezTo>
                    <a:pt x="13058" y="6271"/>
                    <a:pt x="13094" y="5986"/>
                    <a:pt x="12981" y="5743"/>
                  </a:cubicBezTo>
                  <a:cubicBezTo>
                    <a:pt x="12886" y="5530"/>
                    <a:pt x="10567" y="543"/>
                    <a:pt x="6932" y="39"/>
                  </a:cubicBezTo>
                  <a:cubicBezTo>
                    <a:pt x="6748" y="13"/>
                    <a:pt x="6564" y="0"/>
                    <a:pt x="638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" name="Google Shape;5850;p73"/>
            <p:cNvSpPr/>
            <p:nvPr/>
          </p:nvSpPr>
          <p:spPr>
            <a:xfrm>
              <a:off x="5052348" y="2683612"/>
              <a:ext cx="187975" cy="180745"/>
            </a:xfrm>
            <a:custGeom>
              <a:avLst/>
              <a:gdLst/>
              <a:ahLst/>
              <a:cxnLst/>
              <a:rect l="l" t="t" r="r" b="b"/>
              <a:pathLst>
                <a:path w="9620" h="9250" extrusionOk="0">
                  <a:moveTo>
                    <a:pt x="4988" y="1"/>
                  </a:moveTo>
                  <a:cubicBezTo>
                    <a:pt x="3120" y="1"/>
                    <a:pt x="1430" y="1127"/>
                    <a:pt x="718" y="2859"/>
                  </a:cubicBezTo>
                  <a:cubicBezTo>
                    <a:pt x="1" y="4584"/>
                    <a:pt x="398" y="6577"/>
                    <a:pt x="1721" y="7899"/>
                  </a:cubicBezTo>
                  <a:cubicBezTo>
                    <a:pt x="2607" y="8782"/>
                    <a:pt x="3787" y="9250"/>
                    <a:pt x="4989" y="9250"/>
                  </a:cubicBezTo>
                  <a:cubicBezTo>
                    <a:pt x="5588" y="9250"/>
                    <a:pt x="6191" y="9134"/>
                    <a:pt x="6767" y="8895"/>
                  </a:cubicBezTo>
                  <a:cubicBezTo>
                    <a:pt x="8492" y="8178"/>
                    <a:pt x="9619" y="6488"/>
                    <a:pt x="9613" y="4620"/>
                  </a:cubicBezTo>
                  <a:cubicBezTo>
                    <a:pt x="9613" y="2064"/>
                    <a:pt x="7544" y="1"/>
                    <a:pt x="4988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" name="Google Shape;5851;p73"/>
            <p:cNvSpPr/>
            <p:nvPr/>
          </p:nvSpPr>
          <p:spPr>
            <a:xfrm>
              <a:off x="3961322" y="2603671"/>
              <a:ext cx="153545" cy="153545"/>
            </a:xfrm>
            <a:custGeom>
              <a:avLst/>
              <a:gdLst/>
              <a:ahLst/>
              <a:cxnLst/>
              <a:rect l="l" t="t" r="r" b="b"/>
              <a:pathLst>
                <a:path w="7858" h="7858" extrusionOk="0">
                  <a:moveTo>
                    <a:pt x="3926" y="0"/>
                  </a:moveTo>
                  <a:cubicBezTo>
                    <a:pt x="1755" y="0"/>
                    <a:pt x="0" y="1761"/>
                    <a:pt x="0" y="3932"/>
                  </a:cubicBezTo>
                  <a:cubicBezTo>
                    <a:pt x="0" y="6096"/>
                    <a:pt x="1755" y="7857"/>
                    <a:pt x="3926" y="7857"/>
                  </a:cubicBezTo>
                  <a:cubicBezTo>
                    <a:pt x="6096" y="7857"/>
                    <a:pt x="7857" y="6096"/>
                    <a:pt x="7857" y="3932"/>
                  </a:cubicBezTo>
                  <a:cubicBezTo>
                    <a:pt x="7857" y="1761"/>
                    <a:pt x="6096" y="0"/>
                    <a:pt x="3926" y="0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" name="Google Shape;5852;p73"/>
            <p:cNvSpPr/>
            <p:nvPr/>
          </p:nvSpPr>
          <p:spPr>
            <a:xfrm>
              <a:off x="5319096" y="1698235"/>
              <a:ext cx="153897" cy="38865"/>
            </a:xfrm>
            <a:custGeom>
              <a:avLst/>
              <a:gdLst/>
              <a:ahLst/>
              <a:cxnLst/>
              <a:rect l="l" t="t" r="r" b="b"/>
              <a:pathLst>
                <a:path w="7876" h="1989" extrusionOk="0">
                  <a:moveTo>
                    <a:pt x="181" y="1"/>
                  </a:moveTo>
                  <a:cubicBezTo>
                    <a:pt x="119" y="1"/>
                    <a:pt x="64" y="60"/>
                    <a:pt x="36" y="167"/>
                  </a:cubicBezTo>
                  <a:cubicBezTo>
                    <a:pt x="0" y="274"/>
                    <a:pt x="42" y="381"/>
                    <a:pt x="107" y="404"/>
                  </a:cubicBezTo>
                  <a:cubicBezTo>
                    <a:pt x="724" y="588"/>
                    <a:pt x="1346" y="766"/>
                    <a:pt x="1975" y="914"/>
                  </a:cubicBezTo>
                  <a:lnTo>
                    <a:pt x="3849" y="1341"/>
                  </a:lnTo>
                  <a:lnTo>
                    <a:pt x="5746" y="1709"/>
                  </a:lnTo>
                  <a:cubicBezTo>
                    <a:pt x="6375" y="1816"/>
                    <a:pt x="7015" y="1904"/>
                    <a:pt x="7662" y="1987"/>
                  </a:cubicBezTo>
                  <a:cubicBezTo>
                    <a:pt x="7666" y="1988"/>
                    <a:pt x="7671" y="1989"/>
                    <a:pt x="7675" y="1989"/>
                  </a:cubicBezTo>
                  <a:cubicBezTo>
                    <a:pt x="7743" y="1989"/>
                    <a:pt x="7818" y="1908"/>
                    <a:pt x="7845" y="1786"/>
                  </a:cubicBezTo>
                  <a:cubicBezTo>
                    <a:pt x="7875" y="1661"/>
                    <a:pt x="7839" y="1537"/>
                    <a:pt x="7756" y="1513"/>
                  </a:cubicBezTo>
                  <a:cubicBezTo>
                    <a:pt x="7134" y="1329"/>
                    <a:pt x="6511" y="1169"/>
                    <a:pt x="5889" y="1021"/>
                  </a:cubicBezTo>
                  <a:lnTo>
                    <a:pt x="4009" y="606"/>
                  </a:lnTo>
                  <a:lnTo>
                    <a:pt x="2111" y="262"/>
                  </a:lnTo>
                  <a:cubicBezTo>
                    <a:pt x="1471" y="161"/>
                    <a:pt x="836" y="72"/>
                    <a:pt x="190" y="1"/>
                  </a:cubicBezTo>
                  <a:cubicBezTo>
                    <a:pt x="187" y="1"/>
                    <a:pt x="184" y="1"/>
                    <a:pt x="18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" name="Google Shape;5853;p73"/>
            <p:cNvSpPr/>
            <p:nvPr/>
          </p:nvSpPr>
          <p:spPr>
            <a:xfrm>
              <a:off x="5384205" y="1799710"/>
              <a:ext cx="64560" cy="293061"/>
            </a:xfrm>
            <a:custGeom>
              <a:avLst/>
              <a:gdLst/>
              <a:ahLst/>
              <a:cxnLst/>
              <a:rect l="l" t="t" r="r" b="b"/>
              <a:pathLst>
                <a:path w="3304" h="14998" extrusionOk="0">
                  <a:moveTo>
                    <a:pt x="3104" y="0"/>
                  </a:moveTo>
                  <a:cubicBezTo>
                    <a:pt x="3007" y="0"/>
                    <a:pt x="2910" y="86"/>
                    <a:pt x="2889" y="216"/>
                  </a:cubicBezTo>
                  <a:lnTo>
                    <a:pt x="2242" y="3839"/>
                  </a:lnTo>
                  <a:cubicBezTo>
                    <a:pt x="2041" y="5049"/>
                    <a:pt x="1792" y="6247"/>
                    <a:pt x="1560" y="7456"/>
                  </a:cubicBezTo>
                  <a:cubicBezTo>
                    <a:pt x="1335" y="8666"/>
                    <a:pt x="1086" y="9864"/>
                    <a:pt x="813" y="11056"/>
                  </a:cubicBezTo>
                  <a:lnTo>
                    <a:pt x="31" y="14655"/>
                  </a:lnTo>
                  <a:cubicBezTo>
                    <a:pt x="1" y="14803"/>
                    <a:pt x="48" y="14940"/>
                    <a:pt x="179" y="14987"/>
                  </a:cubicBezTo>
                  <a:cubicBezTo>
                    <a:pt x="199" y="14994"/>
                    <a:pt x="220" y="14997"/>
                    <a:pt x="241" y="14997"/>
                  </a:cubicBezTo>
                  <a:cubicBezTo>
                    <a:pt x="348" y="14997"/>
                    <a:pt x="454" y="14913"/>
                    <a:pt x="499" y="14779"/>
                  </a:cubicBezTo>
                  <a:cubicBezTo>
                    <a:pt x="873" y="13605"/>
                    <a:pt x="1216" y="12419"/>
                    <a:pt x="1507" y="11222"/>
                  </a:cubicBezTo>
                  <a:cubicBezTo>
                    <a:pt x="1792" y="10018"/>
                    <a:pt x="2082" y="8820"/>
                    <a:pt x="2308" y="7604"/>
                  </a:cubicBezTo>
                  <a:cubicBezTo>
                    <a:pt x="2527" y="6389"/>
                    <a:pt x="2734" y="5167"/>
                    <a:pt x="2906" y="3940"/>
                  </a:cubicBezTo>
                  <a:cubicBezTo>
                    <a:pt x="3078" y="2718"/>
                    <a:pt x="3203" y="1497"/>
                    <a:pt x="3298" y="263"/>
                  </a:cubicBezTo>
                  <a:cubicBezTo>
                    <a:pt x="3304" y="139"/>
                    <a:pt x="3244" y="26"/>
                    <a:pt x="3132" y="2"/>
                  </a:cubicBezTo>
                  <a:cubicBezTo>
                    <a:pt x="3123" y="1"/>
                    <a:pt x="3114" y="0"/>
                    <a:pt x="310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" name="Google Shape;5854;p73"/>
            <p:cNvSpPr/>
            <p:nvPr/>
          </p:nvSpPr>
          <p:spPr>
            <a:xfrm>
              <a:off x="5227549" y="2604745"/>
              <a:ext cx="57037" cy="457236"/>
            </a:xfrm>
            <a:custGeom>
              <a:avLst/>
              <a:gdLst/>
              <a:ahLst/>
              <a:cxnLst/>
              <a:rect l="l" t="t" r="r" b="b"/>
              <a:pathLst>
                <a:path w="2919" h="23400" extrusionOk="0">
                  <a:moveTo>
                    <a:pt x="2730" y="1"/>
                  </a:moveTo>
                  <a:cubicBezTo>
                    <a:pt x="2632" y="1"/>
                    <a:pt x="2529" y="141"/>
                    <a:pt x="2491" y="331"/>
                  </a:cubicBezTo>
                  <a:cubicBezTo>
                    <a:pt x="2159" y="2198"/>
                    <a:pt x="1851" y="4066"/>
                    <a:pt x="1596" y="5952"/>
                  </a:cubicBezTo>
                  <a:cubicBezTo>
                    <a:pt x="1347" y="7832"/>
                    <a:pt x="1092" y="9706"/>
                    <a:pt x="890" y="11597"/>
                  </a:cubicBezTo>
                  <a:cubicBezTo>
                    <a:pt x="695" y="13489"/>
                    <a:pt x="517" y="15380"/>
                    <a:pt x="357" y="17266"/>
                  </a:cubicBezTo>
                  <a:cubicBezTo>
                    <a:pt x="202" y="19158"/>
                    <a:pt x="90" y="21049"/>
                    <a:pt x="13" y="22947"/>
                  </a:cubicBezTo>
                  <a:cubicBezTo>
                    <a:pt x="1" y="23178"/>
                    <a:pt x="84" y="23374"/>
                    <a:pt x="208" y="23397"/>
                  </a:cubicBezTo>
                  <a:cubicBezTo>
                    <a:pt x="216" y="23399"/>
                    <a:pt x="224" y="23399"/>
                    <a:pt x="231" y="23399"/>
                  </a:cubicBezTo>
                  <a:cubicBezTo>
                    <a:pt x="354" y="23399"/>
                    <a:pt x="471" y="23222"/>
                    <a:pt x="493" y="22982"/>
                  </a:cubicBezTo>
                  <a:lnTo>
                    <a:pt x="1056" y="17325"/>
                  </a:lnTo>
                  <a:cubicBezTo>
                    <a:pt x="1234" y="15446"/>
                    <a:pt x="1448" y="13560"/>
                    <a:pt x="1643" y="11680"/>
                  </a:cubicBezTo>
                  <a:cubicBezTo>
                    <a:pt x="1833" y="9795"/>
                    <a:pt x="2035" y="7915"/>
                    <a:pt x="2260" y="6041"/>
                  </a:cubicBezTo>
                  <a:lnTo>
                    <a:pt x="2895" y="390"/>
                  </a:lnTo>
                  <a:cubicBezTo>
                    <a:pt x="2918" y="200"/>
                    <a:pt x="2871" y="34"/>
                    <a:pt x="2758" y="4"/>
                  </a:cubicBezTo>
                  <a:cubicBezTo>
                    <a:pt x="2749" y="2"/>
                    <a:pt x="2740" y="1"/>
                    <a:pt x="273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" name="Google Shape;5855;p73"/>
            <p:cNvSpPr/>
            <p:nvPr/>
          </p:nvSpPr>
          <p:spPr>
            <a:xfrm>
              <a:off x="5193138" y="3094610"/>
              <a:ext cx="30834" cy="277917"/>
            </a:xfrm>
            <a:custGeom>
              <a:avLst/>
              <a:gdLst/>
              <a:ahLst/>
              <a:cxnLst/>
              <a:rect l="l" t="t" r="r" b="b"/>
              <a:pathLst>
                <a:path w="1578" h="14223" extrusionOk="0">
                  <a:moveTo>
                    <a:pt x="1353" y="1"/>
                  </a:moveTo>
                  <a:cubicBezTo>
                    <a:pt x="1228" y="7"/>
                    <a:pt x="1133" y="107"/>
                    <a:pt x="1127" y="226"/>
                  </a:cubicBezTo>
                  <a:lnTo>
                    <a:pt x="884" y="3659"/>
                  </a:lnTo>
                  <a:cubicBezTo>
                    <a:pt x="813" y="4798"/>
                    <a:pt x="706" y="5942"/>
                    <a:pt x="623" y="7081"/>
                  </a:cubicBezTo>
                  <a:cubicBezTo>
                    <a:pt x="540" y="8225"/>
                    <a:pt x="445" y="9364"/>
                    <a:pt x="327" y="10496"/>
                  </a:cubicBezTo>
                  <a:lnTo>
                    <a:pt x="24" y="13924"/>
                  </a:lnTo>
                  <a:cubicBezTo>
                    <a:pt x="1" y="14054"/>
                    <a:pt x="84" y="14185"/>
                    <a:pt x="214" y="14220"/>
                  </a:cubicBezTo>
                  <a:cubicBezTo>
                    <a:pt x="225" y="14221"/>
                    <a:pt x="235" y="14222"/>
                    <a:pt x="245" y="14222"/>
                  </a:cubicBezTo>
                  <a:cubicBezTo>
                    <a:pt x="375" y="14222"/>
                    <a:pt x="488" y="14121"/>
                    <a:pt x="499" y="13989"/>
                  </a:cubicBezTo>
                  <a:cubicBezTo>
                    <a:pt x="712" y="12856"/>
                    <a:pt x="896" y="11712"/>
                    <a:pt x="1032" y="10573"/>
                  </a:cubicBezTo>
                  <a:cubicBezTo>
                    <a:pt x="1163" y="9429"/>
                    <a:pt x="1305" y="8296"/>
                    <a:pt x="1376" y="7140"/>
                  </a:cubicBezTo>
                  <a:cubicBezTo>
                    <a:pt x="1453" y="5984"/>
                    <a:pt x="1519" y="4833"/>
                    <a:pt x="1548" y="3689"/>
                  </a:cubicBezTo>
                  <a:cubicBezTo>
                    <a:pt x="1578" y="2539"/>
                    <a:pt x="1578" y="1382"/>
                    <a:pt x="1542" y="232"/>
                  </a:cubicBezTo>
                  <a:cubicBezTo>
                    <a:pt x="1542" y="119"/>
                    <a:pt x="1459" y="24"/>
                    <a:pt x="135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" name="Google Shape;5856;p73"/>
            <p:cNvSpPr/>
            <p:nvPr/>
          </p:nvSpPr>
          <p:spPr>
            <a:xfrm>
              <a:off x="5174711" y="3435594"/>
              <a:ext cx="16023" cy="69035"/>
            </a:xfrm>
            <a:custGeom>
              <a:avLst/>
              <a:gdLst/>
              <a:ahLst/>
              <a:cxnLst/>
              <a:rect l="l" t="t" r="r" b="b"/>
              <a:pathLst>
                <a:path w="820" h="3533" extrusionOk="0">
                  <a:moveTo>
                    <a:pt x="364" y="1"/>
                  </a:moveTo>
                  <a:cubicBezTo>
                    <a:pt x="264" y="1"/>
                    <a:pt x="178" y="23"/>
                    <a:pt x="173" y="55"/>
                  </a:cubicBezTo>
                  <a:cubicBezTo>
                    <a:pt x="108" y="334"/>
                    <a:pt x="60" y="624"/>
                    <a:pt x="42" y="915"/>
                  </a:cubicBezTo>
                  <a:cubicBezTo>
                    <a:pt x="25" y="1206"/>
                    <a:pt x="1" y="1502"/>
                    <a:pt x="25" y="1781"/>
                  </a:cubicBezTo>
                  <a:cubicBezTo>
                    <a:pt x="48" y="2065"/>
                    <a:pt x="78" y="2350"/>
                    <a:pt x="113" y="2641"/>
                  </a:cubicBezTo>
                  <a:cubicBezTo>
                    <a:pt x="161" y="2925"/>
                    <a:pt x="226" y="3210"/>
                    <a:pt x="315" y="3489"/>
                  </a:cubicBezTo>
                  <a:cubicBezTo>
                    <a:pt x="324" y="3511"/>
                    <a:pt x="376" y="3533"/>
                    <a:pt x="458" y="3533"/>
                  </a:cubicBezTo>
                  <a:cubicBezTo>
                    <a:pt x="486" y="3533"/>
                    <a:pt x="518" y="3530"/>
                    <a:pt x="552" y="3524"/>
                  </a:cubicBezTo>
                  <a:cubicBezTo>
                    <a:pt x="683" y="3500"/>
                    <a:pt x="795" y="3459"/>
                    <a:pt x="795" y="3417"/>
                  </a:cubicBezTo>
                  <a:cubicBezTo>
                    <a:pt x="813" y="3139"/>
                    <a:pt x="819" y="2854"/>
                    <a:pt x="813" y="2575"/>
                  </a:cubicBezTo>
                  <a:cubicBezTo>
                    <a:pt x="795" y="2303"/>
                    <a:pt x="813" y="2012"/>
                    <a:pt x="784" y="1739"/>
                  </a:cubicBezTo>
                  <a:cubicBezTo>
                    <a:pt x="754" y="1461"/>
                    <a:pt x="736" y="1188"/>
                    <a:pt x="706" y="909"/>
                  </a:cubicBezTo>
                  <a:cubicBezTo>
                    <a:pt x="677" y="624"/>
                    <a:pt x="641" y="346"/>
                    <a:pt x="588" y="61"/>
                  </a:cubicBezTo>
                  <a:cubicBezTo>
                    <a:pt x="582" y="32"/>
                    <a:pt x="505" y="8"/>
                    <a:pt x="398" y="2"/>
                  </a:cubicBezTo>
                  <a:cubicBezTo>
                    <a:pt x="386" y="1"/>
                    <a:pt x="375" y="1"/>
                    <a:pt x="36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" name="Google Shape;5857;p73"/>
            <p:cNvSpPr/>
            <p:nvPr/>
          </p:nvSpPr>
          <p:spPr>
            <a:xfrm>
              <a:off x="4646706" y="3479092"/>
              <a:ext cx="505891" cy="24699"/>
            </a:xfrm>
            <a:custGeom>
              <a:avLst/>
              <a:gdLst/>
              <a:ahLst/>
              <a:cxnLst/>
              <a:rect l="l" t="t" r="r" b="b"/>
              <a:pathLst>
                <a:path w="25890" h="1264" extrusionOk="0">
                  <a:moveTo>
                    <a:pt x="15535" y="1"/>
                  </a:moveTo>
                  <a:cubicBezTo>
                    <a:pt x="14654" y="1"/>
                    <a:pt x="13773" y="10"/>
                    <a:pt x="12891" y="35"/>
                  </a:cubicBezTo>
                  <a:cubicBezTo>
                    <a:pt x="10798" y="94"/>
                    <a:pt x="8711" y="183"/>
                    <a:pt x="6623" y="314"/>
                  </a:cubicBezTo>
                  <a:cubicBezTo>
                    <a:pt x="4542" y="438"/>
                    <a:pt x="2467" y="622"/>
                    <a:pt x="391" y="853"/>
                  </a:cubicBezTo>
                  <a:cubicBezTo>
                    <a:pt x="178" y="877"/>
                    <a:pt x="12" y="954"/>
                    <a:pt x="6" y="1073"/>
                  </a:cubicBezTo>
                  <a:cubicBezTo>
                    <a:pt x="0" y="1184"/>
                    <a:pt x="161" y="1264"/>
                    <a:pt x="376" y="1264"/>
                  </a:cubicBezTo>
                  <a:cubicBezTo>
                    <a:pt x="391" y="1264"/>
                    <a:pt x="406" y="1263"/>
                    <a:pt x="421" y="1263"/>
                  </a:cubicBezTo>
                  <a:lnTo>
                    <a:pt x="6665" y="978"/>
                  </a:lnTo>
                  <a:cubicBezTo>
                    <a:pt x="8746" y="913"/>
                    <a:pt x="10828" y="853"/>
                    <a:pt x="12903" y="800"/>
                  </a:cubicBezTo>
                  <a:cubicBezTo>
                    <a:pt x="14571" y="757"/>
                    <a:pt x="16243" y="737"/>
                    <a:pt x="17919" y="737"/>
                  </a:cubicBezTo>
                  <a:cubicBezTo>
                    <a:pt x="18328" y="737"/>
                    <a:pt x="18738" y="738"/>
                    <a:pt x="19147" y="741"/>
                  </a:cubicBezTo>
                  <a:lnTo>
                    <a:pt x="25385" y="788"/>
                  </a:lnTo>
                  <a:cubicBezTo>
                    <a:pt x="25394" y="788"/>
                    <a:pt x="25402" y="788"/>
                    <a:pt x="25411" y="788"/>
                  </a:cubicBezTo>
                  <a:cubicBezTo>
                    <a:pt x="25655" y="788"/>
                    <a:pt x="25860" y="707"/>
                    <a:pt x="25877" y="581"/>
                  </a:cubicBezTo>
                  <a:cubicBezTo>
                    <a:pt x="25889" y="444"/>
                    <a:pt x="25682" y="320"/>
                    <a:pt x="25403" y="302"/>
                  </a:cubicBezTo>
                  <a:cubicBezTo>
                    <a:pt x="23328" y="166"/>
                    <a:pt x="21228" y="65"/>
                    <a:pt x="19147" y="35"/>
                  </a:cubicBezTo>
                  <a:cubicBezTo>
                    <a:pt x="17942" y="18"/>
                    <a:pt x="16739" y="1"/>
                    <a:pt x="155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" name="Google Shape;5858;p73"/>
            <p:cNvSpPr/>
            <p:nvPr/>
          </p:nvSpPr>
          <p:spPr>
            <a:xfrm>
              <a:off x="4471721" y="2739713"/>
              <a:ext cx="124587" cy="30854"/>
            </a:xfrm>
            <a:custGeom>
              <a:avLst/>
              <a:gdLst/>
              <a:ahLst/>
              <a:cxnLst/>
              <a:rect l="l" t="t" r="r" b="b"/>
              <a:pathLst>
                <a:path w="6376" h="1579" extrusionOk="0">
                  <a:moveTo>
                    <a:pt x="241" y="0"/>
                  </a:moveTo>
                  <a:cubicBezTo>
                    <a:pt x="193" y="0"/>
                    <a:pt x="138" y="50"/>
                    <a:pt x="78" y="124"/>
                  </a:cubicBezTo>
                  <a:cubicBezTo>
                    <a:pt x="13" y="213"/>
                    <a:pt x="1" y="326"/>
                    <a:pt x="48" y="361"/>
                  </a:cubicBezTo>
                  <a:cubicBezTo>
                    <a:pt x="487" y="694"/>
                    <a:pt x="967" y="960"/>
                    <a:pt x="1483" y="1156"/>
                  </a:cubicBezTo>
                  <a:cubicBezTo>
                    <a:pt x="1999" y="1340"/>
                    <a:pt x="2533" y="1470"/>
                    <a:pt x="3078" y="1547"/>
                  </a:cubicBezTo>
                  <a:cubicBezTo>
                    <a:pt x="3310" y="1568"/>
                    <a:pt x="3544" y="1578"/>
                    <a:pt x="3778" y="1578"/>
                  </a:cubicBezTo>
                  <a:cubicBezTo>
                    <a:pt x="4095" y="1578"/>
                    <a:pt x="4413" y="1559"/>
                    <a:pt x="4727" y="1518"/>
                  </a:cubicBezTo>
                  <a:cubicBezTo>
                    <a:pt x="5272" y="1441"/>
                    <a:pt x="5800" y="1292"/>
                    <a:pt x="6298" y="1067"/>
                  </a:cubicBezTo>
                  <a:cubicBezTo>
                    <a:pt x="6358" y="1037"/>
                    <a:pt x="6375" y="931"/>
                    <a:pt x="6340" y="806"/>
                  </a:cubicBezTo>
                  <a:cubicBezTo>
                    <a:pt x="6301" y="689"/>
                    <a:pt x="6220" y="603"/>
                    <a:pt x="6156" y="603"/>
                  </a:cubicBezTo>
                  <a:cubicBezTo>
                    <a:pt x="6152" y="603"/>
                    <a:pt x="6148" y="604"/>
                    <a:pt x="6144" y="605"/>
                  </a:cubicBezTo>
                  <a:cubicBezTo>
                    <a:pt x="5652" y="711"/>
                    <a:pt x="5154" y="788"/>
                    <a:pt x="4656" y="824"/>
                  </a:cubicBezTo>
                  <a:cubicBezTo>
                    <a:pt x="4458" y="840"/>
                    <a:pt x="4259" y="849"/>
                    <a:pt x="4059" y="849"/>
                  </a:cubicBezTo>
                  <a:cubicBezTo>
                    <a:pt x="3758" y="849"/>
                    <a:pt x="3456" y="830"/>
                    <a:pt x="3155" y="794"/>
                  </a:cubicBezTo>
                  <a:cubicBezTo>
                    <a:pt x="2657" y="753"/>
                    <a:pt x="2165" y="664"/>
                    <a:pt x="1691" y="516"/>
                  </a:cubicBezTo>
                  <a:cubicBezTo>
                    <a:pt x="1205" y="385"/>
                    <a:pt x="724" y="213"/>
                    <a:pt x="268" y="6"/>
                  </a:cubicBezTo>
                  <a:cubicBezTo>
                    <a:pt x="259" y="2"/>
                    <a:pt x="250" y="0"/>
                    <a:pt x="24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" name="Google Shape;5859;p73"/>
            <p:cNvSpPr/>
            <p:nvPr/>
          </p:nvSpPr>
          <p:spPr>
            <a:xfrm>
              <a:off x="4488409" y="3491930"/>
              <a:ext cx="140805" cy="20204"/>
            </a:xfrm>
            <a:custGeom>
              <a:avLst/>
              <a:gdLst/>
              <a:ahLst/>
              <a:cxnLst/>
              <a:rect l="l" t="t" r="r" b="b"/>
              <a:pathLst>
                <a:path w="7206" h="1034" extrusionOk="0">
                  <a:moveTo>
                    <a:pt x="7040" y="1"/>
                  </a:moveTo>
                  <a:cubicBezTo>
                    <a:pt x="7038" y="1"/>
                    <a:pt x="7036" y="1"/>
                    <a:pt x="7033" y="1"/>
                  </a:cubicBezTo>
                  <a:cubicBezTo>
                    <a:pt x="6452" y="24"/>
                    <a:pt x="5877" y="42"/>
                    <a:pt x="5296" y="90"/>
                  </a:cubicBezTo>
                  <a:cubicBezTo>
                    <a:pt x="4721" y="143"/>
                    <a:pt x="4152" y="161"/>
                    <a:pt x="3570" y="220"/>
                  </a:cubicBezTo>
                  <a:cubicBezTo>
                    <a:pt x="2995" y="279"/>
                    <a:pt x="2420" y="321"/>
                    <a:pt x="1845" y="368"/>
                  </a:cubicBezTo>
                  <a:cubicBezTo>
                    <a:pt x="1264" y="410"/>
                    <a:pt x="689" y="469"/>
                    <a:pt x="107" y="534"/>
                  </a:cubicBezTo>
                  <a:cubicBezTo>
                    <a:pt x="48" y="546"/>
                    <a:pt x="1" y="623"/>
                    <a:pt x="1" y="736"/>
                  </a:cubicBezTo>
                  <a:cubicBezTo>
                    <a:pt x="1" y="849"/>
                    <a:pt x="48" y="944"/>
                    <a:pt x="107" y="949"/>
                  </a:cubicBezTo>
                  <a:cubicBezTo>
                    <a:pt x="652" y="999"/>
                    <a:pt x="1196" y="1033"/>
                    <a:pt x="1740" y="1033"/>
                  </a:cubicBezTo>
                  <a:cubicBezTo>
                    <a:pt x="1783" y="1033"/>
                    <a:pt x="1826" y="1033"/>
                    <a:pt x="1869" y="1033"/>
                  </a:cubicBezTo>
                  <a:cubicBezTo>
                    <a:pt x="2450" y="1027"/>
                    <a:pt x="3037" y="1021"/>
                    <a:pt x="3624" y="973"/>
                  </a:cubicBezTo>
                  <a:cubicBezTo>
                    <a:pt x="4211" y="926"/>
                    <a:pt x="4786" y="861"/>
                    <a:pt x="5373" y="795"/>
                  </a:cubicBezTo>
                  <a:cubicBezTo>
                    <a:pt x="5954" y="718"/>
                    <a:pt x="6529" y="612"/>
                    <a:pt x="7099" y="475"/>
                  </a:cubicBezTo>
                  <a:cubicBezTo>
                    <a:pt x="7164" y="463"/>
                    <a:pt x="7205" y="362"/>
                    <a:pt x="7194" y="232"/>
                  </a:cubicBezTo>
                  <a:cubicBezTo>
                    <a:pt x="7188" y="105"/>
                    <a:pt x="7120" y="1"/>
                    <a:pt x="704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" name="Google Shape;5860;p73"/>
            <p:cNvSpPr/>
            <p:nvPr/>
          </p:nvSpPr>
          <p:spPr>
            <a:xfrm>
              <a:off x="5220827" y="1675646"/>
              <a:ext cx="72669" cy="26555"/>
            </a:xfrm>
            <a:custGeom>
              <a:avLst/>
              <a:gdLst/>
              <a:ahLst/>
              <a:cxnLst/>
              <a:rect l="l" t="t" r="r" b="b"/>
              <a:pathLst>
                <a:path w="3719" h="1359" extrusionOk="0">
                  <a:moveTo>
                    <a:pt x="131" y="1"/>
                  </a:moveTo>
                  <a:cubicBezTo>
                    <a:pt x="102" y="1"/>
                    <a:pt x="60" y="60"/>
                    <a:pt x="31" y="173"/>
                  </a:cubicBezTo>
                  <a:cubicBezTo>
                    <a:pt x="1" y="285"/>
                    <a:pt x="1" y="386"/>
                    <a:pt x="31" y="404"/>
                  </a:cubicBezTo>
                  <a:cubicBezTo>
                    <a:pt x="309" y="534"/>
                    <a:pt x="594" y="653"/>
                    <a:pt x="884" y="760"/>
                  </a:cubicBezTo>
                  <a:lnTo>
                    <a:pt x="1756" y="1032"/>
                  </a:lnTo>
                  <a:lnTo>
                    <a:pt x="2646" y="1240"/>
                  </a:lnTo>
                  <a:cubicBezTo>
                    <a:pt x="2948" y="1299"/>
                    <a:pt x="3250" y="1341"/>
                    <a:pt x="3559" y="1359"/>
                  </a:cubicBezTo>
                  <a:cubicBezTo>
                    <a:pt x="3560" y="1359"/>
                    <a:pt x="3561" y="1359"/>
                    <a:pt x="3563" y="1359"/>
                  </a:cubicBezTo>
                  <a:cubicBezTo>
                    <a:pt x="3598" y="1359"/>
                    <a:pt x="3649" y="1283"/>
                    <a:pt x="3683" y="1157"/>
                  </a:cubicBezTo>
                  <a:cubicBezTo>
                    <a:pt x="3719" y="1032"/>
                    <a:pt x="3719" y="914"/>
                    <a:pt x="3683" y="890"/>
                  </a:cubicBezTo>
                  <a:cubicBezTo>
                    <a:pt x="3405" y="766"/>
                    <a:pt x="3114" y="653"/>
                    <a:pt x="2823" y="558"/>
                  </a:cubicBezTo>
                  <a:lnTo>
                    <a:pt x="1952" y="297"/>
                  </a:lnTo>
                  <a:lnTo>
                    <a:pt x="1050" y="107"/>
                  </a:lnTo>
                  <a:cubicBezTo>
                    <a:pt x="748" y="54"/>
                    <a:pt x="446" y="24"/>
                    <a:pt x="13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" name="Google Shape;5861;p73"/>
            <p:cNvSpPr/>
            <p:nvPr/>
          </p:nvSpPr>
          <p:spPr>
            <a:xfrm>
              <a:off x="5139831" y="1913300"/>
              <a:ext cx="173144" cy="138480"/>
            </a:xfrm>
            <a:custGeom>
              <a:avLst/>
              <a:gdLst/>
              <a:ahLst/>
              <a:cxnLst/>
              <a:rect l="l" t="t" r="r" b="b"/>
              <a:pathLst>
                <a:path w="8861" h="7087" extrusionOk="0">
                  <a:moveTo>
                    <a:pt x="232" y="1"/>
                  </a:moveTo>
                  <a:cubicBezTo>
                    <a:pt x="131" y="1"/>
                    <a:pt x="42" y="66"/>
                    <a:pt x="25" y="167"/>
                  </a:cubicBezTo>
                  <a:cubicBezTo>
                    <a:pt x="1" y="273"/>
                    <a:pt x="66" y="380"/>
                    <a:pt x="173" y="410"/>
                  </a:cubicBezTo>
                  <a:cubicBezTo>
                    <a:pt x="1062" y="605"/>
                    <a:pt x="1928" y="902"/>
                    <a:pt x="2752" y="1293"/>
                  </a:cubicBezTo>
                  <a:cubicBezTo>
                    <a:pt x="3571" y="1673"/>
                    <a:pt x="4342" y="2159"/>
                    <a:pt x="5041" y="2734"/>
                  </a:cubicBezTo>
                  <a:cubicBezTo>
                    <a:pt x="5753" y="3292"/>
                    <a:pt x="6393" y="3932"/>
                    <a:pt x="6945" y="4650"/>
                  </a:cubicBezTo>
                  <a:cubicBezTo>
                    <a:pt x="7508" y="5361"/>
                    <a:pt x="7982" y="6138"/>
                    <a:pt x="8362" y="6962"/>
                  </a:cubicBezTo>
                  <a:cubicBezTo>
                    <a:pt x="8408" y="7041"/>
                    <a:pt x="8493" y="7087"/>
                    <a:pt x="8582" y="7087"/>
                  </a:cubicBezTo>
                  <a:cubicBezTo>
                    <a:pt x="8608" y="7087"/>
                    <a:pt x="8633" y="7083"/>
                    <a:pt x="8658" y="7075"/>
                  </a:cubicBezTo>
                  <a:cubicBezTo>
                    <a:pt x="8783" y="7045"/>
                    <a:pt x="8860" y="6909"/>
                    <a:pt x="8813" y="6784"/>
                  </a:cubicBezTo>
                  <a:cubicBezTo>
                    <a:pt x="8516" y="5871"/>
                    <a:pt x="8077" y="5005"/>
                    <a:pt x="7508" y="4229"/>
                  </a:cubicBezTo>
                  <a:cubicBezTo>
                    <a:pt x="6933" y="3452"/>
                    <a:pt x="6263" y="2746"/>
                    <a:pt x="5510" y="2141"/>
                  </a:cubicBezTo>
                  <a:cubicBezTo>
                    <a:pt x="4745" y="1548"/>
                    <a:pt x="3909" y="1056"/>
                    <a:pt x="3019" y="683"/>
                  </a:cubicBezTo>
                  <a:cubicBezTo>
                    <a:pt x="2130" y="315"/>
                    <a:pt x="1187" y="84"/>
                    <a:pt x="23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" name="Google Shape;5862;p73"/>
            <p:cNvSpPr/>
            <p:nvPr/>
          </p:nvSpPr>
          <p:spPr>
            <a:xfrm>
              <a:off x="5229640" y="1897394"/>
              <a:ext cx="88204" cy="94066"/>
            </a:xfrm>
            <a:custGeom>
              <a:avLst/>
              <a:gdLst/>
              <a:ahLst/>
              <a:cxnLst/>
              <a:rect l="l" t="t" r="r" b="b"/>
              <a:pathLst>
                <a:path w="4514" h="4814" extrusionOk="0">
                  <a:moveTo>
                    <a:pt x="199" y="1"/>
                  </a:moveTo>
                  <a:cubicBezTo>
                    <a:pt x="152" y="1"/>
                    <a:pt x="85" y="49"/>
                    <a:pt x="48" y="145"/>
                  </a:cubicBezTo>
                  <a:cubicBezTo>
                    <a:pt x="1" y="245"/>
                    <a:pt x="6" y="352"/>
                    <a:pt x="60" y="382"/>
                  </a:cubicBezTo>
                  <a:cubicBezTo>
                    <a:pt x="499" y="631"/>
                    <a:pt x="920" y="910"/>
                    <a:pt x="1317" y="1224"/>
                  </a:cubicBezTo>
                  <a:cubicBezTo>
                    <a:pt x="1720" y="1520"/>
                    <a:pt x="2088" y="1864"/>
                    <a:pt x="2420" y="2244"/>
                  </a:cubicBezTo>
                  <a:cubicBezTo>
                    <a:pt x="2758" y="2605"/>
                    <a:pt x="3060" y="3003"/>
                    <a:pt x="3321" y="3430"/>
                  </a:cubicBezTo>
                  <a:cubicBezTo>
                    <a:pt x="3594" y="3851"/>
                    <a:pt x="3831" y="4295"/>
                    <a:pt x="4033" y="4752"/>
                  </a:cubicBezTo>
                  <a:cubicBezTo>
                    <a:pt x="4053" y="4792"/>
                    <a:pt x="4103" y="4814"/>
                    <a:pt x="4177" y="4814"/>
                  </a:cubicBezTo>
                  <a:cubicBezTo>
                    <a:pt x="4211" y="4814"/>
                    <a:pt x="4250" y="4809"/>
                    <a:pt x="4294" y="4799"/>
                  </a:cubicBezTo>
                  <a:cubicBezTo>
                    <a:pt x="4424" y="4770"/>
                    <a:pt x="4513" y="4681"/>
                    <a:pt x="4501" y="4616"/>
                  </a:cubicBezTo>
                  <a:cubicBezTo>
                    <a:pt x="4389" y="4076"/>
                    <a:pt x="4193" y="3554"/>
                    <a:pt x="3932" y="3074"/>
                  </a:cubicBezTo>
                  <a:cubicBezTo>
                    <a:pt x="3659" y="2594"/>
                    <a:pt x="3339" y="2143"/>
                    <a:pt x="2971" y="1728"/>
                  </a:cubicBezTo>
                  <a:cubicBezTo>
                    <a:pt x="2586" y="1336"/>
                    <a:pt x="2165" y="981"/>
                    <a:pt x="1708" y="678"/>
                  </a:cubicBezTo>
                  <a:cubicBezTo>
                    <a:pt x="1246" y="382"/>
                    <a:pt x="742" y="156"/>
                    <a:pt x="214" y="2"/>
                  </a:cubicBezTo>
                  <a:cubicBezTo>
                    <a:pt x="209" y="1"/>
                    <a:pt x="204" y="1"/>
                    <a:pt x="19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" name="Google Shape;5863;p73"/>
            <p:cNvSpPr/>
            <p:nvPr/>
          </p:nvSpPr>
          <p:spPr>
            <a:xfrm>
              <a:off x="4446475" y="1918068"/>
              <a:ext cx="136506" cy="189929"/>
            </a:xfrm>
            <a:custGeom>
              <a:avLst/>
              <a:gdLst/>
              <a:ahLst/>
              <a:cxnLst/>
              <a:rect l="l" t="t" r="r" b="b"/>
              <a:pathLst>
                <a:path w="6986" h="9720" extrusionOk="0">
                  <a:moveTo>
                    <a:pt x="233" y="0"/>
                  </a:moveTo>
                  <a:cubicBezTo>
                    <a:pt x="164" y="0"/>
                    <a:pt x="98" y="37"/>
                    <a:pt x="59" y="101"/>
                  </a:cubicBezTo>
                  <a:cubicBezTo>
                    <a:pt x="0" y="195"/>
                    <a:pt x="30" y="326"/>
                    <a:pt x="131" y="379"/>
                  </a:cubicBezTo>
                  <a:cubicBezTo>
                    <a:pt x="955" y="877"/>
                    <a:pt x="1726" y="1459"/>
                    <a:pt x="2425" y="2117"/>
                  </a:cubicBezTo>
                  <a:cubicBezTo>
                    <a:pt x="3131" y="2763"/>
                    <a:pt x="3760" y="3486"/>
                    <a:pt x="4293" y="4281"/>
                  </a:cubicBezTo>
                  <a:cubicBezTo>
                    <a:pt x="4851" y="5058"/>
                    <a:pt x="5313" y="5894"/>
                    <a:pt x="5675" y="6777"/>
                  </a:cubicBezTo>
                  <a:cubicBezTo>
                    <a:pt x="6043" y="7667"/>
                    <a:pt x="6315" y="8586"/>
                    <a:pt x="6493" y="9529"/>
                  </a:cubicBezTo>
                  <a:cubicBezTo>
                    <a:pt x="6521" y="9640"/>
                    <a:pt x="6616" y="9720"/>
                    <a:pt x="6731" y="9720"/>
                  </a:cubicBezTo>
                  <a:cubicBezTo>
                    <a:pt x="6738" y="9720"/>
                    <a:pt x="6746" y="9719"/>
                    <a:pt x="6754" y="9719"/>
                  </a:cubicBezTo>
                  <a:cubicBezTo>
                    <a:pt x="6885" y="9713"/>
                    <a:pt x="6985" y="9600"/>
                    <a:pt x="6980" y="9470"/>
                  </a:cubicBezTo>
                  <a:cubicBezTo>
                    <a:pt x="6902" y="8462"/>
                    <a:pt x="6683" y="7465"/>
                    <a:pt x="6327" y="6523"/>
                  </a:cubicBezTo>
                  <a:cubicBezTo>
                    <a:pt x="5616" y="4613"/>
                    <a:pt x="4424" y="2923"/>
                    <a:pt x="2870" y="1613"/>
                  </a:cubicBezTo>
                  <a:cubicBezTo>
                    <a:pt x="2099" y="960"/>
                    <a:pt x="1239" y="427"/>
                    <a:pt x="314" y="18"/>
                  </a:cubicBezTo>
                  <a:cubicBezTo>
                    <a:pt x="288" y="6"/>
                    <a:pt x="260" y="0"/>
                    <a:pt x="23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" name="Google Shape;5864;p73"/>
            <p:cNvSpPr/>
            <p:nvPr/>
          </p:nvSpPr>
          <p:spPr>
            <a:xfrm>
              <a:off x="4535912" y="1937061"/>
              <a:ext cx="75346" cy="107724"/>
            </a:xfrm>
            <a:custGeom>
              <a:avLst/>
              <a:gdLst/>
              <a:ahLst/>
              <a:cxnLst/>
              <a:rect l="l" t="t" r="r" b="b"/>
              <a:pathLst>
                <a:path w="3856" h="5513" extrusionOk="0">
                  <a:moveTo>
                    <a:pt x="259" y="0"/>
                  </a:moveTo>
                  <a:cubicBezTo>
                    <a:pt x="214" y="0"/>
                    <a:pt x="158" y="30"/>
                    <a:pt x="102" y="95"/>
                  </a:cubicBezTo>
                  <a:cubicBezTo>
                    <a:pt x="31" y="184"/>
                    <a:pt x="1" y="285"/>
                    <a:pt x="42" y="332"/>
                  </a:cubicBezTo>
                  <a:cubicBezTo>
                    <a:pt x="398" y="706"/>
                    <a:pt x="730" y="1091"/>
                    <a:pt x="1056" y="1495"/>
                  </a:cubicBezTo>
                  <a:cubicBezTo>
                    <a:pt x="1697" y="2289"/>
                    <a:pt x="2254" y="3143"/>
                    <a:pt x="2723" y="4050"/>
                  </a:cubicBezTo>
                  <a:cubicBezTo>
                    <a:pt x="2954" y="4501"/>
                    <a:pt x="3179" y="4969"/>
                    <a:pt x="3381" y="5444"/>
                  </a:cubicBezTo>
                  <a:cubicBezTo>
                    <a:pt x="3393" y="5485"/>
                    <a:pt x="3447" y="5513"/>
                    <a:pt x="3523" y="5513"/>
                  </a:cubicBezTo>
                  <a:cubicBezTo>
                    <a:pt x="3555" y="5513"/>
                    <a:pt x="3591" y="5508"/>
                    <a:pt x="3630" y="5497"/>
                  </a:cubicBezTo>
                  <a:cubicBezTo>
                    <a:pt x="3766" y="5462"/>
                    <a:pt x="3855" y="5379"/>
                    <a:pt x="3838" y="5301"/>
                  </a:cubicBezTo>
                  <a:cubicBezTo>
                    <a:pt x="3737" y="4774"/>
                    <a:pt x="3577" y="4252"/>
                    <a:pt x="3363" y="3754"/>
                  </a:cubicBezTo>
                  <a:cubicBezTo>
                    <a:pt x="3132" y="3256"/>
                    <a:pt x="2877" y="2775"/>
                    <a:pt x="2586" y="2319"/>
                  </a:cubicBezTo>
                  <a:cubicBezTo>
                    <a:pt x="2272" y="1868"/>
                    <a:pt x="1928" y="1447"/>
                    <a:pt x="1555" y="1050"/>
                  </a:cubicBezTo>
                  <a:cubicBezTo>
                    <a:pt x="1175" y="658"/>
                    <a:pt x="754" y="309"/>
                    <a:pt x="303" y="12"/>
                  </a:cubicBezTo>
                  <a:cubicBezTo>
                    <a:pt x="291" y="4"/>
                    <a:pt x="276" y="0"/>
                    <a:pt x="25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" name="Google Shape;5865;p73"/>
            <p:cNvSpPr/>
            <p:nvPr/>
          </p:nvSpPr>
          <p:spPr>
            <a:xfrm>
              <a:off x="4877050" y="3415663"/>
              <a:ext cx="245540" cy="17195"/>
            </a:xfrm>
            <a:custGeom>
              <a:avLst/>
              <a:gdLst/>
              <a:ahLst/>
              <a:cxnLst/>
              <a:rect l="l" t="t" r="r" b="b"/>
              <a:pathLst>
                <a:path w="12566" h="880" extrusionOk="0">
                  <a:moveTo>
                    <a:pt x="6921" y="0"/>
                  </a:moveTo>
                  <a:cubicBezTo>
                    <a:pt x="6697" y="0"/>
                    <a:pt x="6474" y="3"/>
                    <a:pt x="6250" y="8"/>
                  </a:cubicBezTo>
                  <a:cubicBezTo>
                    <a:pt x="5236" y="32"/>
                    <a:pt x="4228" y="61"/>
                    <a:pt x="3214" y="132"/>
                  </a:cubicBezTo>
                  <a:cubicBezTo>
                    <a:pt x="2200" y="209"/>
                    <a:pt x="1180" y="316"/>
                    <a:pt x="184" y="464"/>
                  </a:cubicBezTo>
                  <a:cubicBezTo>
                    <a:pt x="77" y="482"/>
                    <a:pt x="0" y="571"/>
                    <a:pt x="0" y="684"/>
                  </a:cubicBezTo>
                  <a:cubicBezTo>
                    <a:pt x="6" y="793"/>
                    <a:pt x="95" y="880"/>
                    <a:pt x="208" y="880"/>
                  </a:cubicBezTo>
                  <a:cubicBezTo>
                    <a:pt x="212" y="880"/>
                    <a:pt x="216" y="880"/>
                    <a:pt x="220" y="880"/>
                  </a:cubicBezTo>
                  <a:lnTo>
                    <a:pt x="3244" y="802"/>
                  </a:lnTo>
                  <a:cubicBezTo>
                    <a:pt x="4252" y="773"/>
                    <a:pt x="5248" y="779"/>
                    <a:pt x="6256" y="761"/>
                  </a:cubicBezTo>
                  <a:cubicBezTo>
                    <a:pt x="6676" y="756"/>
                    <a:pt x="7095" y="753"/>
                    <a:pt x="7513" y="753"/>
                  </a:cubicBezTo>
                  <a:cubicBezTo>
                    <a:pt x="8104" y="753"/>
                    <a:pt x="8693" y="759"/>
                    <a:pt x="9280" y="773"/>
                  </a:cubicBezTo>
                  <a:lnTo>
                    <a:pt x="12310" y="814"/>
                  </a:lnTo>
                  <a:cubicBezTo>
                    <a:pt x="12429" y="814"/>
                    <a:pt x="12536" y="725"/>
                    <a:pt x="12554" y="601"/>
                  </a:cubicBezTo>
                  <a:cubicBezTo>
                    <a:pt x="12565" y="464"/>
                    <a:pt x="12471" y="346"/>
                    <a:pt x="12340" y="334"/>
                  </a:cubicBezTo>
                  <a:cubicBezTo>
                    <a:pt x="11332" y="209"/>
                    <a:pt x="10318" y="109"/>
                    <a:pt x="9304" y="67"/>
                  </a:cubicBezTo>
                  <a:cubicBezTo>
                    <a:pt x="8512" y="30"/>
                    <a:pt x="7717" y="0"/>
                    <a:pt x="692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5866;p73"/>
            <p:cNvSpPr/>
            <p:nvPr/>
          </p:nvSpPr>
          <p:spPr>
            <a:xfrm>
              <a:off x="4963595" y="3368120"/>
              <a:ext cx="150184" cy="18387"/>
            </a:xfrm>
            <a:custGeom>
              <a:avLst/>
              <a:gdLst/>
              <a:ahLst/>
              <a:cxnLst/>
              <a:rect l="l" t="t" r="r" b="b"/>
              <a:pathLst>
                <a:path w="7686" h="941" extrusionOk="0">
                  <a:moveTo>
                    <a:pt x="3444" y="0"/>
                  </a:moveTo>
                  <a:cubicBezTo>
                    <a:pt x="2949" y="0"/>
                    <a:pt x="2459" y="16"/>
                    <a:pt x="1969" y="39"/>
                  </a:cubicBezTo>
                  <a:cubicBezTo>
                    <a:pt x="1347" y="75"/>
                    <a:pt x="724" y="146"/>
                    <a:pt x="113" y="253"/>
                  </a:cubicBezTo>
                  <a:cubicBezTo>
                    <a:pt x="54" y="271"/>
                    <a:pt x="1" y="336"/>
                    <a:pt x="7" y="454"/>
                  </a:cubicBezTo>
                  <a:cubicBezTo>
                    <a:pt x="13" y="573"/>
                    <a:pt x="72" y="662"/>
                    <a:pt x="143" y="662"/>
                  </a:cubicBezTo>
                  <a:lnTo>
                    <a:pt x="1987" y="703"/>
                  </a:lnTo>
                  <a:cubicBezTo>
                    <a:pt x="2598" y="703"/>
                    <a:pt x="3203" y="745"/>
                    <a:pt x="3814" y="757"/>
                  </a:cubicBezTo>
                  <a:cubicBezTo>
                    <a:pt x="4430" y="769"/>
                    <a:pt x="5041" y="792"/>
                    <a:pt x="5658" y="840"/>
                  </a:cubicBezTo>
                  <a:lnTo>
                    <a:pt x="7496" y="941"/>
                  </a:lnTo>
                  <a:cubicBezTo>
                    <a:pt x="7567" y="941"/>
                    <a:pt x="7644" y="869"/>
                    <a:pt x="7662" y="733"/>
                  </a:cubicBezTo>
                  <a:cubicBezTo>
                    <a:pt x="7686" y="603"/>
                    <a:pt x="7644" y="478"/>
                    <a:pt x="7561" y="460"/>
                  </a:cubicBezTo>
                  <a:cubicBezTo>
                    <a:pt x="6950" y="318"/>
                    <a:pt x="6334" y="211"/>
                    <a:pt x="5717" y="134"/>
                  </a:cubicBezTo>
                  <a:cubicBezTo>
                    <a:pt x="5094" y="75"/>
                    <a:pt x="4478" y="10"/>
                    <a:pt x="3849" y="4"/>
                  </a:cubicBezTo>
                  <a:cubicBezTo>
                    <a:pt x="3714" y="1"/>
                    <a:pt x="3579" y="0"/>
                    <a:pt x="344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" name="Google Shape;5867;p73"/>
            <p:cNvSpPr/>
            <p:nvPr/>
          </p:nvSpPr>
          <p:spPr>
            <a:xfrm>
              <a:off x="5047151" y="3315048"/>
              <a:ext cx="87500" cy="16531"/>
            </a:xfrm>
            <a:custGeom>
              <a:avLst/>
              <a:gdLst/>
              <a:ahLst/>
              <a:cxnLst/>
              <a:rect l="l" t="t" r="r" b="b"/>
              <a:pathLst>
                <a:path w="4478" h="846" extrusionOk="0">
                  <a:moveTo>
                    <a:pt x="2464" y="0"/>
                  </a:moveTo>
                  <a:cubicBezTo>
                    <a:pt x="2382" y="0"/>
                    <a:pt x="2300" y="3"/>
                    <a:pt x="2218" y="10"/>
                  </a:cubicBezTo>
                  <a:cubicBezTo>
                    <a:pt x="1844" y="39"/>
                    <a:pt x="1483" y="87"/>
                    <a:pt x="1115" y="146"/>
                  </a:cubicBezTo>
                  <a:cubicBezTo>
                    <a:pt x="747" y="211"/>
                    <a:pt x="397" y="312"/>
                    <a:pt x="53" y="449"/>
                  </a:cubicBezTo>
                  <a:cubicBezTo>
                    <a:pt x="18" y="466"/>
                    <a:pt x="0" y="538"/>
                    <a:pt x="24" y="650"/>
                  </a:cubicBezTo>
                  <a:cubicBezTo>
                    <a:pt x="48" y="757"/>
                    <a:pt x="95" y="846"/>
                    <a:pt x="137" y="846"/>
                  </a:cubicBezTo>
                  <a:lnTo>
                    <a:pt x="1192" y="804"/>
                  </a:lnTo>
                  <a:cubicBezTo>
                    <a:pt x="1892" y="781"/>
                    <a:pt x="2586" y="763"/>
                    <a:pt x="3285" y="763"/>
                  </a:cubicBezTo>
                  <a:lnTo>
                    <a:pt x="4347" y="763"/>
                  </a:lnTo>
                  <a:cubicBezTo>
                    <a:pt x="4388" y="763"/>
                    <a:pt x="4436" y="680"/>
                    <a:pt x="4453" y="544"/>
                  </a:cubicBezTo>
                  <a:cubicBezTo>
                    <a:pt x="4477" y="413"/>
                    <a:pt x="4465" y="294"/>
                    <a:pt x="4412" y="277"/>
                  </a:cubicBezTo>
                  <a:cubicBezTo>
                    <a:pt x="4056" y="170"/>
                    <a:pt x="3694" y="99"/>
                    <a:pt x="3327" y="57"/>
                  </a:cubicBezTo>
                  <a:cubicBezTo>
                    <a:pt x="3041" y="34"/>
                    <a:pt x="2752" y="0"/>
                    <a:pt x="246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" name="Google Shape;5868;p73"/>
            <p:cNvSpPr/>
            <p:nvPr/>
          </p:nvSpPr>
          <p:spPr>
            <a:xfrm>
              <a:off x="5190012" y="3638700"/>
              <a:ext cx="72435" cy="107236"/>
            </a:xfrm>
            <a:custGeom>
              <a:avLst/>
              <a:gdLst/>
              <a:ahLst/>
              <a:cxnLst/>
              <a:rect l="l" t="t" r="r" b="b"/>
              <a:pathLst>
                <a:path w="3707" h="5488" extrusionOk="0">
                  <a:moveTo>
                    <a:pt x="244" y="0"/>
                  </a:moveTo>
                  <a:cubicBezTo>
                    <a:pt x="200" y="0"/>
                    <a:pt x="139" y="31"/>
                    <a:pt x="89" y="104"/>
                  </a:cubicBezTo>
                  <a:cubicBezTo>
                    <a:pt x="18" y="198"/>
                    <a:pt x="1" y="305"/>
                    <a:pt x="42" y="341"/>
                  </a:cubicBezTo>
                  <a:cubicBezTo>
                    <a:pt x="392" y="679"/>
                    <a:pt x="688" y="1064"/>
                    <a:pt x="937" y="1485"/>
                  </a:cubicBezTo>
                  <a:cubicBezTo>
                    <a:pt x="1198" y="1906"/>
                    <a:pt x="1424" y="2345"/>
                    <a:pt x="1619" y="2802"/>
                  </a:cubicBezTo>
                  <a:cubicBezTo>
                    <a:pt x="1851" y="3252"/>
                    <a:pt x="2076" y="3721"/>
                    <a:pt x="2331" y="4189"/>
                  </a:cubicBezTo>
                  <a:cubicBezTo>
                    <a:pt x="2592" y="4658"/>
                    <a:pt x="2924" y="5085"/>
                    <a:pt x="3303" y="5464"/>
                  </a:cubicBezTo>
                  <a:cubicBezTo>
                    <a:pt x="3321" y="5479"/>
                    <a:pt x="3345" y="5487"/>
                    <a:pt x="3375" y="5487"/>
                  </a:cubicBezTo>
                  <a:cubicBezTo>
                    <a:pt x="3427" y="5487"/>
                    <a:pt x="3494" y="5462"/>
                    <a:pt x="3558" y="5405"/>
                  </a:cubicBezTo>
                  <a:cubicBezTo>
                    <a:pt x="3653" y="5316"/>
                    <a:pt x="3707" y="5203"/>
                    <a:pt x="3677" y="5144"/>
                  </a:cubicBezTo>
                  <a:cubicBezTo>
                    <a:pt x="3404" y="4735"/>
                    <a:pt x="3161" y="4302"/>
                    <a:pt x="2954" y="3857"/>
                  </a:cubicBezTo>
                  <a:cubicBezTo>
                    <a:pt x="2728" y="3412"/>
                    <a:pt x="2527" y="2944"/>
                    <a:pt x="2301" y="2470"/>
                  </a:cubicBezTo>
                  <a:cubicBezTo>
                    <a:pt x="2064" y="1995"/>
                    <a:pt x="1791" y="1539"/>
                    <a:pt x="1489" y="1106"/>
                  </a:cubicBezTo>
                  <a:cubicBezTo>
                    <a:pt x="1169" y="655"/>
                    <a:pt x="754" y="281"/>
                    <a:pt x="279" y="9"/>
                  </a:cubicBezTo>
                  <a:cubicBezTo>
                    <a:pt x="269" y="3"/>
                    <a:pt x="257" y="0"/>
                    <a:pt x="244" y="0"/>
                  </a:cubicBezTo>
                  <a:close/>
                </a:path>
              </a:pathLst>
            </a:custGeom>
            <a:solidFill>
              <a:srgbClr val="4C11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" name="Google Shape;5869;p73"/>
            <p:cNvSpPr/>
            <p:nvPr/>
          </p:nvSpPr>
          <p:spPr>
            <a:xfrm>
              <a:off x="5164062" y="3662109"/>
              <a:ext cx="39998" cy="82459"/>
            </a:xfrm>
            <a:custGeom>
              <a:avLst/>
              <a:gdLst/>
              <a:ahLst/>
              <a:cxnLst/>
              <a:rect l="l" t="t" r="r" b="b"/>
              <a:pathLst>
                <a:path w="2047" h="4220" extrusionOk="0">
                  <a:moveTo>
                    <a:pt x="313" y="0"/>
                  </a:moveTo>
                  <a:cubicBezTo>
                    <a:pt x="277" y="0"/>
                    <a:pt x="233" y="9"/>
                    <a:pt x="184" y="32"/>
                  </a:cubicBezTo>
                  <a:cubicBezTo>
                    <a:pt x="77" y="74"/>
                    <a:pt x="0" y="133"/>
                    <a:pt x="6" y="180"/>
                  </a:cubicBezTo>
                  <a:cubicBezTo>
                    <a:pt x="89" y="536"/>
                    <a:pt x="178" y="886"/>
                    <a:pt x="285" y="1224"/>
                  </a:cubicBezTo>
                  <a:lnTo>
                    <a:pt x="653" y="2238"/>
                  </a:lnTo>
                  <a:lnTo>
                    <a:pt x="1079" y="3234"/>
                  </a:lnTo>
                  <a:cubicBezTo>
                    <a:pt x="1234" y="3560"/>
                    <a:pt x="1400" y="3881"/>
                    <a:pt x="1584" y="4189"/>
                  </a:cubicBezTo>
                  <a:cubicBezTo>
                    <a:pt x="1596" y="4207"/>
                    <a:pt x="1627" y="4219"/>
                    <a:pt x="1672" y="4219"/>
                  </a:cubicBezTo>
                  <a:cubicBezTo>
                    <a:pt x="1713" y="4219"/>
                    <a:pt x="1766" y="4209"/>
                    <a:pt x="1827" y="4183"/>
                  </a:cubicBezTo>
                  <a:cubicBezTo>
                    <a:pt x="1957" y="4130"/>
                    <a:pt x="2046" y="4059"/>
                    <a:pt x="2040" y="4005"/>
                  </a:cubicBezTo>
                  <a:cubicBezTo>
                    <a:pt x="1951" y="3655"/>
                    <a:pt x="1850" y="3305"/>
                    <a:pt x="1732" y="2967"/>
                  </a:cubicBezTo>
                  <a:lnTo>
                    <a:pt x="1358" y="1959"/>
                  </a:lnTo>
                  <a:lnTo>
                    <a:pt x="913" y="975"/>
                  </a:lnTo>
                  <a:cubicBezTo>
                    <a:pt x="753" y="655"/>
                    <a:pt x="575" y="335"/>
                    <a:pt x="392" y="26"/>
                  </a:cubicBezTo>
                  <a:cubicBezTo>
                    <a:pt x="379" y="11"/>
                    <a:pt x="351" y="0"/>
                    <a:pt x="313" y="0"/>
                  </a:cubicBezTo>
                  <a:close/>
                </a:path>
              </a:pathLst>
            </a:custGeom>
            <a:solidFill>
              <a:srgbClr val="4C11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" name="Google Shape;5870;p73"/>
            <p:cNvSpPr/>
            <p:nvPr/>
          </p:nvSpPr>
          <p:spPr>
            <a:xfrm>
              <a:off x="3837455" y="3508715"/>
              <a:ext cx="161185" cy="25304"/>
            </a:xfrm>
            <a:custGeom>
              <a:avLst/>
              <a:gdLst/>
              <a:ahLst/>
              <a:cxnLst/>
              <a:rect l="l" t="t" r="r" b="b"/>
              <a:pathLst>
                <a:path w="8249" h="1295" extrusionOk="0">
                  <a:moveTo>
                    <a:pt x="6276" y="1"/>
                  </a:moveTo>
                  <a:cubicBezTo>
                    <a:pt x="6210" y="1"/>
                    <a:pt x="6144" y="1"/>
                    <a:pt x="6078" y="2"/>
                  </a:cubicBezTo>
                  <a:cubicBezTo>
                    <a:pt x="5402" y="25"/>
                    <a:pt x="4744" y="49"/>
                    <a:pt x="4068" y="120"/>
                  </a:cubicBezTo>
                  <a:cubicBezTo>
                    <a:pt x="3398" y="197"/>
                    <a:pt x="2734" y="292"/>
                    <a:pt x="2076" y="411"/>
                  </a:cubicBezTo>
                  <a:cubicBezTo>
                    <a:pt x="1417" y="535"/>
                    <a:pt x="759" y="689"/>
                    <a:pt x="119" y="885"/>
                  </a:cubicBezTo>
                  <a:cubicBezTo>
                    <a:pt x="42" y="927"/>
                    <a:pt x="0" y="1016"/>
                    <a:pt x="30" y="1099"/>
                  </a:cubicBezTo>
                  <a:cubicBezTo>
                    <a:pt x="47" y="1213"/>
                    <a:pt x="120" y="1295"/>
                    <a:pt x="194" y="1295"/>
                  </a:cubicBezTo>
                  <a:cubicBezTo>
                    <a:pt x="197" y="1295"/>
                    <a:pt x="199" y="1294"/>
                    <a:pt x="202" y="1294"/>
                  </a:cubicBezTo>
                  <a:lnTo>
                    <a:pt x="2171" y="1069"/>
                  </a:lnTo>
                  <a:cubicBezTo>
                    <a:pt x="2823" y="986"/>
                    <a:pt x="3475" y="938"/>
                    <a:pt x="4139" y="873"/>
                  </a:cubicBezTo>
                  <a:cubicBezTo>
                    <a:pt x="4797" y="802"/>
                    <a:pt x="5450" y="743"/>
                    <a:pt x="6108" y="707"/>
                  </a:cubicBezTo>
                  <a:lnTo>
                    <a:pt x="8088" y="565"/>
                  </a:lnTo>
                  <a:cubicBezTo>
                    <a:pt x="8171" y="559"/>
                    <a:pt x="8237" y="470"/>
                    <a:pt x="8243" y="340"/>
                  </a:cubicBezTo>
                  <a:cubicBezTo>
                    <a:pt x="8249" y="203"/>
                    <a:pt x="8183" y="90"/>
                    <a:pt x="8094" y="85"/>
                  </a:cubicBezTo>
                  <a:cubicBezTo>
                    <a:pt x="7490" y="26"/>
                    <a:pt x="6881" y="1"/>
                    <a:pt x="627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" name="Google Shape;5871;p73"/>
            <p:cNvSpPr/>
            <p:nvPr/>
          </p:nvSpPr>
          <p:spPr>
            <a:xfrm>
              <a:off x="3831651" y="3338829"/>
              <a:ext cx="27942" cy="116615"/>
            </a:xfrm>
            <a:custGeom>
              <a:avLst/>
              <a:gdLst/>
              <a:ahLst/>
              <a:cxnLst/>
              <a:rect l="l" t="t" r="r" b="b"/>
              <a:pathLst>
                <a:path w="1430" h="5968" extrusionOk="0">
                  <a:moveTo>
                    <a:pt x="1084" y="0"/>
                  </a:moveTo>
                  <a:cubicBezTo>
                    <a:pt x="1021" y="0"/>
                    <a:pt x="973" y="21"/>
                    <a:pt x="955" y="56"/>
                  </a:cubicBezTo>
                  <a:cubicBezTo>
                    <a:pt x="748" y="507"/>
                    <a:pt x="576" y="969"/>
                    <a:pt x="440" y="1449"/>
                  </a:cubicBezTo>
                  <a:cubicBezTo>
                    <a:pt x="315" y="1930"/>
                    <a:pt x="185" y="2422"/>
                    <a:pt x="125" y="2908"/>
                  </a:cubicBezTo>
                  <a:cubicBezTo>
                    <a:pt x="66" y="3400"/>
                    <a:pt x="24" y="3892"/>
                    <a:pt x="7" y="4391"/>
                  </a:cubicBezTo>
                  <a:cubicBezTo>
                    <a:pt x="1" y="4889"/>
                    <a:pt x="30" y="5381"/>
                    <a:pt x="96" y="5873"/>
                  </a:cubicBezTo>
                  <a:cubicBezTo>
                    <a:pt x="108" y="5926"/>
                    <a:pt x="185" y="5968"/>
                    <a:pt x="297" y="5968"/>
                  </a:cubicBezTo>
                  <a:cubicBezTo>
                    <a:pt x="410" y="5968"/>
                    <a:pt x="505" y="5926"/>
                    <a:pt x="511" y="5867"/>
                  </a:cubicBezTo>
                  <a:cubicBezTo>
                    <a:pt x="564" y="5393"/>
                    <a:pt x="629" y="4912"/>
                    <a:pt x="677" y="4438"/>
                  </a:cubicBezTo>
                  <a:cubicBezTo>
                    <a:pt x="718" y="3964"/>
                    <a:pt x="807" y="3489"/>
                    <a:pt x="872" y="3021"/>
                  </a:cubicBezTo>
                  <a:cubicBezTo>
                    <a:pt x="944" y="2552"/>
                    <a:pt x="1021" y="2078"/>
                    <a:pt x="1127" y="1621"/>
                  </a:cubicBezTo>
                  <a:lnTo>
                    <a:pt x="1418" y="210"/>
                  </a:lnTo>
                  <a:cubicBezTo>
                    <a:pt x="1430" y="151"/>
                    <a:pt x="1359" y="86"/>
                    <a:pt x="1228" y="32"/>
                  </a:cubicBezTo>
                  <a:cubicBezTo>
                    <a:pt x="1177" y="10"/>
                    <a:pt x="1127" y="0"/>
                    <a:pt x="108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" name="Google Shape;5872;p73"/>
            <p:cNvSpPr/>
            <p:nvPr/>
          </p:nvSpPr>
          <p:spPr>
            <a:xfrm>
              <a:off x="4185061" y="1646746"/>
              <a:ext cx="470797" cy="49905"/>
            </a:xfrm>
            <a:custGeom>
              <a:avLst/>
              <a:gdLst/>
              <a:ahLst/>
              <a:cxnLst/>
              <a:rect l="l" t="t" r="r" b="b"/>
              <a:pathLst>
                <a:path w="24094" h="2554" extrusionOk="0">
                  <a:moveTo>
                    <a:pt x="21785" y="1"/>
                  </a:moveTo>
                  <a:cubicBezTo>
                    <a:pt x="20447" y="1"/>
                    <a:pt x="19111" y="25"/>
                    <a:pt x="17778" y="86"/>
                  </a:cubicBezTo>
                  <a:cubicBezTo>
                    <a:pt x="15827" y="175"/>
                    <a:pt x="13876" y="282"/>
                    <a:pt x="11937" y="472"/>
                  </a:cubicBezTo>
                  <a:cubicBezTo>
                    <a:pt x="9992" y="667"/>
                    <a:pt x="8053" y="887"/>
                    <a:pt x="6114" y="1154"/>
                  </a:cubicBezTo>
                  <a:cubicBezTo>
                    <a:pt x="4181" y="1426"/>
                    <a:pt x="2260" y="1752"/>
                    <a:pt x="350" y="2138"/>
                  </a:cubicBezTo>
                  <a:cubicBezTo>
                    <a:pt x="149" y="2179"/>
                    <a:pt x="1" y="2280"/>
                    <a:pt x="7" y="2393"/>
                  </a:cubicBezTo>
                  <a:cubicBezTo>
                    <a:pt x="17" y="2488"/>
                    <a:pt x="145" y="2554"/>
                    <a:pt x="318" y="2554"/>
                  </a:cubicBezTo>
                  <a:cubicBezTo>
                    <a:pt x="349" y="2554"/>
                    <a:pt x="382" y="2552"/>
                    <a:pt x="416" y="2547"/>
                  </a:cubicBezTo>
                  <a:cubicBezTo>
                    <a:pt x="2343" y="2280"/>
                    <a:pt x="4276" y="2043"/>
                    <a:pt x="6203" y="1812"/>
                  </a:cubicBezTo>
                  <a:cubicBezTo>
                    <a:pt x="8130" y="1586"/>
                    <a:pt x="10069" y="1414"/>
                    <a:pt x="12002" y="1231"/>
                  </a:cubicBezTo>
                  <a:cubicBezTo>
                    <a:pt x="13936" y="1041"/>
                    <a:pt x="15869" y="905"/>
                    <a:pt x="17814" y="792"/>
                  </a:cubicBezTo>
                  <a:cubicBezTo>
                    <a:pt x="19747" y="673"/>
                    <a:pt x="21692" y="572"/>
                    <a:pt x="23631" y="495"/>
                  </a:cubicBezTo>
                  <a:cubicBezTo>
                    <a:pt x="23868" y="489"/>
                    <a:pt x="24064" y="389"/>
                    <a:pt x="24075" y="258"/>
                  </a:cubicBezTo>
                  <a:cubicBezTo>
                    <a:pt x="24093" y="122"/>
                    <a:pt x="23892" y="15"/>
                    <a:pt x="23631" y="15"/>
                  </a:cubicBezTo>
                  <a:cubicBezTo>
                    <a:pt x="23015" y="6"/>
                    <a:pt x="22400" y="1"/>
                    <a:pt x="2178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" name="Google Shape;5873;p73"/>
            <p:cNvSpPr/>
            <p:nvPr/>
          </p:nvSpPr>
          <p:spPr>
            <a:xfrm>
              <a:off x="4707517" y="1644792"/>
              <a:ext cx="138500" cy="15300"/>
            </a:xfrm>
            <a:custGeom>
              <a:avLst/>
              <a:gdLst/>
              <a:ahLst/>
              <a:cxnLst/>
              <a:rect l="l" t="t" r="r" b="b"/>
              <a:pathLst>
                <a:path w="7088" h="783" extrusionOk="0">
                  <a:moveTo>
                    <a:pt x="1422" y="0"/>
                  </a:moveTo>
                  <a:cubicBezTo>
                    <a:pt x="997" y="0"/>
                    <a:pt x="570" y="7"/>
                    <a:pt x="143" y="20"/>
                  </a:cubicBezTo>
                  <a:cubicBezTo>
                    <a:pt x="84" y="20"/>
                    <a:pt x="31" y="91"/>
                    <a:pt x="13" y="204"/>
                  </a:cubicBezTo>
                  <a:cubicBezTo>
                    <a:pt x="1" y="317"/>
                    <a:pt x="42" y="417"/>
                    <a:pt x="114" y="423"/>
                  </a:cubicBezTo>
                  <a:cubicBezTo>
                    <a:pt x="671" y="536"/>
                    <a:pt x="1240" y="619"/>
                    <a:pt x="1810" y="672"/>
                  </a:cubicBezTo>
                  <a:lnTo>
                    <a:pt x="3529" y="779"/>
                  </a:lnTo>
                  <a:cubicBezTo>
                    <a:pt x="3814" y="779"/>
                    <a:pt x="4101" y="782"/>
                    <a:pt x="4389" y="782"/>
                  </a:cubicBezTo>
                  <a:cubicBezTo>
                    <a:pt x="4677" y="782"/>
                    <a:pt x="4964" y="779"/>
                    <a:pt x="5249" y="767"/>
                  </a:cubicBezTo>
                  <a:cubicBezTo>
                    <a:pt x="5818" y="744"/>
                    <a:pt x="6399" y="690"/>
                    <a:pt x="6963" y="619"/>
                  </a:cubicBezTo>
                  <a:cubicBezTo>
                    <a:pt x="7034" y="601"/>
                    <a:pt x="7087" y="512"/>
                    <a:pt x="7087" y="382"/>
                  </a:cubicBezTo>
                  <a:cubicBezTo>
                    <a:pt x="7087" y="246"/>
                    <a:pt x="7022" y="139"/>
                    <a:pt x="6945" y="127"/>
                  </a:cubicBezTo>
                  <a:cubicBezTo>
                    <a:pt x="6375" y="97"/>
                    <a:pt x="5812" y="79"/>
                    <a:pt x="5243" y="62"/>
                  </a:cubicBezTo>
                  <a:lnTo>
                    <a:pt x="3541" y="26"/>
                  </a:lnTo>
                  <a:lnTo>
                    <a:pt x="1845" y="2"/>
                  </a:lnTo>
                  <a:cubicBezTo>
                    <a:pt x="1704" y="1"/>
                    <a:pt x="1563" y="0"/>
                    <a:pt x="142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" name="Google Shape;5874;p73"/>
            <p:cNvSpPr/>
            <p:nvPr/>
          </p:nvSpPr>
          <p:spPr>
            <a:xfrm>
              <a:off x="5567515" y="1895381"/>
              <a:ext cx="119604" cy="177677"/>
            </a:xfrm>
            <a:custGeom>
              <a:avLst/>
              <a:gdLst/>
              <a:ahLst/>
              <a:cxnLst/>
              <a:rect l="l" t="t" r="r" b="b"/>
              <a:pathLst>
                <a:path w="6121" h="9093" extrusionOk="0">
                  <a:moveTo>
                    <a:pt x="239" y="0"/>
                  </a:moveTo>
                  <a:cubicBezTo>
                    <a:pt x="203" y="0"/>
                    <a:pt x="167" y="10"/>
                    <a:pt x="137" y="28"/>
                  </a:cubicBezTo>
                  <a:cubicBezTo>
                    <a:pt x="42" y="76"/>
                    <a:pt x="1" y="188"/>
                    <a:pt x="42" y="283"/>
                  </a:cubicBezTo>
                  <a:cubicBezTo>
                    <a:pt x="457" y="1036"/>
                    <a:pt x="896" y="1789"/>
                    <a:pt x="1353" y="2531"/>
                  </a:cubicBezTo>
                  <a:lnTo>
                    <a:pt x="2723" y="4730"/>
                  </a:lnTo>
                  <a:lnTo>
                    <a:pt x="4163" y="6895"/>
                  </a:lnTo>
                  <a:cubicBezTo>
                    <a:pt x="4650" y="7612"/>
                    <a:pt x="5154" y="8318"/>
                    <a:pt x="5676" y="9018"/>
                  </a:cubicBezTo>
                  <a:cubicBezTo>
                    <a:pt x="5717" y="9067"/>
                    <a:pt x="5780" y="9093"/>
                    <a:pt x="5844" y="9093"/>
                  </a:cubicBezTo>
                  <a:cubicBezTo>
                    <a:pt x="5888" y="9093"/>
                    <a:pt x="5933" y="9080"/>
                    <a:pt x="5972" y="9053"/>
                  </a:cubicBezTo>
                  <a:cubicBezTo>
                    <a:pt x="6073" y="8988"/>
                    <a:pt x="6120" y="8858"/>
                    <a:pt x="6073" y="8739"/>
                  </a:cubicBezTo>
                  <a:cubicBezTo>
                    <a:pt x="5646" y="7986"/>
                    <a:pt x="5207" y="7245"/>
                    <a:pt x="4756" y="6509"/>
                  </a:cubicBezTo>
                  <a:lnTo>
                    <a:pt x="3363" y="4321"/>
                  </a:lnTo>
                  <a:lnTo>
                    <a:pt x="1916" y="2175"/>
                  </a:lnTo>
                  <a:cubicBezTo>
                    <a:pt x="1418" y="1463"/>
                    <a:pt x="914" y="758"/>
                    <a:pt x="386" y="70"/>
                  </a:cubicBezTo>
                  <a:cubicBezTo>
                    <a:pt x="350" y="23"/>
                    <a:pt x="294" y="0"/>
                    <a:pt x="239" y="0"/>
                  </a:cubicBezTo>
                  <a:close/>
                </a:path>
              </a:pathLst>
            </a:custGeom>
            <a:solidFill>
              <a:srgbClr val="4C11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" name="Google Shape;5875;p73"/>
            <p:cNvSpPr/>
            <p:nvPr/>
          </p:nvSpPr>
          <p:spPr>
            <a:xfrm>
              <a:off x="5639249" y="2107729"/>
              <a:ext cx="37204" cy="105809"/>
            </a:xfrm>
            <a:custGeom>
              <a:avLst/>
              <a:gdLst/>
              <a:ahLst/>
              <a:cxnLst/>
              <a:rect l="l" t="t" r="r" b="b"/>
              <a:pathLst>
                <a:path w="1904" h="5415" extrusionOk="0">
                  <a:moveTo>
                    <a:pt x="1662" y="0"/>
                  </a:moveTo>
                  <a:cubicBezTo>
                    <a:pt x="1561" y="0"/>
                    <a:pt x="1476" y="29"/>
                    <a:pt x="1471" y="78"/>
                  </a:cubicBezTo>
                  <a:cubicBezTo>
                    <a:pt x="1364" y="505"/>
                    <a:pt x="1275" y="944"/>
                    <a:pt x="1180" y="1371"/>
                  </a:cubicBezTo>
                  <a:cubicBezTo>
                    <a:pt x="1085" y="1803"/>
                    <a:pt x="973" y="2230"/>
                    <a:pt x="848" y="2645"/>
                  </a:cubicBezTo>
                  <a:cubicBezTo>
                    <a:pt x="736" y="3072"/>
                    <a:pt x="605" y="3493"/>
                    <a:pt x="451" y="3909"/>
                  </a:cubicBezTo>
                  <a:lnTo>
                    <a:pt x="24" y="5160"/>
                  </a:lnTo>
                  <a:cubicBezTo>
                    <a:pt x="0" y="5213"/>
                    <a:pt x="60" y="5302"/>
                    <a:pt x="178" y="5361"/>
                  </a:cubicBezTo>
                  <a:cubicBezTo>
                    <a:pt x="247" y="5396"/>
                    <a:pt x="316" y="5414"/>
                    <a:pt x="369" y="5414"/>
                  </a:cubicBezTo>
                  <a:cubicBezTo>
                    <a:pt x="407" y="5414"/>
                    <a:pt x="436" y="5405"/>
                    <a:pt x="451" y="5385"/>
                  </a:cubicBezTo>
                  <a:cubicBezTo>
                    <a:pt x="712" y="4994"/>
                    <a:pt x="931" y="4585"/>
                    <a:pt x="1115" y="4158"/>
                  </a:cubicBezTo>
                  <a:cubicBezTo>
                    <a:pt x="1293" y="3737"/>
                    <a:pt x="1447" y="3298"/>
                    <a:pt x="1572" y="2853"/>
                  </a:cubicBezTo>
                  <a:cubicBezTo>
                    <a:pt x="1684" y="2402"/>
                    <a:pt x="1767" y="1952"/>
                    <a:pt x="1833" y="1489"/>
                  </a:cubicBezTo>
                  <a:cubicBezTo>
                    <a:pt x="1886" y="1033"/>
                    <a:pt x="1904" y="564"/>
                    <a:pt x="1874" y="108"/>
                  </a:cubicBezTo>
                  <a:cubicBezTo>
                    <a:pt x="1874" y="54"/>
                    <a:pt x="1803" y="7"/>
                    <a:pt x="1690" y="1"/>
                  </a:cubicBezTo>
                  <a:cubicBezTo>
                    <a:pt x="1681" y="0"/>
                    <a:pt x="1671" y="0"/>
                    <a:pt x="1662" y="0"/>
                  </a:cubicBezTo>
                  <a:close/>
                </a:path>
              </a:pathLst>
            </a:custGeom>
            <a:solidFill>
              <a:srgbClr val="4C11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" name="Google Shape;5876;p73"/>
            <p:cNvSpPr/>
            <p:nvPr/>
          </p:nvSpPr>
          <p:spPr>
            <a:xfrm>
              <a:off x="5293596" y="3533024"/>
              <a:ext cx="158333" cy="161518"/>
            </a:xfrm>
            <a:custGeom>
              <a:avLst/>
              <a:gdLst/>
              <a:ahLst/>
              <a:cxnLst/>
              <a:rect l="l" t="t" r="r" b="b"/>
              <a:pathLst>
                <a:path w="8103" h="8266" extrusionOk="0">
                  <a:moveTo>
                    <a:pt x="266" y="1"/>
                  </a:moveTo>
                  <a:cubicBezTo>
                    <a:pt x="127" y="1"/>
                    <a:pt x="1" y="145"/>
                    <a:pt x="78" y="299"/>
                  </a:cubicBezTo>
                  <a:cubicBezTo>
                    <a:pt x="540" y="1094"/>
                    <a:pt x="1056" y="1859"/>
                    <a:pt x="1620" y="2582"/>
                  </a:cubicBezTo>
                  <a:cubicBezTo>
                    <a:pt x="2183" y="3312"/>
                    <a:pt x="2764" y="4023"/>
                    <a:pt x="3404" y="4681"/>
                  </a:cubicBezTo>
                  <a:cubicBezTo>
                    <a:pt x="4051" y="5340"/>
                    <a:pt x="4727" y="5974"/>
                    <a:pt x="5421" y="6573"/>
                  </a:cubicBezTo>
                  <a:cubicBezTo>
                    <a:pt x="6120" y="7166"/>
                    <a:pt x="6856" y="7723"/>
                    <a:pt x="7626" y="8227"/>
                  </a:cubicBezTo>
                  <a:cubicBezTo>
                    <a:pt x="7670" y="8254"/>
                    <a:pt x="7713" y="8265"/>
                    <a:pt x="7755" y="8265"/>
                  </a:cubicBezTo>
                  <a:cubicBezTo>
                    <a:pt x="7956" y="8265"/>
                    <a:pt x="8103" y="7992"/>
                    <a:pt x="7911" y="7830"/>
                  </a:cubicBezTo>
                  <a:cubicBezTo>
                    <a:pt x="7223" y="7255"/>
                    <a:pt x="6565" y="6644"/>
                    <a:pt x="5889" y="6045"/>
                  </a:cubicBezTo>
                  <a:cubicBezTo>
                    <a:pt x="5213" y="5446"/>
                    <a:pt x="4584" y="4800"/>
                    <a:pt x="3956" y="4165"/>
                  </a:cubicBezTo>
                  <a:cubicBezTo>
                    <a:pt x="3327" y="3525"/>
                    <a:pt x="2723" y="2855"/>
                    <a:pt x="2141" y="2167"/>
                  </a:cubicBezTo>
                  <a:cubicBezTo>
                    <a:pt x="1554" y="1479"/>
                    <a:pt x="973" y="780"/>
                    <a:pt x="422" y="74"/>
                  </a:cubicBezTo>
                  <a:cubicBezTo>
                    <a:pt x="375" y="23"/>
                    <a:pt x="320" y="1"/>
                    <a:pt x="266" y="1"/>
                  </a:cubicBezTo>
                  <a:close/>
                </a:path>
              </a:pathLst>
            </a:custGeom>
            <a:solidFill>
              <a:srgbClr val="4C11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" name="Google Shape;5877;p73"/>
            <p:cNvSpPr/>
            <p:nvPr/>
          </p:nvSpPr>
          <p:spPr>
            <a:xfrm>
              <a:off x="5362769" y="3549966"/>
              <a:ext cx="81716" cy="71008"/>
            </a:xfrm>
            <a:custGeom>
              <a:avLst/>
              <a:gdLst/>
              <a:ahLst/>
              <a:cxnLst/>
              <a:rect l="l" t="t" r="r" b="b"/>
              <a:pathLst>
                <a:path w="4182" h="3634" extrusionOk="0">
                  <a:moveTo>
                    <a:pt x="271" y="0"/>
                  </a:moveTo>
                  <a:cubicBezTo>
                    <a:pt x="230" y="0"/>
                    <a:pt x="169" y="36"/>
                    <a:pt x="108" y="102"/>
                  </a:cubicBezTo>
                  <a:cubicBezTo>
                    <a:pt x="36" y="185"/>
                    <a:pt x="1" y="286"/>
                    <a:pt x="30" y="316"/>
                  </a:cubicBezTo>
                  <a:cubicBezTo>
                    <a:pt x="309" y="636"/>
                    <a:pt x="600" y="944"/>
                    <a:pt x="902" y="1235"/>
                  </a:cubicBezTo>
                  <a:lnTo>
                    <a:pt x="1833" y="2089"/>
                  </a:lnTo>
                  <a:lnTo>
                    <a:pt x="2800" y="2889"/>
                  </a:lnTo>
                  <a:cubicBezTo>
                    <a:pt x="3126" y="3150"/>
                    <a:pt x="3476" y="3393"/>
                    <a:pt x="3826" y="3625"/>
                  </a:cubicBezTo>
                  <a:cubicBezTo>
                    <a:pt x="3834" y="3631"/>
                    <a:pt x="3844" y="3633"/>
                    <a:pt x="3856" y="3633"/>
                  </a:cubicBezTo>
                  <a:cubicBezTo>
                    <a:pt x="3903" y="3633"/>
                    <a:pt x="3974" y="3588"/>
                    <a:pt x="4045" y="3512"/>
                  </a:cubicBezTo>
                  <a:cubicBezTo>
                    <a:pt x="4134" y="3417"/>
                    <a:pt x="4181" y="3298"/>
                    <a:pt x="4146" y="3257"/>
                  </a:cubicBezTo>
                  <a:cubicBezTo>
                    <a:pt x="3861" y="2943"/>
                    <a:pt x="3565" y="2646"/>
                    <a:pt x="3262" y="2356"/>
                  </a:cubicBezTo>
                  <a:lnTo>
                    <a:pt x="2319" y="1520"/>
                  </a:lnTo>
                  <a:lnTo>
                    <a:pt x="1335" y="731"/>
                  </a:lnTo>
                  <a:cubicBezTo>
                    <a:pt x="1003" y="470"/>
                    <a:pt x="653" y="233"/>
                    <a:pt x="297" y="7"/>
                  </a:cubicBezTo>
                  <a:cubicBezTo>
                    <a:pt x="290" y="3"/>
                    <a:pt x="281" y="0"/>
                    <a:pt x="271" y="0"/>
                  </a:cubicBezTo>
                  <a:close/>
                </a:path>
              </a:pathLst>
            </a:custGeom>
            <a:solidFill>
              <a:srgbClr val="4C11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" name="Google Shape;5878;p73"/>
            <p:cNvSpPr/>
            <p:nvPr/>
          </p:nvSpPr>
          <p:spPr>
            <a:xfrm>
              <a:off x="5386648" y="3505061"/>
              <a:ext cx="81013" cy="66123"/>
            </a:xfrm>
            <a:custGeom>
              <a:avLst/>
              <a:gdLst/>
              <a:ahLst/>
              <a:cxnLst/>
              <a:rect l="l" t="t" r="r" b="b"/>
              <a:pathLst>
                <a:path w="4146" h="3384" extrusionOk="0">
                  <a:moveTo>
                    <a:pt x="291" y="1"/>
                  </a:moveTo>
                  <a:cubicBezTo>
                    <a:pt x="250" y="1"/>
                    <a:pt x="189" y="38"/>
                    <a:pt x="125" y="94"/>
                  </a:cubicBezTo>
                  <a:cubicBezTo>
                    <a:pt x="48" y="171"/>
                    <a:pt x="0" y="266"/>
                    <a:pt x="30" y="301"/>
                  </a:cubicBezTo>
                  <a:cubicBezTo>
                    <a:pt x="273" y="633"/>
                    <a:pt x="546" y="948"/>
                    <a:pt x="836" y="1238"/>
                  </a:cubicBezTo>
                  <a:cubicBezTo>
                    <a:pt x="1133" y="1523"/>
                    <a:pt x="1429" y="1813"/>
                    <a:pt x="1756" y="2068"/>
                  </a:cubicBezTo>
                  <a:cubicBezTo>
                    <a:pt x="2082" y="2317"/>
                    <a:pt x="2420" y="2555"/>
                    <a:pt x="2758" y="2786"/>
                  </a:cubicBezTo>
                  <a:cubicBezTo>
                    <a:pt x="3108" y="3005"/>
                    <a:pt x="3469" y="3207"/>
                    <a:pt x="3849" y="3379"/>
                  </a:cubicBezTo>
                  <a:cubicBezTo>
                    <a:pt x="3855" y="3382"/>
                    <a:pt x="3862" y="3384"/>
                    <a:pt x="3870" y="3384"/>
                  </a:cubicBezTo>
                  <a:cubicBezTo>
                    <a:pt x="3916" y="3384"/>
                    <a:pt x="3990" y="3327"/>
                    <a:pt x="4050" y="3231"/>
                  </a:cubicBezTo>
                  <a:cubicBezTo>
                    <a:pt x="4116" y="3118"/>
                    <a:pt x="4145" y="2999"/>
                    <a:pt x="4098" y="2970"/>
                  </a:cubicBezTo>
                  <a:cubicBezTo>
                    <a:pt x="3790" y="2709"/>
                    <a:pt x="3481" y="2442"/>
                    <a:pt x="3167" y="2205"/>
                  </a:cubicBezTo>
                  <a:cubicBezTo>
                    <a:pt x="2847" y="1967"/>
                    <a:pt x="2544" y="1713"/>
                    <a:pt x="2224" y="1475"/>
                  </a:cubicBezTo>
                  <a:cubicBezTo>
                    <a:pt x="1904" y="1238"/>
                    <a:pt x="1601" y="983"/>
                    <a:pt x="1281" y="740"/>
                  </a:cubicBezTo>
                  <a:cubicBezTo>
                    <a:pt x="967" y="497"/>
                    <a:pt x="647" y="248"/>
                    <a:pt x="321" y="11"/>
                  </a:cubicBezTo>
                  <a:cubicBezTo>
                    <a:pt x="313" y="4"/>
                    <a:pt x="303" y="1"/>
                    <a:pt x="291" y="1"/>
                  </a:cubicBezTo>
                  <a:close/>
                </a:path>
              </a:pathLst>
            </a:custGeom>
            <a:solidFill>
              <a:srgbClr val="4C11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" name="Google Shape;5879;p73"/>
            <p:cNvSpPr/>
            <p:nvPr/>
          </p:nvSpPr>
          <p:spPr>
            <a:xfrm>
              <a:off x="5416779" y="3447788"/>
              <a:ext cx="60261" cy="39549"/>
            </a:xfrm>
            <a:custGeom>
              <a:avLst/>
              <a:gdLst/>
              <a:ahLst/>
              <a:cxnLst/>
              <a:rect l="l" t="t" r="r" b="b"/>
              <a:pathLst>
                <a:path w="3084" h="2024" extrusionOk="0">
                  <a:moveTo>
                    <a:pt x="226" y="0"/>
                  </a:moveTo>
                  <a:cubicBezTo>
                    <a:pt x="196" y="0"/>
                    <a:pt x="145" y="48"/>
                    <a:pt x="89" y="143"/>
                  </a:cubicBezTo>
                  <a:cubicBezTo>
                    <a:pt x="30" y="238"/>
                    <a:pt x="0" y="333"/>
                    <a:pt x="24" y="356"/>
                  </a:cubicBezTo>
                  <a:cubicBezTo>
                    <a:pt x="225" y="540"/>
                    <a:pt x="439" y="712"/>
                    <a:pt x="658" y="878"/>
                  </a:cubicBezTo>
                  <a:lnTo>
                    <a:pt x="1334" y="1323"/>
                  </a:lnTo>
                  <a:lnTo>
                    <a:pt x="2052" y="1708"/>
                  </a:lnTo>
                  <a:cubicBezTo>
                    <a:pt x="2295" y="1827"/>
                    <a:pt x="2550" y="1934"/>
                    <a:pt x="2811" y="2023"/>
                  </a:cubicBezTo>
                  <a:cubicBezTo>
                    <a:pt x="2813" y="2023"/>
                    <a:pt x="2815" y="2024"/>
                    <a:pt x="2818" y="2024"/>
                  </a:cubicBezTo>
                  <a:cubicBezTo>
                    <a:pt x="2851" y="2024"/>
                    <a:pt x="2917" y="1955"/>
                    <a:pt x="2983" y="1857"/>
                  </a:cubicBezTo>
                  <a:cubicBezTo>
                    <a:pt x="3048" y="1744"/>
                    <a:pt x="3084" y="1625"/>
                    <a:pt x="3054" y="1602"/>
                  </a:cubicBezTo>
                  <a:cubicBezTo>
                    <a:pt x="2846" y="1424"/>
                    <a:pt x="2633" y="1252"/>
                    <a:pt x="2408" y="1098"/>
                  </a:cubicBezTo>
                  <a:lnTo>
                    <a:pt x="1720" y="671"/>
                  </a:lnTo>
                  <a:lnTo>
                    <a:pt x="996" y="297"/>
                  </a:lnTo>
                  <a:cubicBezTo>
                    <a:pt x="747" y="178"/>
                    <a:pt x="492" y="78"/>
                    <a:pt x="231" y="0"/>
                  </a:cubicBezTo>
                  <a:cubicBezTo>
                    <a:pt x="230" y="0"/>
                    <a:pt x="228" y="0"/>
                    <a:pt x="226" y="0"/>
                  </a:cubicBezTo>
                  <a:close/>
                </a:path>
              </a:pathLst>
            </a:custGeom>
            <a:solidFill>
              <a:srgbClr val="4C11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" name="Google Shape;5880;p73"/>
            <p:cNvSpPr/>
            <p:nvPr/>
          </p:nvSpPr>
          <p:spPr>
            <a:xfrm>
              <a:off x="5448748" y="3010781"/>
              <a:ext cx="55650" cy="380209"/>
            </a:xfrm>
            <a:custGeom>
              <a:avLst/>
              <a:gdLst/>
              <a:ahLst/>
              <a:cxnLst/>
              <a:rect l="l" t="t" r="r" b="b"/>
              <a:pathLst>
                <a:path w="2848" h="19458" extrusionOk="0">
                  <a:moveTo>
                    <a:pt x="2612" y="1"/>
                  </a:moveTo>
                  <a:cubicBezTo>
                    <a:pt x="2492" y="1"/>
                    <a:pt x="2382" y="143"/>
                    <a:pt x="2355" y="335"/>
                  </a:cubicBezTo>
                  <a:lnTo>
                    <a:pt x="1774" y="5038"/>
                  </a:lnTo>
                  <a:cubicBezTo>
                    <a:pt x="1596" y="6597"/>
                    <a:pt x="1376" y="8157"/>
                    <a:pt x="1199" y="9728"/>
                  </a:cubicBezTo>
                  <a:cubicBezTo>
                    <a:pt x="1021" y="11300"/>
                    <a:pt x="819" y="12859"/>
                    <a:pt x="612" y="14419"/>
                  </a:cubicBezTo>
                  <a:lnTo>
                    <a:pt x="19" y="19121"/>
                  </a:lnTo>
                  <a:cubicBezTo>
                    <a:pt x="1" y="19281"/>
                    <a:pt x="54" y="19423"/>
                    <a:pt x="167" y="19453"/>
                  </a:cubicBezTo>
                  <a:cubicBezTo>
                    <a:pt x="178" y="19456"/>
                    <a:pt x="190" y="19458"/>
                    <a:pt x="202" y="19458"/>
                  </a:cubicBezTo>
                  <a:cubicBezTo>
                    <a:pt x="303" y="19458"/>
                    <a:pt x="401" y="19346"/>
                    <a:pt x="428" y="19186"/>
                  </a:cubicBezTo>
                  <a:cubicBezTo>
                    <a:pt x="736" y="17633"/>
                    <a:pt x="1027" y="16073"/>
                    <a:pt x="1270" y="14513"/>
                  </a:cubicBezTo>
                  <a:cubicBezTo>
                    <a:pt x="1513" y="12960"/>
                    <a:pt x="1738" y="11389"/>
                    <a:pt x="1952" y="9823"/>
                  </a:cubicBezTo>
                  <a:cubicBezTo>
                    <a:pt x="2153" y="8252"/>
                    <a:pt x="2331" y="6680"/>
                    <a:pt x="2479" y="5109"/>
                  </a:cubicBezTo>
                  <a:cubicBezTo>
                    <a:pt x="2628" y="3538"/>
                    <a:pt x="2746" y="1960"/>
                    <a:pt x="2835" y="377"/>
                  </a:cubicBezTo>
                  <a:cubicBezTo>
                    <a:pt x="2847" y="187"/>
                    <a:pt x="2776" y="21"/>
                    <a:pt x="2639" y="3"/>
                  </a:cubicBezTo>
                  <a:cubicBezTo>
                    <a:pt x="2630" y="2"/>
                    <a:pt x="2621" y="1"/>
                    <a:pt x="2612" y="1"/>
                  </a:cubicBezTo>
                  <a:close/>
                </a:path>
              </a:pathLst>
            </a:custGeom>
            <a:solidFill>
              <a:srgbClr val="4C11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" name="Google Shape;5881;p73"/>
            <p:cNvSpPr/>
            <p:nvPr/>
          </p:nvSpPr>
          <p:spPr>
            <a:xfrm>
              <a:off x="5605639" y="2274684"/>
              <a:ext cx="30619" cy="117279"/>
            </a:xfrm>
            <a:custGeom>
              <a:avLst/>
              <a:gdLst/>
              <a:ahLst/>
              <a:cxnLst/>
              <a:rect l="l" t="t" r="r" b="b"/>
              <a:pathLst>
                <a:path w="1567" h="6002" extrusionOk="0">
                  <a:moveTo>
                    <a:pt x="1287" y="1"/>
                  </a:moveTo>
                  <a:cubicBezTo>
                    <a:pt x="1225" y="1"/>
                    <a:pt x="1174" y="20"/>
                    <a:pt x="1163" y="55"/>
                  </a:cubicBezTo>
                  <a:cubicBezTo>
                    <a:pt x="973" y="512"/>
                    <a:pt x="807" y="986"/>
                    <a:pt x="677" y="1466"/>
                  </a:cubicBezTo>
                  <a:cubicBezTo>
                    <a:pt x="552" y="1941"/>
                    <a:pt x="416" y="2415"/>
                    <a:pt x="327" y="2901"/>
                  </a:cubicBezTo>
                  <a:cubicBezTo>
                    <a:pt x="238" y="3393"/>
                    <a:pt x="167" y="3880"/>
                    <a:pt x="96" y="4378"/>
                  </a:cubicBezTo>
                  <a:cubicBezTo>
                    <a:pt x="36" y="4870"/>
                    <a:pt x="7" y="5362"/>
                    <a:pt x="1" y="5860"/>
                  </a:cubicBezTo>
                  <a:cubicBezTo>
                    <a:pt x="1" y="5919"/>
                    <a:pt x="84" y="5985"/>
                    <a:pt x="214" y="5997"/>
                  </a:cubicBezTo>
                  <a:cubicBezTo>
                    <a:pt x="238" y="6000"/>
                    <a:pt x="261" y="6001"/>
                    <a:pt x="284" y="6001"/>
                  </a:cubicBezTo>
                  <a:cubicBezTo>
                    <a:pt x="389" y="6001"/>
                    <a:pt x="471" y="5968"/>
                    <a:pt x="481" y="5919"/>
                  </a:cubicBezTo>
                  <a:cubicBezTo>
                    <a:pt x="594" y="5433"/>
                    <a:pt x="712" y="4953"/>
                    <a:pt x="795" y="4479"/>
                  </a:cubicBezTo>
                  <a:cubicBezTo>
                    <a:pt x="878" y="4004"/>
                    <a:pt x="997" y="3530"/>
                    <a:pt x="1068" y="3049"/>
                  </a:cubicBezTo>
                  <a:cubicBezTo>
                    <a:pt x="1145" y="2569"/>
                    <a:pt x="1240" y="2095"/>
                    <a:pt x="1329" y="1614"/>
                  </a:cubicBezTo>
                  <a:cubicBezTo>
                    <a:pt x="1418" y="1128"/>
                    <a:pt x="1489" y="648"/>
                    <a:pt x="1560" y="162"/>
                  </a:cubicBezTo>
                  <a:cubicBezTo>
                    <a:pt x="1566" y="108"/>
                    <a:pt x="1501" y="55"/>
                    <a:pt x="1394" y="19"/>
                  </a:cubicBezTo>
                  <a:cubicBezTo>
                    <a:pt x="1358" y="7"/>
                    <a:pt x="1321" y="1"/>
                    <a:pt x="1287" y="1"/>
                  </a:cubicBezTo>
                  <a:close/>
                </a:path>
              </a:pathLst>
            </a:custGeom>
            <a:solidFill>
              <a:srgbClr val="4C11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" name="Google Shape;5882;p73"/>
            <p:cNvSpPr/>
            <p:nvPr/>
          </p:nvSpPr>
          <p:spPr>
            <a:xfrm>
              <a:off x="5245057" y="3638289"/>
              <a:ext cx="111476" cy="127694"/>
            </a:xfrm>
            <a:custGeom>
              <a:avLst/>
              <a:gdLst/>
              <a:ahLst/>
              <a:cxnLst/>
              <a:rect l="l" t="t" r="r" b="b"/>
              <a:pathLst>
                <a:path w="5705" h="6535" extrusionOk="0">
                  <a:moveTo>
                    <a:pt x="270" y="0"/>
                  </a:moveTo>
                  <a:cubicBezTo>
                    <a:pt x="226" y="0"/>
                    <a:pt x="175" y="19"/>
                    <a:pt x="125" y="59"/>
                  </a:cubicBezTo>
                  <a:cubicBezTo>
                    <a:pt x="36" y="125"/>
                    <a:pt x="0" y="237"/>
                    <a:pt x="42" y="297"/>
                  </a:cubicBezTo>
                  <a:cubicBezTo>
                    <a:pt x="433" y="854"/>
                    <a:pt x="836" y="1399"/>
                    <a:pt x="1257" y="1933"/>
                  </a:cubicBezTo>
                  <a:lnTo>
                    <a:pt x="2532" y="3505"/>
                  </a:lnTo>
                  <a:lnTo>
                    <a:pt x="3866" y="5040"/>
                  </a:lnTo>
                  <a:cubicBezTo>
                    <a:pt x="4323" y="5550"/>
                    <a:pt x="4809" y="6037"/>
                    <a:pt x="5319" y="6499"/>
                  </a:cubicBezTo>
                  <a:cubicBezTo>
                    <a:pt x="5343" y="6523"/>
                    <a:pt x="5376" y="6535"/>
                    <a:pt x="5412" y="6535"/>
                  </a:cubicBezTo>
                  <a:cubicBezTo>
                    <a:pt x="5468" y="6535"/>
                    <a:pt x="5532" y="6506"/>
                    <a:pt x="5586" y="6446"/>
                  </a:cubicBezTo>
                  <a:cubicBezTo>
                    <a:pt x="5675" y="6351"/>
                    <a:pt x="5705" y="6220"/>
                    <a:pt x="5651" y="6149"/>
                  </a:cubicBezTo>
                  <a:lnTo>
                    <a:pt x="4406" y="4590"/>
                  </a:lnTo>
                  <a:lnTo>
                    <a:pt x="3113" y="3018"/>
                  </a:lnTo>
                  <a:lnTo>
                    <a:pt x="1767" y="1494"/>
                  </a:lnTo>
                  <a:cubicBezTo>
                    <a:pt x="1311" y="1002"/>
                    <a:pt x="842" y="510"/>
                    <a:pt x="356" y="36"/>
                  </a:cubicBezTo>
                  <a:cubicBezTo>
                    <a:pt x="335" y="12"/>
                    <a:pt x="305" y="0"/>
                    <a:pt x="270" y="0"/>
                  </a:cubicBezTo>
                  <a:close/>
                </a:path>
              </a:pathLst>
            </a:custGeom>
            <a:solidFill>
              <a:srgbClr val="4C11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" name="Google Shape;5883;p73"/>
            <p:cNvSpPr/>
            <p:nvPr/>
          </p:nvSpPr>
          <p:spPr>
            <a:xfrm>
              <a:off x="4215564" y="3755709"/>
              <a:ext cx="727767" cy="36364"/>
            </a:xfrm>
            <a:custGeom>
              <a:avLst/>
              <a:gdLst/>
              <a:ahLst/>
              <a:cxnLst/>
              <a:rect l="l" t="t" r="r" b="b"/>
              <a:pathLst>
                <a:path w="37245" h="1861" extrusionOk="0">
                  <a:moveTo>
                    <a:pt x="22468" y="0"/>
                  </a:moveTo>
                  <a:cubicBezTo>
                    <a:pt x="21154" y="0"/>
                    <a:pt x="19841" y="13"/>
                    <a:pt x="18530" y="39"/>
                  </a:cubicBezTo>
                  <a:cubicBezTo>
                    <a:pt x="15523" y="105"/>
                    <a:pt x="12523" y="259"/>
                    <a:pt x="9522" y="490"/>
                  </a:cubicBezTo>
                  <a:cubicBezTo>
                    <a:pt x="6522" y="721"/>
                    <a:pt x="3533" y="1042"/>
                    <a:pt x="551" y="1445"/>
                  </a:cubicBezTo>
                  <a:cubicBezTo>
                    <a:pt x="248" y="1486"/>
                    <a:pt x="11" y="1581"/>
                    <a:pt x="5" y="1700"/>
                  </a:cubicBezTo>
                  <a:cubicBezTo>
                    <a:pt x="0" y="1799"/>
                    <a:pt x="187" y="1861"/>
                    <a:pt x="446" y="1861"/>
                  </a:cubicBezTo>
                  <a:cubicBezTo>
                    <a:pt x="496" y="1861"/>
                    <a:pt x="549" y="1859"/>
                    <a:pt x="604" y="1854"/>
                  </a:cubicBezTo>
                  <a:cubicBezTo>
                    <a:pt x="3587" y="1575"/>
                    <a:pt x="6575" y="1344"/>
                    <a:pt x="9564" y="1160"/>
                  </a:cubicBezTo>
                  <a:cubicBezTo>
                    <a:pt x="12552" y="970"/>
                    <a:pt x="15547" y="846"/>
                    <a:pt x="18542" y="792"/>
                  </a:cubicBezTo>
                  <a:cubicBezTo>
                    <a:pt x="20114" y="758"/>
                    <a:pt x="21686" y="742"/>
                    <a:pt x="23258" y="742"/>
                  </a:cubicBezTo>
                  <a:cubicBezTo>
                    <a:pt x="24681" y="742"/>
                    <a:pt x="26103" y="755"/>
                    <a:pt x="27525" y="781"/>
                  </a:cubicBezTo>
                  <a:cubicBezTo>
                    <a:pt x="30520" y="834"/>
                    <a:pt x="33514" y="935"/>
                    <a:pt x="36509" y="1089"/>
                  </a:cubicBezTo>
                  <a:cubicBezTo>
                    <a:pt x="36548" y="1091"/>
                    <a:pt x="36586" y="1092"/>
                    <a:pt x="36624" y="1092"/>
                  </a:cubicBezTo>
                  <a:cubicBezTo>
                    <a:pt x="36935" y="1092"/>
                    <a:pt x="37188" y="1027"/>
                    <a:pt x="37214" y="905"/>
                  </a:cubicBezTo>
                  <a:cubicBezTo>
                    <a:pt x="37244" y="775"/>
                    <a:pt x="36948" y="638"/>
                    <a:pt x="36544" y="603"/>
                  </a:cubicBezTo>
                  <a:cubicBezTo>
                    <a:pt x="33550" y="342"/>
                    <a:pt x="30549" y="158"/>
                    <a:pt x="27549" y="69"/>
                  </a:cubicBezTo>
                  <a:cubicBezTo>
                    <a:pt x="25853" y="22"/>
                    <a:pt x="24160" y="0"/>
                    <a:pt x="22468" y="0"/>
                  </a:cubicBezTo>
                  <a:close/>
                </a:path>
              </a:pathLst>
            </a:custGeom>
            <a:solidFill>
              <a:srgbClr val="4C11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" name="Google Shape;5884;p73"/>
            <p:cNvSpPr/>
            <p:nvPr/>
          </p:nvSpPr>
          <p:spPr>
            <a:xfrm>
              <a:off x="5014577" y="3754029"/>
              <a:ext cx="251695" cy="24718"/>
            </a:xfrm>
            <a:custGeom>
              <a:avLst/>
              <a:gdLst/>
              <a:ahLst/>
              <a:cxnLst/>
              <a:rect l="l" t="t" r="r" b="b"/>
              <a:pathLst>
                <a:path w="12881" h="1265" extrusionOk="0">
                  <a:moveTo>
                    <a:pt x="203" y="1"/>
                  </a:moveTo>
                  <a:cubicBezTo>
                    <a:pt x="102" y="1"/>
                    <a:pt x="24" y="76"/>
                    <a:pt x="7" y="173"/>
                  </a:cubicBezTo>
                  <a:cubicBezTo>
                    <a:pt x="1" y="291"/>
                    <a:pt x="84" y="398"/>
                    <a:pt x="202" y="410"/>
                  </a:cubicBezTo>
                  <a:cubicBezTo>
                    <a:pt x="1228" y="540"/>
                    <a:pt x="2260" y="647"/>
                    <a:pt x="3298" y="736"/>
                  </a:cubicBezTo>
                  <a:lnTo>
                    <a:pt x="6387" y="991"/>
                  </a:lnTo>
                  <a:lnTo>
                    <a:pt x="9494" y="1169"/>
                  </a:lnTo>
                  <a:cubicBezTo>
                    <a:pt x="10526" y="1222"/>
                    <a:pt x="11564" y="1252"/>
                    <a:pt x="12602" y="1264"/>
                  </a:cubicBezTo>
                  <a:cubicBezTo>
                    <a:pt x="12605" y="1264"/>
                    <a:pt x="12609" y="1264"/>
                    <a:pt x="12613" y="1264"/>
                  </a:cubicBezTo>
                  <a:cubicBezTo>
                    <a:pt x="12733" y="1264"/>
                    <a:pt x="12840" y="1171"/>
                    <a:pt x="12863" y="1050"/>
                  </a:cubicBezTo>
                  <a:cubicBezTo>
                    <a:pt x="12880" y="914"/>
                    <a:pt x="12780" y="790"/>
                    <a:pt x="12643" y="784"/>
                  </a:cubicBezTo>
                  <a:cubicBezTo>
                    <a:pt x="11617" y="659"/>
                    <a:pt x="10586" y="552"/>
                    <a:pt x="9548" y="463"/>
                  </a:cubicBezTo>
                  <a:lnTo>
                    <a:pt x="6441" y="238"/>
                  </a:lnTo>
                  <a:lnTo>
                    <a:pt x="3327" y="72"/>
                  </a:lnTo>
                  <a:cubicBezTo>
                    <a:pt x="2290" y="31"/>
                    <a:pt x="1252" y="7"/>
                    <a:pt x="214" y="1"/>
                  </a:cubicBezTo>
                  <a:cubicBezTo>
                    <a:pt x="210" y="1"/>
                    <a:pt x="207" y="1"/>
                    <a:pt x="203" y="1"/>
                  </a:cubicBezTo>
                  <a:close/>
                </a:path>
              </a:pathLst>
            </a:custGeom>
            <a:solidFill>
              <a:srgbClr val="4C11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" name="Google Shape;5885;p73"/>
            <p:cNvSpPr/>
            <p:nvPr/>
          </p:nvSpPr>
          <p:spPr>
            <a:xfrm>
              <a:off x="5555576" y="1968268"/>
              <a:ext cx="85312" cy="121539"/>
            </a:xfrm>
            <a:custGeom>
              <a:avLst/>
              <a:gdLst/>
              <a:ahLst/>
              <a:cxnLst/>
              <a:rect l="l" t="t" r="r" b="b"/>
              <a:pathLst>
                <a:path w="4366" h="6220" extrusionOk="0">
                  <a:moveTo>
                    <a:pt x="291" y="0"/>
                  </a:moveTo>
                  <a:cubicBezTo>
                    <a:pt x="254" y="0"/>
                    <a:pt x="209" y="9"/>
                    <a:pt x="161" y="28"/>
                  </a:cubicBezTo>
                  <a:cubicBezTo>
                    <a:pt x="60" y="75"/>
                    <a:pt x="1" y="170"/>
                    <a:pt x="19" y="230"/>
                  </a:cubicBezTo>
                  <a:cubicBezTo>
                    <a:pt x="244" y="787"/>
                    <a:pt x="493" y="1333"/>
                    <a:pt x="778" y="1860"/>
                  </a:cubicBezTo>
                  <a:cubicBezTo>
                    <a:pt x="1074" y="2382"/>
                    <a:pt x="1353" y="2904"/>
                    <a:pt x="1697" y="3402"/>
                  </a:cubicBezTo>
                  <a:cubicBezTo>
                    <a:pt x="2035" y="3900"/>
                    <a:pt x="2385" y="4380"/>
                    <a:pt x="2758" y="4855"/>
                  </a:cubicBezTo>
                  <a:cubicBezTo>
                    <a:pt x="3126" y="5323"/>
                    <a:pt x="3523" y="5768"/>
                    <a:pt x="3950" y="6189"/>
                  </a:cubicBezTo>
                  <a:cubicBezTo>
                    <a:pt x="3971" y="6210"/>
                    <a:pt x="4000" y="6220"/>
                    <a:pt x="4033" y="6220"/>
                  </a:cubicBezTo>
                  <a:cubicBezTo>
                    <a:pt x="4086" y="6220"/>
                    <a:pt x="4152" y="6195"/>
                    <a:pt x="4217" y="6148"/>
                  </a:cubicBezTo>
                  <a:cubicBezTo>
                    <a:pt x="4318" y="6065"/>
                    <a:pt x="4365" y="5946"/>
                    <a:pt x="4318" y="5881"/>
                  </a:cubicBezTo>
                  <a:lnTo>
                    <a:pt x="3322" y="4434"/>
                  </a:lnTo>
                  <a:cubicBezTo>
                    <a:pt x="2978" y="3959"/>
                    <a:pt x="2658" y="3455"/>
                    <a:pt x="2325" y="2981"/>
                  </a:cubicBezTo>
                  <a:cubicBezTo>
                    <a:pt x="1993" y="2507"/>
                    <a:pt x="1667" y="2014"/>
                    <a:pt x="1353" y="1522"/>
                  </a:cubicBezTo>
                  <a:lnTo>
                    <a:pt x="386" y="40"/>
                  </a:lnTo>
                  <a:cubicBezTo>
                    <a:pt x="370" y="14"/>
                    <a:pt x="336" y="0"/>
                    <a:pt x="291" y="0"/>
                  </a:cubicBezTo>
                  <a:close/>
                </a:path>
              </a:pathLst>
            </a:custGeom>
            <a:solidFill>
              <a:srgbClr val="4C11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" name="Google Shape;5886;p73"/>
            <p:cNvSpPr/>
            <p:nvPr/>
          </p:nvSpPr>
          <p:spPr>
            <a:xfrm>
              <a:off x="5536700" y="2024642"/>
              <a:ext cx="80309" cy="98188"/>
            </a:xfrm>
            <a:custGeom>
              <a:avLst/>
              <a:gdLst/>
              <a:ahLst/>
              <a:cxnLst/>
              <a:rect l="l" t="t" r="r" b="b"/>
              <a:pathLst>
                <a:path w="4110" h="5025" extrusionOk="0">
                  <a:moveTo>
                    <a:pt x="307" y="1"/>
                  </a:moveTo>
                  <a:cubicBezTo>
                    <a:pt x="266" y="1"/>
                    <a:pt x="211" y="23"/>
                    <a:pt x="149" y="66"/>
                  </a:cubicBezTo>
                  <a:cubicBezTo>
                    <a:pt x="54" y="132"/>
                    <a:pt x="0" y="226"/>
                    <a:pt x="30" y="274"/>
                  </a:cubicBezTo>
                  <a:cubicBezTo>
                    <a:pt x="291" y="701"/>
                    <a:pt x="564" y="1128"/>
                    <a:pt x="854" y="1531"/>
                  </a:cubicBezTo>
                  <a:lnTo>
                    <a:pt x="1744" y="2735"/>
                  </a:lnTo>
                  <a:lnTo>
                    <a:pt x="2687" y="3897"/>
                  </a:lnTo>
                  <a:cubicBezTo>
                    <a:pt x="3001" y="4277"/>
                    <a:pt x="3345" y="4644"/>
                    <a:pt x="3695" y="5000"/>
                  </a:cubicBezTo>
                  <a:cubicBezTo>
                    <a:pt x="3709" y="5017"/>
                    <a:pt x="3732" y="5025"/>
                    <a:pt x="3760" y="5025"/>
                  </a:cubicBezTo>
                  <a:cubicBezTo>
                    <a:pt x="3811" y="5025"/>
                    <a:pt x="3879" y="4998"/>
                    <a:pt x="3944" y="4953"/>
                  </a:cubicBezTo>
                  <a:cubicBezTo>
                    <a:pt x="4050" y="4875"/>
                    <a:pt x="4110" y="4763"/>
                    <a:pt x="4068" y="4703"/>
                  </a:cubicBezTo>
                  <a:cubicBezTo>
                    <a:pt x="3813" y="4277"/>
                    <a:pt x="3529" y="3861"/>
                    <a:pt x="3238" y="3458"/>
                  </a:cubicBezTo>
                  <a:lnTo>
                    <a:pt x="2337" y="2266"/>
                  </a:lnTo>
                  <a:lnTo>
                    <a:pt x="1382" y="1116"/>
                  </a:lnTo>
                  <a:cubicBezTo>
                    <a:pt x="1056" y="742"/>
                    <a:pt x="712" y="375"/>
                    <a:pt x="356" y="19"/>
                  </a:cubicBezTo>
                  <a:cubicBezTo>
                    <a:pt x="344" y="7"/>
                    <a:pt x="327" y="1"/>
                    <a:pt x="307" y="1"/>
                  </a:cubicBezTo>
                  <a:close/>
                </a:path>
              </a:pathLst>
            </a:custGeom>
            <a:solidFill>
              <a:srgbClr val="4C11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" name="Google Shape;5887;p73"/>
            <p:cNvSpPr/>
            <p:nvPr/>
          </p:nvSpPr>
          <p:spPr>
            <a:xfrm>
              <a:off x="4072097" y="3771986"/>
              <a:ext cx="91310" cy="21689"/>
            </a:xfrm>
            <a:custGeom>
              <a:avLst/>
              <a:gdLst/>
              <a:ahLst/>
              <a:cxnLst/>
              <a:rect l="l" t="t" r="r" b="b"/>
              <a:pathLst>
                <a:path w="4673" h="1110" extrusionOk="0">
                  <a:moveTo>
                    <a:pt x="4524" y="1"/>
                  </a:moveTo>
                  <a:cubicBezTo>
                    <a:pt x="4139" y="1"/>
                    <a:pt x="3760" y="19"/>
                    <a:pt x="3386" y="60"/>
                  </a:cubicBezTo>
                  <a:lnTo>
                    <a:pt x="2271" y="197"/>
                  </a:lnTo>
                  <a:lnTo>
                    <a:pt x="1162" y="404"/>
                  </a:lnTo>
                  <a:cubicBezTo>
                    <a:pt x="795" y="487"/>
                    <a:pt x="433" y="582"/>
                    <a:pt x="65" y="701"/>
                  </a:cubicBezTo>
                  <a:cubicBezTo>
                    <a:pt x="30" y="713"/>
                    <a:pt x="0" y="790"/>
                    <a:pt x="18" y="902"/>
                  </a:cubicBezTo>
                  <a:cubicBezTo>
                    <a:pt x="30" y="1015"/>
                    <a:pt x="77" y="1110"/>
                    <a:pt x="119" y="1110"/>
                  </a:cubicBezTo>
                  <a:cubicBezTo>
                    <a:pt x="498" y="1110"/>
                    <a:pt x="878" y="1104"/>
                    <a:pt x="1251" y="1062"/>
                  </a:cubicBezTo>
                  <a:lnTo>
                    <a:pt x="2378" y="950"/>
                  </a:lnTo>
                  <a:lnTo>
                    <a:pt x="3499" y="754"/>
                  </a:lnTo>
                  <a:cubicBezTo>
                    <a:pt x="3872" y="683"/>
                    <a:pt x="4240" y="582"/>
                    <a:pt x="4602" y="475"/>
                  </a:cubicBezTo>
                  <a:cubicBezTo>
                    <a:pt x="4649" y="463"/>
                    <a:pt x="4673" y="369"/>
                    <a:pt x="4649" y="238"/>
                  </a:cubicBezTo>
                  <a:cubicBezTo>
                    <a:pt x="4625" y="102"/>
                    <a:pt x="4566" y="1"/>
                    <a:pt x="4524" y="1"/>
                  </a:cubicBezTo>
                  <a:close/>
                </a:path>
              </a:pathLst>
            </a:custGeom>
            <a:solidFill>
              <a:srgbClr val="4C11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106" name="图片 105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107" name="图片 106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grpSp>
        <p:nvGrpSpPr>
          <p:cNvPr id="579" name="组合 578"/>
          <p:cNvGrpSpPr/>
          <p:nvPr/>
        </p:nvGrpSpPr>
        <p:grpSpPr>
          <a:xfrm>
            <a:off x="6714490" y="-550545"/>
            <a:ext cx="3279140" cy="4554220"/>
            <a:chOff x="14035" y="1820"/>
            <a:chExt cx="5164" cy="7172"/>
          </a:xfrm>
        </p:grpSpPr>
        <p:grpSp>
          <p:nvGrpSpPr>
            <p:cNvPr id="2208" name="Google Shape;2208;p36"/>
            <p:cNvGrpSpPr/>
            <p:nvPr/>
          </p:nvGrpSpPr>
          <p:grpSpPr>
            <a:xfrm>
              <a:off x="15401" y="4153"/>
              <a:ext cx="1385" cy="1035"/>
              <a:chOff x="4030925" y="2186525"/>
              <a:chExt cx="944700" cy="706325"/>
            </a:xfrm>
          </p:grpSpPr>
          <p:sp>
            <p:nvSpPr>
              <p:cNvPr id="2209" name="Google Shape;2209;p36"/>
              <p:cNvSpPr/>
              <p:nvPr/>
            </p:nvSpPr>
            <p:spPr>
              <a:xfrm>
                <a:off x="4030925" y="2186525"/>
                <a:ext cx="944700" cy="281675"/>
              </a:xfrm>
              <a:custGeom>
                <a:avLst/>
                <a:gdLst/>
                <a:ahLst/>
                <a:cxnLst/>
                <a:rect l="l" t="t" r="r" b="b"/>
                <a:pathLst>
                  <a:path w="37788" h="11267" extrusionOk="0">
                    <a:moveTo>
                      <a:pt x="33327" y="1430"/>
                    </a:moveTo>
                    <a:lnTo>
                      <a:pt x="9699" y="10348"/>
                    </a:lnTo>
                    <a:lnTo>
                      <a:pt x="1770" y="6049"/>
                    </a:lnTo>
                    <a:lnTo>
                      <a:pt x="33327" y="1430"/>
                    </a:lnTo>
                    <a:close/>
                    <a:moveTo>
                      <a:pt x="37185" y="0"/>
                    </a:moveTo>
                    <a:cubicBezTo>
                      <a:pt x="37164" y="0"/>
                      <a:pt x="37142" y="1"/>
                      <a:pt x="37120" y="5"/>
                    </a:cubicBezTo>
                    <a:lnTo>
                      <a:pt x="391" y="5383"/>
                    </a:lnTo>
                    <a:cubicBezTo>
                      <a:pt x="207" y="5406"/>
                      <a:pt x="69" y="5544"/>
                      <a:pt x="23" y="5728"/>
                    </a:cubicBezTo>
                    <a:cubicBezTo>
                      <a:pt x="0" y="5912"/>
                      <a:pt x="92" y="6095"/>
                      <a:pt x="253" y="6187"/>
                    </a:cubicBezTo>
                    <a:lnTo>
                      <a:pt x="9447" y="11221"/>
                    </a:lnTo>
                    <a:lnTo>
                      <a:pt x="9653" y="11267"/>
                    </a:lnTo>
                    <a:lnTo>
                      <a:pt x="9814" y="11244"/>
                    </a:lnTo>
                    <a:lnTo>
                      <a:pt x="37327" y="855"/>
                    </a:lnTo>
                    <a:cubicBezTo>
                      <a:pt x="37788" y="679"/>
                      <a:pt x="37641" y="0"/>
                      <a:pt x="371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0" name="Google Shape;2210;p36"/>
              <p:cNvSpPr/>
              <p:nvPr/>
            </p:nvSpPr>
            <p:spPr>
              <a:xfrm>
                <a:off x="4423950" y="2187475"/>
                <a:ext cx="547625" cy="512875"/>
              </a:xfrm>
              <a:custGeom>
                <a:avLst/>
                <a:gdLst/>
                <a:ahLst/>
                <a:cxnLst/>
                <a:rect l="l" t="t" r="r" b="b"/>
                <a:pathLst>
                  <a:path w="21905" h="20515" extrusionOk="0">
                    <a:moveTo>
                      <a:pt x="19882" y="2104"/>
                    </a:moveTo>
                    <a:lnTo>
                      <a:pt x="8918" y="19572"/>
                    </a:lnTo>
                    <a:lnTo>
                      <a:pt x="1265" y="15918"/>
                    </a:lnTo>
                    <a:lnTo>
                      <a:pt x="19882" y="2104"/>
                    </a:lnTo>
                    <a:close/>
                    <a:moveTo>
                      <a:pt x="21443" y="0"/>
                    </a:moveTo>
                    <a:cubicBezTo>
                      <a:pt x="21354" y="0"/>
                      <a:pt x="21266" y="29"/>
                      <a:pt x="21192" y="81"/>
                    </a:cubicBezTo>
                    <a:lnTo>
                      <a:pt x="184" y="15688"/>
                    </a:lnTo>
                    <a:cubicBezTo>
                      <a:pt x="69" y="15780"/>
                      <a:pt x="0" y="15941"/>
                      <a:pt x="23" y="16102"/>
                    </a:cubicBezTo>
                    <a:cubicBezTo>
                      <a:pt x="23" y="16240"/>
                      <a:pt x="115" y="16378"/>
                      <a:pt x="253" y="16446"/>
                    </a:cubicBezTo>
                    <a:lnTo>
                      <a:pt x="8918" y="20515"/>
                    </a:lnTo>
                    <a:lnTo>
                      <a:pt x="9102" y="20515"/>
                    </a:lnTo>
                    <a:cubicBezTo>
                      <a:pt x="9240" y="20515"/>
                      <a:pt x="9378" y="20469"/>
                      <a:pt x="9470" y="20354"/>
                    </a:cubicBezTo>
                    <a:lnTo>
                      <a:pt x="21813" y="656"/>
                    </a:lnTo>
                    <a:cubicBezTo>
                      <a:pt x="21905" y="472"/>
                      <a:pt x="21882" y="265"/>
                      <a:pt x="21744" y="127"/>
                    </a:cubicBezTo>
                    <a:cubicBezTo>
                      <a:pt x="21656" y="40"/>
                      <a:pt x="21549" y="0"/>
                      <a:pt x="214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1" name="Google Shape;2211;p36"/>
              <p:cNvSpPr/>
              <p:nvPr/>
            </p:nvSpPr>
            <p:spPr>
              <a:xfrm>
                <a:off x="4261325" y="2186625"/>
                <a:ext cx="710825" cy="706225"/>
              </a:xfrm>
              <a:custGeom>
                <a:avLst/>
                <a:gdLst/>
                <a:ahLst/>
                <a:cxnLst/>
                <a:rect l="l" t="t" r="r" b="b"/>
                <a:pathLst>
                  <a:path w="28433" h="28249" extrusionOk="0">
                    <a:moveTo>
                      <a:pt x="25261" y="1908"/>
                    </a:moveTo>
                    <a:lnTo>
                      <a:pt x="6689" y="15699"/>
                    </a:lnTo>
                    <a:cubicBezTo>
                      <a:pt x="6620" y="15745"/>
                      <a:pt x="6551" y="15837"/>
                      <a:pt x="6528" y="15929"/>
                    </a:cubicBezTo>
                    <a:lnTo>
                      <a:pt x="3196" y="25973"/>
                    </a:lnTo>
                    <a:lnTo>
                      <a:pt x="920" y="11102"/>
                    </a:lnTo>
                    <a:lnTo>
                      <a:pt x="25261" y="1908"/>
                    </a:lnTo>
                    <a:close/>
                    <a:moveTo>
                      <a:pt x="27953" y="1"/>
                    </a:moveTo>
                    <a:cubicBezTo>
                      <a:pt x="27906" y="1"/>
                      <a:pt x="27859" y="8"/>
                      <a:pt x="27812" y="24"/>
                    </a:cubicBezTo>
                    <a:lnTo>
                      <a:pt x="300" y="10436"/>
                    </a:lnTo>
                    <a:cubicBezTo>
                      <a:pt x="116" y="10504"/>
                      <a:pt x="1" y="10711"/>
                      <a:pt x="24" y="10895"/>
                    </a:cubicBezTo>
                    <a:lnTo>
                      <a:pt x="2621" y="27881"/>
                    </a:lnTo>
                    <a:cubicBezTo>
                      <a:pt x="2644" y="28065"/>
                      <a:pt x="2805" y="28226"/>
                      <a:pt x="3012" y="28249"/>
                    </a:cubicBezTo>
                    <a:lnTo>
                      <a:pt x="3058" y="28249"/>
                    </a:lnTo>
                    <a:cubicBezTo>
                      <a:pt x="3242" y="28249"/>
                      <a:pt x="3402" y="28111"/>
                      <a:pt x="3448" y="27927"/>
                    </a:cubicBezTo>
                    <a:lnTo>
                      <a:pt x="7310" y="16297"/>
                    </a:lnTo>
                    <a:lnTo>
                      <a:pt x="28226" y="782"/>
                    </a:lnTo>
                    <a:cubicBezTo>
                      <a:pt x="28387" y="667"/>
                      <a:pt x="28433" y="414"/>
                      <a:pt x="28341" y="230"/>
                    </a:cubicBezTo>
                    <a:cubicBezTo>
                      <a:pt x="28269" y="88"/>
                      <a:pt x="28115" y="1"/>
                      <a:pt x="279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2" name="Google Shape;2212;p36"/>
              <p:cNvSpPr/>
              <p:nvPr/>
            </p:nvSpPr>
            <p:spPr>
              <a:xfrm>
                <a:off x="4325700" y="2577225"/>
                <a:ext cx="236750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9470" h="12625" extrusionOk="0">
                    <a:moveTo>
                      <a:pt x="4620" y="1017"/>
                    </a:moveTo>
                    <a:lnTo>
                      <a:pt x="8343" y="2764"/>
                    </a:lnTo>
                    <a:lnTo>
                      <a:pt x="1540" y="10395"/>
                    </a:lnTo>
                    <a:lnTo>
                      <a:pt x="4620" y="1017"/>
                    </a:lnTo>
                    <a:close/>
                    <a:moveTo>
                      <a:pt x="4379" y="0"/>
                    </a:moveTo>
                    <a:cubicBezTo>
                      <a:pt x="4321" y="0"/>
                      <a:pt x="4264" y="18"/>
                      <a:pt x="4206" y="52"/>
                    </a:cubicBezTo>
                    <a:cubicBezTo>
                      <a:pt x="4091" y="98"/>
                      <a:pt x="3999" y="190"/>
                      <a:pt x="3953" y="305"/>
                    </a:cubicBezTo>
                    <a:lnTo>
                      <a:pt x="69" y="12050"/>
                    </a:lnTo>
                    <a:cubicBezTo>
                      <a:pt x="0" y="12257"/>
                      <a:pt x="92" y="12464"/>
                      <a:pt x="276" y="12579"/>
                    </a:cubicBezTo>
                    <a:lnTo>
                      <a:pt x="483" y="12625"/>
                    </a:lnTo>
                    <a:cubicBezTo>
                      <a:pt x="598" y="12625"/>
                      <a:pt x="713" y="12579"/>
                      <a:pt x="781" y="12487"/>
                    </a:cubicBezTo>
                    <a:lnTo>
                      <a:pt x="9355" y="2925"/>
                    </a:lnTo>
                    <a:cubicBezTo>
                      <a:pt x="9424" y="2810"/>
                      <a:pt x="9470" y="2672"/>
                      <a:pt x="9470" y="2534"/>
                    </a:cubicBezTo>
                    <a:cubicBezTo>
                      <a:pt x="9447" y="2396"/>
                      <a:pt x="9332" y="2304"/>
                      <a:pt x="9217" y="2259"/>
                    </a:cubicBezTo>
                    <a:lnTo>
                      <a:pt x="4551" y="52"/>
                    </a:lnTo>
                    <a:cubicBezTo>
                      <a:pt x="4493" y="18"/>
                      <a:pt x="4436" y="0"/>
                      <a:pt x="4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61" name="Google Shape;4561;p69"/>
            <p:cNvSpPr/>
            <p:nvPr/>
          </p:nvSpPr>
          <p:spPr>
            <a:xfrm>
              <a:off x="14035" y="1820"/>
              <a:ext cx="5165" cy="7172"/>
            </a:xfrm>
            <a:custGeom>
              <a:avLst/>
              <a:gdLst/>
              <a:ahLst/>
              <a:cxnLst/>
              <a:rect l="l" t="t" r="r" b="b"/>
              <a:pathLst>
                <a:path w="92138" h="127940" extrusionOk="0">
                  <a:moveTo>
                    <a:pt x="85073" y="0"/>
                  </a:moveTo>
                  <a:cubicBezTo>
                    <a:pt x="85013" y="0"/>
                    <a:pt x="84958" y="40"/>
                    <a:pt x="84958" y="108"/>
                  </a:cubicBezTo>
                  <a:cubicBezTo>
                    <a:pt x="84899" y="167"/>
                    <a:pt x="84919" y="266"/>
                    <a:pt x="84998" y="326"/>
                  </a:cubicBezTo>
                  <a:cubicBezTo>
                    <a:pt x="85573" y="603"/>
                    <a:pt x="86128" y="940"/>
                    <a:pt x="86644" y="1337"/>
                  </a:cubicBezTo>
                  <a:lnTo>
                    <a:pt x="86743" y="1337"/>
                  </a:lnTo>
                  <a:cubicBezTo>
                    <a:pt x="86783" y="1337"/>
                    <a:pt x="86842" y="1317"/>
                    <a:pt x="86882" y="1297"/>
                  </a:cubicBezTo>
                  <a:cubicBezTo>
                    <a:pt x="86922" y="1218"/>
                    <a:pt x="86902" y="1119"/>
                    <a:pt x="86842" y="1059"/>
                  </a:cubicBezTo>
                  <a:cubicBezTo>
                    <a:pt x="86307" y="663"/>
                    <a:pt x="85732" y="326"/>
                    <a:pt x="85157" y="28"/>
                  </a:cubicBezTo>
                  <a:cubicBezTo>
                    <a:pt x="85131" y="9"/>
                    <a:pt x="85102" y="0"/>
                    <a:pt x="85073" y="0"/>
                  </a:cubicBezTo>
                  <a:close/>
                  <a:moveTo>
                    <a:pt x="88675" y="2762"/>
                  </a:moveTo>
                  <a:cubicBezTo>
                    <a:pt x="88636" y="2762"/>
                    <a:pt x="88595" y="2777"/>
                    <a:pt x="88568" y="2805"/>
                  </a:cubicBezTo>
                  <a:cubicBezTo>
                    <a:pt x="88488" y="2844"/>
                    <a:pt x="88488" y="2963"/>
                    <a:pt x="88548" y="3023"/>
                  </a:cubicBezTo>
                  <a:cubicBezTo>
                    <a:pt x="88984" y="3499"/>
                    <a:pt x="89381" y="4014"/>
                    <a:pt x="89738" y="4570"/>
                  </a:cubicBezTo>
                  <a:cubicBezTo>
                    <a:pt x="89777" y="4609"/>
                    <a:pt x="89817" y="4629"/>
                    <a:pt x="89877" y="4629"/>
                  </a:cubicBezTo>
                  <a:lnTo>
                    <a:pt x="89956" y="4609"/>
                  </a:lnTo>
                  <a:cubicBezTo>
                    <a:pt x="90035" y="4550"/>
                    <a:pt x="90055" y="4451"/>
                    <a:pt x="89996" y="4371"/>
                  </a:cubicBezTo>
                  <a:cubicBezTo>
                    <a:pt x="89658" y="3816"/>
                    <a:pt x="89242" y="3300"/>
                    <a:pt x="88786" y="2824"/>
                  </a:cubicBezTo>
                  <a:cubicBezTo>
                    <a:pt x="88765" y="2782"/>
                    <a:pt x="88721" y="2762"/>
                    <a:pt x="88675" y="2762"/>
                  </a:cubicBezTo>
                  <a:close/>
                  <a:moveTo>
                    <a:pt x="91110" y="6597"/>
                  </a:moveTo>
                  <a:cubicBezTo>
                    <a:pt x="91089" y="6597"/>
                    <a:pt x="91068" y="6602"/>
                    <a:pt x="91047" y="6612"/>
                  </a:cubicBezTo>
                  <a:cubicBezTo>
                    <a:pt x="90967" y="6632"/>
                    <a:pt x="90908" y="6731"/>
                    <a:pt x="90947" y="6810"/>
                  </a:cubicBezTo>
                  <a:cubicBezTo>
                    <a:pt x="91185" y="7425"/>
                    <a:pt x="91384" y="8040"/>
                    <a:pt x="91523" y="8675"/>
                  </a:cubicBezTo>
                  <a:cubicBezTo>
                    <a:pt x="91542" y="8754"/>
                    <a:pt x="91622" y="8794"/>
                    <a:pt x="91701" y="8794"/>
                  </a:cubicBezTo>
                  <a:lnTo>
                    <a:pt x="91721" y="8794"/>
                  </a:lnTo>
                  <a:cubicBezTo>
                    <a:pt x="91800" y="8774"/>
                    <a:pt x="91860" y="8694"/>
                    <a:pt x="91840" y="8595"/>
                  </a:cubicBezTo>
                  <a:cubicBezTo>
                    <a:pt x="91681" y="7941"/>
                    <a:pt x="91483" y="7306"/>
                    <a:pt x="91245" y="6692"/>
                  </a:cubicBezTo>
                  <a:cubicBezTo>
                    <a:pt x="91216" y="6633"/>
                    <a:pt x="91166" y="6597"/>
                    <a:pt x="91110" y="6597"/>
                  </a:cubicBezTo>
                  <a:close/>
                  <a:moveTo>
                    <a:pt x="91959" y="11054"/>
                  </a:moveTo>
                  <a:cubicBezTo>
                    <a:pt x="91879" y="11054"/>
                    <a:pt x="91800" y="11114"/>
                    <a:pt x="91780" y="11213"/>
                  </a:cubicBezTo>
                  <a:cubicBezTo>
                    <a:pt x="91800" y="11848"/>
                    <a:pt x="91741" y="12502"/>
                    <a:pt x="91622" y="13137"/>
                  </a:cubicBezTo>
                  <a:cubicBezTo>
                    <a:pt x="91622" y="13236"/>
                    <a:pt x="91681" y="13315"/>
                    <a:pt x="91760" y="13335"/>
                  </a:cubicBezTo>
                  <a:lnTo>
                    <a:pt x="91800" y="13335"/>
                  </a:lnTo>
                  <a:cubicBezTo>
                    <a:pt x="91879" y="13335"/>
                    <a:pt x="91939" y="13275"/>
                    <a:pt x="91939" y="13196"/>
                  </a:cubicBezTo>
                  <a:cubicBezTo>
                    <a:pt x="92058" y="12542"/>
                    <a:pt x="92117" y="11887"/>
                    <a:pt x="92137" y="11233"/>
                  </a:cubicBezTo>
                  <a:cubicBezTo>
                    <a:pt x="92137" y="11134"/>
                    <a:pt x="92058" y="11054"/>
                    <a:pt x="91959" y="11054"/>
                  </a:cubicBezTo>
                  <a:close/>
                  <a:moveTo>
                    <a:pt x="91092" y="15504"/>
                  </a:moveTo>
                  <a:cubicBezTo>
                    <a:pt x="91027" y="15504"/>
                    <a:pt x="90963" y="15554"/>
                    <a:pt x="90947" y="15616"/>
                  </a:cubicBezTo>
                  <a:cubicBezTo>
                    <a:pt x="90709" y="16211"/>
                    <a:pt x="90432" y="16786"/>
                    <a:pt x="90134" y="17381"/>
                  </a:cubicBezTo>
                  <a:cubicBezTo>
                    <a:pt x="90095" y="17460"/>
                    <a:pt x="90114" y="17539"/>
                    <a:pt x="90174" y="17599"/>
                  </a:cubicBezTo>
                  <a:lnTo>
                    <a:pt x="90253" y="17599"/>
                  </a:lnTo>
                  <a:cubicBezTo>
                    <a:pt x="90313" y="17599"/>
                    <a:pt x="90372" y="17579"/>
                    <a:pt x="90412" y="17519"/>
                  </a:cubicBezTo>
                  <a:cubicBezTo>
                    <a:pt x="90729" y="16944"/>
                    <a:pt x="91007" y="16349"/>
                    <a:pt x="91245" y="15735"/>
                  </a:cubicBezTo>
                  <a:cubicBezTo>
                    <a:pt x="91265" y="15635"/>
                    <a:pt x="91245" y="15536"/>
                    <a:pt x="91146" y="15516"/>
                  </a:cubicBezTo>
                  <a:cubicBezTo>
                    <a:pt x="91128" y="15508"/>
                    <a:pt x="91110" y="15504"/>
                    <a:pt x="91092" y="15504"/>
                  </a:cubicBezTo>
                  <a:close/>
                  <a:moveTo>
                    <a:pt x="88856" y="19462"/>
                  </a:moveTo>
                  <a:cubicBezTo>
                    <a:pt x="88802" y="19462"/>
                    <a:pt x="88752" y="19484"/>
                    <a:pt x="88726" y="19522"/>
                  </a:cubicBezTo>
                  <a:cubicBezTo>
                    <a:pt x="88330" y="20018"/>
                    <a:pt x="87893" y="20514"/>
                    <a:pt x="87457" y="20990"/>
                  </a:cubicBezTo>
                  <a:cubicBezTo>
                    <a:pt x="87378" y="21049"/>
                    <a:pt x="87378" y="21168"/>
                    <a:pt x="87457" y="21208"/>
                  </a:cubicBezTo>
                  <a:lnTo>
                    <a:pt x="87576" y="21267"/>
                  </a:lnTo>
                  <a:lnTo>
                    <a:pt x="87675" y="21208"/>
                  </a:lnTo>
                  <a:cubicBezTo>
                    <a:pt x="88131" y="20752"/>
                    <a:pt x="88568" y="20256"/>
                    <a:pt x="88964" y="19721"/>
                  </a:cubicBezTo>
                  <a:cubicBezTo>
                    <a:pt x="89024" y="19661"/>
                    <a:pt x="89004" y="19542"/>
                    <a:pt x="88944" y="19483"/>
                  </a:cubicBezTo>
                  <a:cubicBezTo>
                    <a:pt x="88916" y="19469"/>
                    <a:pt x="88886" y="19462"/>
                    <a:pt x="88856" y="19462"/>
                  </a:cubicBezTo>
                  <a:close/>
                  <a:moveTo>
                    <a:pt x="85625" y="22735"/>
                  </a:moveTo>
                  <a:cubicBezTo>
                    <a:pt x="85601" y="22735"/>
                    <a:pt x="85577" y="22741"/>
                    <a:pt x="85553" y="22755"/>
                  </a:cubicBezTo>
                  <a:cubicBezTo>
                    <a:pt x="85057" y="23151"/>
                    <a:pt x="84522" y="23548"/>
                    <a:pt x="83987" y="23925"/>
                  </a:cubicBezTo>
                  <a:cubicBezTo>
                    <a:pt x="83907" y="23965"/>
                    <a:pt x="83887" y="24084"/>
                    <a:pt x="83967" y="24143"/>
                  </a:cubicBezTo>
                  <a:cubicBezTo>
                    <a:pt x="83987" y="24183"/>
                    <a:pt x="84026" y="24222"/>
                    <a:pt x="84086" y="24222"/>
                  </a:cubicBezTo>
                  <a:lnTo>
                    <a:pt x="84185" y="24183"/>
                  </a:lnTo>
                  <a:cubicBezTo>
                    <a:pt x="84720" y="23826"/>
                    <a:pt x="85256" y="23429"/>
                    <a:pt x="85771" y="22993"/>
                  </a:cubicBezTo>
                  <a:cubicBezTo>
                    <a:pt x="85837" y="22878"/>
                    <a:pt x="85739" y="22735"/>
                    <a:pt x="85625" y="22735"/>
                  </a:cubicBezTo>
                  <a:close/>
                  <a:moveTo>
                    <a:pt x="81855" y="25254"/>
                  </a:moveTo>
                  <a:cubicBezTo>
                    <a:pt x="81829" y="25254"/>
                    <a:pt x="81805" y="25260"/>
                    <a:pt x="81785" y="25273"/>
                  </a:cubicBezTo>
                  <a:lnTo>
                    <a:pt x="81706" y="25273"/>
                  </a:lnTo>
                  <a:lnTo>
                    <a:pt x="80020" y="26106"/>
                  </a:lnTo>
                  <a:cubicBezTo>
                    <a:pt x="79834" y="26144"/>
                    <a:pt x="79893" y="26407"/>
                    <a:pt x="80064" y="26407"/>
                  </a:cubicBezTo>
                  <a:cubicBezTo>
                    <a:pt x="80075" y="26407"/>
                    <a:pt x="80087" y="26406"/>
                    <a:pt x="80100" y="26404"/>
                  </a:cubicBezTo>
                  <a:lnTo>
                    <a:pt x="80159" y="26424"/>
                  </a:lnTo>
                  <a:lnTo>
                    <a:pt x="81845" y="25611"/>
                  </a:lnTo>
                  <a:lnTo>
                    <a:pt x="81924" y="25551"/>
                  </a:lnTo>
                  <a:cubicBezTo>
                    <a:pt x="82023" y="25531"/>
                    <a:pt x="82043" y="25412"/>
                    <a:pt x="82003" y="25333"/>
                  </a:cubicBezTo>
                  <a:cubicBezTo>
                    <a:pt x="81964" y="25280"/>
                    <a:pt x="81907" y="25254"/>
                    <a:pt x="81855" y="25254"/>
                  </a:cubicBezTo>
                  <a:close/>
                  <a:moveTo>
                    <a:pt x="77650" y="27033"/>
                  </a:moveTo>
                  <a:cubicBezTo>
                    <a:pt x="77634" y="27033"/>
                    <a:pt x="77618" y="27035"/>
                    <a:pt x="77601" y="27038"/>
                  </a:cubicBezTo>
                  <a:cubicBezTo>
                    <a:pt x="77026" y="27257"/>
                    <a:pt x="76391" y="27455"/>
                    <a:pt x="75757" y="27653"/>
                  </a:cubicBezTo>
                  <a:cubicBezTo>
                    <a:pt x="75677" y="27693"/>
                    <a:pt x="75638" y="27772"/>
                    <a:pt x="75657" y="27851"/>
                  </a:cubicBezTo>
                  <a:cubicBezTo>
                    <a:pt x="75657" y="27931"/>
                    <a:pt x="75737" y="27990"/>
                    <a:pt x="75796" y="27990"/>
                  </a:cubicBezTo>
                  <a:lnTo>
                    <a:pt x="75856" y="27970"/>
                  </a:lnTo>
                  <a:lnTo>
                    <a:pt x="77720" y="27376"/>
                  </a:lnTo>
                  <a:cubicBezTo>
                    <a:pt x="77819" y="27316"/>
                    <a:pt x="77859" y="27237"/>
                    <a:pt x="77819" y="27138"/>
                  </a:cubicBezTo>
                  <a:cubicBezTo>
                    <a:pt x="77786" y="27072"/>
                    <a:pt x="77726" y="27033"/>
                    <a:pt x="77650" y="27033"/>
                  </a:cubicBezTo>
                  <a:close/>
                  <a:moveTo>
                    <a:pt x="73289" y="28343"/>
                  </a:moveTo>
                  <a:cubicBezTo>
                    <a:pt x="73279" y="28343"/>
                    <a:pt x="73268" y="28345"/>
                    <a:pt x="73258" y="28347"/>
                  </a:cubicBezTo>
                  <a:lnTo>
                    <a:pt x="71374" y="28823"/>
                  </a:lnTo>
                  <a:cubicBezTo>
                    <a:pt x="71275" y="28843"/>
                    <a:pt x="71215" y="28942"/>
                    <a:pt x="71235" y="29022"/>
                  </a:cubicBezTo>
                  <a:cubicBezTo>
                    <a:pt x="71252" y="29090"/>
                    <a:pt x="71299" y="29144"/>
                    <a:pt x="71363" y="29144"/>
                  </a:cubicBezTo>
                  <a:cubicBezTo>
                    <a:pt x="71373" y="29144"/>
                    <a:pt x="71383" y="29143"/>
                    <a:pt x="71394" y="29141"/>
                  </a:cubicBezTo>
                  <a:lnTo>
                    <a:pt x="71433" y="29141"/>
                  </a:lnTo>
                  <a:lnTo>
                    <a:pt x="73317" y="28684"/>
                  </a:lnTo>
                  <a:cubicBezTo>
                    <a:pt x="73416" y="28665"/>
                    <a:pt x="73456" y="28565"/>
                    <a:pt x="73456" y="28486"/>
                  </a:cubicBezTo>
                  <a:cubicBezTo>
                    <a:pt x="73439" y="28400"/>
                    <a:pt x="73361" y="28343"/>
                    <a:pt x="73289" y="28343"/>
                  </a:cubicBezTo>
                  <a:close/>
                  <a:moveTo>
                    <a:pt x="68816" y="29398"/>
                  </a:moveTo>
                  <a:lnTo>
                    <a:pt x="66912" y="29815"/>
                  </a:lnTo>
                  <a:cubicBezTo>
                    <a:pt x="66813" y="29835"/>
                    <a:pt x="66753" y="29934"/>
                    <a:pt x="66773" y="30013"/>
                  </a:cubicBezTo>
                  <a:cubicBezTo>
                    <a:pt x="66790" y="30082"/>
                    <a:pt x="66837" y="30136"/>
                    <a:pt x="66901" y="30136"/>
                  </a:cubicBezTo>
                  <a:cubicBezTo>
                    <a:pt x="66911" y="30136"/>
                    <a:pt x="66921" y="30135"/>
                    <a:pt x="66932" y="30132"/>
                  </a:cubicBezTo>
                  <a:lnTo>
                    <a:pt x="66971" y="30132"/>
                  </a:lnTo>
                  <a:lnTo>
                    <a:pt x="68895" y="29716"/>
                  </a:lnTo>
                  <a:cubicBezTo>
                    <a:pt x="68974" y="29716"/>
                    <a:pt x="69034" y="29616"/>
                    <a:pt x="69014" y="29517"/>
                  </a:cubicBezTo>
                  <a:cubicBezTo>
                    <a:pt x="68974" y="29438"/>
                    <a:pt x="68895" y="29398"/>
                    <a:pt x="68816" y="29398"/>
                  </a:cubicBezTo>
                  <a:close/>
                  <a:moveTo>
                    <a:pt x="64396" y="30405"/>
                  </a:moveTo>
                  <a:cubicBezTo>
                    <a:pt x="64381" y="30405"/>
                    <a:pt x="64367" y="30406"/>
                    <a:pt x="64354" y="30410"/>
                  </a:cubicBezTo>
                  <a:lnTo>
                    <a:pt x="64135" y="30469"/>
                  </a:lnTo>
                  <a:lnTo>
                    <a:pt x="62470" y="30886"/>
                  </a:lnTo>
                  <a:cubicBezTo>
                    <a:pt x="62370" y="30886"/>
                    <a:pt x="62311" y="30985"/>
                    <a:pt x="62351" y="31084"/>
                  </a:cubicBezTo>
                  <a:cubicBezTo>
                    <a:pt x="62351" y="31163"/>
                    <a:pt x="62410" y="31203"/>
                    <a:pt x="62489" y="31203"/>
                  </a:cubicBezTo>
                  <a:lnTo>
                    <a:pt x="62549" y="31183"/>
                  </a:lnTo>
                  <a:lnTo>
                    <a:pt x="64195" y="30787"/>
                  </a:lnTo>
                  <a:lnTo>
                    <a:pt x="64433" y="30707"/>
                  </a:lnTo>
                  <a:cubicBezTo>
                    <a:pt x="64512" y="30707"/>
                    <a:pt x="64572" y="30608"/>
                    <a:pt x="64552" y="30509"/>
                  </a:cubicBezTo>
                  <a:cubicBezTo>
                    <a:pt x="64535" y="30443"/>
                    <a:pt x="64465" y="30405"/>
                    <a:pt x="64396" y="30405"/>
                  </a:cubicBezTo>
                  <a:close/>
                  <a:moveTo>
                    <a:pt x="59994" y="31567"/>
                  </a:moveTo>
                  <a:cubicBezTo>
                    <a:pt x="59974" y="31567"/>
                    <a:pt x="59952" y="31571"/>
                    <a:pt x="59931" y="31580"/>
                  </a:cubicBezTo>
                  <a:lnTo>
                    <a:pt x="58087" y="32195"/>
                  </a:lnTo>
                  <a:cubicBezTo>
                    <a:pt x="57988" y="32234"/>
                    <a:pt x="57948" y="32333"/>
                    <a:pt x="57988" y="32413"/>
                  </a:cubicBezTo>
                  <a:cubicBezTo>
                    <a:pt x="57988" y="32478"/>
                    <a:pt x="58042" y="32517"/>
                    <a:pt x="58095" y="32517"/>
                  </a:cubicBezTo>
                  <a:cubicBezTo>
                    <a:pt x="58106" y="32517"/>
                    <a:pt x="58116" y="32515"/>
                    <a:pt x="58127" y="32512"/>
                  </a:cubicBezTo>
                  <a:lnTo>
                    <a:pt x="58186" y="32512"/>
                  </a:lnTo>
                  <a:lnTo>
                    <a:pt x="60030" y="31897"/>
                  </a:lnTo>
                  <a:cubicBezTo>
                    <a:pt x="60110" y="31877"/>
                    <a:pt x="60149" y="31778"/>
                    <a:pt x="60129" y="31699"/>
                  </a:cubicBezTo>
                  <a:cubicBezTo>
                    <a:pt x="60129" y="31621"/>
                    <a:pt x="60068" y="31567"/>
                    <a:pt x="59994" y="31567"/>
                  </a:cubicBezTo>
                  <a:close/>
                  <a:moveTo>
                    <a:pt x="55702" y="33154"/>
                  </a:moveTo>
                  <a:cubicBezTo>
                    <a:pt x="55683" y="33154"/>
                    <a:pt x="55665" y="33158"/>
                    <a:pt x="55648" y="33166"/>
                  </a:cubicBezTo>
                  <a:cubicBezTo>
                    <a:pt x="55033" y="33444"/>
                    <a:pt x="54438" y="33741"/>
                    <a:pt x="53863" y="34039"/>
                  </a:cubicBezTo>
                  <a:cubicBezTo>
                    <a:pt x="53783" y="34059"/>
                    <a:pt x="53744" y="34158"/>
                    <a:pt x="53783" y="34237"/>
                  </a:cubicBezTo>
                  <a:cubicBezTo>
                    <a:pt x="53803" y="34297"/>
                    <a:pt x="53863" y="34336"/>
                    <a:pt x="53942" y="34336"/>
                  </a:cubicBezTo>
                  <a:lnTo>
                    <a:pt x="54021" y="34316"/>
                  </a:lnTo>
                  <a:lnTo>
                    <a:pt x="55767" y="33464"/>
                  </a:lnTo>
                  <a:cubicBezTo>
                    <a:pt x="55846" y="33424"/>
                    <a:pt x="55886" y="33345"/>
                    <a:pt x="55846" y="33265"/>
                  </a:cubicBezTo>
                  <a:cubicBezTo>
                    <a:pt x="55830" y="33203"/>
                    <a:pt x="55767" y="33154"/>
                    <a:pt x="55702" y="33154"/>
                  </a:cubicBezTo>
                  <a:close/>
                  <a:moveTo>
                    <a:pt x="51683" y="35303"/>
                  </a:moveTo>
                  <a:cubicBezTo>
                    <a:pt x="51654" y="35303"/>
                    <a:pt x="51626" y="35316"/>
                    <a:pt x="51602" y="35348"/>
                  </a:cubicBezTo>
                  <a:cubicBezTo>
                    <a:pt x="51047" y="35705"/>
                    <a:pt x="50511" y="36081"/>
                    <a:pt x="49996" y="36518"/>
                  </a:cubicBezTo>
                  <a:cubicBezTo>
                    <a:pt x="49916" y="36557"/>
                    <a:pt x="49916" y="36676"/>
                    <a:pt x="49976" y="36736"/>
                  </a:cubicBezTo>
                  <a:lnTo>
                    <a:pt x="50095" y="36795"/>
                  </a:lnTo>
                  <a:lnTo>
                    <a:pt x="50194" y="36756"/>
                  </a:lnTo>
                  <a:cubicBezTo>
                    <a:pt x="50690" y="36359"/>
                    <a:pt x="51245" y="36002"/>
                    <a:pt x="51780" y="35625"/>
                  </a:cubicBezTo>
                  <a:cubicBezTo>
                    <a:pt x="51960" y="35593"/>
                    <a:pt x="51816" y="35303"/>
                    <a:pt x="51683" y="35303"/>
                  </a:cubicBezTo>
                  <a:close/>
                  <a:moveTo>
                    <a:pt x="48182" y="38228"/>
                  </a:moveTo>
                  <a:cubicBezTo>
                    <a:pt x="48145" y="38228"/>
                    <a:pt x="48106" y="38244"/>
                    <a:pt x="48072" y="38283"/>
                  </a:cubicBezTo>
                  <a:lnTo>
                    <a:pt x="47775" y="38580"/>
                  </a:lnTo>
                  <a:cubicBezTo>
                    <a:pt x="47418" y="38937"/>
                    <a:pt x="47100" y="39334"/>
                    <a:pt x="46783" y="39770"/>
                  </a:cubicBezTo>
                  <a:cubicBezTo>
                    <a:pt x="46704" y="39830"/>
                    <a:pt x="46723" y="39929"/>
                    <a:pt x="46803" y="39988"/>
                  </a:cubicBezTo>
                  <a:lnTo>
                    <a:pt x="46902" y="40028"/>
                  </a:lnTo>
                  <a:cubicBezTo>
                    <a:pt x="46942" y="40028"/>
                    <a:pt x="47001" y="40008"/>
                    <a:pt x="47021" y="39968"/>
                  </a:cubicBezTo>
                  <a:cubicBezTo>
                    <a:pt x="47338" y="39572"/>
                    <a:pt x="47675" y="39175"/>
                    <a:pt x="48013" y="38798"/>
                  </a:cubicBezTo>
                  <a:lnTo>
                    <a:pt x="48290" y="38501"/>
                  </a:lnTo>
                  <a:cubicBezTo>
                    <a:pt x="48395" y="38381"/>
                    <a:pt x="48296" y="38228"/>
                    <a:pt x="48182" y="38228"/>
                  </a:cubicBezTo>
                  <a:close/>
                  <a:moveTo>
                    <a:pt x="45430" y="41892"/>
                  </a:moveTo>
                  <a:cubicBezTo>
                    <a:pt x="45373" y="41892"/>
                    <a:pt x="45315" y="41918"/>
                    <a:pt x="45276" y="41971"/>
                  </a:cubicBezTo>
                  <a:cubicBezTo>
                    <a:pt x="44958" y="42546"/>
                    <a:pt x="44661" y="43122"/>
                    <a:pt x="44383" y="43716"/>
                  </a:cubicBezTo>
                  <a:cubicBezTo>
                    <a:pt x="44364" y="43796"/>
                    <a:pt x="44383" y="43895"/>
                    <a:pt x="44463" y="43935"/>
                  </a:cubicBezTo>
                  <a:lnTo>
                    <a:pt x="44542" y="43935"/>
                  </a:lnTo>
                  <a:cubicBezTo>
                    <a:pt x="44602" y="43935"/>
                    <a:pt x="44661" y="43895"/>
                    <a:pt x="44701" y="43855"/>
                  </a:cubicBezTo>
                  <a:cubicBezTo>
                    <a:pt x="44958" y="43260"/>
                    <a:pt x="45256" y="42685"/>
                    <a:pt x="45593" y="42150"/>
                  </a:cubicBezTo>
                  <a:cubicBezTo>
                    <a:pt x="45633" y="42051"/>
                    <a:pt x="45613" y="41952"/>
                    <a:pt x="45514" y="41912"/>
                  </a:cubicBezTo>
                  <a:cubicBezTo>
                    <a:pt x="45487" y="41899"/>
                    <a:pt x="45459" y="41892"/>
                    <a:pt x="45430" y="41892"/>
                  </a:cubicBezTo>
                  <a:close/>
                  <a:moveTo>
                    <a:pt x="43607" y="46032"/>
                  </a:moveTo>
                  <a:cubicBezTo>
                    <a:pt x="43538" y="46032"/>
                    <a:pt x="43464" y="46070"/>
                    <a:pt x="43431" y="46136"/>
                  </a:cubicBezTo>
                  <a:cubicBezTo>
                    <a:pt x="43233" y="46751"/>
                    <a:pt x="43055" y="47365"/>
                    <a:pt x="42876" y="48040"/>
                  </a:cubicBezTo>
                  <a:cubicBezTo>
                    <a:pt x="42876" y="48119"/>
                    <a:pt x="42936" y="48198"/>
                    <a:pt x="43015" y="48238"/>
                  </a:cubicBezTo>
                  <a:lnTo>
                    <a:pt x="43055" y="48238"/>
                  </a:lnTo>
                  <a:cubicBezTo>
                    <a:pt x="43134" y="48238"/>
                    <a:pt x="43194" y="48179"/>
                    <a:pt x="43213" y="48119"/>
                  </a:cubicBezTo>
                  <a:cubicBezTo>
                    <a:pt x="43372" y="47465"/>
                    <a:pt x="43550" y="46850"/>
                    <a:pt x="43749" y="46235"/>
                  </a:cubicBezTo>
                  <a:cubicBezTo>
                    <a:pt x="43769" y="46156"/>
                    <a:pt x="43729" y="46057"/>
                    <a:pt x="43650" y="46037"/>
                  </a:cubicBezTo>
                  <a:cubicBezTo>
                    <a:pt x="43636" y="46033"/>
                    <a:pt x="43622" y="46032"/>
                    <a:pt x="43607" y="46032"/>
                  </a:cubicBezTo>
                  <a:close/>
                  <a:moveTo>
                    <a:pt x="42528" y="50475"/>
                  </a:moveTo>
                  <a:cubicBezTo>
                    <a:pt x="42460" y="50475"/>
                    <a:pt x="42398" y="50529"/>
                    <a:pt x="42380" y="50598"/>
                  </a:cubicBezTo>
                  <a:cubicBezTo>
                    <a:pt x="42281" y="51233"/>
                    <a:pt x="42182" y="51887"/>
                    <a:pt x="42142" y="52561"/>
                  </a:cubicBezTo>
                  <a:cubicBezTo>
                    <a:pt x="42123" y="52641"/>
                    <a:pt x="42202" y="52720"/>
                    <a:pt x="42281" y="52720"/>
                  </a:cubicBezTo>
                  <a:cubicBezTo>
                    <a:pt x="42380" y="52720"/>
                    <a:pt x="42460" y="52680"/>
                    <a:pt x="42460" y="52581"/>
                  </a:cubicBezTo>
                  <a:cubicBezTo>
                    <a:pt x="42539" y="51927"/>
                    <a:pt x="42618" y="51292"/>
                    <a:pt x="42718" y="50638"/>
                  </a:cubicBezTo>
                  <a:cubicBezTo>
                    <a:pt x="42718" y="50558"/>
                    <a:pt x="42638" y="50479"/>
                    <a:pt x="42559" y="50479"/>
                  </a:cubicBezTo>
                  <a:cubicBezTo>
                    <a:pt x="42548" y="50476"/>
                    <a:pt x="42538" y="50475"/>
                    <a:pt x="42528" y="50475"/>
                  </a:cubicBezTo>
                  <a:close/>
                  <a:moveTo>
                    <a:pt x="42142" y="55000"/>
                  </a:moveTo>
                  <a:cubicBezTo>
                    <a:pt x="42063" y="55000"/>
                    <a:pt x="41964" y="55080"/>
                    <a:pt x="41964" y="55159"/>
                  </a:cubicBezTo>
                  <a:lnTo>
                    <a:pt x="41964" y="57142"/>
                  </a:lnTo>
                  <a:cubicBezTo>
                    <a:pt x="41964" y="57222"/>
                    <a:pt x="42023" y="57281"/>
                    <a:pt x="42123" y="57281"/>
                  </a:cubicBezTo>
                  <a:cubicBezTo>
                    <a:pt x="42202" y="57281"/>
                    <a:pt x="42281" y="57202"/>
                    <a:pt x="42281" y="57122"/>
                  </a:cubicBezTo>
                  <a:lnTo>
                    <a:pt x="42281" y="55179"/>
                  </a:lnTo>
                  <a:cubicBezTo>
                    <a:pt x="42301" y="55080"/>
                    <a:pt x="42222" y="55000"/>
                    <a:pt x="42142" y="55000"/>
                  </a:cubicBezTo>
                  <a:close/>
                  <a:moveTo>
                    <a:pt x="42221" y="59619"/>
                  </a:moveTo>
                  <a:cubicBezTo>
                    <a:pt x="42152" y="59619"/>
                    <a:pt x="42084" y="59658"/>
                    <a:pt x="42063" y="59740"/>
                  </a:cubicBezTo>
                  <a:cubicBezTo>
                    <a:pt x="42123" y="60395"/>
                    <a:pt x="42162" y="61029"/>
                    <a:pt x="42242" y="61703"/>
                  </a:cubicBezTo>
                  <a:cubicBezTo>
                    <a:pt x="42242" y="61783"/>
                    <a:pt x="42321" y="61842"/>
                    <a:pt x="42420" y="61842"/>
                  </a:cubicBezTo>
                  <a:cubicBezTo>
                    <a:pt x="42519" y="61822"/>
                    <a:pt x="42579" y="61743"/>
                    <a:pt x="42559" y="61684"/>
                  </a:cubicBezTo>
                  <a:cubicBezTo>
                    <a:pt x="42519" y="61009"/>
                    <a:pt x="42440" y="60355"/>
                    <a:pt x="42380" y="59720"/>
                  </a:cubicBezTo>
                  <a:cubicBezTo>
                    <a:pt x="42352" y="59653"/>
                    <a:pt x="42286" y="59619"/>
                    <a:pt x="42221" y="59619"/>
                  </a:cubicBezTo>
                  <a:close/>
                  <a:moveTo>
                    <a:pt x="42718" y="64103"/>
                  </a:moveTo>
                  <a:cubicBezTo>
                    <a:pt x="42618" y="64123"/>
                    <a:pt x="42559" y="64202"/>
                    <a:pt x="42559" y="64301"/>
                  </a:cubicBezTo>
                  <a:lnTo>
                    <a:pt x="42856" y="66245"/>
                  </a:lnTo>
                  <a:cubicBezTo>
                    <a:pt x="42876" y="66304"/>
                    <a:pt x="42956" y="66364"/>
                    <a:pt x="43035" y="66364"/>
                  </a:cubicBezTo>
                  <a:lnTo>
                    <a:pt x="43055" y="66364"/>
                  </a:lnTo>
                  <a:cubicBezTo>
                    <a:pt x="43134" y="66344"/>
                    <a:pt x="43194" y="66265"/>
                    <a:pt x="43174" y="66185"/>
                  </a:cubicBezTo>
                  <a:lnTo>
                    <a:pt x="42876" y="64262"/>
                  </a:lnTo>
                  <a:cubicBezTo>
                    <a:pt x="42876" y="64163"/>
                    <a:pt x="42797" y="64103"/>
                    <a:pt x="42718" y="64103"/>
                  </a:cubicBezTo>
                  <a:close/>
                  <a:moveTo>
                    <a:pt x="43471" y="68650"/>
                  </a:moveTo>
                  <a:cubicBezTo>
                    <a:pt x="43389" y="68650"/>
                    <a:pt x="43312" y="68709"/>
                    <a:pt x="43312" y="68803"/>
                  </a:cubicBezTo>
                  <a:lnTo>
                    <a:pt x="43610" y="70548"/>
                  </a:lnTo>
                  <a:lnTo>
                    <a:pt x="43650" y="70727"/>
                  </a:lnTo>
                  <a:cubicBezTo>
                    <a:pt x="43650" y="70806"/>
                    <a:pt x="43709" y="70866"/>
                    <a:pt x="43808" y="70866"/>
                  </a:cubicBezTo>
                  <a:lnTo>
                    <a:pt x="43828" y="70866"/>
                  </a:lnTo>
                  <a:cubicBezTo>
                    <a:pt x="43907" y="70846"/>
                    <a:pt x="43967" y="70766"/>
                    <a:pt x="43967" y="70667"/>
                  </a:cubicBezTo>
                  <a:lnTo>
                    <a:pt x="43927" y="70489"/>
                  </a:lnTo>
                  <a:lnTo>
                    <a:pt x="43630" y="68744"/>
                  </a:lnTo>
                  <a:cubicBezTo>
                    <a:pt x="43589" y="68679"/>
                    <a:pt x="43529" y="68650"/>
                    <a:pt x="43471" y="68650"/>
                  </a:cubicBezTo>
                  <a:close/>
                  <a:moveTo>
                    <a:pt x="44225" y="73106"/>
                  </a:moveTo>
                  <a:cubicBezTo>
                    <a:pt x="44126" y="73126"/>
                    <a:pt x="44086" y="73206"/>
                    <a:pt x="44106" y="73305"/>
                  </a:cubicBezTo>
                  <a:cubicBezTo>
                    <a:pt x="44205" y="73939"/>
                    <a:pt x="44324" y="74594"/>
                    <a:pt x="44423" y="75228"/>
                  </a:cubicBezTo>
                  <a:cubicBezTo>
                    <a:pt x="44423" y="75308"/>
                    <a:pt x="44502" y="75367"/>
                    <a:pt x="44562" y="75367"/>
                  </a:cubicBezTo>
                  <a:lnTo>
                    <a:pt x="44602" y="75367"/>
                  </a:lnTo>
                  <a:cubicBezTo>
                    <a:pt x="44681" y="75347"/>
                    <a:pt x="44740" y="75268"/>
                    <a:pt x="44740" y="75189"/>
                  </a:cubicBezTo>
                  <a:cubicBezTo>
                    <a:pt x="44641" y="74534"/>
                    <a:pt x="44522" y="73900"/>
                    <a:pt x="44423" y="73245"/>
                  </a:cubicBezTo>
                  <a:cubicBezTo>
                    <a:pt x="44403" y="73166"/>
                    <a:pt x="44304" y="73106"/>
                    <a:pt x="44225" y="73106"/>
                  </a:cubicBezTo>
                  <a:close/>
                  <a:moveTo>
                    <a:pt x="44939" y="77608"/>
                  </a:moveTo>
                  <a:cubicBezTo>
                    <a:pt x="44840" y="77628"/>
                    <a:pt x="44780" y="77727"/>
                    <a:pt x="44780" y="77806"/>
                  </a:cubicBezTo>
                  <a:cubicBezTo>
                    <a:pt x="44879" y="78481"/>
                    <a:pt x="44958" y="79135"/>
                    <a:pt x="45038" y="79750"/>
                  </a:cubicBezTo>
                  <a:cubicBezTo>
                    <a:pt x="45038" y="79829"/>
                    <a:pt x="45097" y="79889"/>
                    <a:pt x="45177" y="79889"/>
                  </a:cubicBezTo>
                  <a:lnTo>
                    <a:pt x="45216" y="79889"/>
                  </a:lnTo>
                  <a:cubicBezTo>
                    <a:pt x="45296" y="79869"/>
                    <a:pt x="45355" y="79790"/>
                    <a:pt x="45355" y="79690"/>
                  </a:cubicBezTo>
                  <a:cubicBezTo>
                    <a:pt x="45276" y="79076"/>
                    <a:pt x="45216" y="78421"/>
                    <a:pt x="45117" y="77767"/>
                  </a:cubicBezTo>
                  <a:cubicBezTo>
                    <a:pt x="45117" y="77668"/>
                    <a:pt x="45038" y="77608"/>
                    <a:pt x="44939" y="77608"/>
                  </a:cubicBezTo>
                  <a:close/>
                  <a:moveTo>
                    <a:pt x="45415" y="82150"/>
                  </a:moveTo>
                  <a:cubicBezTo>
                    <a:pt x="45335" y="82169"/>
                    <a:pt x="45276" y="82249"/>
                    <a:pt x="45256" y="82328"/>
                  </a:cubicBezTo>
                  <a:cubicBezTo>
                    <a:pt x="45315" y="83002"/>
                    <a:pt x="45335" y="83657"/>
                    <a:pt x="45355" y="84291"/>
                  </a:cubicBezTo>
                  <a:cubicBezTo>
                    <a:pt x="45355" y="84371"/>
                    <a:pt x="45434" y="84430"/>
                    <a:pt x="45514" y="84430"/>
                  </a:cubicBezTo>
                  <a:cubicBezTo>
                    <a:pt x="45593" y="84430"/>
                    <a:pt x="45672" y="84371"/>
                    <a:pt x="45672" y="84291"/>
                  </a:cubicBezTo>
                  <a:cubicBezTo>
                    <a:pt x="45653" y="83637"/>
                    <a:pt x="45633" y="82963"/>
                    <a:pt x="45573" y="82308"/>
                  </a:cubicBezTo>
                  <a:cubicBezTo>
                    <a:pt x="45573" y="82209"/>
                    <a:pt x="45494" y="82150"/>
                    <a:pt x="45415" y="82150"/>
                  </a:cubicBezTo>
                  <a:close/>
                  <a:moveTo>
                    <a:pt x="45514" y="86711"/>
                  </a:moveTo>
                  <a:cubicBezTo>
                    <a:pt x="45415" y="86711"/>
                    <a:pt x="45335" y="86790"/>
                    <a:pt x="45335" y="86889"/>
                  </a:cubicBezTo>
                  <a:cubicBezTo>
                    <a:pt x="45315" y="87524"/>
                    <a:pt x="45256" y="88198"/>
                    <a:pt x="45196" y="88813"/>
                  </a:cubicBezTo>
                  <a:cubicBezTo>
                    <a:pt x="45196" y="88912"/>
                    <a:pt x="45236" y="88991"/>
                    <a:pt x="45335" y="88991"/>
                  </a:cubicBezTo>
                  <a:lnTo>
                    <a:pt x="45355" y="88991"/>
                  </a:lnTo>
                  <a:cubicBezTo>
                    <a:pt x="45434" y="88991"/>
                    <a:pt x="45514" y="88932"/>
                    <a:pt x="45514" y="88852"/>
                  </a:cubicBezTo>
                  <a:cubicBezTo>
                    <a:pt x="45573" y="88218"/>
                    <a:pt x="45633" y="87563"/>
                    <a:pt x="45653" y="86889"/>
                  </a:cubicBezTo>
                  <a:cubicBezTo>
                    <a:pt x="45653" y="86810"/>
                    <a:pt x="45593" y="86731"/>
                    <a:pt x="45514" y="86711"/>
                  </a:cubicBezTo>
                  <a:close/>
                  <a:moveTo>
                    <a:pt x="45018" y="91252"/>
                  </a:moveTo>
                  <a:cubicBezTo>
                    <a:pt x="44919" y="91252"/>
                    <a:pt x="44859" y="91312"/>
                    <a:pt x="44840" y="91391"/>
                  </a:cubicBezTo>
                  <a:cubicBezTo>
                    <a:pt x="44721" y="92025"/>
                    <a:pt x="44602" y="92660"/>
                    <a:pt x="44423" y="93315"/>
                  </a:cubicBezTo>
                  <a:cubicBezTo>
                    <a:pt x="44403" y="93394"/>
                    <a:pt x="44463" y="93473"/>
                    <a:pt x="44542" y="93513"/>
                  </a:cubicBezTo>
                  <a:lnTo>
                    <a:pt x="44602" y="93513"/>
                  </a:lnTo>
                  <a:cubicBezTo>
                    <a:pt x="44661" y="93513"/>
                    <a:pt x="44721" y="93453"/>
                    <a:pt x="44740" y="93374"/>
                  </a:cubicBezTo>
                  <a:cubicBezTo>
                    <a:pt x="44879" y="92739"/>
                    <a:pt x="45038" y="92085"/>
                    <a:pt x="45157" y="91450"/>
                  </a:cubicBezTo>
                  <a:cubicBezTo>
                    <a:pt x="45157" y="91351"/>
                    <a:pt x="45097" y="91272"/>
                    <a:pt x="45018" y="91252"/>
                  </a:cubicBezTo>
                  <a:close/>
                  <a:moveTo>
                    <a:pt x="43854" y="95679"/>
                  </a:moveTo>
                  <a:cubicBezTo>
                    <a:pt x="43788" y="95679"/>
                    <a:pt x="43733" y="95720"/>
                    <a:pt x="43689" y="95793"/>
                  </a:cubicBezTo>
                  <a:cubicBezTo>
                    <a:pt x="43511" y="96408"/>
                    <a:pt x="43273" y="97023"/>
                    <a:pt x="43055" y="97618"/>
                  </a:cubicBezTo>
                  <a:cubicBezTo>
                    <a:pt x="43015" y="97697"/>
                    <a:pt x="43055" y="97796"/>
                    <a:pt x="43134" y="97836"/>
                  </a:cubicBezTo>
                  <a:lnTo>
                    <a:pt x="43213" y="97836"/>
                  </a:lnTo>
                  <a:cubicBezTo>
                    <a:pt x="43273" y="97836"/>
                    <a:pt x="43332" y="97796"/>
                    <a:pt x="43352" y="97737"/>
                  </a:cubicBezTo>
                  <a:cubicBezTo>
                    <a:pt x="43590" y="97122"/>
                    <a:pt x="43828" y="96507"/>
                    <a:pt x="44026" y="95893"/>
                  </a:cubicBezTo>
                  <a:cubicBezTo>
                    <a:pt x="44046" y="95793"/>
                    <a:pt x="44007" y="95714"/>
                    <a:pt x="43927" y="95694"/>
                  </a:cubicBezTo>
                  <a:cubicBezTo>
                    <a:pt x="43902" y="95684"/>
                    <a:pt x="43877" y="95679"/>
                    <a:pt x="43854" y="95679"/>
                  </a:cubicBezTo>
                  <a:close/>
                  <a:moveTo>
                    <a:pt x="42153" y="99929"/>
                  </a:moveTo>
                  <a:cubicBezTo>
                    <a:pt x="42092" y="99929"/>
                    <a:pt x="42030" y="99965"/>
                    <a:pt x="42004" y="100017"/>
                  </a:cubicBezTo>
                  <a:cubicBezTo>
                    <a:pt x="41746" y="100593"/>
                    <a:pt x="41448" y="101188"/>
                    <a:pt x="41111" y="101763"/>
                  </a:cubicBezTo>
                  <a:cubicBezTo>
                    <a:pt x="41091" y="101842"/>
                    <a:pt x="41111" y="101941"/>
                    <a:pt x="41191" y="101981"/>
                  </a:cubicBezTo>
                  <a:lnTo>
                    <a:pt x="41270" y="101981"/>
                  </a:lnTo>
                  <a:cubicBezTo>
                    <a:pt x="41329" y="101981"/>
                    <a:pt x="41389" y="101961"/>
                    <a:pt x="41409" y="101901"/>
                  </a:cubicBezTo>
                  <a:cubicBezTo>
                    <a:pt x="41706" y="101326"/>
                    <a:pt x="42043" y="100751"/>
                    <a:pt x="42301" y="100176"/>
                  </a:cubicBezTo>
                  <a:cubicBezTo>
                    <a:pt x="42341" y="100077"/>
                    <a:pt x="42301" y="99978"/>
                    <a:pt x="42242" y="99958"/>
                  </a:cubicBezTo>
                  <a:cubicBezTo>
                    <a:pt x="42215" y="99938"/>
                    <a:pt x="42184" y="99929"/>
                    <a:pt x="42153" y="99929"/>
                  </a:cubicBezTo>
                  <a:close/>
                  <a:moveTo>
                    <a:pt x="39901" y="103899"/>
                  </a:moveTo>
                  <a:cubicBezTo>
                    <a:pt x="39853" y="103899"/>
                    <a:pt x="39813" y="103923"/>
                    <a:pt x="39802" y="103984"/>
                  </a:cubicBezTo>
                  <a:cubicBezTo>
                    <a:pt x="39465" y="104539"/>
                    <a:pt x="39088" y="105074"/>
                    <a:pt x="38712" y="105630"/>
                  </a:cubicBezTo>
                  <a:cubicBezTo>
                    <a:pt x="38672" y="105709"/>
                    <a:pt x="38692" y="105788"/>
                    <a:pt x="38771" y="105848"/>
                  </a:cubicBezTo>
                  <a:lnTo>
                    <a:pt x="38870" y="105848"/>
                  </a:lnTo>
                  <a:cubicBezTo>
                    <a:pt x="38910" y="105848"/>
                    <a:pt x="38969" y="105828"/>
                    <a:pt x="38989" y="105808"/>
                  </a:cubicBezTo>
                  <a:cubicBezTo>
                    <a:pt x="39366" y="105273"/>
                    <a:pt x="39743" y="104717"/>
                    <a:pt x="40080" y="104162"/>
                  </a:cubicBezTo>
                  <a:cubicBezTo>
                    <a:pt x="40209" y="104062"/>
                    <a:pt x="40027" y="103899"/>
                    <a:pt x="39901" y="103899"/>
                  </a:cubicBezTo>
                  <a:close/>
                  <a:moveTo>
                    <a:pt x="37289" y="107605"/>
                  </a:moveTo>
                  <a:cubicBezTo>
                    <a:pt x="37242" y="107605"/>
                    <a:pt x="37198" y="107620"/>
                    <a:pt x="37165" y="107653"/>
                  </a:cubicBezTo>
                  <a:cubicBezTo>
                    <a:pt x="36768" y="108188"/>
                    <a:pt x="36332" y="108684"/>
                    <a:pt x="35915" y="109180"/>
                  </a:cubicBezTo>
                  <a:cubicBezTo>
                    <a:pt x="35856" y="109239"/>
                    <a:pt x="35876" y="109338"/>
                    <a:pt x="35935" y="109398"/>
                  </a:cubicBezTo>
                  <a:cubicBezTo>
                    <a:pt x="35955" y="109418"/>
                    <a:pt x="35995" y="109437"/>
                    <a:pt x="36034" y="109437"/>
                  </a:cubicBezTo>
                  <a:cubicBezTo>
                    <a:pt x="36094" y="109437"/>
                    <a:pt x="36134" y="109418"/>
                    <a:pt x="36173" y="109378"/>
                  </a:cubicBezTo>
                  <a:cubicBezTo>
                    <a:pt x="36590" y="108882"/>
                    <a:pt x="37026" y="108386"/>
                    <a:pt x="37423" y="107890"/>
                  </a:cubicBezTo>
                  <a:cubicBezTo>
                    <a:pt x="37482" y="107811"/>
                    <a:pt x="37462" y="107692"/>
                    <a:pt x="37403" y="107633"/>
                  </a:cubicBezTo>
                  <a:cubicBezTo>
                    <a:pt x="37367" y="107615"/>
                    <a:pt x="37327" y="107605"/>
                    <a:pt x="37289" y="107605"/>
                  </a:cubicBezTo>
                  <a:close/>
                  <a:moveTo>
                    <a:pt x="34266" y="111031"/>
                  </a:moveTo>
                  <a:cubicBezTo>
                    <a:pt x="34228" y="111031"/>
                    <a:pt x="34188" y="111046"/>
                    <a:pt x="34150" y="111083"/>
                  </a:cubicBezTo>
                  <a:cubicBezTo>
                    <a:pt x="33714" y="111520"/>
                    <a:pt x="33238" y="111996"/>
                    <a:pt x="32742" y="112452"/>
                  </a:cubicBezTo>
                  <a:cubicBezTo>
                    <a:pt x="32683" y="112511"/>
                    <a:pt x="32683" y="112591"/>
                    <a:pt x="32742" y="112670"/>
                  </a:cubicBezTo>
                  <a:lnTo>
                    <a:pt x="32861" y="112709"/>
                  </a:lnTo>
                  <a:lnTo>
                    <a:pt x="32961" y="112670"/>
                  </a:lnTo>
                  <a:cubicBezTo>
                    <a:pt x="33456" y="112214"/>
                    <a:pt x="33932" y="111777"/>
                    <a:pt x="34388" y="111301"/>
                  </a:cubicBezTo>
                  <a:cubicBezTo>
                    <a:pt x="34495" y="111195"/>
                    <a:pt x="34392" y="111031"/>
                    <a:pt x="34266" y="111031"/>
                  </a:cubicBezTo>
                  <a:close/>
                  <a:moveTo>
                    <a:pt x="30919" y="114115"/>
                  </a:moveTo>
                  <a:cubicBezTo>
                    <a:pt x="30883" y="114115"/>
                    <a:pt x="30846" y="114130"/>
                    <a:pt x="30819" y="114157"/>
                  </a:cubicBezTo>
                  <a:lnTo>
                    <a:pt x="29292" y="115367"/>
                  </a:lnTo>
                  <a:cubicBezTo>
                    <a:pt x="29232" y="115426"/>
                    <a:pt x="29193" y="115526"/>
                    <a:pt x="29252" y="115625"/>
                  </a:cubicBezTo>
                  <a:lnTo>
                    <a:pt x="29391" y="115664"/>
                  </a:lnTo>
                  <a:lnTo>
                    <a:pt x="29490" y="115645"/>
                  </a:lnTo>
                  <a:cubicBezTo>
                    <a:pt x="30025" y="115248"/>
                    <a:pt x="30521" y="114831"/>
                    <a:pt x="31017" y="114395"/>
                  </a:cubicBezTo>
                  <a:cubicBezTo>
                    <a:pt x="31077" y="114355"/>
                    <a:pt x="31096" y="114237"/>
                    <a:pt x="31037" y="114177"/>
                  </a:cubicBezTo>
                  <a:cubicBezTo>
                    <a:pt x="31005" y="114135"/>
                    <a:pt x="30962" y="114115"/>
                    <a:pt x="30919" y="114115"/>
                  </a:cubicBezTo>
                  <a:close/>
                  <a:moveTo>
                    <a:pt x="27278" y="116860"/>
                  </a:moveTo>
                  <a:cubicBezTo>
                    <a:pt x="27247" y="116860"/>
                    <a:pt x="27216" y="116876"/>
                    <a:pt x="27190" y="116914"/>
                  </a:cubicBezTo>
                  <a:lnTo>
                    <a:pt x="25563" y="117965"/>
                  </a:lnTo>
                  <a:cubicBezTo>
                    <a:pt x="25484" y="118024"/>
                    <a:pt x="25464" y="118143"/>
                    <a:pt x="25504" y="118223"/>
                  </a:cubicBezTo>
                  <a:cubicBezTo>
                    <a:pt x="25544" y="118262"/>
                    <a:pt x="25603" y="118282"/>
                    <a:pt x="25663" y="118302"/>
                  </a:cubicBezTo>
                  <a:lnTo>
                    <a:pt x="25722" y="118262"/>
                  </a:lnTo>
                  <a:lnTo>
                    <a:pt x="27368" y="117172"/>
                  </a:lnTo>
                  <a:cubicBezTo>
                    <a:pt x="27545" y="117139"/>
                    <a:pt x="27409" y="116860"/>
                    <a:pt x="27278" y="116860"/>
                  </a:cubicBezTo>
                  <a:close/>
                  <a:moveTo>
                    <a:pt x="23367" y="119328"/>
                  </a:moveTo>
                  <a:cubicBezTo>
                    <a:pt x="23353" y="119328"/>
                    <a:pt x="23338" y="119329"/>
                    <a:pt x="23322" y="119333"/>
                  </a:cubicBezTo>
                  <a:lnTo>
                    <a:pt x="21617" y="120245"/>
                  </a:lnTo>
                  <a:cubicBezTo>
                    <a:pt x="21538" y="120305"/>
                    <a:pt x="21518" y="120384"/>
                    <a:pt x="21538" y="120483"/>
                  </a:cubicBezTo>
                  <a:cubicBezTo>
                    <a:pt x="21557" y="120523"/>
                    <a:pt x="21617" y="120563"/>
                    <a:pt x="21696" y="120583"/>
                  </a:cubicBezTo>
                  <a:lnTo>
                    <a:pt x="21756" y="120543"/>
                  </a:lnTo>
                  <a:cubicBezTo>
                    <a:pt x="22351" y="120245"/>
                    <a:pt x="22926" y="119928"/>
                    <a:pt x="23501" y="119611"/>
                  </a:cubicBezTo>
                  <a:cubicBezTo>
                    <a:pt x="23573" y="119485"/>
                    <a:pt x="23499" y="119328"/>
                    <a:pt x="23367" y="119328"/>
                  </a:cubicBezTo>
                  <a:close/>
                  <a:moveTo>
                    <a:pt x="19343" y="121409"/>
                  </a:moveTo>
                  <a:cubicBezTo>
                    <a:pt x="19321" y="121409"/>
                    <a:pt x="19299" y="121411"/>
                    <a:pt x="19277" y="121415"/>
                  </a:cubicBezTo>
                  <a:cubicBezTo>
                    <a:pt x="18722" y="121713"/>
                    <a:pt x="18127" y="121991"/>
                    <a:pt x="17532" y="122229"/>
                  </a:cubicBezTo>
                  <a:cubicBezTo>
                    <a:pt x="17452" y="122288"/>
                    <a:pt x="17413" y="122367"/>
                    <a:pt x="17433" y="122466"/>
                  </a:cubicBezTo>
                  <a:cubicBezTo>
                    <a:pt x="17472" y="122506"/>
                    <a:pt x="17532" y="122546"/>
                    <a:pt x="17591" y="122566"/>
                  </a:cubicBezTo>
                  <a:lnTo>
                    <a:pt x="17651" y="122526"/>
                  </a:lnTo>
                  <a:cubicBezTo>
                    <a:pt x="18246" y="122288"/>
                    <a:pt x="18841" y="122010"/>
                    <a:pt x="19436" y="121713"/>
                  </a:cubicBezTo>
                  <a:cubicBezTo>
                    <a:pt x="19515" y="121673"/>
                    <a:pt x="19535" y="121594"/>
                    <a:pt x="19515" y="121515"/>
                  </a:cubicBezTo>
                  <a:cubicBezTo>
                    <a:pt x="19484" y="121438"/>
                    <a:pt x="19418" y="121409"/>
                    <a:pt x="19343" y="121409"/>
                  </a:cubicBezTo>
                  <a:close/>
                  <a:moveTo>
                    <a:pt x="15196" y="123240"/>
                  </a:moveTo>
                  <a:cubicBezTo>
                    <a:pt x="15167" y="123240"/>
                    <a:pt x="15139" y="123247"/>
                    <a:pt x="15112" y="123260"/>
                  </a:cubicBezTo>
                  <a:lnTo>
                    <a:pt x="13288" y="123954"/>
                  </a:lnTo>
                  <a:cubicBezTo>
                    <a:pt x="13208" y="123974"/>
                    <a:pt x="13169" y="124053"/>
                    <a:pt x="13189" y="124152"/>
                  </a:cubicBezTo>
                  <a:cubicBezTo>
                    <a:pt x="13208" y="124212"/>
                    <a:pt x="13288" y="124271"/>
                    <a:pt x="13367" y="124271"/>
                  </a:cubicBezTo>
                  <a:lnTo>
                    <a:pt x="13407" y="124251"/>
                  </a:lnTo>
                  <a:lnTo>
                    <a:pt x="15251" y="123557"/>
                  </a:lnTo>
                  <a:cubicBezTo>
                    <a:pt x="15330" y="123498"/>
                    <a:pt x="15370" y="123418"/>
                    <a:pt x="15350" y="123319"/>
                  </a:cubicBezTo>
                  <a:cubicBezTo>
                    <a:pt x="15311" y="123266"/>
                    <a:pt x="15253" y="123240"/>
                    <a:pt x="15196" y="123240"/>
                  </a:cubicBezTo>
                  <a:close/>
                  <a:moveTo>
                    <a:pt x="10871" y="124782"/>
                  </a:moveTo>
                  <a:cubicBezTo>
                    <a:pt x="10857" y="124782"/>
                    <a:pt x="10842" y="124783"/>
                    <a:pt x="10829" y="124787"/>
                  </a:cubicBezTo>
                  <a:lnTo>
                    <a:pt x="8965" y="125382"/>
                  </a:lnTo>
                  <a:cubicBezTo>
                    <a:pt x="8885" y="125421"/>
                    <a:pt x="8846" y="125501"/>
                    <a:pt x="8865" y="125580"/>
                  </a:cubicBezTo>
                  <a:cubicBezTo>
                    <a:pt x="8885" y="125659"/>
                    <a:pt x="8945" y="125699"/>
                    <a:pt x="9024" y="125699"/>
                  </a:cubicBezTo>
                  <a:lnTo>
                    <a:pt x="9064" y="125699"/>
                  </a:lnTo>
                  <a:lnTo>
                    <a:pt x="10928" y="125104"/>
                  </a:lnTo>
                  <a:cubicBezTo>
                    <a:pt x="11027" y="125084"/>
                    <a:pt x="11087" y="124985"/>
                    <a:pt x="11047" y="124886"/>
                  </a:cubicBezTo>
                  <a:cubicBezTo>
                    <a:pt x="11014" y="124820"/>
                    <a:pt x="10940" y="124782"/>
                    <a:pt x="10871" y="124782"/>
                  </a:cubicBezTo>
                  <a:close/>
                  <a:moveTo>
                    <a:pt x="6503" y="126092"/>
                  </a:moveTo>
                  <a:cubicBezTo>
                    <a:pt x="6491" y="126092"/>
                    <a:pt x="6479" y="126093"/>
                    <a:pt x="6466" y="126096"/>
                  </a:cubicBezTo>
                  <a:lnTo>
                    <a:pt x="4582" y="126591"/>
                  </a:lnTo>
                  <a:cubicBezTo>
                    <a:pt x="4503" y="126611"/>
                    <a:pt x="4443" y="126710"/>
                    <a:pt x="4463" y="126790"/>
                  </a:cubicBezTo>
                  <a:cubicBezTo>
                    <a:pt x="4483" y="126869"/>
                    <a:pt x="4562" y="126909"/>
                    <a:pt x="4641" y="126929"/>
                  </a:cubicBezTo>
                  <a:lnTo>
                    <a:pt x="4661" y="126929"/>
                  </a:lnTo>
                  <a:lnTo>
                    <a:pt x="6565" y="126433"/>
                  </a:lnTo>
                  <a:cubicBezTo>
                    <a:pt x="6644" y="126393"/>
                    <a:pt x="6684" y="126314"/>
                    <a:pt x="6664" y="126234"/>
                  </a:cubicBezTo>
                  <a:cubicBezTo>
                    <a:pt x="6647" y="126148"/>
                    <a:pt x="6584" y="126092"/>
                    <a:pt x="6503" y="126092"/>
                  </a:cubicBezTo>
                  <a:close/>
                  <a:moveTo>
                    <a:pt x="2103" y="127221"/>
                  </a:moveTo>
                  <a:cubicBezTo>
                    <a:pt x="2090" y="127221"/>
                    <a:pt x="2076" y="127223"/>
                    <a:pt x="2063" y="127226"/>
                  </a:cubicBezTo>
                  <a:lnTo>
                    <a:pt x="140" y="127623"/>
                  </a:lnTo>
                  <a:cubicBezTo>
                    <a:pt x="60" y="127642"/>
                    <a:pt x="1" y="127722"/>
                    <a:pt x="21" y="127821"/>
                  </a:cubicBezTo>
                  <a:cubicBezTo>
                    <a:pt x="40" y="127880"/>
                    <a:pt x="100" y="127940"/>
                    <a:pt x="179" y="127940"/>
                  </a:cubicBezTo>
                  <a:lnTo>
                    <a:pt x="199" y="127940"/>
                  </a:lnTo>
                  <a:lnTo>
                    <a:pt x="2123" y="127523"/>
                  </a:lnTo>
                  <a:cubicBezTo>
                    <a:pt x="2202" y="127523"/>
                    <a:pt x="2262" y="127424"/>
                    <a:pt x="2262" y="127345"/>
                  </a:cubicBezTo>
                  <a:cubicBezTo>
                    <a:pt x="2229" y="127262"/>
                    <a:pt x="2168" y="127221"/>
                    <a:pt x="2103" y="127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104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947030" y="2330831"/>
            <a:ext cx="2903220" cy="21854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textbox 72"/>
          <p:cNvSpPr/>
          <p:nvPr/>
        </p:nvSpPr>
        <p:spPr>
          <a:xfrm>
            <a:off x="1142046" y="627037"/>
            <a:ext cx="9909175" cy="5605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000" b="1" kern="0" spc="-20" dirty="0">
                <a:solidFill>
                  <a:srgbClr val="0070C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</a:t>
            </a:r>
            <a:r>
              <a:rPr sz="2100" b="1" kern="0" spc="-20" dirty="0">
                <a:solidFill>
                  <a:srgbClr val="0070C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2000" b="1" kern="0" spc="-20" dirty="0">
                <a:solidFill>
                  <a:srgbClr val="0070C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Simulink</a:t>
            </a:r>
            <a:r>
              <a:rPr sz="2000" b="1" kern="0" spc="260" dirty="0">
                <a:solidFill>
                  <a:srgbClr val="0070C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-20" dirty="0">
                <a:solidFill>
                  <a:srgbClr val="0070C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和各种工具箱之间</a:t>
            </a:r>
            <a:r>
              <a:rPr sz="2100" b="1" kern="0" spc="-30" dirty="0">
                <a:solidFill>
                  <a:srgbClr val="0070C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的关系</a:t>
            </a:r>
            <a:r>
              <a:rPr sz="2000" b="1" kern="0" spc="-30" dirty="0">
                <a:solidFill>
                  <a:srgbClr val="0070C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:</a:t>
            </a:r>
            <a:endParaRPr sz="2000" dirty="0"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marL="35560" algn="l" rtl="0" eaLnBrk="0">
              <a:lnSpc>
                <a:spcPts val="2435"/>
              </a:lnSpc>
              <a:spcBef>
                <a:spcPts val="130"/>
              </a:spcBef>
            </a:pP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1. MATLAB</a:t>
            </a:r>
            <a:endParaRPr sz="2000" dirty="0"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marL="30480" indent="12065" algn="l" rtl="0" eaLnBrk="0">
              <a:lnSpc>
                <a:spcPct val="93000"/>
              </a:lnSpc>
              <a:spcBef>
                <a:spcPts val="310"/>
              </a:spcBef>
            </a:pPr>
            <a:r>
              <a:rPr sz="2100" b="1" kern="0" spc="-3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基础平台：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</a:t>
            </a:r>
            <a:r>
              <a:rPr sz="2000" b="1" kern="0" spc="30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是一个高性能的计算环境和编程语言，提供了数值计算、</a:t>
            </a:r>
            <a:r>
              <a:rPr sz="21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数据分</a:t>
            </a:r>
            <a:r>
              <a:rPr sz="21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析、可视化和算法开发的功能。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" algn="l" rtl="0" eaLnBrk="0">
              <a:lnSpc>
                <a:spcPct val="86000"/>
              </a:lnSpc>
              <a:spcBef>
                <a:spcPts val="385"/>
              </a:spcBef>
            </a:pPr>
            <a:r>
              <a:rPr sz="21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核心功能：用户可以在</a:t>
            </a:r>
            <a:r>
              <a:rPr sz="2100" kern="0" spc="-3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B</a:t>
            </a:r>
            <a:r>
              <a:rPr sz="2000" b="1" kern="0" spc="46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中编写脚本和函数，进行各种数学和工程计算。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7145" algn="l" rtl="0" eaLnBrk="0">
              <a:lnSpc>
                <a:spcPts val="2435"/>
              </a:lnSpc>
              <a:spcBef>
                <a:spcPts val="105"/>
              </a:spcBef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2.</a:t>
            </a:r>
            <a:r>
              <a:rPr sz="2000" b="1" kern="0" spc="19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Simulink</a:t>
            </a:r>
            <a:endParaRPr sz="2000" dirty="0"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marL="64135" indent="-17145" algn="l" rtl="0" eaLnBrk="0">
              <a:lnSpc>
                <a:spcPct val="93000"/>
              </a:lnSpc>
              <a:spcBef>
                <a:spcPts val="310"/>
              </a:spcBef>
            </a:pPr>
            <a:r>
              <a:rPr sz="2100" b="1" kern="0" spc="-4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附加组件：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Simulink</a:t>
            </a:r>
            <a:r>
              <a:rPr sz="2000" b="1" kern="0" spc="32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</a:t>
            </a:r>
            <a:r>
              <a:rPr sz="2100" kern="0" spc="-4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</a:t>
            </a:r>
            <a:r>
              <a:rPr sz="2000" b="1" kern="0" spc="36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的一个附加工具，专门用于动态系统的建模和仿真。</a:t>
            </a:r>
            <a:r>
              <a:rPr sz="21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图形化建模：用户可以通过图形化界面构建模型</a:t>
            </a:r>
            <a:r>
              <a:rPr sz="21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，进行系统分析和控制设计。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indent="34290" algn="l" rtl="0" eaLnBrk="0">
              <a:lnSpc>
                <a:spcPct val="93000"/>
              </a:lnSpc>
              <a:spcBef>
                <a:spcPts val="365"/>
              </a:spcBef>
            </a:pPr>
            <a:r>
              <a:rPr sz="21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</a:t>
            </a:r>
            <a:r>
              <a:rPr sz="2100" kern="0" spc="-4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</a:t>
            </a:r>
            <a:r>
              <a:rPr sz="2000" b="1" kern="0" spc="30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集成：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Simulink</a:t>
            </a:r>
            <a:r>
              <a:rPr sz="2000" b="1" kern="0" spc="29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可以与</a:t>
            </a:r>
            <a:r>
              <a:rPr sz="2100" kern="0" spc="-3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</a:t>
            </a:r>
            <a:r>
              <a:rPr sz="2000" b="1" kern="0" spc="24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无缝</a:t>
            </a:r>
            <a:r>
              <a:rPr sz="2100" b="1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集成，用户可以在</a:t>
            </a:r>
            <a:r>
              <a:rPr sz="2100" kern="0" spc="-2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Simulink</a:t>
            </a:r>
            <a:r>
              <a:rPr sz="2000" b="1" kern="0" spc="48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中使用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</a:t>
            </a:r>
            <a:r>
              <a:rPr sz="2000" b="1" kern="0" spc="20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编写的函数和</a:t>
            </a:r>
            <a:r>
              <a:rPr sz="21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脚本。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4130" algn="l" rtl="0" eaLnBrk="0">
              <a:lnSpc>
                <a:spcPct val="98000"/>
              </a:lnSpc>
              <a:spcBef>
                <a:spcPts val="50"/>
              </a:spcBef>
            </a:pPr>
            <a:r>
              <a:rPr sz="2000" b="1" kern="0" spc="-9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3.</a:t>
            </a:r>
            <a:r>
              <a:rPr sz="2000" b="1" kern="0" spc="28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-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工具箱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5560" indent="-3175" algn="l" rtl="0" eaLnBrk="0">
              <a:lnSpc>
                <a:spcPct val="92000"/>
              </a:lnSpc>
              <a:spcBef>
                <a:spcPts val="415"/>
              </a:spcBef>
            </a:pPr>
            <a:r>
              <a:rPr sz="2100" b="1" kern="0" spc="-3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扩展功能：</a:t>
            </a:r>
            <a:r>
              <a:rPr sz="21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工具箱是</a:t>
            </a:r>
            <a:r>
              <a:rPr sz="2100" kern="0" spc="-3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</a:t>
            </a:r>
            <a:r>
              <a:rPr sz="2000" b="1" kern="0" spc="36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的附加模块，提供特定领域的功能和</a:t>
            </a:r>
            <a:r>
              <a:rPr sz="21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工具，用户可以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1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根据需要选择安装和使用</a:t>
            </a:r>
            <a:r>
              <a:rPr sz="21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0640" indent="-17780" algn="l" rtl="0" eaLnBrk="0">
              <a:lnSpc>
                <a:spcPct val="96000"/>
              </a:lnSpc>
              <a:spcBef>
                <a:spcPts val="1270"/>
              </a:spcBef>
            </a:pPr>
            <a:r>
              <a:rPr sz="1700" b="1" kern="0" spc="10" dirty="0">
                <a:solidFill>
                  <a:srgbClr val="0070C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层次关系：</a:t>
            </a:r>
            <a:r>
              <a:rPr sz="1700" b="1" kern="0" spc="0" dirty="0">
                <a:solidFill>
                  <a:srgbClr val="0070C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</a:t>
            </a:r>
            <a:r>
              <a:rPr sz="1700" b="1" kern="0" spc="230" dirty="0">
                <a:solidFill>
                  <a:srgbClr val="0070C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1700" b="1" kern="0" spc="10" dirty="0">
                <a:solidFill>
                  <a:srgbClr val="0070C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是基础平台，</a:t>
            </a:r>
            <a:r>
              <a:rPr sz="1700" b="1" kern="0" spc="0" dirty="0">
                <a:solidFill>
                  <a:srgbClr val="0070C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Simulink</a:t>
            </a:r>
            <a:r>
              <a:rPr sz="1700" b="1" kern="0" spc="240" dirty="0">
                <a:solidFill>
                  <a:srgbClr val="0070C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1700" b="1" kern="0" spc="10" dirty="0">
                <a:solidFill>
                  <a:srgbClr val="0070C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是其扩展工具，工</a:t>
            </a:r>
            <a:r>
              <a:rPr sz="1700" b="1" kern="0" spc="0" dirty="0">
                <a:solidFill>
                  <a:srgbClr val="0070C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具箱则是为特定应用领域提供的</a:t>
            </a:r>
            <a:r>
              <a:rPr sz="1700" kern="0" spc="0" dirty="0">
                <a:solidFill>
                  <a:srgbClr val="0070C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sz="1700" b="1" kern="0" spc="-10" dirty="0">
                <a:solidFill>
                  <a:srgbClr val="0070C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附加功能模块。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5560" indent="1270" algn="l" rtl="0" eaLnBrk="0">
              <a:lnSpc>
                <a:spcPct val="96000"/>
              </a:lnSpc>
              <a:spcBef>
                <a:spcPts val="285"/>
              </a:spcBef>
            </a:pPr>
            <a:r>
              <a:rPr sz="1700" b="1" kern="0" spc="0" dirty="0">
                <a:solidFill>
                  <a:srgbClr val="0070C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集成性：</a:t>
            </a:r>
            <a:r>
              <a:rPr sz="1700" b="1" kern="0" spc="0" dirty="0">
                <a:solidFill>
                  <a:srgbClr val="0070C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Simulink</a:t>
            </a:r>
            <a:r>
              <a:rPr sz="1700" b="1" kern="0" spc="190" dirty="0">
                <a:solidFill>
                  <a:srgbClr val="0070C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1700" b="1" kern="0" spc="0" dirty="0">
                <a:solidFill>
                  <a:srgbClr val="0070C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和各种</a:t>
            </a:r>
            <a:r>
              <a:rPr sz="1700" b="1" kern="0" spc="-10" dirty="0">
                <a:solidFill>
                  <a:srgbClr val="0070C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工具箱都可以与</a:t>
            </a:r>
            <a:r>
              <a:rPr sz="1700" kern="0" spc="-290" dirty="0">
                <a:solidFill>
                  <a:srgbClr val="0070C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b="1" kern="0" spc="-10" dirty="0">
                <a:solidFill>
                  <a:srgbClr val="0070C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</a:t>
            </a:r>
            <a:r>
              <a:rPr sz="1700" b="1" kern="0" spc="290" dirty="0">
                <a:solidFill>
                  <a:srgbClr val="0070C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1700" b="1" kern="0" spc="-10" dirty="0">
                <a:solidFill>
                  <a:srgbClr val="0070C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紧密集成，</a:t>
            </a:r>
            <a:r>
              <a:rPr sz="1700" kern="0" spc="-490" dirty="0">
                <a:solidFill>
                  <a:srgbClr val="0070C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b="1" kern="0" spc="-10" dirty="0">
                <a:solidFill>
                  <a:srgbClr val="0070C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用户可以在一个统一的环境中进</a:t>
            </a:r>
            <a:r>
              <a:rPr sz="1700" b="1" kern="0" spc="10" dirty="0">
                <a:solidFill>
                  <a:srgbClr val="0070C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行建模、仿真和数据分析。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8735" algn="l" rtl="0" eaLnBrk="0">
              <a:lnSpc>
                <a:spcPct val="87000"/>
              </a:lnSpc>
              <a:spcBef>
                <a:spcPts val="340"/>
              </a:spcBef>
            </a:pPr>
            <a:r>
              <a:rPr sz="1700" b="1" kern="0" spc="20" dirty="0">
                <a:solidFill>
                  <a:srgbClr val="0070C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这种结构使得</a:t>
            </a:r>
            <a:r>
              <a:rPr sz="1700" kern="0" spc="-310" dirty="0">
                <a:solidFill>
                  <a:srgbClr val="0070C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b="1" kern="0" spc="0" dirty="0">
                <a:solidFill>
                  <a:srgbClr val="0070C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</a:t>
            </a:r>
            <a:r>
              <a:rPr sz="1700" b="1" kern="0" spc="230" dirty="0">
                <a:solidFill>
                  <a:srgbClr val="0070C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1700" b="1" kern="0" spc="20" dirty="0">
                <a:solidFill>
                  <a:srgbClr val="0070C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成为一</a:t>
            </a:r>
            <a:r>
              <a:rPr sz="1700" b="1" kern="0" spc="10" dirty="0">
                <a:solidFill>
                  <a:srgbClr val="0070C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个灵活且强大的工具，能够满足不同领域用户的需求。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4521" name="Google Shape;4521;p69"/>
          <p:cNvGrpSpPr/>
          <p:nvPr/>
        </p:nvGrpSpPr>
        <p:grpSpPr>
          <a:xfrm flipH="1">
            <a:off x="10897646" y="2912040"/>
            <a:ext cx="1091382" cy="1155725"/>
            <a:chOff x="2958275" y="539500"/>
            <a:chExt cx="1091382" cy="1155725"/>
          </a:xfrm>
        </p:grpSpPr>
        <p:grpSp>
          <p:nvGrpSpPr>
            <p:cNvPr id="4522" name="Google Shape;4522;p69"/>
            <p:cNvGrpSpPr/>
            <p:nvPr/>
          </p:nvGrpSpPr>
          <p:grpSpPr>
            <a:xfrm>
              <a:off x="3170379" y="1212137"/>
              <a:ext cx="879278" cy="483088"/>
              <a:chOff x="2296950" y="3661600"/>
              <a:chExt cx="616475" cy="338700"/>
            </a:xfrm>
          </p:grpSpPr>
          <p:sp>
            <p:nvSpPr>
              <p:cNvPr id="4523" name="Google Shape;4523;p69"/>
              <p:cNvSpPr/>
              <p:nvPr/>
            </p:nvSpPr>
            <p:spPr>
              <a:xfrm>
                <a:off x="2510075" y="3661600"/>
                <a:ext cx="402675" cy="97750"/>
              </a:xfrm>
              <a:custGeom>
                <a:avLst/>
                <a:gdLst/>
                <a:ahLst/>
                <a:cxnLst/>
                <a:rect l="l" t="t" r="r" b="b"/>
                <a:pathLst>
                  <a:path w="16107" h="3910" extrusionOk="0">
                    <a:moveTo>
                      <a:pt x="4306" y="700"/>
                    </a:moveTo>
                    <a:lnTo>
                      <a:pt x="13180" y="2635"/>
                    </a:lnTo>
                    <a:lnTo>
                      <a:pt x="1346" y="3189"/>
                    </a:lnTo>
                    <a:lnTo>
                      <a:pt x="4306" y="700"/>
                    </a:lnTo>
                    <a:close/>
                    <a:moveTo>
                      <a:pt x="4216" y="0"/>
                    </a:moveTo>
                    <a:cubicBezTo>
                      <a:pt x="4136" y="0"/>
                      <a:pt x="4058" y="29"/>
                      <a:pt x="3998" y="83"/>
                    </a:cubicBezTo>
                    <a:lnTo>
                      <a:pt x="152" y="3314"/>
                    </a:lnTo>
                    <a:cubicBezTo>
                      <a:pt x="42" y="3405"/>
                      <a:pt x="0" y="3560"/>
                      <a:pt x="56" y="3696"/>
                    </a:cubicBezTo>
                    <a:cubicBezTo>
                      <a:pt x="103" y="3823"/>
                      <a:pt x="227" y="3909"/>
                      <a:pt x="368" y="3909"/>
                    </a:cubicBezTo>
                    <a:lnTo>
                      <a:pt x="385" y="3909"/>
                    </a:lnTo>
                    <a:lnTo>
                      <a:pt x="15768" y="3189"/>
                    </a:lnTo>
                    <a:cubicBezTo>
                      <a:pt x="15937" y="3184"/>
                      <a:pt x="16078" y="3051"/>
                      <a:pt x="16092" y="2882"/>
                    </a:cubicBezTo>
                    <a:cubicBezTo>
                      <a:pt x="16106" y="2713"/>
                      <a:pt x="15990" y="2558"/>
                      <a:pt x="15824" y="2525"/>
                    </a:cubicBezTo>
                    <a:lnTo>
                      <a:pt x="4286" y="8"/>
                    </a:lnTo>
                    <a:cubicBezTo>
                      <a:pt x="4263" y="3"/>
                      <a:pt x="4240" y="0"/>
                      <a:pt x="42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69"/>
              <p:cNvSpPr/>
              <p:nvPr/>
            </p:nvSpPr>
            <p:spPr>
              <a:xfrm>
                <a:off x="2296950" y="3724500"/>
                <a:ext cx="616275" cy="210650"/>
              </a:xfrm>
              <a:custGeom>
                <a:avLst/>
                <a:gdLst/>
                <a:ahLst/>
                <a:cxnLst/>
                <a:rect l="l" t="t" r="r" b="b"/>
                <a:pathLst>
                  <a:path w="24651" h="8426" extrusionOk="0">
                    <a:moveTo>
                      <a:pt x="20027" y="1363"/>
                    </a:moveTo>
                    <a:lnTo>
                      <a:pt x="2334" y="7100"/>
                    </a:lnTo>
                    <a:lnTo>
                      <a:pt x="7528" y="3373"/>
                    </a:lnTo>
                    <a:lnTo>
                      <a:pt x="20027" y="1363"/>
                    </a:lnTo>
                    <a:close/>
                    <a:moveTo>
                      <a:pt x="24283" y="1"/>
                    </a:moveTo>
                    <a:cubicBezTo>
                      <a:pt x="24264" y="1"/>
                      <a:pt x="24244" y="3"/>
                      <a:pt x="24224" y="6"/>
                    </a:cubicBezTo>
                    <a:lnTo>
                      <a:pt x="7346" y="2722"/>
                    </a:lnTo>
                    <a:cubicBezTo>
                      <a:pt x="7293" y="2730"/>
                      <a:pt x="7243" y="2750"/>
                      <a:pt x="7204" y="2780"/>
                    </a:cubicBezTo>
                    <a:lnTo>
                      <a:pt x="180" y="7817"/>
                    </a:lnTo>
                    <a:cubicBezTo>
                      <a:pt x="44" y="7914"/>
                      <a:pt x="0" y="8094"/>
                      <a:pt x="78" y="8243"/>
                    </a:cubicBezTo>
                    <a:cubicBezTo>
                      <a:pt x="136" y="8354"/>
                      <a:pt x="252" y="8426"/>
                      <a:pt x="379" y="8426"/>
                    </a:cubicBezTo>
                    <a:cubicBezTo>
                      <a:pt x="413" y="8426"/>
                      <a:pt x="449" y="8420"/>
                      <a:pt x="482" y="8409"/>
                    </a:cubicBezTo>
                    <a:lnTo>
                      <a:pt x="24385" y="657"/>
                    </a:lnTo>
                    <a:cubicBezTo>
                      <a:pt x="24551" y="601"/>
                      <a:pt x="24651" y="427"/>
                      <a:pt x="24606" y="255"/>
                    </a:cubicBezTo>
                    <a:cubicBezTo>
                      <a:pt x="24569" y="103"/>
                      <a:pt x="24435" y="1"/>
                      <a:pt x="242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69"/>
              <p:cNvSpPr/>
              <p:nvPr/>
            </p:nvSpPr>
            <p:spPr>
              <a:xfrm>
                <a:off x="2510825" y="3724575"/>
                <a:ext cx="401925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16077" h="3146" extrusionOk="0">
                    <a:moveTo>
                      <a:pt x="9783" y="950"/>
                    </a:moveTo>
                    <a:lnTo>
                      <a:pt x="676" y="2415"/>
                    </a:lnTo>
                    <a:lnTo>
                      <a:pt x="676" y="1376"/>
                    </a:lnTo>
                    <a:lnTo>
                      <a:pt x="9783" y="950"/>
                    </a:lnTo>
                    <a:close/>
                    <a:moveTo>
                      <a:pt x="15719" y="0"/>
                    </a:moveTo>
                    <a:cubicBezTo>
                      <a:pt x="15715" y="0"/>
                      <a:pt x="15712" y="0"/>
                      <a:pt x="15708" y="0"/>
                    </a:cubicBezTo>
                    <a:lnTo>
                      <a:pt x="325" y="720"/>
                    </a:lnTo>
                    <a:cubicBezTo>
                      <a:pt x="142" y="726"/>
                      <a:pt x="1" y="875"/>
                      <a:pt x="1" y="1055"/>
                    </a:cubicBezTo>
                    <a:lnTo>
                      <a:pt x="1" y="2811"/>
                    </a:lnTo>
                    <a:cubicBezTo>
                      <a:pt x="1" y="2907"/>
                      <a:pt x="42" y="3002"/>
                      <a:pt x="120" y="3065"/>
                    </a:cubicBezTo>
                    <a:cubicBezTo>
                      <a:pt x="181" y="3118"/>
                      <a:pt x="258" y="3146"/>
                      <a:pt x="338" y="3146"/>
                    </a:cubicBezTo>
                    <a:lnTo>
                      <a:pt x="394" y="3143"/>
                    </a:lnTo>
                    <a:lnTo>
                      <a:pt x="15777" y="667"/>
                    </a:lnTo>
                    <a:cubicBezTo>
                      <a:pt x="15954" y="640"/>
                      <a:pt x="16076" y="476"/>
                      <a:pt x="16057" y="299"/>
                    </a:cubicBezTo>
                    <a:cubicBezTo>
                      <a:pt x="16035" y="128"/>
                      <a:pt x="15891" y="0"/>
                      <a:pt x="157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69"/>
              <p:cNvSpPr/>
              <p:nvPr/>
            </p:nvSpPr>
            <p:spPr>
              <a:xfrm>
                <a:off x="2482025" y="3724450"/>
                <a:ext cx="431400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11034" extrusionOk="0">
                    <a:moveTo>
                      <a:pt x="14387" y="1500"/>
                    </a:moveTo>
                    <a:lnTo>
                      <a:pt x="676" y="10089"/>
                    </a:lnTo>
                    <a:lnTo>
                      <a:pt x="676" y="5947"/>
                    </a:lnTo>
                    <a:lnTo>
                      <a:pt x="14387" y="1500"/>
                    </a:lnTo>
                    <a:close/>
                    <a:moveTo>
                      <a:pt x="16882" y="1"/>
                    </a:moveTo>
                    <a:cubicBezTo>
                      <a:pt x="16846" y="1"/>
                      <a:pt x="16810" y="7"/>
                      <a:pt x="16774" y="19"/>
                    </a:cubicBezTo>
                    <a:lnTo>
                      <a:pt x="236" y="5382"/>
                    </a:lnTo>
                    <a:cubicBezTo>
                      <a:pt x="98" y="5426"/>
                      <a:pt x="4" y="5554"/>
                      <a:pt x="1" y="5701"/>
                    </a:cubicBezTo>
                    <a:lnTo>
                      <a:pt x="1" y="10695"/>
                    </a:lnTo>
                    <a:cubicBezTo>
                      <a:pt x="1" y="10817"/>
                      <a:pt x="70" y="10931"/>
                      <a:pt x="178" y="10989"/>
                    </a:cubicBezTo>
                    <a:cubicBezTo>
                      <a:pt x="222" y="11017"/>
                      <a:pt x="275" y="11034"/>
                      <a:pt x="329" y="11034"/>
                    </a:cubicBezTo>
                    <a:cubicBezTo>
                      <a:pt x="333" y="11034"/>
                      <a:pt x="337" y="11033"/>
                      <a:pt x="341" y="11033"/>
                    </a:cubicBezTo>
                    <a:cubicBezTo>
                      <a:pt x="402" y="11033"/>
                      <a:pt x="463" y="11017"/>
                      <a:pt x="516" y="10983"/>
                    </a:cubicBezTo>
                    <a:lnTo>
                      <a:pt x="17054" y="623"/>
                    </a:lnTo>
                    <a:cubicBezTo>
                      <a:pt x="17200" y="534"/>
                      <a:pt x="17256" y="351"/>
                      <a:pt x="17184" y="196"/>
                    </a:cubicBezTo>
                    <a:cubicBezTo>
                      <a:pt x="17128" y="73"/>
                      <a:pt x="17008" y="1"/>
                      <a:pt x="16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27" name="Google Shape;4527;p69"/>
            <p:cNvSpPr/>
            <p:nvPr/>
          </p:nvSpPr>
          <p:spPr>
            <a:xfrm>
              <a:off x="2958275" y="539500"/>
              <a:ext cx="562425" cy="897575"/>
            </a:xfrm>
            <a:custGeom>
              <a:avLst/>
              <a:gdLst/>
              <a:ahLst/>
              <a:cxnLst/>
              <a:rect l="l" t="t" r="r" b="b"/>
              <a:pathLst>
                <a:path w="22497" h="35903" extrusionOk="0">
                  <a:moveTo>
                    <a:pt x="20015" y="1"/>
                  </a:moveTo>
                  <a:cubicBezTo>
                    <a:pt x="19867" y="1"/>
                    <a:pt x="19729" y="176"/>
                    <a:pt x="19849" y="335"/>
                  </a:cubicBezTo>
                  <a:cubicBezTo>
                    <a:pt x="20176" y="761"/>
                    <a:pt x="20470" y="1210"/>
                    <a:pt x="20733" y="1680"/>
                  </a:cubicBezTo>
                  <a:cubicBezTo>
                    <a:pt x="20766" y="1747"/>
                    <a:pt x="20832" y="1788"/>
                    <a:pt x="20907" y="1788"/>
                  </a:cubicBezTo>
                  <a:cubicBezTo>
                    <a:pt x="20943" y="1788"/>
                    <a:pt x="20976" y="1777"/>
                    <a:pt x="21010" y="1761"/>
                  </a:cubicBezTo>
                  <a:cubicBezTo>
                    <a:pt x="21109" y="1705"/>
                    <a:pt x="21145" y="1581"/>
                    <a:pt x="21087" y="1484"/>
                  </a:cubicBezTo>
                  <a:cubicBezTo>
                    <a:pt x="20818" y="994"/>
                    <a:pt x="20514" y="526"/>
                    <a:pt x="20173" y="86"/>
                  </a:cubicBezTo>
                  <a:cubicBezTo>
                    <a:pt x="20128" y="26"/>
                    <a:pt x="20071" y="1"/>
                    <a:pt x="20015" y="1"/>
                  </a:cubicBezTo>
                  <a:close/>
                  <a:moveTo>
                    <a:pt x="22064" y="4439"/>
                  </a:moveTo>
                  <a:cubicBezTo>
                    <a:pt x="22050" y="4439"/>
                    <a:pt x="22035" y="4440"/>
                    <a:pt x="22020" y="4444"/>
                  </a:cubicBezTo>
                  <a:cubicBezTo>
                    <a:pt x="21909" y="4469"/>
                    <a:pt x="21837" y="4577"/>
                    <a:pt x="21860" y="4687"/>
                  </a:cubicBezTo>
                  <a:cubicBezTo>
                    <a:pt x="21973" y="5213"/>
                    <a:pt x="22048" y="5745"/>
                    <a:pt x="22081" y="6279"/>
                  </a:cubicBezTo>
                  <a:cubicBezTo>
                    <a:pt x="22087" y="6390"/>
                    <a:pt x="22175" y="6473"/>
                    <a:pt x="22286" y="6473"/>
                  </a:cubicBezTo>
                  <a:lnTo>
                    <a:pt x="22300" y="6473"/>
                  </a:lnTo>
                  <a:cubicBezTo>
                    <a:pt x="22413" y="6468"/>
                    <a:pt x="22496" y="6368"/>
                    <a:pt x="22491" y="6257"/>
                  </a:cubicBezTo>
                  <a:cubicBezTo>
                    <a:pt x="22455" y="5701"/>
                    <a:pt x="22380" y="5147"/>
                    <a:pt x="22261" y="4601"/>
                  </a:cubicBezTo>
                  <a:cubicBezTo>
                    <a:pt x="22242" y="4506"/>
                    <a:pt x="22158" y="4439"/>
                    <a:pt x="22064" y="4439"/>
                  </a:cubicBezTo>
                  <a:close/>
                  <a:moveTo>
                    <a:pt x="21969" y="9334"/>
                  </a:moveTo>
                  <a:cubicBezTo>
                    <a:pt x="21889" y="9334"/>
                    <a:pt x="21810" y="9377"/>
                    <a:pt x="21776" y="9475"/>
                  </a:cubicBezTo>
                  <a:cubicBezTo>
                    <a:pt x="21646" y="9998"/>
                    <a:pt x="21477" y="10507"/>
                    <a:pt x="21273" y="11006"/>
                  </a:cubicBezTo>
                  <a:cubicBezTo>
                    <a:pt x="21228" y="11108"/>
                    <a:pt x="21278" y="11227"/>
                    <a:pt x="21383" y="11271"/>
                  </a:cubicBezTo>
                  <a:cubicBezTo>
                    <a:pt x="21408" y="11283"/>
                    <a:pt x="21433" y="11288"/>
                    <a:pt x="21461" y="11288"/>
                  </a:cubicBezTo>
                  <a:cubicBezTo>
                    <a:pt x="21544" y="11285"/>
                    <a:pt x="21619" y="11235"/>
                    <a:pt x="21652" y="11161"/>
                  </a:cubicBezTo>
                  <a:cubicBezTo>
                    <a:pt x="21862" y="10643"/>
                    <a:pt x="22039" y="10114"/>
                    <a:pt x="22178" y="9574"/>
                  </a:cubicBezTo>
                  <a:cubicBezTo>
                    <a:pt x="22203" y="9426"/>
                    <a:pt x="22086" y="9334"/>
                    <a:pt x="21969" y="9334"/>
                  </a:cubicBezTo>
                  <a:close/>
                  <a:moveTo>
                    <a:pt x="19769" y="13698"/>
                  </a:moveTo>
                  <a:cubicBezTo>
                    <a:pt x="19720" y="13698"/>
                    <a:pt x="19669" y="13717"/>
                    <a:pt x="19625" y="13761"/>
                  </a:cubicBezTo>
                  <a:cubicBezTo>
                    <a:pt x="19285" y="14176"/>
                    <a:pt x="18914" y="14564"/>
                    <a:pt x="18512" y="14921"/>
                  </a:cubicBezTo>
                  <a:cubicBezTo>
                    <a:pt x="18376" y="15051"/>
                    <a:pt x="18465" y="15281"/>
                    <a:pt x="18651" y="15283"/>
                  </a:cubicBezTo>
                  <a:cubicBezTo>
                    <a:pt x="18700" y="15283"/>
                    <a:pt x="18750" y="15264"/>
                    <a:pt x="18786" y="15231"/>
                  </a:cubicBezTo>
                  <a:cubicBezTo>
                    <a:pt x="19201" y="14857"/>
                    <a:pt x="19589" y="14453"/>
                    <a:pt x="19944" y="14021"/>
                  </a:cubicBezTo>
                  <a:cubicBezTo>
                    <a:pt x="20045" y="13865"/>
                    <a:pt x="19915" y="13698"/>
                    <a:pt x="19769" y="13698"/>
                  </a:cubicBezTo>
                  <a:close/>
                  <a:moveTo>
                    <a:pt x="15938" y="16706"/>
                  </a:moveTo>
                  <a:cubicBezTo>
                    <a:pt x="15907" y="16706"/>
                    <a:pt x="15875" y="16713"/>
                    <a:pt x="15846" y="16729"/>
                  </a:cubicBezTo>
                  <a:cubicBezTo>
                    <a:pt x="15389" y="16967"/>
                    <a:pt x="14907" y="17194"/>
                    <a:pt x="14370" y="17418"/>
                  </a:cubicBezTo>
                  <a:cubicBezTo>
                    <a:pt x="14265" y="17460"/>
                    <a:pt x="14215" y="17579"/>
                    <a:pt x="14259" y="17684"/>
                  </a:cubicBezTo>
                  <a:cubicBezTo>
                    <a:pt x="14292" y="17761"/>
                    <a:pt x="14367" y="17811"/>
                    <a:pt x="14450" y="17811"/>
                  </a:cubicBezTo>
                  <a:cubicBezTo>
                    <a:pt x="14478" y="17811"/>
                    <a:pt x="14503" y="17806"/>
                    <a:pt x="14531" y="17795"/>
                  </a:cubicBezTo>
                  <a:cubicBezTo>
                    <a:pt x="15076" y="17568"/>
                    <a:pt x="15569" y="17338"/>
                    <a:pt x="16031" y="17097"/>
                  </a:cubicBezTo>
                  <a:cubicBezTo>
                    <a:pt x="16134" y="17044"/>
                    <a:pt x="16172" y="16920"/>
                    <a:pt x="16120" y="16820"/>
                  </a:cubicBezTo>
                  <a:cubicBezTo>
                    <a:pt x="16085" y="16748"/>
                    <a:pt x="16012" y="16706"/>
                    <a:pt x="15938" y="16706"/>
                  </a:cubicBezTo>
                  <a:close/>
                  <a:moveTo>
                    <a:pt x="11369" y="18532"/>
                  </a:moveTo>
                  <a:cubicBezTo>
                    <a:pt x="11348" y="18532"/>
                    <a:pt x="11326" y="18535"/>
                    <a:pt x="11305" y="18542"/>
                  </a:cubicBezTo>
                  <a:lnTo>
                    <a:pt x="10782" y="18714"/>
                  </a:lnTo>
                  <a:lnTo>
                    <a:pt x="9743" y="19060"/>
                  </a:lnTo>
                  <a:cubicBezTo>
                    <a:pt x="9533" y="19143"/>
                    <a:pt x="9583" y="19453"/>
                    <a:pt x="9807" y="19462"/>
                  </a:cubicBezTo>
                  <a:cubicBezTo>
                    <a:pt x="9832" y="19462"/>
                    <a:pt x="9854" y="19459"/>
                    <a:pt x="9879" y="19453"/>
                  </a:cubicBezTo>
                  <a:lnTo>
                    <a:pt x="10912" y="19102"/>
                  </a:lnTo>
                  <a:lnTo>
                    <a:pt x="11432" y="18930"/>
                  </a:lnTo>
                  <a:cubicBezTo>
                    <a:pt x="11538" y="18894"/>
                    <a:pt x="11598" y="18778"/>
                    <a:pt x="11562" y="18670"/>
                  </a:cubicBezTo>
                  <a:cubicBezTo>
                    <a:pt x="11534" y="18586"/>
                    <a:pt x="11454" y="18532"/>
                    <a:pt x="11369" y="18532"/>
                  </a:cubicBezTo>
                  <a:close/>
                  <a:moveTo>
                    <a:pt x="6751" y="20236"/>
                  </a:moveTo>
                  <a:cubicBezTo>
                    <a:pt x="6722" y="20236"/>
                    <a:pt x="6691" y="20242"/>
                    <a:pt x="6662" y="20256"/>
                  </a:cubicBezTo>
                  <a:cubicBezTo>
                    <a:pt x="6141" y="20494"/>
                    <a:pt x="5646" y="20752"/>
                    <a:pt x="5186" y="21009"/>
                  </a:cubicBezTo>
                  <a:cubicBezTo>
                    <a:pt x="5086" y="21067"/>
                    <a:pt x="5053" y="21192"/>
                    <a:pt x="5108" y="21289"/>
                  </a:cubicBezTo>
                  <a:cubicBezTo>
                    <a:pt x="5143" y="21353"/>
                    <a:pt x="5209" y="21394"/>
                    <a:pt x="5281" y="21394"/>
                  </a:cubicBezTo>
                  <a:cubicBezTo>
                    <a:pt x="5284" y="21394"/>
                    <a:pt x="5286" y="21394"/>
                    <a:pt x="5288" y="21394"/>
                  </a:cubicBezTo>
                  <a:cubicBezTo>
                    <a:pt x="5324" y="21394"/>
                    <a:pt x="5358" y="21386"/>
                    <a:pt x="5388" y="21369"/>
                  </a:cubicBezTo>
                  <a:cubicBezTo>
                    <a:pt x="5837" y="21114"/>
                    <a:pt x="6324" y="20865"/>
                    <a:pt x="6836" y="20630"/>
                  </a:cubicBezTo>
                  <a:cubicBezTo>
                    <a:pt x="6936" y="20580"/>
                    <a:pt x="6980" y="20458"/>
                    <a:pt x="6936" y="20356"/>
                  </a:cubicBezTo>
                  <a:cubicBezTo>
                    <a:pt x="6902" y="20280"/>
                    <a:pt x="6829" y="20236"/>
                    <a:pt x="6751" y="20236"/>
                  </a:cubicBezTo>
                  <a:close/>
                  <a:moveTo>
                    <a:pt x="2649" y="22927"/>
                  </a:moveTo>
                  <a:cubicBezTo>
                    <a:pt x="2598" y="22927"/>
                    <a:pt x="2547" y="22945"/>
                    <a:pt x="2506" y="22983"/>
                  </a:cubicBezTo>
                  <a:cubicBezTo>
                    <a:pt x="2104" y="23374"/>
                    <a:pt x="1736" y="23797"/>
                    <a:pt x="1409" y="24254"/>
                  </a:cubicBezTo>
                  <a:cubicBezTo>
                    <a:pt x="1343" y="24346"/>
                    <a:pt x="1365" y="24470"/>
                    <a:pt x="1456" y="24537"/>
                  </a:cubicBezTo>
                  <a:cubicBezTo>
                    <a:pt x="1492" y="24562"/>
                    <a:pt x="1534" y="24575"/>
                    <a:pt x="1578" y="24575"/>
                  </a:cubicBezTo>
                  <a:cubicBezTo>
                    <a:pt x="1645" y="24575"/>
                    <a:pt x="1706" y="24545"/>
                    <a:pt x="1744" y="24492"/>
                  </a:cubicBezTo>
                  <a:cubicBezTo>
                    <a:pt x="2057" y="24058"/>
                    <a:pt x="2406" y="23651"/>
                    <a:pt x="2788" y="23277"/>
                  </a:cubicBezTo>
                  <a:cubicBezTo>
                    <a:pt x="2871" y="23199"/>
                    <a:pt x="2874" y="23069"/>
                    <a:pt x="2796" y="22986"/>
                  </a:cubicBezTo>
                  <a:cubicBezTo>
                    <a:pt x="2756" y="22947"/>
                    <a:pt x="2703" y="22927"/>
                    <a:pt x="2649" y="22927"/>
                  </a:cubicBezTo>
                  <a:close/>
                  <a:moveTo>
                    <a:pt x="304" y="27162"/>
                  </a:moveTo>
                  <a:cubicBezTo>
                    <a:pt x="205" y="27162"/>
                    <a:pt x="117" y="27233"/>
                    <a:pt x="100" y="27333"/>
                  </a:cubicBezTo>
                  <a:cubicBezTo>
                    <a:pt x="33" y="27735"/>
                    <a:pt x="0" y="28139"/>
                    <a:pt x="0" y="28546"/>
                  </a:cubicBezTo>
                  <a:cubicBezTo>
                    <a:pt x="0" y="28701"/>
                    <a:pt x="3" y="28859"/>
                    <a:pt x="14" y="29017"/>
                  </a:cubicBezTo>
                  <a:cubicBezTo>
                    <a:pt x="22" y="29122"/>
                    <a:pt x="111" y="29208"/>
                    <a:pt x="219" y="29210"/>
                  </a:cubicBezTo>
                  <a:lnTo>
                    <a:pt x="233" y="29205"/>
                  </a:lnTo>
                  <a:cubicBezTo>
                    <a:pt x="346" y="29199"/>
                    <a:pt x="432" y="29105"/>
                    <a:pt x="426" y="28992"/>
                  </a:cubicBezTo>
                  <a:cubicBezTo>
                    <a:pt x="415" y="28842"/>
                    <a:pt x="410" y="28693"/>
                    <a:pt x="413" y="28546"/>
                  </a:cubicBezTo>
                  <a:cubicBezTo>
                    <a:pt x="413" y="28161"/>
                    <a:pt x="443" y="27779"/>
                    <a:pt x="507" y="27400"/>
                  </a:cubicBezTo>
                  <a:cubicBezTo>
                    <a:pt x="526" y="27286"/>
                    <a:pt x="449" y="27178"/>
                    <a:pt x="335" y="27164"/>
                  </a:cubicBezTo>
                  <a:cubicBezTo>
                    <a:pt x="325" y="27163"/>
                    <a:pt x="314" y="27162"/>
                    <a:pt x="304" y="27162"/>
                  </a:cubicBezTo>
                  <a:close/>
                  <a:moveTo>
                    <a:pt x="1122" y="31929"/>
                  </a:moveTo>
                  <a:cubicBezTo>
                    <a:pt x="1089" y="31929"/>
                    <a:pt x="1055" y="31937"/>
                    <a:pt x="1024" y="31954"/>
                  </a:cubicBezTo>
                  <a:cubicBezTo>
                    <a:pt x="925" y="32007"/>
                    <a:pt x="889" y="32131"/>
                    <a:pt x="941" y="32231"/>
                  </a:cubicBezTo>
                  <a:cubicBezTo>
                    <a:pt x="1210" y="32727"/>
                    <a:pt x="1537" y="33189"/>
                    <a:pt x="1910" y="33613"/>
                  </a:cubicBezTo>
                  <a:cubicBezTo>
                    <a:pt x="1949" y="33654"/>
                    <a:pt x="2005" y="33679"/>
                    <a:pt x="2063" y="33682"/>
                  </a:cubicBezTo>
                  <a:cubicBezTo>
                    <a:pt x="2113" y="33682"/>
                    <a:pt x="2162" y="33660"/>
                    <a:pt x="2198" y="33627"/>
                  </a:cubicBezTo>
                  <a:cubicBezTo>
                    <a:pt x="2284" y="33552"/>
                    <a:pt x="2290" y="33422"/>
                    <a:pt x="2215" y="33339"/>
                  </a:cubicBezTo>
                  <a:cubicBezTo>
                    <a:pt x="1861" y="32940"/>
                    <a:pt x="1556" y="32505"/>
                    <a:pt x="1301" y="32037"/>
                  </a:cubicBezTo>
                  <a:cubicBezTo>
                    <a:pt x="1265" y="31969"/>
                    <a:pt x="1195" y="31929"/>
                    <a:pt x="1122" y="31929"/>
                  </a:cubicBezTo>
                  <a:close/>
                  <a:moveTo>
                    <a:pt x="11080" y="34552"/>
                  </a:moveTo>
                  <a:cubicBezTo>
                    <a:pt x="11045" y="34552"/>
                    <a:pt x="11009" y="34562"/>
                    <a:pt x="10975" y="34582"/>
                  </a:cubicBezTo>
                  <a:cubicBezTo>
                    <a:pt x="10521" y="34856"/>
                    <a:pt x="10034" y="35077"/>
                    <a:pt x="9527" y="35238"/>
                  </a:cubicBezTo>
                  <a:cubicBezTo>
                    <a:pt x="9419" y="35269"/>
                    <a:pt x="9358" y="35385"/>
                    <a:pt x="9392" y="35496"/>
                  </a:cubicBezTo>
                  <a:cubicBezTo>
                    <a:pt x="9419" y="35579"/>
                    <a:pt x="9500" y="35637"/>
                    <a:pt x="9588" y="35637"/>
                  </a:cubicBezTo>
                  <a:cubicBezTo>
                    <a:pt x="9608" y="35637"/>
                    <a:pt x="9630" y="35634"/>
                    <a:pt x="9649" y="35628"/>
                  </a:cubicBezTo>
                  <a:cubicBezTo>
                    <a:pt x="10189" y="35460"/>
                    <a:pt x="10704" y="35224"/>
                    <a:pt x="11186" y="34931"/>
                  </a:cubicBezTo>
                  <a:cubicBezTo>
                    <a:pt x="11280" y="34870"/>
                    <a:pt x="11310" y="34748"/>
                    <a:pt x="11252" y="34651"/>
                  </a:cubicBezTo>
                  <a:cubicBezTo>
                    <a:pt x="11214" y="34587"/>
                    <a:pt x="11148" y="34552"/>
                    <a:pt x="11080" y="34552"/>
                  </a:cubicBezTo>
                  <a:close/>
                  <a:moveTo>
                    <a:pt x="4752" y="35094"/>
                  </a:moveTo>
                  <a:cubicBezTo>
                    <a:pt x="4669" y="35094"/>
                    <a:pt x="4593" y="35146"/>
                    <a:pt x="4563" y="35227"/>
                  </a:cubicBezTo>
                  <a:cubicBezTo>
                    <a:pt x="4521" y="35335"/>
                    <a:pt x="4577" y="35451"/>
                    <a:pt x="4682" y="35490"/>
                  </a:cubicBezTo>
                  <a:cubicBezTo>
                    <a:pt x="5211" y="35687"/>
                    <a:pt x="5756" y="35825"/>
                    <a:pt x="6313" y="35903"/>
                  </a:cubicBezTo>
                  <a:lnTo>
                    <a:pt x="6343" y="35903"/>
                  </a:lnTo>
                  <a:cubicBezTo>
                    <a:pt x="6446" y="35903"/>
                    <a:pt x="6532" y="35828"/>
                    <a:pt x="6545" y="35725"/>
                  </a:cubicBezTo>
                  <a:cubicBezTo>
                    <a:pt x="6562" y="35615"/>
                    <a:pt x="6484" y="35509"/>
                    <a:pt x="6371" y="35496"/>
                  </a:cubicBezTo>
                  <a:cubicBezTo>
                    <a:pt x="5842" y="35421"/>
                    <a:pt x="5324" y="35291"/>
                    <a:pt x="4826" y="35108"/>
                  </a:cubicBezTo>
                  <a:cubicBezTo>
                    <a:pt x="4802" y="35099"/>
                    <a:pt x="4777" y="35094"/>
                    <a:pt x="4752" y="350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561" name="Google Shape;4561;p69"/>
          <p:cNvSpPr/>
          <p:nvPr/>
        </p:nvSpPr>
        <p:spPr>
          <a:xfrm>
            <a:off x="9062857" y="1314203"/>
            <a:ext cx="3279652" cy="4554024"/>
          </a:xfrm>
          <a:custGeom>
            <a:avLst/>
            <a:gdLst/>
            <a:ahLst/>
            <a:cxnLst/>
            <a:rect l="l" t="t" r="r" b="b"/>
            <a:pathLst>
              <a:path w="92138" h="127940" extrusionOk="0">
                <a:moveTo>
                  <a:pt x="85073" y="0"/>
                </a:moveTo>
                <a:cubicBezTo>
                  <a:pt x="85013" y="0"/>
                  <a:pt x="84958" y="40"/>
                  <a:pt x="84958" y="108"/>
                </a:cubicBezTo>
                <a:cubicBezTo>
                  <a:pt x="84899" y="167"/>
                  <a:pt x="84919" y="266"/>
                  <a:pt x="84998" y="326"/>
                </a:cubicBezTo>
                <a:cubicBezTo>
                  <a:pt x="85573" y="603"/>
                  <a:pt x="86128" y="940"/>
                  <a:pt x="86644" y="1337"/>
                </a:cubicBezTo>
                <a:lnTo>
                  <a:pt x="86743" y="1337"/>
                </a:lnTo>
                <a:cubicBezTo>
                  <a:pt x="86783" y="1337"/>
                  <a:pt x="86842" y="1317"/>
                  <a:pt x="86882" y="1297"/>
                </a:cubicBezTo>
                <a:cubicBezTo>
                  <a:pt x="86922" y="1218"/>
                  <a:pt x="86902" y="1119"/>
                  <a:pt x="86842" y="1059"/>
                </a:cubicBezTo>
                <a:cubicBezTo>
                  <a:pt x="86307" y="663"/>
                  <a:pt x="85732" y="326"/>
                  <a:pt x="85157" y="28"/>
                </a:cubicBezTo>
                <a:cubicBezTo>
                  <a:pt x="85131" y="9"/>
                  <a:pt x="85102" y="0"/>
                  <a:pt x="85073" y="0"/>
                </a:cubicBezTo>
                <a:close/>
                <a:moveTo>
                  <a:pt x="88675" y="2762"/>
                </a:moveTo>
                <a:cubicBezTo>
                  <a:pt x="88636" y="2762"/>
                  <a:pt x="88595" y="2777"/>
                  <a:pt x="88568" y="2805"/>
                </a:cubicBezTo>
                <a:cubicBezTo>
                  <a:pt x="88488" y="2844"/>
                  <a:pt x="88488" y="2963"/>
                  <a:pt x="88548" y="3023"/>
                </a:cubicBezTo>
                <a:cubicBezTo>
                  <a:pt x="88984" y="3499"/>
                  <a:pt x="89381" y="4014"/>
                  <a:pt x="89738" y="4570"/>
                </a:cubicBezTo>
                <a:cubicBezTo>
                  <a:pt x="89777" y="4609"/>
                  <a:pt x="89817" y="4629"/>
                  <a:pt x="89877" y="4629"/>
                </a:cubicBezTo>
                <a:lnTo>
                  <a:pt x="89956" y="4609"/>
                </a:lnTo>
                <a:cubicBezTo>
                  <a:pt x="90035" y="4550"/>
                  <a:pt x="90055" y="4451"/>
                  <a:pt x="89996" y="4371"/>
                </a:cubicBezTo>
                <a:cubicBezTo>
                  <a:pt x="89658" y="3816"/>
                  <a:pt x="89242" y="3300"/>
                  <a:pt x="88786" y="2824"/>
                </a:cubicBezTo>
                <a:cubicBezTo>
                  <a:pt x="88765" y="2782"/>
                  <a:pt x="88721" y="2762"/>
                  <a:pt x="88675" y="2762"/>
                </a:cubicBezTo>
                <a:close/>
                <a:moveTo>
                  <a:pt x="91110" y="6597"/>
                </a:moveTo>
                <a:cubicBezTo>
                  <a:pt x="91089" y="6597"/>
                  <a:pt x="91068" y="6602"/>
                  <a:pt x="91047" y="6612"/>
                </a:cubicBezTo>
                <a:cubicBezTo>
                  <a:pt x="90967" y="6632"/>
                  <a:pt x="90908" y="6731"/>
                  <a:pt x="90947" y="6810"/>
                </a:cubicBezTo>
                <a:cubicBezTo>
                  <a:pt x="91185" y="7425"/>
                  <a:pt x="91384" y="8040"/>
                  <a:pt x="91523" y="8675"/>
                </a:cubicBezTo>
                <a:cubicBezTo>
                  <a:pt x="91542" y="8754"/>
                  <a:pt x="91622" y="8794"/>
                  <a:pt x="91701" y="8794"/>
                </a:cubicBezTo>
                <a:lnTo>
                  <a:pt x="91721" y="8794"/>
                </a:lnTo>
                <a:cubicBezTo>
                  <a:pt x="91800" y="8774"/>
                  <a:pt x="91860" y="8694"/>
                  <a:pt x="91840" y="8595"/>
                </a:cubicBezTo>
                <a:cubicBezTo>
                  <a:pt x="91681" y="7941"/>
                  <a:pt x="91483" y="7306"/>
                  <a:pt x="91245" y="6692"/>
                </a:cubicBezTo>
                <a:cubicBezTo>
                  <a:pt x="91216" y="6633"/>
                  <a:pt x="91166" y="6597"/>
                  <a:pt x="91110" y="6597"/>
                </a:cubicBezTo>
                <a:close/>
                <a:moveTo>
                  <a:pt x="91959" y="11054"/>
                </a:moveTo>
                <a:cubicBezTo>
                  <a:pt x="91879" y="11054"/>
                  <a:pt x="91800" y="11114"/>
                  <a:pt x="91780" y="11213"/>
                </a:cubicBezTo>
                <a:cubicBezTo>
                  <a:pt x="91800" y="11848"/>
                  <a:pt x="91741" y="12502"/>
                  <a:pt x="91622" y="13137"/>
                </a:cubicBezTo>
                <a:cubicBezTo>
                  <a:pt x="91622" y="13236"/>
                  <a:pt x="91681" y="13315"/>
                  <a:pt x="91760" y="13335"/>
                </a:cubicBezTo>
                <a:lnTo>
                  <a:pt x="91800" y="13335"/>
                </a:lnTo>
                <a:cubicBezTo>
                  <a:pt x="91879" y="13335"/>
                  <a:pt x="91939" y="13275"/>
                  <a:pt x="91939" y="13196"/>
                </a:cubicBezTo>
                <a:cubicBezTo>
                  <a:pt x="92058" y="12542"/>
                  <a:pt x="92117" y="11887"/>
                  <a:pt x="92137" y="11233"/>
                </a:cubicBezTo>
                <a:cubicBezTo>
                  <a:pt x="92137" y="11134"/>
                  <a:pt x="92058" y="11054"/>
                  <a:pt x="91959" y="11054"/>
                </a:cubicBezTo>
                <a:close/>
                <a:moveTo>
                  <a:pt x="91092" y="15504"/>
                </a:moveTo>
                <a:cubicBezTo>
                  <a:pt x="91027" y="15504"/>
                  <a:pt x="90963" y="15554"/>
                  <a:pt x="90947" y="15616"/>
                </a:cubicBezTo>
                <a:cubicBezTo>
                  <a:pt x="90709" y="16211"/>
                  <a:pt x="90432" y="16786"/>
                  <a:pt x="90134" y="17381"/>
                </a:cubicBezTo>
                <a:cubicBezTo>
                  <a:pt x="90095" y="17460"/>
                  <a:pt x="90114" y="17539"/>
                  <a:pt x="90174" y="17599"/>
                </a:cubicBezTo>
                <a:lnTo>
                  <a:pt x="90253" y="17599"/>
                </a:lnTo>
                <a:cubicBezTo>
                  <a:pt x="90313" y="17599"/>
                  <a:pt x="90372" y="17579"/>
                  <a:pt x="90412" y="17519"/>
                </a:cubicBezTo>
                <a:cubicBezTo>
                  <a:pt x="90729" y="16944"/>
                  <a:pt x="91007" y="16349"/>
                  <a:pt x="91245" y="15735"/>
                </a:cubicBezTo>
                <a:cubicBezTo>
                  <a:pt x="91265" y="15635"/>
                  <a:pt x="91245" y="15536"/>
                  <a:pt x="91146" y="15516"/>
                </a:cubicBezTo>
                <a:cubicBezTo>
                  <a:pt x="91128" y="15508"/>
                  <a:pt x="91110" y="15504"/>
                  <a:pt x="91092" y="15504"/>
                </a:cubicBezTo>
                <a:close/>
                <a:moveTo>
                  <a:pt x="88856" y="19462"/>
                </a:moveTo>
                <a:cubicBezTo>
                  <a:pt x="88802" y="19462"/>
                  <a:pt x="88752" y="19484"/>
                  <a:pt x="88726" y="19522"/>
                </a:cubicBezTo>
                <a:cubicBezTo>
                  <a:pt x="88330" y="20018"/>
                  <a:pt x="87893" y="20514"/>
                  <a:pt x="87457" y="20990"/>
                </a:cubicBezTo>
                <a:cubicBezTo>
                  <a:pt x="87378" y="21049"/>
                  <a:pt x="87378" y="21168"/>
                  <a:pt x="87457" y="21208"/>
                </a:cubicBezTo>
                <a:lnTo>
                  <a:pt x="87576" y="21267"/>
                </a:lnTo>
                <a:lnTo>
                  <a:pt x="87675" y="21208"/>
                </a:lnTo>
                <a:cubicBezTo>
                  <a:pt x="88131" y="20752"/>
                  <a:pt x="88568" y="20256"/>
                  <a:pt x="88964" y="19721"/>
                </a:cubicBezTo>
                <a:cubicBezTo>
                  <a:pt x="89024" y="19661"/>
                  <a:pt x="89004" y="19542"/>
                  <a:pt x="88944" y="19483"/>
                </a:cubicBezTo>
                <a:cubicBezTo>
                  <a:pt x="88916" y="19469"/>
                  <a:pt x="88886" y="19462"/>
                  <a:pt x="88856" y="19462"/>
                </a:cubicBezTo>
                <a:close/>
                <a:moveTo>
                  <a:pt x="85625" y="22735"/>
                </a:moveTo>
                <a:cubicBezTo>
                  <a:pt x="85601" y="22735"/>
                  <a:pt x="85577" y="22741"/>
                  <a:pt x="85553" y="22755"/>
                </a:cubicBezTo>
                <a:cubicBezTo>
                  <a:pt x="85057" y="23151"/>
                  <a:pt x="84522" y="23548"/>
                  <a:pt x="83987" y="23925"/>
                </a:cubicBezTo>
                <a:cubicBezTo>
                  <a:pt x="83907" y="23965"/>
                  <a:pt x="83887" y="24084"/>
                  <a:pt x="83967" y="24143"/>
                </a:cubicBezTo>
                <a:cubicBezTo>
                  <a:pt x="83987" y="24183"/>
                  <a:pt x="84026" y="24222"/>
                  <a:pt x="84086" y="24222"/>
                </a:cubicBezTo>
                <a:lnTo>
                  <a:pt x="84185" y="24183"/>
                </a:lnTo>
                <a:cubicBezTo>
                  <a:pt x="84720" y="23826"/>
                  <a:pt x="85256" y="23429"/>
                  <a:pt x="85771" y="22993"/>
                </a:cubicBezTo>
                <a:cubicBezTo>
                  <a:pt x="85837" y="22878"/>
                  <a:pt x="85739" y="22735"/>
                  <a:pt x="85625" y="22735"/>
                </a:cubicBezTo>
                <a:close/>
                <a:moveTo>
                  <a:pt x="81855" y="25254"/>
                </a:moveTo>
                <a:cubicBezTo>
                  <a:pt x="81829" y="25254"/>
                  <a:pt x="81805" y="25260"/>
                  <a:pt x="81785" y="25273"/>
                </a:cubicBezTo>
                <a:lnTo>
                  <a:pt x="81706" y="25273"/>
                </a:lnTo>
                <a:lnTo>
                  <a:pt x="80020" y="26106"/>
                </a:lnTo>
                <a:cubicBezTo>
                  <a:pt x="79834" y="26144"/>
                  <a:pt x="79893" y="26407"/>
                  <a:pt x="80064" y="26407"/>
                </a:cubicBezTo>
                <a:cubicBezTo>
                  <a:pt x="80075" y="26407"/>
                  <a:pt x="80087" y="26406"/>
                  <a:pt x="80100" y="26404"/>
                </a:cubicBezTo>
                <a:lnTo>
                  <a:pt x="80159" y="26424"/>
                </a:lnTo>
                <a:lnTo>
                  <a:pt x="81845" y="25611"/>
                </a:lnTo>
                <a:lnTo>
                  <a:pt x="81924" y="25551"/>
                </a:lnTo>
                <a:cubicBezTo>
                  <a:pt x="82023" y="25531"/>
                  <a:pt x="82043" y="25412"/>
                  <a:pt x="82003" y="25333"/>
                </a:cubicBezTo>
                <a:cubicBezTo>
                  <a:pt x="81964" y="25280"/>
                  <a:pt x="81907" y="25254"/>
                  <a:pt x="81855" y="25254"/>
                </a:cubicBezTo>
                <a:close/>
                <a:moveTo>
                  <a:pt x="77650" y="27033"/>
                </a:moveTo>
                <a:cubicBezTo>
                  <a:pt x="77634" y="27033"/>
                  <a:pt x="77618" y="27035"/>
                  <a:pt x="77601" y="27038"/>
                </a:cubicBezTo>
                <a:cubicBezTo>
                  <a:pt x="77026" y="27257"/>
                  <a:pt x="76391" y="27455"/>
                  <a:pt x="75757" y="27653"/>
                </a:cubicBezTo>
                <a:cubicBezTo>
                  <a:pt x="75677" y="27693"/>
                  <a:pt x="75638" y="27772"/>
                  <a:pt x="75657" y="27851"/>
                </a:cubicBezTo>
                <a:cubicBezTo>
                  <a:pt x="75657" y="27931"/>
                  <a:pt x="75737" y="27990"/>
                  <a:pt x="75796" y="27990"/>
                </a:cubicBezTo>
                <a:lnTo>
                  <a:pt x="75856" y="27970"/>
                </a:lnTo>
                <a:lnTo>
                  <a:pt x="77720" y="27376"/>
                </a:lnTo>
                <a:cubicBezTo>
                  <a:pt x="77819" y="27316"/>
                  <a:pt x="77859" y="27237"/>
                  <a:pt x="77819" y="27138"/>
                </a:cubicBezTo>
                <a:cubicBezTo>
                  <a:pt x="77786" y="27072"/>
                  <a:pt x="77726" y="27033"/>
                  <a:pt x="77650" y="27033"/>
                </a:cubicBezTo>
                <a:close/>
                <a:moveTo>
                  <a:pt x="73289" y="28343"/>
                </a:moveTo>
                <a:cubicBezTo>
                  <a:pt x="73279" y="28343"/>
                  <a:pt x="73268" y="28345"/>
                  <a:pt x="73258" y="28347"/>
                </a:cubicBezTo>
                <a:lnTo>
                  <a:pt x="71374" y="28823"/>
                </a:lnTo>
                <a:cubicBezTo>
                  <a:pt x="71275" y="28843"/>
                  <a:pt x="71215" y="28942"/>
                  <a:pt x="71235" y="29022"/>
                </a:cubicBezTo>
                <a:cubicBezTo>
                  <a:pt x="71252" y="29090"/>
                  <a:pt x="71299" y="29144"/>
                  <a:pt x="71363" y="29144"/>
                </a:cubicBezTo>
                <a:cubicBezTo>
                  <a:pt x="71373" y="29144"/>
                  <a:pt x="71383" y="29143"/>
                  <a:pt x="71394" y="29141"/>
                </a:cubicBezTo>
                <a:lnTo>
                  <a:pt x="71433" y="29141"/>
                </a:lnTo>
                <a:lnTo>
                  <a:pt x="73317" y="28684"/>
                </a:lnTo>
                <a:cubicBezTo>
                  <a:pt x="73416" y="28665"/>
                  <a:pt x="73456" y="28565"/>
                  <a:pt x="73456" y="28486"/>
                </a:cubicBezTo>
                <a:cubicBezTo>
                  <a:pt x="73439" y="28400"/>
                  <a:pt x="73361" y="28343"/>
                  <a:pt x="73289" y="28343"/>
                </a:cubicBezTo>
                <a:close/>
                <a:moveTo>
                  <a:pt x="68816" y="29398"/>
                </a:moveTo>
                <a:lnTo>
                  <a:pt x="66912" y="29815"/>
                </a:lnTo>
                <a:cubicBezTo>
                  <a:pt x="66813" y="29835"/>
                  <a:pt x="66753" y="29934"/>
                  <a:pt x="66773" y="30013"/>
                </a:cubicBezTo>
                <a:cubicBezTo>
                  <a:pt x="66790" y="30082"/>
                  <a:pt x="66837" y="30136"/>
                  <a:pt x="66901" y="30136"/>
                </a:cubicBezTo>
                <a:cubicBezTo>
                  <a:pt x="66911" y="30136"/>
                  <a:pt x="66921" y="30135"/>
                  <a:pt x="66932" y="30132"/>
                </a:cubicBezTo>
                <a:lnTo>
                  <a:pt x="66971" y="30132"/>
                </a:lnTo>
                <a:lnTo>
                  <a:pt x="68895" y="29716"/>
                </a:lnTo>
                <a:cubicBezTo>
                  <a:pt x="68974" y="29716"/>
                  <a:pt x="69034" y="29616"/>
                  <a:pt x="69014" y="29517"/>
                </a:cubicBezTo>
                <a:cubicBezTo>
                  <a:pt x="68974" y="29438"/>
                  <a:pt x="68895" y="29398"/>
                  <a:pt x="68816" y="29398"/>
                </a:cubicBezTo>
                <a:close/>
                <a:moveTo>
                  <a:pt x="64396" y="30405"/>
                </a:moveTo>
                <a:cubicBezTo>
                  <a:pt x="64381" y="30405"/>
                  <a:pt x="64367" y="30406"/>
                  <a:pt x="64354" y="30410"/>
                </a:cubicBezTo>
                <a:lnTo>
                  <a:pt x="64135" y="30469"/>
                </a:lnTo>
                <a:lnTo>
                  <a:pt x="62470" y="30886"/>
                </a:lnTo>
                <a:cubicBezTo>
                  <a:pt x="62370" y="30886"/>
                  <a:pt x="62311" y="30985"/>
                  <a:pt x="62351" y="31084"/>
                </a:cubicBezTo>
                <a:cubicBezTo>
                  <a:pt x="62351" y="31163"/>
                  <a:pt x="62410" y="31203"/>
                  <a:pt x="62489" y="31203"/>
                </a:cubicBezTo>
                <a:lnTo>
                  <a:pt x="62549" y="31183"/>
                </a:lnTo>
                <a:lnTo>
                  <a:pt x="64195" y="30787"/>
                </a:lnTo>
                <a:lnTo>
                  <a:pt x="64433" y="30707"/>
                </a:lnTo>
                <a:cubicBezTo>
                  <a:pt x="64512" y="30707"/>
                  <a:pt x="64572" y="30608"/>
                  <a:pt x="64552" y="30509"/>
                </a:cubicBezTo>
                <a:cubicBezTo>
                  <a:pt x="64535" y="30443"/>
                  <a:pt x="64465" y="30405"/>
                  <a:pt x="64396" y="30405"/>
                </a:cubicBezTo>
                <a:close/>
                <a:moveTo>
                  <a:pt x="59994" y="31567"/>
                </a:moveTo>
                <a:cubicBezTo>
                  <a:pt x="59974" y="31567"/>
                  <a:pt x="59952" y="31571"/>
                  <a:pt x="59931" y="31580"/>
                </a:cubicBezTo>
                <a:lnTo>
                  <a:pt x="58087" y="32195"/>
                </a:lnTo>
                <a:cubicBezTo>
                  <a:pt x="57988" y="32234"/>
                  <a:pt x="57948" y="32333"/>
                  <a:pt x="57988" y="32413"/>
                </a:cubicBezTo>
                <a:cubicBezTo>
                  <a:pt x="57988" y="32478"/>
                  <a:pt x="58042" y="32517"/>
                  <a:pt x="58095" y="32517"/>
                </a:cubicBezTo>
                <a:cubicBezTo>
                  <a:pt x="58106" y="32517"/>
                  <a:pt x="58116" y="32515"/>
                  <a:pt x="58127" y="32512"/>
                </a:cubicBezTo>
                <a:lnTo>
                  <a:pt x="58186" y="32512"/>
                </a:lnTo>
                <a:lnTo>
                  <a:pt x="60030" y="31897"/>
                </a:lnTo>
                <a:cubicBezTo>
                  <a:pt x="60110" y="31877"/>
                  <a:pt x="60149" y="31778"/>
                  <a:pt x="60129" y="31699"/>
                </a:cubicBezTo>
                <a:cubicBezTo>
                  <a:pt x="60129" y="31621"/>
                  <a:pt x="60068" y="31567"/>
                  <a:pt x="59994" y="31567"/>
                </a:cubicBezTo>
                <a:close/>
                <a:moveTo>
                  <a:pt x="55702" y="33154"/>
                </a:moveTo>
                <a:cubicBezTo>
                  <a:pt x="55683" y="33154"/>
                  <a:pt x="55665" y="33158"/>
                  <a:pt x="55648" y="33166"/>
                </a:cubicBezTo>
                <a:cubicBezTo>
                  <a:pt x="55033" y="33444"/>
                  <a:pt x="54438" y="33741"/>
                  <a:pt x="53863" y="34039"/>
                </a:cubicBezTo>
                <a:cubicBezTo>
                  <a:pt x="53783" y="34059"/>
                  <a:pt x="53744" y="34158"/>
                  <a:pt x="53783" y="34237"/>
                </a:cubicBezTo>
                <a:cubicBezTo>
                  <a:pt x="53803" y="34297"/>
                  <a:pt x="53863" y="34336"/>
                  <a:pt x="53942" y="34336"/>
                </a:cubicBezTo>
                <a:lnTo>
                  <a:pt x="54021" y="34316"/>
                </a:lnTo>
                <a:lnTo>
                  <a:pt x="55767" y="33464"/>
                </a:lnTo>
                <a:cubicBezTo>
                  <a:pt x="55846" y="33424"/>
                  <a:pt x="55886" y="33345"/>
                  <a:pt x="55846" y="33265"/>
                </a:cubicBezTo>
                <a:cubicBezTo>
                  <a:pt x="55830" y="33203"/>
                  <a:pt x="55767" y="33154"/>
                  <a:pt x="55702" y="33154"/>
                </a:cubicBezTo>
                <a:close/>
                <a:moveTo>
                  <a:pt x="51683" y="35303"/>
                </a:moveTo>
                <a:cubicBezTo>
                  <a:pt x="51654" y="35303"/>
                  <a:pt x="51626" y="35316"/>
                  <a:pt x="51602" y="35348"/>
                </a:cubicBezTo>
                <a:cubicBezTo>
                  <a:pt x="51047" y="35705"/>
                  <a:pt x="50511" y="36081"/>
                  <a:pt x="49996" y="36518"/>
                </a:cubicBezTo>
                <a:cubicBezTo>
                  <a:pt x="49916" y="36557"/>
                  <a:pt x="49916" y="36676"/>
                  <a:pt x="49976" y="36736"/>
                </a:cubicBezTo>
                <a:lnTo>
                  <a:pt x="50095" y="36795"/>
                </a:lnTo>
                <a:lnTo>
                  <a:pt x="50194" y="36756"/>
                </a:lnTo>
                <a:cubicBezTo>
                  <a:pt x="50690" y="36359"/>
                  <a:pt x="51245" y="36002"/>
                  <a:pt x="51780" y="35625"/>
                </a:cubicBezTo>
                <a:cubicBezTo>
                  <a:pt x="51960" y="35593"/>
                  <a:pt x="51816" y="35303"/>
                  <a:pt x="51683" y="35303"/>
                </a:cubicBezTo>
                <a:close/>
                <a:moveTo>
                  <a:pt x="48182" y="38228"/>
                </a:moveTo>
                <a:cubicBezTo>
                  <a:pt x="48145" y="38228"/>
                  <a:pt x="48106" y="38244"/>
                  <a:pt x="48072" y="38283"/>
                </a:cubicBezTo>
                <a:lnTo>
                  <a:pt x="47775" y="38580"/>
                </a:lnTo>
                <a:cubicBezTo>
                  <a:pt x="47418" y="38937"/>
                  <a:pt x="47100" y="39334"/>
                  <a:pt x="46783" y="39770"/>
                </a:cubicBezTo>
                <a:cubicBezTo>
                  <a:pt x="46704" y="39830"/>
                  <a:pt x="46723" y="39929"/>
                  <a:pt x="46803" y="39988"/>
                </a:cubicBezTo>
                <a:lnTo>
                  <a:pt x="46902" y="40028"/>
                </a:lnTo>
                <a:cubicBezTo>
                  <a:pt x="46942" y="40028"/>
                  <a:pt x="47001" y="40008"/>
                  <a:pt x="47021" y="39968"/>
                </a:cubicBezTo>
                <a:cubicBezTo>
                  <a:pt x="47338" y="39572"/>
                  <a:pt x="47675" y="39175"/>
                  <a:pt x="48013" y="38798"/>
                </a:cubicBezTo>
                <a:lnTo>
                  <a:pt x="48290" y="38501"/>
                </a:lnTo>
                <a:cubicBezTo>
                  <a:pt x="48395" y="38381"/>
                  <a:pt x="48296" y="38228"/>
                  <a:pt x="48182" y="38228"/>
                </a:cubicBezTo>
                <a:close/>
                <a:moveTo>
                  <a:pt x="45430" y="41892"/>
                </a:moveTo>
                <a:cubicBezTo>
                  <a:pt x="45373" y="41892"/>
                  <a:pt x="45315" y="41918"/>
                  <a:pt x="45276" y="41971"/>
                </a:cubicBezTo>
                <a:cubicBezTo>
                  <a:pt x="44958" y="42546"/>
                  <a:pt x="44661" y="43122"/>
                  <a:pt x="44383" y="43716"/>
                </a:cubicBezTo>
                <a:cubicBezTo>
                  <a:pt x="44364" y="43796"/>
                  <a:pt x="44383" y="43895"/>
                  <a:pt x="44463" y="43935"/>
                </a:cubicBezTo>
                <a:lnTo>
                  <a:pt x="44542" y="43935"/>
                </a:lnTo>
                <a:cubicBezTo>
                  <a:pt x="44602" y="43935"/>
                  <a:pt x="44661" y="43895"/>
                  <a:pt x="44701" y="43855"/>
                </a:cubicBezTo>
                <a:cubicBezTo>
                  <a:pt x="44958" y="43260"/>
                  <a:pt x="45256" y="42685"/>
                  <a:pt x="45593" y="42150"/>
                </a:cubicBezTo>
                <a:cubicBezTo>
                  <a:pt x="45633" y="42051"/>
                  <a:pt x="45613" y="41952"/>
                  <a:pt x="45514" y="41912"/>
                </a:cubicBezTo>
                <a:cubicBezTo>
                  <a:pt x="45487" y="41899"/>
                  <a:pt x="45459" y="41892"/>
                  <a:pt x="45430" y="41892"/>
                </a:cubicBezTo>
                <a:close/>
                <a:moveTo>
                  <a:pt x="43607" y="46032"/>
                </a:moveTo>
                <a:cubicBezTo>
                  <a:pt x="43538" y="46032"/>
                  <a:pt x="43464" y="46070"/>
                  <a:pt x="43431" y="46136"/>
                </a:cubicBezTo>
                <a:cubicBezTo>
                  <a:pt x="43233" y="46751"/>
                  <a:pt x="43055" y="47365"/>
                  <a:pt x="42876" y="48040"/>
                </a:cubicBezTo>
                <a:cubicBezTo>
                  <a:pt x="42876" y="48119"/>
                  <a:pt x="42936" y="48198"/>
                  <a:pt x="43015" y="48238"/>
                </a:cubicBezTo>
                <a:lnTo>
                  <a:pt x="43055" y="48238"/>
                </a:lnTo>
                <a:cubicBezTo>
                  <a:pt x="43134" y="48238"/>
                  <a:pt x="43194" y="48179"/>
                  <a:pt x="43213" y="48119"/>
                </a:cubicBezTo>
                <a:cubicBezTo>
                  <a:pt x="43372" y="47465"/>
                  <a:pt x="43550" y="46850"/>
                  <a:pt x="43749" y="46235"/>
                </a:cubicBezTo>
                <a:cubicBezTo>
                  <a:pt x="43769" y="46156"/>
                  <a:pt x="43729" y="46057"/>
                  <a:pt x="43650" y="46037"/>
                </a:cubicBezTo>
                <a:cubicBezTo>
                  <a:pt x="43636" y="46033"/>
                  <a:pt x="43622" y="46032"/>
                  <a:pt x="43607" y="46032"/>
                </a:cubicBezTo>
                <a:close/>
                <a:moveTo>
                  <a:pt x="42528" y="50475"/>
                </a:moveTo>
                <a:cubicBezTo>
                  <a:pt x="42460" y="50475"/>
                  <a:pt x="42398" y="50529"/>
                  <a:pt x="42380" y="50598"/>
                </a:cubicBezTo>
                <a:cubicBezTo>
                  <a:pt x="42281" y="51233"/>
                  <a:pt x="42182" y="51887"/>
                  <a:pt x="42142" y="52561"/>
                </a:cubicBezTo>
                <a:cubicBezTo>
                  <a:pt x="42123" y="52641"/>
                  <a:pt x="42202" y="52720"/>
                  <a:pt x="42281" y="52720"/>
                </a:cubicBezTo>
                <a:cubicBezTo>
                  <a:pt x="42380" y="52720"/>
                  <a:pt x="42460" y="52680"/>
                  <a:pt x="42460" y="52581"/>
                </a:cubicBezTo>
                <a:cubicBezTo>
                  <a:pt x="42539" y="51927"/>
                  <a:pt x="42618" y="51292"/>
                  <a:pt x="42718" y="50638"/>
                </a:cubicBezTo>
                <a:cubicBezTo>
                  <a:pt x="42718" y="50558"/>
                  <a:pt x="42638" y="50479"/>
                  <a:pt x="42559" y="50479"/>
                </a:cubicBezTo>
                <a:cubicBezTo>
                  <a:pt x="42548" y="50476"/>
                  <a:pt x="42538" y="50475"/>
                  <a:pt x="42528" y="50475"/>
                </a:cubicBezTo>
                <a:close/>
                <a:moveTo>
                  <a:pt x="42142" y="55000"/>
                </a:moveTo>
                <a:cubicBezTo>
                  <a:pt x="42063" y="55000"/>
                  <a:pt x="41964" y="55080"/>
                  <a:pt x="41964" y="55159"/>
                </a:cubicBezTo>
                <a:lnTo>
                  <a:pt x="41964" y="57142"/>
                </a:lnTo>
                <a:cubicBezTo>
                  <a:pt x="41964" y="57222"/>
                  <a:pt x="42023" y="57281"/>
                  <a:pt x="42123" y="57281"/>
                </a:cubicBezTo>
                <a:cubicBezTo>
                  <a:pt x="42202" y="57281"/>
                  <a:pt x="42281" y="57202"/>
                  <a:pt x="42281" y="57122"/>
                </a:cubicBezTo>
                <a:lnTo>
                  <a:pt x="42281" y="55179"/>
                </a:lnTo>
                <a:cubicBezTo>
                  <a:pt x="42301" y="55080"/>
                  <a:pt x="42222" y="55000"/>
                  <a:pt x="42142" y="55000"/>
                </a:cubicBezTo>
                <a:close/>
                <a:moveTo>
                  <a:pt x="42221" y="59619"/>
                </a:moveTo>
                <a:cubicBezTo>
                  <a:pt x="42152" y="59619"/>
                  <a:pt x="42084" y="59658"/>
                  <a:pt x="42063" y="59740"/>
                </a:cubicBezTo>
                <a:cubicBezTo>
                  <a:pt x="42123" y="60395"/>
                  <a:pt x="42162" y="61029"/>
                  <a:pt x="42242" y="61703"/>
                </a:cubicBezTo>
                <a:cubicBezTo>
                  <a:pt x="42242" y="61783"/>
                  <a:pt x="42321" y="61842"/>
                  <a:pt x="42420" y="61842"/>
                </a:cubicBezTo>
                <a:cubicBezTo>
                  <a:pt x="42519" y="61822"/>
                  <a:pt x="42579" y="61743"/>
                  <a:pt x="42559" y="61684"/>
                </a:cubicBezTo>
                <a:cubicBezTo>
                  <a:pt x="42519" y="61009"/>
                  <a:pt x="42440" y="60355"/>
                  <a:pt x="42380" y="59720"/>
                </a:cubicBezTo>
                <a:cubicBezTo>
                  <a:pt x="42352" y="59653"/>
                  <a:pt x="42286" y="59619"/>
                  <a:pt x="42221" y="59619"/>
                </a:cubicBezTo>
                <a:close/>
                <a:moveTo>
                  <a:pt x="42718" y="64103"/>
                </a:moveTo>
                <a:cubicBezTo>
                  <a:pt x="42618" y="64123"/>
                  <a:pt x="42559" y="64202"/>
                  <a:pt x="42559" y="64301"/>
                </a:cubicBezTo>
                <a:lnTo>
                  <a:pt x="42856" y="66245"/>
                </a:lnTo>
                <a:cubicBezTo>
                  <a:pt x="42876" y="66304"/>
                  <a:pt x="42956" y="66364"/>
                  <a:pt x="43035" y="66364"/>
                </a:cubicBezTo>
                <a:lnTo>
                  <a:pt x="43055" y="66364"/>
                </a:lnTo>
                <a:cubicBezTo>
                  <a:pt x="43134" y="66344"/>
                  <a:pt x="43194" y="66265"/>
                  <a:pt x="43174" y="66185"/>
                </a:cubicBezTo>
                <a:lnTo>
                  <a:pt x="42876" y="64262"/>
                </a:lnTo>
                <a:cubicBezTo>
                  <a:pt x="42876" y="64163"/>
                  <a:pt x="42797" y="64103"/>
                  <a:pt x="42718" y="64103"/>
                </a:cubicBezTo>
                <a:close/>
                <a:moveTo>
                  <a:pt x="43471" y="68650"/>
                </a:moveTo>
                <a:cubicBezTo>
                  <a:pt x="43389" y="68650"/>
                  <a:pt x="43312" y="68709"/>
                  <a:pt x="43312" y="68803"/>
                </a:cubicBezTo>
                <a:lnTo>
                  <a:pt x="43610" y="70548"/>
                </a:lnTo>
                <a:lnTo>
                  <a:pt x="43650" y="70727"/>
                </a:lnTo>
                <a:cubicBezTo>
                  <a:pt x="43650" y="70806"/>
                  <a:pt x="43709" y="70866"/>
                  <a:pt x="43808" y="70866"/>
                </a:cubicBezTo>
                <a:lnTo>
                  <a:pt x="43828" y="70866"/>
                </a:lnTo>
                <a:cubicBezTo>
                  <a:pt x="43907" y="70846"/>
                  <a:pt x="43967" y="70766"/>
                  <a:pt x="43967" y="70667"/>
                </a:cubicBezTo>
                <a:lnTo>
                  <a:pt x="43927" y="70489"/>
                </a:lnTo>
                <a:lnTo>
                  <a:pt x="43630" y="68744"/>
                </a:lnTo>
                <a:cubicBezTo>
                  <a:pt x="43589" y="68679"/>
                  <a:pt x="43529" y="68650"/>
                  <a:pt x="43471" y="68650"/>
                </a:cubicBezTo>
                <a:close/>
                <a:moveTo>
                  <a:pt x="44225" y="73106"/>
                </a:moveTo>
                <a:cubicBezTo>
                  <a:pt x="44126" y="73126"/>
                  <a:pt x="44086" y="73206"/>
                  <a:pt x="44106" y="73305"/>
                </a:cubicBezTo>
                <a:cubicBezTo>
                  <a:pt x="44205" y="73939"/>
                  <a:pt x="44324" y="74594"/>
                  <a:pt x="44423" y="75228"/>
                </a:cubicBezTo>
                <a:cubicBezTo>
                  <a:pt x="44423" y="75308"/>
                  <a:pt x="44502" y="75367"/>
                  <a:pt x="44562" y="75367"/>
                </a:cubicBezTo>
                <a:lnTo>
                  <a:pt x="44602" y="75367"/>
                </a:lnTo>
                <a:cubicBezTo>
                  <a:pt x="44681" y="75347"/>
                  <a:pt x="44740" y="75268"/>
                  <a:pt x="44740" y="75189"/>
                </a:cubicBezTo>
                <a:cubicBezTo>
                  <a:pt x="44641" y="74534"/>
                  <a:pt x="44522" y="73900"/>
                  <a:pt x="44423" y="73245"/>
                </a:cubicBezTo>
                <a:cubicBezTo>
                  <a:pt x="44403" y="73166"/>
                  <a:pt x="44304" y="73106"/>
                  <a:pt x="44225" y="73106"/>
                </a:cubicBezTo>
                <a:close/>
                <a:moveTo>
                  <a:pt x="44939" y="77608"/>
                </a:moveTo>
                <a:cubicBezTo>
                  <a:pt x="44840" y="77628"/>
                  <a:pt x="44780" y="77727"/>
                  <a:pt x="44780" y="77806"/>
                </a:cubicBezTo>
                <a:cubicBezTo>
                  <a:pt x="44879" y="78481"/>
                  <a:pt x="44958" y="79135"/>
                  <a:pt x="45038" y="79750"/>
                </a:cubicBezTo>
                <a:cubicBezTo>
                  <a:pt x="45038" y="79829"/>
                  <a:pt x="45097" y="79889"/>
                  <a:pt x="45177" y="79889"/>
                </a:cubicBezTo>
                <a:lnTo>
                  <a:pt x="45216" y="79889"/>
                </a:lnTo>
                <a:cubicBezTo>
                  <a:pt x="45296" y="79869"/>
                  <a:pt x="45355" y="79790"/>
                  <a:pt x="45355" y="79690"/>
                </a:cubicBezTo>
                <a:cubicBezTo>
                  <a:pt x="45276" y="79076"/>
                  <a:pt x="45216" y="78421"/>
                  <a:pt x="45117" y="77767"/>
                </a:cubicBezTo>
                <a:cubicBezTo>
                  <a:pt x="45117" y="77668"/>
                  <a:pt x="45038" y="77608"/>
                  <a:pt x="44939" y="77608"/>
                </a:cubicBezTo>
                <a:close/>
                <a:moveTo>
                  <a:pt x="45415" y="82150"/>
                </a:moveTo>
                <a:cubicBezTo>
                  <a:pt x="45335" y="82169"/>
                  <a:pt x="45276" y="82249"/>
                  <a:pt x="45256" y="82328"/>
                </a:cubicBezTo>
                <a:cubicBezTo>
                  <a:pt x="45315" y="83002"/>
                  <a:pt x="45335" y="83657"/>
                  <a:pt x="45355" y="84291"/>
                </a:cubicBezTo>
                <a:cubicBezTo>
                  <a:pt x="45355" y="84371"/>
                  <a:pt x="45434" y="84430"/>
                  <a:pt x="45514" y="84430"/>
                </a:cubicBezTo>
                <a:cubicBezTo>
                  <a:pt x="45593" y="84430"/>
                  <a:pt x="45672" y="84371"/>
                  <a:pt x="45672" y="84291"/>
                </a:cubicBezTo>
                <a:cubicBezTo>
                  <a:pt x="45653" y="83637"/>
                  <a:pt x="45633" y="82963"/>
                  <a:pt x="45573" y="82308"/>
                </a:cubicBezTo>
                <a:cubicBezTo>
                  <a:pt x="45573" y="82209"/>
                  <a:pt x="45494" y="82150"/>
                  <a:pt x="45415" y="82150"/>
                </a:cubicBezTo>
                <a:close/>
                <a:moveTo>
                  <a:pt x="45514" y="86711"/>
                </a:moveTo>
                <a:cubicBezTo>
                  <a:pt x="45415" y="86711"/>
                  <a:pt x="45335" y="86790"/>
                  <a:pt x="45335" y="86889"/>
                </a:cubicBezTo>
                <a:cubicBezTo>
                  <a:pt x="45315" y="87524"/>
                  <a:pt x="45256" y="88198"/>
                  <a:pt x="45196" y="88813"/>
                </a:cubicBezTo>
                <a:cubicBezTo>
                  <a:pt x="45196" y="88912"/>
                  <a:pt x="45236" y="88991"/>
                  <a:pt x="45335" y="88991"/>
                </a:cubicBezTo>
                <a:lnTo>
                  <a:pt x="45355" y="88991"/>
                </a:lnTo>
                <a:cubicBezTo>
                  <a:pt x="45434" y="88991"/>
                  <a:pt x="45514" y="88932"/>
                  <a:pt x="45514" y="88852"/>
                </a:cubicBezTo>
                <a:cubicBezTo>
                  <a:pt x="45573" y="88218"/>
                  <a:pt x="45633" y="87563"/>
                  <a:pt x="45653" y="86889"/>
                </a:cubicBezTo>
                <a:cubicBezTo>
                  <a:pt x="45653" y="86810"/>
                  <a:pt x="45593" y="86731"/>
                  <a:pt x="45514" y="86711"/>
                </a:cubicBezTo>
                <a:close/>
                <a:moveTo>
                  <a:pt x="45018" y="91252"/>
                </a:moveTo>
                <a:cubicBezTo>
                  <a:pt x="44919" y="91252"/>
                  <a:pt x="44859" y="91312"/>
                  <a:pt x="44840" y="91391"/>
                </a:cubicBezTo>
                <a:cubicBezTo>
                  <a:pt x="44721" y="92025"/>
                  <a:pt x="44602" y="92660"/>
                  <a:pt x="44423" y="93315"/>
                </a:cubicBezTo>
                <a:cubicBezTo>
                  <a:pt x="44403" y="93394"/>
                  <a:pt x="44463" y="93473"/>
                  <a:pt x="44542" y="93513"/>
                </a:cubicBezTo>
                <a:lnTo>
                  <a:pt x="44602" y="93513"/>
                </a:lnTo>
                <a:cubicBezTo>
                  <a:pt x="44661" y="93513"/>
                  <a:pt x="44721" y="93453"/>
                  <a:pt x="44740" y="93374"/>
                </a:cubicBezTo>
                <a:cubicBezTo>
                  <a:pt x="44879" y="92739"/>
                  <a:pt x="45038" y="92085"/>
                  <a:pt x="45157" y="91450"/>
                </a:cubicBezTo>
                <a:cubicBezTo>
                  <a:pt x="45157" y="91351"/>
                  <a:pt x="45097" y="91272"/>
                  <a:pt x="45018" y="91252"/>
                </a:cubicBezTo>
                <a:close/>
                <a:moveTo>
                  <a:pt x="43854" y="95679"/>
                </a:moveTo>
                <a:cubicBezTo>
                  <a:pt x="43788" y="95679"/>
                  <a:pt x="43733" y="95720"/>
                  <a:pt x="43689" y="95793"/>
                </a:cubicBezTo>
                <a:cubicBezTo>
                  <a:pt x="43511" y="96408"/>
                  <a:pt x="43273" y="97023"/>
                  <a:pt x="43055" y="97618"/>
                </a:cubicBezTo>
                <a:cubicBezTo>
                  <a:pt x="43015" y="97697"/>
                  <a:pt x="43055" y="97796"/>
                  <a:pt x="43134" y="97836"/>
                </a:cubicBezTo>
                <a:lnTo>
                  <a:pt x="43213" y="97836"/>
                </a:lnTo>
                <a:cubicBezTo>
                  <a:pt x="43273" y="97836"/>
                  <a:pt x="43332" y="97796"/>
                  <a:pt x="43352" y="97737"/>
                </a:cubicBezTo>
                <a:cubicBezTo>
                  <a:pt x="43590" y="97122"/>
                  <a:pt x="43828" y="96507"/>
                  <a:pt x="44026" y="95893"/>
                </a:cubicBezTo>
                <a:cubicBezTo>
                  <a:pt x="44046" y="95793"/>
                  <a:pt x="44007" y="95714"/>
                  <a:pt x="43927" y="95694"/>
                </a:cubicBezTo>
                <a:cubicBezTo>
                  <a:pt x="43902" y="95684"/>
                  <a:pt x="43877" y="95679"/>
                  <a:pt x="43854" y="95679"/>
                </a:cubicBezTo>
                <a:close/>
                <a:moveTo>
                  <a:pt x="42153" y="99929"/>
                </a:moveTo>
                <a:cubicBezTo>
                  <a:pt x="42092" y="99929"/>
                  <a:pt x="42030" y="99965"/>
                  <a:pt x="42004" y="100017"/>
                </a:cubicBezTo>
                <a:cubicBezTo>
                  <a:pt x="41746" y="100593"/>
                  <a:pt x="41448" y="101188"/>
                  <a:pt x="41111" y="101763"/>
                </a:cubicBezTo>
                <a:cubicBezTo>
                  <a:pt x="41091" y="101842"/>
                  <a:pt x="41111" y="101941"/>
                  <a:pt x="41191" y="101981"/>
                </a:cubicBezTo>
                <a:lnTo>
                  <a:pt x="41270" y="101981"/>
                </a:lnTo>
                <a:cubicBezTo>
                  <a:pt x="41329" y="101981"/>
                  <a:pt x="41389" y="101961"/>
                  <a:pt x="41409" y="101901"/>
                </a:cubicBezTo>
                <a:cubicBezTo>
                  <a:pt x="41706" y="101326"/>
                  <a:pt x="42043" y="100751"/>
                  <a:pt x="42301" y="100176"/>
                </a:cubicBezTo>
                <a:cubicBezTo>
                  <a:pt x="42341" y="100077"/>
                  <a:pt x="42301" y="99978"/>
                  <a:pt x="42242" y="99958"/>
                </a:cubicBezTo>
                <a:cubicBezTo>
                  <a:pt x="42215" y="99938"/>
                  <a:pt x="42184" y="99929"/>
                  <a:pt x="42153" y="99929"/>
                </a:cubicBezTo>
                <a:close/>
                <a:moveTo>
                  <a:pt x="39901" y="103899"/>
                </a:moveTo>
                <a:cubicBezTo>
                  <a:pt x="39853" y="103899"/>
                  <a:pt x="39813" y="103923"/>
                  <a:pt x="39802" y="103984"/>
                </a:cubicBezTo>
                <a:cubicBezTo>
                  <a:pt x="39465" y="104539"/>
                  <a:pt x="39088" y="105074"/>
                  <a:pt x="38712" y="105630"/>
                </a:cubicBezTo>
                <a:cubicBezTo>
                  <a:pt x="38672" y="105709"/>
                  <a:pt x="38692" y="105788"/>
                  <a:pt x="38771" y="105848"/>
                </a:cubicBezTo>
                <a:lnTo>
                  <a:pt x="38870" y="105848"/>
                </a:lnTo>
                <a:cubicBezTo>
                  <a:pt x="38910" y="105848"/>
                  <a:pt x="38969" y="105828"/>
                  <a:pt x="38989" y="105808"/>
                </a:cubicBezTo>
                <a:cubicBezTo>
                  <a:pt x="39366" y="105273"/>
                  <a:pt x="39743" y="104717"/>
                  <a:pt x="40080" y="104162"/>
                </a:cubicBezTo>
                <a:cubicBezTo>
                  <a:pt x="40209" y="104062"/>
                  <a:pt x="40027" y="103899"/>
                  <a:pt x="39901" y="103899"/>
                </a:cubicBezTo>
                <a:close/>
                <a:moveTo>
                  <a:pt x="37289" y="107605"/>
                </a:moveTo>
                <a:cubicBezTo>
                  <a:pt x="37242" y="107605"/>
                  <a:pt x="37198" y="107620"/>
                  <a:pt x="37165" y="107653"/>
                </a:cubicBezTo>
                <a:cubicBezTo>
                  <a:pt x="36768" y="108188"/>
                  <a:pt x="36332" y="108684"/>
                  <a:pt x="35915" y="109180"/>
                </a:cubicBezTo>
                <a:cubicBezTo>
                  <a:pt x="35856" y="109239"/>
                  <a:pt x="35876" y="109338"/>
                  <a:pt x="35935" y="109398"/>
                </a:cubicBezTo>
                <a:cubicBezTo>
                  <a:pt x="35955" y="109418"/>
                  <a:pt x="35995" y="109437"/>
                  <a:pt x="36034" y="109437"/>
                </a:cubicBezTo>
                <a:cubicBezTo>
                  <a:pt x="36094" y="109437"/>
                  <a:pt x="36134" y="109418"/>
                  <a:pt x="36173" y="109378"/>
                </a:cubicBezTo>
                <a:cubicBezTo>
                  <a:pt x="36590" y="108882"/>
                  <a:pt x="37026" y="108386"/>
                  <a:pt x="37423" y="107890"/>
                </a:cubicBezTo>
                <a:cubicBezTo>
                  <a:pt x="37482" y="107811"/>
                  <a:pt x="37462" y="107692"/>
                  <a:pt x="37403" y="107633"/>
                </a:cubicBezTo>
                <a:cubicBezTo>
                  <a:pt x="37367" y="107615"/>
                  <a:pt x="37327" y="107605"/>
                  <a:pt x="37289" y="107605"/>
                </a:cubicBezTo>
                <a:close/>
                <a:moveTo>
                  <a:pt x="34266" y="111031"/>
                </a:moveTo>
                <a:cubicBezTo>
                  <a:pt x="34228" y="111031"/>
                  <a:pt x="34188" y="111046"/>
                  <a:pt x="34150" y="111083"/>
                </a:cubicBezTo>
                <a:cubicBezTo>
                  <a:pt x="33714" y="111520"/>
                  <a:pt x="33238" y="111996"/>
                  <a:pt x="32742" y="112452"/>
                </a:cubicBezTo>
                <a:cubicBezTo>
                  <a:pt x="32683" y="112511"/>
                  <a:pt x="32683" y="112591"/>
                  <a:pt x="32742" y="112670"/>
                </a:cubicBezTo>
                <a:lnTo>
                  <a:pt x="32861" y="112709"/>
                </a:lnTo>
                <a:lnTo>
                  <a:pt x="32961" y="112670"/>
                </a:lnTo>
                <a:cubicBezTo>
                  <a:pt x="33456" y="112214"/>
                  <a:pt x="33932" y="111777"/>
                  <a:pt x="34388" y="111301"/>
                </a:cubicBezTo>
                <a:cubicBezTo>
                  <a:pt x="34495" y="111195"/>
                  <a:pt x="34392" y="111031"/>
                  <a:pt x="34266" y="111031"/>
                </a:cubicBezTo>
                <a:close/>
                <a:moveTo>
                  <a:pt x="30919" y="114115"/>
                </a:moveTo>
                <a:cubicBezTo>
                  <a:pt x="30883" y="114115"/>
                  <a:pt x="30846" y="114130"/>
                  <a:pt x="30819" y="114157"/>
                </a:cubicBezTo>
                <a:lnTo>
                  <a:pt x="29292" y="115367"/>
                </a:lnTo>
                <a:cubicBezTo>
                  <a:pt x="29232" y="115426"/>
                  <a:pt x="29193" y="115526"/>
                  <a:pt x="29252" y="115625"/>
                </a:cubicBezTo>
                <a:lnTo>
                  <a:pt x="29391" y="115664"/>
                </a:lnTo>
                <a:lnTo>
                  <a:pt x="29490" y="115645"/>
                </a:lnTo>
                <a:cubicBezTo>
                  <a:pt x="30025" y="115248"/>
                  <a:pt x="30521" y="114831"/>
                  <a:pt x="31017" y="114395"/>
                </a:cubicBezTo>
                <a:cubicBezTo>
                  <a:pt x="31077" y="114355"/>
                  <a:pt x="31096" y="114237"/>
                  <a:pt x="31037" y="114177"/>
                </a:cubicBezTo>
                <a:cubicBezTo>
                  <a:pt x="31005" y="114135"/>
                  <a:pt x="30962" y="114115"/>
                  <a:pt x="30919" y="114115"/>
                </a:cubicBezTo>
                <a:close/>
                <a:moveTo>
                  <a:pt x="27278" y="116860"/>
                </a:moveTo>
                <a:cubicBezTo>
                  <a:pt x="27247" y="116860"/>
                  <a:pt x="27216" y="116876"/>
                  <a:pt x="27190" y="116914"/>
                </a:cubicBezTo>
                <a:lnTo>
                  <a:pt x="25563" y="117965"/>
                </a:lnTo>
                <a:cubicBezTo>
                  <a:pt x="25484" y="118024"/>
                  <a:pt x="25464" y="118143"/>
                  <a:pt x="25504" y="118223"/>
                </a:cubicBezTo>
                <a:cubicBezTo>
                  <a:pt x="25544" y="118262"/>
                  <a:pt x="25603" y="118282"/>
                  <a:pt x="25663" y="118302"/>
                </a:cubicBezTo>
                <a:lnTo>
                  <a:pt x="25722" y="118262"/>
                </a:lnTo>
                <a:lnTo>
                  <a:pt x="27368" y="117172"/>
                </a:lnTo>
                <a:cubicBezTo>
                  <a:pt x="27545" y="117139"/>
                  <a:pt x="27409" y="116860"/>
                  <a:pt x="27278" y="116860"/>
                </a:cubicBezTo>
                <a:close/>
                <a:moveTo>
                  <a:pt x="23367" y="119328"/>
                </a:moveTo>
                <a:cubicBezTo>
                  <a:pt x="23353" y="119328"/>
                  <a:pt x="23338" y="119329"/>
                  <a:pt x="23322" y="119333"/>
                </a:cubicBezTo>
                <a:lnTo>
                  <a:pt x="21617" y="120245"/>
                </a:lnTo>
                <a:cubicBezTo>
                  <a:pt x="21538" y="120305"/>
                  <a:pt x="21518" y="120384"/>
                  <a:pt x="21538" y="120483"/>
                </a:cubicBezTo>
                <a:cubicBezTo>
                  <a:pt x="21557" y="120523"/>
                  <a:pt x="21617" y="120563"/>
                  <a:pt x="21696" y="120583"/>
                </a:cubicBezTo>
                <a:lnTo>
                  <a:pt x="21756" y="120543"/>
                </a:lnTo>
                <a:cubicBezTo>
                  <a:pt x="22351" y="120245"/>
                  <a:pt x="22926" y="119928"/>
                  <a:pt x="23501" y="119611"/>
                </a:cubicBezTo>
                <a:cubicBezTo>
                  <a:pt x="23573" y="119485"/>
                  <a:pt x="23499" y="119328"/>
                  <a:pt x="23367" y="119328"/>
                </a:cubicBezTo>
                <a:close/>
                <a:moveTo>
                  <a:pt x="19343" y="121409"/>
                </a:moveTo>
                <a:cubicBezTo>
                  <a:pt x="19321" y="121409"/>
                  <a:pt x="19299" y="121411"/>
                  <a:pt x="19277" y="121415"/>
                </a:cubicBezTo>
                <a:cubicBezTo>
                  <a:pt x="18722" y="121713"/>
                  <a:pt x="18127" y="121991"/>
                  <a:pt x="17532" y="122229"/>
                </a:cubicBezTo>
                <a:cubicBezTo>
                  <a:pt x="17452" y="122288"/>
                  <a:pt x="17413" y="122367"/>
                  <a:pt x="17433" y="122466"/>
                </a:cubicBezTo>
                <a:cubicBezTo>
                  <a:pt x="17472" y="122506"/>
                  <a:pt x="17532" y="122546"/>
                  <a:pt x="17591" y="122566"/>
                </a:cubicBezTo>
                <a:lnTo>
                  <a:pt x="17651" y="122526"/>
                </a:lnTo>
                <a:cubicBezTo>
                  <a:pt x="18246" y="122288"/>
                  <a:pt x="18841" y="122010"/>
                  <a:pt x="19436" y="121713"/>
                </a:cubicBezTo>
                <a:cubicBezTo>
                  <a:pt x="19515" y="121673"/>
                  <a:pt x="19535" y="121594"/>
                  <a:pt x="19515" y="121515"/>
                </a:cubicBezTo>
                <a:cubicBezTo>
                  <a:pt x="19484" y="121438"/>
                  <a:pt x="19418" y="121409"/>
                  <a:pt x="19343" y="121409"/>
                </a:cubicBezTo>
                <a:close/>
                <a:moveTo>
                  <a:pt x="15196" y="123240"/>
                </a:moveTo>
                <a:cubicBezTo>
                  <a:pt x="15167" y="123240"/>
                  <a:pt x="15139" y="123247"/>
                  <a:pt x="15112" y="123260"/>
                </a:cubicBezTo>
                <a:lnTo>
                  <a:pt x="13288" y="123954"/>
                </a:lnTo>
                <a:cubicBezTo>
                  <a:pt x="13208" y="123974"/>
                  <a:pt x="13169" y="124053"/>
                  <a:pt x="13189" y="124152"/>
                </a:cubicBezTo>
                <a:cubicBezTo>
                  <a:pt x="13208" y="124212"/>
                  <a:pt x="13288" y="124271"/>
                  <a:pt x="13367" y="124271"/>
                </a:cubicBezTo>
                <a:lnTo>
                  <a:pt x="13407" y="124251"/>
                </a:lnTo>
                <a:lnTo>
                  <a:pt x="15251" y="123557"/>
                </a:lnTo>
                <a:cubicBezTo>
                  <a:pt x="15330" y="123498"/>
                  <a:pt x="15370" y="123418"/>
                  <a:pt x="15350" y="123319"/>
                </a:cubicBezTo>
                <a:cubicBezTo>
                  <a:pt x="15311" y="123266"/>
                  <a:pt x="15253" y="123240"/>
                  <a:pt x="15196" y="123240"/>
                </a:cubicBezTo>
                <a:close/>
                <a:moveTo>
                  <a:pt x="10871" y="124782"/>
                </a:moveTo>
                <a:cubicBezTo>
                  <a:pt x="10857" y="124782"/>
                  <a:pt x="10842" y="124783"/>
                  <a:pt x="10829" y="124787"/>
                </a:cubicBezTo>
                <a:lnTo>
                  <a:pt x="8965" y="125382"/>
                </a:lnTo>
                <a:cubicBezTo>
                  <a:pt x="8885" y="125421"/>
                  <a:pt x="8846" y="125501"/>
                  <a:pt x="8865" y="125580"/>
                </a:cubicBezTo>
                <a:cubicBezTo>
                  <a:pt x="8885" y="125659"/>
                  <a:pt x="8945" y="125699"/>
                  <a:pt x="9024" y="125699"/>
                </a:cubicBezTo>
                <a:lnTo>
                  <a:pt x="9064" y="125699"/>
                </a:lnTo>
                <a:lnTo>
                  <a:pt x="10928" y="125104"/>
                </a:lnTo>
                <a:cubicBezTo>
                  <a:pt x="11027" y="125084"/>
                  <a:pt x="11087" y="124985"/>
                  <a:pt x="11047" y="124886"/>
                </a:cubicBezTo>
                <a:cubicBezTo>
                  <a:pt x="11014" y="124820"/>
                  <a:pt x="10940" y="124782"/>
                  <a:pt x="10871" y="124782"/>
                </a:cubicBezTo>
                <a:close/>
                <a:moveTo>
                  <a:pt x="6503" y="126092"/>
                </a:moveTo>
                <a:cubicBezTo>
                  <a:pt x="6491" y="126092"/>
                  <a:pt x="6479" y="126093"/>
                  <a:pt x="6466" y="126096"/>
                </a:cubicBezTo>
                <a:lnTo>
                  <a:pt x="4582" y="126591"/>
                </a:lnTo>
                <a:cubicBezTo>
                  <a:pt x="4503" y="126611"/>
                  <a:pt x="4443" y="126710"/>
                  <a:pt x="4463" y="126790"/>
                </a:cubicBezTo>
                <a:cubicBezTo>
                  <a:pt x="4483" y="126869"/>
                  <a:pt x="4562" y="126909"/>
                  <a:pt x="4641" y="126929"/>
                </a:cubicBezTo>
                <a:lnTo>
                  <a:pt x="4661" y="126929"/>
                </a:lnTo>
                <a:lnTo>
                  <a:pt x="6565" y="126433"/>
                </a:lnTo>
                <a:cubicBezTo>
                  <a:pt x="6644" y="126393"/>
                  <a:pt x="6684" y="126314"/>
                  <a:pt x="6664" y="126234"/>
                </a:cubicBezTo>
                <a:cubicBezTo>
                  <a:pt x="6647" y="126148"/>
                  <a:pt x="6584" y="126092"/>
                  <a:pt x="6503" y="126092"/>
                </a:cubicBezTo>
                <a:close/>
                <a:moveTo>
                  <a:pt x="2103" y="127221"/>
                </a:moveTo>
                <a:cubicBezTo>
                  <a:pt x="2090" y="127221"/>
                  <a:pt x="2076" y="127223"/>
                  <a:pt x="2063" y="127226"/>
                </a:cubicBezTo>
                <a:lnTo>
                  <a:pt x="140" y="127623"/>
                </a:lnTo>
                <a:cubicBezTo>
                  <a:pt x="60" y="127642"/>
                  <a:pt x="1" y="127722"/>
                  <a:pt x="21" y="127821"/>
                </a:cubicBezTo>
                <a:cubicBezTo>
                  <a:pt x="40" y="127880"/>
                  <a:pt x="100" y="127940"/>
                  <a:pt x="179" y="127940"/>
                </a:cubicBezTo>
                <a:lnTo>
                  <a:pt x="199" y="127940"/>
                </a:lnTo>
                <a:lnTo>
                  <a:pt x="2123" y="127523"/>
                </a:lnTo>
                <a:cubicBezTo>
                  <a:pt x="2202" y="127523"/>
                  <a:pt x="2262" y="127424"/>
                  <a:pt x="2262" y="127345"/>
                </a:cubicBezTo>
                <a:cubicBezTo>
                  <a:pt x="2229" y="127262"/>
                  <a:pt x="2168" y="127221"/>
                  <a:pt x="2103" y="12722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" name="组合 1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5" name="图片 4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6" name="图片 5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grpSp>
        <p:nvGrpSpPr>
          <p:cNvPr id="7" name="Google Shape;4521;p69"/>
          <p:cNvGrpSpPr/>
          <p:nvPr/>
        </p:nvGrpSpPr>
        <p:grpSpPr>
          <a:xfrm flipH="1">
            <a:off x="7961406" y="-343605"/>
            <a:ext cx="1091382" cy="1155725"/>
            <a:chOff x="2958275" y="539500"/>
            <a:chExt cx="1091382" cy="1155725"/>
          </a:xfrm>
        </p:grpSpPr>
        <p:grpSp>
          <p:nvGrpSpPr>
            <p:cNvPr id="8" name="Google Shape;4522;p69"/>
            <p:cNvGrpSpPr/>
            <p:nvPr/>
          </p:nvGrpSpPr>
          <p:grpSpPr>
            <a:xfrm>
              <a:off x="3170379" y="1212137"/>
              <a:ext cx="879278" cy="483088"/>
              <a:chOff x="2296950" y="3661600"/>
              <a:chExt cx="616475" cy="338700"/>
            </a:xfrm>
          </p:grpSpPr>
          <p:sp>
            <p:nvSpPr>
              <p:cNvPr id="9" name="Google Shape;4523;p69"/>
              <p:cNvSpPr/>
              <p:nvPr/>
            </p:nvSpPr>
            <p:spPr>
              <a:xfrm>
                <a:off x="2510075" y="3661600"/>
                <a:ext cx="402675" cy="97750"/>
              </a:xfrm>
              <a:custGeom>
                <a:avLst/>
                <a:gdLst/>
                <a:ahLst/>
                <a:cxnLst/>
                <a:rect l="l" t="t" r="r" b="b"/>
                <a:pathLst>
                  <a:path w="16107" h="3910" extrusionOk="0">
                    <a:moveTo>
                      <a:pt x="4306" y="700"/>
                    </a:moveTo>
                    <a:lnTo>
                      <a:pt x="13180" y="2635"/>
                    </a:lnTo>
                    <a:lnTo>
                      <a:pt x="1346" y="3189"/>
                    </a:lnTo>
                    <a:lnTo>
                      <a:pt x="4306" y="700"/>
                    </a:lnTo>
                    <a:close/>
                    <a:moveTo>
                      <a:pt x="4216" y="0"/>
                    </a:moveTo>
                    <a:cubicBezTo>
                      <a:pt x="4136" y="0"/>
                      <a:pt x="4058" y="29"/>
                      <a:pt x="3998" y="83"/>
                    </a:cubicBezTo>
                    <a:lnTo>
                      <a:pt x="152" y="3314"/>
                    </a:lnTo>
                    <a:cubicBezTo>
                      <a:pt x="42" y="3405"/>
                      <a:pt x="0" y="3560"/>
                      <a:pt x="56" y="3696"/>
                    </a:cubicBezTo>
                    <a:cubicBezTo>
                      <a:pt x="103" y="3823"/>
                      <a:pt x="227" y="3909"/>
                      <a:pt x="368" y="3909"/>
                    </a:cubicBezTo>
                    <a:lnTo>
                      <a:pt x="385" y="3909"/>
                    </a:lnTo>
                    <a:lnTo>
                      <a:pt x="15768" y="3189"/>
                    </a:lnTo>
                    <a:cubicBezTo>
                      <a:pt x="15937" y="3184"/>
                      <a:pt x="16078" y="3051"/>
                      <a:pt x="16092" y="2882"/>
                    </a:cubicBezTo>
                    <a:cubicBezTo>
                      <a:pt x="16106" y="2713"/>
                      <a:pt x="15990" y="2558"/>
                      <a:pt x="15824" y="2525"/>
                    </a:cubicBezTo>
                    <a:lnTo>
                      <a:pt x="4286" y="8"/>
                    </a:lnTo>
                    <a:cubicBezTo>
                      <a:pt x="4263" y="3"/>
                      <a:pt x="4240" y="0"/>
                      <a:pt x="42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" name="Google Shape;4524;p69"/>
              <p:cNvSpPr/>
              <p:nvPr/>
            </p:nvSpPr>
            <p:spPr>
              <a:xfrm>
                <a:off x="2296950" y="3724500"/>
                <a:ext cx="616275" cy="210650"/>
              </a:xfrm>
              <a:custGeom>
                <a:avLst/>
                <a:gdLst/>
                <a:ahLst/>
                <a:cxnLst/>
                <a:rect l="l" t="t" r="r" b="b"/>
                <a:pathLst>
                  <a:path w="24651" h="8426" extrusionOk="0">
                    <a:moveTo>
                      <a:pt x="20027" y="1363"/>
                    </a:moveTo>
                    <a:lnTo>
                      <a:pt x="2334" y="7100"/>
                    </a:lnTo>
                    <a:lnTo>
                      <a:pt x="7528" y="3373"/>
                    </a:lnTo>
                    <a:lnTo>
                      <a:pt x="20027" y="1363"/>
                    </a:lnTo>
                    <a:close/>
                    <a:moveTo>
                      <a:pt x="24283" y="1"/>
                    </a:moveTo>
                    <a:cubicBezTo>
                      <a:pt x="24264" y="1"/>
                      <a:pt x="24244" y="3"/>
                      <a:pt x="24224" y="6"/>
                    </a:cubicBezTo>
                    <a:lnTo>
                      <a:pt x="7346" y="2722"/>
                    </a:lnTo>
                    <a:cubicBezTo>
                      <a:pt x="7293" y="2730"/>
                      <a:pt x="7243" y="2750"/>
                      <a:pt x="7204" y="2780"/>
                    </a:cubicBezTo>
                    <a:lnTo>
                      <a:pt x="180" y="7817"/>
                    </a:lnTo>
                    <a:cubicBezTo>
                      <a:pt x="44" y="7914"/>
                      <a:pt x="0" y="8094"/>
                      <a:pt x="78" y="8243"/>
                    </a:cubicBezTo>
                    <a:cubicBezTo>
                      <a:pt x="136" y="8354"/>
                      <a:pt x="252" y="8426"/>
                      <a:pt x="379" y="8426"/>
                    </a:cubicBezTo>
                    <a:cubicBezTo>
                      <a:pt x="413" y="8426"/>
                      <a:pt x="449" y="8420"/>
                      <a:pt x="482" y="8409"/>
                    </a:cubicBezTo>
                    <a:lnTo>
                      <a:pt x="24385" y="657"/>
                    </a:lnTo>
                    <a:cubicBezTo>
                      <a:pt x="24551" y="601"/>
                      <a:pt x="24651" y="427"/>
                      <a:pt x="24606" y="255"/>
                    </a:cubicBezTo>
                    <a:cubicBezTo>
                      <a:pt x="24569" y="103"/>
                      <a:pt x="24435" y="1"/>
                      <a:pt x="242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" name="Google Shape;4525;p69"/>
              <p:cNvSpPr/>
              <p:nvPr/>
            </p:nvSpPr>
            <p:spPr>
              <a:xfrm>
                <a:off x="2510825" y="3724575"/>
                <a:ext cx="401925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16077" h="3146" extrusionOk="0">
                    <a:moveTo>
                      <a:pt x="9783" y="950"/>
                    </a:moveTo>
                    <a:lnTo>
                      <a:pt x="676" y="2415"/>
                    </a:lnTo>
                    <a:lnTo>
                      <a:pt x="676" y="1376"/>
                    </a:lnTo>
                    <a:lnTo>
                      <a:pt x="9783" y="950"/>
                    </a:lnTo>
                    <a:close/>
                    <a:moveTo>
                      <a:pt x="15719" y="0"/>
                    </a:moveTo>
                    <a:cubicBezTo>
                      <a:pt x="15715" y="0"/>
                      <a:pt x="15712" y="0"/>
                      <a:pt x="15708" y="0"/>
                    </a:cubicBezTo>
                    <a:lnTo>
                      <a:pt x="325" y="720"/>
                    </a:lnTo>
                    <a:cubicBezTo>
                      <a:pt x="142" y="726"/>
                      <a:pt x="1" y="875"/>
                      <a:pt x="1" y="1055"/>
                    </a:cubicBezTo>
                    <a:lnTo>
                      <a:pt x="1" y="2811"/>
                    </a:lnTo>
                    <a:cubicBezTo>
                      <a:pt x="1" y="2907"/>
                      <a:pt x="42" y="3002"/>
                      <a:pt x="120" y="3065"/>
                    </a:cubicBezTo>
                    <a:cubicBezTo>
                      <a:pt x="181" y="3118"/>
                      <a:pt x="258" y="3146"/>
                      <a:pt x="338" y="3146"/>
                    </a:cubicBezTo>
                    <a:lnTo>
                      <a:pt x="394" y="3143"/>
                    </a:lnTo>
                    <a:lnTo>
                      <a:pt x="15777" y="667"/>
                    </a:lnTo>
                    <a:cubicBezTo>
                      <a:pt x="15954" y="640"/>
                      <a:pt x="16076" y="476"/>
                      <a:pt x="16057" y="299"/>
                    </a:cubicBezTo>
                    <a:cubicBezTo>
                      <a:pt x="16035" y="128"/>
                      <a:pt x="15891" y="0"/>
                      <a:pt x="157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" name="Google Shape;4526;p69"/>
              <p:cNvSpPr/>
              <p:nvPr/>
            </p:nvSpPr>
            <p:spPr>
              <a:xfrm>
                <a:off x="2482025" y="3724450"/>
                <a:ext cx="431400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11034" extrusionOk="0">
                    <a:moveTo>
                      <a:pt x="14387" y="1500"/>
                    </a:moveTo>
                    <a:lnTo>
                      <a:pt x="676" y="10089"/>
                    </a:lnTo>
                    <a:lnTo>
                      <a:pt x="676" y="5947"/>
                    </a:lnTo>
                    <a:lnTo>
                      <a:pt x="14387" y="1500"/>
                    </a:lnTo>
                    <a:close/>
                    <a:moveTo>
                      <a:pt x="16882" y="1"/>
                    </a:moveTo>
                    <a:cubicBezTo>
                      <a:pt x="16846" y="1"/>
                      <a:pt x="16810" y="7"/>
                      <a:pt x="16774" y="19"/>
                    </a:cubicBezTo>
                    <a:lnTo>
                      <a:pt x="236" y="5382"/>
                    </a:lnTo>
                    <a:cubicBezTo>
                      <a:pt x="98" y="5426"/>
                      <a:pt x="4" y="5554"/>
                      <a:pt x="1" y="5701"/>
                    </a:cubicBezTo>
                    <a:lnTo>
                      <a:pt x="1" y="10695"/>
                    </a:lnTo>
                    <a:cubicBezTo>
                      <a:pt x="1" y="10817"/>
                      <a:pt x="70" y="10931"/>
                      <a:pt x="178" y="10989"/>
                    </a:cubicBezTo>
                    <a:cubicBezTo>
                      <a:pt x="222" y="11017"/>
                      <a:pt x="275" y="11034"/>
                      <a:pt x="329" y="11034"/>
                    </a:cubicBezTo>
                    <a:cubicBezTo>
                      <a:pt x="333" y="11034"/>
                      <a:pt x="337" y="11033"/>
                      <a:pt x="341" y="11033"/>
                    </a:cubicBezTo>
                    <a:cubicBezTo>
                      <a:pt x="402" y="11033"/>
                      <a:pt x="463" y="11017"/>
                      <a:pt x="516" y="10983"/>
                    </a:cubicBezTo>
                    <a:lnTo>
                      <a:pt x="17054" y="623"/>
                    </a:lnTo>
                    <a:cubicBezTo>
                      <a:pt x="17200" y="534"/>
                      <a:pt x="17256" y="351"/>
                      <a:pt x="17184" y="196"/>
                    </a:cubicBezTo>
                    <a:cubicBezTo>
                      <a:pt x="17128" y="73"/>
                      <a:pt x="17008" y="1"/>
                      <a:pt x="16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3" name="Google Shape;4527;p69"/>
            <p:cNvSpPr/>
            <p:nvPr/>
          </p:nvSpPr>
          <p:spPr>
            <a:xfrm>
              <a:off x="2958275" y="539500"/>
              <a:ext cx="562425" cy="897575"/>
            </a:xfrm>
            <a:custGeom>
              <a:avLst/>
              <a:gdLst/>
              <a:ahLst/>
              <a:cxnLst/>
              <a:rect l="l" t="t" r="r" b="b"/>
              <a:pathLst>
                <a:path w="22497" h="35903" extrusionOk="0">
                  <a:moveTo>
                    <a:pt x="20015" y="1"/>
                  </a:moveTo>
                  <a:cubicBezTo>
                    <a:pt x="19867" y="1"/>
                    <a:pt x="19729" y="176"/>
                    <a:pt x="19849" y="335"/>
                  </a:cubicBezTo>
                  <a:cubicBezTo>
                    <a:pt x="20176" y="761"/>
                    <a:pt x="20470" y="1210"/>
                    <a:pt x="20733" y="1680"/>
                  </a:cubicBezTo>
                  <a:cubicBezTo>
                    <a:pt x="20766" y="1747"/>
                    <a:pt x="20832" y="1788"/>
                    <a:pt x="20907" y="1788"/>
                  </a:cubicBezTo>
                  <a:cubicBezTo>
                    <a:pt x="20943" y="1788"/>
                    <a:pt x="20976" y="1777"/>
                    <a:pt x="21010" y="1761"/>
                  </a:cubicBezTo>
                  <a:cubicBezTo>
                    <a:pt x="21109" y="1705"/>
                    <a:pt x="21145" y="1581"/>
                    <a:pt x="21087" y="1484"/>
                  </a:cubicBezTo>
                  <a:cubicBezTo>
                    <a:pt x="20818" y="994"/>
                    <a:pt x="20514" y="526"/>
                    <a:pt x="20173" y="86"/>
                  </a:cubicBezTo>
                  <a:cubicBezTo>
                    <a:pt x="20128" y="26"/>
                    <a:pt x="20071" y="1"/>
                    <a:pt x="20015" y="1"/>
                  </a:cubicBezTo>
                  <a:close/>
                  <a:moveTo>
                    <a:pt x="22064" y="4439"/>
                  </a:moveTo>
                  <a:cubicBezTo>
                    <a:pt x="22050" y="4439"/>
                    <a:pt x="22035" y="4440"/>
                    <a:pt x="22020" y="4444"/>
                  </a:cubicBezTo>
                  <a:cubicBezTo>
                    <a:pt x="21909" y="4469"/>
                    <a:pt x="21837" y="4577"/>
                    <a:pt x="21860" y="4687"/>
                  </a:cubicBezTo>
                  <a:cubicBezTo>
                    <a:pt x="21973" y="5213"/>
                    <a:pt x="22048" y="5745"/>
                    <a:pt x="22081" y="6279"/>
                  </a:cubicBezTo>
                  <a:cubicBezTo>
                    <a:pt x="22087" y="6390"/>
                    <a:pt x="22175" y="6473"/>
                    <a:pt x="22286" y="6473"/>
                  </a:cubicBezTo>
                  <a:lnTo>
                    <a:pt x="22300" y="6473"/>
                  </a:lnTo>
                  <a:cubicBezTo>
                    <a:pt x="22413" y="6468"/>
                    <a:pt x="22496" y="6368"/>
                    <a:pt x="22491" y="6257"/>
                  </a:cubicBezTo>
                  <a:cubicBezTo>
                    <a:pt x="22455" y="5701"/>
                    <a:pt x="22380" y="5147"/>
                    <a:pt x="22261" y="4601"/>
                  </a:cubicBezTo>
                  <a:cubicBezTo>
                    <a:pt x="22242" y="4506"/>
                    <a:pt x="22158" y="4439"/>
                    <a:pt x="22064" y="4439"/>
                  </a:cubicBezTo>
                  <a:close/>
                  <a:moveTo>
                    <a:pt x="21969" y="9334"/>
                  </a:moveTo>
                  <a:cubicBezTo>
                    <a:pt x="21889" y="9334"/>
                    <a:pt x="21810" y="9377"/>
                    <a:pt x="21776" y="9475"/>
                  </a:cubicBezTo>
                  <a:cubicBezTo>
                    <a:pt x="21646" y="9998"/>
                    <a:pt x="21477" y="10507"/>
                    <a:pt x="21273" y="11006"/>
                  </a:cubicBezTo>
                  <a:cubicBezTo>
                    <a:pt x="21228" y="11108"/>
                    <a:pt x="21278" y="11227"/>
                    <a:pt x="21383" y="11271"/>
                  </a:cubicBezTo>
                  <a:cubicBezTo>
                    <a:pt x="21408" y="11283"/>
                    <a:pt x="21433" y="11288"/>
                    <a:pt x="21461" y="11288"/>
                  </a:cubicBezTo>
                  <a:cubicBezTo>
                    <a:pt x="21544" y="11285"/>
                    <a:pt x="21619" y="11235"/>
                    <a:pt x="21652" y="11161"/>
                  </a:cubicBezTo>
                  <a:cubicBezTo>
                    <a:pt x="21862" y="10643"/>
                    <a:pt x="22039" y="10114"/>
                    <a:pt x="22178" y="9574"/>
                  </a:cubicBezTo>
                  <a:cubicBezTo>
                    <a:pt x="22203" y="9426"/>
                    <a:pt x="22086" y="9334"/>
                    <a:pt x="21969" y="9334"/>
                  </a:cubicBezTo>
                  <a:close/>
                  <a:moveTo>
                    <a:pt x="19769" y="13698"/>
                  </a:moveTo>
                  <a:cubicBezTo>
                    <a:pt x="19720" y="13698"/>
                    <a:pt x="19669" y="13717"/>
                    <a:pt x="19625" y="13761"/>
                  </a:cubicBezTo>
                  <a:cubicBezTo>
                    <a:pt x="19285" y="14176"/>
                    <a:pt x="18914" y="14564"/>
                    <a:pt x="18512" y="14921"/>
                  </a:cubicBezTo>
                  <a:cubicBezTo>
                    <a:pt x="18376" y="15051"/>
                    <a:pt x="18465" y="15281"/>
                    <a:pt x="18651" y="15283"/>
                  </a:cubicBezTo>
                  <a:cubicBezTo>
                    <a:pt x="18700" y="15283"/>
                    <a:pt x="18750" y="15264"/>
                    <a:pt x="18786" y="15231"/>
                  </a:cubicBezTo>
                  <a:cubicBezTo>
                    <a:pt x="19201" y="14857"/>
                    <a:pt x="19589" y="14453"/>
                    <a:pt x="19944" y="14021"/>
                  </a:cubicBezTo>
                  <a:cubicBezTo>
                    <a:pt x="20045" y="13865"/>
                    <a:pt x="19915" y="13698"/>
                    <a:pt x="19769" y="13698"/>
                  </a:cubicBezTo>
                  <a:close/>
                  <a:moveTo>
                    <a:pt x="15938" y="16706"/>
                  </a:moveTo>
                  <a:cubicBezTo>
                    <a:pt x="15907" y="16706"/>
                    <a:pt x="15875" y="16713"/>
                    <a:pt x="15846" y="16729"/>
                  </a:cubicBezTo>
                  <a:cubicBezTo>
                    <a:pt x="15389" y="16967"/>
                    <a:pt x="14907" y="17194"/>
                    <a:pt x="14370" y="17418"/>
                  </a:cubicBezTo>
                  <a:cubicBezTo>
                    <a:pt x="14265" y="17460"/>
                    <a:pt x="14215" y="17579"/>
                    <a:pt x="14259" y="17684"/>
                  </a:cubicBezTo>
                  <a:cubicBezTo>
                    <a:pt x="14292" y="17761"/>
                    <a:pt x="14367" y="17811"/>
                    <a:pt x="14450" y="17811"/>
                  </a:cubicBezTo>
                  <a:cubicBezTo>
                    <a:pt x="14478" y="17811"/>
                    <a:pt x="14503" y="17806"/>
                    <a:pt x="14531" y="17795"/>
                  </a:cubicBezTo>
                  <a:cubicBezTo>
                    <a:pt x="15076" y="17568"/>
                    <a:pt x="15569" y="17338"/>
                    <a:pt x="16031" y="17097"/>
                  </a:cubicBezTo>
                  <a:cubicBezTo>
                    <a:pt x="16134" y="17044"/>
                    <a:pt x="16172" y="16920"/>
                    <a:pt x="16120" y="16820"/>
                  </a:cubicBezTo>
                  <a:cubicBezTo>
                    <a:pt x="16085" y="16748"/>
                    <a:pt x="16012" y="16706"/>
                    <a:pt x="15938" y="16706"/>
                  </a:cubicBezTo>
                  <a:close/>
                  <a:moveTo>
                    <a:pt x="11369" y="18532"/>
                  </a:moveTo>
                  <a:cubicBezTo>
                    <a:pt x="11348" y="18532"/>
                    <a:pt x="11326" y="18535"/>
                    <a:pt x="11305" y="18542"/>
                  </a:cubicBezTo>
                  <a:lnTo>
                    <a:pt x="10782" y="18714"/>
                  </a:lnTo>
                  <a:lnTo>
                    <a:pt x="9743" y="19060"/>
                  </a:lnTo>
                  <a:cubicBezTo>
                    <a:pt x="9533" y="19143"/>
                    <a:pt x="9583" y="19453"/>
                    <a:pt x="9807" y="19462"/>
                  </a:cubicBezTo>
                  <a:cubicBezTo>
                    <a:pt x="9832" y="19462"/>
                    <a:pt x="9854" y="19459"/>
                    <a:pt x="9879" y="19453"/>
                  </a:cubicBezTo>
                  <a:lnTo>
                    <a:pt x="10912" y="19102"/>
                  </a:lnTo>
                  <a:lnTo>
                    <a:pt x="11432" y="18930"/>
                  </a:lnTo>
                  <a:cubicBezTo>
                    <a:pt x="11538" y="18894"/>
                    <a:pt x="11598" y="18778"/>
                    <a:pt x="11562" y="18670"/>
                  </a:cubicBezTo>
                  <a:cubicBezTo>
                    <a:pt x="11534" y="18586"/>
                    <a:pt x="11454" y="18532"/>
                    <a:pt x="11369" y="18532"/>
                  </a:cubicBezTo>
                  <a:close/>
                  <a:moveTo>
                    <a:pt x="6751" y="20236"/>
                  </a:moveTo>
                  <a:cubicBezTo>
                    <a:pt x="6722" y="20236"/>
                    <a:pt x="6691" y="20242"/>
                    <a:pt x="6662" y="20256"/>
                  </a:cubicBezTo>
                  <a:cubicBezTo>
                    <a:pt x="6141" y="20494"/>
                    <a:pt x="5646" y="20752"/>
                    <a:pt x="5186" y="21009"/>
                  </a:cubicBezTo>
                  <a:cubicBezTo>
                    <a:pt x="5086" y="21067"/>
                    <a:pt x="5053" y="21192"/>
                    <a:pt x="5108" y="21289"/>
                  </a:cubicBezTo>
                  <a:cubicBezTo>
                    <a:pt x="5143" y="21353"/>
                    <a:pt x="5209" y="21394"/>
                    <a:pt x="5281" y="21394"/>
                  </a:cubicBezTo>
                  <a:cubicBezTo>
                    <a:pt x="5284" y="21394"/>
                    <a:pt x="5286" y="21394"/>
                    <a:pt x="5288" y="21394"/>
                  </a:cubicBezTo>
                  <a:cubicBezTo>
                    <a:pt x="5324" y="21394"/>
                    <a:pt x="5358" y="21386"/>
                    <a:pt x="5388" y="21369"/>
                  </a:cubicBezTo>
                  <a:cubicBezTo>
                    <a:pt x="5837" y="21114"/>
                    <a:pt x="6324" y="20865"/>
                    <a:pt x="6836" y="20630"/>
                  </a:cubicBezTo>
                  <a:cubicBezTo>
                    <a:pt x="6936" y="20580"/>
                    <a:pt x="6980" y="20458"/>
                    <a:pt x="6936" y="20356"/>
                  </a:cubicBezTo>
                  <a:cubicBezTo>
                    <a:pt x="6902" y="20280"/>
                    <a:pt x="6829" y="20236"/>
                    <a:pt x="6751" y="20236"/>
                  </a:cubicBezTo>
                  <a:close/>
                  <a:moveTo>
                    <a:pt x="2649" y="22927"/>
                  </a:moveTo>
                  <a:cubicBezTo>
                    <a:pt x="2598" y="22927"/>
                    <a:pt x="2547" y="22945"/>
                    <a:pt x="2506" y="22983"/>
                  </a:cubicBezTo>
                  <a:cubicBezTo>
                    <a:pt x="2104" y="23374"/>
                    <a:pt x="1736" y="23797"/>
                    <a:pt x="1409" y="24254"/>
                  </a:cubicBezTo>
                  <a:cubicBezTo>
                    <a:pt x="1343" y="24346"/>
                    <a:pt x="1365" y="24470"/>
                    <a:pt x="1456" y="24537"/>
                  </a:cubicBezTo>
                  <a:cubicBezTo>
                    <a:pt x="1492" y="24562"/>
                    <a:pt x="1534" y="24575"/>
                    <a:pt x="1578" y="24575"/>
                  </a:cubicBezTo>
                  <a:cubicBezTo>
                    <a:pt x="1645" y="24575"/>
                    <a:pt x="1706" y="24545"/>
                    <a:pt x="1744" y="24492"/>
                  </a:cubicBezTo>
                  <a:cubicBezTo>
                    <a:pt x="2057" y="24058"/>
                    <a:pt x="2406" y="23651"/>
                    <a:pt x="2788" y="23277"/>
                  </a:cubicBezTo>
                  <a:cubicBezTo>
                    <a:pt x="2871" y="23199"/>
                    <a:pt x="2874" y="23069"/>
                    <a:pt x="2796" y="22986"/>
                  </a:cubicBezTo>
                  <a:cubicBezTo>
                    <a:pt x="2756" y="22947"/>
                    <a:pt x="2703" y="22927"/>
                    <a:pt x="2649" y="22927"/>
                  </a:cubicBezTo>
                  <a:close/>
                  <a:moveTo>
                    <a:pt x="304" y="27162"/>
                  </a:moveTo>
                  <a:cubicBezTo>
                    <a:pt x="205" y="27162"/>
                    <a:pt x="117" y="27233"/>
                    <a:pt x="100" y="27333"/>
                  </a:cubicBezTo>
                  <a:cubicBezTo>
                    <a:pt x="33" y="27735"/>
                    <a:pt x="0" y="28139"/>
                    <a:pt x="0" y="28546"/>
                  </a:cubicBezTo>
                  <a:cubicBezTo>
                    <a:pt x="0" y="28701"/>
                    <a:pt x="3" y="28859"/>
                    <a:pt x="14" y="29017"/>
                  </a:cubicBezTo>
                  <a:cubicBezTo>
                    <a:pt x="22" y="29122"/>
                    <a:pt x="111" y="29208"/>
                    <a:pt x="219" y="29210"/>
                  </a:cubicBezTo>
                  <a:lnTo>
                    <a:pt x="233" y="29205"/>
                  </a:lnTo>
                  <a:cubicBezTo>
                    <a:pt x="346" y="29199"/>
                    <a:pt x="432" y="29105"/>
                    <a:pt x="426" y="28992"/>
                  </a:cubicBezTo>
                  <a:cubicBezTo>
                    <a:pt x="415" y="28842"/>
                    <a:pt x="410" y="28693"/>
                    <a:pt x="413" y="28546"/>
                  </a:cubicBezTo>
                  <a:cubicBezTo>
                    <a:pt x="413" y="28161"/>
                    <a:pt x="443" y="27779"/>
                    <a:pt x="507" y="27400"/>
                  </a:cubicBezTo>
                  <a:cubicBezTo>
                    <a:pt x="526" y="27286"/>
                    <a:pt x="449" y="27178"/>
                    <a:pt x="335" y="27164"/>
                  </a:cubicBezTo>
                  <a:cubicBezTo>
                    <a:pt x="325" y="27163"/>
                    <a:pt x="314" y="27162"/>
                    <a:pt x="304" y="27162"/>
                  </a:cubicBezTo>
                  <a:close/>
                  <a:moveTo>
                    <a:pt x="1122" y="31929"/>
                  </a:moveTo>
                  <a:cubicBezTo>
                    <a:pt x="1089" y="31929"/>
                    <a:pt x="1055" y="31937"/>
                    <a:pt x="1024" y="31954"/>
                  </a:cubicBezTo>
                  <a:cubicBezTo>
                    <a:pt x="925" y="32007"/>
                    <a:pt x="889" y="32131"/>
                    <a:pt x="941" y="32231"/>
                  </a:cubicBezTo>
                  <a:cubicBezTo>
                    <a:pt x="1210" y="32727"/>
                    <a:pt x="1537" y="33189"/>
                    <a:pt x="1910" y="33613"/>
                  </a:cubicBezTo>
                  <a:cubicBezTo>
                    <a:pt x="1949" y="33654"/>
                    <a:pt x="2005" y="33679"/>
                    <a:pt x="2063" y="33682"/>
                  </a:cubicBezTo>
                  <a:cubicBezTo>
                    <a:pt x="2113" y="33682"/>
                    <a:pt x="2162" y="33660"/>
                    <a:pt x="2198" y="33627"/>
                  </a:cubicBezTo>
                  <a:cubicBezTo>
                    <a:pt x="2284" y="33552"/>
                    <a:pt x="2290" y="33422"/>
                    <a:pt x="2215" y="33339"/>
                  </a:cubicBezTo>
                  <a:cubicBezTo>
                    <a:pt x="1861" y="32940"/>
                    <a:pt x="1556" y="32505"/>
                    <a:pt x="1301" y="32037"/>
                  </a:cubicBezTo>
                  <a:cubicBezTo>
                    <a:pt x="1265" y="31969"/>
                    <a:pt x="1195" y="31929"/>
                    <a:pt x="1122" y="31929"/>
                  </a:cubicBezTo>
                  <a:close/>
                  <a:moveTo>
                    <a:pt x="11080" y="34552"/>
                  </a:moveTo>
                  <a:cubicBezTo>
                    <a:pt x="11045" y="34552"/>
                    <a:pt x="11009" y="34562"/>
                    <a:pt x="10975" y="34582"/>
                  </a:cubicBezTo>
                  <a:cubicBezTo>
                    <a:pt x="10521" y="34856"/>
                    <a:pt x="10034" y="35077"/>
                    <a:pt x="9527" y="35238"/>
                  </a:cubicBezTo>
                  <a:cubicBezTo>
                    <a:pt x="9419" y="35269"/>
                    <a:pt x="9358" y="35385"/>
                    <a:pt x="9392" y="35496"/>
                  </a:cubicBezTo>
                  <a:cubicBezTo>
                    <a:pt x="9419" y="35579"/>
                    <a:pt x="9500" y="35637"/>
                    <a:pt x="9588" y="35637"/>
                  </a:cubicBezTo>
                  <a:cubicBezTo>
                    <a:pt x="9608" y="35637"/>
                    <a:pt x="9630" y="35634"/>
                    <a:pt x="9649" y="35628"/>
                  </a:cubicBezTo>
                  <a:cubicBezTo>
                    <a:pt x="10189" y="35460"/>
                    <a:pt x="10704" y="35224"/>
                    <a:pt x="11186" y="34931"/>
                  </a:cubicBezTo>
                  <a:cubicBezTo>
                    <a:pt x="11280" y="34870"/>
                    <a:pt x="11310" y="34748"/>
                    <a:pt x="11252" y="34651"/>
                  </a:cubicBezTo>
                  <a:cubicBezTo>
                    <a:pt x="11214" y="34587"/>
                    <a:pt x="11148" y="34552"/>
                    <a:pt x="11080" y="34552"/>
                  </a:cubicBezTo>
                  <a:close/>
                  <a:moveTo>
                    <a:pt x="4752" y="35094"/>
                  </a:moveTo>
                  <a:cubicBezTo>
                    <a:pt x="4669" y="35094"/>
                    <a:pt x="4593" y="35146"/>
                    <a:pt x="4563" y="35227"/>
                  </a:cubicBezTo>
                  <a:cubicBezTo>
                    <a:pt x="4521" y="35335"/>
                    <a:pt x="4577" y="35451"/>
                    <a:pt x="4682" y="35490"/>
                  </a:cubicBezTo>
                  <a:cubicBezTo>
                    <a:pt x="5211" y="35687"/>
                    <a:pt x="5756" y="35825"/>
                    <a:pt x="6313" y="35903"/>
                  </a:cubicBezTo>
                  <a:lnTo>
                    <a:pt x="6343" y="35903"/>
                  </a:lnTo>
                  <a:cubicBezTo>
                    <a:pt x="6446" y="35903"/>
                    <a:pt x="6532" y="35828"/>
                    <a:pt x="6545" y="35725"/>
                  </a:cubicBezTo>
                  <a:cubicBezTo>
                    <a:pt x="6562" y="35615"/>
                    <a:pt x="6484" y="35509"/>
                    <a:pt x="6371" y="35496"/>
                  </a:cubicBezTo>
                  <a:cubicBezTo>
                    <a:pt x="5842" y="35421"/>
                    <a:pt x="5324" y="35291"/>
                    <a:pt x="4826" y="35108"/>
                  </a:cubicBezTo>
                  <a:cubicBezTo>
                    <a:pt x="4802" y="35099"/>
                    <a:pt x="4777" y="35094"/>
                    <a:pt x="4752" y="350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253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61" name="Google Shape;4561;p69"/>
          <p:cNvSpPr/>
          <p:nvPr/>
        </p:nvSpPr>
        <p:spPr>
          <a:xfrm>
            <a:off x="9062857" y="1314203"/>
            <a:ext cx="3279652" cy="4554024"/>
          </a:xfrm>
          <a:custGeom>
            <a:avLst/>
            <a:gdLst/>
            <a:ahLst/>
            <a:cxnLst/>
            <a:rect l="l" t="t" r="r" b="b"/>
            <a:pathLst>
              <a:path w="92138" h="127940" extrusionOk="0">
                <a:moveTo>
                  <a:pt x="85073" y="0"/>
                </a:moveTo>
                <a:cubicBezTo>
                  <a:pt x="85013" y="0"/>
                  <a:pt x="84958" y="40"/>
                  <a:pt x="84958" y="108"/>
                </a:cubicBezTo>
                <a:cubicBezTo>
                  <a:pt x="84899" y="167"/>
                  <a:pt x="84919" y="266"/>
                  <a:pt x="84998" y="326"/>
                </a:cubicBezTo>
                <a:cubicBezTo>
                  <a:pt x="85573" y="603"/>
                  <a:pt x="86128" y="940"/>
                  <a:pt x="86644" y="1337"/>
                </a:cubicBezTo>
                <a:lnTo>
                  <a:pt x="86743" y="1337"/>
                </a:lnTo>
                <a:cubicBezTo>
                  <a:pt x="86783" y="1337"/>
                  <a:pt x="86842" y="1317"/>
                  <a:pt x="86882" y="1297"/>
                </a:cubicBezTo>
                <a:cubicBezTo>
                  <a:pt x="86922" y="1218"/>
                  <a:pt x="86902" y="1119"/>
                  <a:pt x="86842" y="1059"/>
                </a:cubicBezTo>
                <a:cubicBezTo>
                  <a:pt x="86307" y="663"/>
                  <a:pt x="85732" y="326"/>
                  <a:pt x="85157" y="28"/>
                </a:cubicBezTo>
                <a:cubicBezTo>
                  <a:pt x="85131" y="9"/>
                  <a:pt x="85102" y="0"/>
                  <a:pt x="85073" y="0"/>
                </a:cubicBezTo>
                <a:close/>
                <a:moveTo>
                  <a:pt x="88675" y="2762"/>
                </a:moveTo>
                <a:cubicBezTo>
                  <a:pt x="88636" y="2762"/>
                  <a:pt x="88595" y="2777"/>
                  <a:pt x="88568" y="2805"/>
                </a:cubicBezTo>
                <a:cubicBezTo>
                  <a:pt x="88488" y="2844"/>
                  <a:pt x="88488" y="2963"/>
                  <a:pt x="88548" y="3023"/>
                </a:cubicBezTo>
                <a:cubicBezTo>
                  <a:pt x="88984" y="3499"/>
                  <a:pt x="89381" y="4014"/>
                  <a:pt x="89738" y="4570"/>
                </a:cubicBezTo>
                <a:cubicBezTo>
                  <a:pt x="89777" y="4609"/>
                  <a:pt x="89817" y="4629"/>
                  <a:pt x="89877" y="4629"/>
                </a:cubicBezTo>
                <a:lnTo>
                  <a:pt x="89956" y="4609"/>
                </a:lnTo>
                <a:cubicBezTo>
                  <a:pt x="90035" y="4550"/>
                  <a:pt x="90055" y="4451"/>
                  <a:pt x="89996" y="4371"/>
                </a:cubicBezTo>
                <a:cubicBezTo>
                  <a:pt x="89658" y="3816"/>
                  <a:pt x="89242" y="3300"/>
                  <a:pt x="88786" y="2824"/>
                </a:cubicBezTo>
                <a:cubicBezTo>
                  <a:pt x="88765" y="2782"/>
                  <a:pt x="88721" y="2762"/>
                  <a:pt x="88675" y="2762"/>
                </a:cubicBezTo>
                <a:close/>
                <a:moveTo>
                  <a:pt x="91110" y="6597"/>
                </a:moveTo>
                <a:cubicBezTo>
                  <a:pt x="91089" y="6597"/>
                  <a:pt x="91068" y="6602"/>
                  <a:pt x="91047" y="6612"/>
                </a:cubicBezTo>
                <a:cubicBezTo>
                  <a:pt x="90967" y="6632"/>
                  <a:pt x="90908" y="6731"/>
                  <a:pt x="90947" y="6810"/>
                </a:cubicBezTo>
                <a:cubicBezTo>
                  <a:pt x="91185" y="7425"/>
                  <a:pt x="91384" y="8040"/>
                  <a:pt x="91523" y="8675"/>
                </a:cubicBezTo>
                <a:cubicBezTo>
                  <a:pt x="91542" y="8754"/>
                  <a:pt x="91622" y="8794"/>
                  <a:pt x="91701" y="8794"/>
                </a:cubicBezTo>
                <a:lnTo>
                  <a:pt x="91721" y="8794"/>
                </a:lnTo>
                <a:cubicBezTo>
                  <a:pt x="91800" y="8774"/>
                  <a:pt x="91860" y="8694"/>
                  <a:pt x="91840" y="8595"/>
                </a:cubicBezTo>
                <a:cubicBezTo>
                  <a:pt x="91681" y="7941"/>
                  <a:pt x="91483" y="7306"/>
                  <a:pt x="91245" y="6692"/>
                </a:cubicBezTo>
                <a:cubicBezTo>
                  <a:pt x="91216" y="6633"/>
                  <a:pt x="91166" y="6597"/>
                  <a:pt x="91110" y="6597"/>
                </a:cubicBezTo>
                <a:close/>
                <a:moveTo>
                  <a:pt x="91959" y="11054"/>
                </a:moveTo>
                <a:cubicBezTo>
                  <a:pt x="91879" y="11054"/>
                  <a:pt x="91800" y="11114"/>
                  <a:pt x="91780" y="11213"/>
                </a:cubicBezTo>
                <a:cubicBezTo>
                  <a:pt x="91800" y="11848"/>
                  <a:pt x="91741" y="12502"/>
                  <a:pt x="91622" y="13137"/>
                </a:cubicBezTo>
                <a:cubicBezTo>
                  <a:pt x="91622" y="13236"/>
                  <a:pt x="91681" y="13315"/>
                  <a:pt x="91760" y="13335"/>
                </a:cubicBezTo>
                <a:lnTo>
                  <a:pt x="91800" y="13335"/>
                </a:lnTo>
                <a:cubicBezTo>
                  <a:pt x="91879" y="13335"/>
                  <a:pt x="91939" y="13275"/>
                  <a:pt x="91939" y="13196"/>
                </a:cubicBezTo>
                <a:cubicBezTo>
                  <a:pt x="92058" y="12542"/>
                  <a:pt x="92117" y="11887"/>
                  <a:pt x="92137" y="11233"/>
                </a:cubicBezTo>
                <a:cubicBezTo>
                  <a:pt x="92137" y="11134"/>
                  <a:pt x="92058" y="11054"/>
                  <a:pt x="91959" y="11054"/>
                </a:cubicBezTo>
                <a:close/>
                <a:moveTo>
                  <a:pt x="91092" y="15504"/>
                </a:moveTo>
                <a:cubicBezTo>
                  <a:pt x="91027" y="15504"/>
                  <a:pt x="90963" y="15554"/>
                  <a:pt x="90947" y="15616"/>
                </a:cubicBezTo>
                <a:cubicBezTo>
                  <a:pt x="90709" y="16211"/>
                  <a:pt x="90432" y="16786"/>
                  <a:pt x="90134" y="17381"/>
                </a:cubicBezTo>
                <a:cubicBezTo>
                  <a:pt x="90095" y="17460"/>
                  <a:pt x="90114" y="17539"/>
                  <a:pt x="90174" y="17599"/>
                </a:cubicBezTo>
                <a:lnTo>
                  <a:pt x="90253" y="17599"/>
                </a:lnTo>
                <a:cubicBezTo>
                  <a:pt x="90313" y="17599"/>
                  <a:pt x="90372" y="17579"/>
                  <a:pt x="90412" y="17519"/>
                </a:cubicBezTo>
                <a:cubicBezTo>
                  <a:pt x="90729" y="16944"/>
                  <a:pt x="91007" y="16349"/>
                  <a:pt x="91245" y="15735"/>
                </a:cubicBezTo>
                <a:cubicBezTo>
                  <a:pt x="91265" y="15635"/>
                  <a:pt x="91245" y="15536"/>
                  <a:pt x="91146" y="15516"/>
                </a:cubicBezTo>
                <a:cubicBezTo>
                  <a:pt x="91128" y="15508"/>
                  <a:pt x="91110" y="15504"/>
                  <a:pt x="91092" y="15504"/>
                </a:cubicBezTo>
                <a:close/>
                <a:moveTo>
                  <a:pt x="88856" y="19462"/>
                </a:moveTo>
                <a:cubicBezTo>
                  <a:pt x="88802" y="19462"/>
                  <a:pt x="88752" y="19484"/>
                  <a:pt x="88726" y="19522"/>
                </a:cubicBezTo>
                <a:cubicBezTo>
                  <a:pt x="88330" y="20018"/>
                  <a:pt x="87893" y="20514"/>
                  <a:pt x="87457" y="20990"/>
                </a:cubicBezTo>
                <a:cubicBezTo>
                  <a:pt x="87378" y="21049"/>
                  <a:pt x="87378" y="21168"/>
                  <a:pt x="87457" y="21208"/>
                </a:cubicBezTo>
                <a:lnTo>
                  <a:pt x="87576" y="21267"/>
                </a:lnTo>
                <a:lnTo>
                  <a:pt x="87675" y="21208"/>
                </a:lnTo>
                <a:cubicBezTo>
                  <a:pt x="88131" y="20752"/>
                  <a:pt x="88568" y="20256"/>
                  <a:pt x="88964" y="19721"/>
                </a:cubicBezTo>
                <a:cubicBezTo>
                  <a:pt x="89024" y="19661"/>
                  <a:pt x="89004" y="19542"/>
                  <a:pt x="88944" y="19483"/>
                </a:cubicBezTo>
                <a:cubicBezTo>
                  <a:pt x="88916" y="19469"/>
                  <a:pt x="88886" y="19462"/>
                  <a:pt x="88856" y="19462"/>
                </a:cubicBezTo>
                <a:close/>
                <a:moveTo>
                  <a:pt x="85625" y="22735"/>
                </a:moveTo>
                <a:cubicBezTo>
                  <a:pt x="85601" y="22735"/>
                  <a:pt x="85577" y="22741"/>
                  <a:pt x="85553" y="22755"/>
                </a:cubicBezTo>
                <a:cubicBezTo>
                  <a:pt x="85057" y="23151"/>
                  <a:pt x="84522" y="23548"/>
                  <a:pt x="83987" y="23925"/>
                </a:cubicBezTo>
                <a:cubicBezTo>
                  <a:pt x="83907" y="23965"/>
                  <a:pt x="83887" y="24084"/>
                  <a:pt x="83967" y="24143"/>
                </a:cubicBezTo>
                <a:cubicBezTo>
                  <a:pt x="83987" y="24183"/>
                  <a:pt x="84026" y="24222"/>
                  <a:pt x="84086" y="24222"/>
                </a:cubicBezTo>
                <a:lnTo>
                  <a:pt x="84185" y="24183"/>
                </a:lnTo>
                <a:cubicBezTo>
                  <a:pt x="84720" y="23826"/>
                  <a:pt x="85256" y="23429"/>
                  <a:pt x="85771" y="22993"/>
                </a:cubicBezTo>
                <a:cubicBezTo>
                  <a:pt x="85837" y="22878"/>
                  <a:pt x="85739" y="22735"/>
                  <a:pt x="85625" y="22735"/>
                </a:cubicBezTo>
                <a:close/>
                <a:moveTo>
                  <a:pt x="81855" y="25254"/>
                </a:moveTo>
                <a:cubicBezTo>
                  <a:pt x="81829" y="25254"/>
                  <a:pt x="81805" y="25260"/>
                  <a:pt x="81785" y="25273"/>
                </a:cubicBezTo>
                <a:lnTo>
                  <a:pt x="81706" y="25273"/>
                </a:lnTo>
                <a:lnTo>
                  <a:pt x="80020" y="26106"/>
                </a:lnTo>
                <a:cubicBezTo>
                  <a:pt x="79834" y="26144"/>
                  <a:pt x="79893" y="26407"/>
                  <a:pt x="80064" y="26407"/>
                </a:cubicBezTo>
                <a:cubicBezTo>
                  <a:pt x="80075" y="26407"/>
                  <a:pt x="80087" y="26406"/>
                  <a:pt x="80100" y="26404"/>
                </a:cubicBezTo>
                <a:lnTo>
                  <a:pt x="80159" y="26424"/>
                </a:lnTo>
                <a:lnTo>
                  <a:pt x="81845" y="25611"/>
                </a:lnTo>
                <a:lnTo>
                  <a:pt x="81924" y="25551"/>
                </a:lnTo>
                <a:cubicBezTo>
                  <a:pt x="82023" y="25531"/>
                  <a:pt x="82043" y="25412"/>
                  <a:pt x="82003" y="25333"/>
                </a:cubicBezTo>
                <a:cubicBezTo>
                  <a:pt x="81964" y="25280"/>
                  <a:pt x="81907" y="25254"/>
                  <a:pt x="81855" y="25254"/>
                </a:cubicBezTo>
                <a:close/>
                <a:moveTo>
                  <a:pt x="77650" y="27033"/>
                </a:moveTo>
                <a:cubicBezTo>
                  <a:pt x="77634" y="27033"/>
                  <a:pt x="77618" y="27035"/>
                  <a:pt x="77601" y="27038"/>
                </a:cubicBezTo>
                <a:cubicBezTo>
                  <a:pt x="77026" y="27257"/>
                  <a:pt x="76391" y="27455"/>
                  <a:pt x="75757" y="27653"/>
                </a:cubicBezTo>
                <a:cubicBezTo>
                  <a:pt x="75677" y="27693"/>
                  <a:pt x="75638" y="27772"/>
                  <a:pt x="75657" y="27851"/>
                </a:cubicBezTo>
                <a:cubicBezTo>
                  <a:pt x="75657" y="27931"/>
                  <a:pt x="75737" y="27990"/>
                  <a:pt x="75796" y="27990"/>
                </a:cubicBezTo>
                <a:lnTo>
                  <a:pt x="75856" y="27970"/>
                </a:lnTo>
                <a:lnTo>
                  <a:pt x="77720" y="27376"/>
                </a:lnTo>
                <a:cubicBezTo>
                  <a:pt x="77819" y="27316"/>
                  <a:pt x="77859" y="27237"/>
                  <a:pt x="77819" y="27138"/>
                </a:cubicBezTo>
                <a:cubicBezTo>
                  <a:pt x="77786" y="27072"/>
                  <a:pt x="77726" y="27033"/>
                  <a:pt x="77650" y="27033"/>
                </a:cubicBezTo>
                <a:close/>
                <a:moveTo>
                  <a:pt x="73289" y="28343"/>
                </a:moveTo>
                <a:cubicBezTo>
                  <a:pt x="73279" y="28343"/>
                  <a:pt x="73268" y="28345"/>
                  <a:pt x="73258" y="28347"/>
                </a:cubicBezTo>
                <a:lnTo>
                  <a:pt x="71374" y="28823"/>
                </a:lnTo>
                <a:cubicBezTo>
                  <a:pt x="71275" y="28843"/>
                  <a:pt x="71215" y="28942"/>
                  <a:pt x="71235" y="29022"/>
                </a:cubicBezTo>
                <a:cubicBezTo>
                  <a:pt x="71252" y="29090"/>
                  <a:pt x="71299" y="29144"/>
                  <a:pt x="71363" y="29144"/>
                </a:cubicBezTo>
                <a:cubicBezTo>
                  <a:pt x="71373" y="29144"/>
                  <a:pt x="71383" y="29143"/>
                  <a:pt x="71394" y="29141"/>
                </a:cubicBezTo>
                <a:lnTo>
                  <a:pt x="71433" y="29141"/>
                </a:lnTo>
                <a:lnTo>
                  <a:pt x="73317" y="28684"/>
                </a:lnTo>
                <a:cubicBezTo>
                  <a:pt x="73416" y="28665"/>
                  <a:pt x="73456" y="28565"/>
                  <a:pt x="73456" y="28486"/>
                </a:cubicBezTo>
                <a:cubicBezTo>
                  <a:pt x="73439" y="28400"/>
                  <a:pt x="73361" y="28343"/>
                  <a:pt x="73289" y="28343"/>
                </a:cubicBezTo>
                <a:close/>
                <a:moveTo>
                  <a:pt x="68816" y="29398"/>
                </a:moveTo>
                <a:lnTo>
                  <a:pt x="66912" y="29815"/>
                </a:lnTo>
                <a:cubicBezTo>
                  <a:pt x="66813" y="29835"/>
                  <a:pt x="66753" y="29934"/>
                  <a:pt x="66773" y="30013"/>
                </a:cubicBezTo>
                <a:cubicBezTo>
                  <a:pt x="66790" y="30082"/>
                  <a:pt x="66837" y="30136"/>
                  <a:pt x="66901" y="30136"/>
                </a:cubicBezTo>
                <a:cubicBezTo>
                  <a:pt x="66911" y="30136"/>
                  <a:pt x="66921" y="30135"/>
                  <a:pt x="66932" y="30132"/>
                </a:cubicBezTo>
                <a:lnTo>
                  <a:pt x="66971" y="30132"/>
                </a:lnTo>
                <a:lnTo>
                  <a:pt x="68895" y="29716"/>
                </a:lnTo>
                <a:cubicBezTo>
                  <a:pt x="68974" y="29716"/>
                  <a:pt x="69034" y="29616"/>
                  <a:pt x="69014" y="29517"/>
                </a:cubicBezTo>
                <a:cubicBezTo>
                  <a:pt x="68974" y="29438"/>
                  <a:pt x="68895" y="29398"/>
                  <a:pt x="68816" y="29398"/>
                </a:cubicBezTo>
                <a:close/>
                <a:moveTo>
                  <a:pt x="64396" y="30405"/>
                </a:moveTo>
                <a:cubicBezTo>
                  <a:pt x="64381" y="30405"/>
                  <a:pt x="64367" y="30406"/>
                  <a:pt x="64354" y="30410"/>
                </a:cubicBezTo>
                <a:lnTo>
                  <a:pt x="64135" y="30469"/>
                </a:lnTo>
                <a:lnTo>
                  <a:pt x="62470" y="30886"/>
                </a:lnTo>
                <a:cubicBezTo>
                  <a:pt x="62370" y="30886"/>
                  <a:pt x="62311" y="30985"/>
                  <a:pt x="62351" y="31084"/>
                </a:cubicBezTo>
                <a:cubicBezTo>
                  <a:pt x="62351" y="31163"/>
                  <a:pt x="62410" y="31203"/>
                  <a:pt x="62489" y="31203"/>
                </a:cubicBezTo>
                <a:lnTo>
                  <a:pt x="62549" y="31183"/>
                </a:lnTo>
                <a:lnTo>
                  <a:pt x="64195" y="30787"/>
                </a:lnTo>
                <a:lnTo>
                  <a:pt x="64433" y="30707"/>
                </a:lnTo>
                <a:cubicBezTo>
                  <a:pt x="64512" y="30707"/>
                  <a:pt x="64572" y="30608"/>
                  <a:pt x="64552" y="30509"/>
                </a:cubicBezTo>
                <a:cubicBezTo>
                  <a:pt x="64535" y="30443"/>
                  <a:pt x="64465" y="30405"/>
                  <a:pt x="64396" y="30405"/>
                </a:cubicBezTo>
                <a:close/>
                <a:moveTo>
                  <a:pt x="59994" y="31567"/>
                </a:moveTo>
                <a:cubicBezTo>
                  <a:pt x="59974" y="31567"/>
                  <a:pt x="59952" y="31571"/>
                  <a:pt x="59931" y="31580"/>
                </a:cubicBezTo>
                <a:lnTo>
                  <a:pt x="58087" y="32195"/>
                </a:lnTo>
                <a:cubicBezTo>
                  <a:pt x="57988" y="32234"/>
                  <a:pt x="57948" y="32333"/>
                  <a:pt x="57988" y="32413"/>
                </a:cubicBezTo>
                <a:cubicBezTo>
                  <a:pt x="57988" y="32478"/>
                  <a:pt x="58042" y="32517"/>
                  <a:pt x="58095" y="32517"/>
                </a:cubicBezTo>
                <a:cubicBezTo>
                  <a:pt x="58106" y="32517"/>
                  <a:pt x="58116" y="32515"/>
                  <a:pt x="58127" y="32512"/>
                </a:cubicBezTo>
                <a:lnTo>
                  <a:pt x="58186" y="32512"/>
                </a:lnTo>
                <a:lnTo>
                  <a:pt x="60030" y="31897"/>
                </a:lnTo>
                <a:cubicBezTo>
                  <a:pt x="60110" y="31877"/>
                  <a:pt x="60149" y="31778"/>
                  <a:pt x="60129" y="31699"/>
                </a:cubicBezTo>
                <a:cubicBezTo>
                  <a:pt x="60129" y="31621"/>
                  <a:pt x="60068" y="31567"/>
                  <a:pt x="59994" y="31567"/>
                </a:cubicBezTo>
                <a:close/>
                <a:moveTo>
                  <a:pt x="55702" y="33154"/>
                </a:moveTo>
                <a:cubicBezTo>
                  <a:pt x="55683" y="33154"/>
                  <a:pt x="55665" y="33158"/>
                  <a:pt x="55648" y="33166"/>
                </a:cubicBezTo>
                <a:cubicBezTo>
                  <a:pt x="55033" y="33444"/>
                  <a:pt x="54438" y="33741"/>
                  <a:pt x="53863" y="34039"/>
                </a:cubicBezTo>
                <a:cubicBezTo>
                  <a:pt x="53783" y="34059"/>
                  <a:pt x="53744" y="34158"/>
                  <a:pt x="53783" y="34237"/>
                </a:cubicBezTo>
                <a:cubicBezTo>
                  <a:pt x="53803" y="34297"/>
                  <a:pt x="53863" y="34336"/>
                  <a:pt x="53942" y="34336"/>
                </a:cubicBezTo>
                <a:lnTo>
                  <a:pt x="54021" y="34316"/>
                </a:lnTo>
                <a:lnTo>
                  <a:pt x="55767" y="33464"/>
                </a:lnTo>
                <a:cubicBezTo>
                  <a:pt x="55846" y="33424"/>
                  <a:pt x="55886" y="33345"/>
                  <a:pt x="55846" y="33265"/>
                </a:cubicBezTo>
                <a:cubicBezTo>
                  <a:pt x="55830" y="33203"/>
                  <a:pt x="55767" y="33154"/>
                  <a:pt x="55702" y="33154"/>
                </a:cubicBezTo>
                <a:close/>
                <a:moveTo>
                  <a:pt x="51683" y="35303"/>
                </a:moveTo>
                <a:cubicBezTo>
                  <a:pt x="51654" y="35303"/>
                  <a:pt x="51626" y="35316"/>
                  <a:pt x="51602" y="35348"/>
                </a:cubicBezTo>
                <a:cubicBezTo>
                  <a:pt x="51047" y="35705"/>
                  <a:pt x="50511" y="36081"/>
                  <a:pt x="49996" y="36518"/>
                </a:cubicBezTo>
                <a:cubicBezTo>
                  <a:pt x="49916" y="36557"/>
                  <a:pt x="49916" y="36676"/>
                  <a:pt x="49976" y="36736"/>
                </a:cubicBezTo>
                <a:lnTo>
                  <a:pt x="50095" y="36795"/>
                </a:lnTo>
                <a:lnTo>
                  <a:pt x="50194" y="36756"/>
                </a:lnTo>
                <a:cubicBezTo>
                  <a:pt x="50690" y="36359"/>
                  <a:pt x="51245" y="36002"/>
                  <a:pt x="51780" y="35625"/>
                </a:cubicBezTo>
                <a:cubicBezTo>
                  <a:pt x="51960" y="35593"/>
                  <a:pt x="51816" y="35303"/>
                  <a:pt x="51683" y="35303"/>
                </a:cubicBezTo>
                <a:close/>
                <a:moveTo>
                  <a:pt x="48182" y="38228"/>
                </a:moveTo>
                <a:cubicBezTo>
                  <a:pt x="48145" y="38228"/>
                  <a:pt x="48106" y="38244"/>
                  <a:pt x="48072" y="38283"/>
                </a:cubicBezTo>
                <a:lnTo>
                  <a:pt x="47775" y="38580"/>
                </a:lnTo>
                <a:cubicBezTo>
                  <a:pt x="47418" y="38937"/>
                  <a:pt x="47100" y="39334"/>
                  <a:pt x="46783" y="39770"/>
                </a:cubicBezTo>
                <a:cubicBezTo>
                  <a:pt x="46704" y="39830"/>
                  <a:pt x="46723" y="39929"/>
                  <a:pt x="46803" y="39988"/>
                </a:cubicBezTo>
                <a:lnTo>
                  <a:pt x="46902" y="40028"/>
                </a:lnTo>
                <a:cubicBezTo>
                  <a:pt x="46942" y="40028"/>
                  <a:pt x="47001" y="40008"/>
                  <a:pt x="47021" y="39968"/>
                </a:cubicBezTo>
                <a:cubicBezTo>
                  <a:pt x="47338" y="39572"/>
                  <a:pt x="47675" y="39175"/>
                  <a:pt x="48013" y="38798"/>
                </a:cubicBezTo>
                <a:lnTo>
                  <a:pt x="48290" y="38501"/>
                </a:lnTo>
                <a:cubicBezTo>
                  <a:pt x="48395" y="38381"/>
                  <a:pt x="48296" y="38228"/>
                  <a:pt x="48182" y="38228"/>
                </a:cubicBezTo>
                <a:close/>
                <a:moveTo>
                  <a:pt x="45430" y="41892"/>
                </a:moveTo>
                <a:cubicBezTo>
                  <a:pt x="45373" y="41892"/>
                  <a:pt x="45315" y="41918"/>
                  <a:pt x="45276" y="41971"/>
                </a:cubicBezTo>
                <a:cubicBezTo>
                  <a:pt x="44958" y="42546"/>
                  <a:pt x="44661" y="43122"/>
                  <a:pt x="44383" y="43716"/>
                </a:cubicBezTo>
                <a:cubicBezTo>
                  <a:pt x="44364" y="43796"/>
                  <a:pt x="44383" y="43895"/>
                  <a:pt x="44463" y="43935"/>
                </a:cubicBezTo>
                <a:lnTo>
                  <a:pt x="44542" y="43935"/>
                </a:lnTo>
                <a:cubicBezTo>
                  <a:pt x="44602" y="43935"/>
                  <a:pt x="44661" y="43895"/>
                  <a:pt x="44701" y="43855"/>
                </a:cubicBezTo>
                <a:cubicBezTo>
                  <a:pt x="44958" y="43260"/>
                  <a:pt x="45256" y="42685"/>
                  <a:pt x="45593" y="42150"/>
                </a:cubicBezTo>
                <a:cubicBezTo>
                  <a:pt x="45633" y="42051"/>
                  <a:pt x="45613" y="41952"/>
                  <a:pt x="45514" y="41912"/>
                </a:cubicBezTo>
                <a:cubicBezTo>
                  <a:pt x="45487" y="41899"/>
                  <a:pt x="45459" y="41892"/>
                  <a:pt x="45430" y="41892"/>
                </a:cubicBezTo>
                <a:close/>
                <a:moveTo>
                  <a:pt x="43607" y="46032"/>
                </a:moveTo>
                <a:cubicBezTo>
                  <a:pt x="43538" y="46032"/>
                  <a:pt x="43464" y="46070"/>
                  <a:pt x="43431" y="46136"/>
                </a:cubicBezTo>
                <a:cubicBezTo>
                  <a:pt x="43233" y="46751"/>
                  <a:pt x="43055" y="47365"/>
                  <a:pt x="42876" y="48040"/>
                </a:cubicBezTo>
                <a:cubicBezTo>
                  <a:pt x="42876" y="48119"/>
                  <a:pt x="42936" y="48198"/>
                  <a:pt x="43015" y="48238"/>
                </a:cubicBezTo>
                <a:lnTo>
                  <a:pt x="43055" y="48238"/>
                </a:lnTo>
                <a:cubicBezTo>
                  <a:pt x="43134" y="48238"/>
                  <a:pt x="43194" y="48179"/>
                  <a:pt x="43213" y="48119"/>
                </a:cubicBezTo>
                <a:cubicBezTo>
                  <a:pt x="43372" y="47465"/>
                  <a:pt x="43550" y="46850"/>
                  <a:pt x="43749" y="46235"/>
                </a:cubicBezTo>
                <a:cubicBezTo>
                  <a:pt x="43769" y="46156"/>
                  <a:pt x="43729" y="46057"/>
                  <a:pt x="43650" y="46037"/>
                </a:cubicBezTo>
                <a:cubicBezTo>
                  <a:pt x="43636" y="46033"/>
                  <a:pt x="43622" y="46032"/>
                  <a:pt x="43607" y="46032"/>
                </a:cubicBezTo>
                <a:close/>
                <a:moveTo>
                  <a:pt x="42528" y="50475"/>
                </a:moveTo>
                <a:cubicBezTo>
                  <a:pt x="42460" y="50475"/>
                  <a:pt x="42398" y="50529"/>
                  <a:pt x="42380" y="50598"/>
                </a:cubicBezTo>
                <a:cubicBezTo>
                  <a:pt x="42281" y="51233"/>
                  <a:pt x="42182" y="51887"/>
                  <a:pt x="42142" y="52561"/>
                </a:cubicBezTo>
                <a:cubicBezTo>
                  <a:pt x="42123" y="52641"/>
                  <a:pt x="42202" y="52720"/>
                  <a:pt x="42281" y="52720"/>
                </a:cubicBezTo>
                <a:cubicBezTo>
                  <a:pt x="42380" y="52720"/>
                  <a:pt x="42460" y="52680"/>
                  <a:pt x="42460" y="52581"/>
                </a:cubicBezTo>
                <a:cubicBezTo>
                  <a:pt x="42539" y="51927"/>
                  <a:pt x="42618" y="51292"/>
                  <a:pt x="42718" y="50638"/>
                </a:cubicBezTo>
                <a:cubicBezTo>
                  <a:pt x="42718" y="50558"/>
                  <a:pt x="42638" y="50479"/>
                  <a:pt x="42559" y="50479"/>
                </a:cubicBezTo>
                <a:cubicBezTo>
                  <a:pt x="42548" y="50476"/>
                  <a:pt x="42538" y="50475"/>
                  <a:pt x="42528" y="50475"/>
                </a:cubicBezTo>
                <a:close/>
                <a:moveTo>
                  <a:pt x="42142" y="55000"/>
                </a:moveTo>
                <a:cubicBezTo>
                  <a:pt x="42063" y="55000"/>
                  <a:pt x="41964" y="55080"/>
                  <a:pt x="41964" y="55159"/>
                </a:cubicBezTo>
                <a:lnTo>
                  <a:pt x="41964" y="57142"/>
                </a:lnTo>
                <a:cubicBezTo>
                  <a:pt x="41964" y="57222"/>
                  <a:pt x="42023" y="57281"/>
                  <a:pt x="42123" y="57281"/>
                </a:cubicBezTo>
                <a:cubicBezTo>
                  <a:pt x="42202" y="57281"/>
                  <a:pt x="42281" y="57202"/>
                  <a:pt x="42281" y="57122"/>
                </a:cubicBezTo>
                <a:lnTo>
                  <a:pt x="42281" y="55179"/>
                </a:lnTo>
                <a:cubicBezTo>
                  <a:pt x="42301" y="55080"/>
                  <a:pt x="42222" y="55000"/>
                  <a:pt x="42142" y="55000"/>
                </a:cubicBezTo>
                <a:close/>
                <a:moveTo>
                  <a:pt x="42221" y="59619"/>
                </a:moveTo>
                <a:cubicBezTo>
                  <a:pt x="42152" y="59619"/>
                  <a:pt x="42084" y="59658"/>
                  <a:pt x="42063" y="59740"/>
                </a:cubicBezTo>
                <a:cubicBezTo>
                  <a:pt x="42123" y="60395"/>
                  <a:pt x="42162" y="61029"/>
                  <a:pt x="42242" y="61703"/>
                </a:cubicBezTo>
                <a:cubicBezTo>
                  <a:pt x="42242" y="61783"/>
                  <a:pt x="42321" y="61842"/>
                  <a:pt x="42420" y="61842"/>
                </a:cubicBezTo>
                <a:cubicBezTo>
                  <a:pt x="42519" y="61822"/>
                  <a:pt x="42579" y="61743"/>
                  <a:pt x="42559" y="61684"/>
                </a:cubicBezTo>
                <a:cubicBezTo>
                  <a:pt x="42519" y="61009"/>
                  <a:pt x="42440" y="60355"/>
                  <a:pt x="42380" y="59720"/>
                </a:cubicBezTo>
                <a:cubicBezTo>
                  <a:pt x="42352" y="59653"/>
                  <a:pt x="42286" y="59619"/>
                  <a:pt x="42221" y="59619"/>
                </a:cubicBezTo>
                <a:close/>
                <a:moveTo>
                  <a:pt x="42718" y="64103"/>
                </a:moveTo>
                <a:cubicBezTo>
                  <a:pt x="42618" y="64123"/>
                  <a:pt x="42559" y="64202"/>
                  <a:pt x="42559" y="64301"/>
                </a:cubicBezTo>
                <a:lnTo>
                  <a:pt x="42856" y="66245"/>
                </a:lnTo>
                <a:cubicBezTo>
                  <a:pt x="42876" y="66304"/>
                  <a:pt x="42956" y="66364"/>
                  <a:pt x="43035" y="66364"/>
                </a:cubicBezTo>
                <a:lnTo>
                  <a:pt x="43055" y="66364"/>
                </a:lnTo>
                <a:cubicBezTo>
                  <a:pt x="43134" y="66344"/>
                  <a:pt x="43194" y="66265"/>
                  <a:pt x="43174" y="66185"/>
                </a:cubicBezTo>
                <a:lnTo>
                  <a:pt x="42876" y="64262"/>
                </a:lnTo>
                <a:cubicBezTo>
                  <a:pt x="42876" y="64163"/>
                  <a:pt x="42797" y="64103"/>
                  <a:pt x="42718" y="64103"/>
                </a:cubicBezTo>
                <a:close/>
                <a:moveTo>
                  <a:pt x="43471" y="68650"/>
                </a:moveTo>
                <a:cubicBezTo>
                  <a:pt x="43389" y="68650"/>
                  <a:pt x="43312" y="68709"/>
                  <a:pt x="43312" y="68803"/>
                </a:cubicBezTo>
                <a:lnTo>
                  <a:pt x="43610" y="70548"/>
                </a:lnTo>
                <a:lnTo>
                  <a:pt x="43650" y="70727"/>
                </a:lnTo>
                <a:cubicBezTo>
                  <a:pt x="43650" y="70806"/>
                  <a:pt x="43709" y="70866"/>
                  <a:pt x="43808" y="70866"/>
                </a:cubicBezTo>
                <a:lnTo>
                  <a:pt x="43828" y="70866"/>
                </a:lnTo>
                <a:cubicBezTo>
                  <a:pt x="43907" y="70846"/>
                  <a:pt x="43967" y="70766"/>
                  <a:pt x="43967" y="70667"/>
                </a:cubicBezTo>
                <a:lnTo>
                  <a:pt x="43927" y="70489"/>
                </a:lnTo>
                <a:lnTo>
                  <a:pt x="43630" y="68744"/>
                </a:lnTo>
                <a:cubicBezTo>
                  <a:pt x="43589" y="68679"/>
                  <a:pt x="43529" y="68650"/>
                  <a:pt x="43471" y="68650"/>
                </a:cubicBezTo>
                <a:close/>
                <a:moveTo>
                  <a:pt x="44225" y="73106"/>
                </a:moveTo>
                <a:cubicBezTo>
                  <a:pt x="44126" y="73126"/>
                  <a:pt x="44086" y="73206"/>
                  <a:pt x="44106" y="73305"/>
                </a:cubicBezTo>
                <a:cubicBezTo>
                  <a:pt x="44205" y="73939"/>
                  <a:pt x="44324" y="74594"/>
                  <a:pt x="44423" y="75228"/>
                </a:cubicBezTo>
                <a:cubicBezTo>
                  <a:pt x="44423" y="75308"/>
                  <a:pt x="44502" y="75367"/>
                  <a:pt x="44562" y="75367"/>
                </a:cubicBezTo>
                <a:lnTo>
                  <a:pt x="44602" y="75367"/>
                </a:lnTo>
                <a:cubicBezTo>
                  <a:pt x="44681" y="75347"/>
                  <a:pt x="44740" y="75268"/>
                  <a:pt x="44740" y="75189"/>
                </a:cubicBezTo>
                <a:cubicBezTo>
                  <a:pt x="44641" y="74534"/>
                  <a:pt x="44522" y="73900"/>
                  <a:pt x="44423" y="73245"/>
                </a:cubicBezTo>
                <a:cubicBezTo>
                  <a:pt x="44403" y="73166"/>
                  <a:pt x="44304" y="73106"/>
                  <a:pt x="44225" y="73106"/>
                </a:cubicBezTo>
                <a:close/>
                <a:moveTo>
                  <a:pt x="44939" y="77608"/>
                </a:moveTo>
                <a:cubicBezTo>
                  <a:pt x="44840" y="77628"/>
                  <a:pt x="44780" y="77727"/>
                  <a:pt x="44780" y="77806"/>
                </a:cubicBezTo>
                <a:cubicBezTo>
                  <a:pt x="44879" y="78481"/>
                  <a:pt x="44958" y="79135"/>
                  <a:pt x="45038" y="79750"/>
                </a:cubicBezTo>
                <a:cubicBezTo>
                  <a:pt x="45038" y="79829"/>
                  <a:pt x="45097" y="79889"/>
                  <a:pt x="45177" y="79889"/>
                </a:cubicBezTo>
                <a:lnTo>
                  <a:pt x="45216" y="79889"/>
                </a:lnTo>
                <a:cubicBezTo>
                  <a:pt x="45296" y="79869"/>
                  <a:pt x="45355" y="79790"/>
                  <a:pt x="45355" y="79690"/>
                </a:cubicBezTo>
                <a:cubicBezTo>
                  <a:pt x="45276" y="79076"/>
                  <a:pt x="45216" y="78421"/>
                  <a:pt x="45117" y="77767"/>
                </a:cubicBezTo>
                <a:cubicBezTo>
                  <a:pt x="45117" y="77668"/>
                  <a:pt x="45038" y="77608"/>
                  <a:pt x="44939" y="77608"/>
                </a:cubicBezTo>
                <a:close/>
                <a:moveTo>
                  <a:pt x="45415" y="82150"/>
                </a:moveTo>
                <a:cubicBezTo>
                  <a:pt x="45335" y="82169"/>
                  <a:pt x="45276" y="82249"/>
                  <a:pt x="45256" y="82328"/>
                </a:cubicBezTo>
                <a:cubicBezTo>
                  <a:pt x="45315" y="83002"/>
                  <a:pt x="45335" y="83657"/>
                  <a:pt x="45355" y="84291"/>
                </a:cubicBezTo>
                <a:cubicBezTo>
                  <a:pt x="45355" y="84371"/>
                  <a:pt x="45434" y="84430"/>
                  <a:pt x="45514" y="84430"/>
                </a:cubicBezTo>
                <a:cubicBezTo>
                  <a:pt x="45593" y="84430"/>
                  <a:pt x="45672" y="84371"/>
                  <a:pt x="45672" y="84291"/>
                </a:cubicBezTo>
                <a:cubicBezTo>
                  <a:pt x="45653" y="83637"/>
                  <a:pt x="45633" y="82963"/>
                  <a:pt x="45573" y="82308"/>
                </a:cubicBezTo>
                <a:cubicBezTo>
                  <a:pt x="45573" y="82209"/>
                  <a:pt x="45494" y="82150"/>
                  <a:pt x="45415" y="82150"/>
                </a:cubicBezTo>
                <a:close/>
                <a:moveTo>
                  <a:pt x="45514" y="86711"/>
                </a:moveTo>
                <a:cubicBezTo>
                  <a:pt x="45415" y="86711"/>
                  <a:pt x="45335" y="86790"/>
                  <a:pt x="45335" y="86889"/>
                </a:cubicBezTo>
                <a:cubicBezTo>
                  <a:pt x="45315" y="87524"/>
                  <a:pt x="45256" y="88198"/>
                  <a:pt x="45196" y="88813"/>
                </a:cubicBezTo>
                <a:cubicBezTo>
                  <a:pt x="45196" y="88912"/>
                  <a:pt x="45236" y="88991"/>
                  <a:pt x="45335" y="88991"/>
                </a:cubicBezTo>
                <a:lnTo>
                  <a:pt x="45355" y="88991"/>
                </a:lnTo>
                <a:cubicBezTo>
                  <a:pt x="45434" y="88991"/>
                  <a:pt x="45514" y="88932"/>
                  <a:pt x="45514" y="88852"/>
                </a:cubicBezTo>
                <a:cubicBezTo>
                  <a:pt x="45573" y="88218"/>
                  <a:pt x="45633" y="87563"/>
                  <a:pt x="45653" y="86889"/>
                </a:cubicBezTo>
                <a:cubicBezTo>
                  <a:pt x="45653" y="86810"/>
                  <a:pt x="45593" y="86731"/>
                  <a:pt x="45514" y="86711"/>
                </a:cubicBezTo>
                <a:close/>
                <a:moveTo>
                  <a:pt x="45018" y="91252"/>
                </a:moveTo>
                <a:cubicBezTo>
                  <a:pt x="44919" y="91252"/>
                  <a:pt x="44859" y="91312"/>
                  <a:pt x="44840" y="91391"/>
                </a:cubicBezTo>
                <a:cubicBezTo>
                  <a:pt x="44721" y="92025"/>
                  <a:pt x="44602" y="92660"/>
                  <a:pt x="44423" y="93315"/>
                </a:cubicBezTo>
                <a:cubicBezTo>
                  <a:pt x="44403" y="93394"/>
                  <a:pt x="44463" y="93473"/>
                  <a:pt x="44542" y="93513"/>
                </a:cubicBezTo>
                <a:lnTo>
                  <a:pt x="44602" y="93513"/>
                </a:lnTo>
                <a:cubicBezTo>
                  <a:pt x="44661" y="93513"/>
                  <a:pt x="44721" y="93453"/>
                  <a:pt x="44740" y="93374"/>
                </a:cubicBezTo>
                <a:cubicBezTo>
                  <a:pt x="44879" y="92739"/>
                  <a:pt x="45038" y="92085"/>
                  <a:pt x="45157" y="91450"/>
                </a:cubicBezTo>
                <a:cubicBezTo>
                  <a:pt x="45157" y="91351"/>
                  <a:pt x="45097" y="91272"/>
                  <a:pt x="45018" y="91252"/>
                </a:cubicBezTo>
                <a:close/>
                <a:moveTo>
                  <a:pt x="43854" y="95679"/>
                </a:moveTo>
                <a:cubicBezTo>
                  <a:pt x="43788" y="95679"/>
                  <a:pt x="43733" y="95720"/>
                  <a:pt x="43689" y="95793"/>
                </a:cubicBezTo>
                <a:cubicBezTo>
                  <a:pt x="43511" y="96408"/>
                  <a:pt x="43273" y="97023"/>
                  <a:pt x="43055" y="97618"/>
                </a:cubicBezTo>
                <a:cubicBezTo>
                  <a:pt x="43015" y="97697"/>
                  <a:pt x="43055" y="97796"/>
                  <a:pt x="43134" y="97836"/>
                </a:cubicBezTo>
                <a:lnTo>
                  <a:pt x="43213" y="97836"/>
                </a:lnTo>
                <a:cubicBezTo>
                  <a:pt x="43273" y="97836"/>
                  <a:pt x="43332" y="97796"/>
                  <a:pt x="43352" y="97737"/>
                </a:cubicBezTo>
                <a:cubicBezTo>
                  <a:pt x="43590" y="97122"/>
                  <a:pt x="43828" y="96507"/>
                  <a:pt x="44026" y="95893"/>
                </a:cubicBezTo>
                <a:cubicBezTo>
                  <a:pt x="44046" y="95793"/>
                  <a:pt x="44007" y="95714"/>
                  <a:pt x="43927" y="95694"/>
                </a:cubicBezTo>
                <a:cubicBezTo>
                  <a:pt x="43902" y="95684"/>
                  <a:pt x="43877" y="95679"/>
                  <a:pt x="43854" y="95679"/>
                </a:cubicBezTo>
                <a:close/>
                <a:moveTo>
                  <a:pt x="42153" y="99929"/>
                </a:moveTo>
                <a:cubicBezTo>
                  <a:pt x="42092" y="99929"/>
                  <a:pt x="42030" y="99965"/>
                  <a:pt x="42004" y="100017"/>
                </a:cubicBezTo>
                <a:cubicBezTo>
                  <a:pt x="41746" y="100593"/>
                  <a:pt x="41448" y="101188"/>
                  <a:pt x="41111" y="101763"/>
                </a:cubicBezTo>
                <a:cubicBezTo>
                  <a:pt x="41091" y="101842"/>
                  <a:pt x="41111" y="101941"/>
                  <a:pt x="41191" y="101981"/>
                </a:cubicBezTo>
                <a:lnTo>
                  <a:pt x="41270" y="101981"/>
                </a:lnTo>
                <a:cubicBezTo>
                  <a:pt x="41329" y="101981"/>
                  <a:pt x="41389" y="101961"/>
                  <a:pt x="41409" y="101901"/>
                </a:cubicBezTo>
                <a:cubicBezTo>
                  <a:pt x="41706" y="101326"/>
                  <a:pt x="42043" y="100751"/>
                  <a:pt x="42301" y="100176"/>
                </a:cubicBezTo>
                <a:cubicBezTo>
                  <a:pt x="42341" y="100077"/>
                  <a:pt x="42301" y="99978"/>
                  <a:pt x="42242" y="99958"/>
                </a:cubicBezTo>
                <a:cubicBezTo>
                  <a:pt x="42215" y="99938"/>
                  <a:pt x="42184" y="99929"/>
                  <a:pt x="42153" y="99929"/>
                </a:cubicBezTo>
                <a:close/>
                <a:moveTo>
                  <a:pt x="39901" y="103899"/>
                </a:moveTo>
                <a:cubicBezTo>
                  <a:pt x="39853" y="103899"/>
                  <a:pt x="39813" y="103923"/>
                  <a:pt x="39802" y="103984"/>
                </a:cubicBezTo>
                <a:cubicBezTo>
                  <a:pt x="39465" y="104539"/>
                  <a:pt x="39088" y="105074"/>
                  <a:pt x="38712" y="105630"/>
                </a:cubicBezTo>
                <a:cubicBezTo>
                  <a:pt x="38672" y="105709"/>
                  <a:pt x="38692" y="105788"/>
                  <a:pt x="38771" y="105848"/>
                </a:cubicBezTo>
                <a:lnTo>
                  <a:pt x="38870" y="105848"/>
                </a:lnTo>
                <a:cubicBezTo>
                  <a:pt x="38910" y="105848"/>
                  <a:pt x="38969" y="105828"/>
                  <a:pt x="38989" y="105808"/>
                </a:cubicBezTo>
                <a:cubicBezTo>
                  <a:pt x="39366" y="105273"/>
                  <a:pt x="39743" y="104717"/>
                  <a:pt x="40080" y="104162"/>
                </a:cubicBezTo>
                <a:cubicBezTo>
                  <a:pt x="40209" y="104062"/>
                  <a:pt x="40027" y="103899"/>
                  <a:pt x="39901" y="103899"/>
                </a:cubicBezTo>
                <a:close/>
                <a:moveTo>
                  <a:pt x="37289" y="107605"/>
                </a:moveTo>
                <a:cubicBezTo>
                  <a:pt x="37242" y="107605"/>
                  <a:pt x="37198" y="107620"/>
                  <a:pt x="37165" y="107653"/>
                </a:cubicBezTo>
                <a:cubicBezTo>
                  <a:pt x="36768" y="108188"/>
                  <a:pt x="36332" y="108684"/>
                  <a:pt x="35915" y="109180"/>
                </a:cubicBezTo>
                <a:cubicBezTo>
                  <a:pt x="35856" y="109239"/>
                  <a:pt x="35876" y="109338"/>
                  <a:pt x="35935" y="109398"/>
                </a:cubicBezTo>
                <a:cubicBezTo>
                  <a:pt x="35955" y="109418"/>
                  <a:pt x="35995" y="109437"/>
                  <a:pt x="36034" y="109437"/>
                </a:cubicBezTo>
                <a:cubicBezTo>
                  <a:pt x="36094" y="109437"/>
                  <a:pt x="36134" y="109418"/>
                  <a:pt x="36173" y="109378"/>
                </a:cubicBezTo>
                <a:cubicBezTo>
                  <a:pt x="36590" y="108882"/>
                  <a:pt x="37026" y="108386"/>
                  <a:pt x="37423" y="107890"/>
                </a:cubicBezTo>
                <a:cubicBezTo>
                  <a:pt x="37482" y="107811"/>
                  <a:pt x="37462" y="107692"/>
                  <a:pt x="37403" y="107633"/>
                </a:cubicBezTo>
                <a:cubicBezTo>
                  <a:pt x="37367" y="107615"/>
                  <a:pt x="37327" y="107605"/>
                  <a:pt x="37289" y="107605"/>
                </a:cubicBezTo>
                <a:close/>
                <a:moveTo>
                  <a:pt x="34266" y="111031"/>
                </a:moveTo>
                <a:cubicBezTo>
                  <a:pt x="34228" y="111031"/>
                  <a:pt x="34188" y="111046"/>
                  <a:pt x="34150" y="111083"/>
                </a:cubicBezTo>
                <a:cubicBezTo>
                  <a:pt x="33714" y="111520"/>
                  <a:pt x="33238" y="111996"/>
                  <a:pt x="32742" y="112452"/>
                </a:cubicBezTo>
                <a:cubicBezTo>
                  <a:pt x="32683" y="112511"/>
                  <a:pt x="32683" y="112591"/>
                  <a:pt x="32742" y="112670"/>
                </a:cubicBezTo>
                <a:lnTo>
                  <a:pt x="32861" y="112709"/>
                </a:lnTo>
                <a:lnTo>
                  <a:pt x="32961" y="112670"/>
                </a:lnTo>
                <a:cubicBezTo>
                  <a:pt x="33456" y="112214"/>
                  <a:pt x="33932" y="111777"/>
                  <a:pt x="34388" y="111301"/>
                </a:cubicBezTo>
                <a:cubicBezTo>
                  <a:pt x="34495" y="111195"/>
                  <a:pt x="34392" y="111031"/>
                  <a:pt x="34266" y="111031"/>
                </a:cubicBezTo>
                <a:close/>
                <a:moveTo>
                  <a:pt x="30919" y="114115"/>
                </a:moveTo>
                <a:cubicBezTo>
                  <a:pt x="30883" y="114115"/>
                  <a:pt x="30846" y="114130"/>
                  <a:pt x="30819" y="114157"/>
                </a:cubicBezTo>
                <a:lnTo>
                  <a:pt x="29292" y="115367"/>
                </a:lnTo>
                <a:cubicBezTo>
                  <a:pt x="29232" y="115426"/>
                  <a:pt x="29193" y="115526"/>
                  <a:pt x="29252" y="115625"/>
                </a:cubicBezTo>
                <a:lnTo>
                  <a:pt x="29391" y="115664"/>
                </a:lnTo>
                <a:lnTo>
                  <a:pt x="29490" y="115645"/>
                </a:lnTo>
                <a:cubicBezTo>
                  <a:pt x="30025" y="115248"/>
                  <a:pt x="30521" y="114831"/>
                  <a:pt x="31017" y="114395"/>
                </a:cubicBezTo>
                <a:cubicBezTo>
                  <a:pt x="31077" y="114355"/>
                  <a:pt x="31096" y="114237"/>
                  <a:pt x="31037" y="114177"/>
                </a:cubicBezTo>
                <a:cubicBezTo>
                  <a:pt x="31005" y="114135"/>
                  <a:pt x="30962" y="114115"/>
                  <a:pt x="30919" y="114115"/>
                </a:cubicBezTo>
                <a:close/>
                <a:moveTo>
                  <a:pt x="27278" y="116860"/>
                </a:moveTo>
                <a:cubicBezTo>
                  <a:pt x="27247" y="116860"/>
                  <a:pt x="27216" y="116876"/>
                  <a:pt x="27190" y="116914"/>
                </a:cubicBezTo>
                <a:lnTo>
                  <a:pt x="25563" y="117965"/>
                </a:lnTo>
                <a:cubicBezTo>
                  <a:pt x="25484" y="118024"/>
                  <a:pt x="25464" y="118143"/>
                  <a:pt x="25504" y="118223"/>
                </a:cubicBezTo>
                <a:cubicBezTo>
                  <a:pt x="25544" y="118262"/>
                  <a:pt x="25603" y="118282"/>
                  <a:pt x="25663" y="118302"/>
                </a:cubicBezTo>
                <a:lnTo>
                  <a:pt x="25722" y="118262"/>
                </a:lnTo>
                <a:lnTo>
                  <a:pt x="27368" y="117172"/>
                </a:lnTo>
                <a:cubicBezTo>
                  <a:pt x="27545" y="117139"/>
                  <a:pt x="27409" y="116860"/>
                  <a:pt x="27278" y="116860"/>
                </a:cubicBezTo>
                <a:close/>
                <a:moveTo>
                  <a:pt x="23367" y="119328"/>
                </a:moveTo>
                <a:cubicBezTo>
                  <a:pt x="23353" y="119328"/>
                  <a:pt x="23338" y="119329"/>
                  <a:pt x="23322" y="119333"/>
                </a:cubicBezTo>
                <a:lnTo>
                  <a:pt x="21617" y="120245"/>
                </a:lnTo>
                <a:cubicBezTo>
                  <a:pt x="21538" y="120305"/>
                  <a:pt x="21518" y="120384"/>
                  <a:pt x="21538" y="120483"/>
                </a:cubicBezTo>
                <a:cubicBezTo>
                  <a:pt x="21557" y="120523"/>
                  <a:pt x="21617" y="120563"/>
                  <a:pt x="21696" y="120583"/>
                </a:cubicBezTo>
                <a:lnTo>
                  <a:pt x="21756" y="120543"/>
                </a:lnTo>
                <a:cubicBezTo>
                  <a:pt x="22351" y="120245"/>
                  <a:pt x="22926" y="119928"/>
                  <a:pt x="23501" y="119611"/>
                </a:cubicBezTo>
                <a:cubicBezTo>
                  <a:pt x="23573" y="119485"/>
                  <a:pt x="23499" y="119328"/>
                  <a:pt x="23367" y="119328"/>
                </a:cubicBezTo>
                <a:close/>
                <a:moveTo>
                  <a:pt x="19343" y="121409"/>
                </a:moveTo>
                <a:cubicBezTo>
                  <a:pt x="19321" y="121409"/>
                  <a:pt x="19299" y="121411"/>
                  <a:pt x="19277" y="121415"/>
                </a:cubicBezTo>
                <a:cubicBezTo>
                  <a:pt x="18722" y="121713"/>
                  <a:pt x="18127" y="121991"/>
                  <a:pt x="17532" y="122229"/>
                </a:cubicBezTo>
                <a:cubicBezTo>
                  <a:pt x="17452" y="122288"/>
                  <a:pt x="17413" y="122367"/>
                  <a:pt x="17433" y="122466"/>
                </a:cubicBezTo>
                <a:cubicBezTo>
                  <a:pt x="17472" y="122506"/>
                  <a:pt x="17532" y="122546"/>
                  <a:pt x="17591" y="122566"/>
                </a:cubicBezTo>
                <a:lnTo>
                  <a:pt x="17651" y="122526"/>
                </a:lnTo>
                <a:cubicBezTo>
                  <a:pt x="18246" y="122288"/>
                  <a:pt x="18841" y="122010"/>
                  <a:pt x="19436" y="121713"/>
                </a:cubicBezTo>
                <a:cubicBezTo>
                  <a:pt x="19515" y="121673"/>
                  <a:pt x="19535" y="121594"/>
                  <a:pt x="19515" y="121515"/>
                </a:cubicBezTo>
                <a:cubicBezTo>
                  <a:pt x="19484" y="121438"/>
                  <a:pt x="19418" y="121409"/>
                  <a:pt x="19343" y="121409"/>
                </a:cubicBezTo>
                <a:close/>
                <a:moveTo>
                  <a:pt x="15196" y="123240"/>
                </a:moveTo>
                <a:cubicBezTo>
                  <a:pt x="15167" y="123240"/>
                  <a:pt x="15139" y="123247"/>
                  <a:pt x="15112" y="123260"/>
                </a:cubicBezTo>
                <a:lnTo>
                  <a:pt x="13288" y="123954"/>
                </a:lnTo>
                <a:cubicBezTo>
                  <a:pt x="13208" y="123974"/>
                  <a:pt x="13169" y="124053"/>
                  <a:pt x="13189" y="124152"/>
                </a:cubicBezTo>
                <a:cubicBezTo>
                  <a:pt x="13208" y="124212"/>
                  <a:pt x="13288" y="124271"/>
                  <a:pt x="13367" y="124271"/>
                </a:cubicBezTo>
                <a:lnTo>
                  <a:pt x="13407" y="124251"/>
                </a:lnTo>
                <a:lnTo>
                  <a:pt x="15251" y="123557"/>
                </a:lnTo>
                <a:cubicBezTo>
                  <a:pt x="15330" y="123498"/>
                  <a:pt x="15370" y="123418"/>
                  <a:pt x="15350" y="123319"/>
                </a:cubicBezTo>
                <a:cubicBezTo>
                  <a:pt x="15311" y="123266"/>
                  <a:pt x="15253" y="123240"/>
                  <a:pt x="15196" y="123240"/>
                </a:cubicBezTo>
                <a:close/>
                <a:moveTo>
                  <a:pt x="10871" y="124782"/>
                </a:moveTo>
                <a:cubicBezTo>
                  <a:pt x="10857" y="124782"/>
                  <a:pt x="10842" y="124783"/>
                  <a:pt x="10829" y="124787"/>
                </a:cubicBezTo>
                <a:lnTo>
                  <a:pt x="8965" y="125382"/>
                </a:lnTo>
                <a:cubicBezTo>
                  <a:pt x="8885" y="125421"/>
                  <a:pt x="8846" y="125501"/>
                  <a:pt x="8865" y="125580"/>
                </a:cubicBezTo>
                <a:cubicBezTo>
                  <a:pt x="8885" y="125659"/>
                  <a:pt x="8945" y="125699"/>
                  <a:pt x="9024" y="125699"/>
                </a:cubicBezTo>
                <a:lnTo>
                  <a:pt x="9064" y="125699"/>
                </a:lnTo>
                <a:lnTo>
                  <a:pt x="10928" y="125104"/>
                </a:lnTo>
                <a:cubicBezTo>
                  <a:pt x="11027" y="125084"/>
                  <a:pt x="11087" y="124985"/>
                  <a:pt x="11047" y="124886"/>
                </a:cubicBezTo>
                <a:cubicBezTo>
                  <a:pt x="11014" y="124820"/>
                  <a:pt x="10940" y="124782"/>
                  <a:pt x="10871" y="124782"/>
                </a:cubicBezTo>
                <a:close/>
                <a:moveTo>
                  <a:pt x="6503" y="126092"/>
                </a:moveTo>
                <a:cubicBezTo>
                  <a:pt x="6491" y="126092"/>
                  <a:pt x="6479" y="126093"/>
                  <a:pt x="6466" y="126096"/>
                </a:cubicBezTo>
                <a:lnTo>
                  <a:pt x="4582" y="126591"/>
                </a:lnTo>
                <a:cubicBezTo>
                  <a:pt x="4503" y="126611"/>
                  <a:pt x="4443" y="126710"/>
                  <a:pt x="4463" y="126790"/>
                </a:cubicBezTo>
                <a:cubicBezTo>
                  <a:pt x="4483" y="126869"/>
                  <a:pt x="4562" y="126909"/>
                  <a:pt x="4641" y="126929"/>
                </a:cubicBezTo>
                <a:lnTo>
                  <a:pt x="4661" y="126929"/>
                </a:lnTo>
                <a:lnTo>
                  <a:pt x="6565" y="126433"/>
                </a:lnTo>
                <a:cubicBezTo>
                  <a:pt x="6644" y="126393"/>
                  <a:pt x="6684" y="126314"/>
                  <a:pt x="6664" y="126234"/>
                </a:cubicBezTo>
                <a:cubicBezTo>
                  <a:pt x="6647" y="126148"/>
                  <a:pt x="6584" y="126092"/>
                  <a:pt x="6503" y="126092"/>
                </a:cubicBezTo>
                <a:close/>
                <a:moveTo>
                  <a:pt x="2103" y="127221"/>
                </a:moveTo>
                <a:cubicBezTo>
                  <a:pt x="2090" y="127221"/>
                  <a:pt x="2076" y="127223"/>
                  <a:pt x="2063" y="127226"/>
                </a:cubicBezTo>
                <a:lnTo>
                  <a:pt x="140" y="127623"/>
                </a:lnTo>
                <a:cubicBezTo>
                  <a:pt x="60" y="127642"/>
                  <a:pt x="1" y="127722"/>
                  <a:pt x="21" y="127821"/>
                </a:cubicBezTo>
                <a:cubicBezTo>
                  <a:pt x="40" y="127880"/>
                  <a:pt x="100" y="127940"/>
                  <a:pt x="179" y="127940"/>
                </a:cubicBezTo>
                <a:lnTo>
                  <a:pt x="199" y="127940"/>
                </a:lnTo>
                <a:lnTo>
                  <a:pt x="2123" y="127523"/>
                </a:lnTo>
                <a:cubicBezTo>
                  <a:pt x="2202" y="127523"/>
                  <a:pt x="2262" y="127424"/>
                  <a:pt x="2262" y="127345"/>
                </a:cubicBezTo>
                <a:cubicBezTo>
                  <a:pt x="2229" y="127262"/>
                  <a:pt x="2168" y="127221"/>
                  <a:pt x="2103" y="12722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" name="图片 4" descr="36d50353cfa47178780fc0597d0ca7da"/>
          <p:cNvPicPr>
            <a:picLocks noChangeAspect="1"/>
          </p:cNvPicPr>
          <p:nvPr/>
        </p:nvPicPr>
        <p:blipFill>
          <a:blip r:embed="rId1"/>
          <a:srcRect l="5347" t="8461" r="4881" b="3207"/>
          <a:stretch>
            <a:fillRect/>
          </a:stretch>
        </p:blipFill>
        <p:spPr>
          <a:xfrm>
            <a:off x="2818130" y="1068070"/>
            <a:ext cx="6553835" cy="3728085"/>
          </a:xfrm>
          <a:prstGeom prst="rect">
            <a:avLst/>
          </a:prstGeom>
        </p:spPr>
      </p:pic>
      <p:sp>
        <p:nvSpPr>
          <p:cNvPr id="32" name="textbox 32"/>
          <p:cNvSpPr/>
          <p:nvPr/>
        </p:nvSpPr>
        <p:spPr>
          <a:xfrm>
            <a:off x="882015" y="526415"/>
            <a:ext cx="4730115" cy="646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lang="en-US" sz="3800" b="1" kern="0" spc="6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r>
              <a:rPr sz="3800" b="1" kern="0" spc="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sz="3800" b="1" kern="0" spc="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认识</a:t>
            </a:r>
            <a:r>
              <a:rPr sz="3800" b="1" kern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Matlab</a:t>
            </a:r>
            <a:r>
              <a:rPr sz="3800" b="1" kern="0" spc="6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lang="zh-CN" sz="3800" b="1" kern="0" spc="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界面</a:t>
            </a:r>
            <a:endParaRPr sz="3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9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1365" algn="l" rtl="0" eaLnBrk="0">
              <a:lnSpc>
                <a:spcPct val="95000"/>
              </a:lnSpc>
              <a:spcBef>
                <a:spcPts val="725"/>
              </a:spcBef>
            </a:pP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2896870" y="4737100"/>
            <a:ext cx="639445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标题栏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: </a:t>
            </a:r>
            <a:r>
              <a:rPr lang="zh-CN" altLang="en-US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标题栏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"MATLABR2017a "</a:t>
            </a:r>
            <a:r>
              <a:rPr lang="zh-CN" altLang="en-US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是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MATLAB</a:t>
            </a:r>
            <a:r>
              <a:rPr lang="zh-CN" altLang="en-US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软件的版本号</a:t>
            </a:r>
            <a:endParaRPr lang="zh-CN" altLang="en-US" sz="2400" spc="2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l"/>
            <a:endParaRPr lang="zh-CN" altLang="en-US" sz="2400" spc="2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l"/>
            <a:r>
              <a:rPr lang="en-US" altLang="zh-CN" sz="1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    a</a:t>
            </a:r>
            <a:r>
              <a:rPr lang="zh-CN" altLang="en-US" sz="1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版本是</a:t>
            </a:r>
            <a:r>
              <a:rPr lang="en-US" altLang="zh-CN" sz="1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MathWorks </a:t>
            </a:r>
            <a:r>
              <a:rPr lang="zh-CN" altLang="en-US" sz="1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公司上半年发布的</a:t>
            </a:r>
            <a:r>
              <a:rPr lang="en-US" altLang="zh-CN" sz="1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MATLAB </a:t>
            </a:r>
            <a:r>
              <a:rPr lang="zh-CN" altLang="en-US" sz="1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版本</a:t>
            </a:r>
            <a:r>
              <a:rPr lang="en-US" altLang="zh-CN" sz="1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;</a:t>
            </a:r>
            <a:endParaRPr lang="en-US" altLang="zh-CN" sz="1400" spc="2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l"/>
            <a:r>
              <a:rPr lang="en-US" altLang="zh-CN" sz="1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    b</a:t>
            </a:r>
            <a:r>
              <a:rPr lang="zh-CN" altLang="en-US" sz="1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版本是</a:t>
            </a:r>
            <a:r>
              <a:rPr lang="en-US" altLang="zh-CN" sz="1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MathWorks </a:t>
            </a:r>
            <a:r>
              <a:rPr lang="zh-CN" altLang="en-US" sz="1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公司下半年发布的</a:t>
            </a:r>
            <a:r>
              <a:rPr lang="en-US" altLang="zh-CN" sz="1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MATLAB </a:t>
            </a:r>
            <a:r>
              <a:rPr lang="zh-CN" altLang="en-US" sz="1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版本</a:t>
            </a:r>
            <a:r>
              <a:rPr lang="en-US" altLang="zh-CN" sz="1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; </a:t>
            </a:r>
            <a:endParaRPr lang="en-US" altLang="zh-CN" sz="1400" spc="2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208" name="Google Shape;2208;p36"/>
          <p:cNvGrpSpPr/>
          <p:nvPr/>
        </p:nvGrpSpPr>
        <p:grpSpPr>
          <a:xfrm>
            <a:off x="9608971" y="3591859"/>
            <a:ext cx="879232" cy="657377"/>
            <a:chOff x="4030925" y="2186525"/>
            <a:chExt cx="944700" cy="706325"/>
          </a:xfrm>
        </p:grpSpPr>
        <p:sp>
          <p:nvSpPr>
            <p:cNvPr id="2209" name="Google Shape;2209;p36"/>
            <p:cNvSpPr/>
            <p:nvPr/>
          </p:nvSpPr>
          <p:spPr>
            <a:xfrm>
              <a:off x="4030925" y="2186525"/>
              <a:ext cx="944700" cy="281675"/>
            </a:xfrm>
            <a:custGeom>
              <a:avLst/>
              <a:gdLst/>
              <a:ahLst/>
              <a:cxnLst/>
              <a:rect l="l" t="t" r="r" b="b"/>
              <a:pathLst>
                <a:path w="37788" h="11267" extrusionOk="0">
                  <a:moveTo>
                    <a:pt x="33327" y="1430"/>
                  </a:moveTo>
                  <a:lnTo>
                    <a:pt x="9699" y="10348"/>
                  </a:lnTo>
                  <a:lnTo>
                    <a:pt x="1770" y="6049"/>
                  </a:lnTo>
                  <a:lnTo>
                    <a:pt x="33327" y="1430"/>
                  </a:lnTo>
                  <a:close/>
                  <a:moveTo>
                    <a:pt x="37185" y="0"/>
                  </a:moveTo>
                  <a:cubicBezTo>
                    <a:pt x="37164" y="0"/>
                    <a:pt x="37142" y="1"/>
                    <a:pt x="37120" y="5"/>
                  </a:cubicBezTo>
                  <a:lnTo>
                    <a:pt x="391" y="5383"/>
                  </a:lnTo>
                  <a:cubicBezTo>
                    <a:pt x="207" y="5406"/>
                    <a:pt x="69" y="5544"/>
                    <a:pt x="23" y="5728"/>
                  </a:cubicBezTo>
                  <a:cubicBezTo>
                    <a:pt x="0" y="5912"/>
                    <a:pt x="92" y="6095"/>
                    <a:pt x="253" y="6187"/>
                  </a:cubicBezTo>
                  <a:lnTo>
                    <a:pt x="9447" y="11221"/>
                  </a:lnTo>
                  <a:lnTo>
                    <a:pt x="9653" y="11267"/>
                  </a:lnTo>
                  <a:lnTo>
                    <a:pt x="9814" y="11244"/>
                  </a:lnTo>
                  <a:lnTo>
                    <a:pt x="37327" y="855"/>
                  </a:lnTo>
                  <a:cubicBezTo>
                    <a:pt x="37788" y="679"/>
                    <a:pt x="37641" y="0"/>
                    <a:pt x="371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0" name="Google Shape;2210;p36"/>
            <p:cNvSpPr/>
            <p:nvPr/>
          </p:nvSpPr>
          <p:spPr>
            <a:xfrm>
              <a:off x="4423950" y="2187475"/>
              <a:ext cx="547625" cy="512875"/>
            </a:xfrm>
            <a:custGeom>
              <a:avLst/>
              <a:gdLst/>
              <a:ahLst/>
              <a:cxnLst/>
              <a:rect l="l" t="t" r="r" b="b"/>
              <a:pathLst>
                <a:path w="21905" h="20515" extrusionOk="0">
                  <a:moveTo>
                    <a:pt x="19882" y="2104"/>
                  </a:moveTo>
                  <a:lnTo>
                    <a:pt x="8918" y="19572"/>
                  </a:lnTo>
                  <a:lnTo>
                    <a:pt x="1265" y="15918"/>
                  </a:lnTo>
                  <a:lnTo>
                    <a:pt x="19882" y="2104"/>
                  </a:lnTo>
                  <a:close/>
                  <a:moveTo>
                    <a:pt x="21443" y="0"/>
                  </a:moveTo>
                  <a:cubicBezTo>
                    <a:pt x="21354" y="0"/>
                    <a:pt x="21266" y="29"/>
                    <a:pt x="21192" y="81"/>
                  </a:cubicBezTo>
                  <a:lnTo>
                    <a:pt x="184" y="15688"/>
                  </a:lnTo>
                  <a:cubicBezTo>
                    <a:pt x="69" y="15780"/>
                    <a:pt x="0" y="15941"/>
                    <a:pt x="23" y="16102"/>
                  </a:cubicBezTo>
                  <a:cubicBezTo>
                    <a:pt x="23" y="16240"/>
                    <a:pt x="115" y="16378"/>
                    <a:pt x="253" y="16446"/>
                  </a:cubicBezTo>
                  <a:lnTo>
                    <a:pt x="8918" y="20515"/>
                  </a:lnTo>
                  <a:lnTo>
                    <a:pt x="9102" y="20515"/>
                  </a:lnTo>
                  <a:cubicBezTo>
                    <a:pt x="9240" y="20515"/>
                    <a:pt x="9378" y="20469"/>
                    <a:pt x="9470" y="20354"/>
                  </a:cubicBezTo>
                  <a:lnTo>
                    <a:pt x="21813" y="656"/>
                  </a:lnTo>
                  <a:cubicBezTo>
                    <a:pt x="21905" y="472"/>
                    <a:pt x="21882" y="265"/>
                    <a:pt x="21744" y="127"/>
                  </a:cubicBezTo>
                  <a:cubicBezTo>
                    <a:pt x="21656" y="40"/>
                    <a:pt x="21549" y="0"/>
                    <a:pt x="214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1" name="Google Shape;2211;p36"/>
            <p:cNvSpPr/>
            <p:nvPr/>
          </p:nvSpPr>
          <p:spPr>
            <a:xfrm>
              <a:off x="4261325" y="2186625"/>
              <a:ext cx="710825" cy="706225"/>
            </a:xfrm>
            <a:custGeom>
              <a:avLst/>
              <a:gdLst/>
              <a:ahLst/>
              <a:cxnLst/>
              <a:rect l="l" t="t" r="r" b="b"/>
              <a:pathLst>
                <a:path w="28433" h="28249" extrusionOk="0">
                  <a:moveTo>
                    <a:pt x="25261" y="1908"/>
                  </a:moveTo>
                  <a:lnTo>
                    <a:pt x="6689" y="15699"/>
                  </a:lnTo>
                  <a:cubicBezTo>
                    <a:pt x="6620" y="15745"/>
                    <a:pt x="6551" y="15837"/>
                    <a:pt x="6528" y="15929"/>
                  </a:cubicBezTo>
                  <a:lnTo>
                    <a:pt x="3196" y="25973"/>
                  </a:lnTo>
                  <a:lnTo>
                    <a:pt x="920" y="11102"/>
                  </a:lnTo>
                  <a:lnTo>
                    <a:pt x="25261" y="1908"/>
                  </a:lnTo>
                  <a:close/>
                  <a:moveTo>
                    <a:pt x="27953" y="1"/>
                  </a:moveTo>
                  <a:cubicBezTo>
                    <a:pt x="27906" y="1"/>
                    <a:pt x="27859" y="8"/>
                    <a:pt x="27812" y="24"/>
                  </a:cubicBezTo>
                  <a:lnTo>
                    <a:pt x="300" y="10436"/>
                  </a:lnTo>
                  <a:cubicBezTo>
                    <a:pt x="116" y="10504"/>
                    <a:pt x="1" y="10711"/>
                    <a:pt x="24" y="10895"/>
                  </a:cubicBezTo>
                  <a:lnTo>
                    <a:pt x="2621" y="27881"/>
                  </a:lnTo>
                  <a:cubicBezTo>
                    <a:pt x="2644" y="28065"/>
                    <a:pt x="2805" y="28226"/>
                    <a:pt x="3012" y="28249"/>
                  </a:cubicBezTo>
                  <a:lnTo>
                    <a:pt x="3058" y="28249"/>
                  </a:lnTo>
                  <a:cubicBezTo>
                    <a:pt x="3242" y="28249"/>
                    <a:pt x="3402" y="28111"/>
                    <a:pt x="3448" y="27927"/>
                  </a:cubicBezTo>
                  <a:lnTo>
                    <a:pt x="7310" y="16297"/>
                  </a:lnTo>
                  <a:lnTo>
                    <a:pt x="28226" y="782"/>
                  </a:lnTo>
                  <a:cubicBezTo>
                    <a:pt x="28387" y="667"/>
                    <a:pt x="28433" y="414"/>
                    <a:pt x="28341" y="230"/>
                  </a:cubicBezTo>
                  <a:cubicBezTo>
                    <a:pt x="28269" y="88"/>
                    <a:pt x="28115" y="1"/>
                    <a:pt x="279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2" name="Google Shape;2212;p36"/>
            <p:cNvSpPr/>
            <p:nvPr/>
          </p:nvSpPr>
          <p:spPr>
            <a:xfrm>
              <a:off x="4325700" y="2577225"/>
              <a:ext cx="236750" cy="315625"/>
            </a:xfrm>
            <a:custGeom>
              <a:avLst/>
              <a:gdLst/>
              <a:ahLst/>
              <a:cxnLst/>
              <a:rect l="l" t="t" r="r" b="b"/>
              <a:pathLst>
                <a:path w="9470" h="12625" extrusionOk="0">
                  <a:moveTo>
                    <a:pt x="4620" y="1017"/>
                  </a:moveTo>
                  <a:lnTo>
                    <a:pt x="8343" y="2764"/>
                  </a:lnTo>
                  <a:lnTo>
                    <a:pt x="1540" y="10395"/>
                  </a:lnTo>
                  <a:lnTo>
                    <a:pt x="4620" y="1017"/>
                  </a:lnTo>
                  <a:close/>
                  <a:moveTo>
                    <a:pt x="4379" y="0"/>
                  </a:moveTo>
                  <a:cubicBezTo>
                    <a:pt x="4321" y="0"/>
                    <a:pt x="4264" y="18"/>
                    <a:pt x="4206" y="52"/>
                  </a:cubicBezTo>
                  <a:cubicBezTo>
                    <a:pt x="4091" y="98"/>
                    <a:pt x="3999" y="190"/>
                    <a:pt x="3953" y="305"/>
                  </a:cubicBezTo>
                  <a:lnTo>
                    <a:pt x="69" y="12050"/>
                  </a:lnTo>
                  <a:cubicBezTo>
                    <a:pt x="0" y="12257"/>
                    <a:pt x="92" y="12464"/>
                    <a:pt x="276" y="12579"/>
                  </a:cubicBezTo>
                  <a:lnTo>
                    <a:pt x="483" y="12625"/>
                  </a:lnTo>
                  <a:cubicBezTo>
                    <a:pt x="598" y="12625"/>
                    <a:pt x="713" y="12579"/>
                    <a:pt x="781" y="12487"/>
                  </a:cubicBezTo>
                  <a:lnTo>
                    <a:pt x="9355" y="2925"/>
                  </a:lnTo>
                  <a:cubicBezTo>
                    <a:pt x="9424" y="2810"/>
                    <a:pt x="9470" y="2672"/>
                    <a:pt x="9470" y="2534"/>
                  </a:cubicBezTo>
                  <a:cubicBezTo>
                    <a:pt x="9447" y="2396"/>
                    <a:pt x="9332" y="2304"/>
                    <a:pt x="9217" y="2259"/>
                  </a:cubicBezTo>
                  <a:lnTo>
                    <a:pt x="4551" y="52"/>
                  </a:lnTo>
                  <a:cubicBezTo>
                    <a:pt x="4493" y="18"/>
                    <a:pt x="4436" y="0"/>
                    <a:pt x="43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8" name="图片 7" descr="01标示标准彩色图形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9" name="图片 8" descr="679ea5b50a417660f7076eba1cf8bba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88983" y="481565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61" name="Google Shape;4561;p69"/>
          <p:cNvSpPr/>
          <p:nvPr/>
        </p:nvSpPr>
        <p:spPr>
          <a:xfrm>
            <a:off x="9864227" y="1314203"/>
            <a:ext cx="3279652" cy="4554024"/>
          </a:xfrm>
          <a:custGeom>
            <a:avLst/>
            <a:gdLst/>
            <a:ahLst/>
            <a:cxnLst/>
            <a:rect l="l" t="t" r="r" b="b"/>
            <a:pathLst>
              <a:path w="92138" h="127940" extrusionOk="0">
                <a:moveTo>
                  <a:pt x="85073" y="0"/>
                </a:moveTo>
                <a:cubicBezTo>
                  <a:pt x="85013" y="0"/>
                  <a:pt x="84958" y="40"/>
                  <a:pt x="84958" y="108"/>
                </a:cubicBezTo>
                <a:cubicBezTo>
                  <a:pt x="84899" y="167"/>
                  <a:pt x="84919" y="266"/>
                  <a:pt x="84998" y="326"/>
                </a:cubicBezTo>
                <a:cubicBezTo>
                  <a:pt x="85573" y="603"/>
                  <a:pt x="86128" y="940"/>
                  <a:pt x="86644" y="1337"/>
                </a:cubicBezTo>
                <a:lnTo>
                  <a:pt x="86743" y="1337"/>
                </a:lnTo>
                <a:cubicBezTo>
                  <a:pt x="86783" y="1337"/>
                  <a:pt x="86842" y="1317"/>
                  <a:pt x="86882" y="1297"/>
                </a:cubicBezTo>
                <a:cubicBezTo>
                  <a:pt x="86922" y="1218"/>
                  <a:pt x="86902" y="1119"/>
                  <a:pt x="86842" y="1059"/>
                </a:cubicBezTo>
                <a:cubicBezTo>
                  <a:pt x="86307" y="663"/>
                  <a:pt x="85732" y="326"/>
                  <a:pt x="85157" y="28"/>
                </a:cubicBezTo>
                <a:cubicBezTo>
                  <a:pt x="85131" y="9"/>
                  <a:pt x="85102" y="0"/>
                  <a:pt x="85073" y="0"/>
                </a:cubicBezTo>
                <a:close/>
                <a:moveTo>
                  <a:pt x="88675" y="2762"/>
                </a:moveTo>
                <a:cubicBezTo>
                  <a:pt x="88636" y="2762"/>
                  <a:pt x="88595" y="2777"/>
                  <a:pt x="88568" y="2805"/>
                </a:cubicBezTo>
                <a:cubicBezTo>
                  <a:pt x="88488" y="2844"/>
                  <a:pt x="88488" y="2963"/>
                  <a:pt x="88548" y="3023"/>
                </a:cubicBezTo>
                <a:cubicBezTo>
                  <a:pt x="88984" y="3499"/>
                  <a:pt x="89381" y="4014"/>
                  <a:pt x="89738" y="4570"/>
                </a:cubicBezTo>
                <a:cubicBezTo>
                  <a:pt x="89777" y="4609"/>
                  <a:pt x="89817" y="4629"/>
                  <a:pt x="89877" y="4629"/>
                </a:cubicBezTo>
                <a:lnTo>
                  <a:pt x="89956" y="4609"/>
                </a:lnTo>
                <a:cubicBezTo>
                  <a:pt x="90035" y="4550"/>
                  <a:pt x="90055" y="4451"/>
                  <a:pt x="89996" y="4371"/>
                </a:cubicBezTo>
                <a:cubicBezTo>
                  <a:pt x="89658" y="3816"/>
                  <a:pt x="89242" y="3300"/>
                  <a:pt x="88786" y="2824"/>
                </a:cubicBezTo>
                <a:cubicBezTo>
                  <a:pt x="88765" y="2782"/>
                  <a:pt x="88721" y="2762"/>
                  <a:pt x="88675" y="2762"/>
                </a:cubicBezTo>
                <a:close/>
                <a:moveTo>
                  <a:pt x="91110" y="6597"/>
                </a:moveTo>
                <a:cubicBezTo>
                  <a:pt x="91089" y="6597"/>
                  <a:pt x="91068" y="6602"/>
                  <a:pt x="91047" y="6612"/>
                </a:cubicBezTo>
                <a:cubicBezTo>
                  <a:pt x="90967" y="6632"/>
                  <a:pt x="90908" y="6731"/>
                  <a:pt x="90947" y="6810"/>
                </a:cubicBezTo>
                <a:cubicBezTo>
                  <a:pt x="91185" y="7425"/>
                  <a:pt x="91384" y="8040"/>
                  <a:pt x="91523" y="8675"/>
                </a:cubicBezTo>
                <a:cubicBezTo>
                  <a:pt x="91542" y="8754"/>
                  <a:pt x="91622" y="8794"/>
                  <a:pt x="91701" y="8794"/>
                </a:cubicBezTo>
                <a:lnTo>
                  <a:pt x="91721" y="8794"/>
                </a:lnTo>
                <a:cubicBezTo>
                  <a:pt x="91800" y="8774"/>
                  <a:pt x="91860" y="8694"/>
                  <a:pt x="91840" y="8595"/>
                </a:cubicBezTo>
                <a:cubicBezTo>
                  <a:pt x="91681" y="7941"/>
                  <a:pt x="91483" y="7306"/>
                  <a:pt x="91245" y="6692"/>
                </a:cubicBezTo>
                <a:cubicBezTo>
                  <a:pt x="91216" y="6633"/>
                  <a:pt x="91166" y="6597"/>
                  <a:pt x="91110" y="6597"/>
                </a:cubicBezTo>
                <a:close/>
                <a:moveTo>
                  <a:pt x="91959" y="11054"/>
                </a:moveTo>
                <a:cubicBezTo>
                  <a:pt x="91879" y="11054"/>
                  <a:pt x="91800" y="11114"/>
                  <a:pt x="91780" y="11213"/>
                </a:cubicBezTo>
                <a:cubicBezTo>
                  <a:pt x="91800" y="11848"/>
                  <a:pt x="91741" y="12502"/>
                  <a:pt x="91622" y="13137"/>
                </a:cubicBezTo>
                <a:cubicBezTo>
                  <a:pt x="91622" y="13236"/>
                  <a:pt x="91681" y="13315"/>
                  <a:pt x="91760" y="13335"/>
                </a:cubicBezTo>
                <a:lnTo>
                  <a:pt x="91800" y="13335"/>
                </a:lnTo>
                <a:cubicBezTo>
                  <a:pt x="91879" y="13335"/>
                  <a:pt x="91939" y="13275"/>
                  <a:pt x="91939" y="13196"/>
                </a:cubicBezTo>
                <a:cubicBezTo>
                  <a:pt x="92058" y="12542"/>
                  <a:pt x="92117" y="11887"/>
                  <a:pt x="92137" y="11233"/>
                </a:cubicBezTo>
                <a:cubicBezTo>
                  <a:pt x="92137" y="11134"/>
                  <a:pt x="92058" y="11054"/>
                  <a:pt x="91959" y="11054"/>
                </a:cubicBezTo>
                <a:close/>
                <a:moveTo>
                  <a:pt x="91092" y="15504"/>
                </a:moveTo>
                <a:cubicBezTo>
                  <a:pt x="91027" y="15504"/>
                  <a:pt x="90963" y="15554"/>
                  <a:pt x="90947" y="15616"/>
                </a:cubicBezTo>
                <a:cubicBezTo>
                  <a:pt x="90709" y="16211"/>
                  <a:pt x="90432" y="16786"/>
                  <a:pt x="90134" y="17381"/>
                </a:cubicBezTo>
                <a:cubicBezTo>
                  <a:pt x="90095" y="17460"/>
                  <a:pt x="90114" y="17539"/>
                  <a:pt x="90174" y="17599"/>
                </a:cubicBezTo>
                <a:lnTo>
                  <a:pt x="90253" y="17599"/>
                </a:lnTo>
                <a:cubicBezTo>
                  <a:pt x="90313" y="17599"/>
                  <a:pt x="90372" y="17579"/>
                  <a:pt x="90412" y="17519"/>
                </a:cubicBezTo>
                <a:cubicBezTo>
                  <a:pt x="90729" y="16944"/>
                  <a:pt x="91007" y="16349"/>
                  <a:pt x="91245" y="15735"/>
                </a:cubicBezTo>
                <a:cubicBezTo>
                  <a:pt x="91265" y="15635"/>
                  <a:pt x="91245" y="15536"/>
                  <a:pt x="91146" y="15516"/>
                </a:cubicBezTo>
                <a:cubicBezTo>
                  <a:pt x="91128" y="15508"/>
                  <a:pt x="91110" y="15504"/>
                  <a:pt x="91092" y="15504"/>
                </a:cubicBezTo>
                <a:close/>
                <a:moveTo>
                  <a:pt x="88856" y="19462"/>
                </a:moveTo>
                <a:cubicBezTo>
                  <a:pt x="88802" y="19462"/>
                  <a:pt x="88752" y="19484"/>
                  <a:pt x="88726" y="19522"/>
                </a:cubicBezTo>
                <a:cubicBezTo>
                  <a:pt x="88330" y="20018"/>
                  <a:pt x="87893" y="20514"/>
                  <a:pt x="87457" y="20990"/>
                </a:cubicBezTo>
                <a:cubicBezTo>
                  <a:pt x="87378" y="21049"/>
                  <a:pt x="87378" y="21168"/>
                  <a:pt x="87457" y="21208"/>
                </a:cubicBezTo>
                <a:lnTo>
                  <a:pt x="87576" y="21267"/>
                </a:lnTo>
                <a:lnTo>
                  <a:pt x="87675" y="21208"/>
                </a:lnTo>
                <a:cubicBezTo>
                  <a:pt x="88131" y="20752"/>
                  <a:pt x="88568" y="20256"/>
                  <a:pt x="88964" y="19721"/>
                </a:cubicBezTo>
                <a:cubicBezTo>
                  <a:pt x="89024" y="19661"/>
                  <a:pt x="89004" y="19542"/>
                  <a:pt x="88944" y="19483"/>
                </a:cubicBezTo>
                <a:cubicBezTo>
                  <a:pt x="88916" y="19469"/>
                  <a:pt x="88886" y="19462"/>
                  <a:pt x="88856" y="19462"/>
                </a:cubicBezTo>
                <a:close/>
                <a:moveTo>
                  <a:pt x="85625" y="22735"/>
                </a:moveTo>
                <a:cubicBezTo>
                  <a:pt x="85601" y="22735"/>
                  <a:pt x="85577" y="22741"/>
                  <a:pt x="85553" y="22755"/>
                </a:cubicBezTo>
                <a:cubicBezTo>
                  <a:pt x="85057" y="23151"/>
                  <a:pt x="84522" y="23548"/>
                  <a:pt x="83987" y="23925"/>
                </a:cubicBezTo>
                <a:cubicBezTo>
                  <a:pt x="83907" y="23965"/>
                  <a:pt x="83887" y="24084"/>
                  <a:pt x="83967" y="24143"/>
                </a:cubicBezTo>
                <a:cubicBezTo>
                  <a:pt x="83987" y="24183"/>
                  <a:pt x="84026" y="24222"/>
                  <a:pt x="84086" y="24222"/>
                </a:cubicBezTo>
                <a:lnTo>
                  <a:pt x="84185" y="24183"/>
                </a:lnTo>
                <a:cubicBezTo>
                  <a:pt x="84720" y="23826"/>
                  <a:pt x="85256" y="23429"/>
                  <a:pt x="85771" y="22993"/>
                </a:cubicBezTo>
                <a:cubicBezTo>
                  <a:pt x="85837" y="22878"/>
                  <a:pt x="85739" y="22735"/>
                  <a:pt x="85625" y="22735"/>
                </a:cubicBezTo>
                <a:close/>
                <a:moveTo>
                  <a:pt x="81855" y="25254"/>
                </a:moveTo>
                <a:cubicBezTo>
                  <a:pt x="81829" y="25254"/>
                  <a:pt x="81805" y="25260"/>
                  <a:pt x="81785" y="25273"/>
                </a:cubicBezTo>
                <a:lnTo>
                  <a:pt x="81706" y="25273"/>
                </a:lnTo>
                <a:lnTo>
                  <a:pt x="80020" y="26106"/>
                </a:lnTo>
                <a:cubicBezTo>
                  <a:pt x="79834" y="26144"/>
                  <a:pt x="79893" y="26407"/>
                  <a:pt x="80064" y="26407"/>
                </a:cubicBezTo>
                <a:cubicBezTo>
                  <a:pt x="80075" y="26407"/>
                  <a:pt x="80087" y="26406"/>
                  <a:pt x="80100" y="26404"/>
                </a:cubicBezTo>
                <a:lnTo>
                  <a:pt x="80159" y="26424"/>
                </a:lnTo>
                <a:lnTo>
                  <a:pt x="81845" y="25611"/>
                </a:lnTo>
                <a:lnTo>
                  <a:pt x="81924" y="25551"/>
                </a:lnTo>
                <a:cubicBezTo>
                  <a:pt x="82023" y="25531"/>
                  <a:pt x="82043" y="25412"/>
                  <a:pt x="82003" y="25333"/>
                </a:cubicBezTo>
                <a:cubicBezTo>
                  <a:pt x="81964" y="25280"/>
                  <a:pt x="81907" y="25254"/>
                  <a:pt x="81855" y="25254"/>
                </a:cubicBezTo>
                <a:close/>
                <a:moveTo>
                  <a:pt x="77650" y="27033"/>
                </a:moveTo>
                <a:cubicBezTo>
                  <a:pt x="77634" y="27033"/>
                  <a:pt x="77618" y="27035"/>
                  <a:pt x="77601" y="27038"/>
                </a:cubicBezTo>
                <a:cubicBezTo>
                  <a:pt x="77026" y="27257"/>
                  <a:pt x="76391" y="27455"/>
                  <a:pt x="75757" y="27653"/>
                </a:cubicBezTo>
                <a:cubicBezTo>
                  <a:pt x="75677" y="27693"/>
                  <a:pt x="75638" y="27772"/>
                  <a:pt x="75657" y="27851"/>
                </a:cubicBezTo>
                <a:cubicBezTo>
                  <a:pt x="75657" y="27931"/>
                  <a:pt x="75737" y="27990"/>
                  <a:pt x="75796" y="27990"/>
                </a:cubicBezTo>
                <a:lnTo>
                  <a:pt x="75856" y="27970"/>
                </a:lnTo>
                <a:lnTo>
                  <a:pt x="77720" y="27376"/>
                </a:lnTo>
                <a:cubicBezTo>
                  <a:pt x="77819" y="27316"/>
                  <a:pt x="77859" y="27237"/>
                  <a:pt x="77819" y="27138"/>
                </a:cubicBezTo>
                <a:cubicBezTo>
                  <a:pt x="77786" y="27072"/>
                  <a:pt x="77726" y="27033"/>
                  <a:pt x="77650" y="27033"/>
                </a:cubicBezTo>
                <a:close/>
                <a:moveTo>
                  <a:pt x="73289" y="28343"/>
                </a:moveTo>
                <a:cubicBezTo>
                  <a:pt x="73279" y="28343"/>
                  <a:pt x="73268" y="28345"/>
                  <a:pt x="73258" y="28347"/>
                </a:cubicBezTo>
                <a:lnTo>
                  <a:pt x="71374" y="28823"/>
                </a:lnTo>
                <a:cubicBezTo>
                  <a:pt x="71275" y="28843"/>
                  <a:pt x="71215" y="28942"/>
                  <a:pt x="71235" y="29022"/>
                </a:cubicBezTo>
                <a:cubicBezTo>
                  <a:pt x="71252" y="29090"/>
                  <a:pt x="71299" y="29144"/>
                  <a:pt x="71363" y="29144"/>
                </a:cubicBezTo>
                <a:cubicBezTo>
                  <a:pt x="71373" y="29144"/>
                  <a:pt x="71383" y="29143"/>
                  <a:pt x="71394" y="29141"/>
                </a:cubicBezTo>
                <a:lnTo>
                  <a:pt x="71433" y="29141"/>
                </a:lnTo>
                <a:lnTo>
                  <a:pt x="73317" y="28684"/>
                </a:lnTo>
                <a:cubicBezTo>
                  <a:pt x="73416" y="28665"/>
                  <a:pt x="73456" y="28565"/>
                  <a:pt x="73456" y="28486"/>
                </a:cubicBezTo>
                <a:cubicBezTo>
                  <a:pt x="73439" y="28400"/>
                  <a:pt x="73361" y="28343"/>
                  <a:pt x="73289" y="28343"/>
                </a:cubicBezTo>
                <a:close/>
                <a:moveTo>
                  <a:pt x="68816" y="29398"/>
                </a:moveTo>
                <a:lnTo>
                  <a:pt x="66912" y="29815"/>
                </a:lnTo>
                <a:cubicBezTo>
                  <a:pt x="66813" y="29835"/>
                  <a:pt x="66753" y="29934"/>
                  <a:pt x="66773" y="30013"/>
                </a:cubicBezTo>
                <a:cubicBezTo>
                  <a:pt x="66790" y="30082"/>
                  <a:pt x="66837" y="30136"/>
                  <a:pt x="66901" y="30136"/>
                </a:cubicBezTo>
                <a:cubicBezTo>
                  <a:pt x="66911" y="30136"/>
                  <a:pt x="66921" y="30135"/>
                  <a:pt x="66932" y="30132"/>
                </a:cubicBezTo>
                <a:lnTo>
                  <a:pt x="66971" y="30132"/>
                </a:lnTo>
                <a:lnTo>
                  <a:pt x="68895" y="29716"/>
                </a:lnTo>
                <a:cubicBezTo>
                  <a:pt x="68974" y="29716"/>
                  <a:pt x="69034" y="29616"/>
                  <a:pt x="69014" y="29517"/>
                </a:cubicBezTo>
                <a:cubicBezTo>
                  <a:pt x="68974" y="29438"/>
                  <a:pt x="68895" y="29398"/>
                  <a:pt x="68816" y="29398"/>
                </a:cubicBezTo>
                <a:close/>
                <a:moveTo>
                  <a:pt x="64396" y="30405"/>
                </a:moveTo>
                <a:cubicBezTo>
                  <a:pt x="64381" y="30405"/>
                  <a:pt x="64367" y="30406"/>
                  <a:pt x="64354" y="30410"/>
                </a:cubicBezTo>
                <a:lnTo>
                  <a:pt x="64135" y="30469"/>
                </a:lnTo>
                <a:lnTo>
                  <a:pt x="62470" y="30886"/>
                </a:lnTo>
                <a:cubicBezTo>
                  <a:pt x="62370" y="30886"/>
                  <a:pt x="62311" y="30985"/>
                  <a:pt x="62351" y="31084"/>
                </a:cubicBezTo>
                <a:cubicBezTo>
                  <a:pt x="62351" y="31163"/>
                  <a:pt x="62410" y="31203"/>
                  <a:pt x="62489" y="31203"/>
                </a:cubicBezTo>
                <a:lnTo>
                  <a:pt x="62549" y="31183"/>
                </a:lnTo>
                <a:lnTo>
                  <a:pt x="64195" y="30787"/>
                </a:lnTo>
                <a:lnTo>
                  <a:pt x="64433" y="30707"/>
                </a:lnTo>
                <a:cubicBezTo>
                  <a:pt x="64512" y="30707"/>
                  <a:pt x="64572" y="30608"/>
                  <a:pt x="64552" y="30509"/>
                </a:cubicBezTo>
                <a:cubicBezTo>
                  <a:pt x="64535" y="30443"/>
                  <a:pt x="64465" y="30405"/>
                  <a:pt x="64396" y="30405"/>
                </a:cubicBezTo>
                <a:close/>
                <a:moveTo>
                  <a:pt x="59994" y="31567"/>
                </a:moveTo>
                <a:cubicBezTo>
                  <a:pt x="59974" y="31567"/>
                  <a:pt x="59952" y="31571"/>
                  <a:pt x="59931" y="31580"/>
                </a:cubicBezTo>
                <a:lnTo>
                  <a:pt x="58087" y="32195"/>
                </a:lnTo>
                <a:cubicBezTo>
                  <a:pt x="57988" y="32234"/>
                  <a:pt x="57948" y="32333"/>
                  <a:pt x="57988" y="32413"/>
                </a:cubicBezTo>
                <a:cubicBezTo>
                  <a:pt x="57988" y="32478"/>
                  <a:pt x="58042" y="32517"/>
                  <a:pt x="58095" y="32517"/>
                </a:cubicBezTo>
                <a:cubicBezTo>
                  <a:pt x="58106" y="32517"/>
                  <a:pt x="58116" y="32515"/>
                  <a:pt x="58127" y="32512"/>
                </a:cubicBezTo>
                <a:lnTo>
                  <a:pt x="58186" y="32512"/>
                </a:lnTo>
                <a:lnTo>
                  <a:pt x="60030" y="31897"/>
                </a:lnTo>
                <a:cubicBezTo>
                  <a:pt x="60110" y="31877"/>
                  <a:pt x="60149" y="31778"/>
                  <a:pt x="60129" y="31699"/>
                </a:cubicBezTo>
                <a:cubicBezTo>
                  <a:pt x="60129" y="31621"/>
                  <a:pt x="60068" y="31567"/>
                  <a:pt x="59994" y="31567"/>
                </a:cubicBezTo>
                <a:close/>
                <a:moveTo>
                  <a:pt x="55702" y="33154"/>
                </a:moveTo>
                <a:cubicBezTo>
                  <a:pt x="55683" y="33154"/>
                  <a:pt x="55665" y="33158"/>
                  <a:pt x="55648" y="33166"/>
                </a:cubicBezTo>
                <a:cubicBezTo>
                  <a:pt x="55033" y="33444"/>
                  <a:pt x="54438" y="33741"/>
                  <a:pt x="53863" y="34039"/>
                </a:cubicBezTo>
                <a:cubicBezTo>
                  <a:pt x="53783" y="34059"/>
                  <a:pt x="53744" y="34158"/>
                  <a:pt x="53783" y="34237"/>
                </a:cubicBezTo>
                <a:cubicBezTo>
                  <a:pt x="53803" y="34297"/>
                  <a:pt x="53863" y="34336"/>
                  <a:pt x="53942" y="34336"/>
                </a:cubicBezTo>
                <a:lnTo>
                  <a:pt x="54021" y="34316"/>
                </a:lnTo>
                <a:lnTo>
                  <a:pt x="55767" y="33464"/>
                </a:lnTo>
                <a:cubicBezTo>
                  <a:pt x="55846" y="33424"/>
                  <a:pt x="55886" y="33345"/>
                  <a:pt x="55846" y="33265"/>
                </a:cubicBezTo>
                <a:cubicBezTo>
                  <a:pt x="55830" y="33203"/>
                  <a:pt x="55767" y="33154"/>
                  <a:pt x="55702" y="33154"/>
                </a:cubicBezTo>
                <a:close/>
                <a:moveTo>
                  <a:pt x="51683" y="35303"/>
                </a:moveTo>
                <a:cubicBezTo>
                  <a:pt x="51654" y="35303"/>
                  <a:pt x="51626" y="35316"/>
                  <a:pt x="51602" y="35348"/>
                </a:cubicBezTo>
                <a:cubicBezTo>
                  <a:pt x="51047" y="35705"/>
                  <a:pt x="50511" y="36081"/>
                  <a:pt x="49996" y="36518"/>
                </a:cubicBezTo>
                <a:cubicBezTo>
                  <a:pt x="49916" y="36557"/>
                  <a:pt x="49916" y="36676"/>
                  <a:pt x="49976" y="36736"/>
                </a:cubicBezTo>
                <a:lnTo>
                  <a:pt x="50095" y="36795"/>
                </a:lnTo>
                <a:lnTo>
                  <a:pt x="50194" y="36756"/>
                </a:lnTo>
                <a:cubicBezTo>
                  <a:pt x="50690" y="36359"/>
                  <a:pt x="51245" y="36002"/>
                  <a:pt x="51780" y="35625"/>
                </a:cubicBezTo>
                <a:cubicBezTo>
                  <a:pt x="51960" y="35593"/>
                  <a:pt x="51816" y="35303"/>
                  <a:pt x="51683" y="35303"/>
                </a:cubicBezTo>
                <a:close/>
                <a:moveTo>
                  <a:pt x="48182" y="38228"/>
                </a:moveTo>
                <a:cubicBezTo>
                  <a:pt x="48145" y="38228"/>
                  <a:pt x="48106" y="38244"/>
                  <a:pt x="48072" y="38283"/>
                </a:cubicBezTo>
                <a:lnTo>
                  <a:pt x="47775" y="38580"/>
                </a:lnTo>
                <a:cubicBezTo>
                  <a:pt x="47418" y="38937"/>
                  <a:pt x="47100" y="39334"/>
                  <a:pt x="46783" y="39770"/>
                </a:cubicBezTo>
                <a:cubicBezTo>
                  <a:pt x="46704" y="39830"/>
                  <a:pt x="46723" y="39929"/>
                  <a:pt x="46803" y="39988"/>
                </a:cubicBezTo>
                <a:lnTo>
                  <a:pt x="46902" y="40028"/>
                </a:lnTo>
                <a:cubicBezTo>
                  <a:pt x="46942" y="40028"/>
                  <a:pt x="47001" y="40008"/>
                  <a:pt x="47021" y="39968"/>
                </a:cubicBezTo>
                <a:cubicBezTo>
                  <a:pt x="47338" y="39572"/>
                  <a:pt x="47675" y="39175"/>
                  <a:pt x="48013" y="38798"/>
                </a:cubicBezTo>
                <a:lnTo>
                  <a:pt x="48290" y="38501"/>
                </a:lnTo>
                <a:cubicBezTo>
                  <a:pt x="48395" y="38381"/>
                  <a:pt x="48296" y="38228"/>
                  <a:pt x="48182" y="38228"/>
                </a:cubicBezTo>
                <a:close/>
                <a:moveTo>
                  <a:pt x="45430" y="41892"/>
                </a:moveTo>
                <a:cubicBezTo>
                  <a:pt x="45373" y="41892"/>
                  <a:pt x="45315" y="41918"/>
                  <a:pt x="45276" y="41971"/>
                </a:cubicBezTo>
                <a:cubicBezTo>
                  <a:pt x="44958" y="42546"/>
                  <a:pt x="44661" y="43122"/>
                  <a:pt x="44383" y="43716"/>
                </a:cubicBezTo>
                <a:cubicBezTo>
                  <a:pt x="44364" y="43796"/>
                  <a:pt x="44383" y="43895"/>
                  <a:pt x="44463" y="43935"/>
                </a:cubicBezTo>
                <a:lnTo>
                  <a:pt x="44542" y="43935"/>
                </a:lnTo>
                <a:cubicBezTo>
                  <a:pt x="44602" y="43935"/>
                  <a:pt x="44661" y="43895"/>
                  <a:pt x="44701" y="43855"/>
                </a:cubicBezTo>
                <a:cubicBezTo>
                  <a:pt x="44958" y="43260"/>
                  <a:pt x="45256" y="42685"/>
                  <a:pt x="45593" y="42150"/>
                </a:cubicBezTo>
                <a:cubicBezTo>
                  <a:pt x="45633" y="42051"/>
                  <a:pt x="45613" y="41952"/>
                  <a:pt x="45514" y="41912"/>
                </a:cubicBezTo>
                <a:cubicBezTo>
                  <a:pt x="45487" y="41899"/>
                  <a:pt x="45459" y="41892"/>
                  <a:pt x="45430" y="41892"/>
                </a:cubicBezTo>
                <a:close/>
                <a:moveTo>
                  <a:pt x="43607" y="46032"/>
                </a:moveTo>
                <a:cubicBezTo>
                  <a:pt x="43538" y="46032"/>
                  <a:pt x="43464" y="46070"/>
                  <a:pt x="43431" y="46136"/>
                </a:cubicBezTo>
                <a:cubicBezTo>
                  <a:pt x="43233" y="46751"/>
                  <a:pt x="43055" y="47365"/>
                  <a:pt x="42876" y="48040"/>
                </a:cubicBezTo>
                <a:cubicBezTo>
                  <a:pt x="42876" y="48119"/>
                  <a:pt x="42936" y="48198"/>
                  <a:pt x="43015" y="48238"/>
                </a:cubicBezTo>
                <a:lnTo>
                  <a:pt x="43055" y="48238"/>
                </a:lnTo>
                <a:cubicBezTo>
                  <a:pt x="43134" y="48238"/>
                  <a:pt x="43194" y="48179"/>
                  <a:pt x="43213" y="48119"/>
                </a:cubicBezTo>
                <a:cubicBezTo>
                  <a:pt x="43372" y="47465"/>
                  <a:pt x="43550" y="46850"/>
                  <a:pt x="43749" y="46235"/>
                </a:cubicBezTo>
                <a:cubicBezTo>
                  <a:pt x="43769" y="46156"/>
                  <a:pt x="43729" y="46057"/>
                  <a:pt x="43650" y="46037"/>
                </a:cubicBezTo>
                <a:cubicBezTo>
                  <a:pt x="43636" y="46033"/>
                  <a:pt x="43622" y="46032"/>
                  <a:pt x="43607" y="46032"/>
                </a:cubicBezTo>
                <a:close/>
                <a:moveTo>
                  <a:pt x="42528" y="50475"/>
                </a:moveTo>
                <a:cubicBezTo>
                  <a:pt x="42460" y="50475"/>
                  <a:pt x="42398" y="50529"/>
                  <a:pt x="42380" y="50598"/>
                </a:cubicBezTo>
                <a:cubicBezTo>
                  <a:pt x="42281" y="51233"/>
                  <a:pt x="42182" y="51887"/>
                  <a:pt x="42142" y="52561"/>
                </a:cubicBezTo>
                <a:cubicBezTo>
                  <a:pt x="42123" y="52641"/>
                  <a:pt x="42202" y="52720"/>
                  <a:pt x="42281" y="52720"/>
                </a:cubicBezTo>
                <a:cubicBezTo>
                  <a:pt x="42380" y="52720"/>
                  <a:pt x="42460" y="52680"/>
                  <a:pt x="42460" y="52581"/>
                </a:cubicBezTo>
                <a:cubicBezTo>
                  <a:pt x="42539" y="51927"/>
                  <a:pt x="42618" y="51292"/>
                  <a:pt x="42718" y="50638"/>
                </a:cubicBezTo>
                <a:cubicBezTo>
                  <a:pt x="42718" y="50558"/>
                  <a:pt x="42638" y="50479"/>
                  <a:pt x="42559" y="50479"/>
                </a:cubicBezTo>
                <a:cubicBezTo>
                  <a:pt x="42548" y="50476"/>
                  <a:pt x="42538" y="50475"/>
                  <a:pt x="42528" y="50475"/>
                </a:cubicBezTo>
                <a:close/>
                <a:moveTo>
                  <a:pt x="42142" y="55000"/>
                </a:moveTo>
                <a:cubicBezTo>
                  <a:pt x="42063" y="55000"/>
                  <a:pt x="41964" y="55080"/>
                  <a:pt x="41964" y="55159"/>
                </a:cubicBezTo>
                <a:lnTo>
                  <a:pt x="41964" y="57142"/>
                </a:lnTo>
                <a:cubicBezTo>
                  <a:pt x="41964" y="57222"/>
                  <a:pt x="42023" y="57281"/>
                  <a:pt x="42123" y="57281"/>
                </a:cubicBezTo>
                <a:cubicBezTo>
                  <a:pt x="42202" y="57281"/>
                  <a:pt x="42281" y="57202"/>
                  <a:pt x="42281" y="57122"/>
                </a:cubicBezTo>
                <a:lnTo>
                  <a:pt x="42281" y="55179"/>
                </a:lnTo>
                <a:cubicBezTo>
                  <a:pt x="42301" y="55080"/>
                  <a:pt x="42222" y="55000"/>
                  <a:pt x="42142" y="55000"/>
                </a:cubicBezTo>
                <a:close/>
                <a:moveTo>
                  <a:pt x="42221" y="59619"/>
                </a:moveTo>
                <a:cubicBezTo>
                  <a:pt x="42152" y="59619"/>
                  <a:pt x="42084" y="59658"/>
                  <a:pt x="42063" y="59740"/>
                </a:cubicBezTo>
                <a:cubicBezTo>
                  <a:pt x="42123" y="60395"/>
                  <a:pt x="42162" y="61029"/>
                  <a:pt x="42242" y="61703"/>
                </a:cubicBezTo>
                <a:cubicBezTo>
                  <a:pt x="42242" y="61783"/>
                  <a:pt x="42321" y="61842"/>
                  <a:pt x="42420" y="61842"/>
                </a:cubicBezTo>
                <a:cubicBezTo>
                  <a:pt x="42519" y="61822"/>
                  <a:pt x="42579" y="61743"/>
                  <a:pt x="42559" y="61684"/>
                </a:cubicBezTo>
                <a:cubicBezTo>
                  <a:pt x="42519" y="61009"/>
                  <a:pt x="42440" y="60355"/>
                  <a:pt x="42380" y="59720"/>
                </a:cubicBezTo>
                <a:cubicBezTo>
                  <a:pt x="42352" y="59653"/>
                  <a:pt x="42286" y="59619"/>
                  <a:pt x="42221" y="59619"/>
                </a:cubicBezTo>
                <a:close/>
                <a:moveTo>
                  <a:pt x="42718" y="64103"/>
                </a:moveTo>
                <a:cubicBezTo>
                  <a:pt x="42618" y="64123"/>
                  <a:pt x="42559" y="64202"/>
                  <a:pt x="42559" y="64301"/>
                </a:cubicBezTo>
                <a:lnTo>
                  <a:pt x="42856" y="66245"/>
                </a:lnTo>
                <a:cubicBezTo>
                  <a:pt x="42876" y="66304"/>
                  <a:pt x="42956" y="66364"/>
                  <a:pt x="43035" y="66364"/>
                </a:cubicBezTo>
                <a:lnTo>
                  <a:pt x="43055" y="66364"/>
                </a:lnTo>
                <a:cubicBezTo>
                  <a:pt x="43134" y="66344"/>
                  <a:pt x="43194" y="66265"/>
                  <a:pt x="43174" y="66185"/>
                </a:cubicBezTo>
                <a:lnTo>
                  <a:pt x="42876" y="64262"/>
                </a:lnTo>
                <a:cubicBezTo>
                  <a:pt x="42876" y="64163"/>
                  <a:pt x="42797" y="64103"/>
                  <a:pt x="42718" y="64103"/>
                </a:cubicBezTo>
                <a:close/>
                <a:moveTo>
                  <a:pt x="43471" y="68650"/>
                </a:moveTo>
                <a:cubicBezTo>
                  <a:pt x="43389" y="68650"/>
                  <a:pt x="43312" y="68709"/>
                  <a:pt x="43312" y="68803"/>
                </a:cubicBezTo>
                <a:lnTo>
                  <a:pt x="43610" y="70548"/>
                </a:lnTo>
                <a:lnTo>
                  <a:pt x="43650" y="70727"/>
                </a:lnTo>
                <a:cubicBezTo>
                  <a:pt x="43650" y="70806"/>
                  <a:pt x="43709" y="70866"/>
                  <a:pt x="43808" y="70866"/>
                </a:cubicBezTo>
                <a:lnTo>
                  <a:pt x="43828" y="70866"/>
                </a:lnTo>
                <a:cubicBezTo>
                  <a:pt x="43907" y="70846"/>
                  <a:pt x="43967" y="70766"/>
                  <a:pt x="43967" y="70667"/>
                </a:cubicBezTo>
                <a:lnTo>
                  <a:pt x="43927" y="70489"/>
                </a:lnTo>
                <a:lnTo>
                  <a:pt x="43630" y="68744"/>
                </a:lnTo>
                <a:cubicBezTo>
                  <a:pt x="43589" y="68679"/>
                  <a:pt x="43529" y="68650"/>
                  <a:pt x="43471" y="68650"/>
                </a:cubicBezTo>
                <a:close/>
                <a:moveTo>
                  <a:pt x="44225" y="73106"/>
                </a:moveTo>
                <a:cubicBezTo>
                  <a:pt x="44126" y="73126"/>
                  <a:pt x="44086" y="73206"/>
                  <a:pt x="44106" y="73305"/>
                </a:cubicBezTo>
                <a:cubicBezTo>
                  <a:pt x="44205" y="73939"/>
                  <a:pt x="44324" y="74594"/>
                  <a:pt x="44423" y="75228"/>
                </a:cubicBezTo>
                <a:cubicBezTo>
                  <a:pt x="44423" y="75308"/>
                  <a:pt x="44502" y="75367"/>
                  <a:pt x="44562" y="75367"/>
                </a:cubicBezTo>
                <a:lnTo>
                  <a:pt x="44602" y="75367"/>
                </a:lnTo>
                <a:cubicBezTo>
                  <a:pt x="44681" y="75347"/>
                  <a:pt x="44740" y="75268"/>
                  <a:pt x="44740" y="75189"/>
                </a:cubicBezTo>
                <a:cubicBezTo>
                  <a:pt x="44641" y="74534"/>
                  <a:pt x="44522" y="73900"/>
                  <a:pt x="44423" y="73245"/>
                </a:cubicBezTo>
                <a:cubicBezTo>
                  <a:pt x="44403" y="73166"/>
                  <a:pt x="44304" y="73106"/>
                  <a:pt x="44225" y="73106"/>
                </a:cubicBezTo>
                <a:close/>
                <a:moveTo>
                  <a:pt x="44939" y="77608"/>
                </a:moveTo>
                <a:cubicBezTo>
                  <a:pt x="44840" y="77628"/>
                  <a:pt x="44780" y="77727"/>
                  <a:pt x="44780" y="77806"/>
                </a:cubicBezTo>
                <a:cubicBezTo>
                  <a:pt x="44879" y="78481"/>
                  <a:pt x="44958" y="79135"/>
                  <a:pt x="45038" y="79750"/>
                </a:cubicBezTo>
                <a:cubicBezTo>
                  <a:pt x="45038" y="79829"/>
                  <a:pt x="45097" y="79889"/>
                  <a:pt x="45177" y="79889"/>
                </a:cubicBezTo>
                <a:lnTo>
                  <a:pt x="45216" y="79889"/>
                </a:lnTo>
                <a:cubicBezTo>
                  <a:pt x="45296" y="79869"/>
                  <a:pt x="45355" y="79790"/>
                  <a:pt x="45355" y="79690"/>
                </a:cubicBezTo>
                <a:cubicBezTo>
                  <a:pt x="45276" y="79076"/>
                  <a:pt x="45216" y="78421"/>
                  <a:pt x="45117" y="77767"/>
                </a:cubicBezTo>
                <a:cubicBezTo>
                  <a:pt x="45117" y="77668"/>
                  <a:pt x="45038" y="77608"/>
                  <a:pt x="44939" y="77608"/>
                </a:cubicBezTo>
                <a:close/>
                <a:moveTo>
                  <a:pt x="45415" y="82150"/>
                </a:moveTo>
                <a:cubicBezTo>
                  <a:pt x="45335" y="82169"/>
                  <a:pt x="45276" y="82249"/>
                  <a:pt x="45256" y="82328"/>
                </a:cubicBezTo>
                <a:cubicBezTo>
                  <a:pt x="45315" y="83002"/>
                  <a:pt x="45335" y="83657"/>
                  <a:pt x="45355" y="84291"/>
                </a:cubicBezTo>
                <a:cubicBezTo>
                  <a:pt x="45355" y="84371"/>
                  <a:pt x="45434" y="84430"/>
                  <a:pt x="45514" y="84430"/>
                </a:cubicBezTo>
                <a:cubicBezTo>
                  <a:pt x="45593" y="84430"/>
                  <a:pt x="45672" y="84371"/>
                  <a:pt x="45672" y="84291"/>
                </a:cubicBezTo>
                <a:cubicBezTo>
                  <a:pt x="45653" y="83637"/>
                  <a:pt x="45633" y="82963"/>
                  <a:pt x="45573" y="82308"/>
                </a:cubicBezTo>
                <a:cubicBezTo>
                  <a:pt x="45573" y="82209"/>
                  <a:pt x="45494" y="82150"/>
                  <a:pt x="45415" y="82150"/>
                </a:cubicBezTo>
                <a:close/>
                <a:moveTo>
                  <a:pt x="45514" y="86711"/>
                </a:moveTo>
                <a:cubicBezTo>
                  <a:pt x="45415" y="86711"/>
                  <a:pt x="45335" y="86790"/>
                  <a:pt x="45335" y="86889"/>
                </a:cubicBezTo>
                <a:cubicBezTo>
                  <a:pt x="45315" y="87524"/>
                  <a:pt x="45256" y="88198"/>
                  <a:pt x="45196" y="88813"/>
                </a:cubicBezTo>
                <a:cubicBezTo>
                  <a:pt x="45196" y="88912"/>
                  <a:pt x="45236" y="88991"/>
                  <a:pt x="45335" y="88991"/>
                </a:cubicBezTo>
                <a:lnTo>
                  <a:pt x="45355" y="88991"/>
                </a:lnTo>
                <a:cubicBezTo>
                  <a:pt x="45434" y="88991"/>
                  <a:pt x="45514" y="88932"/>
                  <a:pt x="45514" y="88852"/>
                </a:cubicBezTo>
                <a:cubicBezTo>
                  <a:pt x="45573" y="88218"/>
                  <a:pt x="45633" y="87563"/>
                  <a:pt x="45653" y="86889"/>
                </a:cubicBezTo>
                <a:cubicBezTo>
                  <a:pt x="45653" y="86810"/>
                  <a:pt x="45593" y="86731"/>
                  <a:pt x="45514" y="86711"/>
                </a:cubicBezTo>
                <a:close/>
                <a:moveTo>
                  <a:pt x="45018" y="91252"/>
                </a:moveTo>
                <a:cubicBezTo>
                  <a:pt x="44919" y="91252"/>
                  <a:pt x="44859" y="91312"/>
                  <a:pt x="44840" y="91391"/>
                </a:cubicBezTo>
                <a:cubicBezTo>
                  <a:pt x="44721" y="92025"/>
                  <a:pt x="44602" y="92660"/>
                  <a:pt x="44423" y="93315"/>
                </a:cubicBezTo>
                <a:cubicBezTo>
                  <a:pt x="44403" y="93394"/>
                  <a:pt x="44463" y="93473"/>
                  <a:pt x="44542" y="93513"/>
                </a:cubicBezTo>
                <a:lnTo>
                  <a:pt x="44602" y="93513"/>
                </a:lnTo>
                <a:cubicBezTo>
                  <a:pt x="44661" y="93513"/>
                  <a:pt x="44721" y="93453"/>
                  <a:pt x="44740" y="93374"/>
                </a:cubicBezTo>
                <a:cubicBezTo>
                  <a:pt x="44879" y="92739"/>
                  <a:pt x="45038" y="92085"/>
                  <a:pt x="45157" y="91450"/>
                </a:cubicBezTo>
                <a:cubicBezTo>
                  <a:pt x="45157" y="91351"/>
                  <a:pt x="45097" y="91272"/>
                  <a:pt x="45018" y="91252"/>
                </a:cubicBezTo>
                <a:close/>
                <a:moveTo>
                  <a:pt x="43854" y="95679"/>
                </a:moveTo>
                <a:cubicBezTo>
                  <a:pt x="43788" y="95679"/>
                  <a:pt x="43733" y="95720"/>
                  <a:pt x="43689" y="95793"/>
                </a:cubicBezTo>
                <a:cubicBezTo>
                  <a:pt x="43511" y="96408"/>
                  <a:pt x="43273" y="97023"/>
                  <a:pt x="43055" y="97618"/>
                </a:cubicBezTo>
                <a:cubicBezTo>
                  <a:pt x="43015" y="97697"/>
                  <a:pt x="43055" y="97796"/>
                  <a:pt x="43134" y="97836"/>
                </a:cubicBezTo>
                <a:lnTo>
                  <a:pt x="43213" y="97836"/>
                </a:lnTo>
                <a:cubicBezTo>
                  <a:pt x="43273" y="97836"/>
                  <a:pt x="43332" y="97796"/>
                  <a:pt x="43352" y="97737"/>
                </a:cubicBezTo>
                <a:cubicBezTo>
                  <a:pt x="43590" y="97122"/>
                  <a:pt x="43828" y="96507"/>
                  <a:pt x="44026" y="95893"/>
                </a:cubicBezTo>
                <a:cubicBezTo>
                  <a:pt x="44046" y="95793"/>
                  <a:pt x="44007" y="95714"/>
                  <a:pt x="43927" y="95694"/>
                </a:cubicBezTo>
                <a:cubicBezTo>
                  <a:pt x="43902" y="95684"/>
                  <a:pt x="43877" y="95679"/>
                  <a:pt x="43854" y="95679"/>
                </a:cubicBezTo>
                <a:close/>
                <a:moveTo>
                  <a:pt x="42153" y="99929"/>
                </a:moveTo>
                <a:cubicBezTo>
                  <a:pt x="42092" y="99929"/>
                  <a:pt x="42030" y="99965"/>
                  <a:pt x="42004" y="100017"/>
                </a:cubicBezTo>
                <a:cubicBezTo>
                  <a:pt x="41746" y="100593"/>
                  <a:pt x="41448" y="101188"/>
                  <a:pt x="41111" y="101763"/>
                </a:cubicBezTo>
                <a:cubicBezTo>
                  <a:pt x="41091" y="101842"/>
                  <a:pt x="41111" y="101941"/>
                  <a:pt x="41191" y="101981"/>
                </a:cubicBezTo>
                <a:lnTo>
                  <a:pt x="41270" y="101981"/>
                </a:lnTo>
                <a:cubicBezTo>
                  <a:pt x="41329" y="101981"/>
                  <a:pt x="41389" y="101961"/>
                  <a:pt x="41409" y="101901"/>
                </a:cubicBezTo>
                <a:cubicBezTo>
                  <a:pt x="41706" y="101326"/>
                  <a:pt x="42043" y="100751"/>
                  <a:pt x="42301" y="100176"/>
                </a:cubicBezTo>
                <a:cubicBezTo>
                  <a:pt x="42341" y="100077"/>
                  <a:pt x="42301" y="99978"/>
                  <a:pt x="42242" y="99958"/>
                </a:cubicBezTo>
                <a:cubicBezTo>
                  <a:pt x="42215" y="99938"/>
                  <a:pt x="42184" y="99929"/>
                  <a:pt x="42153" y="99929"/>
                </a:cubicBezTo>
                <a:close/>
                <a:moveTo>
                  <a:pt x="39901" y="103899"/>
                </a:moveTo>
                <a:cubicBezTo>
                  <a:pt x="39853" y="103899"/>
                  <a:pt x="39813" y="103923"/>
                  <a:pt x="39802" y="103984"/>
                </a:cubicBezTo>
                <a:cubicBezTo>
                  <a:pt x="39465" y="104539"/>
                  <a:pt x="39088" y="105074"/>
                  <a:pt x="38712" y="105630"/>
                </a:cubicBezTo>
                <a:cubicBezTo>
                  <a:pt x="38672" y="105709"/>
                  <a:pt x="38692" y="105788"/>
                  <a:pt x="38771" y="105848"/>
                </a:cubicBezTo>
                <a:lnTo>
                  <a:pt x="38870" y="105848"/>
                </a:lnTo>
                <a:cubicBezTo>
                  <a:pt x="38910" y="105848"/>
                  <a:pt x="38969" y="105828"/>
                  <a:pt x="38989" y="105808"/>
                </a:cubicBezTo>
                <a:cubicBezTo>
                  <a:pt x="39366" y="105273"/>
                  <a:pt x="39743" y="104717"/>
                  <a:pt x="40080" y="104162"/>
                </a:cubicBezTo>
                <a:cubicBezTo>
                  <a:pt x="40209" y="104062"/>
                  <a:pt x="40027" y="103899"/>
                  <a:pt x="39901" y="103899"/>
                </a:cubicBezTo>
                <a:close/>
                <a:moveTo>
                  <a:pt x="37289" y="107605"/>
                </a:moveTo>
                <a:cubicBezTo>
                  <a:pt x="37242" y="107605"/>
                  <a:pt x="37198" y="107620"/>
                  <a:pt x="37165" y="107653"/>
                </a:cubicBezTo>
                <a:cubicBezTo>
                  <a:pt x="36768" y="108188"/>
                  <a:pt x="36332" y="108684"/>
                  <a:pt x="35915" y="109180"/>
                </a:cubicBezTo>
                <a:cubicBezTo>
                  <a:pt x="35856" y="109239"/>
                  <a:pt x="35876" y="109338"/>
                  <a:pt x="35935" y="109398"/>
                </a:cubicBezTo>
                <a:cubicBezTo>
                  <a:pt x="35955" y="109418"/>
                  <a:pt x="35995" y="109437"/>
                  <a:pt x="36034" y="109437"/>
                </a:cubicBezTo>
                <a:cubicBezTo>
                  <a:pt x="36094" y="109437"/>
                  <a:pt x="36134" y="109418"/>
                  <a:pt x="36173" y="109378"/>
                </a:cubicBezTo>
                <a:cubicBezTo>
                  <a:pt x="36590" y="108882"/>
                  <a:pt x="37026" y="108386"/>
                  <a:pt x="37423" y="107890"/>
                </a:cubicBezTo>
                <a:cubicBezTo>
                  <a:pt x="37482" y="107811"/>
                  <a:pt x="37462" y="107692"/>
                  <a:pt x="37403" y="107633"/>
                </a:cubicBezTo>
                <a:cubicBezTo>
                  <a:pt x="37367" y="107615"/>
                  <a:pt x="37327" y="107605"/>
                  <a:pt x="37289" y="107605"/>
                </a:cubicBezTo>
                <a:close/>
                <a:moveTo>
                  <a:pt x="34266" y="111031"/>
                </a:moveTo>
                <a:cubicBezTo>
                  <a:pt x="34228" y="111031"/>
                  <a:pt x="34188" y="111046"/>
                  <a:pt x="34150" y="111083"/>
                </a:cubicBezTo>
                <a:cubicBezTo>
                  <a:pt x="33714" y="111520"/>
                  <a:pt x="33238" y="111996"/>
                  <a:pt x="32742" y="112452"/>
                </a:cubicBezTo>
                <a:cubicBezTo>
                  <a:pt x="32683" y="112511"/>
                  <a:pt x="32683" y="112591"/>
                  <a:pt x="32742" y="112670"/>
                </a:cubicBezTo>
                <a:lnTo>
                  <a:pt x="32861" y="112709"/>
                </a:lnTo>
                <a:lnTo>
                  <a:pt x="32961" y="112670"/>
                </a:lnTo>
                <a:cubicBezTo>
                  <a:pt x="33456" y="112214"/>
                  <a:pt x="33932" y="111777"/>
                  <a:pt x="34388" y="111301"/>
                </a:cubicBezTo>
                <a:cubicBezTo>
                  <a:pt x="34495" y="111195"/>
                  <a:pt x="34392" y="111031"/>
                  <a:pt x="34266" y="111031"/>
                </a:cubicBezTo>
                <a:close/>
                <a:moveTo>
                  <a:pt x="30919" y="114115"/>
                </a:moveTo>
                <a:cubicBezTo>
                  <a:pt x="30883" y="114115"/>
                  <a:pt x="30846" y="114130"/>
                  <a:pt x="30819" y="114157"/>
                </a:cubicBezTo>
                <a:lnTo>
                  <a:pt x="29292" y="115367"/>
                </a:lnTo>
                <a:cubicBezTo>
                  <a:pt x="29232" y="115426"/>
                  <a:pt x="29193" y="115526"/>
                  <a:pt x="29252" y="115625"/>
                </a:cubicBezTo>
                <a:lnTo>
                  <a:pt x="29391" y="115664"/>
                </a:lnTo>
                <a:lnTo>
                  <a:pt x="29490" y="115645"/>
                </a:lnTo>
                <a:cubicBezTo>
                  <a:pt x="30025" y="115248"/>
                  <a:pt x="30521" y="114831"/>
                  <a:pt x="31017" y="114395"/>
                </a:cubicBezTo>
                <a:cubicBezTo>
                  <a:pt x="31077" y="114355"/>
                  <a:pt x="31096" y="114237"/>
                  <a:pt x="31037" y="114177"/>
                </a:cubicBezTo>
                <a:cubicBezTo>
                  <a:pt x="31005" y="114135"/>
                  <a:pt x="30962" y="114115"/>
                  <a:pt x="30919" y="114115"/>
                </a:cubicBezTo>
                <a:close/>
                <a:moveTo>
                  <a:pt x="27278" y="116860"/>
                </a:moveTo>
                <a:cubicBezTo>
                  <a:pt x="27247" y="116860"/>
                  <a:pt x="27216" y="116876"/>
                  <a:pt x="27190" y="116914"/>
                </a:cubicBezTo>
                <a:lnTo>
                  <a:pt x="25563" y="117965"/>
                </a:lnTo>
                <a:cubicBezTo>
                  <a:pt x="25484" y="118024"/>
                  <a:pt x="25464" y="118143"/>
                  <a:pt x="25504" y="118223"/>
                </a:cubicBezTo>
                <a:cubicBezTo>
                  <a:pt x="25544" y="118262"/>
                  <a:pt x="25603" y="118282"/>
                  <a:pt x="25663" y="118302"/>
                </a:cubicBezTo>
                <a:lnTo>
                  <a:pt x="25722" y="118262"/>
                </a:lnTo>
                <a:lnTo>
                  <a:pt x="27368" y="117172"/>
                </a:lnTo>
                <a:cubicBezTo>
                  <a:pt x="27545" y="117139"/>
                  <a:pt x="27409" y="116860"/>
                  <a:pt x="27278" y="116860"/>
                </a:cubicBezTo>
                <a:close/>
                <a:moveTo>
                  <a:pt x="23367" y="119328"/>
                </a:moveTo>
                <a:cubicBezTo>
                  <a:pt x="23353" y="119328"/>
                  <a:pt x="23338" y="119329"/>
                  <a:pt x="23322" y="119333"/>
                </a:cubicBezTo>
                <a:lnTo>
                  <a:pt x="21617" y="120245"/>
                </a:lnTo>
                <a:cubicBezTo>
                  <a:pt x="21538" y="120305"/>
                  <a:pt x="21518" y="120384"/>
                  <a:pt x="21538" y="120483"/>
                </a:cubicBezTo>
                <a:cubicBezTo>
                  <a:pt x="21557" y="120523"/>
                  <a:pt x="21617" y="120563"/>
                  <a:pt x="21696" y="120583"/>
                </a:cubicBezTo>
                <a:lnTo>
                  <a:pt x="21756" y="120543"/>
                </a:lnTo>
                <a:cubicBezTo>
                  <a:pt x="22351" y="120245"/>
                  <a:pt x="22926" y="119928"/>
                  <a:pt x="23501" y="119611"/>
                </a:cubicBezTo>
                <a:cubicBezTo>
                  <a:pt x="23573" y="119485"/>
                  <a:pt x="23499" y="119328"/>
                  <a:pt x="23367" y="119328"/>
                </a:cubicBezTo>
                <a:close/>
                <a:moveTo>
                  <a:pt x="19343" y="121409"/>
                </a:moveTo>
                <a:cubicBezTo>
                  <a:pt x="19321" y="121409"/>
                  <a:pt x="19299" y="121411"/>
                  <a:pt x="19277" y="121415"/>
                </a:cubicBezTo>
                <a:cubicBezTo>
                  <a:pt x="18722" y="121713"/>
                  <a:pt x="18127" y="121991"/>
                  <a:pt x="17532" y="122229"/>
                </a:cubicBezTo>
                <a:cubicBezTo>
                  <a:pt x="17452" y="122288"/>
                  <a:pt x="17413" y="122367"/>
                  <a:pt x="17433" y="122466"/>
                </a:cubicBezTo>
                <a:cubicBezTo>
                  <a:pt x="17472" y="122506"/>
                  <a:pt x="17532" y="122546"/>
                  <a:pt x="17591" y="122566"/>
                </a:cubicBezTo>
                <a:lnTo>
                  <a:pt x="17651" y="122526"/>
                </a:lnTo>
                <a:cubicBezTo>
                  <a:pt x="18246" y="122288"/>
                  <a:pt x="18841" y="122010"/>
                  <a:pt x="19436" y="121713"/>
                </a:cubicBezTo>
                <a:cubicBezTo>
                  <a:pt x="19515" y="121673"/>
                  <a:pt x="19535" y="121594"/>
                  <a:pt x="19515" y="121515"/>
                </a:cubicBezTo>
                <a:cubicBezTo>
                  <a:pt x="19484" y="121438"/>
                  <a:pt x="19418" y="121409"/>
                  <a:pt x="19343" y="121409"/>
                </a:cubicBezTo>
                <a:close/>
                <a:moveTo>
                  <a:pt x="15196" y="123240"/>
                </a:moveTo>
                <a:cubicBezTo>
                  <a:pt x="15167" y="123240"/>
                  <a:pt x="15139" y="123247"/>
                  <a:pt x="15112" y="123260"/>
                </a:cubicBezTo>
                <a:lnTo>
                  <a:pt x="13288" y="123954"/>
                </a:lnTo>
                <a:cubicBezTo>
                  <a:pt x="13208" y="123974"/>
                  <a:pt x="13169" y="124053"/>
                  <a:pt x="13189" y="124152"/>
                </a:cubicBezTo>
                <a:cubicBezTo>
                  <a:pt x="13208" y="124212"/>
                  <a:pt x="13288" y="124271"/>
                  <a:pt x="13367" y="124271"/>
                </a:cubicBezTo>
                <a:lnTo>
                  <a:pt x="13407" y="124251"/>
                </a:lnTo>
                <a:lnTo>
                  <a:pt x="15251" y="123557"/>
                </a:lnTo>
                <a:cubicBezTo>
                  <a:pt x="15330" y="123498"/>
                  <a:pt x="15370" y="123418"/>
                  <a:pt x="15350" y="123319"/>
                </a:cubicBezTo>
                <a:cubicBezTo>
                  <a:pt x="15311" y="123266"/>
                  <a:pt x="15253" y="123240"/>
                  <a:pt x="15196" y="123240"/>
                </a:cubicBezTo>
                <a:close/>
                <a:moveTo>
                  <a:pt x="10871" y="124782"/>
                </a:moveTo>
                <a:cubicBezTo>
                  <a:pt x="10857" y="124782"/>
                  <a:pt x="10842" y="124783"/>
                  <a:pt x="10829" y="124787"/>
                </a:cubicBezTo>
                <a:lnTo>
                  <a:pt x="8965" y="125382"/>
                </a:lnTo>
                <a:cubicBezTo>
                  <a:pt x="8885" y="125421"/>
                  <a:pt x="8846" y="125501"/>
                  <a:pt x="8865" y="125580"/>
                </a:cubicBezTo>
                <a:cubicBezTo>
                  <a:pt x="8885" y="125659"/>
                  <a:pt x="8945" y="125699"/>
                  <a:pt x="9024" y="125699"/>
                </a:cubicBezTo>
                <a:lnTo>
                  <a:pt x="9064" y="125699"/>
                </a:lnTo>
                <a:lnTo>
                  <a:pt x="10928" y="125104"/>
                </a:lnTo>
                <a:cubicBezTo>
                  <a:pt x="11027" y="125084"/>
                  <a:pt x="11087" y="124985"/>
                  <a:pt x="11047" y="124886"/>
                </a:cubicBezTo>
                <a:cubicBezTo>
                  <a:pt x="11014" y="124820"/>
                  <a:pt x="10940" y="124782"/>
                  <a:pt x="10871" y="124782"/>
                </a:cubicBezTo>
                <a:close/>
                <a:moveTo>
                  <a:pt x="6503" y="126092"/>
                </a:moveTo>
                <a:cubicBezTo>
                  <a:pt x="6491" y="126092"/>
                  <a:pt x="6479" y="126093"/>
                  <a:pt x="6466" y="126096"/>
                </a:cubicBezTo>
                <a:lnTo>
                  <a:pt x="4582" y="126591"/>
                </a:lnTo>
                <a:cubicBezTo>
                  <a:pt x="4503" y="126611"/>
                  <a:pt x="4443" y="126710"/>
                  <a:pt x="4463" y="126790"/>
                </a:cubicBezTo>
                <a:cubicBezTo>
                  <a:pt x="4483" y="126869"/>
                  <a:pt x="4562" y="126909"/>
                  <a:pt x="4641" y="126929"/>
                </a:cubicBezTo>
                <a:lnTo>
                  <a:pt x="4661" y="126929"/>
                </a:lnTo>
                <a:lnTo>
                  <a:pt x="6565" y="126433"/>
                </a:lnTo>
                <a:cubicBezTo>
                  <a:pt x="6644" y="126393"/>
                  <a:pt x="6684" y="126314"/>
                  <a:pt x="6664" y="126234"/>
                </a:cubicBezTo>
                <a:cubicBezTo>
                  <a:pt x="6647" y="126148"/>
                  <a:pt x="6584" y="126092"/>
                  <a:pt x="6503" y="126092"/>
                </a:cubicBezTo>
                <a:close/>
                <a:moveTo>
                  <a:pt x="2103" y="127221"/>
                </a:moveTo>
                <a:cubicBezTo>
                  <a:pt x="2090" y="127221"/>
                  <a:pt x="2076" y="127223"/>
                  <a:pt x="2063" y="127226"/>
                </a:cubicBezTo>
                <a:lnTo>
                  <a:pt x="140" y="127623"/>
                </a:lnTo>
                <a:cubicBezTo>
                  <a:pt x="60" y="127642"/>
                  <a:pt x="1" y="127722"/>
                  <a:pt x="21" y="127821"/>
                </a:cubicBezTo>
                <a:cubicBezTo>
                  <a:pt x="40" y="127880"/>
                  <a:pt x="100" y="127940"/>
                  <a:pt x="179" y="127940"/>
                </a:cubicBezTo>
                <a:lnTo>
                  <a:pt x="199" y="127940"/>
                </a:lnTo>
                <a:lnTo>
                  <a:pt x="2123" y="127523"/>
                </a:lnTo>
                <a:cubicBezTo>
                  <a:pt x="2202" y="127523"/>
                  <a:pt x="2262" y="127424"/>
                  <a:pt x="2262" y="127345"/>
                </a:cubicBezTo>
                <a:cubicBezTo>
                  <a:pt x="2229" y="127262"/>
                  <a:pt x="2168" y="127221"/>
                  <a:pt x="2103" y="12722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textbox 32"/>
          <p:cNvSpPr/>
          <p:nvPr/>
        </p:nvSpPr>
        <p:spPr>
          <a:xfrm>
            <a:off x="882015" y="526415"/>
            <a:ext cx="4730115" cy="646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lang="en-US" sz="3800" b="1" kern="0" spc="6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r>
              <a:rPr sz="3800" b="1" kern="0" spc="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sz="3800" b="1" kern="0" spc="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认识</a:t>
            </a:r>
            <a:r>
              <a:rPr sz="3800" b="1" kern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Matlab</a:t>
            </a:r>
            <a:r>
              <a:rPr sz="3800" b="1" kern="0" spc="6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lang="zh-CN" sz="3800" b="1" kern="0" spc="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界面</a:t>
            </a:r>
            <a:endParaRPr sz="3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9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1365" algn="l" rtl="0" eaLnBrk="0">
              <a:lnSpc>
                <a:spcPct val="95000"/>
              </a:lnSpc>
              <a:spcBef>
                <a:spcPts val="725"/>
              </a:spcBef>
            </a:pP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2046605" y="4892040"/>
            <a:ext cx="76123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选项卡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: </a:t>
            </a:r>
            <a:r>
              <a:rPr lang="zh-CN" altLang="en-US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标题栏下方的选项卡中可以选择各种工具</a:t>
            </a:r>
            <a:endParaRPr lang="en-US" altLang="zh-CN" sz="2400" spc="2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 descr="b7a4fed8fd995917c20383b761302f05"/>
          <p:cNvPicPr>
            <a:picLocks noChangeAspect="1"/>
          </p:cNvPicPr>
          <p:nvPr/>
        </p:nvPicPr>
        <p:blipFill>
          <a:blip r:embed="rId1"/>
          <a:srcRect l="2538" t="7213" r="1385" b="6194"/>
          <a:stretch>
            <a:fillRect/>
          </a:stretch>
        </p:blipFill>
        <p:spPr>
          <a:xfrm>
            <a:off x="1209675" y="1545590"/>
            <a:ext cx="9770745" cy="2863850"/>
          </a:xfrm>
          <a:prstGeom prst="rect">
            <a:avLst/>
          </a:prstGeom>
        </p:spPr>
      </p:pic>
      <p:grpSp>
        <p:nvGrpSpPr>
          <p:cNvPr id="4521" name="Google Shape;4521;p69"/>
          <p:cNvGrpSpPr/>
          <p:nvPr/>
        </p:nvGrpSpPr>
        <p:grpSpPr>
          <a:xfrm flipH="1">
            <a:off x="7386096" y="-70"/>
            <a:ext cx="1091382" cy="1155725"/>
            <a:chOff x="2958275" y="539500"/>
            <a:chExt cx="1091382" cy="1155725"/>
          </a:xfrm>
        </p:grpSpPr>
        <p:grpSp>
          <p:nvGrpSpPr>
            <p:cNvPr id="4522" name="Google Shape;4522;p69"/>
            <p:cNvGrpSpPr/>
            <p:nvPr/>
          </p:nvGrpSpPr>
          <p:grpSpPr>
            <a:xfrm>
              <a:off x="3170379" y="1212137"/>
              <a:ext cx="879278" cy="483088"/>
              <a:chOff x="2296950" y="3661600"/>
              <a:chExt cx="616475" cy="338700"/>
            </a:xfrm>
          </p:grpSpPr>
          <p:sp>
            <p:nvSpPr>
              <p:cNvPr id="4523" name="Google Shape;4523;p69"/>
              <p:cNvSpPr/>
              <p:nvPr/>
            </p:nvSpPr>
            <p:spPr>
              <a:xfrm>
                <a:off x="2510075" y="3661600"/>
                <a:ext cx="402675" cy="97750"/>
              </a:xfrm>
              <a:custGeom>
                <a:avLst/>
                <a:gdLst/>
                <a:ahLst/>
                <a:cxnLst/>
                <a:rect l="l" t="t" r="r" b="b"/>
                <a:pathLst>
                  <a:path w="16107" h="3910" extrusionOk="0">
                    <a:moveTo>
                      <a:pt x="4306" y="700"/>
                    </a:moveTo>
                    <a:lnTo>
                      <a:pt x="13180" y="2635"/>
                    </a:lnTo>
                    <a:lnTo>
                      <a:pt x="1346" y="3189"/>
                    </a:lnTo>
                    <a:lnTo>
                      <a:pt x="4306" y="700"/>
                    </a:lnTo>
                    <a:close/>
                    <a:moveTo>
                      <a:pt x="4216" y="0"/>
                    </a:moveTo>
                    <a:cubicBezTo>
                      <a:pt x="4136" y="0"/>
                      <a:pt x="4058" y="29"/>
                      <a:pt x="3998" y="83"/>
                    </a:cubicBezTo>
                    <a:lnTo>
                      <a:pt x="152" y="3314"/>
                    </a:lnTo>
                    <a:cubicBezTo>
                      <a:pt x="42" y="3405"/>
                      <a:pt x="0" y="3560"/>
                      <a:pt x="56" y="3696"/>
                    </a:cubicBezTo>
                    <a:cubicBezTo>
                      <a:pt x="103" y="3823"/>
                      <a:pt x="227" y="3909"/>
                      <a:pt x="368" y="3909"/>
                    </a:cubicBezTo>
                    <a:lnTo>
                      <a:pt x="385" y="3909"/>
                    </a:lnTo>
                    <a:lnTo>
                      <a:pt x="15768" y="3189"/>
                    </a:lnTo>
                    <a:cubicBezTo>
                      <a:pt x="15937" y="3184"/>
                      <a:pt x="16078" y="3051"/>
                      <a:pt x="16092" y="2882"/>
                    </a:cubicBezTo>
                    <a:cubicBezTo>
                      <a:pt x="16106" y="2713"/>
                      <a:pt x="15990" y="2558"/>
                      <a:pt x="15824" y="2525"/>
                    </a:cubicBezTo>
                    <a:lnTo>
                      <a:pt x="4286" y="8"/>
                    </a:lnTo>
                    <a:cubicBezTo>
                      <a:pt x="4263" y="3"/>
                      <a:pt x="4240" y="0"/>
                      <a:pt x="42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69"/>
              <p:cNvSpPr/>
              <p:nvPr/>
            </p:nvSpPr>
            <p:spPr>
              <a:xfrm>
                <a:off x="2296950" y="3724500"/>
                <a:ext cx="616275" cy="210650"/>
              </a:xfrm>
              <a:custGeom>
                <a:avLst/>
                <a:gdLst/>
                <a:ahLst/>
                <a:cxnLst/>
                <a:rect l="l" t="t" r="r" b="b"/>
                <a:pathLst>
                  <a:path w="24651" h="8426" extrusionOk="0">
                    <a:moveTo>
                      <a:pt x="20027" y="1363"/>
                    </a:moveTo>
                    <a:lnTo>
                      <a:pt x="2334" y="7100"/>
                    </a:lnTo>
                    <a:lnTo>
                      <a:pt x="7528" y="3373"/>
                    </a:lnTo>
                    <a:lnTo>
                      <a:pt x="20027" y="1363"/>
                    </a:lnTo>
                    <a:close/>
                    <a:moveTo>
                      <a:pt x="24283" y="1"/>
                    </a:moveTo>
                    <a:cubicBezTo>
                      <a:pt x="24264" y="1"/>
                      <a:pt x="24244" y="3"/>
                      <a:pt x="24224" y="6"/>
                    </a:cubicBezTo>
                    <a:lnTo>
                      <a:pt x="7346" y="2722"/>
                    </a:lnTo>
                    <a:cubicBezTo>
                      <a:pt x="7293" y="2730"/>
                      <a:pt x="7243" y="2750"/>
                      <a:pt x="7204" y="2780"/>
                    </a:cubicBezTo>
                    <a:lnTo>
                      <a:pt x="180" y="7817"/>
                    </a:lnTo>
                    <a:cubicBezTo>
                      <a:pt x="44" y="7914"/>
                      <a:pt x="0" y="8094"/>
                      <a:pt x="78" y="8243"/>
                    </a:cubicBezTo>
                    <a:cubicBezTo>
                      <a:pt x="136" y="8354"/>
                      <a:pt x="252" y="8426"/>
                      <a:pt x="379" y="8426"/>
                    </a:cubicBezTo>
                    <a:cubicBezTo>
                      <a:pt x="413" y="8426"/>
                      <a:pt x="449" y="8420"/>
                      <a:pt x="482" y="8409"/>
                    </a:cubicBezTo>
                    <a:lnTo>
                      <a:pt x="24385" y="657"/>
                    </a:lnTo>
                    <a:cubicBezTo>
                      <a:pt x="24551" y="601"/>
                      <a:pt x="24651" y="427"/>
                      <a:pt x="24606" y="255"/>
                    </a:cubicBezTo>
                    <a:cubicBezTo>
                      <a:pt x="24569" y="103"/>
                      <a:pt x="24435" y="1"/>
                      <a:pt x="242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69"/>
              <p:cNvSpPr/>
              <p:nvPr/>
            </p:nvSpPr>
            <p:spPr>
              <a:xfrm>
                <a:off x="2510825" y="3724575"/>
                <a:ext cx="401925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16077" h="3146" extrusionOk="0">
                    <a:moveTo>
                      <a:pt x="9783" y="950"/>
                    </a:moveTo>
                    <a:lnTo>
                      <a:pt x="676" y="2415"/>
                    </a:lnTo>
                    <a:lnTo>
                      <a:pt x="676" y="1376"/>
                    </a:lnTo>
                    <a:lnTo>
                      <a:pt x="9783" y="950"/>
                    </a:lnTo>
                    <a:close/>
                    <a:moveTo>
                      <a:pt x="15719" y="0"/>
                    </a:moveTo>
                    <a:cubicBezTo>
                      <a:pt x="15715" y="0"/>
                      <a:pt x="15712" y="0"/>
                      <a:pt x="15708" y="0"/>
                    </a:cubicBezTo>
                    <a:lnTo>
                      <a:pt x="325" y="720"/>
                    </a:lnTo>
                    <a:cubicBezTo>
                      <a:pt x="142" y="726"/>
                      <a:pt x="1" y="875"/>
                      <a:pt x="1" y="1055"/>
                    </a:cubicBezTo>
                    <a:lnTo>
                      <a:pt x="1" y="2811"/>
                    </a:lnTo>
                    <a:cubicBezTo>
                      <a:pt x="1" y="2907"/>
                      <a:pt x="42" y="3002"/>
                      <a:pt x="120" y="3065"/>
                    </a:cubicBezTo>
                    <a:cubicBezTo>
                      <a:pt x="181" y="3118"/>
                      <a:pt x="258" y="3146"/>
                      <a:pt x="338" y="3146"/>
                    </a:cubicBezTo>
                    <a:lnTo>
                      <a:pt x="394" y="3143"/>
                    </a:lnTo>
                    <a:lnTo>
                      <a:pt x="15777" y="667"/>
                    </a:lnTo>
                    <a:cubicBezTo>
                      <a:pt x="15954" y="640"/>
                      <a:pt x="16076" y="476"/>
                      <a:pt x="16057" y="299"/>
                    </a:cubicBezTo>
                    <a:cubicBezTo>
                      <a:pt x="16035" y="128"/>
                      <a:pt x="15891" y="0"/>
                      <a:pt x="157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69"/>
              <p:cNvSpPr/>
              <p:nvPr/>
            </p:nvSpPr>
            <p:spPr>
              <a:xfrm>
                <a:off x="2482025" y="3724450"/>
                <a:ext cx="431400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11034" extrusionOk="0">
                    <a:moveTo>
                      <a:pt x="14387" y="1500"/>
                    </a:moveTo>
                    <a:lnTo>
                      <a:pt x="676" y="10089"/>
                    </a:lnTo>
                    <a:lnTo>
                      <a:pt x="676" y="5947"/>
                    </a:lnTo>
                    <a:lnTo>
                      <a:pt x="14387" y="1500"/>
                    </a:lnTo>
                    <a:close/>
                    <a:moveTo>
                      <a:pt x="16882" y="1"/>
                    </a:moveTo>
                    <a:cubicBezTo>
                      <a:pt x="16846" y="1"/>
                      <a:pt x="16810" y="7"/>
                      <a:pt x="16774" y="19"/>
                    </a:cubicBezTo>
                    <a:lnTo>
                      <a:pt x="236" y="5382"/>
                    </a:lnTo>
                    <a:cubicBezTo>
                      <a:pt x="98" y="5426"/>
                      <a:pt x="4" y="5554"/>
                      <a:pt x="1" y="5701"/>
                    </a:cubicBezTo>
                    <a:lnTo>
                      <a:pt x="1" y="10695"/>
                    </a:lnTo>
                    <a:cubicBezTo>
                      <a:pt x="1" y="10817"/>
                      <a:pt x="70" y="10931"/>
                      <a:pt x="178" y="10989"/>
                    </a:cubicBezTo>
                    <a:cubicBezTo>
                      <a:pt x="222" y="11017"/>
                      <a:pt x="275" y="11034"/>
                      <a:pt x="329" y="11034"/>
                    </a:cubicBezTo>
                    <a:cubicBezTo>
                      <a:pt x="333" y="11034"/>
                      <a:pt x="337" y="11033"/>
                      <a:pt x="341" y="11033"/>
                    </a:cubicBezTo>
                    <a:cubicBezTo>
                      <a:pt x="402" y="11033"/>
                      <a:pt x="463" y="11017"/>
                      <a:pt x="516" y="10983"/>
                    </a:cubicBezTo>
                    <a:lnTo>
                      <a:pt x="17054" y="623"/>
                    </a:lnTo>
                    <a:cubicBezTo>
                      <a:pt x="17200" y="534"/>
                      <a:pt x="17256" y="351"/>
                      <a:pt x="17184" y="196"/>
                    </a:cubicBezTo>
                    <a:cubicBezTo>
                      <a:pt x="17128" y="73"/>
                      <a:pt x="17008" y="1"/>
                      <a:pt x="16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27" name="Google Shape;4527;p69"/>
            <p:cNvSpPr/>
            <p:nvPr/>
          </p:nvSpPr>
          <p:spPr>
            <a:xfrm>
              <a:off x="2958275" y="539500"/>
              <a:ext cx="562425" cy="897575"/>
            </a:xfrm>
            <a:custGeom>
              <a:avLst/>
              <a:gdLst/>
              <a:ahLst/>
              <a:cxnLst/>
              <a:rect l="l" t="t" r="r" b="b"/>
              <a:pathLst>
                <a:path w="22497" h="35903" extrusionOk="0">
                  <a:moveTo>
                    <a:pt x="20015" y="1"/>
                  </a:moveTo>
                  <a:cubicBezTo>
                    <a:pt x="19867" y="1"/>
                    <a:pt x="19729" y="176"/>
                    <a:pt x="19849" y="335"/>
                  </a:cubicBezTo>
                  <a:cubicBezTo>
                    <a:pt x="20176" y="761"/>
                    <a:pt x="20470" y="1210"/>
                    <a:pt x="20733" y="1680"/>
                  </a:cubicBezTo>
                  <a:cubicBezTo>
                    <a:pt x="20766" y="1747"/>
                    <a:pt x="20832" y="1788"/>
                    <a:pt x="20907" y="1788"/>
                  </a:cubicBezTo>
                  <a:cubicBezTo>
                    <a:pt x="20943" y="1788"/>
                    <a:pt x="20976" y="1777"/>
                    <a:pt x="21010" y="1761"/>
                  </a:cubicBezTo>
                  <a:cubicBezTo>
                    <a:pt x="21109" y="1705"/>
                    <a:pt x="21145" y="1581"/>
                    <a:pt x="21087" y="1484"/>
                  </a:cubicBezTo>
                  <a:cubicBezTo>
                    <a:pt x="20818" y="994"/>
                    <a:pt x="20514" y="526"/>
                    <a:pt x="20173" y="86"/>
                  </a:cubicBezTo>
                  <a:cubicBezTo>
                    <a:pt x="20128" y="26"/>
                    <a:pt x="20071" y="1"/>
                    <a:pt x="20015" y="1"/>
                  </a:cubicBezTo>
                  <a:close/>
                  <a:moveTo>
                    <a:pt x="22064" y="4439"/>
                  </a:moveTo>
                  <a:cubicBezTo>
                    <a:pt x="22050" y="4439"/>
                    <a:pt x="22035" y="4440"/>
                    <a:pt x="22020" y="4444"/>
                  </a:cubicBezTo>
                  <a:cubicBezTo>
                    <a:pt x="21909" y="4469"/>
                    <a:pt x="21837" y="4577"/>
                    <a:pt x="21860" y="4687"/>
                  </a:cubicBezTo>
                  <a:cubicBezTo>
                    <a:pt x="21973" y="5213"/>
                    <a:pt x="22048" y="5745"/>
                    <a:pt x="22081" y="6279"/>
                  </a:cubicBezTo>
                  <a:cubicBezTo>
                    <a:pt x="22087" y="6390"/>
                    <a:pt x="22175" y="6473"/>
                    <a:pt x="22286" y="6473"/>
                  </a:cubicBezTo>
                  <a:lnTo>
                    <a:pt x="22300" y="6473"/>
                  </a:lnTo>
                  <a:cubicBezTo>
                    <a:pt x="22413" y="6468"/>
                    <a:pt x="22496" y="6368"/>
                    <a:pt x="22491" y="6257"/>
                  </a:cubicBezTo>
                  <a:cubicBezTo>
                    <a:pt x="22455" y="5701"/>
                    <a:pt x="22380" y="5147"/>
                    <a:pt x="22261" y="4601"/>
                  </a:cubicBezTo>
                  <a:cubicBezTo>
                    <a:pt x="22242" y="4506"/>
                    <a:pt x="22158" y="4439"/>
                    <a:pt x="22064" y="4439"/>
                  </a:cubicBezTo>
                  <a:close/>
                  <a:moveTo>
                    <a:pt x="21969" y="9334"/>
                  </a:moveTo>
                  <a:cubicBezTo>
                    <a:pt x="21889" y="9334"/>
                    <a:pt x="21810" y="9377"/>
                    <a:pt x="21776" y="9475"/>
                  </a:cubicBezTo>
                  <a:cubicBezTo>
                    <a:pt x="21646" y="9998"/>
                    <a:pt x="21477" y="10507"/>
                    <a:pt x="21273" y="11006"/>
                  </a:cubicBezTo>
                  <a:cubicBezTo>
                    <a:pt x="21228" y="11108"/>
                    <a:pt x="21278" y="11227"/>
                    <a:pt x="21383" y="11271"/>
                  </a:cubicBezTo>
                  <a:cubicBezTo>
                    <a:pt x="21408" y="11283"/>
                    <a:pt x="21433" y="11288"/>
                    <a:pt x="21461" y="11288"/>
                  </a:cubicBezTo>
                  <a:cubicBezTo>
                    <a:pt x="21544" y="11285"/>
                    <a:pt x="21619" y="11235"/>
                    <a:pt x="21652" y="11161"/>
                  </a:cubicBezTo>
                  <a:cubicBezTo>
                    <a:pt x="21862" y="10643"/>
                    <a:pt x="22039" y="10114"/>
                    <a:pt x="22178" y="9574"/>
                  </a:cubicBezTo>
                  <a:cubicBezTo>
                    <a:pt x="22203" y="9426"/>
                    <a:pt x="22086" y="9334"/>
                    <a:pt x="21969" y="9334"/>
                  </a:cubicBezTo>
                  <a:close/>
                  <a:moveTo>
                    <a:pt x="19769" y="13698"/>
                  </a:moveTo>
                  <a:cubicBezTo>
                    <a:pt x="19720" y="13698"/>
                    <a:pt x="19669" y="13717"/>
                    <a:pt x="19625" y="13761"/>
                  </a:cubicBezTo>
                  <a:cubicBezTo>
                    <a:pt x="19285" y="14176"/>
                    <a:pt x="18914" y="14564"/>
                    <a:pt x="18512" y="14921"/>
                  </a:cubicBezTo>
                  <a:cubicBezTo>
                    <a:pt x="18376" y="15051"/>
                    <a:pt x="18465" y="15281"/>
                    <a:pt x="18651" y="15283"/>
                  </a:cubicBezTo>
                  <a:cubicBezTo>
                    <a:pt x="18700" y="15283"/>
                    <a:pt x="18750" y="15264"/>
                    <a:pt x="18786" y="15231"/>
                  </a:cubicBezTo>
                  <a:cubicBezTo>
                    <a:pt x="19201" y="14857"/>
                    <a:pt x="19589" y="14453"/>
                    <a:pt x="19944" y="14021"/>
                  </a:cubicBezTo>
                  <a:cubicBezTo>
                    <a:pt x="20045" y="13865"/>
                    <a:pt x="19915" y="13698"/>
                    <a:pt x="19769" y="13698"/>
                  </a:cubicBezTo>
                  <a:close/>
                  <a:moveTo>
                    <a:pt x="15938" y="16706"/>
                  </a:moveTo>
                  <a:cubicBezTo>
                    <a:pt x="15907" y="16706"/>
                    <a:pt x="15875" y="16713"/>
                    <a:pt x="15846" y="16729"/>
                  </a:cubicBezTo>
                  <a:cubicBezTo>
                    <a:pt x="15389" y="16967"/>
                    <a:pt x="14907" y="17194"/>
                    <a:pt x="14370" y="17418"/>
                  </a:cubicBezTo>
                  <a:cubicBezTo>
                    <a:pt x="14265" y="17460"/>
                    <a:pt x="14215" y="17579"/>
                    <a:pt x="14259" y="17684"/>
                  </a:cubicBezTo>
                  <a:cubicBezTo>
                    <a:pt x="14292" y="17761"/>
                    <a:pt x="14367" y="17811"/>
                    <a:pt x="14450" y="17811"/>
                  </a:cubicBezTo>
                  <a:cubicBezTo>
                    <a:pt x="14478" y="17811"/>
                    <a:pt x="14503" y="17806"/>
                    <a:pt x="14531" y="17795"/>
                  </a:cubicBezTo>
                  <a:cubicBezTo>
                    <a:pt x="15076" y="17568"/>
                    <a:pt x="15569" y="17338"/>
                    <a:pt x="16031" y="17097"/>
                  </a:cubicBezTo>
                  <a:cubicBezTo>
                    <a:pt x="16134" y="17044"/>
                    <a:pt x="16172" y="16920"/>
                    <a:pt x="16120" y="16820"/>
                  </a:cubicBezTo>
                  <a:cubicBezTo>
                    <a:pt x="16085" y="16748"/>
                    <a:pt x="16012" y="16706"/>
                    <a:pt x="15938" y="16706"/>
                  </a:cubicBezTo>
                  <a:close/>
                  <a:moveTo>
                    <a:pt x="11369" y="18532"/>
                  </a:moveTo>
                  <a:cubicBezTo>
                    <a:pt x="11348" y="18532"/>
                    <a:pt x="11326" y="18535"/>
                    <a:pt x="11305" y="18542"/>
                  </a:cubicBezTo>
                  <a:lnTo>
                    <a:pt x="10782" y="18714"/>
                  </a:lnTo>
                  <a:lnTo>
                    <a:pt x="9743" y="19060"/>
                  </a:lnTo>
                  <a:cubicBezTo>
                    <a:pt x="9533" y="19143"/>
                    <a:pt x="9583" y="19453"/>
                    <a:pt x="9807" y="19462"/>
                  </a:cubicBezTo>
                  <a:cubicBezTo>
                    <a:pt x="9832" y="19462"/>
                    <a:pt x="9854" y="19459"/>
                    <a:pt x="9879" y="19453"/>
                  </a:cubicBezTo>
                  <a:lnTo>
                    <a:pt x="10912" y="19102"/>
                  </a:lnTo>
                  <a:lnTo>
                    <a:pt x="11432" y="18930"/>
                  </a:lnTo>
                  <a:cubicBezTo>
                    <a:pt x="11538" y="18894"/>
                    <a:pt x="11598" y="18778"/>
                    <a:pt x="11562" y="18670"/>
                  </a:cubicBezTo>
                  <a:cubicBezTo>
                    <a:pt x="11534" y="18586"/>
                    <a:pt x="11454" y="18532"/>
                    <a:pt x="11369" y="18532"/>
                  </a:cubicBezTo>
                  <a:close/>
                  <a:moveTo>
                    <a:pt x="6751" y="20236"/>
                  </a:moveTo>
                  <a:cubicBezTo>
                    <a:pt x="6722" y="20236"/>
                    <a:pt x="6691" y="20242"/>
                    <a:pt x="6662" y="20256"/>
                  </a:cubicBezTo>
                  <a:cubicBezTo>
                    <a:pt x="6141" y="20494"/>
                    <a:pt x="5646" y="20752"/>
                    <a:pt x="5186" y="21009"/>
                  </a:cubicBezTo>
                  <a:cubicBezTo>
                    <a:pt x="5086" y="21067"/>
                    <a:pt x="5053" y="21192"/>
                    <a:pt x="5108" y="21289"/>
                  </a:cubicBezTo>
                  <a:cubicBezTo>
                    <a:pt x="5143" y="21353"/>
                    <a:pt x="5209" y="21394"/>
                    <a:pt x="5281" y="21394"/>
                  </a:cubicBezTo>
                  <a:cubicBezTo>
                    <a:pt x="5284" y="21394"/>
                    <a:pt x="5286" y="21394"/>
                    <a:pt x="5288" y="21394"/>
                  </a:cubicBezTo>
                  <a:cubicBezTo>
                    <a:pt x="5324" y="21394"/>
                    <a:pt x="5358" y="21386"/>
                    <a:pt x="5388" y="21369"/>
                  </a:cubicBezTo>
                  <a:cubicBezTo>
                    <a:pt x="5837" y="21114"/>
                    <a:pt x="6324" y="20865"/>
                    <a:pt x="6836" y="20630"/>
                  </a:cubicBezTo>
                  <a:cubicBezTo>
                    <a:pt x="6936" y="20580"/>
                    <a:pt x="6980" y="20458"/>
                    <a:pt x="6936" y="20356"/>
                  </a:cubicBezTo>
                  <a:cubicBezTo>
                    <a:pt x="6902" y="20280"/>
                    <a:pt x="6829" y="20236"/>
                    <a:pt x="6751" y="20236"/>
                  </a:cubicBezTo>
                  <a:close/>
                  <a:moveTo>
                    <a:pt x="2649" y="22927"/>
                  </a:moveTo>
                  <a:cubicBezTo>
                    <a:pt x="2598" y="22927"/>
                    <a:pt x="2547" y="22945"/>
                    <a:pt x="2506" y="22983"/>
                  </a:cubicBezTo>
                  <a:cubicBezTo>
                    <a:pt x="2104" y="23374"/>
                    <a:pt x="1736" y="23797"/>
                    <a:pt x="1409" y="24254"/>
                  </a:cubicBezTo>
                  <a:cubicBezTo>
                    <a:pt x="1343" y="24346"/>
                    <a:pt x="1365" y="24470"/>
                    <a:pt x="1456" y="24537"/>
                  </a:cubicBezTo>
                  <a:cubicBezTo>
                    <a:pt x="1492" y="24562"/>
                    <a:pt x="1534" y="24575"/>
                    <a:pt x="1578" y="24575"/>
                  </a:cubicBezTo>
                  <a:cubicBezTo>
                    <a:pt x="1645" y="24575"/>
                    <a:pt x="1706" y="24545"/>
                    <a:pt x="1744" y="24492"/>
                  </a:cubicBezTo>
                  <a:cubicBezTo>
                    <a:pt x="2057" y="24058"/>
                    <a:pt x="2406" y="23651"/>
                    <a:pt x="2788" y="23277"/>
                  </a:cubicBezTo>
                  <a:cubicBezTo>
                    <a:pt x="2871" y="23199"/>
                    <a:pt x="2874" y="23069"/>
                    <a:pt x="2796" y="22986"/>
                  </a:cubicBezTo>
                  <a:cubicBezTo>
                    <a:pt x="2756" y="22947"/>
                    <a:pt x="2703" y="22927"/>
                    <a:pt x="2649" y="22927"/>
                  </a:cubicBezTo>
                  <a:close/>
                  <a:moveTo>
                    <a:pt x="304" y="27162"/>
                  </a:moveTo>
                  <a:cubicBezTo>
                    <a:pt x="205" y="27162"/>
                    <a:pt x="117" y="27233"/>
                    <a:pt x="100" y="27333"/>
                  </a:cubicBezTo>
                  <a:cubicBezTo>
                    <a:pt x="33" y="27735"/>
                    <a:pt x="0" y="28139"/>
                    <a:pt x="0" y="28546"/>
                  </a:cubicBezTo>
                  <a:cubicBezTo>
                    <a:pt x="0" y="28701"/>
                    <a:pt x="3" y="28859"/>
                    <a:pt x="14" y="29017"/>
                  </a:cubicBezTo>
                  <a:cubicBezTo>
                    <a:pt x="22" y="29122"/>
                    <a:pt x="111" y="29208"/>
                    <a:pt x="219" y="29210"/>
                  </a:cubicBezTo>
                  <a:lnTo>
                    <a:pt x="233" y="29205"/>
                  </a:lnTo>
                  <a:cubicBezTo>
                    <a:pt x="346" y="29199"/>
                    <a:pt x="432" y="29105"/>
                    <a:pt x="426" y="28992"/>
                  </a:cubicBezTo>
                  <a:cubicBezTo>
                    <a:pt x="415" y="28842"/>
                    <a:pt x="410" y="28693"/>
                    <a:pt x="413" y="28546"/>
                  </a:cubicBezTo>
                  <a:cubicBezTo>
                    <a:pt x="413" y="28161"/>
                    <a:pt x="443" y="27779"/>
                    <a:pt x="507" y="27400"/>
                  </a:cubicBezTo>
                  <a:cubicBezTo>
                    <a:pt x="526" y="27286"/>
                    <a:pt x="449" y="27178"/>
                    <a:pt x="335" y="27164"/>
                  </a:cubicBezTo>
                  <a:cubicBezTo>
                    <a:pt x="325" y="27163"/>
                    <a:pt x="314" y="27162"/>
                    <a:pt x="304" y="27162"/>
                  </a:cubicBezTo>
                  <a:close/>
                  <a:moveTo>
                    <a:pt x="1122" y="31929"/>
                  </a:moveTo>
                  <a:cubicBezTo>
                    <a:pt x="1089" y="31929"/>
                    <a:pt x="1055" y="31937"/>
                    <a:pt x="1024" y="31954"/>
                  </a:cubicBezTo>
                  <a:cubicBezTo>
                    <a:pt x="925" y="32007"/>
                    <a:pt x="889" y="32131"/>
                    <a:pt x="941" y="32231"/>
                  </a:cubicBezTo>
                  <a:cubicBezTo>
                    <a:pt x="1210" y="32727"/>
                    <a:pt x="1537" y="33189"/>
                    <a:pt x="1910" y="33613"/>
                  </a:cubicBezTo>
                  <a:cubicBezTo>
                    <a:pt x="1949" y="33654"/>
                    <a:pt x="2005" y="33679"/>
                    <a:pt x="2063" y="33682"/>
                  </a:cubicBezTo>
                  <a:cubicBezTo>
                    <a:pt x="2113" y="33682"/>
                    <a:pt x="2162" y="33660"/>
                    <a:pt x="2198" y="33627"/>
                  </a:cubicBezTo>
                  <a:cubicBezTo>
                    <a:pt x="2284" y="33552"/>
                    <a:pt x="2290" y="33422"/>
                    <a:pt x="2215" y="33339"/>
                  </a:cubicBezTo>
                  <a:cubicBezTo>
                    <a:pt x="1861" y="32940"/>
                    <a:pt x="1556" y="32505"/>
                    <a:pt x="1301" y="32037"/>
                  </a:cubicBezTo>
                  <a:cubicBezTo>
                    <a:pt x="1265" y="31969"/>
                    <a:pt x="1195" y="31929"/>
                    <a:pt x="1122" y="31929"/>
                  </a:cubicBezTo>
                  <a:close/>
                  <a:moveTo>
                    <a:pt x="11080" y="34552"/>
                  </a:moveTo>
                  <a:cubicBezTo>
                    <a:pt x="11045" y="34552"/>
                    <a:pt x="11009" y="34562"/>
                    <a:pt x="10975" y="34582"/>
                  </a:cubicBezTo>
                  <a:cubicBezTo>
                    <a:pt x="10521" y="34856"/>
                    <a:pt x="10034" y="35077"/>
                    <a:pt x="9527" y="35238"/>
                  </a:cubicBezTo>
                  <a:cubicBezTo>
                    <a:pt x="9419" y="35269"/>
                    <a:pt x="9358" y="35385"/>
                    <a:pt x="9392" y="35496"/>
                  </a:cubicBezTo>
                  <a:cubicBezTo>
                    <a:pt x="9419" y="35579"/>
                    <a:pt x="9500" y="35637"/>
                    <a:pt x="9588" y="35637"/>
                  </a:cubicBezTo>
                  <a:cubicBezTo>
                    <a:pt x="9608" y="35637"/>
                    <a:pt x="9630" y="35634"/>
                    <a:pt x="9649" y="35628"/>
                  </a:cubicBezTo>
                  <a:cubicBezTo>
                    <a:pt x="10189" y="35460"/>
                    <a:pt x="10704" y="35224"/>
                    <a:pt x="11186" y="34931"/>
                  </a:cubicBezTo>
                  <a:cubicBezTo>
                    <a:pt x="11280" y="34870"/>
                    <a:pt x="11310" y="34748"/>
                    <a:pt x="11252" y="34651"/>
                  </a:cubicBezTo>
                  <a:cubicBezTo>
                    <a:pt x="11214" y="34587"/>
                    <a:pt x="11148" y="34552"/>
                    <a:pt x="11080" y="34552"/>
                  </a:cubicBezTo>
                  <a:close/>
                  <a:moveTo>
                    <a:pt x="4752" y="35094"/>
                  </a:moveTo>
                  <a:cubicBezTo>
                    <a:pt x="4669" y="35094"/>
                    <a:pt x="4593" y="35146"/>
                    <a:pt x="4563" y="35227"/>
                  </a:cubicBezTo>
                  <a:cubicBezTo>
                    <a:pt x="4521" y="35335"/>
                    <a:pt x="4577" y="35451"/>
                    <a:pt x="4682" y="35490"/>
                  </a:cubicBezTo>
                  <a:cubicBezTo>
                    <a:pt x="5211" y="35687"/>
                    <a:pt x="5756" y="35825"/>
                    <a:pt x="6313" y="35903"/>
                  </a:cubicBezTo>
                  <a:lnTo>
                    <a:pt x="6343" y="35903"/>
                  </a:lnTo>
                  <a:cubicBezTo>
                    <a:pt x="6446" y="35903"/>
                    <a:pt x="6532" y="35828"/>
                    <a:pt x="6545" y="35725"/>
                  </a:cubicBezTo>
                  <a:cubicBezTo>
                    <a:pt x="6562" y="35615"/>
                    <a:pt x="6484" y="35509"/>
                    <a:pt x="6371" y="35496"/>
                  </a:cubicBezTo>
                  <a:cubicBezTo>
                    <a:pt x="5842" y="35421"/>
                    <a:pt x="5324" y="35291"/>
                    <a:pt x="4826" y="35108"/>
                  </a:cubicBezTo>
                  <a:cubicBezTo>
                    <a:pt x="4802" y="35099"/>
                    <a:pt x="4777" y="35094"/>
                    <a:pt x="4752" y="350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208" name="Google Shape;2208;p36"/>
          <p:cNvGrpSpPr/>
          <p:nvPr/>
        </p:nvGrpSpPr>
        <p:grpSpPr>
          <a:xfrm>
            <a:off x="10209681" y="4927264"/>
            <a:ext cx="879232" cy="657377"/>
            <a:chOff x="4030925" y="2186525"/>
            <a:chExt cx="944700" cy="706325"/>
          </a:xfrm>
        </p:grpSpPr>
        <p:sp>
          <p:nvSpPr>
            <p:cNvPr id="2209" name="Google Shape;2209;p36"/>
            <p:cNvSpPr/>
            <p:nvPr/>
          </p:nvSpPr>
          <p:spPr>
            <a:xfrm>
              <a:off x="4030925" y="2186525"/>
              <a:ext cx="944700" cy="281675"/>
            </a:xfrm>
            <a:custGeom>
              <a:avLst/>
              <a:gdLst/>
              <a:ahLst/>
              <a:cxnLst/>
              <a:rect l="l" t="t" r="r" b="b"/>
              <a:pathLst>
                <a:path w="37788" h="11267" extrusionOk="0">
                  <a:moveTo>
                    <a:pt x="33327" y="1430"/>
                  </a:moveTo>
                  <a:lnTo>
                    <a:pt x="9699" y="10348"/>
                  </a:lnTo>
                  <a:lnTo>
                    <a:pt x="1770" y="6049"/>
                  </a:lnTo>
                  <a:lnTo>
                    <a:pt x="33327" y="1430"/>
                  </a:lnTo>
                  <a:close/>
                  <a:moveTo>
                    <a:pt x="37185" y="0"/>
                  </a:moveTo>
                  <a:cubicBezTo>
                    <a:pt x="37164" y="0"/>
                    <a:pt x="37142" y="1"/>
                    <a:pt x="37120" y="5"/>
                  </a:cubicBezTo>
                  <a:lnTo>
                    <a:pt x="391" y="5383"/>
                  </a:lnTo>
                  <a:cubicBezTo>
                    <a:pt x="207" y="5406"/>
                    <a:pt x="69" y="5544"/>
                    <a:pt x="23" y="5728"/>
                  </a:cubicBezTo>
                  <a:cubicBezTo>
                    <a:pt x="0" y="5912"/>
                    <a:pt x="92" y="6095"/>
                    <a:pt x="253" y="6187"/>
                  </a:cubicBezTo>
                  <a:lnTo>
                    <a:pt x="9447" y="11221"/>
                  </a:lnTo>
                  <a:lnTo>
                    <a:pt x="9653" y="11267"/>
                  </a:lnTo>
                  <a:lnTo>
                    <a:pt x="9814" y="11244"/>
                  </a:lnTo>
                  <a:lnTo>
                    <a:pt x="37327" y="855"/>
                  </a:lnTo>
                  <a:cubicBezTo>
                    <a:pt x="37788" y="679"/>
                    <a:pt x="37641" y="0"/>
                    <a:pt x="371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0" name="Google Shape;2210;p36"/>
            <p:cNvSpPr/>
            <p:nvPr/>
          </p:nvSpPr>
          <p:spPr>
            <a:xfrm>
              <a:off x="4423950" y="2187475"/>
              <a:ext cx="547625" cy="512875"/>
            </a:xfrm>
            <a:custGeom>
              <a:avLst/>
              <a:gdLst/>
              <a:ahLst/>
              <a:cxnLst/>
              <a:rect l="l" t="t" r="r" b="b"/>
              <a:pathLst>
                <a:path w="21905" h="20515" extrusionOk="0">
                  <a:moveTo>
                    <a:pt x="19882" y="2104"/>
                  </a:moveTo>
                  <a:lnTo>
                    <a:pt x="8918" y="19572"/>
                  </a:lnTo>
                  <a:lnTo>
                    <a:pt x="1265" y="15918"/>
                  </a:lnTo>
                  <a:lnTo>
                    <a:pt x="19882" y="2104"/>
                  </a:lnTo>
                  <a:close/>
                  <a:moveTo>
                    <a:pt x="21443" y="0"/>
                  </a:moveTo>
                  <a:cubicBezTo>
                    <a:pt x="21354" y="0"/>
                    <a:pt x="21266" y="29"/>
                    <a:pt x="21192" y="81"/>
                  </a:cubicBezTo>
                  <a:lnTo>
                    <a:pt x="184" y="15688"/>
                  </a:lnTo>
                  <a:cubicBezTo>
                    <a:pt x="69" y="15780"/>
                    <a:pt x="0" y="15941"/>
                    <a:pt x="23" y="16102"/>
                  </a:cubicBezTo>
                  <a:cubicBezTo>
                    <a:pt x="23" y="16240"/>
                    <a:pt x="115" y="16378"/>
                    <a:pt x="253" y="16446"/>
                  </a:cubicBezTo>
                  <a:lnTo>
                    <a:pt x="8918" y="20515"/>
                  </a:lnTo>
                  <a:lnTo>
                    <a:pt x="9102" y="20515"/>
                  </a:lnTo>
                  <a:cubicBezTo>
                    <a:pt x="9240" y="20515"/>
                    <a:pt x="9378" y="20469"/>
                    <a:pt x="9470" y="20354"/>
                  </a:cubicBezTo>
                  <a:lnTo>
                    <a:pt x="21813" y="656"/>
                  </a:lnTo>
                  <a:cubicBezTo>
                    <a:pt x="21905" y="472"/>
                    <a:pt x="21882" y="265"/>
                    <a:pt x="21744" y="127"/>
                  </a:cubicBezTo>
                  <a:cubicBezTo>
                    <a:pt x="21656" y="40"/>
                    <a:pt x="21549" y="0"/>
                    <a:pt x="214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1" name="Google Shape;2211;p36"/>
            <p:cNvSpPr/>
            <p:nvPr/>
          </p:nvSpPr>
          <p:spPr>
            <a:xfrm>
              <a:off x="4261325" y="2186625"/>
              <a:ext cx="710825" cy="706225"/>
            </a:xfrm>
            <a:custGeom>
              <a:avLst/>
              <a:gdLst/>
              <a:ahLst/>
              <a:cxnLst/>
              <a:rect l="l" t="t" r="r" b="b"/>
              <a:pathLst>
                <a:path w="28433" h="28249" extrusionOk="0">
                  <a:moveTo>
                    <a:pt x="25261" y="1908"/>
                  </a:moveTo>
                  <a:lnTo>
                    <a:pt x="6689" y="15699"/>
                  </a:lnTo>
                  <a:cubicBezTo>
                    <a:pt x="6620" y="15745"/>
                    <a:pt x="6551" y="15837"/>
                    <a:pt x="6528" y="15929"/>
                  </a:cubicBezTo>
                  <a:lnTo>
                    <a:pt x="3196" y="25973"/>
                  </a:lnTo>
                  <a:lnTo>
                    <a:pt x="920" y="11102"/>
                  </a:lnTo>
                  <a:lnTo>
                    <a:pt x="25261" y="1908"/>
                  </a:lnTo>
                  <a:close/>
                  <a:moveTo>
                    <a:pt x="27953" y="1"/>
                  </a:moveTo>
                  <a:cubicBezTo>
                    <a:pt x="27906" y="1"/>
                    <a:pt x="27859" y="8"/>
                    <a:pt x="27812" y="24"/>
                  </a:cubicBezTo>
                  <a:lnTo>
                    <a:pt x="300" y="10436"/>
                  </a:lnTo>
                  <a:cubicBezTo>
                    <a:pt x="116" y="10504"/>
                    <a:pt x="1" y="10711"/>
                    <a:pt x="24" y="10895"/>
                  </a:cubicBezTo>
                  <a:lnTo>
                    <a:pt x="2621" y="27881"/>
                  </a:lnTo>
                  <a:cubicBezTo>
                    <a:pt x="2644" y="28065"/>
                    <a:pt x="2805" y="28226"/>
                    <a:pt x="3012" y="28249"/>
                  </a:cubicBezTo>
                  <a:lnTo>
                    <a:pt x="3058" y="28249"/>
                  </a:lnTo>
                  <a:cubicBezTo>
                    <a:pt x="3242" y="28249"/>
                    <a:pt x="3402" y="28111"/>
                    <a:pt x="3448" y="27927"/>
                  </a:cubicBezTo>
                  <a:lnTo>
                    <a:pt x="7310" y="16297"/>
                  </a:lnTo>
                  <a:lnTo>
                    <a:pt x="28226" y="782"/>
                  </a:lnTo>
                  <a:cubicBezTo>
                    <a:pt x="28387" y="667"/>
                    <a:pt x="28433" y="414"/>
                    <a:pt x="28341" y="230"/>
                  </a:cubicBezTo>
                  <a:cubicBezTo>
                    <a:pt x="28269" y="88"/>
                    <a:pt x="28115" y="1"/>
                    <a:pt x="279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2" name="Google Shape;2212;p36"/>
            <p:cNvSpPr/>
            <p:nvPr/>
          </p:nvSpPr>
          <p:spPr>
            <a:xfrm>
              <a:off x="4325700" y="2577225"/>
              <a:ext cx="236750" cy="315625"/>
            </a:xfrm>
            <a:custGeom>
              <a:avLst/>
              <a:gdLst/>
              <a:ahLst/>
              <a:cxnLst/>
              <a:rect l="l" t="t" r="r" b="b"/>
              <a:pathLst>
                <a:path w="9470" h="12625" extrusionOk="0">
                  <a:moveTo>
                    <a:pt x="4620" y="1017"/>
                  </a:moveTo>
                  <a:lnTo>
                    <a:pt x="8343" y="2764"/>
                  </a:lnTo>
                  <a:lnTo>
                    <a:pt x="1540" y="10395"/>
                  </a:lnTo>
                  <a:lnTo>
                    <a:pt x="4620" y="1017"/>
                  </a:lnTo>
                  <a:close/>
                  <a:moveTo>
                    <a:pt x="4379" y="0"/>
                  </a:moveTo>
                  <a:cubicBezTo>
                    <a:pt x="4321" y="0"/>
                    <a:pt x="4264" y="18"/>
                    <a:pt x="4206" y="52"/>
                  </a:cubicBezTo>
                  <a:cubicBezTo>
                    <a:pt x="4091" y="98"/>
                    <a:pt x="3999" y="190"/>
                    <a:pt x="3953" y="305"/>
                  </a:cubicBezTo>
                  <a:lnTo>
                    <a:pt x="69" y="12050"/>
                  </a:lnTo>
                  <a:cubicBezTo>
                    <a:pt x="0" y="12257"/>
                    <a:pt x="92" y="12464"/>
                    <a:pt x="276" y="12579"/>
                  </a:cubicBezTo>
                  <a:lnTo>
                    <a:pt x="483" y="12625"/>
                  </a:lnTo>
                  <a:cubicBezTo>
                    <a:pt x="598" y="12625"/>
                    <a:pt x="713" y="12579"/>
                    <a:pt x="781" y="12487"/>
                  </a:cubicBezTo>
                  <a:lnTo>
                    <a:pt x="9355" y="2925"/>
                  </a:lnTo>
                  <a:cubicBezTo>
                    <a:pt x="9424" y="2810"/>
                    <a:pt x="9470" y="2672"/>
                    <a:pt x="9470" y="2534"/>
                  </a:cubicBezTo>
                  <a:cubicBezTo>
                    <a:pt x="9447" y="2396"/>
                    <a:pt x="9332" y="2304"/>
                    <a:pt x="9217" y="2259"/>
                  </a:cubicBezTo>
                  <a:lnTo>
                    <a:pt x="4551" y="52"/>
                  </a:lnTo>
                  <a:cubicBezTo>
                    <a:pt x="4493" y="18"/>
                    <a:pt x="4436" y="0"/>
                    <a:pt x="43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8" name="图片 7" descr="01标示标准彩色图形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9" name="图片 8" descr="679ea5b50a417660f7076eba1cf8bba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253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61" name="Google Shape;4561;p69"/>
          <p:cNvSpPr/>
          <p:nvPr/>
        </p:nvSpPr>
        <p:spPr>
          <a:xfrm>
            <a:off x="9452747" y="1314203"/>
            <a:ext cx="3279652" cy="4554024"/>
          </a:xfrm>
          <a:custGeom>
            <a:avLst/>
            <a:gdLst/>
            <a:ahLst/>
            <a:cxnLst/>
            <a:rect l="l" t="t" r="r" b="b"/>
            <a:pathLst>
              <a:path w="92138" h="127940" extrusionOk="0">
                <a:moveTo>
                  <a:pt x="85073" y="0"/>
                </a:moveTo>
                <a:cubicBezTo>
                  <a:pt x="85013" y="0"/>
                  <a:pt x="84958" y="40"/>
                  <a:pt x="84958" y="108"/>
                </a:cubicBezTo>
                <a:cubicBezTo>
                  <a:pt x="84899" y="167"/>
                  <a:pt x="84919" y="266"/>
                  <a:pt x="84998" y="326"/>
                </a:cubicBezTo>
                <a:cubicBezTo>
                  <a:pt x="85573" y="603"/>
                  <a:pt x="86128" y="940"/>
                  <a:pt x="86644" y="1337"/>
                </a:cubicBezTo>
                <a:lnTo>
                  <a:pt x="86743" y="1337"/>
                </a:lnTo>
                <a:cubicBezTo>
                  <a:pt x="86783" y="1337"/>
                  <a:pt x="86842" y="1317"/>
                  <a:pt x="86882" y="1297"/>
                </a:cubicBezTo>
                <a:cubicBezTo>
                  <a:pt x="86922" y="1218"/>
                  <a:pt x="86902" y="1119"/>
                  <a:pt x="86842" y="1059"/>
                </a:cubicBezTo>
                <a:cubicBezTo>
                  <a:pt x="86307" y="663"/>
                  <a:pt x="85732" y="326"/>
                  <a:pt x="85157" y="28"/>
                </a:cubicBezTo>
                <a:cubicBezTo>
                  <a:pt x="85131" y="9"/>
                  <a:pt x="85102" y="0"/>
                  <a:pt x="85073" y="0"/>
                </a:cubicBezTo>
                <a:close/>
                <a:moveTo>
                  <a:pt x="88675" y="2762"/>
                </a:moveTo>
                <a:cubicBezTo>
                  <a:pt x="88636" y="2762"/>
                  <a:pt x="88595" y="2777"/>
                  <a:pt x="88568" y="2805"/>
                </a:cubicBezTo>
                <a:cubicBezTo>
                  <a:pt x="88488" y="2844"/>
                  <a:pt x="88488" y="2963"/>
                  <a:pt x="88548" y="3023"/>
                </a:cubicBezTo>
                <a:cubicBezTo>
                  <a:pt x="88984" y="3499"/>
                  <a:pt x="89381" y="4014"/>
                  <a:pt x="89738" y="4570"/>
                </a:cubicBezTo>
                <a:cubicBezTo>
                  <a:pt x="89777" y="4609"/>
                  <a:pt x="89817" y="4629"/>
                  <a:pt x="89877" y="4629"/>
                </a:cubicBezTo>
                <a:lnTo>
                  <a:pt x="89956" y="4609"/>
                </a:lnTo>
                <a:cubicBezTo>
                  <a:pt x="90035" y="4550"/>
                  <a:pt x="90055" y="4451"/>
                  <a:pt x="89996" y="4371"/>
                </a:cubicBezTo>
                <a:cubicBezTo>
                  <a:pt x="89658" y="3816"/>
                  <a:pt x="89242" y="3300"/>
                  <a:pt x="88786" y="2824"/>
                </a:cubicBezTo>
                <a:cubicBezTo>
                  <a:pt x="88765" y="2782"/>
                  <a:pt x="88721" y="2762"/>
                  <a:pt x="88675" y="2762"/>
                </a:cubicBezTo>
                <a:close/>
                <a:moveTo>
                  <a:pt x="91110" y="6597"/>
                </a:moveTo>
                <a:cubicBezTo>
                  <a:pt x="91089" y="6597"/>
                  <a:pt x="91068" y="6602"/>
                  <a:pt x="91047" y="6612"/>
                </a:cubicBezTo>
                <a:cubicBezTo>
                  <a:pt x="90967" y="6632"/>
                  <a:pt x="90908" y="6731"/>
                  <a:pt x="90947" y="6810"/>
                </a:cubicBezTo>
                <a:cubicBezTo>
                  <a:pt x="91185" y="7425"/>
                  <a:pt x="91384" y="8040"/>
                  <a:pt x="91523" y="8675"/>
                </a:cubicBezTo>
                <a:cubicBezTo>
                  <a:pt x="91542" y="8754"/>
                  <a:pt x="91622" y="8794"/>
                  <a:pt x="91701" y="8794"/>
                </a:cubicBezTo>
                <a:lnTo>
                  <a:pt x="91721" y="8794"/>
                </a:lnTo>
                <a:cubicBezTo>
                  <a:pt x="91800" y="8774"/>
                  <a:pt x="91860" y="8694"/>
                  <a:pt x="91840" y="8595"/>
                </a:cubicBezTo>
                <a:cubicBezTo>
                  <a:pt x="91681" y="7941"/>
                  <a:pt x="91483" y="7306"/>
                  <a:pt x="91245" y="6692"/>
                </a:cubicBezTo>
                <a:cubicBezTo>
                  <a:pt x="91216" y="6633"/>
                  <a:pt x="91166" y="6597"/>
                  <a:pt x="91110" y="6597"/>
                </a:cubicBezTo>
                <a:close/>
                <a:moveTo>
                  <a:pt x="91959" y="11054"/>
                </a:moveTo>
                <a:cubicBezTo>
                  <a:pt x="91879" y="11054"/>
                  <a:pt x="91800" y="11114"/>
                  <a:pt x="91780" y="11213"/>
                </a:cubicBezTo>
                <a:cubicBezTo>
                  <a:pt x="91800" y="11848"/>
                  <a:pt x="91741" y="12502"/>
                  <a:pt x="91622" y="13137"/>
                </a:cubicBezTo>
                <a:cubicBezTo>
                  <a:pt x="91622" y="13236"/>
                  <a:pt x="91681" y="13315"/>
                  <a:pt x="91760" y="13335"/>
                </a:cubicBezTo>
                <a:lnTo>
                  <a:pt x="91800" y="13335"/>
                </a:lnTo>
                <a:cubicBezTo>
                  <a:pt x="91879" y="13335"/>
                  <a:pt x="91939" y="13275"/>
                  <a:pt x="91939" y="13196"/>
                </a:cubicBezTo>
                <a:cubicBezTo>
                  <a:pt x="92058" y="12542"/>
                  <a:pt x="92117" y="11887"/>
                  <a:pt x="92137" y="11233"/>
                </a:cubicBezTo>
                <a:cubicBezTo>
                  <a:pt x="92137" y="11134"/>
                  <a:pt x="92058" y="11054"/>
                  <a:pt x="91959" y="11054"/>
                </a:cubicBezTo>
                <a:close/>
                <a:moveTo>
                  <a:pt x="91092" y="15504"/>
                </a:moveTo>
                <a:cubicBezTo>
                  <a:pt x="91027" y="15504"/>
                  <a:pt x="90963" y="15554"/>
                  <a:pt x="90947" y="15616"/>
                </a:cubicBezTo>
                <a:cubicBezTo>
                  <a:pt x="90709" y="16211"/>
                  <a:pt x="90432" y="16786"/>
                  <a:pt x="90134" y="17381"/>
                </a:cubicBezTo>
                <a:cubicBezTo>
                  <a:pt x="90095" y="17460"/>
                  <a:pt x="90114" y="17539"/>
                  <a:pt x="90174" y="17599"/>
                </a:cubicBezTo>
                <a:lnTo>
                  <a:pt x="90253" y="17599"/>
                </a:lnTo>
                <a:cubicBezTo>
                  <a:pt x="90313" y="17599"/>
                  <a:pt x="90372" y="17579"/>
                  <a:pt x="90412" y="17519"/>
                </a:cubicBezTo>
                <a:cubicBezTo>
                  <a:pt x="90729" y="16944"/>
                  <a:pt x="91007" y="16349"/>
                  <a:pt x="91245" y="15735"/>
                </a:cubicBezTo>
                <a:cubicBezTo>
                  <a:pt x="91265" y="15635"/>
                  <a:pt x="91245" y="15536"/>
                  <a:pt x="91146" y="15516"/>
                </a:cubicBezTo>
                <a:cubicBezTo>
                  <a:pt x="91128" y="15508"/>
                  <a:pt x="91110" y="15504"/>
                  <a:pt x="91092" y="15504"/>
                </a:cubicBezTo>
                <a:close/>
                <a:moveTo>
                  <a:pt x="88856" y="19462"/>
                </a:moveTo>
                <a:cubicBezTo>
                  <a:pt x="88802" y="19462"/>
                  <a:pt x="88752" y="19484"/>
                  <a:pt x="88726" y="19522"/>
                </a:cubicBezTo>
                <a:cubicBezTo>
                  <a:pt x="88330" y="20018"/>
                  <a:pt x="87893" y="20514"/>
                  <a:pt x="87457" y="20990"/>
                </a:cubicBezTo>
                <a:cubicBezTo>
                  <a:pt x="87378" y="21049"/>
                  <a:pt x="87378" y="21168"/>
                  <a:pt x="87457" y="21208"/>
                </a:cubicBezTo>
                <a:lnTo>
                  <a:pt x="87576" y="21267"/>
                </a:lnTo>
                <a:lnTo>
                  <a:pt x="87675" y="21208"/>
                </a:lnTo>
                <a:cubicBezTo>
                  <a:pt x="88131" y="20752"/>
                  <a:pt x="88568" y="20256"/>
                  <a:pt x="88964" y="19721"/>
                </a:cubicBezTo>
                <a:cubicBezTo>
                  <a:pt x="89024" y="19661"/>
                  <a:pt x="89004" y="19542"/>
                  <a:pt x="88944" y="19483"/>
                </a:cubicBezTo>
                <a:cubicBezTo>
                  <a:pt x="88916" y="19469"/>
                  <a:pt x="88886" y="19462"/>
                  <a:pt x="88856" y="19462"/>
                </a:cubicBezTo>
                <a:close/>
                <a:moveTo>
                  <a:pt x="85625" y="22735"/>
                </a:moveTo>
                <a:cubicBezTo>
                  <a:pt x="85601" y="22735"/>
                  <a:pt x="85577" y="22741"/>
                  <a:pt x="85553" y="22755"/>
                </a:cubicBezTo>
                <a:cubicBezTo>
                  <a:pt x="85057" y="23151"/>
                  <a:pt x="84522" y="23548"/>
                  <a:pt x="83987" y="23925"/>
                </a:cubicBezTo>
                <a:cubicBezTo>
                  <a:pt x="83907" y="23965"/>
                  <a:pt x="83887" y="24084"/>
                  <a:pt x="83967" y="24143"/>
                </a:cubicBezTo>
                <a:cubicBezTo>
                  <a:pt x="83987" y="24183"/>
                  <a:pt x="84026" y="24222"/>
                  <a:pt x="84086" y="24222"/>
                </a:cubicBezTo>
                <a:lnTo>
                  <a:pt x="84185" y="24183"/>
                </a:lnTo>
                <a:cubicBezTo>
                  <a:pt x="84720" y="23826"/>
                  <a:pt x="85256" y="23429"/>
                  <a:pt x="85771" y="22993"/>
                </a:cubicBezTo>
                <a:cubicBezTo>
                  <a:pt x="85837" y="22878"/>
                  <a:pt x="85739" y="22735"/>
                  <a:pt x="85625" y="22735"/>
                </a:cubicBezTo>
                <a:close/>
                <a:moveTo>
                  <a:pt x="81855" y="25254"/>
                </a:moveTo>
                <a:cubicBezTo>
                  <a:pt x="81829" y="25254"/>
                  <a:pt x="81805" y="25260"/>
                  <a:pt x="81785" y="25273"/>
                </a:cubicBezTo>
                <a:lnTo>
                  <a:pt x="81706" y="25273"/>
                </a:lnTo>
                <a:lnTo>
                  <a:pt x="80020" y="26106"/>
                </a:lnTo>
                <a:cubicBezTo>
                  <a:pt x="79834" y="26144"/>
                  <a:pt x="79893" y="26407"/>
                  <a:pt x="80064" y="26407"/>
                </a:cubicBezTo>
                <a:cubicBezTo>
                  <a:pt x="80075" y="26407"/>
                  <a:pt x="80087" y="26406"/>
                  <a:pt x="80100" y="26404"/>
                </a:cubicBezTo>
                <a:lnTo>
                  <a:pt x="80159" y="26424"/>
                </a:lnTo>
                <a:lnTo>
                  <a:pt x="81845" y="25611"/>
                </a:lnTo>
                <a:lnTo>
                  <a:pt x="81924" y="25551"/>
                </a:lnTo>
                <a:cubicBezTo>
                  <a:pt x="82023" y="25531"/>
                  <a:pt x="82043" y="25412"/>
                  <a:pt x="82003" y="25333"/>
                </a:cubicBezTo>
                <a:cubicBezTo>
                  <a:pt x="81964" y="25280"/>
                  <a:pt x="81907" y="25254"/>
                  <a:pt x="81855" y="25254"/>
                </a:cubicBezTo>
                <a:close/>
                <a:moveTo>
                  <a:pt x="77650" y="27033"/>
                </a:moveTo>
                <a:cubicBezTo>
                  <a:pt x="77634" y="27033"/>
                  <a:pt x="77618" y="27035"/>
                  <a:pt x="77601" y="27038"/>
                </a:cubicBezTo>
                <a:cubicBezTo>
                  <a:pt x="77026" y="27257"/>
                  <a:pt x="76391" y="27455"/>
                  <a:pt x="75757" y="27653"/>
                </a:cubicBezTo>
                <a:cubicBezTo>
                  <a:pt x="75677" y="27693"/>
                  <a:pt x="75638" y="27772"/>
                  <a:pt x="75657" y="27851"/>
                </a:cubicBezTo>
                <a:cubicBezTo>
                  <a:pt x="75657" y="27931"/>
                  <a:pt x="75737" y="27990"/>
                  <a:pt x="75796" y="27990"/>
                </a:cubicBezTo>
                <a:lnTo>
                  <a:pt x="75856" y="27970"/>
                </a:lnTo>
                <a:lnTo>
                  <a:pt x="77720" y="27376"/>
                </a:lnTo>
                <a:cubicBezTo>
                  <a:pt x="77819" y="27316"/>
                  <a:pt x="77859" y="27237"/>
                  <a:pt x="77819" y="27138"/>
                </a:cubicBezTo>
                <a:cubicBezTo>
                  <a:pt x="77786" y="27072"/>
                  <a:pt x="77726" y="27033"/>
                  <a:pt x="77650" y="27033"/>
                </a:cubicBezTo>
                <a:close/>
                <a:moveTo>
                  <a:pt x="73289" y="28343"/>
                </a:moveTo>
                <a:cubicBezTo>
                  <a:pt x="73279" y="28343"/>
                  <a:pt x="73268" y="28345"/>
                  <a:pt x="73258" y="28347"/>
                </a:cubicBezTo>
                <a:lnTo>
                  <a:pt x="71374" y="28823"/>
                </a:lnTo>
                <a:cubicBezTo>
                  <a:pt x="71275" y="28843"/>
                  <a:pt x="71215" y="28942"/>
                  <a:pt x="71235" y="29022"/>
                </a:cubicBezTo>
                <a:cubicBezTo>
                  <a:pt x="71252" y="29090"/>
                  <a:pt x="71299" y="29144"/>
                  <a:pt x="71363" y="29144"/>
                </a:cubicBezTo>
                <a:cubicBezTo>
                  <a:pt x="71373" y="29144"/>
                  <a:pt x="71383" y="29143"/>
                  <a:pt x="71394" y="29141"/>
                </a:cubicBezTo>
                <a:lnTo>
                  <a:pt x="71433" y="29141"/>
                </a:lnTo>
                <a:lnTo>
                  <a:pt x="73317" y="28684"/>
                </a:lnTo>
                <a:cubicBezTo>
                  <a:pt x="73416" y="28665"/>
                  <a:pt x="73456" y="28565"/>
                  <a:pt x="73456" y="28486"/>
                </a:cubicBezTo>
                <a:cubicBezTo>
                  <a:pt x="73439" y="28400"/>
                  <a:pt x="73361" y="28343"/>
                  <a:pt x="73289" y="28343"/>
                </a:cubicBezTo>
                <a:close/>
                <a:moveTo>
                  <a:pt x="68816" y="29398"/>
                </a:moveTo>
                <a:lnTo>
                  <a:pt x="66912" y="29815"/>
                </a:lnTo>
                <a:cubicBezTo>
                  <a:pt x="66813" y="29835"/>
                  <a:pt x="66753" y="29934"/>
                  <a:pt x="66773" y="30013"/>
                </a:cubicBezTo>
                <a:cubicBezTo>
                  <a:pt x="66790" y="30082"/>
                  <a:pt x="66837" y="30136"/>
                  <a:pt x="66901" y="30136"/>
                </a:cubicBezTo>
                <a:cubicBezTo>
                  <a:pt x="66911" y="30136"/>
                  <a:pt x="66921" y="30135"/>
                  <a:pt x="66932" y="30132"/>
                </a:cubicBezTo>
                <a:lnTo>
                  <a:pt x="66971" y="30132"/>
                </a:lnTo>
                <a:lnTo>
                  <a:pt x="68895" y="29716"/>
                </a:lnTo>
                <a:cubicBezTo>
                  <a:pt x="68974" y="29716"/>
                  <a:pt x="69034" y="29616"/>
                  <a:pt x="69014" y="29517"/>
                </a:cubicBezTo>
                <a:cubicBezTo>
                  <a:pt x="68974" y="29438"/>
                  <a:pt x="68895" y="29398"/>
                  <a:pt x="68816" y="29398"/>
                </a:cubicBezTo>
                <a:close/>
                <a:moveTo>
                  <a:pt x="64396" y="30405"/>
                </a:moveTo>
                <a:cubicBezTo>
                  <a:pt x="64381" y="30405"/>
                  <a:pt x="64367" y="30406"/>
                  <a:pt x="64354" y="30410"/>
                </a:cubicBezTo>
                <a:lnTo>
                  <a:pt x="64135" y="30469"/>
                </a:lnTo>
                <a:lnTo>
                  <a:pt x="62470" y="30886"/>
                </a:lnTo>
                <a:cubicBezTo>
                  <a:pt x="62370" y="30886"/>
                  <a:pt x="62311" y="30985"/>
                  <a:pt x="62351" y="31084"/>
                </a:cubicBezTo>
                <a:cubicBezTo>
                  <a:pt x="62351" y="31163"/>
                  <a:pt x="62410" y="31203"/>
                  <a:pt x="62489" y="31203"/>
                </a:cubicBezTo>
                <a:lnTo>
                  <a:pt x="62549" y="31183"/>
                </a:lnTo>
                <a:lnTo>
                  <a:pt x="64195" y="30787"/>
                </a:lnTo>
                <a:lnTo>
                  <a:pt x="64433" y="30707"/>
                </a:lnTo>
                <a:cubicBezTo>
                  <a:pt x="64512" y="30707"/>
                  <a:pt x="64572" y="30608"/>
                  <a:pt x="64552" y="30509"/>
                </a:cubicBezTo>
                <a:cubicBezTo>
                  <a:pt x="64535" y="30443"/>
                  <a:pt x="64465" y="30405"/>
                  <a:pt x="64396" y="30405"/>
                </a:cubicBezTo>
                <a:close/>
                <a:moveTo>
                  <a:pt x="59994" y="31567"/>
                </a:moveTo>
                <a:cubicBezTo>
                  <a:pt x="59974" y="31567"/>
                  <a:pt x="59952" y="31571"/>
                  <a:pt x="59931" y="31580"/>
                </a:cubicBezTo>
                <a:lnTo>
                  <a:pt x="58087" y="32195"/>
                </a:lnTo>
                <a:cubicBezTo>
                  <a:pt x="57988" y="32234"/>
                  <a:pt x="57948" y="32333"/>
                  <a:pt x="57988" y="32413"/>
                </a:cubicBezTo>
                <a:cubicBezTo>
                  <a:pt x="57988" y="32478"/>
                  <a:pt x="58042" y="32517"/>
                  <a:pt x="58095" y="32517"/>
                </a:cubicBezTo>
                <a:cubicBezTo>
                  <a:pt x="58106" y="32517"/>
                  <a:pt x="58116" y="32515"/>
                  <a:pt x="58127" y="32512"/>
                </a:cubicBezTo>
                <a:lnTo>
                  <a:pt x="58186" y="32512"/>
                </a:lnTo>
                <a:lnTo>
                  <a:pt x="60030" y="31897"/>
                </a:lnTo>
                <a:cubicBezTo>
                  <a:pt x="60110" y="31877"/>
                  <a:pt x="60149" y="31778"/>
                  <a:pt x="60129" y="31699"/>
                </a:cubicBezTo>
                <a:cubicBezTo>
                  <a:pt x="60129" y="31621"/>
                  <a:pt x="60068" y="31567"/>
                  <a:pt x="59994" y="31567"/>
                </a:cubicBezTo>
                <a:close/>
                <a:moveTo>
                  <a:pt x="55702" y="33154"/>
                </a:moveTo>
                <a:cubicBezTo>
                  <a:pt x="55683" y="33154"/>
                  <a:pt x="55665" y="33158"/>
                  <a:pt x="55648" y="33166"/>
                </a:cubicBezTo>
                <a:cubicBezTo>
                  <a:pt x="55033" y="33444"/>
                  <a:pt x="54438" y="33741"/>
                  <a:pt x="53863" y="34039"/>
                </a:cubicBezTo>
                <a:cubicBezTo>
                  <a:pt x="53783" y="34059"/>
                  <a:pt x="53744" y="34158"/>
                  <a:pt x="53783" y="34237"/>
                </a:cubicBezTo>
                <a:cubicBezTo>
                  <a:pt x="53803" y="34297"/>
                  <a:pt x="53863" y="34336"/>
                  <a:pt x="53942" y="34336"/>
                </a:cubicBezTo>
                <a:lnTo>
                  <a:pt x="54021" y="34316"/>
                </a:lnTo>
                <a:lnTo>
                  <a:pt x="55767" y="33464"/>
                </a:lnTo>
                <a:cubicBezTo>
                  <a:pt x="55846" y="33424"/>
                  <a:pt x="55886" y="33345"/>
                  <a:pt x="55846" y="33265"/>
                </a:cubicBezTo>
                <a:cubicBezTo>
                  <a:pt x="55830" y="33203"/>
                  <a:pt x="55767" y="33154"/>
                  <a:pt x="55702" y="33154"/>
                </a:cubicBezTo>
                <a:close/>
                <a:moveTo>
                  <a:pt x="51683" y="35303"/>
                </a:moveTo>
                <a:cubicBezTo>
                  <a:pt x="51654" y="35303"/>
                  <a:pt x="51626" y="35316"/>
                  <a:pt x="51602" y="35348"/>
                </a:cubicBezTo>
                <a:cubicBezTo>
                  <a:pt x="51047" y="35705"/>
                  <a:pt x="50511" y="36081"/>
                  <a:pt x="49996" y="36518"/>
                </a:cubicBezTo>
                <a:cubicBezTo>
                  <a:pt x="49916" y="36557"/>
                  <a:pt x="49916" y="36676"/>
                  <a:pt x="49976" y="36736"/>
                </a:cubicBezTo>
                <a:lnTo>
                  <a:pt x="50095" y="36795"/>
                </a:lnTo>
                <a:lnTo>
                  <a:pt x="50194" y="36756"/>
                </a:lnTo>
                <a:cubicBezTo>
                  <a:pt x="50690" y="36359"/>
                  <a:pt x="51245" y="36002"/>
                  <a:pt x="51780" y="35625"/>
                </a:cubicBezTo>
                <a:cubicBezTo>
                  <a:pt x="51960" y="35593"/>
                  <a:pt x="51816" y="35303"/>
                  <a:pt x="51683" y="35303"/>
                </a:cubicBezTo>
                <a:close/>
                <a:moveTo>
                  <a:pt x="48182" y="38228"/>
                </a:moveTo>
                <a:cubicBezTo>
                  <a:pt x="48145" y="38228"/>
                  <a:pt x="48106" y="38244"/>
                  <a:pt x="48072" y="38283"/>
                </a:cubicBezTo>
                <a:lnTo>
                  <a:pt x="47775" y="38580"/>
                </a:lnTo>
                <a:cubicBezTo>
                  <a:pt x="47418" y="38937"/>
                  <a:pt x="47100" y="39334"/>
                  <a:pt x="46783" y="39770"/>
                </a:cubicBezTo>
                <a:cubicBezTo>
                  <a:pt x="46704" y="39830"/>
                  <a:pt x="46723" y="39929"/>
                  <a:pt x="46803" y="39988"/>
                </a:cubicBezTo>
                <a:lnTo>
                  <a:pt x="46902" y="40028"/>
                </a:lnTo>
                <a:cubicBezTo>
                  <a:pt x="46942" y="40028"/>
                  <a:pt x="47001" y="40008"/>
                  <a:pt x="47021" y="39968"/>
                </a:cubicBezTo>
                <a:cubicBezTo>
                  <a:pt x="47338" y="39572"/>
                  <a:pt x="47675" y="39175"/>
                  <a:pt x="48013" y="38798"/>
                </a:cubicBezTo>
                <a:lnTo>
                  <a:pt x="48290" y="38501"/>
                </a:lnTo>
                <a:cubicBezTo>
                  <a:pt x="48395" y="38381"/>
                  <a:pt x="48296" y="38228"/>
                  <a:pt x="48182" y="38228"/>
                </a:cubicBezTo>
                <a:close/>
                <a:moveTo>
                  <a:pt x="45430" y="41892"/>
                </a:moveTo>
                <a:cubicBezTo>
                  <a:pt x="45373" y="41892"/>
                  <a:pt x="45315" y="41918"/>
                  <a:pt x="45276" y="41971"/>
                </a:cubicBezTo>
                <a:cubicBezTo>
                  <a:pt x="44958" y="42546"/>
                  <a:pt x="44661" y="43122"/>
                  <a:pt x="44383" y="43716"/>
                </a:cubicBezTo>
                <a:cubicBezTo>
                  <a:pt x="44364" y="43796"/>
                  <a:pt x="44383" y="43895"/>
                  <a:pt x="44463" y="43935"/>
                </a:cubicBezTo>
                <a:lnTo>
                  <a:pt x="44542" y="43935"/>
                </a:lnTo>
                <a:cubicBezTo>
                  <a:pt x="44602" y="43935"/>
                  <a:pt x="44661" y="43895"/>
                  <a:pt x="44701" y="43855"/>
                </a:cubicBezTo>
                <a:cubicBezTo>
                  <a:pt x="44958" y="43260"/>
                  <a:pt x="45256" y="42685"/>
                  <a:pt x="45593" y="42150"/>
                </a:cubicBezTo>
                <a:cubicBezTo>
                  <a:pt x="45633" y="42051"/>
                  <a:pt x="45613" y="41952"/>
                  <a:pt x="45514" y="41912"/>
                </a:cubicBezTo>
                <a:cubicBezTo>
                  <a:pt x="45487" y="41899"/>
                  <a:pt x="45459" y="41892"/>
                  <a:pt x="45430" y="41892"/>
                </a:cubicBezTo>
                <a:close/>
                <a:moveTo>
                  <a:pt x="43607" y="46032"/>
                </a:moveTo>
                <a:cubicBezTo>
                  <a:pt x="43538" y="46032"/>
                  <a:pt x="43464" y="46070"/>
                  <a:pt x="43431" y="46136"/>
                </a:cubicBezTo>
                <a:cubicBezTo>
                  <a:pt x="43233" y="46751"/>
                  <a:pt x="43055" y="47365"/>
                  <a:pt x="42876" y="48040"/>
                </a:cubicBezTo>
                <a:cubicBezTo>
                  <a:pt x="42876" y="48119"/>
                  <a:pt x="42936" y="48198"/>
                  <a:pt x="43015" y="48238"/>
                </a:cubicBezTo>
                <a:lnTo>
                  <a:pt x="43055" y="48238"/>
                </a:lnTo>
                <a:cubicBezTo>
                  <a:pt x="43134" y="48238"/>
                  <a:pt x="43194" y="48179"/>
                  <a:pt x="43213" y="48119"/>
                </a:cubicBezTo>
                <a:cubicBezTo>
                  <a:pt x="43372" y="47465"/>
                  <a:pt x="43550" y="46850"/>
                  <a:pt x="43749" y="46235"/>
                </a:cubicBezTo>
                <a:cubicBezTo>
                  <a:pt x="43769" y="46156"/>
                  <a:pt x="43729" y="46057"/>
                  <a:pt x="43650" y="46037"/>
                </a:cubicBezTo>
                <a:cubicBezTo>
                  <a:pt x="43636" y="46033"/>
                  <a:pt x="43622" y="46032"/>
                  <a:pt x="43607" y="46032"/>
                </a:cubicBezTo>
                <a:close/>
                <a:moveTo>
                  <a:pt x="42528" y="50475"/>
                </a:moveTo>
                <a:cubicBezTo>
                  <a:pt x="42460" y="50475"/>
                  <a:pt x="42398" y="50529"/>
                  <a:pt x="42380" y="50598"/>
                </a:cubicBezTo>
                <a:cubicBezTo>
                  <a:pt x="42281" y="51233"/>
                  <a:pt x="42182" y="51887"/>
                  <a:pt x="42142" y="52561"/>
                </a:cubicBezTo>
                <a:cubicBezTo>
                  <a:pt x="42123" y="52641"/>
                  <a:pt x="42202" y="52720"/>
                  <a:pt x="42281" y="52720"/>
                </a:cubicBezTo>
                <a:cubicBezTo>
                  <a:pt x="42380" y="52720"/>
                  <a:pt x="42460" y="52680"/>
                  <a:pt x="42460" y="52581"/>
                </a:cubicBezTo>
                <a:cubicBezTo>
                  <a:pt x="42539" y="51927"/>
                  <a:pt x="42618" y="51292"/>
                  <a:pt x="42718" y="50638"/>
                </a:cubicBezTo>
                <a:cubicBezTo>
                  <a:pt x="42718" y="50558"/>
                  <a:pt x="42638" y="50479"/>
                  <a:pt x="42559" y="50479"/>
                </a:cubicBezTo>
                <a:cubicBezTo>
                  <a:pt x="42548" y="50476"/>
                  <a:pt x="42538" y="50475"/>
                  <a:pt x="42528" y="50475"/>
                </a:cubicBezTo>
                <a:close/>
                <a:moveTo>
                  <a:pt x="42142" y="55000"/>
                </a:moveTo>
                <a:cubicBezTo>
                  <a:pt x="42063" y="55000"/>
                  <a:pt x="41964" y="55080"/>
                  <a:pt x="41964" y="55159"/>
                </a:cubicBezTo>
                <a:lnTo>
                  <a:pt x="41964" y="57142"/>
                </a:lnTo>
                <a:cubicBezTo>
                  <a:pt x="41964" y="57222"/>
                  <a:pt x="42023" y="57281"/>
                  <a:pt x="42123" y="57281"/>
                </a:cubicBezTo>
                <a:cubicBezTo>
                  <a:pt x="42202" y="57281"/>
                  <a:pt x="42281" y="57202"/>
                  <a:pt x="42281" y="57122"/>
                </a:cubicBezTo>
                <a:lnTo>
                  <a:pt x="42281" y="55179"/>
                </a:lnTo>
                <a:cubicBezTo>
                  <a:pt x="42301" y="55080"/>
                  <a:pt x="42222" y="55000"/>
                  <a:pt x="42142" y="55000"/>
                </a:cubicBezTo>
                <a:close/>
                <a:moveTo>
                  <a:pt x="42221" y="59619"/>
                </a:moveTo>
                <a:cubicBezTo>
                  <a:pt x="42152" y="59619"/>
                  <a:pt x="42084" y="59658"/>
                  <a:pt x="42063" y="59740"/>
                </a:cubicBezTo>
                <a:cubicBezTo>
                  <a:pt x="42123" y="60395"/>
                  <a:pt x="42162" y="61029"/>
                  <a:pt x="42242" y="61703"/>
                </a:cubicBezTo>
                <a:cubicBezTo>
                  <a:pt x="42242" y="61783"/>
                  <a:pt x="42321" y="61842"/>
                  <a:pt x="42420" y="61842"/>
                </a:cubicBezTo>
                <a:cubicBezTo>
                  <a:pt x="42519" y="61822"/>
                  <a:pt x="42579" y="61743"/>
                  <a:pt x="42559" y="61684"/>
                </a:cubicBezTo>
                <a:cubicBezTo>
                  <a:pt x="42519" y="61009"/>
                  <a:pt x="42440" y="60355"/>
                  <a:pt x="42380" y="59720"/>
                </a:cubicBezTo>
                <a:cubicBezTo>
                  <a:pt x="42352" y="59653"/>
                  <a:pt x="42286" y="59619"/>
                  <a:pt x="42221" y="59619"/>
                </a:cubicBezTo>
                <a:close/>
                <a:moveTo>
                  <a:pt x="42718" y="64103"/>
                </a:moveTo>
                <a:cubicBezTo>
                  <a:pt x="42618" y="64123"/>
                  <a:pt x="42559" y="64202"/>
                  <a:pt x="42559" y="64301"/>
                </a:cubicBezTo>
                <a:lnTo>
                  <a:pt x="42856" y="66245"/>
                </a:lnTo>
                <a:cubicBezTo>
                  <a:pt x="42876" y="66304"/>
                  <a:pt x="42956" y="66364"/>
                  <a:pt x="43035" y="66364"/>
                </a:cubicBezTo>
                <a:lnTo>
                  <a:pt x="43055" y="66364"/>
                </a:lnTo>
                <a:cubicBezTo>
                  <a:pt x="43134" y="66344"/>
                  <a:pt x="43194" y="66265"/>
                  <a:pt x="43174" y="66185"/>
                </a:cubicBezTo>
                <a:lnTo>
                  <a:pt x="42876" y="64262"/>
                </a:lnTo>
                <a:cubicBezTo>
                  <a:pt x="42876" y="64163"/>
                  <a:pt x="42797" y="64103"/>
                  <a:pt x="42718" y="64103"/>
                </a:cubicBezTo>
                <a:close/>
                <a:moveTo>
                  <a:pt x="43471" y="68650"/>
                </a:moveTo>
                <a:cubicBezTo>
                  <a:pt x="43389" y="68650"/>
                  <a:pt x="43312" y="68709"/>
                  <a:pt x="43312" y="68803"/>
                </a:cubicBezTo>
                <a:lnTo>
                  <a:pt x="43610" y="70548"/>
                </a:lnTo>
                <a:lnTo>
                  <a:pt x="43650" y="70727"/>
                </a:lnTo>
                <a:cubicBezTo>
                  <a:pt x="43650" y="70806"/>
                  <a:pt x="43709" y="70866"/>
                  <a:pt x="43808" y="70866"/>
                </a:cubicBezTo>
                <a:lnTo>
                  <a:pt x="43828" y="70866"/>
                </a:lnTo>
                <a:cubicBezTo>
                  <a:pt x="43907" y="70846"/>
                  <a:pt x="43967" y="70766"/>
                  <a:pt x="43967" y="70667"/>
                </a:cubicBezTo>
                <a:lnTo>
                  <a:pt x="43927" y="70489"/>
                </a:lnTo>
                <a:lnTo>
                  <a:pt x="43630" y="68744"/>
                </a:lnTo>
                <a:cubicBezTo>
                  <a:pt x="43589" y="68679"/>
                  <a:pt x="43529" y="68650"/>
                  <a:pt x="43471" y="68650"/>
                </a:cubicBezTo>
                <a:close/>
                <a:moveTo>
                  <a:pt x="44225" y="73106"/>
                </a:moveTo>
                <a:cubicBezTo>
                  <a:pt x="44126" y="73126"/>
                  <a:pt x="44086" y="73206"/>
                  <a:pt x="44106" y="73305"/>
                </a:cubicBezTo>
                <a:cubicBezTo>
                  <a:pt x="44205" y="73939"/>
                  <a:pt x="44324" y="74594"/>
                  <a:pt x="44423" y="75228"/>
                </a:cubicBezTo>
                <a:cubicBezTo>
                  <a:pt x="44423" y="75308"/>
                  <a:pt x="44502" y="75367"/>
                  <a:pt x="44562" y="75367"/>
                </a:cubicBezTo>
                <a:lnTo>
                  <a:pt x="44602" y="75367"/>
                </a:lnTo>
                <a:cubicBezTo>
                  <a:pt x="44681" y="75347"/>
                  <a:pt x="44740" y="75268"/>
                  <a:pt x="44740" y="75189"/>
                </a:cubicBezTo>
                <a:cubicBezTo>
                  <a:pt x="44641" y="74534"/>
                  <a:pt x="44522" y="73900"/>
                  <a:pt x="44423" y="73245"/>
                </a:cubicBezTo>
                <a:cubicBezTo>
                  <a:pt x="44403" y="73166"/>
                  <a:pt x="44304" y="73106"/>
                  <a:pt x="44225" y="73106"/>
                </a:cubicBezTo>
                <a:close/>
                <a:moveTo>
                  <a:pt x="44939" y="77608"/>
                </a:moveTo>
                <a:cubicBezTo>
                  <a:pt x="44840" y="77628"/>
                  <a:pt x="44780" y="77727"/>
                  <a:pt x="44780" y="77806"/>
                </a:cubicBezTo>
                <a:cubicBezTo>
                  <a:pt x="44879" y="78481"/>
                  <a:pt x="44958" y="79135"/>
                  <a:pt x="45038" y="79750"/>
                </a:cubicBezTo>
                <a:cubicBezTo>
                  <a:pt x="45038" y="79829"/>
                  <a:pt x="45097" y="79889"/>
                  <a:pt x="45177" y="79889"/>
                </a:cubicBezTo>
                <a:lnTo>
                  <a:pt x="45216" y="79889"/>
                </a:lnTo>
                <a:cubicBezTo>
                  <a:pt x="45296" y="79869"/>
                  <a:pt x="45355" y="79790"/>
                  <a:pt x="45355" y="79690"/>
                </a:cubicBezTo>
                <a:cubicBezTo>
                  <a:pt x="45276" y="79076"/>
                  <a:pt x="45216" y="78421"/>
                  <a:pt x="45117" y="77767"/>
                </a:cubicBezTo>
                <a:cubicBezTo>
                  <a:pt x="45117" y="77668"/>
                  <a:pt x="45038" y="77608"/>
                  <a:pt x="44939" y="77608"/>
                </a:cubicBezTo>
                <a:close/>
                <a:moveTo>
                  <a:pt x="45415" y="82150"/>
                </a:moveTo>
                <a:cubicBezTo>
                  <a:pt x="45335" y="82169"/>
                  <a:pt x="45276" y="82249"/>
                  <a:pt x="45256" y="82328"/>
                </a:cubicBezTo>
                <a:cubicBezTo>
                  <a:pt x="45315" y="83002"/>
                  <a:pt x="45335" y="83657"/>
                  <a:pt x="45355" y="84291"/>
                </a:cubicBezTo>
                <a:cubicBezTo>
                  <a:pt x="45355" y="84371"/>
                  <a:pt x="45434" y="84430"/>
                  <a:pt x="45514" y="84430"/>
                </a:cubicBezTo>
                <a:cubicBezTo>
                  <a:pt x="45593" y="84430"/>
                  <a:pt x="45672" y="84371"/>
                  <a:pt x="45672" y="84291"/>
                </a:cubicBezTo>
                <a:cubicBezTo>
                  <a:pt x="45653" y="83637"/>
                  <a:pt x="45633" y="82963"/>
                  <a:pt x="45573" y="82308"/>
                </a:cubicBezTo>
                <a:cubicBezTo>
                  <a:pt x="45573" y="82209"/>
                  <a:pt x="45494" y="82150"/>
                  <a:pt x="45415" y="82150"/>
                </a:cubicBezTo>
                <a:close/>
                <a:moveTo>
                  <a:pt x="45514" y="86711"/>
                </a:moveTo>
                <a:cubicBezTo>
                  <a:pt x="45415" y="86711"/>
                  <a:pt x="45335" y="86790"/>
                  <a:pt x="45335" y="86889"/>
                </a:cubicBezTo>
                <a:cubicBezTo>
                  <a:pt x="45315" y="87524"/>
                  <a:pt x="45256" y="88198"/>
                  <a:pt x="45196" y="88813"/>
                </a:cubicBezTo>
                <a:cubicBezTo>
                  <a:pt x="45196" y="88912"/>
                  <a:pt x="45236" y="88991"/>
                  <a:pt x="45335" y="88991"/>
                </a:cubicBezTo>
                <a:lnTo>
                  <a:pt x="45355" y="88991"/>
                </a:lnTo>
                <a:cubicBezTo>
                  <a:pt x="45434" y="88991"/>
                  <a:pt x="45514" y="88932"/>
                  <a:pt x="45514" y="88852"/>
                </a:cubicBezTo>
                <a:cubicBezTo>
                  <a:pt x="45573" y="88218"/>
                  <a:pt x="45633" y="87563"/>
                  <a:pt x="45653" y="86889"/>
                </a:cubicBezTo>
                <a:cubicBezTo>
                  <a:pt x="45653" y="86810"/>
                  <a:pt x="45593" y="86731"/>
                  <a:pt x="45514" y="86711"/>
                </a:cubicBezTo>
                <a:close/>
                <a:moveTo>
                  <a:pt x="45018" y="91252"/>
                </a:moveTo>
                <a:cubicBezTo>
                  <a:pt x="44919" y="91252"/>
                  <a:pt x="44859" y="91312"/>
                  <a:pt x="44840" y="91391"/>
                </a:cubicBezTo>
                <a:cubicBezTo>
                  <a:pt x="44721" y="92025"/>
                  <a:pt x="44602" y="92660"/>
                  <a:pt x="44423" y="93315"/>
                </a:cubicBezTo>
                <a:cubicBezTo>
                  <a:pt x="44403" y="93394"/>
                  <a:pt x="44463" y="93473"/>
                  <a:pt x="44542" y="93513"/>
                </a:cubicBezTo>
                <a:lnTo>
                  <a:pt x="44602" y="93513"/>
                </a:lnTo>
                <a:cubicBezTo>
                  <a:pt x="44661" y="93513"/>
                  <a:pt x="44721" y="93453"/>
                  <a:pt x="44740" y="93374"/>
                </a:cubicBezTo>
                <a:cubicBezTo>
                  <a:pt x="44879" y="92739"/>
                  <a:pt x="45038" y="92085"/>
                  <a:pt x="45157" y="91450"/>
                </a:cubicBezTo>
                <a:cubicBezTo>
                  <a:pt x="45157" y="91351"/>
                  <a:pt x="45097" y="91272"/>
                  <a:pt x="45018" y="91252"/>
                </a:cubicBezTo>
                <a:close/>
                <a:moveTo>
                  <a:pt x="43854" y="95679"/>
                </a:moveTo>
                <a:cubicBezTo>
                  <a:pt x="43788" y="95679"/>
                  <a:pt x="43733" y="95720"/>
                  <a:pt x="43689" y="95793"/>
                </a:cubicBezTo>
                <a:cubicBezTo>
                  <a:pt x="43511" y="96408"/>
                  <a:pt x="43273" y="97023"/>
                  <a:pt x="43055" y="97618"/>
                </a:cubicBezTo>
                <a:cubicBezTo>
                  <a:pt x="43015" y="97697"/>
                  <a:pt x="43055" y="97796"/>
                  <a:pt x="43134" y="97836"/>
                </a:cubicBezTo>
                <a:lnTo>
                  <a:pt x="43213" y="97836"/>
                </a:lnTo>
                <a:cubicBezTo>
                  <a:pt x="43273" y="97836"/>
                  <a:pt x="43332" y="97796"/>
                  <a:pt x="43352" y="97737"/>
                </a:cubicBezTo>
                <a:cubicBezTo>
                  <a:pt x="43590" y="97122"/>
                  <a:pt x="43828" y="96507"/>
                  <a:pt x="44026" y="95893"/>
                </a:cubicBezTo>
                <a:cubicBezTo>
                  <a:pt x="44046" y="95793"/>
                  <a:pt x="44007" y="95714"/>
                  <a:pt x="43927" y="95694"/>
                </a:cubicBezTo>
                <a:cubicBezTo>
                  <a:pt x="43902" y="95684"/>
                  <a:pt x="43877" y="95679"/>
                  <a:pt x="43854" y="95679"/>
                </a:cubicBezTo>
                <a:close/>
                <a:moveTo>
                  <a:pt x="42153" y="99929"/>
                </a:moveTo>
                <a:cubicBezTo>
                  <a:pt x="42092" y="99929"/>
                  <a:pt x="42030" y="99965"/>
                  <a:pt x="42004" y="100017"/>
                </a:cubicBezTo>
                <a:cubicBezTo>
                  <a:pt x="41746" y="100593"/>
                  <a:pt x="41448" y="101188"/>
                  <a:pt x="41111" y="101763"/>
                </a:cubicBezTo>
                <a:cubicBezTo>
                  <a:pt x="41091" y="101842"/>
                  <a:pt x="41111" y="101941"/>
                  <a:pt x="41191" y="101981"/>
                </a:cubicBezTo>
                <a:lnTo>
                  <a:pt x="41270" y="101981"/>
                </a:lnTo>
                <a:cubicBezTo>
                  <a:pt x="41329" y="101981"/>
                  <a:pt x="41389" y="101961"/>
                  <a:pt x="41409" y="101901"/>
                </a:cubicBezTo>
                <a:cubicBezTo>
                  <a:pt x="41706" y="101326"/>
                  <a:pt x="42043" y="100751"/>
                  <a:pt x="42301" y="100176"/>
                </a:cubicBezTo>
                <a:cubicBezTo>
                  <a:pt x="42341" y="100077"/>
                  <a:pt x="42301" y="99978"/>
                  <a:pt x="42242" y="99958"/>
                </a:cubicBezTo>
                <a:cubicBezTo>
                  <a:pt x="42215" y="99938"/>
                  <a:pt x="42184" y="99929"/>
                  <a:pt x="42153" y="99929"/>
                </a:cubicBezTo>
                <a:close/>
                <a:moveTo>
                  <a:pt x="39901" y="103899"/>
                </a:moveTo>
                <a:cubicBezTo>
                  <a:pt x="39853" y="103899"/>
                  <a:pt x="39813" y="103923"/>
                  <a:pt x="39802" y="103984"/>
                </a:cubicBezTo>
                <a:cubicBezTo>
                  <a:pt x="39465" y="104539"/>
                  <a:pt x="39088" y="105074"/>
                  <a:pt x="38712" y="105630"/>
                </a:cubicBezTo>
                <a:cubicBezTo>
                  <a:pt x="38672" y="105709"/>
                  <a:pt x="38692" y="105788"/>
                  <a:pt x="38771" y="105848"/>
                </a:cubicBezTo>
                <a:lnTo>
                  <a:pt x="38870" y="105848"/>
                </a:lnTo>
                <a:cubicBezTo>
                  <a:pt x="38910" y="105848"/>
                  <a:pt x="38969" y="105828"/>
                  <a:pt x="38989" y="105808"/>
                </a:cubicBezTo>
                <a:cubicBezTo>
                  <a:pt x="39366" y="105273"/>
                  <a:pt x="39743" y="104717"/>
                  <a:pt x="40080" y="104162"/>
                </a:cubicBezTo>
                <a:cubicBezTo>
                  <a:pt x="40209" y="104062"/>
                  <a:pt x="40027" y="103899"/>
                  <a:pt x="39901" y="103899"/>
                </a:cubicBezTo>
                <a:close/>
                <a:moveTo>
                  <a:pt x="37289" y="107605"/>
                </a:moveTo>
                <a:cubicBezTo>
                  <a:pt x="37242" y="107605"/>
                  <a:pt x="37198" y="107620"/>
                  <a:pt x="37165" y="107653"/>
                </a:cubicBezTo>
                <a:cubicBezTo>
                  <a:pt x="36768" y="108188"/>
                  <a:pt x="36332" y="108684"/>
                  <a:pt x="35915" y="109180"/>
                </a:cubicBezTo>
                <a:cubicBezTo>
                  <a:pt x="35856" y="109239"/>
                  <a:pt x="35876" y="109338"/>
                  <a:pt x="35935" y="109398"/>
                </a:cubicBezTo>
                <a:cubicBezTo>
                  <a:pt x="35955" y="109418"/>
                  <a:pt x="35995" y="109437"/>
                  <a:pt x="36034" y="109437"/>
                </a:cubicBezTo>
                <a:cubicBezTo>
                  <a:pt x="36094" y="109437"/>
                  <a:pt x="36134" y="109418"/>
                  <a:pt x="36173" y="109378"/>
                </a:cubicBezTo>
                <a:cubicBezTo>
                  <a:pt x="36590" y="108882"/>
                  <a:pt x="37026" y="108386"/>
                  <a:pt x="37423" y="107890"/>
                </a:cubicBezTo>
                <a:cubicBezTo>
                  <a:pt x="37482" y="107811"/>
                  <a:pt x="37462" y="107692"/>
                  <a:pt x="37403" y="107633"/>
                </a:cubicBezTo>
                <a:cubicBezTo>
                  <a:pt x="37367" y="107615"/>
                  <a:pt x="37327" y="107605"/>
                  <a:pt x="37289" y="107605"/>
                </a:cubicBezTo>
                <a:close/>
                <a:moveTo>
                  <a:pt x="34266" y="111031"/>
                </a:moveTo>
                <a:cubicBezTo>
                  <a:pt x="34228" y="111031"/>
                  <a:pt x="34188" y="111046"/>
                  <a:pt x="34150" y="111083"/>
                </a:cubicBezTo>
                <a:cubicBezTo>
                  <a:pt x="33714" y="111520"/>
                  <a:pt x="33238" y="111996"/>
                  <a:pt x="32742" y="112452"/>
                </a:cubicBezTo>
                <a:cubicBezTo>
                  <a:pt x="32683" y="112511"/>
                  <a:pt x="32683" y="112591"/>
                  <a:pt x="32742" y="112670"/>
                </a:cubicBezTo>
                <a:lnTo>
                  <a:pt x="32861" y="112709"/>
                </a:lnTo>
                <a:lnTo>
                  <a:pt x="32961" y="112670"/>
                </a:lnTo>
                <a:cubicBezTo>
                  <a:pt x="33456" y="112214"/>
                  <a:pt x="33932" y="111777"/>
                  <a:pt x="34388" y="111301"/>
                </a:cubicBezTo>
                <a:cubicBezTo>
                  <a:pt x="34495" y="111195"/>
                  <a:pt x="34392" y="111031"/>
                  <a:pt x="34266" y="111031"/>
                </a:cubicBezTo>
                <a:close/>
                <a:moveTo>
                  <a:pt x="30919" y="114115"/>
                </a:moveTo>
                <a:cubicBezTo>
                  <a:pt x="30883" y="114115"/>
                  <a:pt x="30846" y="114130"/>
                  <a:pt x="30819" y="114157"/>
                </a:cubicBezTo>
                <a:lnTo>
                  <a:pt x="29292" y="115367"/>
                </a:lnTo>
                <a:cubicBezTo>
                  <a:pt x="29232" y="115426"/>
                  <a:pt x="29193" y="115526"/>
                  <a:pt x="29252" y="115625"/>
                </a:cubicBezTo>
                <a:lnTo>
                  <a:pt x="29391" y="115664"/>
                </a:lnTo>
                <a:lnTo>
                  <a:pt x="29490" y="115645"/>
                </a:lnTo>
                <a:cubicBezTo>
                  <a:pt x="30025" y="115248"/>
                  <a:pt x="30521" y="114831"/>
                  <a:pt x="31017" y="114395"/>
                </a:cubicBezTo>
                <a:cubicBezTo>
                  <a:pt x="31077" y="114355"/>
                  <a:pt x="31096" y="114237"/>
                  <a:pt x="31037" y="114177"/>
                </a:cubicBezTo>
                <a:cubicBezTo>
                  <a:pt x="31005" y="114135"/>
                  <a:pt x="30962" y="114115"/>
                  <a:pt x="30919" y="114115"/>
                </a:cubicBezTo>
                <a:close/>
                <a:moveTo>
                  <a:pt x="27278" y="116860"/>
                </a:moveTo>
                <a:cubicBezTo>
                  <a:pt x="27247" y="116860"/>
                  <a:pt x="27216" y="116876"/>
                  <a:pt x="27190" y="116914"/>
                </a:cubicBezTo>
                <a:lnTo>
                  <a:pt x="25563" y="117965"/>
                </a:lnTo>
                <a:cubicBezTo>
                  <a:pt x="25484" y="118024"/>
                  <a:pt x="25464" y="118143"/>
                  <a:pt x="25504" y="118223"/>
                </a:cubicBezTo>
                <a:cubicBezTo>
                  <a:pt x="25544" y="118262"/>
                  <a:pt x="25603" y="118282"/>
                  <a:pt x="25663" y="118302"/>
                </a:cubicBezTo>
                <a:lnTo>
                  <a:pt x="25722" y="118262"/>
                </a:lnTo>
                <a:lnTo>
                  <a:pt x="27368" y="117172"/>
                </a:lnTo>
                <a:cubicBezTo>
                  <a:pt x="27545" y="117139"/>
                  <a:pt x="27409" y="116860"/>
                  <a:pt x="27278" y="116860"/>
                </a:cubicBezTo>
                <a:close/>
                <a:moveTo>
                  <a:pt x="23367" y="119328"/>
                </a:moveTo>
                <a:cubicBezTo>
                  <a:pt x="23353" y="119328"/>
                  <a:pt x="23338" y="119329"/>
                  <a:pt x="23322" y="119333"/>
                </a:cubicBezTo>
                <a:lnTo>
                  <a:pt x="21617" y="120245"/>
                </a:lnTo>
                <a:cubicBezTo>
                  <a:pt x="21538" y="120305"/>
                  <a:pt x="21518" y="120384"/>
                  <a:pt x="21538" y="120483"/>
                </a:cubicBezTo>
                <a:cubicBezTo>
                  <a:pt x="21557" y="120523"/>
                  <a:pt x="21617" y="120563"/>
                  <a:pt x="21696" y="120583"/>
                </a:cubicBezTo>
                <a:lnTo>
                  <a:pt x="21756" y="120543"/>
                </a:lnTo>
                <a:cubicBezTo>
                  <a:pt x="22351" y="120245"/>
                  <a:pt x="22926" y="119928"/>
                  <a:pt x="23501" y="119611"/>
                </a:cubicBezTo>
                <a:cubicBezTo>
                  <a:pt x="23573" y="119485"/>
                  <a:pt x="23499" y="119328"/>
                  <a:pt x="23367" y="119328"/>
                </a:cubicBezTo>
                <a:close/>
                <a:moveTo>
                  <a:pt x="19343" y="121409"/>
                </a:moveTo>
                <a:cubicBezTo>
                  <a:pt x="19321" y="121409"/>
                  <a:pt x="19299" y="121411"/>
                  <a:pt x="19277" y="121415"/>
                </a:cubicBezTo>
                <a:cubicBezTo>
                  <a:pt x="18722" y="121713"/>
                  <a:pt x="18127" y="121991"/>
                  <a:pt x="17532" y="122229"/>
                </a:cubicBezTo>
                <a:cubicBezTo>
                  <a:pt x="17452" y="122288"/>
                  <a:pt x="17413" y="122367"/>
                  <a:pt x="17433" y="122466"/>
                </a:cubicBezTo>
                <a:cubicBezTo>
                  <a:pt x="17472" y="122506"/>
                  <a:pt x="17532" y="122546"/>
                  <a:pt x="17591" y="122566"/>
                </a:cubicBezTo>
                <a:lnTo>
                  <a:pt x="17651" y="122526"/>
                </a:lnTo>
                <a:cubicBezTo>
                  <a:pt x="18246" y="122288"/>
                  <a:pt x="18841" y="122010"/>
                  <a:pt x="19436" y="121713"/>
                </a:cubicBezTo>
                <a:cubicBezTo>
                  <a:pt x="19515" y="121673"/>
                  <a:pt x="19535" y="121594"/>
                  <a:pt x="19515" y="121515"/>
                </a:cubicBezTo>
                <a:cubicBezTo>
                  <a:pt x="19484" y="121438"/>
                  <a:pt x="19418" y="121409"/>
                  <a:pt x="19343" y="121409"/>
                </a:cubicBezTo>
                <a:close/>
                <a:moveTo>
                  <a:pt x="15196" y="123240"/>
                </a:moveTo>
                <a:cubicBezTo>
                  <a:pt x="15167" y="123240"/>
                  <a:pt x="15139" y="123247"/>
                  <a:pt x="15112" y="123260"/>
                </a:cubicBezTo>
                <a:lnTo>
                  <a:pt x="13288" y="123954"/>
                </a:lnTo>
                <a:cubicBezTo>
                  <a:pt x="13208" y="123974"/>
                  <a:pt x="13169" y="124053"/>
                  <a:pt x="13189" y="124152"/>
                </a:cubicBezTo>
                <a:cubicBezTo>
                  <a:pt x="13208" y="124212"/>
                  <a:pt x="13288" y="124271"/>
                  <a:pt x="13367" y="124271"/>
                </a:cubicBezTo>
                <a:lnTo>
                  <a:pt x="13407" y="124251"/>
                </a:lnTo>
                <a:lnTo>
                  <a:pt x="15251" y="123557"/>
                </a:lnTo>
                <a:cubicBezTo>
                  <a:pt x="15330" y="123498"/>
                  <a:pt x="15370" y="123418"/>
                  <a:pt x="15350" y="123319"/>
                </a:cubicBezTo>
                <a:cubicBezTo>
                  <a:pt x="15311" y="123266"/>
                  <a:pt x="15253" y="123240"/>
                  <a:pt x="15196" y="123240"/>
                </a:cubicBezTo>
                <a:close/>
                <a:moveTo>
                  <a:pt x="10871" y="124782"/>
                </a:moveTo>
                <a:cubicBezTo>
                  <a:pt x="10857" y="124782"/>
                  <a:pt x="10842" y="124783"/>
                  <a:pt x="10829" y="124787"/>
                </a:cubicBezTo>
                <a:lnTo>
                  <a:pt x="8965" y="125382"/>
                </a:lnTo>
                <a:cubicBezTo>
                  <a:pt x="8885" y="125421"/>
                  <a:pt x="8846" y="125501"/>
                  <a:pt x="8865" y="125580"/>
                </a:cubicBezTo>
                <a:cubicBezTo>
                  <a:pt x="8885" y="125659"/>
                  <a:pt x="8945" y="125699"/>
                  <a:pt x="9024" y="125699"/>
                </a:cubicBezTo>
                <a:lnTo>
                  <a:pt x="9064" y="125699"/>
                </a:lnTo>
                <a:lnTo>
                  <a:pt x="10928" y="125104"/>
                </a:lnTo>
                <a:cubicBezTo>
                  <a:pt x="11027" y="125084"/>
                  <a:pt x="11087" y="124985"/>
                  <a:pt x="11047" y="124886"/>
                </a:cubicBezTo>
                <a:cubicBezTo>
                  <a:pt x="11014" y="124820"/>
                  <a:pt x="10940" y="124782"/>
                  <a:pt x="10871" y="124782"/>
                </a:cubicBezTo>
                <a:close/>
                <a:moveTo>
                  <a:pt x="6503" y="126092"/>
                </a:moveTo>
                <a:cubicBezTo>
                  <a:pt x="6491" y="126092"/>
                  <a:pt x="6479" y="126093"/>
                  <a:pt x="6466" y="126096"/>
                </a:cubicBezTo>
                <a:lnTo>
                  <a:pt x="4582" y="126591"/>
                </a:lnTo>
                <a:cubicBezTo>
                  <a:pt x="4503" y="126611"/>
                  <a:pt x="4443" y="126710"/>
                  <a:pt x="4463" y="126790"/>
                </a:cubicBezTo>
                <a:cubicBezTo>
                  <a:pt x="4483" y="126869"/>
                  <a:pt x="4562" y="126909"/>
                  <a:pt x="4641" y="126929"/>
                </a:cubicBezTo>
                <a:lnTo>
                  <a:pt x="4661" y="126929"/>
                </a:lnTo>
                <a:lnTo>
                  <a:pt x="6565" y="126433"/>
                </a:lnTo>
                <a:cubicBezTo>
                  <a:pt x="6644" y="126393"/>
                  <a:pt x="6684" y="126314"/>
                  <a:pt x="6664" y="126234"/>
                </a:cubicBezTo>
                <a:cubicBezTo>
                  <a:pt x="6647" y="126148"/>
                  <a:pt x="6584" y="126092"/>
                  <a:pt x="6503" y="126092"/>
                </a:cubicBezTo>
                <a:close/>
                <a:moveTo>
                  <a:pt x="2103" y="127221"/>
                </a:moveTo>
                <a:cubicBezTo>
                  <a:pt x="2090" y="127221"/>
                  <a:pt x="2076" y="127223"/>
                  <a:pt x="2063" y="127226"/>
                </a:cubicBezTo>
                <a:lnTo>
                  <a:pt x="140" y="127623"/>
                </a:lnTo>
                <a:cubicBezTo>
                  <a:pt x="60" y="127642"/>
                  <a:pt x="1" y="127722"/>
                  <a:pt x="21" y="127821"/>
                </a:cubicBezTo>
                <a:cubicBezTo>
                  <a:pt x="40" y="127880"/>
                  <a:pt x="100" y="127940"/>
                  <a:pt x="179" y="127940"/>
                </a:cubicBezTo>
                <a:lnTo>
                  <a:pt x="199" y="127940"/>
                </a:lnTo>
                <a:lnTo>
                  <a:pt x="2123" y="127523"/>
                </a:lnTo>
                <a:cubicBezTo>
                  <a:pt x="2202" y="127523"/>
                  <a:pt x="2262" y="127424"/>
                  <a:pt x="2262" y="127345"/>
                </a:cubicBezTo>
                <a:cubicBezTo>
                  <a:pt x="2229" y="127262"/>
                  <a:pt x="2168" y="127221"/>
                  <a:pt x="2103" y="12722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textbox 32"/>
          <p:cNvSpPr/>
          <p:nvPr/>
        </p:nvSpPr>
        <p:spPr>
          <a:xfrm>
            <a:off x="882015" y="526415"/>
            <a:ext cx="4730115" cy="646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lang="en-US" sz="3800" b="1" kern="0" spc="6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r>
              <a:rPr sz="3800" b="1" kern="0" spc="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sz="3800" b="1" kern="0" spc="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认识</a:t>
            </a:r>
            <a:r>
              <a:rPr sz="3800" b="1" kern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Matlab</a:t>
            </a:r>
            <a:r>
              <a:rPr sz="3800" b="1" kern="0" spc="6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lang="zh-CN" sz="3800" b="1" kern="0" spc="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界面</a:t>
            </a:r>
            <a:endParaRPr sz="3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9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1365" algn="l" rtl="0" eaLnBrk="0">
              <a:lnSpc>
                <a:spcPct val="95000"/>
              </a:lnSpc>
              <a:spcBef>
                <a:spcPts val="725"/>
              </a:spcBef>
            </a:pP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 descr="beedd3dd881ce1e1b382a0e8a0d3f50b"/>
          <p:cNvPicPr>
            <a:picLocks noChangeAspect="1"/>
          </p:cNvPicPr>
          <p:nvPr/>
        </p:nvPicPr>
        <p:blipFill>
          <a:blip r:embed="rId1"/>
          <a:srcRect l="3013" t="3816" r="-1770" b="2206"/>
          <a:stretch>
            <a:fillRect/>
          </a:stretch>
        </p:blipFill>
        <p:spPr>
          <a:xfrm>
            <a:off x="672465" y="1314450"/>
            <a:ext cx="6200775" cy="47631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025005" y="1545590"/>
            <a:ext cx="360616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b="1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显示目录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:</a:t>
            </a:r>
            <a:r>
              <a:rPr lang="en-US" altLang="zh-CN" sz="1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1400" spc="2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左侧的目录默认是当前的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MATLAB bin </a:t>
            </a:r>
            <a:r>
              <a:rPr lang="zh-CN" altLang="en-US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, </a:t>
            </a:r>
            <a:r>
              <a:rPr lang="zh-CN" altLang="en-US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" </a:t>
            </a:r>
            <a:r>
              <a:rPr lang="zh-CN" altLang="en-US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地址栏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"</a:t>
            </a:r>
            <a:r>
              <a:rPr lang="zh-CN" altLang="en-US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输入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MATLAB </a:t>
            </a:r>
            <a:r>
              <a:rPr lang="zh-CN" altLang="en-US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工程文件所在地址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,</a:t>
            </a:r>
            <a:r>
              <a:rPr lang="zh-CN" altLang="en-US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可以将左侧的目录设置为当前工程地址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;</a:t>
            </a:r>
            <a:endParaRPr lang="en-US" altLang="zh-CN" sz="2400" spc="2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endParaRPr lang="en-US" altLang="zh-CN" sz="2400" spc="2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9" name="图片 8" descr="01标示标准彩色图形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10" name="图片 9" descr="679ea5b50a417660f7076eba1cf8bba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grpSp>
        <p:nvGrpSpPr>
          <p:cNvPr id="4521" name="Google Shape;4521;p69"/>
          <p:cNvGrpSpPr/>
          <p:nvPr/>
        </p:nvGrpSpPr>
        <p:grpSpPr>
          <a:xfrm flipH="1">
            <a:off x="7386096" y="-70"/>
            <a:ext cx="1091382" cy="1155725"/>
            <a:chOff x="2958275" y="539500"/>
            <a:chExt cx="1091382" cy="1155725"/>
          </a:xfrm>
        </p:grpSpPr>
        <p:grpSp>
          <p:nvGrpSpPr>
            <p:cNvPr id="4522" name="Google Shape;4522;p69"/>
            <p:cNvGrpSpPr/>
            <p:nvPr/>
          </p:nvGrpSpPr>
          <p:grpSpPr>
            <a:xfrm>
              <a:off x="3170379" y="1212137"/>
              <a:ext cx="879278" cy="483088"/>
              <a:chOff x="2296950" y="3661600"/>
              <a:chExt cx="616475" cy="338700"/>
            </a:xfrm>
          </p:grpSpPr>
          <p:sp>
            <p:nvSpPr>
              <p:cNvPr id="4523" name="Google Shape;4523;p69"/>
              <p:cNvSpPr/>
              <p:nvPr/>
            </p:nvSpPr>
            <p:spPr>
              <a:xfrm>
                <a:off x="2510075" y="3661600"/>
                <a:ext cx="402675" cy="97750"/>
              </a:xfrm>
              <a:custGeom>
                <a:avLst/>
                <a:gdLst/>
                <a:ahLst/>
                <a:cxnLst/>
                <a:rect l="l" t="t" r="r" b="b"/>
                <a:pathLst>
                  <a:path w="16107" h="3910" extrusionOk="0">
                    <a:moveTo>
                      <a:pt x="4306" y="700"/>
                    </a:moveTo>
                    <a:lnTo>
                      <a:pt x="13180" y="2635"/>
                    </a:lnTo>
                    <a:lnTo>
                      <a:pt x="1346" y="3189"/>
                    </a:lnTo>
                    <a:lnTo>
                      <a:pt x="4306" y="700"/>
                    </a:lnTo>
                    <a:close/>
                    <a:moveTo>
                      <a:pt x="4216" y="0"/>
                    </a:moveTo>
                    <a:cubicBezTo>
                      <a:pt x="4136" y="0"/>
                      <a:pt x="4058" y="29"/>
                      <a:pt x="3998" y="83"/>
                    </a:cubicBezTo>
                    <a:lnTo>
                      <a:pt x="152" y="3314"/>
                    </a:lnTo>
                    <a:cubicBezTo>
                      <a:pt x="42" y="3405"/>
                      <a:pt x="0" y="3560"/>
                      <a:pt x="56" y="3696"/>
                    </a:cubicBezTo>
                    <a:cubicBezTo>
                      <a:pt x="103" y="3823"/>
                      <a:pt x="227" y="3909"/>
                      <a:pt x="368" y="3909"/>
                    </a:cubicBezTo>
                    <a:lnTo>
                      <a:pt x="385" y="3909"/>
                    </a:lnTo>
                    <a:lnTo>
                      <a:pt x="15768" y="3189"/>
                    </a:lnTo>
                    <a:cubicBezTo>
                      <a:pt x="15937" y="3184"/>
                      <a:pt x="16078" y="3051"/>
                      <a:pt x="16092" y="2882"/>
                    </a:cubicBezTo>
                    <a:cubicBezTo>
                      <a:pt x="16106" y="2713"/>
                      <a:pt x="15990" y="2558"/>
                      <a:pt x="15824" y="2525"/>
                    </a:cubicBezTo>
                    <a:lnTo>
                      <a:pt x="4286" y="8"/>
                    </a:lnTo>
                    <a:cubicBezTo>
                      <a:pt x="4263" y="3"/>
                      <a:pt x="4240" y="0"/>
                      <a:pt x="42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69"/>
              <p:cNvSpPr/>
              <p:nvPr/>
            </p:nvSpPr>
            <p:spPr>
              <a:xfrm>
                <a:off x="2296950" y="3724500"/>
                <a:ext cx="616275" cy="210650"/>
              </a:xfrm>
              <a:custGeom>
                <a:avLst/>
                <a:gdLst/>
                <a:ahLst/>
                <a:cxnLst/>
                <a:rect l="l" t="t" r="r" b="b"/>
                <a:pathLst>
                  <a:path w="24651" h="8426" extrusionOk="0">
                    <a:moveTo>
                      <a:pt x="20027" y="1363"/>
                    </a:moveTo>
                    <a:lnTo>
                      <a:pt x="2334" y="7100"/>
                    </a:lnTo>
                    <a:lnTo>
                      <a:pt x="7528" y="3373"/>
                    </a:lnTo>
                    <a:lnTo>
                      <a:pt x="20027" y="1363"/>
                    </a:lnTo>
                    <a:close/>
                    <a:moveTo>
                      <a:pt x="24283" y="1"/>
                    </a:moveTo>
                    <a:cubicBezTo>
                      <a:pt x="24264" y="1"/>
                      <a:pt x="24244" y="3"/>
                      <a:pt x="24224" y="6"/>
                    </a:cubicBezTo>
                    <a:lnTo>
                      <a:pt x="7346" y="2722"/>
                    </a:lnTo>
                    <a:cubicBezTo>
                      <a:pt x="7293" y="2730"/>
                      <a:pt x="7243" y="2750"/>
                      <a:pt x="7204" y="2780"/>
                    </a:cubicBezTo>
                    <a:lnTo>
                      <a:pt x="180" y="7817"/>
                    </a:lnTo>
                    <a:cubicBezTo>
                      <a:pt x="44" y="7914"/>
                      <a:pt x="0" y="8094"/>
                      <a:pt x="78" y="8243"/>
                    </a:cubicBezTo>
                    <a:cubicBezTo>
                      <a:pt x="136" y="8354"/>
                      <a:pt x="252" y="8426"/>
                      <a:pt x="379" y="8426"/>
                    </a:cubicBezTo>
                    <a:cubicBezTo>
                      <a:pt x="413" y="8426"/>
                      <a:pt x="449" y="8420"/>
                      <a:pt x="482" y="8409"/>
                    </a:cubicBezTo>
                    <a:lnTo>
                      <a:pt x="24385" y="657"/>
                    </a:lnTo>
                    <a:cubicBezTo>
                      <a:pt x="24551" y="601"/>
                      <a:pt x="24651" y="427"/>
                      <a:pt x="24606" y="255"/>
                    </a:cubicBezTo>
                    <a:cubicBezTo>
                      <a:pt x="24569" y="103"/>
                      <a:pt x="24435" y="1"/>
                      <a:pt x="242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69"/>
              <p:cNvSpPr/>
              <p:nvPr/>
            </p:nvSpPr>
            <p:spPr>
              <a:xfrm>
                <a:off x="2510825" y="3724575"/>
                <a:ext cx="401925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16077" h="3146" extrusionOk="0">
                    <a:moveTo>
                      <a:pt x="9783" y="950"/>
                    </a:moveTo>
                    <a:lnTo>
                      <a:pt x="676" y="2415"/>
                    </a:lnTo>
                    <a:lnTo>
                      <a:pt x="676" y="1376"/>
                    </a:lnTo>
                    <a:lnTo>
                      <a:pt x="9783" y="950"/>
                    </a:lnTo>
                    <a:close/>
                    <a:moveTo>
                      <a:pt x="15719" y="0"/>
                    </a:moveTo>
                    <a:cubicBezTo>
                      <a:pt x="15715" y="0"/>
                      <a:pt x="15712" y="0"/>
                      <a:pt x="15708" y="0"/>
                    </a:cubicBezTo>
                    <a:lnTo>
                      <a:pt x="325" y="720"/>
                    </a:lnTo>
                    <a:cubicBezTo>
                      <a:pt x="142" y="726"/>
                      <a:pt x="1" y="875"/>
                      <a:pt x="1" y="1055"/>
                    </a:cubicBezTo>
                    <a:lnTo>
                      <a:pt x="1" y="2811"/>
                    </a:lnTo>
                    <a:cubicBezTo>
                      <a:pt x="1" y="2907"/>
                      <a:pt x="42" y="3002"/>
                      <a:pt x="120" y="3065"/>
                    </a:cubicBezTo>
                    <a:cubicBezTo>
                      <a:pt x="181" y="3118"/>
                      <a:pt x="258" y="3146"/>
                      <a:pt x="338" y="3146"/>
                    </a:cubicBezTo>
                    <a:lnTo>
                      <a:pt x="394" y="3143"/>
                    </a:lnTo>
                    <a:lnTo>
                      <a:pt x="15777" y="667"/>
                    </a:lnTo>
                    <a:cubicBezTo>
                      <a:pt x="15954" y="640"/>
                      <a:pt x="16076" y="476"/>
                      <a:pt x="16057" y="299"/>
                    </a:cubicBezTo>
                    <a:cubicBezTo>
                      <a:pt x="16035" y="128"/>
                      <a:pt x="15891" y="0"/>
                      <a:pt x="157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69"/>
              <p:cNvSpPr/>
              <p:nvPr/>
            </p:nvSpPr>
            <p:spPr>
              <a:xfrm>
                <a:off x="2482025" y="3724450"/>
                <a:ext cx="431400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11034" extrusionOk="0">
                    <a:moveTo>
                      <a:pt x="14387" y="1500"/>
                    </a:moveTo>
                    <a:lnTo>
                      <a:pt x="676" y="10089"/>
                    </a:lnTo>
                    <a:lnTo>
                      <a:pt x="676" y="5947"/>
                    </a:lnTo>
                    <a:lnTo>
                      <a:pt x="14387" y="1500"/>
                    </a:lnTo>
                    <a:close/>
                    <a:moveTo>
                      <a:pt x="16882" y="1"/>
                    </a:moveTo>
                    <a:cubicBezTo>
                      <a:pt x="16846" y="1"/>
                      <a:pt x="16810" y="7"/>
                      <a:pt x="16774" y="19"/>
                    </a:cubicBezTo>
                    <a:lnTo>
                      <a:pt x="236" y="5382"/>
                    </a:lnTo>
                    <a:cubicBezTo>
                      <a:pt x="98" y="5426"/>
                      <a:pt x="4" y="5554"/>
                      <a:pt x="1" y="5701"/>
                    </a:cubicBezTo>
                    <a:lnTo>
                      <a:pt x="1" y="10695"/>
                    </a:lnTo>
                    <a:cubicBezTo>
                      <a:pt x="1" y="10817"/>
                      <a:pt x="70" y="10931"/>
                      <a:pt x="178" y="10989"/>
                    </a:cubicBezTo>
                    <a:cubicBezTo>
                      <a:pt x="222" y="11017"/>
                      <a:pt x="275" y="11034"/>
                      <a:pt x="329" y="11034"/>
                    </a:cubicBezTo>
                    <a:cubicBezTo>
                      <a:pt x="333" y="11034"/>
                      <a:pt x="337" y="11033"/>
                      <a:pt x="341" y="11033"/>
                    </a:cubicBezTo>
                    <a:cubicBezTo>
                      <a:pt x="402" y="11033"/>
                      <a:pt x="463" y="11017"/>
                      <a:pt x="516" y="10983"/>
                    </a:cubicBezTo>
                    <a:lnTo>
                      <a:pt x="17054" y="623"/>
                    </a:lnTo>
                    <a:cubicBezTo>
                      <a:pt x="17200" y="534"/>
                      <a:pt x="17256" y="351"/>
                      <a:pt x="17184" y="196"/>
                    </a:cubicBezTo>
                    <a:cubicBezTo>
                      <a:pt x="17128" y="73"/>
                      <a:pt x="17008" y="1"/>
                      <a:pt x="16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27" name="Google Shape;4527;p69"/>
            <p:cNvSpPr/>
            <p:nvPr/>
          </p:nvSpPr>
          <p:spPr>
            <a:xfrm>
              <a:off x="2958275" y="539500"/>
              <a:ext cx="562425" cy="897575"/>
            </a:xfrm>
            <a:custGeom>
              <a:avLst/>
              <a:gdLst/>
              <a:ahLst/>
              <a:cxnLst/>
              <a:rect l="l" t="t" r="r" b="b"/>
              <a:pathLst>
                <a:path w="22497" h="35903" extrusionOk="0">
                  <a:moveTo>
                    <a:pt x="20015" y="1"/>
                  </a:moveTo>
                  <a:cubicBezTo>
                    <a:pt x="19867" y="1"/>
                    <a:pt x="19729" y="176"/>
                    <a:pt x="19849" y="335"/>
                  </a:cubicBezTo>
                  <a:cubicBezTo>
                    <a:pt x="20176" y="761"/>
                    <a:pt x="20470" y="1210"/>
                    <a:pt x="20733" y="1680"/>
                  </a:cubicBezTo>
                  <a:cubicBezTo>
                    <a:pt x="20766" y="1747"/>
                    <a:pt x="20832" y="1788"/>
                    <a:pt x="20907" y="1788"/>
                  </a:cubicBezTo>
                  <a:cubicBezTo>
                    <a:pt x="20943" y="1788"/>
                    <a:pt x="20976" y="1777"/>
                    <a:pt x="21010" y="1761"/>
                  </a:cubicBezTo>
                  <a:cubicBezTo>
                    <a:pt x="21109" y="1705"/>
                    <a:pt x="21145" y="1581"/>
                    <a:pt x="21087" y="1484"/>
                  </a:cubicBezTo>
                  <a:cubicBezTo>
                    <a:pt x="20818" y="994"/>
                    <a:pt x="20514" y="526"/>
                    <a:pt x="20173" y="86"/>
                  </a:cubicBezTo>
                  <a:cubicBezTo>
                    <a:pt x="20128" y="26"/>
                    <a:pt x="20071" y="1"/>
                    <a:pt x="20015" y="1"/>
                  </a:cubicBezTo>
                  <a:close/>
                  <a:moveTo>
                    <a:pt x="22064" y="4439"/>
                  </a:moveTo>
                  <a:cubicBezTo>
                    <a:pt x="22050" y="4439"/>
                    <a:pt x="22035" y="4440"/>
                    <a:pt x="22020" y="4444"/>
                  </a:cubicBezTo>
                  <a:cubicBezTo>
                    <a:pt x="21909" y="4469"/>
                    <a:pt x="21837" y="4577"/>
                    <a:pt x="21860" y="4687"/>
                  </a:cubicBezTo>
                  <a:cubicBezTo>
                    <a:pt x="21973" y="5213"/>
                    <a:pt x="22048" y="5745"/>
                    <a:pt x="22081" y="6279"/>
                  </a:cubicBezTo>
                  <a:cubicBezTo>
                    <a:pt x="22087" y="6390"/>
                    <a:pt x="22175" y="6473"/>
                    <a:pt x="22286" y="6473"/>
                  </a:cubicBezTo>
                  <a:lnTo>
                    <a:pt x="22300" y="6473"/>
                  </a:lnTo>
                  <a:cubicBezTo>
                    <a:pt x="22413" y="6468"/>
                    <a:pt x="22496" y="6368"/>
                    <a:pt x="22491" y="6257"/>
                  </a:cubicBezTo>
                  <a:cubicBezTo>
                    <a:pt x="22455" y="5701"/>
                    <a:pt x="22380" y="5147"/>
                    <a:pt x="22261" y="4601"/>
                  </a:cubicBezTo>
                  <a:cubicBezTo>
                    <a:pt x="22242" y="4506"/>
                    <a:pt x="22158" y="4439"/>
                    <a:pt x="22064" y="4439"/>
                  </a:cubicBezTo>
                  <a:close/>
                  <a:moveTo>
                    <a:pt x="21969" y="9334"/>
                  </a:moveTo>
                  <a:cubicBezTo>
                    <a:pt x="21889" y="9334"/>
                    <a:pt x="21810" y="9377"/>
                    <a:pt x="21776" y="9475"/>
                  </a:cubicBezTo>
                  <a:cubicBezTo>
                    <a:pt x="21646" y="9998"/>
                    <a:pt x="21477" y="10507"/>
                    <a:pt x="21273" y="11006"/>
                  </a:cubicBezTo>
                  <a:cubicBezTo>
                    <a:pt x="21228" y="11108"/>
                    <a:pt x="21278" y="11227"/>
                    <a:pt x="21383" y="11271"/>
                  </a:cubicBezTo>
                  <a:cubicBezTo>
                    <a:pt x="21408" y="11283"/>
                    <a:pt x="21433" y="11288"/>
                    <a:pt x="21461" y="11288"/>
                  </a:cubicBezTo>
                  <a:cubicBezTo>
                    <a:pt x="21544" y="11285"/>
                    <a:pt x="21619" y="11235"/>
                    <a:pt x="21652" y="11161"/>
                  </a:cubicBezTo>
                  <a:cubicBezTo>
                    <a:pt x="21862" y="10643"/>
                    <a:pt x="22039" y="10114"/>
                    <a:pt x="22178" y="9574"/>
                  </a:cubicBezTo>
                  <a:cubicBezTo>
                    <a:pt x="22203" y="9426"/>
                    <a:pt x="22086" y="9334"/>
                    <a:pt x="21969" y="9334"/>
                  </a:cubicBezTo>
                  <a:close/>
                  <a:moveTo>
                    <a:pt x="19769" y="13698"/>
                  </a:moveTo>
                  <a:cubicBezTo>
                    <a:pt x="19720" y="13698"/>
                    <a:pt x="19669" y="13717"/>
                    <a:pt x="19625" y="13761"/>
                  </a:cubicBezTo>
                  <a:cubicBezTo>
                    <a:pt x="19285" y="14176"/>
                    <a:pt x="18914" y="14564"/>
                    <a:pt x="18512" y="14921"/>
                  </a:cubicBezTo>
                  <a:cubicBezTo>
                    <a:pt x="18376" y="15051"/>
                    <a:pt x="18465" y="15281"/>
                    <a:pt x="18651" y="15283"/>
                  </a:cubicBezTo>
                  <a:cubicBezTo>
                    <a:pt x="18700" y="15283"/>
                    <a:pt x="18750" y="15264"/>
                    <a:pt x="18786" y="15231"/>
                  </a:cubicBezTo>
                  <a:cubicBezTo>
                    <a:pt x="19201" y="14857"/>
                    <a:pt x="19589" y="14453"/>
                    <a:pt x="19944" y="14021"/>
                  </a:cubicBezTo>
                  <a:cubicBezTo>
                    <a:pt x="20045" y="13865"/>
                    <a:pt x="19915" y="13698"/>
                    <a:pt x="19769" y="13698"/>
                  </a:cubicBezTo>
                  <a:close/>
                  <a:moveTo>
                    <a:pt x="15938" y="16706"/>
                  </a:moveTo>
                  <a:cubicBezTo>
                    <a:pt x="15907" y="16706"/>
                    <a:pt x="15875" y="16713"/>
                    <a:pt x="15846" y="16729"/>
                  </a:cubicBezTo>
                  <a:cubicBezTo>
                    <a:pt x="15389" y="16967"/>
                    <a:pt x="14907" y="17194"/>
                    <a:pt x="14370" y="17418"/>
                  </a:cubicBezTo>
                  <a:cubicBezTo>
                    <a:pt x="14265" y="17460"/>
                    <a:pt x="14215" y="17579"/>
                    <a:pt x="14259" y="17684"/>
                  </a:cubicBezTo>
                  <a:cubicBezTo>
                    <a:pt x="14292" y="17761"/>
                    <a:pt x="14367" y="17811"/>
                    <a:pt x="14450" y="17811"/>
                  </a:cubicBezTo>
                  <a:cubicBezTo>
                    <a:pt x="14478" y="17811"/>
                    <a:pt x="14503" y="17806"/>
                    <a:pt x="14531" y="17795"/>
                  </a:cubicBezTo>
                  <a:cubicBezTo>
                    <a:pt x="15076" y="17568"/>
                    <a:pt x="15569" y="17338"/>
                    <a:pt x="16031" y="17097"/>
                  </a:cubicBezTo>
                  <a:cubicBezTo>
                    <a:pt x="16134" y="17044"/>
                    <a:pt x="16172" y="16920"/>
                    <a:pt x="16120" y="16820"/>
                  </a:cubicBezTo>
                  <a:cubicBezTo>
                    <a:pt x="16085" y="16748"/>
                    <a:pt x="16012" y="16706"/>
                    <a:pt x="15938" y="16706"/>
                  </a:cubicBezTo>
                  <a:close/>
                  <a:moveTo>
                    <a:pt x="11369" y="18532"/>
                  </a:moveTo>
                  <a:cubicBezTo>
                    <a:pt x="11348" y="18532"/>
                    <a:pt x="11326" y="18535"/>
                    <a:pt x="11305" y="18542"/>
                  </a:cubicBezTo>
                  <a:lnTo>
                    <a:pt x="10782" y="18714"/>
                  </a:lnTo>
                  <a:lnTo>
                    <a:pt x="9743" y="19060"/>
                  </a:lnTo>
                  <a:cubicBezTo>
                    <a:pt x="9533" y="19143"/>
                    <a:pt x="9583" y="19453"/>
                    <a:pt x="9807" y="19462"/>
                  </a:cubicBezTo>
                  <a:cubicBezTo>
                    <a:pt x="9832" y="19462"/>
                    <a:pt x="9854" y="19459"/>
                    <a:pt x="9879" y="19453"/>
                  </a:cubicBezTo>
                  <a:lnTo>
                    <a:pt x="10912" y="19102"/>
                  </a:lnTo>
                  <a:lnTo>
                    <a:pt x="11432" y="18930"/>
                  </a:lnTo>
                  <a:cubicBezTo>
                    <a:pt x="11538" y="18894"/>
                    <a:pt x="11598" y="18778"/>
                    <a:pt x="11562" y="18670"/>
                  </a:cubicBezTo>
                  <a:cubicBezTo>
                    <a:pt x="11534" y="18586"/>
                    <a:pt x="11454" y="18532"/>
                    <a:pt x="11369" y="18532"/>
                  </a:cubicBezTo>
                  <a:close/>
                  <a:moveTo>
                    <a:pt x="6751" y="20236"/>
                  </a:moveTo>
                  <a:cubicBezTo>
                    <a:pt x="6722" y="20236"/>
                    <a:pt x="6691" y="20242"/>
                    <a:pt x="6662" y="20256"/>
                  </a:cubicBezTo>
                  <a:cubicBezTo>
                    <a:pt x="6141" y="20494"/>
                    <a:pt x="5646" y="20752"/>
                    <a:pt x="5186" y="21009"/>
                  </a:cubicBezTo>
                  <a:cubicBezTo>
                    <a:pt x="5086" y="21067"/>
                    <a:pt x="5053" y="21192"/>
                    <a:pt x="5108" y="21289"/>
                  </a:cubicBezTo>
                  <a:cubicBezTo>
                    <a:pt x="5143" y="21353"/>
                    <a:pt x="5209" y="21394"/>
                    <a:pt x="5281" y="21394"/>
                  </a:cubicBezTo>
                  <a:cubicBezTo>
                    <a:pt x="5284" y="21394"/>
                    <a:pt x="5286" y="21394"/>
                    <a:pt x="5288" y="21394"/>
                  </a:cubicBezTo>
                  <a:cubicBezTo>
                    <a:pt x="5324" y="21394"/>
                    <a:pt x="5358" y="21386"/>
                    <a:pt x="5388" y="21369"/>
                  </a:cubicBezTo>
                  <a:cubicBezTo>
                    <a:pt x="5837" y="21114"/>
                    <a:pt x="6324" y="20865"/>
                    <a:pt x="6836" y="20630"/>
                  </a:cubicBezTo>
                  <a:cubicBezTo>
                    <a:pt x="6936" y="20580"/>
                    <a:pt x="6980" y="20458"/>
                    <a:pt x="6936" y="20356"/>
                  </a:cubicBezTo>
                  <a:cubicBezTo>
                    <a:pt x="6902" y="20280"/>
                    <a:pt x="6829" y="20236"/>
                    <a:pt x="6751" y="20236"/>
                  </a:cubicBezTo>
                  <a:close/>
                  <a:moveTo>
                    <a:pt x="2649" y="22927"/>
                  </a:moveTo>
                  <a:cubicBezTo>
                    <a:pt x="2598" y="22927"/>
                    <a:pt x="2547" y="22945"/>
                    <a:pt x="2506" y="22983"/>
                  </a:cubicBezTo>
                  <a:cubicBezTo>
                    <a:pt x="2104" y="23374"/>
                    <a:pt x="1736" y="23797"/>
                    <a:pt x="1409" y="24254"/>
                  </a:cubicBezTo>
                  <a:cubicBezTo>
                    <a:pt x="1343" y="24346"/>
                    <a:pt x="1365" y="24470"/>
                    <a:pt x="1456" y="24537"/>
                  </a:cubicBezTo>
                  <a:cubicBezTo>
                    <a:pt x="1492" y="24562"/>
                    <a:pt x="1534" y="24575"/>
                    <a:pt x="1578" y="24575"/>
                  </a:cubicBezTo>
                  <a:cubicBezTo>
                    <a:pt x="1645" y="24575"/>
                    <a:pt x="1706" y="24545"/>
                    <a:pt x="1744" y="24492"/>
                  </a:cubicBezTo>
                  <a:cubicBezTo>
                    <a:pt x="2057" y="24058"/>
                    <a:pt x="2406" y="23651"/>
                    <a:pt x="2788" y="23277"/>
                  </a:cubicBezTo>
                  <a:cubicBezTo>
                    <a:pt x="2871" y="23199"/>
                    <a:pt x="2874" y="23069"/>
                    <a:pt x="2796" y="22986"/>
                  </a:cubicBezTo>
                  <a:cubicBezTo>
                    <a:pt x="2756" y="22947"/>
                    <a:pt x="2703" y="22927"/>
                    <a:pt x="2649" y="22927"/>
                  </a:cubicBezTo>
                  <a:close/>
                  <a:moveTo>
                    <a:pt x="304" y="27162"/>
                  </a:moveTo>
                  <a:cubicBezTo>
                    <a:pt x="205" y="27162"/>
                    <a:pt x="117" y="27233"/>
                    <a:pt x="100" y="27333"/>
                  </a:cubicBezTo>
                  <a:cubicBezTo>
                    <a:pt x="33" y="27735"/>
                    <a:pt x="0" y="28139"/>
                    <a:pt x="0" y="28546"/>
                  </a:cubicBezTo>
                  <a:cubicBezTo>
                    <a:pt x="0" y="28701"/>
                    <a:pt x="3" y="28859"/>
                    <a:pt x="14" y="29017"/>
                  </a:cubicBezTo>
                  <a:cubicBezTo>
                    <a:pt x="22" y="29122"/>
                    <a:pt x="111" y="29208"/>
                    <a:pt x="219" y="29210"/>
                  </a:cubicBezTo>
                  <a:lnTo>
                    <a:pt x="233" y="29205"/>
                  </a:lnTo>
                  <a:cubicBezTo>
                    <a:pt x="346" y="29199"/>
                    <a:pt x="432" y="29105"/>
                    <a:pt x="426" y="28992"/>
                  </a:cubicBezTo>
                  <a:cubicBezTo>
                    <a:pt x="415" y="28842"/>
                    <a:pt x="410" y="28693"/>
                    <a:pt x="413" y="28546"/>
                  </a:cubicBezTo>
                  <a:cubicBezTo>
                    <a:pt x="413" y="28161"/>
                    <a:pt x="443" y="27779"/>
                    <a:pt x="507" y="27400"/>
                  </a:cubicBezTo>
                  <a:cubicBezTo>
                    <a:pt x="526" y="27286"/>
                    <a:pt x="449" y="27178"/>
                    <a:pt x="335" y="27164"/>
                  </a:cubicBezTo>
                  <a:cubicBezTo>
                    <a:pt x="325" y="27163"/>
                    <a:pt x="314" y="27162"/>
                    <a:pt x="304" y="27162"/>
                  </a:cubicBezTo>
                  <a:close/>
                  <a:moveTo>
                    <a:pt x="1122" y="31929"/>
                  </a:moveTo>
                  <a:cubicBezTo>
                    <a:pt x="1089" y="31929"/>
                    <a:pt x="1055" y="31937"/>
                    <a:pt x="1024" y="31954"/>
                  </a:cubicBezTo>
                  <a:cubicBezTo>
                    <a:pt x="925" y="32007"/>
                    <a:pt x="889" y="32131"/>
                    <a:pt x="941" y="32231"/>
                  </a:cubicBezTo>
                  <a:cubicBezTo>
                    <a:pt x="1210" y="32727"/>
                    <a:pt x="1537" y="33189"/>
                    <a:pt x="1910" y="33613"/>
                  </a:cubicBezTo>
                  <a:cubicBezTo>
                    <a:pt x="1949" y="33654"/>
                    <a:pt x="2005" y="33679"/>
                    <a:pt x="2063" y="33682"/>
                  </a:cubicBezTo>
                  <a:cubicBezTo>
                    <a:pt x="2113" y="33682"/>
                    <a:pt x="2162" y="33660"/>
                    <a:pt x="2198" y="33627"/>
                  </a:cubicBezTo>
                  <a:cubicBezTo>
                    <a:pt x="2284" y="33552"/>
                    <a:pt x="2290" y="33422"/>
                    <a:pt x="2215" y="33339"/>
                  </a:cubicBezTo>
                  <a:cubicBezTo>
                    <a:pt x="1861" y="32940"/>
                    <a:pt x="1556" y="32505"/>
                    <a:pt x="1301" y="32037"/>
                  </a:cubicBezTo>
                  <a:cubicBezTo>
                    <a:pt x="1265" y="31969"/>
                    <a:pt x="1195" y="31929"/>
                    <a:pt x="1122" y="31929"/>
                  </a:cubicBezTo>
                  <a:close/>
                  <a:moveTo>
                    <a:pt x="11080" y="34552"/>
                  </a:moveTo>
                  <a:cubicBezTo>
                    <a:pt x="11045" y="34552"/>
                    <a:pt x="11009" y="34562"/>
                    <a:pt x="10975" y="34582"/>
                  </a:cubicBezTo>
                  <a:cubicBezTo>
                    <a:pt x="10521" y="34856"/>
                    <a:pt x="10034" y="35077"/>
                    <a:pt x="9527" y="35238"/>
                  </a:cubicBezTo>
                  <a:cubicBezTo>
                    <a:pt x="9419" y="35269"/>
                    <a:pt x="9358" y="35385"/>
                    <a:pt x="9392" y="35496"/>
                  </a:cubicBezTo>
                  <a:cubicBezTo>
                    <a:pt x="9419" y="35579"/>
                    <a:pt x="9500" y="35637"/>
                    <a:pt x="9588" y="35637"/>
                  </a:cubicBezTo>
                  <a:cubicBezTo>
                    <a:pt x="9608" y="35637"/>
                    <a:pt x="9630" y="35634"/>
                    <a:pt x="9649" y="35628"/>
                  </a:cubicBezTo>
                  <a:cubicBezTo>
                    <a:pt x="10189" y="35460"/>
                    <a:pt x="10704" y="35224"/>
                    <a:pt x="11186" y="34931"/>
                  </a:cubicBezTo>
                  <a:cubicBezTo>
                    <a:pt x="11280" y="34870"/>
                    <a:pt x="11310" y="34748"/>
                    <a:pt x="11252" y="34651"/>
                  </a:cubicBezTo>
                  <a:cubicBezTo>
                    <a:pt x="11214" y="34587"/>
                    <a:pt x="11148" y="34552"/>
                    <a:pt x="11080" y="34552"/>
                  </a:cubicBezTo>
                  <a:close/>
                  <a:moveTo>
                    <a:pt x="4752" y="35094"/>
                  </a:moveTo>
                  <a:cubicBezTo>
                    <a:pt x="4669" y="35094"/>
                    <a:pt x="4593" y="35146"/>
                    <a:pt x="4563" y="35227"/>
                  </a:cubicBezTo>
                  <a:cubicBezTo>
                    <a:pt x="4521" y="35335"/>
                    <a:pt x="4577" y="35451"/>
                    <a:pt x="4682" y="35490"/>
                  </a:cubicBezTo>
                  <a:cubicBezTo>
                    <a:pt x="5211" y="35687"/>
                    <a:pt x="5756" y="35825"/>
                    <a:pt x="6313" y="35903"/>
                  </a:cubicBezTo>
                  <a:lnTo>
                    <a:pt x="6343" y="35903"/>
                  </a:lnTo>
                  <a:cubicBezTo>
                    <a:pt x="6446" y="35903"/>
                    <a:pt x="6532" y="35828"/>
                    <a:pt x="6545" y="35725"/>
                  </a:cubicBezTo>
                  <a:cubicBezTo>
                    <a:pt x="6562" y="35615"/>
                    <a:pt x="6484" y="35509"/>
                    <a:pt x="6371" y="35496"/>
                  </a:cubicBezTo>
                  <a:cubicBezTo>
                    <a:pt x="5842" y="35421"/>
                    <a:pt x="5324" y="35291"/>
                    <a:pt x="4826" y="35108"/>
                  </a:cubicBezTo>
                  <a:cubicBezTo>
                    <a:pt x="4802" y="35099"/>
                    <a:pt x="4777" y="35094"/>
                    <a:pt x="4752" y="350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253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61" name="Google Shape;4561;p69"/>
          <p:cNvSpPr/>
          <p:nvPr/>
        </p:nvSpPr>
        <p:spPr>
          <a:xfrm>
            <a:off x="9062857" y="1314203"/>
            <a:ext cx="3279652" cy="4554024"/>
          </a:xfrm>
          <a:custGeom>
            <a:avLst/>
            <a:gdLst/>
            <a:ahLst/>
            <a:cxnLst/>
            <a:rect l="l" t="t" r="r" b="b"/>
            <a:pathLst>
              <a:path w="92138" h="127940" extrusionOk="0">
                <a:moveTo>
                  <a:pt x="85073" y="0"/>
                </a:moveTo>
                <a:cubicBezTo>
                  <a:pt x="85013" y="0"/>
                  <a:pt x="84958" y="40"/>
                  <a:pt x="84958" y="108"/>
                </a:cubicBezTo>
                <a:cubicBezTo>
                  <a:pt x="84899" y="167"/>
                  <a:pt x="84919" y="266"/>
                  <a:pt x="84998" y="326"/>
                </a:cubicBezTo>
                <a:cubicBezTo>
                  <a:pt x="85573" y="603"/>
                  <a:pt x="86128" y="940"/>
                  <a:pt x="86644" y="1337"/>
                </a:cubicBezTo>
                <a:lnTo>
                  <a:pt x="86743" y="1337"/>
                </a:lnTo>
                <a:cubicBezTo>
                  <a:pt x="86783" y="1337"/>
                  <a:pt x="86842" y="1317"/>
                  <a:pt x="86882" y="1297"/>
                </a:cubicBezTo>
                <a:cubicBezTo>
                  <a:pt x="86922" y="1218"/>
                  <a:pt x="86902" y="1119"/>
                  <a:pt x="86842" y="1059"/>
                </a:cubicBezTo>
                <a:cubicBezTo>
                  <a:pt x="86307" y="663"/>
                  <a:pt x="85732" y="326"/>
                  <a:pt x="85157" y="28"/>
                </a:cubicBezTo>
                <a:cubicBezTo>
                  <a:pt x="85131" y="9"/>
                  <a:pt x="85102" y="0"/>
                  <a:pt x="85073" y="0"/>
                </a:cubicBezTo>
                <a:close/>
                <a:moveTo>
                  <a:pt x="88675" y="2762"/>
                </a:moveTo>
                <a:cubicBezTo>
                  <a:pt x="88636" y="2762"/>
                  <a:pt x="88595" y="2777"/>
                  <a:pt x="88568" y="2805"/>
                </a:cubicBezTo>
                <a:cubicBezTo>
                  <a:pt x="88488" y="2844"/>
                  <a:pt x="88488" y="2963"/>
                  <a:pt x="88548" y="3023"/>
                </a:cubicBezTo>
                <a:cubicBezTo>
                  <a:pt x="88984" y="3499"/>
                  <a:pt x="89381" y="4014"/>
                  <a:pt x="89738" y="4570"/>
                </a:cubicBezTo>
                <a:cubicBezTo>
                  <a:pt x="89777" y="4609"/>
                  <a:pt x="89817" y="4629"/>
                  <a:pt x="89877" y="4629"/>
                </a:cubicBezTo>
                <a:lnTo>
                  <a:pt x="89956" y="4609"/>
                </a:lnTo>
                <a:cubicBezTo>
                  <a:pt x="90035" y="4550"/>
                  <a:pt x="90055" y="4451"/>
                  <a:pt x="89996" y="4371"/>
                </a:cubicBezTo>
                <a:cubicBezTo>
                  <a:pt x="89658" y="3816"/>
                  <a:pt x="89242" y="3300"/>
                  <a:pt x="88786" y="2824"/>
                </a:cubicBezTo>
                <a:cubicBezTo>
                  <a:pt x="88765" y="2782"/>
                  <a:pt x="88721" y="2762"/>
                  <a:pt x="88675" y="2762"/>
                </a:cubicBezTo>
                <a:close/>
                <a:moveTo>
                  <a:pt x="91110" y="6597"/>
                </a:moveTo>
                <a:cubicBezTo>
                  <a:pt x="91089" y="6597"/>
                  <a:pt x="91068" y="6602"/>
                  <a:pt x="91047" y="6612"/>
                </a:cubicBezTo>
                <a:cubicBezTo>
                  <a:pt x="90967" y="6632"/>
                  <a:pt x="90908" y="6731"/>
                  <a:pt x="90947" y="6810"/>
                </a:cubicBezTo>
                <a:cubicBezTo>
                  <a:pt x="91185" y="7425"/>
                  <a:pt x="91384" y="8040"/>
                  <a:pt x="91523" y="8675"/>
                </a:cubicBezTo>
                <a:cubicBezTo>
                  <a:pt x="91542" y="8754"/>
                  <a:pt x="91622" y="8794"/>
                  <a:pt x="91701" y="8794"/>
                </a:cubicBezTo>
                <a:lnTo>
                  <a:pt x="91721" y="8794"/>
                </a:lnTo>
                <a:cubicBezTo>
                  <a:pt x="91800" y="8774"/>
                  <a:pt x="91860" y="8694"/>
                  <a:pt x="91840" y="8595"/>
                </a:cubicBezTo>
                <a:cubicBezTo>
                  <a:pt x="91681" y="7941"/>
                  <a:pt x="91483" y="7306"/>
                  <a:pt x="91245" y="6692"/>
                </a:cubicBezTo>
                <a:cubicBezTo>
                  <a:pt x="91216" y="6633"/>
                  <a:pt x="91166" y="6597"/>
                  <a:pt x="91110" y="6597"/>
                </a:cubicBezTo>
                <a:close/>
                <a:moveTo>
                  <a:pt x="91959" y="11054"/>
                </a:moveTo>
                <a:cubicBezTo>
                  <a:pt x="91879" y="11054"/>
                  <a:pt x="91800" y="11114"/>
                  <a:pt x="91780" y="11213"/>
                </a:cubicBezTo>
                <a:cubicBezTo>
                  <a:pt x="91800" y="11848"/>
                  <a:pt x="91741" y="12502"/>
                  <a:pt x="91622" y="13137"/>
                </a:cubicBezTo>
                <a:cubicBezTo>
                  <a:pt x="91622" y="13236"/>
                  <a:pt x="91681" y="13315"/>
                  <a:pt x="91760" y="13335"/>
                </a:cubicBezTo>
                <a:lnTo>
                  <a:pt x="91800" y="13335"/>
                </a:lnTo>
                <a:cubicBezTo>
                  <a:pt x="91879" y="13335"/>
                  <a:pt x="91939" y="13275"/>
                  <a:pt x="91939" y="13196"/>
                </a:cubicBezTo>
                <a:cubicBezTo>
                  <a:pt x="92058" y="12542"/>
                  <a:pt x="92117" y="11887"/>
                  <a:pt x="92137" y="11233"/>
                </a:cubicBezTo>
                <a:cubicBezTo>
                  <a:pt x="92137" y="11134"/>
                  <a:pt x="92058" y="11054"/>
                  <a:pt x="91959" y="11054"/>
                </a:cubicBezTo>
                <a:close/>
                <a:moveTo>
                  <a:pt x="91092" y="15504"/>
                </a:moveTo>
                <a:cubicBezTo>
                  <a:pt x="91027" y="15504"/>
                  <a:pt x="90963" y="15554"/>
                  <a:pt x="90947" y="15616"/>
                </a:cubicBezTo>
                <a:cubicBezTo>
                  <a:pt x="90709" y="16211"/>
                  <a:pt x="90432" y="16786"/>
                  <a:pt x="90134" y="17381"/>
                </a:cubicBezTo>
                <a:cubicBezTo>
                  <a:pt x="90095" y="17460"/>
                  <a:pt x="90114" y="17539"/>
                  <a:pt x="90174" y="17599"/>
                </a:cubicBezTo>
                <a:lnTo>
                  <a:pt x="90253" y="17599"/>
                </a:lnTo>
                <a:cubicBezTo>
                  <a:pt x="90313" y="17599"/>
                  <a:pt x="90372" y="17579"/>
                  <a:pt x="90412" y="17519"/>
                </a:cubicBezTo>
                <a:cubicBezTo>
                  <a:pt x="90729" y="16944"/>
                  <a:pt x="91007" y="16349"/>
                  <a:pt x="91245" y="15735"/>
                </a:cubicBezTo>
                <a:cubicBezTo>
                  <a:pt x="91265" y="15635"/>
                  <a:pt x="91245" y="15536"/>
                  <a:pt x="91146" y="15516"/>
                </a:cubicBezTo>
                <a:cubicBezTo>
                  <a:pt x="91128" y="15508"/>
                  <a:pt x="91110" y="15504"/>
                  <a:pt x="91092" y="15504"/>
                </a:cubicBezTo>
                <a:close/>
                <a:moveTo>
                  <a:pt x="88856" y="19462"/>
                </a:moveTo>
                <a:cubicBezTo>
                  <a:pt x="88802" y="19462"/>
                  <a:pt x="88752" y="19484"/>
                  <a:pt x="88726" y="19522"/>
                </a:cubicBezTo>
                <a:cubicBezTo>
                  <a:pt x="88330" y="20018"/>
                  <a:pt x="87893" y="20514"/>
                  <a:pt x="87457" y="20990"/>
                </a:cubicBezTo>
                <a:cubicBezTo>
                  <a:pt x="87378" y="21049"/>
                  <a:pt x="87378" y="21168"/>
                  <a:pt x="87457" y="21208"/>
                </a:cubicBezTo>
                <a:lnTo>
                  <a:pt x="87576" y="21267"/>
                </a:lnTo>
                <a:lnTo>
                  <a:pt x="87675" y="21208"/>
                </a:lnTo>
                <a:cubicBezTo>
                  <a:pt x="88131" y="20752"/>
                  <a:pt x="88568" y="20256"/>
                  <a:pt x="88964" y="19721"/>
                </a:cubicBezTo>
                <a:cubicBezTo>
                  <a:pt x="89024" y="19661"/>
                  <a:pt x="89004" y="19542"/>
                  <a:pt x="88944" y="19483"/>
                </a:cubicBezTo>
                <a:cubicBezTo>
                  <a:pt x="88916" y="19469"/>
                  <a:pt x="88886" y="19462"/>
                  <a:pt x="88856" y="19462"/>
                </a:cubicBezTo>
                <a:close/>
                <a:moveTo>
                  <a:pt x="85625" y="22735"/>
                </a:moveTo>
                <a:cubicBezTo>
                  <a:pt x="85601" y="22735"/>
                  <a:pt x="85577" y="22741"/>
                  <a:pt x="85553" y="22755"/>
                </a:cubicBezTo>
                <a:cubicBezTo>
                  <a:pt x="85057" y="23151"/>
                  <a:pt x="84522" y="23548"/>
                  <a:pt x="83987" y="23925"/>
                </a:cubicBezTo>
                <a:cubicBezTo>
                  <a:pt x="83907" y="23965"/>
                  <a:pt x="83887" y="24084"/>
                  <a:pt x="83967" y="24143"/>
                </a:cubicBezTo>
                <a:cubicBezTo>
                  <a:pt x="83987" y="24183"/>
                  <a:pt x="84026" y="24222"/>
                  <a:pt x="84086" y="24222"/>
                </a:cubicBezTo>
                <a:lnTo>
                  <a:pt x="84185" y="24183"/>
                </a:lnTo>
                <a:cubicBezTo>
                  <a:pt x="84720" y="23826"/>
                  <a:pt x="85256" y="23429"/>
                  <a:pt x="85771" y="22993"/>
                </a:cubicBezTo>
                <a:cubicBezTo>
                  <a:pt x="85837" y="22878"/>
                  <a:pt x="85739" y="22735"/>
                  <a:pt x="85625" y="22735"/>
                </a:cubicBezTo>
                <a:close/>
                <a:moveTo>
                  <a:pt x="81855" y="25254"/>
                </a:moveTo>
                <a:cubicBezTo>
                  <a:pt x="81829" y="25254"/>
                  <a:pt x="81805" y="25260"/>
                  <a:pt x="81785" y="25273"/>
                </a:cubicBezTo>
                <a:lnTo>
                  <a:pt x="81706" y="25273"/>
                </a:lnTo>
                <a:lnTo>
                  <a:pt x="80020" y="26106"/>
                </a:lnTo>
                <a:cubicBezTo>
                  <a:pt x="79834" y="26144"/>
                  <a:pt x="79893" y="26407"/>
                  <a:pt x="80064" y="26407"/>
                </a:cubicBezTo>
                <a:cubicBezTo>
                  <a:pt x="80075" y="26407"/>
                  <a:pt x="80087" y="26406"/>
                  <a:pt x="80100" y="26404"/>
                </a:cubicBezTo>
                <a:lnTo>
                  <a:pt x="80159" y="26424"/>
                </a:lnTo>
                <a:lnTo>
                  <a:pt x="81845" y="25611"/>
                </a:lnTo>
                <a:lnTo>
                  <a:pt x="81924" y="25551"/>
                </a:lnTo>
                <a:cubicBezTo>
                  <a:pt x="82023" y="25531"/>
                  <a:pt x="82043" y="25412"/>
                  <a:pt x="82003" y="25333"/>
                </a:cubicBezTo>
                <a:cubicBezTo>
                  <a:pt x="81964" y="25280"/>
                  <a:pt x="81907" y="25254"/>
                  <a:pt x="81855" y="25254"/>
                </a:cubicBezTo>
                <a:close/>
                <a:moveTo>
                  <a:pt x="77650" y="27033"/>
                </a:moveTo>
                <a:cubicBezTo>
                  <a:pt x="77634" y="27033"/>
                  <a:pt x="77618" y="27035"/>
                  <a:pt x="77601" y="27038"/>
                </a:cubicBezTo>
                <a:cubicBezTo>
                  <a:pt x="77026" y="27257"/>
                  <a:pt x="76391" y="27455"/>
                  <a:pt x="75757" y="27653"/>
                </a:cubicBezTo>
                <a:cubicBezTo>
                  <a:pt x="75677" y="27693"/>
                  <a:pt x="75638" y="27772"/>
                  <a:pt x="75657" y="27851"/>
                </a:cubicBezTo>
                <a:cubicBezTo>
                  <a:pt x="75657" y="27931"/>
                  <a:pt x="75737" y="27990"/>
                  <a:pt x="75796" y="27990"/>
                </a:cubicBezTo>
                <a:lnTo>
                  <a:pt x="75856" y="27970"/>
                </a:lnTo>
                <a:lnTo>
                  <a:pt x="77720" y="27376"/>
                </a:lnTo>
                <a:cubicBezTo>
                  <a:pt x="77819" y="27316"/>
                  <a:pt x="77859" y="27237"/>
                  <a:pt x="77819" y="27138"/>
                </a:cubicBezTo>
                <a:cubicBezTo>
                  <a:pt x="77786" y="27072"/>
                  <a:pt x="77726" y="27033"/>
                  <a:pt x="77650" y="27033"/>
                </a:cubicBezTo>
                <a:close/>
                <a:moveTo>
                  <a:pt x="73289" y="28343"/>
                </a:moveTo>
                <a:cubicBezTo>
                  <a:pt x="73279" y="28343"/>
                  <a:pt x="73268" y="28345"/>
                  <a:pt x="73258" y="28347"/>
                </a:cubicBezTo>
                <a:lnTo>
                  <a:pt x="71374" y="28823"/>
                </a:lnTo>
                <a:cubicBezTo>
                  <a:pt x="71275" y="28843"/>
                  <a:pt x="71215" y="28942"/>
                  <a:pt x="71235" y="29022"/>
                </a:cubicBezTo>
                <a:cubicBezTo>
                  <a:pt x="71252" y="29090"/>
                  <a:pt x="71299" y="29144"/>
                  <a:pt x="71363" y="29144"/>
                </a:cubicBezTo>
                <a:cubicBezTo>
                  <a:pt x="71373" y="29144"/>
                  <a:pt x="71383" y="29143"/>
                  <a:pt x="71394" y="29141"/>
                </a:cubicBezTo>
                <a:lnTo>
                  <a:pt x="71433" y="29141"/>
                </a:lnTo>
                <a:lnTo>
                  <a:pt x="73317" y="28684"/>
                </a:lnTo>
                <a:cubicBezTo>
                  <a:pt x="73416" y="28665"/>
                  <a:pt x="73456" y="28565"/>
                  <a:pt x="73456" y="28486"/>
                </a:cubicBezTo>
                <a:cubicBezTo>
                  <a:pt x="73439" y="28400"/>
                  <a:pt x="73361" y="28343"/>
                  <a:pt x="73289" y="28343"/>
                </a:cubicBezTo>
                <a:close/>
                <a:moveTo>
                  <a:pt x="68816" y="29398"/>
                </a:moveTo>
                <a:lnTo>
                  <a:pt x="66912" y="29815"/>
                </a:lnTo>
                <a:cubicBezTo>
                  <a:pt x="66813" y="29835"/>
                  <a:pt x="66753" y="29934"/>
                  <a:pt x="66773" y="30013"/>
                </a:cubicBezTo>
                <a:cubicBezTo>
                  <a:pt x="66790" y="30082"/>
                  <a:pt x="66837" y="30136"/>
                  <a:pt x="66901" y="30136"/>
                </a:cubicBezTo>
                <a:cubicBezTo>
                  <a:pt x="66911" y="30136"/>
                  <a:pt x="66921" y="30135"/>
                  <a:pt x="66932" y="30132"/>
                </a:cubicBezTo>
                <a:lnTo>
                  <a:pt x="66971" y="30132"/>
                </a:lnTo>
                <a:lnTo>
                  <a:pt x="68895" y="29716"/>
                </a:lnTo>
                <a:cubicBezTo>
                  <a:pt x="68974" y="29716"/>
                  <a:pt x="69034" y="29616"/>
                  <a:pt x="69014" y="29517"/>
                </a:cubicBezTo>
                <a:cubicBezTo>
                  <a:pt x="68974" y="29438"/>
                  <a:pt x="68895" y="29398"/>
                  <a:pt x="68816" y="29398"/>
                </a:cubicBezTo>
                <a:close/>
                <a:moveTo>
                  <a:pt x="64396" y="30405"/>
                </a:moveTo>
                <a:cubicBezTo>
                  <a:pt x="64381" y="30405"/>
                  <a:pt x="64367" y="30406"/>
                  <a:pt x="64354" y="30410"/>
                </a:cubicBezTo>
                <a:lnTo>
                  <a:pt x="64135" y="30469"/>
                </a:lnTo>
                <a:lnTo>
                  <a:pt x="62470" y="30886"/>
                </a:lnTo>
                <a:cubicBezTo>
                  <a:pt x="62370" y="30886"/>
                  <a:pt x="62311" y="30985"/>
                  <a:pt x="62351" y="31084"/>
                </a:cubicBezTo>
                <a:cubicBezTo>
                  <a:pt x="62351" y="31163"/>
                  <a:pt x="62410" y="31203"/>
                  <a:pt x="62489" y="31203"/>
                </a:cubicBezTo>
                <a:lnTo>
                  <a:pt x="62549" y="31183"/>
                </a:lnTo>
                <a:lnTo>
                  <a:pt x="64195" y="30787"/>
                </a:lnTo>
                <a:lnTo>
                  <a:pt x="64433" y="30707"/>
                </a:lnTo>
                <a:cubicBezTo>
                  <a:pt x="64512" y="30707"/>
                  <a:pt x="64572" y="30608"/>
                  <a:pt x="64552" y="30509"/>
                </a:cubicBezTo>
                <a:cubicBezTo>
                  <a:pt x="64535" y="30443"/>
                  <a:pt x="64465" y="30405"/>
                  <a:pt x="64396" y="30405"/>
                </a:cubicBezTo>
                <a:close/>
                <a:moveTo>
                  <a:pt x="59994" y="31567"/>
                </a:moveTo>
                <a:cubicBezTo>
                  <a:pt x="59974" y="31567"/>
                  <a:pt x="59952" y="31571"/>
                  <a:pt x="59931" y="31580"/>
                </a:cubicBezTo>
                <a:lnTo>
                  <a:pt x="58087" y="32195"/>
                </a:lnTo>
                <a:cubicBezTo>
                  <a:pt x="57988" y="32234"/>
                  <a:pt x="57948" y="32333"/>
                  <a:pt x="57988" y="32413"/>
                </a:cubicBezTo>
                <a:cubicBezTo>
                  <a:pt x="57988" y="32478"/>
                  <a:pt x="58042" y="32517"/>
                  <a:pt x="58095" y="32517"/>
                </a:cubicBezTo>
                <a:cubicBezTo>
                  <a:pt x="58106" y="32517"/>
                  <a:pt x="58116" y="32515"/>
                  <a:pt x="58127" y="32512"/>
                </a:cubicBezTo>
                <a:lnTo>
                  <a:pt x="58186" y="32512"/>
                </a:lnTo>
                <a:lnTo>
                  <a:pt x="60030" y="31897"/>
                </a:lnTo>
                <a:cubicBezTo>
                  <a:pt x="60110" y="31877"/>
                  <a:pt x="60149" y="31778"/>
                  <a:pt x="60129" y="31699"/>
                </a:cubicBezTo>
                <a:cubicBezTo>
                  <a:pt x="60129" y="31621"/>
                  <a:pt x="60068" y="31567"/>
                  <a:pt x="59994" y="31567"/>
                </a:cubicBezTo>
                <a:close/>
                <a:moveTo>
                  <a:pt x="55702" y="33154"/>
                </a:moveTo>
                <a:cubicBezTo>
                  <a:pt x="55683" y="33154"/>
                  <a:pt x="55665" y="33158"/>
                  <a:pt x="55648" y="33166"/>
                </a:cubicBezTo>
                <a:cubicBezTo>
                  <a:pt x="55033" y="33444"/>
                  <a:pt x="54438" y="33741"/>
                  <a:pt x="53863" y="34039"/>
                </a:cubicBezTo>
                <a:cubicBezTo>
                  <a:pt x="53783" y="34059"/>
                  <a:pt x="53744" y="34158"/>
                  <a:pt x="53783" y="34237"/>
                </a:cubicBezTo>
                <a:cubicBezTo>
                  <a:pt x="53803" y="34297"/>
                  <a:pt x="53863" y="34336"/>
                  <a:pt x="53942" y="34336"/>
                </a:cubicBezTo>
                <a:lnTo>
                  <a:pt x="54021" y="34316"/>
                </a:lnTo>
                <a:lnTo>
                  <a:pt x="55767" y="33464"/>
                </a:lnTo>
                <a:cubicBezTo>
                  <a:pt x="55846" y="33424"/>
                  <a:pt x="55886" y="33345"/>
                  <a:pt x="55846" y="33265"/>
                </a:cubicBezTo>
                <a:cubicBezTo>
                  <a:pt x="55830" y="33203"/>
                  <a:pt x="55767" y="33154"/>
                  <a:pt x="55702" y="33154"/>
                </a:cubicBezTo>
                <a:close/>
                <a:moveTo>
                  <a:pt x="51683" y="35303"/>
                </a:moveTo>
                <a:cubicBezTo>
                  <a:pt x="51654" y="35303"/>
                  <a:pt x="51626" y="35316"/>
                  <a:pt x="51602" y="35348"/>
                </a:cubicBezTo>
                <a:cubicBezTo>
                  <a:pt x="51047" y="35705"/>
                  <a:pt x="50511" y="36081"/>
                  <a:pt x="49996" y="36518"/>
                </a:cubicBezTo>
                <a:cubicBezTo>
                  <a:pt x="49916" y="36557"/>
                  <a:pt x="49916" y="36676"/>
                  <a:pt x="49976" y="36736"/>
                </a:cubicBezTo>
                <a:lnTo>
                  <a:pt x="50095" y="36795"/>
                </a:lnTo>
                <a:lnTo>
                  <a:pt x="50194" y="36756"/>
                </a:lnTo>
                <a:cubicBezTo>
                  <a:pt x="50690" y="36359"/>
                  <a:pt x="51245" y="36002"/>
                  <a:pt x="51780" y="35625"/>
                </a:cubicBezTo>
                <a:cubicBezTo>
                  <a:pt x="51960" y="35593"/>
                  <a:pt x="51816" y="35303"/>
                  <a:pt x="51683" y="35303"/>
                </a:cubicBezTo>
                <a:close/>
                <a:moveTo>
                  <a:pt x="48182" y="38228"/>
                </a:moveTo>
                <a:cubicBezTo>
                  <a:pt x="48145" y="38228"/>
                  <a:pt x="48106" y="38244"/>
                  <a:pt x="48072" y="38283"/>
                </a:cubicBezTo>
                <a:lnTo>
                  <a:pt x="47775" y="38580"/>
                </a:lnTo>
                <a:cubicBezTo>
                  <a:pt x="47418" y="38937"/>
                  <a:pt x="47100" y="39334"/>
                  <a:pt x="46783" y="39770"/>
                </a:cubicBezTo>
                <a:cubicBezTo>
                  <a:pt x="46704" y="39830"/>
                  <a:pt x="46723" y="39929"/>
                  <a:pt x="46803" y="39988"/>
                </a:cubicBezTo>
                <a:lnTo>
                  <a:pt x="46902" y="40028"/>
                </a:lnTo>
                <a:cubicBezTo>
                  <a:pt x="46942" y="40028"/>
                  <a:pt x="47001" y="40008"/>
                  <a:pt x="47021" y="39968"/>
                </a:cubicBezTo>
                <a:cubicBezTo>
                  <a:pt x="47338" y="39572"/>
                  <a:pt x="47675" y="39175"/>
                  <a:pt x="48013" y="38798"/>
                </a:cubicBezTo>
                <a:lnTo>
                  <a:pt x="48290" y="38501"/>
                </a:lnTo>
                <a:cubicBezTo>
                  <a:pt x="48395" y="38381"/>
                  <a:pt x="48296" y="38228"/>
                  <a:pt x="48182" y="38228"/>
                </a:cubicBezTo>
                <a:close/>
                <a:moveTo>
                  <a:pt x="45430" y="41892"/>
                </a:moveTo>
                <a:cubicBezTo>
                  <a:pt x="45373" y="41892"/>
                  <a:pt x="45315" y="41918"/>
                  <a:pt x="45276" y="41971"/>
                </a:cubicBezTo>
                <a:cubicBezTo>
                  <a:pt x="44958" y="42546"/>
                  <a:pt x="44661" y="43122"/>
                  <a:pt x="44383" y="43716"/>
                </a:cubicBezTo>
                <a:cubicBezTo>
                  <a:pt x="44364" y="43796"/>
                  <a:pt x="44383" y="43895"/>
                  <a:pt x="44463" y="43935"/>
                </a:cubicBezTo>
                <a:lnTo>
                  <a:pt x="44542" y="43935"/>
                </a:lnTo>
                <a:cubicBezTo>
                  <a:pt x="44602" y="43935"/>
                  <a:pt x="44661" y="43895"/>
                  <a:pt x="44701" y="43855"/>
                </a:cubicBezTo>
                <a:cubicBezTo>
                  <a:pt x="44958" y="43260"/>
                  <a:pt x="45256" y="42685"/>
                  <a:pt x="45593" y="42150"/>
                </a:cubicBezTo>
                <a:cubicBezTo>
                  <a:pt x="45633" y="42051"/>
                  <a:pt x="45613" y="41952"/>
                  <a:pt x="45514" y="41912"/>
                </a:cubicBezTo>
                <a:cubicBezTo>
                  <a:pt x="45487" y="41899"/>
                  <a:pt x="45459" y="41892"/>
                  <a:pt x="45430" y="41892"/>
                </a:cubicBezTo>
                <a:close/>
                <a:moveTo>
                  <a:pt x="43607" y="46032"/>
                </a:moveTo>
                <a:cubicBezTo>
                  <a:pt x="43538" y="46032"/>
                  <a:pt x="43464" y="46070"/>
                  <a:pt x="43431" y="46136"/>
                </a:cubicBezTo>
                <a:cubicBezTo>
                  <a:pt x="43233" y="46751"/>
                  <a:pt x="43055" y="47365"/>
                  <a:pt x="42876" y="48040"/>
                </a:cubicBezTo>
                <a:cubicBezTo>
                  <a:pt x="42876" y="48119"/>
                  <a:pt x="42936" y="48198"/>
                  <a:pt x="43015" y="48238"/>
                </a:cubicBezTo>
                <a:lnTo>
                  <a:pt x="43055" y="48238"/>
                </a:lnTo>
                <a:cubicBezTo>
                  <a:pt x="43134" y="48238"/>
                  <a:pt x="43194" y="48179"/>
                  <a:pt x="43213" y="48119"/>
                </a:cubicBezTo>
                <a:cubicBezTo>
                  <a:pt x="43372" y="47465"/>
                  <a:pt x="43550" y="46850"/>
                  <a:pt x="43749" y="46235"/>
                </a:cubicBezTo>
                <a:cubicBezTo>
                  <a:pt x="43769" y="46156"/>
                  <a:pt x="43729" y="46057"/>
                  <a:pt x="43650" y="46037"/>
                </a:cubicBezTo>
                <a:cubicBezTo>
                  <a:pt x="43636" y="46033"/>
                  <a:pt x="43622" y="46032"/>
                  <a:pt x="43607" y="46032"/>
                </a:cubicBezTo>
                <a:close/>
                <a:moveTo>
                  <a:pt x="42528" y="50475"/>
                </a:moveTo>
                <a:cubicBezTo>
                  <a:pt x="42460" y="50475"/>
                  <a:pt x="42398" y="50529"/>
                  <a:pt x="42380" y="50598"/>
                </a:cubicBezTo>
                <a:cubicBezTo>
                  <a:pt x="42281" y="51233"/>
                  <a:pt x="42182" y="51887"/>
                  <a:pt x="42142" y="52561"/>
                </a:cubicBezTo>
                <a:cubicBezTo>
                  <a:pt x="42123" y="52641"/>
                  <a:pt x="42202" y="52720"/>
                  <a:pt x="42281" y="52720"/>
                </a:cubicBezTo>
                <a:cubicBezTo>
                  <a:pt x="42380" y="52720"/>
                  <a:pt x="42460" y="52680"/>
                  <a:pt x="42460" y="52581"/>
                </a:cubicBezTo>
                <a:cubicBezTo>
                  <a:pt x="42539" y="51927"/>
                  <a:pt x="42618" y="51292"/>
                  <a:pt x="42718" y="50638"/>
                </a:cubicBezTo>
                <a:cubicBezTo>
                  <a:pt x="42718" y="50558"/>
                  <a:pt x="42638" y="50479"/>
                  <a:pt x="42559" y="50479"/>
                </a:cubicBezTo>
                <a:cubicBezTo>
                  <a:pt x="42548" y="50476"/>
                  <a:pt x="42538" y="50475"/>
                  <a:pt x="42528" y="50475"/>
                </a:cubicBezTo>
                <a:close/>
                <a:moveTo>
                  <a:pt x="42142" y="55000"/>
                </a:moveTo>
                <a:cubicBezTo>
                  <a:pt x="42063" y="55000"/>
                  <a:pt x="41964" y="55080"/>
                  <a:pt x="41964" y="55159"/>
                </a:cubicBezTo>
                <a:lnTo>
                  <a:pt x="41964" y="57142"/>
                </a:lnTo>
                <a:cubicBezTo>
                  <a:pt x="41964" y="57222"/>
                  <a:pt x="42023" y="57281"/>
                  <a:pt x="42123" y="57281"/>
                </a:cubicBezTo>
                <a:cubicBezTo>
                  <a:pt x="42202" y="57281"/>
                  <a:pt x="42281" y="57202"/>
                  <a:pt x="42281" y="57122"/>
                </a:cubicBezTo>
                <a:lnTo>
                  <a:pt x="42281" y="55179"/>
                </a:lnTo>
                <a:cubicBezTo>
                  <a:pt x="42301" y="55080"/>
                  <a:pt x="42222" y="55000"/>
                  <a:pt x="42142" y="55000"/>
                </a:cubicBezTo>
                <a:close/>
                <a:moveTo>
                  <a:pt x="42221" y="59619"/>
                </a:moveTo>
                <a:cubicBezTo>
                  <a:pt x="42152" y="59619"/>
                  <a:pt x="42084" y="59658"/>
                  <a:pt x="42063" y="59740"/>
                </a:cubicBezTo>
                <a:cubicBezTo>
                  <a:pt x="42123" y="60395"/>
                  <a:pt x="42162" y="61029"/>
                  <a:pt x="42242" y="61703"/>
                </a:cubicBezTo>
                <a:cubicBezTo>
                  <a:pt x="42242" y="61783"/>
                  <a:pt x="42321" y="61842"/>
                  <a:pt x="42420" y="61842"/>
                </a:cubicBezTo>
                <a:cubicBezTo>
                  <a:pt x="42519" y="61822"/>
                  <a:pt x="42579" y="61743"/>
                  <a:pt x="42559" y="61684"/>
                </a:cubicBezTo>
                <a:cubicBezTo>
                  <a:pt x="42519" y="61009"/>
                  <a:pt x="42440" y="60355"/>
                  <a:pt x="42380" y="59720"/>
                </a:cubicBezTo>
                <a:cubicBezTo>
                  <a:pt x="42352" y="59653"/>
                  <a:pt x="42286" y="59619"/>
                  <a:pt x="42221" y="59619"/>
                </a:cubicBezTo>
                <a:close/>
                <a:moveTo>
                  <a:pt x="42718" y="64103"/>
                </a:moveTo>
                <a:cubicBezTo>
                  <a:pt x="42618" y="64123"/>
                  <a:pt x="42559" y="64202"/>
                  <a:pt x="42559" y="64301"/>
                </a:cubicBezTo>
                <a:lnTo>
                  <a:pt x="42856" y="66245"/>
                </a:lnTo>
                <a:cubicBezTo>
                  <a:pt x="42876" y="66304"/>
                  <a:pt x="42956" y="66364"/>
                  <a:pt x="43035" y="66364"/>
                </a:cubicBezTo>
                <a:lnTo>
                  <a:pt x="43055" y="66364"/>
                </a:lnTo>
                <a:cubicBezTo>
                  <a:pt x="43134" y="66344"/>
                  <a:pt x="43194" y="66265"/>
                  <a:pt x="43174" y="66185"/>
                </a:cubicBezTo>
                <a:lnTo>
                  <a:pt x="42876" y="64262"/>
                </a:lnTo>
                <a:cubicBezTo>
                  <a:pt x="42876" y="64163"/>
                  <a:pt x="42797" y="64103"/>
                  <a:pt x="42718" y="64103"/>
                </a:cubicBezTo>
                <a:close/>
                <a:moveTo>
                  <a:pt x="43471" y="68650"/>
                </a:moveTo>
                <a:cubicBezTo>
                  <a:pt x="43389" y="68650"/>
                  <a:pt x="43312" y="68709"/>
                  <a:pt x="43312" y="68803"/>
                </a:cubicBezTo>
                <a:lnTo>
                  <a:pt x="43610" y="70548"/>
                </a:lnTo>
                <a:lnTo>
                  <a:pt x="43650" y="70727"/>
                </a:lnTo>
                <a:cubicBezTo>
                  <a:pt x="43650" y="70806"/>
                  <a:pt x="43709" y="70866"/>
                  <a:pt x="43808" y="70866"/>
                </a:cubicBezTo>
                <a:lnTo>
                  <a:pt x="43828" y="70866"/>
                </a:lnTo>
                <a:cubicBezTo>
                  <a:pt x="43907" y="70846"/>
                  <a:pt x="43967" y="70766"/>
                  <a:pt x="43967" y="70667"/>
                </a:cubicBezTo>
                <a:lnTo>
                  <a:pt x="43927" y="70489"/>
                </a:lnTo>
                <a:lnTo>
                  <a:pt x="43630" y="68744"/>
                </a:lnTo>
                <a:cubicBezTo>
                  <a:pt x="43589" y="68679"/>
                  <a:pt x="43529" y="68650"/>
                  <a:pt x="43471" y="68650"/>
                </a:cubicBezTo>
                <a:close/>
                <a:moveTo>
                  <a:pt x="44225" y="73106"/>
                </a:moveTo>
                <a:cubicBezTo>
                  <a:pt x="44126" y="73126"/>
                  <a:pt x="44086" y="73206"/>
                  <a:pt x="44106" y="73305"/>
                </a:cubicBezTo>
                <a:cubicBezTo>
                  <a:pt x="44205" y="73939"/>
                  <a:pt x="44324" y="74594"/>
                  <a:pt x="44423" y="75228"/>
                </a:cubicBezTo>
                <a:cubicBezTo>
                  <a:pt x="44423" y="75308"/>
                  <a:pt x="44502" y="75367"/>
                  <a:pt x="44562" y="75367"/>
                </a:cubicBezTo>
                <a:lnTo>
                  <a:pt x="44602" y="75367"/>
                </a:lnTo>
                <a:cubicBezTo>
                  <a:pt x="44681" y="75347"/>
                  <a:pt x="44740" y="75268"/>
                  <a:pt x="44740" y="75189"/>
                </a:cubicBezTo>
                <a:cubicBezTo>
                  <a:pt x="44641" y="74534"/>
                  <a:pt x="44522" y="73900"/>
                  <a:pt x="44423" y="73245"/>
                </a:cubicBezTo>
                <a:cubicBezTo>
                  <a:pt x="44403" y="73166"/>
                  <a:pt x="44304" y="73106"/>
                  <a:pt x="44225" y="73106"/>
                </a:cubicBezTo>
                <a:close/>
                <a:moveTo>
                  <a:pt x="44939" y="77608"/>
                </a:moveTo>
                <a:cubicBezTo>
                  <a:pt x="44840" y="77628"/>
                  <a:pt x="44780" y="77727"/>
                  <a:pt x="44780" y="77806"/>
                </a:cubicBezTo>
                <a:cubicBezTo>
                  <a:pt x="44879" y="78481"/>
                  <a:pt x="44958" y="79135"/>
                  <a:pt x="45038" y="79750"/>
                </a:cubicBezTo>
                <a:cubicBezTo>
                  <a:pt x="45038" y="79829"/>
                  <a:pt x="45097" y="79889"/>
                  <a:pt x="45177" y="79889"/>
                </a:cubicBezTo>
                <a:lnTo>
                  <a:pt x="45216" y="79889"/>
                </a:lnTo>
                <a:cubicBezTo>
                  <a:pt x="45296" y="79869"/>
                  <a:pt x="45355" y="79790"/>
                  <a:pt x="45355" y="79690"/>
                </a:cubicBezTo>
                <a:cubicBezTo>
                  <a:pt x="45276" y="79076"/>
                  <a:pt x="45216" y="78421"/>
                  <a:pt x="45117" y="77767"/>
                </a:cubicBezTo>
                <a:cubicBezTo>
                  <a:pt x="45117" y="77668"/>
                  <a:pt x="45038" y="77608"/>
                  <a:pt x="44939" y="77608"/>
                </a:cubicBezTo>
                <a:close/>
                <a:moveTo>
                  <a:pt x="45415" y="82150"/>
                </a:moveTo>
                <a:cubicBezTo>
                  <a:pt x="45335" y="82169"/>
                  <a:pt x="45276" y="82249"/>
                  <a:pt x="45256" y="82328"/>
                </a:cubicBezTo>
                <a:cubicBezTo>
                  <a:pt x="45315" y="83002"/>
                  <a:pt x="45335" y="83657"/>
                  <a:pt x="45355" y="84291"/>
                </a:cubicBezTo>
                <a:cubicBezTo>
                  <a:pt x="45355" y="84371"/>
                  <a:pt x="45434" y="84430"/>
                  <a:pt x="45514" y="84430"/>
                </a:cubicBezTo>
                <a:cubicBezTo>
                  <a:pt x="45593" y="84430"/>
                  <a:pt x="45672" y="84371"/>
                  <a:pt x="45672" y="84291"/>
                </a:cubicBezTo>
                <a:cubicBezTo>
                  <a:pt x="45653" y="83637"/>
                  <a:pt x="45633" y="82963"/>
                  <a:pt x="45573" y="82308"/>
                </a:cubicBezTo>
                <a:cubicBezTo>
                  <a:pt x="45573" y="82209"/>
                  <a:pt x="45494" y="82150"/>
                  <a:pt x="45415" y="82150"/>
                </a:cubicBezTo>
                <a:close/>
                <a:moveTo>
                  <a:pt x="45514" y="86711"/>
                </a:moveTo>
                <a:cubicBezTo>
                  <a:pt x="45415" y="86711"/>
                  <a:pt x="45335" y="86790"/>
                  <a:pt x="45335" y="86889"/>
                </a:cubicBezTo>
                <a:cubicBezTo>
                  <a:pt x="45315" y="87524"/>
                  <a:pt x="45256" y="88198"/>
                  <a:pt x="45196" y="88813"/>
                </a:cubicBezTo>
                <a:cubicBezTo>
                  <a:pt x="45196" y="88912"/>
                  <a:pt x="45236" y="88991"/>
                  <a:pt x="45335" y="88991"/>
                </a:cubicBezTo>
                <a:lnTo>
                  <a:pt x="45355" y="88991"/>
                </a:lnTo>
                <a:cubicBezTo>
                  <a:pt x="45434" y="88991"/>
                  <a:pt x="45514" y="88932"/>
                  <a:pt x="45514" y="88852"/>
                </a:cubicBezTo>
                <a:cubicBezTo>
                  <a:pt x="45573" y="88218"/>
                  <a:pt x="45633" y="87563"/>
                  <a:pt x="45653" y="86889"/>
                </a:cubicBezTo>
                <a:cubicBezTo>
                  <a:pt x="45653" y="86810"/>
                  <a:pt x="45593" y="86731"/>
                  <a:pt x="45514" y="86711"/>
                </a:cubicBezTo>
                <a:close/>
                <a:moveTo>
                  <a:pt x="45018" y="91252"/>
                </a:moveTo>
                <a:cubicBezTo>
                  <a:pt x="44919" y="91252"/>
                  <a:pt x="44859" y="91312"/>
                  <a:pt x="44840" y="91391"/>
                </a:cubicBezTo>
                <a:cubicBezTo>
                  <a:pt x="44721" y="92025"/>
                  <a:pt x="44602" y="92660"/>
                  <a:pt x="44423" y="93315"/>
                </a:cubicBezTo>
                <a:cubicBezTo>
                  <a:pt x="44403" y="93394"/>
                  <a:pt x="44463" y="93473"/>
                  <a:pt x="44542" y="93513"/>
                </a:cubicBezTo>
                <a:lnTo>
                  <a:pt x="44602" y="93513"/>
                </a:lnTo>
                <a:cubicBezTo>
                  <a:pt x="44661" y="93513"/>
                  <a:pt x="44721" y="93453"/>
                  <a:pt x="44740" y="93374"/>
                </a:cubicBezTo>
                <a:cubicBezTo>
                  <a:pt x="44879" y="92739"/>
                  <a:pt x="45038" y="92085"/>
                  <a:pt x="45157" y="91450"/>
                </a:cubicBezTo>
                <a:cubicBezTo>
                  <a:pt x="45157" y="91351"/>
                  <a:pt x="45097" y="91272"/>
                  <a:pt x="45018" y="91252"/>
                </a:cubicBezTo>
                <a:close/>
                <a:moveTo>
                  <a:pt x="43854" y="95679"/>
                </a:moveTo>
                <a:cubicBezTo>
                  <a:pt x="43788" y="95679"/>
                  <a:pt x="43733" y="95720"/>
                  <a:pt x="43689" y="95793"/>
                </a:cubicBezTo>
                <a:cubicBezTo>
                  <a:pt x="43511" y="96408"/>
                  <a:pt x="43273" y="97023"/>
                  <a:pt x="43055" y="97618"/>
                </a:cubicBezTo>
                <a:cubicBezTo>
                  <a:pt x="43015" y="97697"/>
                  <a:pt x="43055" y="97796"/>
                  <a:pt x="43134" y="97836"/>
                </a:cubicBezTo>
                <a:lnTo>
                  <a:pt x="43213" y="97836"/>
                </a:lnTo>
                <a:cubicBezTo>
                  <a:pt x="43273" y="97836"/>
                  <a:pt x="43332" y="97796"/>
                  <a:pt x="43352" y="97737"/>
                </a:cubicBezTo>
                <a:cubicBezTo>
                  <a:pt x="43590" y="97122"/>
                  <a:pt x="43828" y="96507"/>
                  <a:pt x="44026" y="95893"/>
                </a:cubicBezTo>
                <a:cubicBezTo>
                  <a:pt x="44046" y="95793"/>
                  <a:pt x="44007" y="95714"/>
                  <a:pt x="43927" y="95694"/>
                </a:cubicBezTo>
                <a:cubicBezTo>
                  <a:pt x="43902" y="95684"/>
                  <a:pt x="43877" y="95679"/>
                  <a:pt x="43854" y="95679"/>
                </a:cubicBezTo>
                <a:close/>
                <a:moveTo>
                  <a:pt x="42153" y="99929"/>
                </a:moveTo>
                <a:cubicBezTo>
                  <a:pt x="42092" y="99929"/>
                  <a:pt x="42030" y="99965"/>
                  <a:pt x="42004" y="100017"/>
                </a:cubicBezTo>
                <a:cubicBezTo>
                  <a:pt x="41746" y="100593"/>
                  <a:pt x="41448" y="101188"/>
                  <a:pt x="41111" y="101763"/>
                </a:cubicBezTo>
                <a:cubicBezTo>
                  <a:pt x="41091" y="101842"/>
                  <a:pt x="41111" y="101941"/>
                  <a:pt x="41191" y="101981"/>
                </a:cubicBezTo>
                <a:lnTo>
                  <a:pt x="41270" y="101981"/>
                </a:lnTo>
                <a:cubicBezTo>
                  <a:pt x="41329" y="101981"/>
                  <a:pt x="41389" y="101961"/>
                  <a:pt x="41409" y="101901"/>
                </a:cubicBezTo>
                <a:cubicBezTo>
                  <a:pt x="41706" y="101326"/>
                  <a:pt x="42043" y="100751"/>
                  <a:pt x="42301" y="100176"/>
                </a:cubicBezTo>
                <a:cubicBezTo>
                  <a:pt x="42341" y="100077"/>
                  <a:pt x="42301" y="99978"/>
                  <a:pt x="42242" y="99958"/>
                </a:cubicBezTo>
                <a:cubicBezTo>
                  <a:pt x="42215" y="99938"/>
                  <a:pt x="42184" y="99929"/>
                  <a:pt x="42153" y="99929"/>
                </a:cubicBezTo>
                <a:close/>
                <a:moveTo>
                  <a:pt x="39901" y="103899"/>
                </a:moveTo>
                <a:cubicBezTo>
                  <a:pt x="39853" y="103899"/>
                  <a:pt x="39813" y="103923"/>
                  <a:pt x="39802" y="103984"/>
                </a:cubicBezTo>
                <a:cubicBezTo>
                  <a:pt x="39465" y="104539"/>
                  <a:pt x="39088" y="105074"/>
                  <a:pt x="38712" y="105630"/>
                </a:cubicBezTo>
                <a:cubicBezTo>
                  <a:pt x="38672" y="105709"/>
                  <a:pt x="38692" y="105788"/>
                  <a:pt x="38771" y="105848"/>
                </a:cubicBezTo>
                <a:lnTo>
                  <a:pt x="38870" y="105848"/>
                </a:lnTo>
                <a:cubicBezTo>
                  <a:pt x="38910" y="105848"/>
                  <a:pt x="38969" y="105828"/>
                  <a:pt x="38989" y="105808"/>
                </a:cubicBezTo>
                <a:cubicBezTo>
                  <a:pt x="39366" y="105273"/>
                  <a:pt x="39743" y="104717"/>
                  <a:pt x="40080" y="104162"/>
                </a:cubicBezTo>
                <a:cubicBezTo>
                  <a:pt x="40209" y="104062"/>
                  <a:pt x="40027" y="103899"/>
                  <a:pt x="39901" y="103899"/>
                </a:cubicBezTo>
                <a:close/>
                <a:moveTo>
                  <a:pt x="37289" y="107605"/>
                </a:moveTo>
                <a:cubicBezTo>
                  <a:pt x="37242" y="107605"/>
                  <a:pt x="37198" y="107620"/>
                  <a:pt x="37165" y="107653"/>
                </a:cubicBezTo>
                <a:cubicBezTo>
                  <a:pt x="36768" y="108188"/>
                  <a:pt x="36332" y="108684"/>
                  <a:pt x="35915" y="109180"/>
                </a:cubicBezTo>
                <a:cubicBezTo>
                  <a:pt x="35856" y="109239"/>
                  <a:pt x="35876" y="109338"/>
                  <a:pt x="35935" y="109398"/>
                </a:cubicBezTo>
                <a:cubicBezTo>
                  <a:pt x="35955" y="109418"/>
                  <a:pt x="35995" y="109437"/>
                  <a:pt x="36034" y="109437"/>
                </a:cubicBezTo>
                <a:cubicBezTo>
                  <a:pt x="36094" y="109437"/>
                  <a:pt x="36134" y="109418"/>
                  <a:pt x="36173" y="109378"/>
                </a:cubicBezTo>
                <a:cubicBezTo>
                  <a:pt x="36590" y="108882"/>
                  <a:pt x="37026" y="108386"/>
                  <a:pt x="37423" y="107890"/>
                </a:cubicBezTo>
                <a:cubicBezTo>
                  <a:pt x="37482" y="107811"/>
                  <a:pt x="37462" y="107692"/>
                  <a:pt x="37403" y="107633"/>
                </a:cubicBezTo>
                <a:cubicBezTo>
                  <a:pt x="37367" y="107615"/>
                  <a:pt x="37327" y="107605"/>
                  <a:pt x="37289" y="107605"/>
                </a:cubicBezTo>
                <a:close/>
                <a:moveTo>
                  <a:pt x="34266" y="111031"/>
                </a:moveTo>
                <a:cubicBezTo>
                  <a:pt x="34228" y="111031"/>
                  <a:pt x="34188" y="111046"/>
                  <a:pt x="34150" y="111083"/>
                </a:cubicBezTo>
                <a:cubicBezTo>
                  <a:pt x="33714" y="111520"/>
                  <a:pt x="33238" y="111996"/>
                  <a:pt x="32742" y="112452"/>
                </a:cubicBezTo>
                <a:cubicBezTo>
                  <a:pt x="32683" y="112511"/>
                  <a:pt x="32683" y="112591"/>
                  <a:pt x="32742" y="112670"/>
                </a:cubicBezTo>
                <a:lnTo>
                  <a:pt x="32861" y="112709"/>
                </a:lnTo>
                <a:lnTo>
                  <a:pt x="32961" y="112670"/>
                </a:lnTo>
                <a:cubicBezTo>
                  <a:pt x="33456" y="112214"/>
                  <a:pt x="33932" y="111777"/>
                  <a:pt x="34388" y="111301"/>
                </a:cubicBezTo>
                <a:cubicBezTo>
                  <a:pt x="34495" y="111195"/>
                  <a:pt x="34392" y="111031"/>
                  <a:pt x="34266" y="111031"/>
                </a:cubicBezTo>
                <a:close/>
                <a:moveTo>
                  <a:pt x="30919" y="114115"/>
                </a:moveTo>
                <a:cubicBezTo>
                  <a:pt x="30883" y="114115"/>
                  <a:pt x="30846" y="114130"/>
                  <a:pt x="30819" y="114157"/>
                </a:cubicBezTo>
                <a:lnTo>
                  <a:pt x="29292" y="115367"/>
                </a:lnTo>
                <a:cubicBezTo>
                  <a:pt x="29232" y="115426"/>
                  <a:pt x="29193" y="115526"/>
                  <a:pt x="29252" y="115625"/>
                </a:cubicBezTo>
                <a:lnTo>
                  <a:pt x="29391" y="115664"/>
                </a:lnTo>
                <a:lnTo>
                  <a:pt x="29490" y="115645"/>
                </a:lnTo>
                <a:cubicBezTo>
                  <a:pt x="30025" y="115248"/>
                  <a:pt x="30521" y="114831"/>
                  <a:pt x="31017" y="114395"/>
                </a:cubicBezTo>
                <a:cubicBezTo>
                  <a:pt x="31077" y="114355"/>
                  <a:pt x="31096" y="114237"/>
                  <a:pt x="31037" y="114177"/>
                </a:cubicBezTo>
                <a:cubicBezTo>
                  <a:pt x="31005" y="114135"/>
                  <a:pt x="30962" y="114115"/>
                  <a:pt x="30919" y="114115"/>
                </a:cubicBezTo>
                <a:close/>
                <a:moveTo>
                  <a:pt x="27278" y="116860"/>
                </a:moveTo>
                <a:cubicBezTo>
                  <a:pt x="27247" y="116860"/>
                  <a:pt x="27216" y="116876"/>
                  <a:pt x="27190" y="116914"/>
                </a:cubicBezTo>
                <a:lnTo>
                  <a:pt x="25563" y="117965"/>
                </a:lnTo>
                <a:cubicBezTo>
                  <a:pt x="25484" y="118024"/>
                  <a:pt x="25464" y="118143"/>
                  <a:pt x="25504" y="118223"/>
                </a:cubicBezTo>
                <a:cubicBezTo>
                  <a:pt x="25544" y="118262"/>
                  <a:pt x="25603" y="118282"/>
                  <a:pt x="25663" y="118302"/>
                </a:cubicBezTo>
                <a:lnTo>
                  <a:pt x="25722" y="118262"/>
                </a:lnTo>
                <a:lnTo>
                  <a:pt x="27368" y="117172"/>
                </a:lnTo>
                <a:cubicBezTo>
                  <a:pt x="27545" y="117139"/>
                  <a:pt x="27409" y="116860"/>
                  <a:pt x="27278" y="116860"/>
                </a:cubicBezTo>
                <a:close/>
                <a:moveTo>
                  <a:pt x="23367" y="119328"/>
                </a:moveTo>
                <a:cubicBezTo>
                  <a:pt x="23353" y="119328"/>
                  <a:pt x="23338" y="119329"/>
                  <a:pt x="23322" y="119333"/>
                </a:cubicBezTo>
                <a:lnTo>
                  <a:pt x="21617" y="120245"/>
                </a:lnTo>
                <a:cubicBezTo>
                  <a:pt x="21538" y="120305"/>
                  <a:pt x="21518" y="120384"/>
                  <a:pt x="21538" y="120483"/>
                </a:cubicBezTo>
                <a:cubicBezTo>
                  <a:pt x="21557" y="120523"/>
                  <a:pt x="21617" y="120563"/>
                  <a:pt x="21696" y="120583"/>
                </a:cubicBezTo>
                <a:lnTo>
                  <a:pt x="21756" y="120543"/>
                </a:lnTo>
                <a:cubicBezTo>
                  <a:pt x="22351" y="120245"/>
                  <a:pt x="22926" y="119928"/>
                  <a:pt x="23501" y="119611"/>
                </a:cubicBezTo>
                <a:cubicBezTo>
                  <a:pt x="23573" y="119485"/>
                  <a:pt x="23499" y="119328"/>
                  <a:pt x="23367" y="119328"/>
                </a:cubicBezTo>
                <a:close/>
                <a:moveTo>
                  <a:pt x="19343" y="121409"/>
                </a:moveTo>
                <a:cubicBezTo>
                  <a:pt x="19321" y="121409"/>
                  <a:pt x="19299" y="121411"/>
                  <a:pt x="19277" y="121415"/>
                </a:cubicBezTo>
                <a:cubicBezTo>
                  <a:pt x="18722" y="121713"/>
                  <a:pt x="18127" y="121991"/>
                  <a:pt x="17532" y="122229"/>
                </a:cubicBezTo>
                <a:cubicBezTo>
                  <a:pt x="17452" y="122288"/>
                  <a:pt x="17413" y="122367"/>
                  <a:pt x="17433" y="122466"/>
                </a:cubicBezTo>
                <a:cubicBezTo>
                  <a:pt x="17472" y="122506"/>
                  <a:pt x="17532" y="122546"/>
                  <a:pt x="17591" y="122566"/>
                </a:cubicBezTo>
                <a:lnTo>
                  <a:pt x="17651" y="122526"/>
                </a:lnTo>
                <a:cubicBezTo>
                  <a:pt x="18246" y="122288"/>
                  <a:pt x="18841" y="122010"/>
                  <a:pt x="19436" y="121713"/>
                </a:cubicBezTo>
                <a:cubicBezTo>
                  <a:pt x="19515" y="121673"/>
                  <a:pt x="19535" y="121594"/>
                  <a:pt x="19515" y="121515"/>
                </a:cubicBezTo>
                <a:cubicBezTo>
                  <a:pt x="19484" y="121438"/>
                  <a:pt x="19418" y="121409"/>
                  <a:pt x="19343" y="121409"/>
                </a:cubicBezTo>
                <a:close/>
                <a:moveTo>
                  <a:pt x="15196" y="123240"/>
                </a:moveTo>
                <a:cubicBezTo>
                  <a:pt x="15167" y="123240"/>
                  <a:pt x="15139" y="123247"/>
                  <a:pt x="15112" y="123260"/>
                </a:cubicBezTo>
                <a:lnTo>
                  <a:pt x="13288" y="123954"/>
                </a:lnTo>
                <a:cubicBezTo>
                  <a:pt x="13208" y="123974"/>
                  <a:pt x="13169" y="124053"/>
                  <a:pt x="13189" y="124152"/>
                </a:cubicBezTo>
                <a:cubicBezTo>
                  <a:pt x="13208" y="124212"/>
                  <a:pt x="13288" y="124271"/>
                  <a:pt x="13367" y="124271"/>
                </a:cubicBezTo>
                <a:lnTo>
                  <a:pt x="13407" y="124251"/>
                </a:lnTo>
                <a:lnTo>
                  <a:pt x="15251" y="123557"/>
                </a:lnTo>
                <a:cubicBezTo>
                  <a:pt x="15330" y="123498"/>
                  <a:pt x="15370" y="123418"/>
                  <a:pt x="15350" y="123319"/>
                </a:cubicBezTo>
                <a:cubicBezTo>
                  <a:pt x="15311" y="123266"/>
                  <a:pt x="15253" y="123240"/>
                  <a:pt x="15196" y="123240"/>
                </a:cubicBezTo>
                <a:close/>
                <a:moveTo>
                  <a:pt x="10871" y="124782"/>
                </a:moveTo>
                <a:cubicBezTo>
                  <a:pt x="10857" y="124782"/>
                  <a:pt x="10842" y="124783"/>
                  <a:pt x="10829" y="124787"/>
                </a:cubicBezTo>
                <a:lnTo>
                  <a:pt x="8965" y="125382"/>
                </a:lnTo>
                <a:cubicBezTo>
                  <a:pt x="8885" y="125421"/>
                  <a:pt x="8846" y="125501"/>
                  <a:pt x="8865" y="125580"/>
                </a:cubicBezTo>
                <a:cubicBezTo>
                  <a:pt x="8885" y="125659"/>
                  <a:pt x="8945" y="125699"/>
                  <a:pt x="9024" y="125699"/>
                </a:cubicBezTo>
                <a:lnTo>
                  <a:pt x="9064" y="125699"/>
                </a:lnTo>
                <a:lnTo>
                  <a:pt x="10928" y="125104"/>
                </a:lnTo>
                <a:cubicBezTo>
                  <a:pt x="11027" y="125084"/>
                  <a:pt x="11087" y="124985"/>
                  <a:pt x="11047" y="124886"/>
                </a:cubicBezTo>
                <a:cubicBezTo>
                  <a:pt x="11014" y="124820"/>
                  <a:pt x="10940" y="124782"/>
                  <a:pt x="10871" y="124782"/>
                </a:cubicBezTo>
                <a:close/>
                <a:moveTo>
                  <a:pt x="6503" y="126092"/>
                </a:moveTo>
                <a:cubicBezTo>
                  <a:pt x="6491" y="126092"/>
                  <a:pt x="6479" y="126093"/>
                  <a:pt x="6466" y="126096"/>
                </a:cubicBezTo>
                <a:lnTo>
                  <a:pt x="4582" y="126591"/>
                </a:lnTo>
                <a:cubicBezTo>
                  <a:pt x="4503" y="126611"/>
                  <a:pt x="4443" y="126710"/>
                  <a:pt x="4463" y="126790"/>
                </a:cubicBezTo>
                <a:cubicBezTo>
                  <a:pt x="4483" y="126869"/>
                  <a:pt x="4562" y="126909"/>
                  <a:pt x="4641" y="126929"/>
                </a:cubicBezTo>
                <a:lnTo>
                  <a:pt x="4661" y="126929"/>
                </a:lnTo>
                <a:lnTo>
                  <a:pt x="6565" y="126433"/>
                </a:lnTo>
                <a:cubicBezTo>
                  <a:pt x="6644" y="126393"/>
                  <a:pt x="6684" y="126314"/>
                  <a:pt x="6664" y="126234"/>
                </a:cubicBezTo>
                <a:cubicBezTo>
                  <a:pt x="6647" y="126148"/>
                  <a:pt x="6584" y="126092"/>
                  <a:pt x="6503" y="126092"/>
                </a:cubicBezTo>
                <a:close/>
                <a:moveTo>
                  <a:pt x="2103" y="127221"/>
                </a:moveTo>
                <a:cubicBezTo>
                  <a:pt x="2090" y="127221"/>
                  <a:pt x="2076" y="127223"/>
                  <a:pt x="2063" y="127226"/>
                </a:cubicBezTo>
                <a:lnTo>
                  <a:pt x="140" y="127623"/>
                </a:lnTo>
                <a:cubicBezTo>
                  <a:pt x="60" y="127642"/>
                  <a:pt x="1" y="127722"/>
                  <a:pt x="21" y="127821"/>
                </a:cubicBezTo>
                <a:cubicBezTo>
                  <a:pt x="40" y="127880"/>
                  <a:pt x="100" y="127940"/>
                  <a:pt x="179" y="127940"/>
                </a:cubicBezTo>
                <a:lnTo>
                  <a:pt x="199" y="127940"/>
                </a:lnTo>
                <a:lnTo>
                  <a:pt x="2123" y="127523"/>
                </a:lnTo>
                <a:cubicBezTo>
                  <a:pt x="2202" y="127523"/>
                  <a:pt x="2262" y="127424"/>
                  <a:pt x="2262" y="127345"/>
                </a:cubicBezTo>
                <a:cubicBezTo>
                  <a:pt x="2229" y="127262"/>
                  <a:pt x="2168" y="127221"/>
                  <a:pt x="2103" y="12722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textbox 32"/>
          <p:cNvSpPr/>
          <p:nvPr/>
        </p:nvSpPr>
        <p:spPr>
          <a:xfrm>
            <a:off x="882015" y="526415"/>
            <a:ext cx="4730115" cy="646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lang="en-US" sz="3800" b="1" kern="0" spc="6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r>
              <a:rPr sz="3800" b="1" kern="0" spc="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sz="3800" b="1" kern="0" spc="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认识</a:t>
            </a:r>
            <a:r>
              <a:rPr sz="3800" b="1" kern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Matlab</a:t>
            </a:r>
            <a:r>
              <a:rPr sz="3800" b="1" kern="0" spc="6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lang="zh-CN" sz="3800" b="1" kern="0" spc="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界面</a:t>
            </a:r>
            <a:endParaRPr sz="3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9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1365" algn="l" rtl="0" eaLnBrk="0">
              <a:lnSpc>
                <a:spcPct val="95000"/>
              </a:lnSpc>
              <a:spcBef>
                <a:spcPts val="725"/>
              </a:spcBef>
            </a:pP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1922780" y="5512435"/>
            <a:ext cx="8347075" cy="854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zh-CN" altLang="en-US" sz="2400" b="1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命令行窗口</a:t>
            </a:r>
            <a:r>
              <a:rPr lang="en-US" altLang="zh-CN" sz="2400" b="1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: </a:t>
            </a:r>
            <a:r>
              <a:rPr lang="zh-CN" altLang="en-US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直接与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matlab </a:t>
            </a:r>
            <a:r>
              <a:rPr lang="zh-CN" altLang="en-US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进行交互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, </a:t>
            </a:r>
            <a:r>
              <a:rPr lang="zh-CN" altLang="en-US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类似于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DOS , Shell </a:t>
            </a:r>
            <a:r>
              <a:rPr lang="zh-CN" altLang="en-US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等命令终端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; clc </a:t>
            </a:r>
            <a:r>
              <a:rPr lang="zh-CN" altLang="en-US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可以清除之前的命令内容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;</a:t>
            </a:r>
            <a:endParaRPr lang="en-US" altLang="zh-CN" sz="2400" spc="2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l"/>
            <a:endParaRPr lang="en-US" altLang="zh-CN" sz="2400" spc="2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l"/>
            <a:r>
              <a:rPr lang="en-US" altLang="zh-CN" sz="1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1400" spc="2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7" name="图片 6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8" name="图片 7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grpSp>
        <p:nvGrpSpPr>
          <p:cNvPr id="579" name="组合 578"/>
          <p:cNvGrpSpPr/>
          <p:nvPr/>
        </p:nvGrpSpPr>
        <p:grpSpPr>
          <a:xfrm>
            <a:off x="-107950" y="1583690"/>
            <a:ext cx="3279140" cy="4554220"/>
            <a:chOff x="14035" y="1820"/>
            <a:chExt cx="5164" cy="7172"/>
          </a:xfrm>
        </p:grpSpPr>
        <p:grpSp>
          <p:nvGrpSpPr>
            <p:cNvPr id="2208" name="Google Shape;2208;p36"/>
            <p:cNvGrpSpPr/>
            <p:nvPr/>
          </p:nvGrpSpPr>
          <p:grpSpPr>
            <a:xfrm>
              <a:off x="15401" y="4153"/>
              <a:ext cx="1385" cy="1035"/>
              <a:chOff x="4030925" y="2186525"/>
              <a:chExt cx="944700" cy="706325"/>
            </a:xfrm>
          </p:grpSpPr>
          <p:sp>
            <p:nvSpPr>
              <p:cNvPr id="2209" name="Google Shape;2209;p36"/>
              <p:cNvSpPr/>
              <p:nvPr/>
            </p:nvSpPr>
            <p:spPr>
              <a:xfrm>
                <a:off x="4030925" y="2186525"/>
                <a:ext cx="944700" cy="281675"/>
              </a:xfrm>
              <a:custGeom>
                <a:avLst/>
                <a:gdLst/>
                <a:ahLst/>
                <a:cxnLst/>
                <a:rect l="l" t="t" r="r" b="b"/>
                <a:pathLst>
                  <a:path w="37788" h="11267" extrusionOk="0">
                    <a:moveTo>
                      <a:pt x="33327" y="1430"/>
                    </a:moveTo>
                    <a:lnTo>
                      <a:pt x="9699" y="10348"/>
                    </a:lnTo>
                    <a:lnTo>
                      <a:pt x="1770" y="6049"/>
                    </a:lnTo>
                    <a:lnTo>
                      <a:pt x="33327" y="1430"/>
                    </a:lnTo>
                    <a:close/>
                    <a:moveTo>
                      <a:pt x="37185" y="0"/>
                    </a:moveTo>
                    <a:cubicBezTo>
                      <a:pt x="37164" y="0"/>
                      <a:pt x="37142" y="1"/>
                      <a:pt x="37120" y="5"/>
                    </a:cubicBezTo>
                    <a:lnTo>
                      <a:pt x="391" y="5383"/>
                    </a:lnTo>
                    <a:cubicBezTo>
                      <a:pt x="207" y="5406"/>
                      <a:pt x="69" y="5544"/>
                      <a:pt x="23" y="5728"/>
                    </a:cubicBezTo>
                    <a:cubicBezTo>
                      <a:pt x="0" y="5912"/>
                      <a:pt x="92" y="6095"/>
                      <a:pt x="253" y="6187"/>
                    </a:cubicBezTo>
                    <a:lnTo>
                      <a:pt x="9447" y="11221"/>
                    </a:lnTo>
                    <a:lnTo>
                      <a:pt x="9653" y="11267"/>
                    </a:lnTo>
                    <a:lnTo>
                      <a:pt x="9814" y="11244"/>
                    </a:lnTo>
                    <a:lnTo>
                      <a:pt x="37327" y="855"/>
                    </a:lnTo>
                    <a:cubicBezTo>
                      <a:pt x="37788" y="679"/>
                      <a:pt x="37641" y="0"/>
                      <a:pt x="371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0" name="Google Shape;2210;p36"/>
              <p:cNvSpPr/>
              <p:nvPr/>
            </p:nvSpPr>
            <p:spPr>
              <a:xfrm>
                <a:off x="4423950" y="2187475"/>
                <a:ext cx="547625" cy="512875"/>
              </a:xfrm>
              <a:custGeom>
                <a:avLst/>
                <a:gdLst/>
                <a:ahLst/>
                <a:cxnLst/>
                <a:rect l="l" t="t" r="r" b="b"/>
                <a:pathLst>
                  <a:path w="21905" h="20515" extrusionOk="0">
                    <a:moveTo>
                      <a:pt x="19882" y="2104"/>
                    </a:moveTo>
                    <a:lnTo>
                      <a:pt x="8918" y="19572"/>
                    </a:lnTo>
                    <a:lnTo>
                      <a:pt x="1265" y="15918"/>
                    </a:lnTo>
                    <a:lnTo>
                      <a:pt x="19882" y="2104"/>
                    </a:lnTo>
                    <a:close/>
                    <a:moveTo>
                      <a:pt x="21443" y="0"/>
                    </a:moveTo>
                    <a:cubicBezTo>
                      <a:pt x="21354" y="0"/>
                      <a:pt x="21266" y="29"/>
                      <a:pt x="21192" y="81"/>
                    </a:cubicBezTo>
                    <a:lnTo>
                      <a:pt x="184" y="15688"/>
                    </a:lnTo>
                    <a:cubicBezTo>
                      <a:pt x="69" y="15780"/>
                      <a:pt x="0" y="15941"/>
                      <a:pt x="23" y="16102"/>
                    </a:cubicBezTo>
                    <a:cubicBezTo>
                      <a:pt x="23" y="16240"/>
                      <a:pt x="115" y="16378"/>
                      <a:pt x="253" y="16446"/>
                    </a:cubicBezTo>
                    <a:lnTo>
                      <a:pt x="8918" y="20515"/>
                    </a:lnTo>
                    <a:lnTo>
                      <a:pt x="9102" y="20515"/>
                    </a:lnTo>
                    <a:cubicBezTo>
                      <a:pt x="9240" y="20515"/>
                      <a:pt x="9378" y="20469"/>
                      <a:pt x="9470" y="20354"/>
                    </a:cubicBezTo>
                    <a:lnTo>
                      <a:pt x="21813" y="656"/>
                    </a:lnTo>
                    <a:cubicBezTo>
                      <a:pt x="21905" y="472"/>
                      <a:pt x="21882" y="265"/>
                      <a:pt x="21744" y="127"/>
                    </a:cubicBezTo>
                    <a:cubicBezTo>
                      <a:pt x="21656" y="40"/>
                      <a:pt x="21549" y="0"/>
                      <a:pt x="214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1" name="Google Shape;2211;p36"/>
              <p:cNvSpPr/>
              <p:nvPr/>
            </p:nvSpPr>
            <p:spPr>
              <a:xfrm>
                <a:off x="4261325" y="2186625"/>
                <a:ext cx="710825" cy="706225"/>
              </a:xfrm>
              <a:custGeom>
                <a:avLst/>
                <a:gdLst/>
                <a:ahLst/>
                <a:cxnLst/>
                <a:rect l="l" t="t" r="r" b="b"/>
                <a:pathLst>
                  <a:path w="28433" h="28249" extrusionOk="0">
                    <a:moveTo>
                      <a:pt x="25261" y="1908"/>
                    </a:moveTo>
                    <a:lnTo>
                      <a:pt x="6689" y="15699"/>
                    </a:lnTo>
                    <a:cubicBezTo>
                      <a:pt x="6620" y="15745"/>
                      <a:pt x="6551" y="15837"/>
                      <a:pt x="6528" y="15929"/>
                    </a:cubicBezTo>
                    <a:lnTo>
                      <a:pt x="3196" y="25973"/>
                    </a:lnTo>
                    <a:lnTo>
                      <a:pt x="920" y="11102"/>
                    </a:lnTo>
                    <a:lnTo>
                      <a:pt x="25261" y="1908"/>
                    </a:lnTo>
                    <a:close/>
                    <a:moveTo>
                      <a:pt x="27953" y="1"/>
                    </a:moveTo>
                    <a:cubicBezTo>
                      <a:pt x="27906" y="1"/>
                      <a:pt x="27859" y="8"/>
                      <a:pt x="27812" y="24"/>
                    </a:cubicBezTo>
                    <a:lnTo>
                      <a:pt x="300" y="10436"/>
                    </a:lnTo>
                    <a:cubicBezTo>
                      <a:pt x="116" y="10504"/>
                      <a:pt x="1" y="10711"/>
                      <a:pt x="24" y="10895"/>
                    </a:cubicBezTo>
                    <a:lnTo>
                      <a:pt x="2621" y="27881"/>
                    </a:lnTo>
                    <a:cubicBezTo>
                      <a:pt x="2644" y="28065"/>
                      <a:pt x="2805" y="28226"/>
                      <a:pt x="3012" y="28249"/>
                    </a:cubicBezTo>
                    <a:lnTo>
                      <a:pt x="3058" y="28249"/>
                    </a:lnTo>
                    <a:cubicBezTo>
                      <a:pt x="3242" y="28249"/>
                      <a:pt x="3402" y="28111"/>
                      <a:pt x="3448" y="27927"/>
                    </a:cubicBezTo>
                    <a:lnTo>
                      <a:pt x="7310" y="16297"/>
                    </a:lnTo>
                    <a:lnTo>
                      <a:pt x="28226" y="782"/>
                    </a:lnTo>
                    <a:cubicBezTo>
                      <a:pt x="28387" y="667"/>
                      <a:pt x="28433" y="414"/>
                      <a:pt x="28341" y="230"/>
                    </a:cubicBezTo>
                    <a:cubicBezTo>
                      <a:pt x="28269" y="88"/>
                      <a:pt x="28115" y="1"/>
                      <a:pt x="279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2" name="Google Shape;2212;p36"/>
              <p:cNvSpPr/>
              <p:nvPr/>
            </p:nvSpPr>
            <p:spPr>
              <a:xfrm>
                <a:off x="4325700" y="2577225"/>
                <a:ext cx="236750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9470" h="12625" extrusionOk="0">
                    <a:moveTo>
                      <a:pt x="4620" y="1017"/>
                    </a:moveTo>
                    <a:lnTo>
                      <a:pt x="8343" y="2764"/>
                    </a:lnTo>
                    <a:lnTo>
                      <a:pt x="1540" y="10395"/>
                    </a:lnTo>
                    <a:lnTo>
                      <a:pt x="4620" y="1017"/>
                    </a:lnTo>
                    <a:close/>
                    <a:moveTo>
                      <a:pt x="4379" y="0"/>
                    </a:moveTo>
                    <a:cubicBezTo>
                      <a:pt x="4321" y="0"/>
                      <a:pt x="4264" y="18"/>
                      <a:pt x="4206" y="52"/>
                    </a:cubicBezTo>
                    <a:cubicBezTo>
                      <a:pt x="4091" y="98"/>
                      <a:pt x="3999" y="190"/>
                      <a:pt x="3953" y="305"/>
                    </a:cubicBezTo>
                    <a:lnTo>
                      <a:pt x="69" y="12050"/>
                    </a:lnTo>
                    <a:cubicBezTo>
                      <a:pt x="0" y="12257"/>
                      <a:pt x="92" y="12464"/>
                      <a:pt x="276" y="12579"/>
                    </a:cubicBezTo>
                    <a:lnTo>
                      <a:pt x="483" y="12625"/>
                    </a:lnTo>
                    <a:cubicBezTo>
                      <a:pt x="598" y="12625"/>
                      <a:pt x="713" y="12579"/>
                      <a:pt x="781" y="12487"/>
                    </a:cubicBezTo>
                    <a:lnTo>
                      <a:pt x="9355" y="2925"/>
                    </a:lnTo>
                    <a:cubicBezTo>
                      <a:pt x="9424" y="2810"/>
                      <a:pt x="9470" y="2672"/>
                      <a:pt x="9470" y="2534"/>
                    </a:cubicBezTo>
                    <a:cubicBezTo>
                      <a:pt x="9447" y="2396"/>
                      <a:pt x="9332" y="2304"/>
                      <a:pt x="9217" y="2259"/>
                    </a:cubicBezTo>
                    <a:lnTo>
                      <a:pt x="4551" y="52"/>
                    </a:lnTo>
                    <a:cubicBezTo>
                      <a:pt x="4493" y="18"/>
                      <a:pt x="4436" y="0"/>
                      <a:pt x="4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9" name="Google Shape;4561;p69"/>
            <p:cNvSpPr/>
            <p:nvPr/>
          </p:nvSpPr>
          <p:spPr>
            <a:xfrm>
              <a:off x="14035" y="1820"/>
              <a:ext cx="5165" cy="7172"/>
            </a:xfrm>
            <a:custGeom>
              <a:avLst/>
              <a:gdLst/>
              <a:ahLst/>
              <a:cxnLst/>
              <a:rect l="l" t="t" r="r" b="b"/>
              <a:pathLst>
                <a:path w="92138" h="127940" extrusionOk="0">
                  <a:moveTo>
                    <a:pt x="85073" y="0"/>
                  </a:moveTo>
                  <a:cubicBezTo>
                    <a:pt x="85013" y="0"/>
                    <a:pt x="84958" y="40"/>
                    <a:pt x="84958" y="108"/>
                  </a:cubicBezTo>
                  <a:cubicBezTo>
                    <a:pt x="84899" y="167"/>
                    <a:pt x="84919" y="266"/>
                    <a:pt x="84998" y="326"/>
                  </a:cubicBezTo>
                  <a:cubicBezTo>
                    <a:pt x="85573" y="603"/>
                    <a:pt x="86128" y="940"/>
                    <a:pt x="86644" y="1337"/>
                  </a:cubicBezTo>
                  <a:lnTo>
                    <a:pt x="86743" y="1337"/>
                  </a:lnTo>
                  <a:cubicBezTo>
                    <a:pt x="86783" y="1337"/>
                    <a:pt x="86842" y="1317"/>
                    <a:pt x="86882" y="1297"/>
                  </a:cubicBezTo>
                  <a:cubicBezTo>
                    <a:pt x="86922" y="1218"/>
                    <a:pt x="86902" y="1119"/>
                    <a:pt x="86842" y="1059"/>
                  </a:cubicBezTo>
                  <a:cubicBezTo>
                    <a:pt x="86307" y="663"/>
                    <a:pt x="85732" y="326"/>
                    <a:pt x="85157" y="28"/>
                  </a:cubicBezTo>
                  <a:cubicBezTo>
                    <a:pt x="85131" y="9"/>
                    <a:pt x="85102" y="0"/>
                    <a:pt x="85073" y="0"/>
                  </a:cubicBezTo>
                  <a:close/>
                  <a:moveTo>
                    <a:pt x="88675" y="2762"/>
                  </a:moveTo>
                  <a:cubicBezTo>
                    <a:pt x="88636" y="2762"/>
                    <a:pt x="88595" y="2777"/>
                    <a:pt x="88568" y="2805"/>
                  </a:cubicBezTo>
                  <a:cubicBezTo>
                    <a:pt x="88488" y="2844"/>
                    <a:pt x="88488" y="2963"/>
                    <a:pt x="88548" y="3023"/>
                  </a:cubicBezTo>
                  <a:cubicBezTo>
                    <a:pt x="88984" y="3499"/>
                    <a:pt x="89381" y="4014"/>
                    <a:pt x="89738" y="4570"/>
                  </a:cubicBezTo>
                  <a:cubicBezTo>
                    <a:pt x="89777" y="4609"/>
                    <a:pt x="89817" y="4629"/>
                    <a:pt x="89877" y="4629"/>
                  </a:cubicBezTo>
                  <a:lnTo>
                    <a:pt x="89956" y="4609"/>
                  </a:lnTo>
                  <a:cubicBezTo>
                    <a:pt x="90035" y="4550"/>
                    <a:pt x="90055" y="4451"/>
                    <a:pt x="89996" y="4371"/>
                  </a:cubicBezTo>
                  <a:cubicBezTo>
                    <a:pt x="89658" y="3816"/>
                    <a:pt x="89242" y="3300"/>
                    <a:pt x="88786" y="2824"/>
                  </a:cubicBezTo>
                  <a:cubicBezTo>
                    <a:pt x="88765" y="2782"/>
                    <a:pt x="88721" y="2762"/>
                    <a:pt x="88675" y="2762"/>
                  </a:cubicBezTo>
                  <a:close/>
                  <a:moveTo>
                    <a:pt x="91110" y="6597"/>
                  </a:moveTo>
                  <a:cubicBezTo>
                    <a:pt x="91089" y="6597"/>
                    <a:pt x="91068" y="6602"/>
                    <a:pt x="91047" y="6612"/>
                  </a:cubicBezTo>
                  <a:cubicBezTo>
                    <a:pt x="90967" y="6632"/>
                    <a:pt x="90908" y="6731"/>
                    <a:pt x="90947" y="6810"/>
                  </a:cubicBezTo>
                  <a:cubicBezTo>
                    <a:pt x="91185" y="7425"/>
                    <a:pt x="91384" y="8040"/>
                    <a:pt x="91523" y="8675"/>
                  </a:cubicBezTo>
                  <a:cubicBezTo>
                    <a:pt x="91542" y="8754"/>
                    <a:pt x="91622" y="8794"/>
                    <a:pt x="91701" y="8794"/>
                  </a:cubicBezTo>
                  <a:lnTo>
                    <a:pt x="91721" y="8794"/>
                  </a:lnTo>
                  <a:cubicBezTo>
                    <a:pt x="91800" y="8774"/>
                    <a:pt x="91860" y="8694"/>
                    <a:pt x="91840" y="8595"/>
                  </a:cubicBezTo>
                  <a:cubicBezTo>
                    <a:pt x="91681" y="7941"/>
                    <a:pt x="91483" y="7306"/>
                    <a:pt x="91245" y="6692"/>
                  </a:cubicBezTo>
                  <a:cubicBezTo>
                    <a:pt x="91216" y="6633"/>
                    <a:pt x="91166" y="6597"/>
                    <a:pt x="91110" y="6597"/>
                  </a:cubicBezTo>
                  <a:close/>
                  <a:moveTo>
                    <a:pt x="91959" y="11054"/>
                  </a:moveTo>
                  <a:cubicBezTo>
                    <a:pt x="91879" y="11054"/>
                    <a:pt x="91800" y="11114"/>
                    <a:pt x="91780" y="11213"/>
                  </a:cubicBezTo>
                  <a:cubicBezTo>
                    <a:pt x="91800" y="11848"/>
                    <a:pt x="91741" y="12502"/>
                    <a:pt x="91622" y="13137"/>
                  </a:cubicBezTo>
                  <a:cubicBezTo>
                    <a:pt x="91622" y="13236"/>
                    <a:pt x="91681" y="13315"/>
                    <a:pt x="91760" y="13335"/>
                  </a:cubicBezTo>
                  <a:lnTo>
                    <a:pt x="91800" y="13335"/>
                  </a:lnTo>
                  <a:cubicBezTo>
                    <a:pt x="91879" y="13335"/>
                    <a:pt x="91939" y="13275"/>
                    <a:pt x="91939" y="13196"/>
                  </a:cubicBezTo>
                  <a:cubicBezTo>
                    <a:pt x="92058" y="12542"/>
                    <a:pt x="92117" y="11887"/>
                    <a:pt x="92137" y="11233"/>
                  </a:cubicBezTo>
                  <a:cubicBezTo>
                    <a:pt x="92137" y="11134"/>
                    <a:pt x="92058" y="11054"/>
                    <a:pt x="91959" y="11054"/>
                  </a:cubicBezTo>
                  <a:close/>
                  <a:moveTo>
                    <a:pt x="91092" y="15504"/>
                  </a:moveTo>
                  <a:cubicBezTo>
                    <a:pt x="91027" y="15504"/>
                    <a:pt x="90963" y="15554"/>
                    <a:pt x="90947" y="15616"/>
                  </a:cubicBezTo>
                  <a:cubicBezTo>
                    <a:pt x="90709" y="16211"/>
                    <a:pt x="90432" y="16786"/>
                    <a:pt x="90134" y="17381"/>
                  </a:cubicBezTo>
                  <a:cubicBezTo>
                    <a:pt x="90095" y="17460"/>
                    <a:pt x="90114" y="17539"/>
                    <a:pt x="90174" y="17599"/>
                  </a:cubicBezTo>
                  <a:lnTo>
                    <a:pt x="90253" y="17599"/>
                  </a:lnTo>
                  <a:cubicBezTo>
                    <a:pt x="90313" y="17599"/>
                    <a:pt x="90372" y="17579"/>
                    <a:pt x="90412" y="17519"/>
                  </a:cubicBezTo>
                  <a:cubicBezTo>
                    <a:pt x="90729" y="16944"/>
                    <a:pt x="91007" y="16349"/>
                    <a:pt x="91245" y="15735"/>
                  </a:cubicBezTo>
                  <a:cubicBezTo>
                    <a:pt x="91265" y="15635"/>
                    <a:pt x="91245" y="15536"/>
                    <a:pt x="91146" y="15516"/>
                  </a:cubicBezTo>
                  <a:cubicBezTo>
                    <a:pt x="91128" y="15508"/>
                    <a:pt x="91110" y="15504"/>
                    <a:pt x="91092" y="15504"/>
                  </a:cubicBezTo>
                  <a:close/>
                  <a:moveTo>
                    <a:pt x="88856" y="19462"/>
                  </a:moveTo>
                  <a:cubicBezTo>
                    <a:pt x="88802" y="19462"/>
                    <a:pt x="88752" y="19484"/>
                    <a:pt x="88726" y="19522"/>
                  </a:cubicBezTo>
                  <a:cubicBezTo>
                    <a:pt x="88330" y="20018"/>
                    <a:pt x="87893" y="20514"/>
                    <a:pt x="87457" y="20990"/>
                  </a:cubicBezTo>
                  <a:cubicBezTo>
                    <a:pt x="87378" y="21049"/>
                    <a:pt x="87378" y="21168"/>
                    <a:pt x="87457" y="21208"/>
                  </a:cubicBezTo>
                  <a:lnTo>
                    <a:pt x="87576" y="21267"/>
                  </a:lnTo>
                  <a:lnTo>
                    <a:pt x="87675" y="21208"/>
                  </a:lnTo>
                  <a:cubicBezTo>
                    <a:pt x="88131" y="20752"/>
                    <a:pt x="88568" y="20256"/>
                    <a:pt x="88964" y="19721"/>
                  </a:cubicBezTo>
                  <a:cubicBezTo>
                    <a:pt x="89024" y="19661"/>
                    <a:pt x="89004" y="19542"/>
                    <a:pt x="88944" y="19483"/>
                  </a:cubicBezTo>
                  <a:cubicBezTo>
                    <a:pt x="88916" y="19469"/>
                    <a:pt x="88886" y="19462"/>
                    <a:pt x="88856" y="19462"/>
                  </a:cubicBezTo>
                  <a:close/>
                  <a:moveTo>
                    <a:pt x="85625" y="22735"/>
                  </a:moveTo>
                  <a:cubicBezTo>
                    <a:pt x="85601" y="22735"/>
                    <a:pt x="85577" y="22741"/>
                    <a:pt x="85553" y="22755"/>
                  </a:cubicBezTo>
                  <a:cubicBezTo>
                    <a:pt x="85057" y="23151"/>
                    <a:pt x="84522" y="23548"/>
                    <a:pt x="83987" y="23925"/>
                  </a:cubicBezTo>
                  <a:cubicBezTo>
                    <a:pt x="83907" y="23965"/>
                    <a:pt x="83887" y="24084"/>
                    <a:pt x="83967" y="24143"/>
                  </a:cubicBezTo>
                  <a:cubicBezTo>
                    <a:pt x="83987" y="24183"/>
                    <a:pt x="84026" y="24222"/>
                    <a:pt x="84086" y="24222"/>
                  </a:cubicBezTo>
                  <a:lnTo>
                    <a:pt x="84185" y="24183"/>
                  </a:lnTo>
                  <a:cubicBezTo>
                    <a:pt x="84720" y="23826"/>
                    <a:pt x="85256" y="23429"/>
                    <a:pt x="85771" y="22993"/>
                  </a:cubicBezTo>
                  <a:cubicBezTo>
                    <a:pt x="85837" y="22878"/>
                    <a:pt x="85739" y="22735"/>
                    <a:pt x="85625" y="22735"/>
                  </a:cubicBezTo>
                  <a:close/>
                  <a:moveTo>
                    <a:pt x="81855" y="25254"/>
                  </a:moveTo>
                  <a:cubicBezTo>
                    <a:pt x="81829" y="25254"/>
                    <a:pt x="81805" y="25260"/>
                    <a:pt x="81785" y="25273"/>
                  </a:cubicBezTo>
                  <a:lnTo>
                    <a:pt x="81706" y="25273"/>
                  </a:lnTo>
                  <a:lnTo>
                    <a:pt x="80020" y="26106"/>
                  </a:lnTo>
                  <a:cubicBezTo>
                    <a:pt x="79834" y="26144"/>
                    <a:pt x="79893" y="26407"/>
                    <a:pt x="80064" y="26407"/>
                  </a:cubicBezTo>
                  <a:cubicBezTo>
                    <a:pt x="80075" y="26407"/>
                    <a:pt x="80087" y="26406"/>
                    <a:pt x="80100" y="26404"/>
                  </a:cubicBezTo>
                  <a:lnTo>
                    <a:pt x="80159" y="26424"/>
                  </a:lnTo>
                  <a:lnTo>
                    <a:pt x="81845" y="25611"/>
                  </a:lnTo>
                  <a:lnTo>
                    <a:pt x="81924" y="25551"/>
                  </a:lnTo>
                  <a:cubicBezTo>
                    <a:pt x="82023" y="25531"/>
                    <a:pt x="82043" y="25412"/>
                    <a:pt x="82003" y="25333"/>
                  </a:cubicBezTo>
                  <a:cubicBezTo>
                    <a:pt x="81964" y="25280"/>
                    <a:pt x="81907" y="25254"/>
                    <a:pt x="81855" y="25254"/>
                  </a:cubicBezTo>
                  <a:close/>
                  <a:moveTo>
                    <a:pt x="77650" y="27033"/>
                  </a:moveTo>
                  <a:cubicBezTo>
                    <a:pt x="77634" y="27033"/>
                    <a:pt x="77618" y="27035"/>
                    <a:pt x="77601" y="27038"/>
                  </a:cubicBezTo>
                  <a:cubicBezTo>
                    <a:pt x="77026" y="27257"/>
                    <a:pt x="76391" y="27455"/>
                    <a:pt x="75757" y="27653"/>
                  </a:cubicBezTo>
                  <a:cubicBezTo>
                    <a:pt x="75677" y="27693"/>
                    <a:pt x="75638" y="27772"/>
                    <a:pt x="75657" y="27851"/>
                  </a:cubicBezTo>
                  <a:cubicBezTo>
                    <a:pt x="75657" y="27931"/>
                    <a:pt x="75737" y="27990"/>
                    <a:pt x="75796" y="27990"/>
                  </a:cubicBezTo>
                  <a:lnTo>
                    <a:pt x="75856" y="27970"/>
                  </a:lnTo>
                  <a:lnTo>
                    <a:pt x="77720" y="27376"/>
                  </a:lnTo>
                  <a:cubicBezTo>
                    <a:pt x="77819" y="27316"/>
                    <a:pt x="77859" y="27237"/>
                    <a:pt x="77819" y="27138"/>
                  </a:cubicBezTo>
                  <a:cubicBezTo>
                    <a:pt x="77786" y="27072"/>
                    <a:pt x="77726" y="27033"/>
                    <a:pt x="77650" y="27033"/>
                  </a:cubicBezTo>
                  <a:close/>
                  <a:moveTo>
                    <a:pt x="73289" y="28343"/>
                  </a:moveTo>
                  <a:cubicBezTo>
                    <a:pt x="73279" y="28343"/>
                    <a:pt x="73268" y="28345"/>
                    <a:pt x="73258" y="28347"/>
                  </a:cubicBezTo>
                  <a:lnTo>
                    <a:pt x="71374" y="28823"/>
                  </a:lnTo>
                  <a:cubicBezTo>
                    <a:pt x="71275" y="28843"/>
                    <a:pt x="71215" y="28942"/>
                    <a:pt x="71235" y="29022"/>
                  </a:cubicBezTo>
                  <a:cubicBezTo>
                    <a:pt x="71252" y="29090"/>
                    <a:pt x="71299" y="29144"/>
                    <a:pt x="71363" y="29144"/>
                  </a:cubicBezTo>
                  <a:cubicBezTo>
                    <a:pt x="71373" y="29144"/>
                    <a:pt x="71383" y="29143"/>
                    <a:pt x="71394" y="29141"/>
                  </a:cubicBezTo>
                  <a:lnTo>
                    <a:pt x="71433" y="29141"/>
                  </a:lnTo>
                  <a:lnTo>
                    <a:pt x="73317" y="28684"/>
                  </a:lnTo>
                  <a:cubicBezTo>
                    <a:pt x="73416" y="28665"/>
                    <a:pt x="73456" y="28565"/>
                    <a:pt x="73456" y="28486"/>
                  </a:cubicBezTo>
                  <a:cubicBezTo>
                    <a:pt x="73439" y="28400"/>
                    <a:pt x="73361" y="28343"/>
                    <a:pt x="73289" y="28343"/>
                  </a:cubicBezTo>
                  <a:close/>
                  <a:moveTo>
                    <a:pt x="68816" y="29398"/>
                  </a:moveTo>
                  <a:lnTo>
                    <a:pt x="66912" y="29815"/>
                  </a:lnTo>
                  <a:cubicBezTo>
                    <a:pt x="66813" y="29835"/>
                    <a:pt x="66753" y="29934"/>
                    <a:pt x="66773" y="30013"/>
                  </a:cubicBezTo>
                  <a:cubicBezTo>
                    <a:pt x="66790" y="30082"/>
                    <a:pt x="66837" y="30136"/>
                    <a:pt x="66901" y="30136"/>
                  </a:cubicBezTo>
                  <a:cubicBezTo>
                    <a:pt x="66911" y="30136"/>
                    <a:pt x="66921" y="30135"/>
                    <a:pt x="66932" y="30132"/>
                  </a:cubicBezTo>
                  <a:lnTo>
                    <a:pt x="66971" y="30132"/>
                  </a:lnTo>
                  <a:lnTo>
                    <a:pt x="68895" y="29716"/>
                  </a:lnTo>
                  <a:cubicBezTo>
                    <a:pt x="68974" y="29716"/>
                    <a:pt x="69034" y="29616"/>
                    <a:pt x="69014" y="29517"/>
                  </a:cubicBezTo>
                  <a:cubicBezTo>
                    <a:pt x="68974" y="29438"/>
                    <a:pt x="68895" y="29398"/>
                    <a:pt x="68816" y="29398"/>
                  </a:cubicBezTo>
                  <a:close/>
                  <a:moveTo>
                    <a:pt x="64396" y="30405"/>
                  </a:moveTo>
                  <a:cubicBezTo>
                    <a:pt x="64381" y="30405"/>
                    <a:pt x="64367" y="30406"/>
                    <a:pt x="64354" y="30410"/>
                  </a:cubicBezTo>
                  <a:lnTo>
                    <a:pt x="64135" y="30469"/>
                  </a:lnTo>
                  <a:lnTo>
                    <a:pt x="62470" y="30886"/>
                  </a:lnTo>
                  <a:cubicBezTo>
                    <a:pt x="62370" y="30886"/>
                    <a:pt x="62311" y="30985"/>
                    <a:pt x="62351" y="31084"/>
                  </a:cubicBezTo>
                  <a:cubicBezTo>
                    <a:pt x="62351" y="31163"/>
                    <a:pt x="62410" y="31203"/>
                    <a:pt x="62489" y="31203"/>
                  </a:cubicBezTo>
                  <a:lnTo>
                    <a:pt x="62549" y="31183"/>
                  </a:lnTo>
                  <a:lnTo>
                    <a:pt x="64195" y="30787"/>
                  </a:lnTo>
                  <a:lnTo>
                    <a:pt x="64433" y="30707"/>
                  </a:lnTo>
                  <a:cubicBezTo>
                    <a:pt x="64512" y="30707"/>
                    <a:pt x="64572" y="30608"/>
                    <a:pt x="64552" y="30509"/>
                  </a:cubicBezTo>
                  <a:cubicBezTo>
                    <a:pt x="64535" y="30443"/>
                    <a:pt x="64465" y="30405"/>
                    <a:pt x="64396" y="30405"/>
                  </a:cubicBezTo>
                  <a:close/>
                  <a:moveTo>
                    <a:pt x="59994" y="31567"/>
                  </a:moveTo>
                  <a:cubicBezTo>
                    <a:pt x="59974" y="31567"/>
                    <a:pt x="59952" y="31571"/>
                    <a:pt x="59931" y="31580"/>
                  </a:cubicBezTo>
                  <a:lnTo>
                    <a:pt x="58087" y="32195"/>
                  </a:lnTo>
                  <a:cubicBezTo>
                    <a:pt x="57988" y="32234"/>
                    <a:pt x="57948" y="32333"/>
                    <a:pt x="57988" y="32413"/>
                  </a:cubicBezTo>
                  <a:cubicBezTo>
                    <a:pt x="57988" y="32478"/>
                    <a:pt x="58042" y="32517"/>
                    <a:pt x="58095" y="32517"/>
                  </a:cubicBezTo>
                  <a:cubicBezTo>
                    <a:pt x="58106" y="32517"/>
                    <a:pt x="58116" y="32515"/>
                    <a:pt x="58127" y="32512"/>
                  </a:cubicBezTo>
                  <a:lnTo>
                    <a:pt x="58186" y="32512"/>
                  </a:lnTo>
                  <a:lnTo>
                    <a:pt x="60030" y="31897"/>
                  </a:lnTo>
                  <a:cubicBezTo>
                    <a:pt x="60110" y="31877"/>
                    <a:pt x="60149" y="31778"/>
                    <a:pt x="60129" y="31699"/>
                  </a:cubicBezTo>
                  <a:cubicBezTo>
                    <a:pt x="60129" y="31621"/>
                    <a:pt x="60068" y="31567"/>
                    <a:pt x="59994" y="31567"/>
                  </a:cubicBezTo>
                  <a:close/>
                  <a:moveTo>
                    <a:pt x="55702" y="33154"/>
                  </a:moveTo>
                  <a:cubicBezTo>
                    <a:pt x="55683" y="33154"/>
                    <a:pt x="55665" y="33158"/>
                    <a:pt x="55648" y="33166"/>
                  </a:cubicBezTo>
                  <a:cubicBezTo>
                    <a:pt x="55033" y="33444"/>
                    <a:pt x="54438" y="33741"/>
                    <a:pt x="53863" y="34039"/>
                  </a:cubicBezTo>
                  <a:cubicBezTo>
                    <a:pt x="53783" y="34059"/>
                    <a:pt x="53744" y="34158"/>
                    <a:pt x="53783" y="34237"/>
                  </a:cubicBezTo>
                  <a:cubicBezTo>
                    <a:pt x="53803" y="34297"/>
                    <a:pt x="53863" y="34336"/>
                    <a:pt x="53942" y="34336"/>
                  </a:cubicBezTo>
                  <a:lnTo>
                    <a:pt x="54021" y="34316"/>
                  </a:lnTo>
                  <a:lnTo>
                    <a:pt x="55767" y="33464"/>
                  </a:lnTo>
                  <a:cubicBezTo>
                    <a:pt x="55846" y="33424"/>
                    <a:pt x="55886" y="33345"/>
                    <a:pt x="55846" y="33265"/>
                  </a:cubicBezTo>
                  <a:cubicBezTo>
                    <a:pt x="55830" y="33203"/>
                    <a:pt x="55767" y="33154"/>
                    <a:pt x="55702" y="33154"/>
                  </a:cubicBezTo>
                  <a:close/>
                  <a:moveTo>
                    <a:pt x="51683" y="35303"/>
                  </a:moveTo>
                  <a:cubicBezTo>
                    <a:pt x="51654" y="35303"/>
                    <a:pt x="51626" y="35316"/>
                    <a:pt x="51602" y="35348"/>
                  </a:cubicBezTo>
                  <a:cubicBezTo>
                    <a:pt x="51047" y="35705"/>
                    <a:pt x="50511" y="36081"/>
                    <a:pt x="49996" y="36518"/>
                  </a:cubicBezTo>
                  <a:cubicBezTo>
                    <a:pt x="49916" y="36557"/>
                    <a:pt x="49916" y="36676"/>
                    <a:pt x="49976" y="36736"/>
                  </a:cubicBezTo>
                  <a:lnTo>
                    <a:pt x="50095" y="36795"/>
                  </a:lnTo>
                  <a:lnTo>
                    <a:pt x="50194" y="36756"/>
                  </a:lnTo>
                  <a:cubicBezTo>
                    <a:pt x="50690" y="36359"/>
                    <a:pt x="51245" y="36002"/>
                    <a:pt x="51780" y="35625"/>
                  </a:cubicBezTo>
                  <a:cubicBezTo>
                    <a:pt x="51960" y="35593"/>
                    <a:pt x="51816" y="35303"/>
                    <a:pt x="51683" y="35303"/>
                  </a:cubicBezTo>
                  <a:close/>
                  <a:moveTo>
                    <a:pt x="48182" y="38228"/>
                  </a:moveTo>
                  <a:cubicBezTo>
                    <a:pt x="48145" y="38228"/>
                    <a:pt x="48106" y="38244"/>
                    <a:pt x="48072" y="38283"/>
                  </a:cubicBezTo>
                  <a:lnTo>
                    <a:pt x="47775" y="38580"/>
                  </a:lnTo>
                  <a:cubicBezTo>
                    <a:pt x="47418" y="38937"/>
                    <a:pt x="47100" y="39334"/>
                    <a:pt x="46783" y="39770"/>
                  </a:cubicBezTo>
                  <a:cubicBezTo>
                    <a:pt x="46704" y="39830"/>
                    <a:pt x="46723" y="39929"/>
                    <a:pt x="46803" y="39988"/>
                  </a:cubicBezTo>
                  <a:lnTo>
                    <a:pt x="46902" y="40028"/>
                  </a:lnTo>
                  <a:cubicBezTo>
                    <a:pt x="46942" y="40028"/>
                    <a:pt x="47001" y="40008"/>
                    <a:pt x="47021" y="39968"/>
                  </a:cubicBezTo>
                  <a:cubicBezTo>
                    <a:pt x="47338" y="39572"/>
                    <a:pt x="47675" y="39175"/>
                    <a:pt x="48013" y="38798"/>
                  </a:cubicBezTo>
                  <a:lnTo>
                    <a:pt x="48290" y="38501"/>
                  </a:lnTo>
                  <a:cubicBezTo>
                    <a:pt x="48395" y="38381"/>
                    <a:pt x="48296" y="38228"/>
                    <a:pt x="48182" y="38228"/>
                  </a:cubicBezTo>
                  <a:close/>
                  <a:moveTo>
                    <a:pt x="45430" y="41892"/>
                  </a:moveTo>
                  <a:cubicBezTo>
                    <a:pt x="45373" y="41892"/>
                    <a:pt x="45315" y="41918"/>
                    <a:pt x="45276" y="41971"/>
                  </a:cubicBezTo>
                  <a:cubicBezTo>
                    <a:pt x="44958" y="42546"/>
                    <a:pt x="44661" y="43122"/>
                    <a:pt x="44383" y="43716"/>
                  </a:cubicBezTo>
                  <a:cubicBezTo>
                    <a:pt x="44364" y="43796"/>
                    <a:pt x="44383" y="43895"/>
                    <a:pt x="44463" y="43935"/>
                  </a:cubicBezTo>
                  <a:lnTo>
                    <a:pt x="44542" y="43935"/>
                  </a:lnTo>
                  <a:cubicBezTo>
                    <a:pt x="44602" y="43935"/>
                    <a:pt x="44661" y="43895"/>
                    <a:pt x="44701" y="43855"/>
                  </a:cubicBezTo>
                  <a:cubicBezTo>
                    <a:pt x="44958" y="43260"/>
                    <a:pt x="45256" y="42685"/>
                    <a:pt x="45593" y="42150"/>
                  </a:cubicBezTo>
                  <a:cubicBezTo>
                    <a:pt x="45633" y="42051"/>
                    <a:pt x="45613" y="41952"/>
                    <a:pt x="45514" y="41912"/>
                  </a:cubicBezTo>
                  <a:cubicBezTo>
                    <a:pt x="45487" y="41899"/>
                    <a:pt x="45459" y="41892"/>
                    <a:pt x="45430" y="41892"/>
                  </a:cubicBezTo>
                  <a:close/>
                  <a:moveTo>
                    <a:pt x="43607" y="46032"/>
                  </a:moveTo>
                  <a:cubicBezTo>
                    <a:pt x="43538" y="46032"/>
                    <a:pt x="43464" y="46070"/>
                    <a:pt x="43431" y="46136"/>
                  </a:cubicBezTo>
                  <a:cubicBezTo>
                    <a:pt x="43233" y="46751"/>
                    <a:pt x="43055" y="47365"/>
                    <a:pt x="42876" y="48040"/>
                  </a:cubicBezTo>
                  <a:cubicBezTo>
                    <a:pt x="42876" y="48119"/>
                    <a:pt x="42936" y="48198"/>
                    <a:pt x="43015" y="48238"/>
                  </a:cubicBezTo>
                  <a:lnTo>
                    <a:pt x="43055" y="48238"/>
                  </a:lnTo>
                  <a:cubicBezTo>
                    <a:pt x="43134" y="48238"/>
                    <a:pt x="43194" y="48179"/>
                    <a:pt x="43213" y="48119"/>
                  </a:cubicBezTo>
                  <a:cubicBezTo>
                    <a:pt x="43372" y="47465"/>
                    <a:pt x="43550" y="46850"/>
                    <a:pt x="43749" y="46235"/>
                  </a:cubicBezTo>
                  <a:cubicBezTo>
                    <a:pt x="43769" y="46156"/>
                    <a:pt x="43729" y="46057"/>
                    <a:pt x="43650" y="46037"/>
                  </a:cubicBezTo>
                  <a:cubicBezTo>
                    <a:pt x="43636" y="46033"/>
                    <a:pt x="43622" y="46032"/>
                    <a:pt x="43607" y="46032"/>
                  </a:cubicBezTo>
                  <a:close/>
                  <a:moveTo>
                    <a:pt x="42528" y="50475"/>
                  </a:moveTo>
                  <a:cubicBezTo>
                    <a:pt x="42460" y="50475"/>
                    <a:pt x="42398" y="50529"/>
                    <a:pt x="42380" y="50598"/>
                  </a:cubicBezTo>
                  <a:cubicBezTo>
                    <a:pt x="42281" y="51233"/>
                    <a:pt x="42182" y="51887"/>
                    <a:pt x="42142" y="52561"/>
                  </a:cubicBezTo>
                  <a:cubicBezTo>
                    <a:pt x="42123" y="52641"/>
                    <a:pt x="42202" y="52720"/>
                    <a:pt x="42281" y="52720"/>
                  </a:cubicBezTo>
                  <a:cubicBezTo>
                    <a:pt x="42380" y="52720"/>
                    <a:pt x="42460" y="52680"/>
                    <a:pt x="42460" y="52581"/>
                  </a:cubicBezTo>
                  <a:cubicBezTo>
                    <a:pt x="42539" y="51927"/>
                    <a:pt x="42618" y="51292"/>
                    <a:pt x="42718" y="50638"/>
                  </a:cubicBezTo>
                  <a:cubicBezTo>
                    <a:pt x="42718" y="50558"/>
                    <a:pt x="42638" y="50479"/>
                    <a:pt x="42559" y="50479"/>
                  </a:cubicBezTo>
                  <a:cubicBezTo>
                    <a:pt x="42548" y="50476"/>
                    <a:pt x="42538" y="50475"/>
                    <a:pt x="42528" y="50475"/>
                  </a:cubicBezTo>
                  <a:close/>
                  <a:moveTo>
                    <a:pt x="42142" y="55000"/>
                  </a:moveTo>
                  <a:cubicBezTo>
                    <a:pt x="42063" y="55000"/>
                    <a:pt x="41964" y="55080"/>
                    <a:pt x="41964" y="55159"/>
                  </a:cubicBezTo>
                  <a:lnTo>
                    <a:pt x="41964" y="57142"/>
                  </a:lnTo>
                  <a:cubicBezTo>
                    <a:pt x="41964" y="57222"/>
                    <a:pt x="42023" y="57281"/>
                    <a:pt x="42123" y="57281"/>
                  </a:cubicBezTo>
                  <a:cubicBezTo>
                    <a:pt x="42202" y="57281"/>
                    <a:pt x="42281" y="57202"/>
                    <a:pt x="42281" y="57122"/>
                  </a:cubicBezTo>
                  <a:lnTo>
                    <a:pt x="42281" y="55179"/>
                  </a:lnTo>
                  <a:cubicBezTo>
                    <a:pt x="42301" y="55080"/>
                    <a:pt x="42222" y="55000"/>
                    <a:pt x="42142" y="55000"/>
                  </a:cubicBezTo>
                  <a:close/>
                  <a:moveTo>
                    <a:pt x="42221" y="59619"/>
                  </a:moveTo>
                  <a:cubicBezTo>
                    <a:pt x="42152" y="59619"/>
                    <a:pt x="42084" y="59658"/>
                    <a:pt x="42063" y="59740"/>
                  </a:cubicBezTo>
                  <a:cubicBezTo>
                    <a:pt x="42123" y="60395"/>
                    <a:pt x="42162" y="61029"/>
                    <a:pt x="42242" y="61703"/>
                  </a:cubicBezTo>
                  <a:cubicBezTo>
                    <a:pt x="42242" y="61783"/>
                    <a:pt x="42321" y="61842"/>
                    <a:pt x="42420" y="61842"/>
                  </a:cubicBezTo>
                  <a:cubicBezTo>
                    <a:pt x="42519" y="61822"/>
                    <a:pt x="42579" y="61743"/>
                    <a:pt x="42559" y="61684"/>
                  </a:cubicBezTo>
                  <a:cubicBezTo>
                    <a:pt x="42519" y="61009"/>
                    <a:pt x="42440" y="60355"/>
                    <a:pt x="42380" y="59720"/>
                  </a:cubicBezTo>
                  <a:cubicBezTo>
                    <a:pt x="42352" y="59653"/>
                    <a:pt x="42286" y="59619"/>
                    <a:pt x="42221" y="59619"/>
                  </a:cubicBezTo>
                  <a:close/>
                  <a:moveTo>
                    <a:pt x="42718" y="64103"/>
                  </a:moveTo>
                  <a:cubicBezTo>
                    <a:pt x="42618" y="64123"/>
                    <a:pt x="42559" y="64202"/>
                    <a:pt x="42559" y="64301"/>
                  </a:cubicBezTo>
                  <a:lnTo>
                    <a:pt x="42856" y="66245"/>
                  </a:lnTo>
                  <a:cubicBezTo>
                    <a:pt x="42876" y="66304"/>
                    <a:pt x="42956" y="66364"/>
                    <a:pt x="43035" y="66364"/>
                  </a:cubicBezTo>
                  <a:lnTo>
                    <a:pt x="43055" y="66364"/>
                  </a:lnTo>
                  <a:cubicBezTo>
                    <a:pt x="43134" y="66344"/>
                    <a:pt x="43194" y="66265"/>
                    <a:pt x="43174" y="66185"/>
                  </a:cubicBezTo>
                  <a:lnTo>
                    <a:pt x="42876" y="64262"/>
                  </a:lnTo>
                  <a:cubicBezTo>
                    <a:pt x="42876" y="64163"/>
                    <a:pt x="42797" y="64103"/>
                    <a:pt x="42718" y="64103"/>
                  </a:cubicBezTo>
                  <a:close/>
                  <a:moveTo>
                    <a:pt x="43471" y="68650"/>
                  </a:moveTo>
                  <a:cubicBezTo>
                    <a:pt x="43389" y="68650"/>
                    <a:pt x="43312" y="68709"/>
                    <a:pt x="43312" y="68803"/>
                  </a:cubicBezTo>
                  <a:lnTo>
                    <a:pt x="43610" y="70548"/>
                  </a:lnTo>
                  <a:lnTo>
                    <a:pt x="43650" y="70727"/>
                  </a:lnTo>
                  <a:cubicBezTo>
                    <a:pt x="43650" y="70806"/>
                    <a:pt x="43709" y="70866"/>
                    <a:pt x="43808" y="70866"/>
                  </a:cubicBezTo>
                  <a:lnTo>
                    <a:pt x="43828" y="70866"/>
                  </a:lnTo>
                  <a:cubicBezTo>
                    <a:pt x="43907" y="70846"/>
                    <a:pt x="43967" y="70766"/>
                    <a:pt x="43967" y="70667"/>
                  </a:cubicBezTo>
                  <a:lnTo>
                    <a:pt x="43927" y="70489"/>
                  </a:lnTo>
                  <a:lnTo>
                    <a:pt x="43630" y="68744"/>
                  </a:lnTo>
                  <a:cubicBezTo>
                    <a:pt x="43589" y="68679"/>
                    <a:pt x="43529" y="68650"/>
                    <a:pt x="43471" y="68650"/>
                  </a:cubicBezTo>
                  <a:close/>
                  <a:moveTo>
                    <a:pt x="44225" y="73106"/>
                  </a:moveTo>
                  <a:cubicBezTo>
                    <a:pt x="44126" y="73126"/>
                    <a:pt x="44086" y="73206"/>
                    <a:pt x="44106" y="73305"/>
                  </a:cubicBezTo>
                  <a:cubicBezTo>
                    <a:pt x="44205" y="73939"/>
                    <a:pt x="44324" y="74594"/>
                    <a:pt x="44423" y="75228"/>
                  </a:cubicBezTo>
                  <a:cubicBezTo>
                    <a:pt x="44423" y="75308"/>
                    <a:pt x="44502" y="75367"/>
                    <a:pt x="44562" y="75367"/>
                  </a:cubicBezTo>
                  <a:lnTo>
                    <a:pt x="44602" y="75367"/>
                  </a:lnTo>
                  <a:cubicBezTo>
                    <a:pt x="44681" y="75347"/>
                    <a:pt x="44740" y="75268"/>
                    <a:pt x="44740" y="75189"/>
                  </a:cubicBezTo>
                  <a:cubicBezTo>
                    <a:pt x="44641" y="74534"/>
                    <a:pt x="44522" y="73900"/>
                    <a:pt x="44423" y="73245"/>
                  </a:cubicBezTo>
                  <a:cubicBezTo>
                    <a:pt x="44403" y="73166"/>
                    <a:pt x="44304" y="73106"/>
                    <a:pt x="44225" y="73106"/>
                  </a:cubicBezTo>
                  <a:close/>
                  <a:moveTo>
                    <a:pt x="44939" y="77608"/>
                  </a:moveTo>
                  <a:cubicBezTo>
                    <a:pt x="44840" y="77628"/>
                    <a:pt x="44780" y="77727"/>
                    <a:pt x="44780" y="77806"/>
                  </a:cubicBezTo>
                  <a:cubicBezTo>
                    <a:pt x="44879" y="78481"/>
                    <a:pt x="44958" y="79135"/>
                    <a:pt x="45038" y="79750"/>
                  </a:cubicBezTo>
                  <a:cubicBezTo>
                    <a:pt x="45038" y="79829"/>
                    <a:pt x="45097" y="79889"/>
                    <a:pt x="45177" y="79889"/>
                  </a:cubicBezTo>
                  <a:lnTo>
                    <a:pt x="45216" y="79889"/>
                  </a:lnTo>
                  <a:cubicBezTo>
                    <a:pt x="45296" y="79869"/>
                    <a:pt x="45355" y="79790"/>
                    <a:pt x="45355" y="79690"/>
                  </a:cubicBezTo>
                  <a:cubicBezTo>
                    <a:pt x="45276" y="79076"/>
                    <a:pt x="45216" y="78421"/>
                    <a:pt x="45117" y="77767"/>
                  </a:cubicBezTo>
                  <a:cubicBezTo>
                    <a:pt x="45117" y="77668"/>
                    <a:pt x="45038" y="77608"/>
                    <a:pt x="44939" y="77608"/>
                  </a:cubicBezTo>
                  <a:close/>
                  <a:moveTo>
                    <a:pt x="45415" y="82150"/>
                  </a:moveTo>
                  <a:cubicBezTo>
                    <a:pt x="45335" y="82169"/>
                    <a:pt x="45276" y="82249"/>
                    <a:pt x="45256" y="82328"/>
                  </a:cubicBezTo>
                  <a:cubicBezTo>
                    <a:pt x="45315" y="83002"/>
                    <a:pt x="45335" y="83657"/>
                    <a:pt x="45355" y="84291"/>
                  </a:cubicBezTo>
                  <a:cubicBezTo>
                    <a:pt x="45355" y="84371"/>
                    <a:pt x="45434" y="84430"/>
                    <a:pt x="45514" y="84430"/>
                  </a:cubicBezTo>
                  <a:cubicBezTo>
                    <a:pt x="45593" y="84430"/>
                    <a:pt x="45672" y="84371"/>
                    <a:pt x="45672" y="84291"/>
                  </a:cubicBezTo>
                  <a:cubicBezTo>
                    <a:pt x="45653" y="83637"/>
                    <a:pt x="45633" y="82963"/>
                    <a:pt x="45573" y="82308"/>
                  </a:cubicBezTo>
                  <a:cubicBezTo>
                    <a:pt x="45573" y="82209"/>
                    <a:pt x="45494" y="82150"/>
                    <a:pt x="45415" y="82150"/>
                  </a:cubicBezTo>
                  <a:close/>
                  <a:moveTo>
                    <a:pt x="45514" y="86711"/>
                  </a:moveTo>
                  <a:cubicBezTo>
                    <a:pt x="45415" y="86711"/>
                    <a:pt x="45335" y="86790"/>
                    <a:pt x="45335" y="86889"/>
                  </a:cubicBezTo>
                  <a:cubicBezTo>
                    <a:pt x="45315" y="87524"/>
                    <a:pt x="45256" y="88198"/>
                    <a:pt x="45196" y="88813"/>
                  </a:cubicBezTo>
                  <a:cubicBezTo>
                    <a:pt x="45196" y="88912"/>
                    <a:pt x="45236" y="88991"/>
                    <a:pt x="45335" y="88991"/>
                  </a:cubicBezTo>
                  <a:lnTo>
                    <a:pt x="45355" y="88991"/>
                  </a:lnTo>
                  <a:cubicBezTo>
                    <a:pt x="45434" y="88991"/>
                    <a:pt x="45514" y="88932"/>
                    <a:pt x="45514" y="88852"/>
                  </a:cubicBezTo>
                  <a:cubicBezTo>
                    <a:pt x="45573" y="88218"/>
                    <a:pt x="45633" y="87563"/>
                    <a:pt x="45653" y="86889"/>
                  </a:cubicBezTo>
                  <a:cubicBezTo>
                    <a:pt x="45653" y="86810"/>
                    <a:pt x="45593" y="86731"/>
                    <a:pt x="45514" y="86711"/>
                  </a:cubicBezTo>
                  <a:close/>
                  <a:moveTo>
                    <a:pt x="45018" y="91252"/>
                  </a:moveTo>
                  <a:cubicBezTo>
                    <a:pt x="44919" y="91252"/>
                    <a:pt x="44859" y="91312"/>
                    <a:pt x="44840" y="91391"/>
                  </a:cubicBezTo>
                  <a:cubicBezTo>
                    <a:pt x="44721" y="92025"/>
                    <a:pt x="44602" y="92660"/>
                    <a:pt x="44423" y="93315"/>
                  </a:cubicBezTo>
                  <a:cubicBezTo>
                    <a:pt x="44403" y="93394"/>
                    <a:pt x="44463" y="93473"/>
                    <a:pt x="44542" y="93513"/>
                  </a:cubicBezTo>
                  <a:lnTo>
                    <a:pt x="44602" y="93513"/>
                  </a:lnTo>
                  <a:cubicBezTo>
                    <a:pt x="44661" y="93513"/>
                    <a:pt x="44721" y="93453"/>
                    <a:pt x="44740" y="93374"/>
                  </a:cubicBezTo>
                  <a:cubicBezTo>
                    <a:pt x="44879" y="92739"/>
                    <a:pt x="45038" y="92085"/>
                    <a:pt x="45157" y="91450"/>
                  </a:cubicBezTo>
                  <a:cubicBezTo>
                    <a:pt x="45157" y="91351"/>
                    <a:pt x="45097" y="91272"/>
                    <a:pt x="45018" y="91252"/>
                  </a:cubicBezTo>
                  <a:close/>
                  <a:moveTo>
                    <a:pt x="43854" y="95679"/>
                  </a:moveTo>
                  <a:cubicBezTo>
                    <a:pt x="43788" y="95679"/>
                    <a:pt x="43733" y="95720"/>
                    <a:pt x="43689" y="95793"/>
                  </a:cubicBezTo>
                  <a:cubicBezTo>
                    <a:pt x="43511" y="96408"/>
                    <a:pt x="43273" y="97023"/>
                    <a:pt x="43055" y="97618"/>
                  </a:cubicBezTo>
                  <a:cubicBezTo>
                    <a:pt x="43015" y="97697"/>
                    <a:pt x="43055" y="97796"/>
                    <a:pt x="43134" y="97836"/>
                  </a:cubicBezTo>
                  <a:lnTo>
                    <a:pt x="43213" y="97836"/>
                  </a:lnTo>
                  <a:cubicBezTo>
                    <a:pt x="43273" y="97836"/>
                    <a:pt x="43332" y="97796"/>
                    <a:pt x="43352" y="97737"/>
                  </a:cubicBezTo>
                  <a:cubicBezTo>
                    <a:pt x="43590" y="97122"/>
                    <a:pt x="43828" y="96507"/>
                    <a:pt x="44026" y="95893"/>
                  </a:cubicBezTo>
                  <a:cubicBezTo>
                    <a:pt x="44046" y="95793"/>
                    <a:pt x="44007" y="95714"/>
                    <a:pt x="43927" y="95694"/>
                  </a:cubicBezTo>
                  <a:cubicBezTo>
                    <a:pt x="43902" y="95684"/>
                    <a:pt x="43877" y="95679"/>
                    <a:pt x="43854" y="95679"/>
                  </a:cubicBezTo>
                  <a:close/>
                  <a:moveTo>
                    <a:pt x="42153" y="99929"/>
                  </a:moveTo>
                  <a:cubicBezTo>
                    <a:pt x="42092" y="99929"/>
                    <a:pt x="42030" y="99965"/>
                    <a:pt x="42004" y="100017"/>
                  </a:cubicBezTo>
                  <a:cubicBezTo>
                    <a:pt x="41746" y="100593"/>
                    <a:pt x="41448" y="101188"/>
                    <a:pt x="41111" y="101763"/>
                  </a:cubicBezTo>
                  <a:cubicBezTo>
                    <a:pt x="41091" y="101842"/>
                    <a:pt x="41111" y="101941"/>
                    <a:pt x="41191" y="101981"/>
                  </a:cubicBezTo>
                  <a:lnTo>
                    <a:pt x="41270" y="101981"/>
                  </a:lnTo>
                  <a:cubicBezTo>
                    <a:pt x="41329" y="101981"/>
                    <a:pt x="41389" y="101961"/>
                    <a:pt x="41409" y="101901"/>
                  </a:cubicBezTo>
                  <a:cubicBezTo>
                    <a:pt x="41706" y="101326"/>
                    <a:pt x="42043" y="100751"/>
                    <a:pt x="42301" y="100176"/>
                  </a:cubicBezTo>
                  <a:cubicBezTo>
                    <a:pt x="42341" y="100077"/>
                    <a:pt x="42301" y="99978"/>
                    <a:pt x="42242" y="99958"/>
                  </a:cubicBezTo>
                  <a:cubicBezTo>
                    <a:pt x="42215" y="99938"/>
                    <a:pt x="42184" y="99929"/>
                    <a:pt x="42153" y="99929"/>
                  </a:cubicBezTo>
                  <a:close/>
                  <a:moveTo>
                    <a:pt x="39901" y="103899"/>
                  </a:moveTo>
                  <a:cubicBezTo>
                    <a:pt x="39853" y="103899"/>
                    <a:pt x="39813" y="103923"/>
                    <a:pt x="39802" y="103984"/>
                  </a:cubicBezTo>
                  <a:cubicBezTo>
                    <a:pt x="39465" y="104539"/>
                    <a:pt x="39088" y="105074"/>
                    <a:pt x="38712" y="105630"/>
                  </a:cubicBezTo>
                  <a:cubicBezTo>
                    <a:pt x="38672" y="105709"/>
                    <a:pt x="38692" y="105788"/>
                    <a:pt x="38771" y="105848"/>
                  </a:cubicBezTo>
                  <a:lnTo>
                    <a:pt x="38870" y="105848"/>
                  </a:lnTo>
                  <a:cubicBezTo>
                    <a:pt x="38910" y="105848"/>
                    <a:pt x="38969" y="105828"/>
                    <a:pt x="38989" y="105808"/>
                  </a:cubicBezTo>
                  <a:cubicBezTo>
                    <a:pt x="39366" y="105273"/>
                    <a:pt x="39743" y="104717"/>
                    <a:pt x="40080" y="104162"/>
                  </a:cubicBezTo>
                  <a:cubicBezTo>
                    <a:pt x="40209" y="104062"/>
                    <a:pt x="40027" y="103899"/>
                    <a:pt x="39901" y="103899"/>
                  </a:cubicBezTo>
                  <a:close/>
                  <a:moveTo>
                    <a:pt x="37289" y="107605"/>
                  </a:moveTo>
                  <a:cubicBezTo>
                    <a:pt x="37242" y="107605"/>
                    <a:pt x="37198" y="107620"/>
                    <a:pt x="37165" y="107653"/>
                  </a:cubicBezTo>
                  <a:cubicBezTo>
                    <a:pt x="36768" y="108188"/>
                    <a:pt x="36332" y="108684"/>
                    <a:pt x="35915" y="109180"/>
                  </a:cubicBezTo>
                  <a:cubicBezTo>
                    <a:pt x="35856" y="109239"/>
                    <a:pt x="35876" y="109338"/>
                    <a:pt x="35935" y="109398"/>
                  </a:cubicBezTo>
                  <a:cubicBezTo>
                    <a:pt x="35955" y="109418"/>
                    <a:pt x="35995" y="109437"/>
                    <a:pt x="36034" y="109437"/>
                  </a:cubicBezTo>
                  <a:cubicBezTo>
                    <a:pt x="36094" y="109437"/>
                    <a:pt x="36134" y="109418"/>
                    <a:pt x="36173" y="109378"/>
                  </a:cubicBezTo>
                  <a:cubicBezTo>
                    <a:pt x="36590" y="108882"/>
                    <a:pt x="37026" y="108386"/>
                    <a:pt x="37423" y="107890"/>
                  </a:cubicBezTo>
                  <a:cubicBezTo>
                    <a:pt x="37482" y="107811"/>
                    <a:pt x="37462" y="107692"/>
                    <a:pt x="37403" y="107633"/>
                  </a:cubicBezTo>
                  <a:cubicBezTo>
                    <a:pt x="37367" y="107615"/>
                    <a:pt x="37327" y="107605"/>
                    <a:pt x="37289" y="107605"/>
                  </a:cubicBezTo>
                  <a:close/>
                  <a:moveTo>
                    <a:pt x="34266" y="111031"/>
                  </a:moveTo>
                  <a:cubicBezTo>
                    <a:pt x="34228" y="111031"/>
                    <a:pt x="34188" y="111046"/>
                    <a:pt x="34150" y="111083"/>
                  </a:cubicBezTo>
                  <a:cubicBezTo>
                    <a:pt x="33714" y="111520"/>
                    <a:pt x="33238" y="111996"/>
                    <a:pt x="32742" y="112452"/>
                  </a:cubicBezTo>
                  <a:cubicBezTo>
                    <a:pt x="32683" y="112511"/>
                    <a:pt x="32683" y="112591"/>
                    <a:pt x="32742" y="112670"/>
                  </a:cubicBezTo>
                  <a:lnTo>
                    <a:pt x="32861" y="112709"/>
                  </a:lnTo>
                  <a:lnTo>
                    <a:pt x="32961" y="112670"/>
                  </a:lnTo>
                  <a:cubicBezTo>
                    <a:pt x="33456" y="112214"/>
                    <a:pt x="33932" y="111777"/>
                    <a:pt x="34388" y="111301"/>
                  </a:cubicBezTo>
                  <a:cubicBezTo>
                    <a:pt x="34495" y="111195"/>
                    <a:pt x="34392" y="111031"/>
                    <a:pt x="34266" y="111031"/>
                  </a:cubicBezTo>
                  <a:close/>
                  <a:moveTo>
                    <a:pt x="30919" y="114115"/>
                  </a:moveTo>
                  <a:cubicBezTo>
                    <a:pt x="30883" y="114115"/>
                    <a:pt x="30846" y="114130"/>
                    <a:pt x="30819" y="114157"/>
                  </a:cubicBezTo>
                  <a:lnTo>
                    <a:pt x="29292" y="115367"/>
                  </a:lnTo>
                  <a:cubicBezTo>
                    <a:pt x="29232" y="115426"/>
                    <a:pt x="29193" y="115526"/>
                    <a:pt x="29252" y="115625"/>
                  </a:cubicBezTo>
                  <a:lnTo>
                    <a:pt x="29391" y="115664"/>
                  </a:lnTo>
                  <a:lnTo>
                    <a:pt x="29490" y="115645"/>
                  </a:lnTo>
                  <a:cubicBezTo>
                    <a:pt x="30025" y="115248"/>
                    <a:pt x="30521" y="114831"/>
                    <a:pt x="31017" y="114395"/>
                  </a:cubicBezTo>
                  <a:cubicBezTo>
                    <a:pt x="31077" y="114355"/>
                    <a:pt x="31096" y="114237"/>
                    <a:pt x="31037" y="114177"/>
                  </a:cubicBezTo>
                  <a:cubicBezTo>
                    <a:pt x="31005" y="114135"/>
                    <a:pt x="30962" y="114115"/>
                    <a:pt x="30919" y="114115"/>
                  </a:cubicBezTo>
                  <a:close/>
                  <a:moveTo>
                    <a:pt x="27278" y="116860"/>
                  </a:moveTo>
                  <a:cubicBezTo>
                    <a:pt x="27247" y="116860"/>
                    <a:pt x="27216" y="116876"/>
                    <a:pt x="27190" y="116914"/>
                  </a:cubicBezTo>
                  <a:lnTo>
                    <a:pt x="25563" y="117965"/>
                  </a:lnTo>
                  <a:cubicBezTo>
                    <a:pt x="25484" y="118024"/>
                    <a:pt x="25464" y="118143"/>
                    <a:pt x="25504" y="118223"/>
                  </a:cubicBezTo>
                  <a:cubicBezTo>
                    <a:pt x="25544" y="118262"/>
                    <a:pt x="25603" y="118282"/>
                    <a:pt x="25663" y="118302"/>
                  </a:cubicBezTo>
                  <a:lnTo>
                    <a:pt x="25722" y="118262"/>
                  </a:lnTo>
                  <a:lnTo>
                    <a:pt x="27368" y="117172"/>
                  </a:lnTo>
                  <a:cubicBezTo>
                    <a:pt x="27545" y="117139"/>
                    <a:pt x="27409" y="116860"/>
                    <a:pt x="27278" y="116860"/>
                  </a:cubicBezTo>
                  <a:close/>
                  <a:moveTo>
                    <a:pt x="23367" y="119328"/>
                  </a:moveTo>
                  <a:cubicBezTo>
                    <a:pt x="23353" y="119328"/>
                    <a:pt x="23338" y="119329"/>
                    <a:pt x="23322" y="119333"/>
                  </a:cubicBezTo>
                  <a:lnTo>
                    <a:pt x="21617" y="120245"/>
                  </a:lnTo>
                  <a:cubicBezTo>
                    <a:pt x="21538" y="120305"/>
                    <a:pt x="21518" y="120384"/>
                    <a:pt x="21538" y="120483"/>
                  </a:cubicBezTo>
                  <a:cubicBezTo>
                    <a:pt x="21557" y="120523"/>
                    <a:pt x="21617" y="120563"/>
                    <a:pt x="21696" y="120583"/>
                  </a:cubicBezTo>
                  <a:lnTo>
                    <a:pt x="21756" y="120543"/>
                  </a:lnTo>
                  <a:cubicBezTo>
                    <a:pt x="22351" y="120245"/>
                    <a:pt x="22926" y="119928"/>
                    <a:pt x="23501" y="119611"/>
                  </a:cubicBezTo>
                  <a:cubicBezTo>
                    <a:pt x="23573" y="119485"/>
                    <a:pt x="23499" y="119328"/>
                    <a:pt x="23367" y="119328"/>
                  </a:cubicBezTo>
                  <a:close/>
                  <a:moveTo>
                    <a:pt x="19343" y="121409"/>
                  </a:moveTo>
                  <a:cubicBezTo>
                    <a:pt x="19321" y="121409"/>
                    <a:pt x="19299" y="121411"/>
                    <a:pt x="19277" y="121415"/>
                  </a:cubicBezTo>
                  <a:cubicBezTo>
                    <a:pt x="18722" y="121713"/>
                    <a:pt x="18127" y="121991"/>
                    <a:pt x="17532" y="122229"/>
                  </a:cubicBezTo>
                  <a:cubicBezTo>
                    <a:pt x="17452" y="122288"/>
                    <a:pt x="17413" y="122367"/>
                    <a:pt x="17433" y="122466"/>
                  </a:cubicBezTo>
                  <a:cubicBezTo>
                    <a:pt x="17472" y="122506"/>
                    <a:pt x="17532" y="122546"/>
                    <a:pt x="17591" y="122566"/>
                  </a:cubicBezTo>
                  <a:lnTo>
                    <a:pt x="17651" y="122526"/>
                  </a:lnTo>
                  <a:cubicBezTo>
                    <a:pt x="18246" y="122288"/>
                    <a:pt x="18841" y="122010"/>
                    <a:pt x="19436" y="121713"/>
                  </a:cubicBezTo>
                  <a:cubicBezTo>
                    <a:pt x="19515" y="121673"/>
                    <a:pt x="19535" y="121594"/>
                    <a:pt x="19515" y="121515"/>
                  </a:cubicBezTo>
                  <a:cubicBezTo>
                    <a:pt x="19484" y="121438"/>
                    <a:pt x="19418" y="121409"/>
                    <a:pt x="19343" y="121409"/>
                  </a:cubicBezTo>
                  <a:close/>
                  <a:moveTo>
                    <a:pt x="15196" y="123240"/>
                  </a:moveTo>
                  <a:cubicBezTo>
                    <a:pt x="15167" y="123240"/>
                    <a:pt x="15139" y="123247"/>
                    <a:pt x="15112" y="123260"/>
                  </a:cubicBezTo>
                  <a:lnTo>
                    <a:pt x="13288" y="123954"/>
                  </a:lnTo>
                  <a:cubicBezTo>
                    <a:pt x="13208" y="123974"/>
                    <a:pt x="13169" y="124053"/>
                    <a:pt x="13189" y="124152"/>
                  </a:cubicBezTo>
                  <a:cubicBezTo>
                    <a:pt x="13208" y="124212"/>
                    <a:pt x="13288" y="124271"/>
                    <a:pt x="13367" y="124271"/>
                  </a:cubicBezTo>
                  <a:lnTo>
                    <a:pt x="13407" y="124251"/>
                  </a:lnTo>
                  <a:lnTo>
                    <a:pt x="15251" y="123557"/>
                  </a:lnTo>
                  <a:cubicBezTo>
                    <a:pt x="15330" y="123498"/>
                    <a:pt x="15370" y="123418"/>
                    <a:pt x="15350" y="123319"/>
                  </a:cubicBezTo>
                  <a:cubicBezTo>
                    <a:pt x="15311" y="123266"/>
                    <a:pt x="15253" y="123240"/>
                    <a:pt x="15196" y="123240"/>
                  </a:cubicBezTo>
                  <a:close/>
                  <a:moveTo>
                    <a:pt x="10871" y="124782"/>
                  </a:moveTo>
                  <a:cubicBezTo>
                    <a:pt x="10857" y="124782"/>
                    <a:pt x="10842" y="124783"/>
                    <a:pt x="10829" y="124787"/>
                  </a:cubicBezTo>
                  <a:lnTo>
                    <a:pt x="8965" y="125382"/>
                  </a:lnTo>
                  <a:cubicBezTo>
                    <a:pt x="8885" y="125421"/>
                    <a:pt x="8846" y="125501"/>
                    <a:pt x="8865" y="125580"/>
                  </a:cubicBezTo>
                  <a:cubicBezTo>
                    <a:pt x="8885" y="125659"/>
                    <a:pt x="8945" y="125699"/>
                    <a:pt x="9024" y="125699"/>
                  </a:cubicBezTo>
                  <a:lnTo>
                    <a:pt x="9064" y="125699"/>
                  </a:lnTo>
                  <a:lnTo>
                    <a:pt x="10928" y="125104"/>
                  </a:lnTo>
                  <a:cubicBezTo>
                    <a:pt x="11027" y="125084"/>
                    <a:pt x="11087" y="124985"/>
                    <a:pt x="11047" y="124886"/>
                  </a:cubicBezTo>
                  <a:cubicBezTo>
                    <a:pt x="11014" y="124820"/>
                    <a:pt x="10940" y="124782"/>
                    <a:pt x="10871" y="124782"/>
                  </a:cubicBezTo>
                  <a:close/>
                  <a:moveTo>
                    <a:pt x="6503" y="126092"/>
                  </a:moveTo>
                  <a:cubicBezTo>
                    <a:pt x="6491" y="126092"/>
                    <a:pt x="6479" y="126093"/>
                    <a:pt x="6466" y="126096"/>
                  </a:cubicBezTo>
                  <a:lnTo>
                    <a:pt x="4582" y="126591"/>
                  </a:lnTo>
                  <a:cubicBezTo>
                    <a:pt x="4503" y="126611"/>
                    <a:pt x="4443" y="126710"/>
                    <a:pt x="4463" y="126790"/>
                  </a:cubicBezTo>
                  <a:cubicBezTo>
                    <a:pt x="4483" y="126869"/>
                    <a:pt x="4562" y="126909"/>
                    <a:pt x="4641" y="126929"/>
                  </a:cubicBezTo>
                  <a:lnTo>
                    <a:pt x="4661" y="126929"/>
                  </a:lnTo>
                  <a:lnTo>
                    <a:pt x="6565" y="126433"/>
                  </a:lnTo>
                  <a:cubicBezTo>
                    <a:pt x="6644" y="126393"/>
                    <a:pt x="6684" y="126314"/>
                    <a:pt x="6664" y="126234"/>
                  </a:cubicBezTo>
                  <a:cubicBezTo>
                    <a:pt x="6647" y="126148"/>
                    <a:pt x="6584" y="126092"/>
                    <a:pt x="6503" y="126092"/>
                  </a:cubicBezTo>
                  <a:close/>
                  <a:moveTo>
                    <a:pt x="2103" y="127221"/>
                  </a:moveTo>
                  <a:cubicBezTo>
                    <a:pt x="2090" y="127221"/>
                    <a:pt x="2076" y="127223"/>
                    <a:pt x="2063" y="127226"/>
                  </a:cubicBezTo>
                  <a:lnTo>
                    <a:pt x="140" y="127623"/>
                  </a:lnTo>
                  <a:cubicBezTo>
                    <a:pt x="60" y="127642"/>
                    <a:pt x="1" y="127722"/>
                    <a:pt x="21" y="127821"/>
                  </a:cubicBezTo>
                  <a:cubicBezTo>
                    <a:pt x="40" y="127880"/>
                    <a:pt x="100" y="127940"/>
                    <a:pt x="179" y="127940"/>
                  </a:cubicBezTo>
                  <a:lnTo>
                    <a:pt x="199" y="127940"/>
                  </a:lnTo>
                  <a:lnTo>
                    <a:pt x="2123" y="127523"/>
                  </a:lnTo>
                  <a:cubicBezTo>
                    <a:pt x="2202" y="127523"/>
                    <a:pt x="2262" y="127424"/>
                    <a:pt x="2262" y="127345"/>
                  </a:cubicBezTo>
                  <a:cubicBezTo>
                    <a:pt x="2229" y="127262"/>
                    <a:pt x="2168" y="127221"/>
                    <a:pt x="2103" y="127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" name="图片 1" descr="f01f3b7108ebe8d4058b3656f88facf6"/>
          <p:cNvPicPr>
            <a:picLocks noChangeAspect="1"/>
          </p:cNvPicPr>
          <p:nvPr/>
        </p:nvPicPr>
        <p:blipFill>
          <a:blip r:embed="rId3"/>
          <a:srcRect l="1650" t="3057"/>
          <a:stretch>
            <a:fillRect/>
          </a:stretch>
        </p:blipFill>
        <p:spPr>
          <a:xfrm>
            <a:off x="2366645" y="1172845"/>
            <a:ext cx="7456805" cy="4289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61" name="Google Shape;4561;p69"/>
          <p:cNvSpPr/>
          <p:nvPr/>
        </p:nvSpPr>
        <p:spPr>
          <a:xfrm>
            <a:off x="9062857" y="1314203"/>
            <a:ext cx="3279652" cy="4554024"/>
          </a:xfrm>
          <a:custGeom>
            <a:avLst/>
            <a:gdLst/>
            <a:ahLst/>
            <a:cxnLst/>
            <a:rect l="l" t="t" r="r" b="b"/>
            <a:pathLst>
              <a:path w="92138" h="127940" extrusionOk="0">
                <a:moveTo>
                  <a:pt x="85073" y="0"/>
                </a:moveTo>
                <a:cubicBezTo>
                  <a:pt x="85013" y="0"/>
                  <a:pt x="84958" y="40"/>
                  <a:pt x="84958" y="108"/>
                </a:cubicBezTo>
                <a:cubicBezTo>
                  <a:pt x="84899" y="167"/>
                  <a:pt x="84919" y="266"/>
                  <a:pt x="84998" y="326"/>
                </a:cubicBezTo>
                <a:cubicBezTo>
                  <a:pt x="85573" y="603"/>
                  <a:pt x="86128" y="940"/>
                  <a:pt x="86644" y="1337"/>
                </a:cubicBezTo>
                <a:lnTo>
                  <a:pt x="86743" y="1337"/>
                </a:lnTo>
                <a:cubicBezTo>
                  <a:pt x="86783" y="1337"/>
                  <a:pt x="86842" y="1317"/>
                  <a:pt x="86882" y="1297"/>
                </a:cubicBezTo>
                <a:cubicBezTo>
                  <a:pt x="86922" y="1218"/>
                  <a:pt x="86902" y="1119"/>
                  <a:pt x="86842" y="1059"/>
                </a:cubicBezTo>
                <a:cubicBezTo>
                  <a:pt x="86307" y="663"/>
                  <a:pt x="85732" y="326"/>
                  <a:pt x="85157" y="28"/>
                </a:cubicBezTo>
                <a:cubicBezTo>
                  <a:pt x="85131" y="9"/>
                  <a:pt x="85102" y="0"/>
                  <a:pt x="85073" y="0"/>
                </a:cubicBezTo>
                <a:close/>
                <a:moveTo>
                  <a:pt x="88675" y="2762"/>
                </a:moveTo>
                <a:cubicBezTo>
                  <a:pt x="88636" y="2762"/>
                  <a:pt x="88595" y="2777"/>
                  <a:pt x="88568" y="2805"/>
                </a:cubicBezTo>
                <a:cubicBezTo>
                  <a:pt x="88488" y="2844"/>
                  <a:pt x="88488" y="2963"/>
                  <a:pt x="88548" y="3023"/>
                </a:cubicBezTo>
                <a:cubicBezTo>
                  <a:pt x="88984" y="3499"/>
                  <a:pt x="89381" y="4014"/>
                  <a:pt x="89738" y="4570"/>
                </a:cubicBezTo>
                <a:cubicBezTo>
                  <a:pt x="89777" y="4609"/>
                  <a:pt x="89817" y="4629"/>
                  <a:pt x="89877" y="4629"/>
                </a:cubicBezTo>
                <a:lnTo>
                  <a:pt x="89956" y="4609"/>
                </a:lnTo>
                <a:cubicBezTo>
                  <a:pt x="90035" y="4550"/>
                  <a:pt x="90055" y="4451"/>
                  <a:pt x="89996" y="4371"/>
                </a:cubicBezTo>
                <a:cubicBezTo>
                  <a:pt x="89658" y="3816"/>
                  <a:pt x="89242" y="3300"/>
                  <a:pt x="88786" y="2824"/>
                </a:cubicBezTo>
                <a:cubicBezTo>
                  <a:pt x="88765" y="2782"/>
                  <a:pt x="88721" y="2762"/>
                  <a:pt x="88675" y="2762"/>
                </a:cubicBezTo>
                <a:close/>
                <a:moveTo>
                  <a:pt x="91110" y="6597"/>
                </a:moveTo>
                <a:cubicBezTo>
                  <a:pt x="91089" y="6597"/>
                  <a:pt x="91068" y="6602"/>
                  <a:pt x="91047" y="6612"/>
                </a:cubicBezTo>
                <a:cubicBezTo>
                  <a:pt x="90967" y="6632"/>
                  <a:pt x="90908" y="6731"/>
                  <a:pt x="90947" y="6810"/>
                </a:cubicBezTo>
                <a:cubicBezTo>
                  <a:pt x="91185" y="7425"/>
                  <a:pt x="91384" y="8040"/>
                  <a:pt x="91523" y="8675"/>
                </a:cubicBezTo>
                <a:cubicBezTo>
                  <a:pt x="91542" y="8754"/>
                  <a:pt x="91622" y="8794"/>
                  <a:pt x="91701" y="8794"/>
                </a:cubicBezTo>
                <a:lnTo>
                  <a:pt x="91721" y="8794"/>
                </a:lnTo>
                <a:cubicBezTo>
                  <a:pt x="91800" y="8774"/>
                  <a:pt x="91860" y="8694"/>
                  <a:pt x="91840" y="8595"/>
                </a:cubicBezTo>
                <a:cubicBezTo>
                  <a:pt x="91681" y="7941"/>
                  <a:pt x="91483" y="7306"/>
                  <a:pt x="91245" y="6692"/>
                </a:cubicBezTo>
                <a:cubicBezTo>
                  <a:pt x="91216" y="6633"/>
                  <a:pt x="91166" y="6597"/>
                  <a:pt x="91110" y="6597"/>
                </a:cubicBezTo>
                <a:close/>
                <a:moveTo>
                  <a:pt x="91959" y="11054"/>
                </a:moveTo>
                <a:cubicBezTo>
                  <a:pt x="91879" y="11054"/>
                  <a:pt x="91800" y="11114"/>
                  <a:pt x="91780" y="11213"/>
                </a:cubicBezTo>
                <a:cubicBezTo>
                  <a:pt x="91800" y="11848"/>
                  <a:pt x="91741" y="12502"/>
                  <a:pt x="91622" y="13137"/>
                </a:cubicBezTo>
                <a:cubicBezTo>
                  <a:pt x="91622" y="13236"/>
                  <a:pt x="91681" y="13315"/>
                  <a:pt x="91760" y="13335"/>
                </a:cubicBezTo>
                <a:lnTo>
                  <a:pt x="91800" y="13335"/>
                </a:lnTo>
                <a:cubicBezTo>
                  <a:pt x="91879" y="13335"/>
                  <a:pt x="91939" y="13275"/>
                  <a:pt x="91939" y="13196"/>
                </a:cubicBezTo>
                <a:cubicBezTo>
                  <a:pt x="92058" y="12542"/>
                  <a:pt x="92117" y="11887"/>
                  <a:pt x="92137" y="11233"/>
                </a:cubicBezTo>
                <a:cubicBezTo>
                  <a:pt x="92137" y="11134"/>
                  <a:pt x="92058" y="11054"/>
                  <a:pt x="91959" y="11054"/>
                </a:cubicBezTo>
                <a:close/>
                <a:moveTo>
                  <a:pt x="91092" y="15504"/>
                </a:moveTo>
                <a:cubicBezTo>
                  <a:pt x="91027" y="15504"/>
                  <a:pt x="90963" y="15554"/>
                  <a:pt x="90947" y="15616"/>
                </a:cubicBezTo>
                <a:cubicBezTo>
                  <a:pt x="90709" y="16211"/>
                  <a:pt x="90432" y="16786"/>
                  <a:pt x="90134" y="17381"/>
                </a:cubicBezTo>
                <a:cubicBezTo>
                  <a:pt x="90095" y="17460"/>
                  <a:pt x="90114" y="17539"/>
                  <a:pt x="90174" y="17599"/>
                </a:cubicBezTo>
                <a:lnTo>
                  <a:pt x="90253" y="17599"/>
                </a:lnTo>
                <a:cubicBezTo>
                  <a:pt x="90313" y="17599"/>
                  <a:pt x="90372" y="17579"/>
                  <a:pt x="90412" y="17519"/>
                </a:cubicBezTo>
                <a:cubicBezTo>
                  <a:pt x="90729" y="16944"/>
                  <a:pt x="91007" y="16349"/>
                  <a:pt x="91245" y="15735"/>
                </a:cubicBezTo>
                <a:cubicBezTo>
                  <a:pt x="91265" y="15635"/>
                  <a:pt x="91245" y="15536"/>
                  <a:pt x="91146" y="15516"/>
                </a:cubicBezTo>
                <a:cubicBezTo>
                  <a:pt x="91128" y="15508"/>
                  <a:pt x="91110" y="15504"/>
                  <a:pt x="91092" y="15504"/>
                </a:cubicBezTo>
                <a:close/>
                <a:moveTo>
                  <a:pt x="88856" y="19462"/>
                </a:moveTo>
                <a:cubicBezTo>
                  <a:pt x="88802" y="19462"/>
                  <a:pt x="88752" y="19484"/>
                  <a:pt x="88726" y="19522"/>
                </a:cubicBezTo>
                <a:cubicBezTo>
                  <a:pt x="88330" y="20018"/>
                  <a:pt x="87893" y="20514"/>
                  <a:pt x="87457" y="20990"/>
                </a:cubicBezTo>
                <a:cubicBezTo>
                  <a:pt x="87378" y="21049"/>
                  <a:pt x="87378" y="21168"/>
                  <a:pt x="87457" y="21208"/>
                </a:cubicBezTo>
                <a:lnTo>
                  <a:pt x="87576" y="21267"/>
                </a:lnTo>
                <a:lnTo>
                  <a:pt x="87675" y="21208"/>
                </a:lnTo>
                <a:cubicBezTo>
                  <a:pt x="88131" y="20752"/>
                  <a:pt x="88568" y="20256"/>
                  <a:pt x="88964" y="19721"/>
                </a:cubicBezTo>
                <a:cubicBezTo>
                  <a:pt x="89024" y="19661"/>
                  <a:pt x="89004" y="19542"/>
                  <a:pt x="88944" y="19483"/>
                </a:cubicBezTo>
                <a:cubicBezTo>
                  <a:pt x="88916" y="19469"/>
                  <a:pt x="88886" y="19462"/>
                  <a:pt x="88856" y="19462"/>
                </a:cubicBezTo>
                <a:close/>
                <a:moveTo>
                  <a:pt x="85625" y="22735"/>
                </a:moveTo>
                <a:cubicBezTo>
                  <a:pt x="85601" y="22735"/>
                  <a:pt x="85577" y="22741"/>
                  <a:pt x="85553" y="22755"/>
                </a:cubicBezTo>
                <a:cubicBezTo>
                  <a:pt x="85057" y="23151"/>
                  <a:pt x="84522" y="23548"/>
                  <a:pt x="83987" y="23925"/>
                </a:cubicBezTo>
                <a:cubicBezTo>
                  <a:pt x="83907" y="23965"/>
                  <a:pt x="83887" y="24084"/>
                  <a:pt x="83967" y="24143"/>
                </a:cubicBezTo>
                <a:cubicBezTo>
                  <a:pt x="83987" y="24183"/>
                  <a:pt x="84026" y="24222"/>
                  <a:pt x="84086" y="24222"/>
                </a:cubicBezTo>
                <a:lnTo>
                  <a:pt x="84185" y="24183"/>
                </a:lnTo>
                <a:cubicBezTo>
                  <a:pt x="84720" y="23826"/>
                  <a:pt x="85256" y="23429"/>
                  <a:pt x="85771" y="22993"/>
                </a:cubicBezTo>
                <a:cubicBezTo>
                  <a:pt x="85837" y="22878"/>
                  <a:pt x="85739" y="22735"/>
                  <a:pt x="85625" y="22735"/>
                </a:cubicBezTo>
                <a:close/>
                <a:moveTo>
                  <a:pt x="81855" y="25254"/>
                </a:moveTo>
                <a:cubicBezTo>
                  <a:pt x="81829" y="25254"/>
                  <a:pt x="81805" y="25260"/>
                  <a:pt x="81785" y="25273"/>
                </a:cubicBezTo>
                <a:lnTo>
                  <a:pt x="81706" y="25273"/>
                </a:lnTo>
                <a:lnTo>
                  <a:pt x="80020" y="26106"/>
                </a:lnTo>
                <a:cubicBezTo>
                  <a:pt x="79834" y="26144"/>
                  <a:pt x="79893" y="26407"/>
                  <a:pt x="80064" y="26407"/>
                </a:cubicBezTo>
                <a:cubicBezTo>
                  <a:pt x="80075" y="26407"/>
                  <a:pt x="80087" y="26406"/>
                  <a:pt x="80100" y="26404"/>
                </a:cubicBezTo>
                <a:lnTo>
                  <a:pt x="80159" y="26424"/>
                </a:lnTo>
                <a:lnTo>
                  <a:pt x="81845" y="25611"/>
                </a:lnTo>
                <a:lnTo>
                  <a:pt x="81924" y="25551"/>
                </a:lnTo>
                <a:cubicBezTo>
                  <a:pt x="82023" y="25531"/>
                  <a:pt x="82043" y="25412"/>
                  <a:pt x="82003" y="25333"/>
                </a:cubicBezTo>
                <a:cubicBezTo>
                  <a:pt x="81964" y="25280"/>
                  <a:pt x="81907" y="25254"/>
                  <a:pt x="81855" y="25254"/>
                </a:cubicBezTo>
                <a:close/>
                <a:moveTo>
                  <a:pt x="77650" y="27033"/>
                </a:moveTo>
                <a:cubicBezTo>
                  <a:pt x="77634" y="27033"/>
                  <a:pt x="77618" y="27035"/>
                  <a:pt x="77601" y="27038"/>
                </a:cubicBezTo>
                <a:cubicBezTo>
                  <a:pt x="77026" y="27257"/>
                  <a:pt x="76391" y="27455"/>
                  <a:pt x="75757" y="27653"/>
                </a:cubicBezTo>
                <a:cubicBezTo>
                  <a:pt x="75677" y="27693"/>
                  <a:pt x="75638" y="27772"/>
                  <a:pt x="75657" y="27851"/>
                </a:cubicBezTo>
                <a:cubicBezTo>
                  <a:pt x="75657" y="27931"/>
                  <a:pt x="75737" y="27990"/>
                  <a:pt x="75796" y="27990"/>
                </a:cubicBezTo>
                <a:lnTo>
                  <a:pt x="75856" y="27970"/>
                </a:lnTo>
                <a:lnTo>
                  <a:pt x="77720" y="27376"/>
                </a:lnTo>
                <a:cubicBezTo>
                  <a:pt x="77819" y="27316"/>
                  <a:pt x="77859" y="27237"/>
                  <a:pt x="77819" y="27138"/>
                </a:cubicBezTo>
                <a:cubicBezTo>
                  <a:pt x="77786" y="27072"/>
                  <a:pt x="77726" y="27033"/>
                  <a:pt x="77650" y="27033"/>
                </a:cubicBezTo>
                <a:close/>
                <a:moveTo>
                  <a:pt x="73289" y="28343"/>
                </a:moveTo>
                <a:cubicBezTo>
                  <a:pt x="73279" y="28343"/>
                  <a:pt x="73268" y="28345"/>
                  <a:pt x="73258" y="28347"/>
                </a:cubicBezTo>
                <a:lnTo>
                  <a:pt x="71374" y="28823"/>
                </a:lnTo>
                <a:cubicBezTo>
                  <a:pt x="71275" y="28843"/>
                  <a:pt x="71215" y="28942"/>
                  <a:pt x="71235" y="29022"/>
                </a:cubicBezTo>
                <a:cubicBezTo>
                  <a:pt x="71252" y="29090"/>
                  <a:pt x="71299" y="29144"/>
                  <a:pt x="71363" y="29144"/>
                </a:cubicBezTo>
                <a:cubicBezTo>
                  <a:pt x="71373" y="29144"/>
                  <a:pt x="71383" y="29143"/>
                  <a:pt x="71394" y="29141"/>
                </a:cubicBezTo>
                <a:lnTo>
                  <a:pt x="71433" y="29141"/>
                </a:lnTo>
                <a:lnTo>
                  <a:pt x="73317" y="28684"/>
                </a:lnTo>
                <a:cubicBezTo>
                  <a:pt x="73416" y="28665"/>
                  <a:pt x="73456" y="28565"/>
                  <a:pt x="73456" y="28486"/>
                </a:cubicBezTo>
                <a:cubicBezTo>
                  <a:pt x="73439" y="28400"/>
                  <a:pt x="73361" y="28343"/>
                  <a:pt x="73289" y="28343"/>
                </a:cubicBezTo>
                <a:close/>
                <a:moveTo>
                  <a:pt x="68816" y="29398"/>
                </a:moveTo>
                <a:lnTo>
                  <a:pt x="66912" y="29815"/>
                </a:lnTo>
                <a:cubicBezTo>
                  <a:pt x="66813" y="29835"/>
                  <a:pt x="66753" y="29934"/>
                  <a:pt x="66773" y="30013"/>
                </a:cubicBezTo>
                <a:cubicBezTo>
                  <a:pt x="66790" y="30082"/>
                  <a:pt x="66837" y="30136"/>
                  <a:pt x="66901" y="30136"/>
                </a:cubicBezTo>
                <a:cubicBezTo>
                  <a:pt x="66911" y="30136"/>
                  <a:pt x="66921" y="30135"/>
                  <a:pt x="66932" y="30132"/>
                </a:cubicBezTo>
                <a:lnTo>
                  <a:pt x="66971" y="30132"/>
                </a:lnTo>
                <a:lnTo>
                  <a:pt x="68895" y="29716"/>
                </a:lnTo>
                <a:cubicBezTo>
                  <a:pt x="68974" y="29716"/>
                  <a:pt x="69034" y="29616"/>
                  <a:pt x="69014" y="29517"/>
                </a:cubicBezTo>
                <a:cubicBezTo>
                  <a:pt x="68974" y="29438"/>
                  <a:pt x="68895" y="29398"/>
                  <a:pt x="68816" y="29398"/>
                </a:cubicBezTo>
                <a:close/>
                <a:moveTo>
                  <a:pt x="64396" y="30405"/>
                </a:moveTo>
                <a:cubicBezTo>
                  <a:pt x="64381" y="30405"/>
                  <a:pt x="64367" y="30406"/>
                  <a:pt x="64354" y="30410"/>
                </a:cubicBezTo>
                <a:lnTo>
                  <a:pt x="64135" y="30469"/>
                </a:lnTo>
                <a:lnTo>
                  <a:pt x="62470" y="30886"/>
                </a:lnTo>
                <a:cubicBezTo>
                  <a:pt x="62370" y="30886"/>
                  <a:pt x="62311" y="30985"/>
                  <a:pt x="62351" y="31084"/>
                </a:cubicBezTo>
                <a:cubicBezTo>
                  <a:pt x="62351" y="31163"/>
                  <a:pt x="62410" y="31203"/>
                  <a:pt x="62489" y="31203"/>
                </a:cubicBezTo>
                <a:lnTo>
                  <a:pt x="62549" y="31183"/>
                </a:lnTo>
                <a:lnTo>
                  <a:pt x="64195" y="30787"/>
                </a:lnTo>
                <a:lnTo>
                  <a:pt x="64433" y="30707"/>
                </a:lnTo>
                <a:cubicBezTo>
                  <a:pt x="64512" y="30707"/>
                  <a:pt x="64572" y="30608"/>
                  <a:pt x="64552" y="30509"/>
                </a:cubicBezTo>
                <a:cubicBezTo>
                  <a:pt x="64535" y="30443"/>
                  <a:pt x="64465" y="30405"/>
                  <a:pt x="64396" y="30405"/>
                </a:cubicBezTo>
                <a:close/>
                <a:moveTo>
                  <a:pt x="59994" y="31567"/>
                </a:moveTo>
                <a:cubicBezTo>
                  <a:pt x="59974" y="31567"/>
                  <a:pt x="59952" y="31571"/>
                  <a:pt x="59931" y="31580"/>
                </a:cubicBezTo>
                <a:lnTo>
                  <a:pt x="58087" y="32195"/>
                </a:lnTo>
                <a:cubicBezTo>
                  <a:pt x="57988" y="32234"/>
                  <a:pt x="57948" y="32333"/>
                  <a:pt x="57988" y="32413"/>
                </a:cubicBezTo>
                <a:cubicBezTo>
                  <a:pt x="57988" y="32478"/>
                  <a:pt x="58042" y="32517"/>
                  <a:pt x="58095" y="32517"/>
                </a:cubicBezTo>
                <a:cubicBezTo>
                  <a:pt x="58106" y="32517"/>
                  <a:pt x="58116" y="32515"/>
                  <a:pt x="58127" y="32512"/>
                </a:cubicBezTo>
                <a:lnTo>
                  <a:pt x="58186" y="32512"/>
                </a:lnTo>
                <a:lnTo>
                  <a:pt x="60030" y="31897"/>
                </a:lnTo>
                <a:cubicBezTo>
                  <a:pt x="60110" y="31877"/>
                  <a:pt x="60149" y="31778"/>
                  <a:pt x="60129" y="31699"/>
                </a:cubicBezTo>
                <a:cubicBezTo>
                  <a:pt x="60129" y="31621"/>
                  <a:pt x="60068" y="31567"/>
                  <a:pt x="59994" y="31567"/>
                </a:cubicBezTo>
                <a:close/>
                <a:moveTo>
                  <a:pt x="55702" y="33154"/>
                </a:moveTo>
                <a:cubicBezTo>
                  <a:pt x="55683" y="33154"/>
                  <a:pt x="55665" y="33158"/>
                  <a:pt x="55648" y="33166"/>
                </a:cubicBezTo>
                <a:cubicBezTo>
                  <a:pt x="55033" y="33444"/>
                  <a:pt x="54438" y="33741"/>
                  <a:pt x="53863" y="34039"/>
                </a:cubicBezTo>
                <a:cubicBezTo>
                  <a:pt x="53783" y="34059"/>
                  <a:pt x="53744" y="34158"/>
                  <a:pt x="53783" y="34237"/>
                </a:cubicBezTo>
                <a:cubicBezTo>
                  <a:pt x="53803" y="34297"/>
                  <a:pt x="53863" y="34336"/>
                  <a:pt x="53942" y="34336"/>
                </a:cubicBezTo>
                <a:lnTo>
                  <a:pt x="54021" y="34316"/>
                </a:lnTo>
                <a:lnTo>
                  <a:pt x="55767" y="33464"/>
                </a:lnTo>
                <a:cubicBezTo>
                  <a:pt x="55846" y="33424"/>
                  <a:pt x="55886" y="33345"/>
                  <a:pt x="55846" y="33265"/>
                </a:cubicBezTo>
                <a:cubicBezTo>
                  <a:pt x="55830" y="33203"/>
                  <a:pt x="55767" y="33154"/>
                  <a:pt x="55702" y="33154"/>
                </a:cubicBezTo>
                <a:close/>
                <a:moveTo>
                  <a:pt x="51683" y="35303"/>
                </a:moveTo>
                <a:cubicBezTo>
                  <a:pt x="51654" y="35303"/>
                  <a:pt x="51626" y="35316"/>
                  <a:pt x="51602" y="35348"/>
                </a:cubicBezTo>
                <a:cubicBezTo>
                  <a:pt x="51047" y="35705"/>
                  <a:pt x="50511" y="36081"/>
                  <a:pt x="49996" y="36518"/>
                </a:cubicBezTo>
                <a:cubicBezTo>
                  <a:pt x="49916" y="36557"/>
                  <a:pt x="49916" y="36676"/>
                  <a:pt x="49976" y="36736"/>
                </a:cubicBezTo>
                <a:lnTo>
                  <a:pt x="50095" y="36795"/>
                </a:lnTo>
                <a:lnTo>
                  <a:pt x="50194" y="36756"/>
                </a:lnTo>
                <a:cubicBezTo>
                  <a:pt x="50690" y="36359"/>
                  <a:pt x="51245" y="36002"/>
                  <a:pt x="51780" y="35625"/>
                </a:cubicBezTo>
                <a:cubicBezTo>
                  <a:pt x="51960" y="35593"/>
                  <a:pt x="51816" y="35303"/>
                  <a:pt x="51683" y="35303"/>
                </a:cubicBezTo>
                <a:close/>
                <a:moveTo>
                  <a:pt x="48182" y="38228"/>
                </a:moveTo>
                <a:cubicBezTo>
                  <a:pt x="48145" y="38228"/>
                  <a:pt x="48106" y="38244"/>
                  <a:pt x="48072" y="38283"/>
                </a:cubicBezTo>
                <a:lnTo>
                  <a:pt x="47775" y="38580"/>
                </a:lnTo>
                <a:cubicBezTo>
                  <a:pt x="47418" y="38937"/>
                  <a:pt x="47100" y="39334"/>
                  <a:pt x="46783" y="39770"/>
                </a:cubicBezTo>
                <a:cubicBezTo>
                  <a:pt x="46704" y="39830"/>
                  <a:pt x="46723" y="39929"/>
                  <a:pt x="46803" y="39988"/>
                </a:cubicBezTo>
                <a:lnTo>
                  <a:pt x="46902" y="40028"/>
                </a:lnTo>
                <a:cubicBezTo>
                  <a:pt x="46942" y="40028"/>
                  <a:pt x="47001" y="40008"/>
                  <a:pt x="47021" y="39968"/>
                </a:cubicBezTo>
                <a:cubicBezTo>
                  <a:pt x="47338" y="39572"/>
                  <a:pt x="47675" y="39175"/>
                  <a:pt x="48013" y="38798"/>
                </a:cubicBezTo>
                <a:lnTo>
                  <a:pt x="48290" y="38501"/>
                </a:lnTo>
                <a:cubicBezTo>
                  <a:pt x="48395" y="38381"/>
                  <a:pt x="48296" y="38228"/>
                  <a:pt x="48182" y="38228"/>
                </a:cubicBezTo>
                <a:close/>
                <a:moveTo>
                  <a:pt x="45430" y="41892"/>
                </a:moveTo>
                <a:cubicBezTo>
                  <a:pt x="45373" y="41892"/>
                  <a:pt x="45315" y="41918"/>
                  <a:pt x="45276" y="41971"/>
                </a:cubicBezTo>
                <a:cubicBezTo>
                  <a:pt x="44958" y="42546"/>
                  <a:pt x="44661" y="43122"/>
                  <a:pt x="44383" y="43716"/>
                </a:cubicBezTo>
                <a:cubicBezTo>
                  <a:pt x="44364" y="43796"/>
                  <a:pt x="44383" y="43895"/>
                  <a:pt x="44463" y="43935"/>
                </a:cubicBezTo>
                <a:lnTo>
                  <a:pt x="44542" y="43935"/>
                </a:lnTo>
                <a:cubicBezTo>
                  <a:pt x="44602" y="43935"/>
                  <a:pt x="44661" y="43895"/>
                  <a:pt x="44701" y="43855"/>
                </a:cubicBezTo>
                <a:cubicBezTo>
                  <a:pt x="44958" y="43260"/>
                  <a:pt x="45256" y="42685"/>
                  <a:pt x="45593" y="42150"/>
                </a:cubicBezTo>
                <a:cubicBezTo>
                  <a:pt x="45633" y="42051"/>
                  <a:pt x="45613" y="41952"/>
                  <a:pt x="45514" y="41912"/>
                </a:cubicBezTo>
                <a:cubicBezTo>
                  <a:pt x="45487" y="41899"/>
                  <a:pt x="45459" y="41892"/>
                  <a:pt x="45430" y="41892"/>
                </a:cubicBezTo>
                <a:close/>
                <a:moveTo>
                  <a:pt x="43607" y="46032"/>
                </a:moveTo>
                <a:cubicBezTo>
                  <a:pt x="43538" y="46032"/>
                  <a:pt x="43464" y="46070"/>
                  <a:pt x="43431" y="46136"/>
                </a:cubicBezTo>
                <a:cubicBezTo>
                  <a:pt x="43233" y="46751"/>
                  <a:pt x="43055" y="47365"/>
                  <a:pt x="42876" y="48040"/>
                </a:cubicBezTo>
                <a:cubicBezTo>
                  <a:pt x="42876" y="48119"/>
                  <a:pt x="42936" y="48198"/>
                  <a:pt x="43015" y="48238"/>
                </a:cubicBezTo>
                <a:lnTo>
                  <a:pt x="43055" y="48238"/>
                </a:lnTo>
                <a:cubicBezTo>
                  <a:pt x="43134" y="48238"/>
                  <a:pt x="43194" y="48179"/>
                  <a:pt x="43213" y="48119"/>
                </a:cubicBezTo>
                <a:cubicBezTo>
                  <a:pt x="43372" y="47465"/>
                  <a:pt x="43550" y="46850"/>
                  <a:pt x="43749" y="46235"/>
                </a:cubicBezTo>
                <a:cubicBezTo>
                  <a:pt x="43769" y="46156"/>
                  <a:pt x="43729" y="46057"/>
                  <a:pt x="43650" y="46037"/>
                </a:cubicBezTo>
                <a:cubicBezTo>
                  <a:pt x="43636" y="46033"/>
                  <a:pt x="43622" y="46032"/>
                  <a:pt x="43607" y="46032"/>
                </a:cubicBezTo>
                <a:close/>
                <a:moveTo>
                  <a:pt x="42528" y="50475"/>
                </a:moveTo>
                <a:cubicBezTo>
                  <a:pt x="42460" y="50475"/>
                  <a:pt x="42398" y="50529"/>
                  <a:pt x="42380" y="50598"/>
                </a:cubicBezTo>
                <a:cubicBezTo>
                  <a:pt x="42281" y="51233"/>
                  <a:pt x="42182" y="51887"/>
                  <a:pt x="42142" y="52561"/>
                </a:cubicBezTo>
                <a:cubicBezTo>
                  <a:pt x="42123" y="52641"/>
                  <a:pt x="42202" y="52720"/>
                  <a:pt x="42281" y="52720"/>
                </a:cubicBezTo>
                <a:cubicBezTo>
                  <a:pt x="42380" y="52720"/>
                  <a:pt x="42460" y="52680"/>
                  <a:pt x="42460" y="52581"/>
                </a:cubicBezTo>
                <a:cubicBezTo>
                  <a:pt x="42539" y="51927"/>
                  <a:pt x="42618" y="51292"/>
                  <a:pt x="42718" y="50638"/>
                </a:cubicBezTo>
                <a:cubicBezTo>
                  <a:pt x="42718" y="50558"/>
                  <a:pt x="42638" y="50479"/>
                  <a:pt x="42559" y="50479"/>
                </a:cubicBezTo>
                <a:cubicBezTo>
                  <a:pt x="42548" y="50476"/>
                  <a:pt x="42538" y="50475"/>
                  <a:pt x="42528" y="50475"/>
                </a:cubicBezTo>
                <a:close/>
                <a:moveTo>
                  <a:pt x="42142" y="55000"/>
                </a:moveTo>
                <a:cubicBezTo>
                  <a:pt x="42063" y="55000"/>
                  <a:pt x="41964" y="55080"/>
                  <a:pt x="41964" y="55159"/>
                </a:cubicBezTo>
                <a:lnTo>
                  <a:pt x="41964" y="57142"/>
                </a:lnTo>
                <a:cubicBezTo>
                  <a:pt x="41964" y="57222"/>
                  <a:pt x="42023" y="57281"/>
                  <a:pt x="42123" y="57281"/>
                </a:cubicBezTo>
                <a:cubicBezTo>
                  <a:pt x="42202" y="57281"/>
                  <a:pt x="42281" y="57202"/>
                  <a:pt x="42281" y="57122"/>
                </a:cubicBezTo>
                <a:lnTo>
                  <a:pt x="42281" y="55179"/>
                </a:lnTo>
                <a:cubicBezTo>
                  <a:pt x="42301" y="55080"/>
                  <a:pt x="42222" y="55000"/>
                  <a:pt x="42142" y="55000"/>
                </a:cubicBezTo>
                <a:close/>
                <a:moveTo>
                  <a:pt x="42221" y="59619"/>
                </a:moveTo>
                <a:cubicBezTo>
                  <a:pt x="42152" y="59619"/>
                  <a:pt x="42084" y="59658"/>
                  <a:pt x="42063" y="59740"/>
                </a:cubicBezTo>
                <a:cubicBezTo>
                  <a:pt x="42123" y="60395"/>
                  <a:pt x="42162" y="61029"/>
                  <a:pt x="42242" y="61703"/>
                </a:cubicBezTo>
                <a:cubicBezTo>
                  <a:pt x="42242" y="61783"/>
                  <a:pt x="42321" y="61842"/>
                  <a:pt x="42420" y="61842"/>
                </a:cubicBezTo>
                <a:cubicBezTo>
                  <a:pt x="42519" y="61822"/>
                  <a:pt x="42579" y="61743"/>
                  <a:pt x="42559" y="61684"/>
                </a:cubicBezTo>
                <a:cubicBezTo>
                  <a:pt x="42519" y="61009"/>
                  <a:pt x="42440" y="60355"/>
                  <a:pt x="42380" y="59720"/>
                </a:cubicBezTo>
                <a:cubicBezTo>
                  <a:pt x="42352" y="59653"/>
                  <a:pt x="42286" y="59619"/>
                  <a:pt x="42221" y="59619"/>
                </a:cubicBezTo>
                <a:close/>
                <a:moveTo>
                  <a:pt x="42718" y="64103"/>
                </a:moveTo>
                <a:cubicBezTo>
                  <a:pt x="42618" y="64123"/>
                  <a:pt x="42559" y="64202"/>
                  <a:pt x="42559" y="64301"/>
                </a:cubicBezTo>
                <a:lnTo>
                  <a:pt x="42856" y="66245"/>
                </a:lnTo>
                <a:cubicBezTo>
                  <a:pt x="42876" y="66304"/>
                  <a:pt x="42956" y="66364"/>
                  <a:pt x="43035" y="66364"/>
                </a:cubicBezTo>
                <a:lnTo>
                  <a:pt x="43055" y="66364"/>
                </a:lnTo>
                <a:cubicBezTo>
                  <a:pt x="43134" y="66344"/>
                  <a:pt x="43194" y="66265"/>
                  <a:pt x="43174" y="66185"/>
                </a:cubicBezTo>
                <a:lnTo>
                  <a:pt x="42876" y="64262"/>
                </a:lnTo>
                <a:cubicBezTo>
                  <a:pt x="42876" y="64163"/>
                  <a:pt x="42797" y="64103"/>
                  <a:pt x="42718" y="64103"/>
                </a:cubicBezTo>
                <a:close/>
                <a:moveTo>
                  <a:pt x="43471" y="68650"/>
                </a:moveTo>
                <a:cubicBezTo>
                  <a:pt x="43389" y="68650"/>
                  <a:pt x="43312" y="68709"/>
                  <a:pt x="43312" y="68803"/>
                </a:cubicBezTo>
                <a:lnTo>
                  <a:pt x="43610" y="70548"/>
                </a:lnTo>
                <a:lnTo>
                  <a:pt x="43650" y="70727"/>
                </a:lnTo>
                <a:cubicBezTo>
                  <a:pt x="43650" y="70806"/>
                  <a:pt x="43709" y="70866"/>
                  <a:pt x="43808" y="70866"/>
                </a:cubicBezTo>
                <a:lnTo>
                  <a:pt x="43828" y="70866"/>
                </a:lnTo>
                <a:cubicBezTo>
                  <a:pt x="43907" y="70846"/>
                  <a:pt x="43967" y="70766"/>
                  <a:pt x="43967" y="70667"/>
                </a:cubicBezTo>
                <a:lnTo>
                  <a:pt x="43927" y="70489"/>
                </a:lnTo>
                <a:lnTo>
                  <a:pt x="43630" y="68744"/>
                </a:lnTo>
                <a:cubicBezTo>
                  <a:pt x="43589" y="68679"/>
                  <a:pt x="43529" y="68650"/>
                  <a:pt x="43471" y="68650"/>
                </a:cubicBezTo>
                <a:close/>
                <a:moveTo>
                  <a:pt x="44225" y="73106"/>
                </a:moveTo>
                <a:cubicBezTo>
                  <a:pt x="44126" y="73126"/>
                  <a:pt x="44086" y="73206"/>
                  <a:pt x="44106" y="73305"/>
                </a:cubicBezTo>
                <a:cubicBezTo>
                  <a:pt x="44205" y="73939"/>
                  <a:pt x="44324" y="74594"/>
                  <a:pt x="44423" y="75228"/>
                </a:cubicBezTo>
                <a:cubicBezTo>
                  <a:pt x="44423" y="75308"/>
                  <a:pt x="44502" y="75367"/>
                  <a:pt x="44562" y="75367"/>
                </a:cubicBezTo>
                <a:lnTo>
                  <a:pt x="44602" y="75367"/>
                </a:lnTo>
                <a:cubicBezTo>
                  <a:pt x="44681" y="75347"/>
                  <a:pt x="44740" y="75268"/>
                  <a:pt x="44740" y="75189"/>
                </a:cubicBezTo>
                <a:cubicBezTo>
                  <a:pt x="44641" y="74534"/>
                  <a:pt x="44522" y="73900"/>
                  <a:pt x="44423" y="73245"/>
                </a:cubicBezTo>
                <a:cubicBezTo>
                  <a:pt x="44403" y="73166"/>
                  <a:pt x="44304" y="73106"/>
                  <a:pt x="44225" y="73106"/>
                </a:cubicBezTo>
                <a:close/>
                <a:moveTo>
                  <a:pt x="44939" y="77608"/>
                </a:moveTo>
                <a:cubicBezTo>
                  <a:pt x="44840" y="77628"/>
                  <a:pt x="44780" y="77727"/>
                  <a:pt x="44780" y="77806"/>
                </a:cubicBezTo>
                <a:cubicBezTo>
                  <a:pt x="44879" y="78481"/>
                  <a:pt x="44958" y="79135"/>
                  <a:pt x="45038" y="79750"/>
                </a:cubicBezTo>
                <a:cubicBezTo>
                  <a:pt x="45038" y="79829"/>
                  <a:pt x="45097" y="79889"/>
                  <a:pt x="45177" y="79889"/>
                </a:cubicBezTo>
                <a:lnTo>
                  <a:pt x="45216" y="79889"/>
                </a:lnTo>
                <a:cubicBezTo>
                  <a:pt x="45296" y="79869"/>
                  <a:pt x="45355" y="79790"/>
                  <a:pt x="45355" y="79690"/>
                </a:cubicBezTo>
                <a:cubicBezTo>
                  <a:pt x="45276" y="79076"/>
                  <a:pt x="45216" y="78421"/>
                  <a:pt x="45117" y="77767"/>
                </a:cubicBezTo>
                <a:cubicBezTo>
                  <a:pt x="45117" y="77668"/>
                  <a:pt x="45038" y="77608"/>
                  <a:pt x="44939" y="77608"/>
                </a:cubicBezTo>
                <a:close/>
                <a:moveTo>
                  <a:pt x="45415" y="82150"/>
                </a:moveTo>
                <a:cubicBezTo>
                  <a:pt x="45335" y="82169"/>
                  <a:pt x="45276" y="82249"/>
                  <a:pt x="45256" y="82328"/>
                </a:cubicBezTo>
                <a:cubicBezTo>
                  <a:pt x="45315" y="83002"/>
                  <a:pt x="45335" y="83657"/>
                  <a:pt x="45355" y="84291"/>
                </a:cubicBezTo>
                <a:cubicBezTo>
                  <a:pt x="45355" y="84371"/>
                  <a:pt x="45434" y="84430"/>
                  <a:pt x="45514" y="84430"/>
                </a:cubicBezTo>
                <a:cubicBezTo>
                  <a:pt x="45593" y="84430"/>
                  <a:pt x="45672" y="84371"/>
                  <a:pt x="45672" y="84291"/>
                </a:cubicBezTo>
                <a:cubicBezTo>
                  <a:pt x="45653" y="83637"/>
                  <a:pt x="45633" y="82963"/>
                  <a:pt x="45573" y="82308"/>
                </a:cubicBezTo>
                <a:cubicBezTo>
                  <a:pt x="45573" y="82209"/>
                  <a:pt x="45494" y="82150"/>
                  <a:pt x="45415" y="82150"/>
                </a:cubicBezTo>
                <a:close/>
                <a:moveTo>
                  <a:pt x="45514" y="86711"/>
                </a:moveTo>
                <a:cubicBezTo>
                  <a:pt x="45415" y="86711"/>
                  <a:pt x="45335" y="86790"/>
                  <a:pt x="45335" y="86889"/>
                </a:cubicBezTo>
                <a:cubicBezTo>
                  <a:pt x="45315" y="87524"/>
                  <a:pt x="45256" y="88198"/>
                  <a:pt x="45196" y="88813"/>
                </a:cubicBezTo>
                <a:cubicBezTo>
                  <a:pt x="45196" y="88912"/>
                  <a:pt x="45236" y="88991"/>
                  <a:pt x="45335" y="88991"/>
                </a:cubicBezTo>
                <a:lnTo>
                  <a:pt x="45355" y="88991"/>
                </a:lnTo>
                <a:cubicBezTo>
                  <a:pt x="45434" y="88991"/>
                  <a:pt x="45514" y="88932"/>
                  <a:pt x="45514" y="88852"/>
                </a:cubicBezTo>
                <a:cubicBezTo>
                  <a:pt x="45573" y="88218"/>
                  <a:pt x="45633" y="87563"/>
                  <a:pt x="45653" y="86889"/>
                </a:cubicBezTo>
                <a:cubicBezTo>
                  <a:pt x="45653" y="86810"/>
                  <a:pt x="45593" y="86731"/>
                  <a:pt x="45514" y="86711"/>
                </a:cubicBezTo>
                <a:close/>
                <a:moveTo>
                  <a:pt x="45018" y="91252"/>
                </a:moveTo>
                <a:cubicBezTo>
                  <a:pt x="44919" y="91252"/>
                  <a:pt x="44859" y="91312"/>
                  <a:pt x="44840" y="91391"/>
                </a:cubicBezTo>
                <a:cubicBezTo>
                  <a:pt x="44721" y="92025"/>
                  <a:pt x="44602" y="92660"/>
                  <a:pt x="44423" y="93315"/>
                </a:cubicBezTo>
                <a:cubicBezTo>
                  <a:pt x="44403" y="93394"/>
                  <a:pt x="44463" y="93473"/>
                  <a:pt x="44542" y="93513"/>
                </a:cubicBezTo>
                <a:lnTo>
                  <a:pt x="44602" y="93513"/>
                </a:lnTo>
                <a:cubicBezTo>
                  <a:pt x="44661" y="93513"/>
                  <a:pt x="44721" y="93453"/>
                  <a:pt x="44740" y="93374"/>
                </a:cubicBezTo>
                <a:cubicBezTo>
                  <a:pt x="44879" y="92739"/>
                  <a:pt x="45038" y="92085"/>
                  <a:pt x="45157" y="91450"/>
                </a:cubicBezTo>
                <a:cubicBezTo>
                  <a:pt x="45157" y="91351"/>
                  <a:pt x="45097" y="91272"/>
                  <a:pt x="45018" y="91252"/>
                </a:cubicBezTo>
                <a:close/>
                <a:moveTo>
                  <a:pt x="43854" y="95679"/>
                </a:moveTo>
                <a:cubicBezTo>
                  <a:pt x="43788" y="95679"/>
                  <a:pt x="43733" y="95720"/>
                  <a:pt x="43689" y="95793"/>
                </a:cubicBezTo>
                <a:cubicBezTo>
                  <a:pt x="43511" y="96408"/>
                  <a:pt x="43273" y="97023"/>
                  <a:pt x="43055" y="97618"/>
                </a:cubicBezTo>
                <a:cubicBezTo>
                  <a:pt x="43015" y="97697"/>
                  <a:pt x="43055" y="97796"/>
                  <a:pt x="43134" y="97836"/>
                </a:cubicBezTo>
                <a:lnTo>
                  <a:pt x="43213" y="97836"/>
                </a:lnTo>
                <a:cubicBezTo>
                  <a:pt x="43273" y="97836"/>
                  <a:pt x="43332" y="97796"/>
                  <a:pt x="43352" y="97737"/>
                </a:cubicBezTo>
                <a:cubicBezTo>
                  <a:pt x="43590" y="97122"/>
                  <a:pt x="43828" y="96507"/>
                  <a:pt x="44026" y="95893"/>
                </a:cubicBezTo>
                <a:cubicBezTo>
                  <a:pt x="44046" y="95793"/>
                  <a:pt x="44007" y="95714"/>
                  <a:pt x="43927" y="95694"/>
                </a:cubicBezTo>
                <a:cubicBezTo>
                  <a:pt x="43902" y="95684"/>
                  <a:pt x="43877" y="95679"/>
                  <a:pt x="43854" y="95679"/>
                </a:cubicBezTo>
                <a:close/>
                <a:moveTo>
                  <a:pt x="42153" y="99929"/>
                </a:moveTo>
                <a:cubicBezTo>
                  <a:pt x="42092" y="99929"/>
                  <a:pt x="42030" y="99965"/>
                  <a:pt x="42004" y="100017"/>
                </a:cubicBezTo>
                <a:cubicBezTo>
                  <a:pt x="41746" y="100593"/>
                  <a:pt x="41448" y="101188"/>
                  <a:pt x="41111" y="101763"/>
                </a:cubicBezTo>
                <a:cubicBezTo>
                  <a:pt x="41091" y="101842"/>
                  <a:pt x="41111" y="101941"/>
                  <a:pt x="41191" y="101981"/>
                </a:cubicBezTo>
                <a:lnTo>
                  <a:pt x="41270" y="101981"/>
                </a:lnTo>
                <a:cubicBezTo>
                  <a:pt x="41329" y="101981"/>
                  <a:pt x="41389" y="101961"/>
                  <a:pt x="41409" y="101901"/>
                </a:cubicBezTo>
                <a:cubicBezTo>
                  <a:pt x="41706" y="101326"/>
                  <a:pt x="42043" y="100751"/>
                  <a:pt x="42301" y="100176"/>
                </a:cubicBezTo>
                <a:cubicBezTo>
                  <a:pt x="42341" y="100077"/>
                  <a:pt x="42301" y="99978"/>
                  <a:pt x="42242" y="99958"/>
                </a:cubicBezTo>
                <a:cubicBezTo>
                  <a:pt x="42215" y="99938"/>
                  <a:pt x="42184" y="99929"/>
                  <a:pt x="42153" y="99929"/>
                </a:cubicBezTo>
                <a:close/>
                <a:moveTo>
                  <a:pt x="39901" y="103899"/>
                </a:moveTo>
                <a:cubicBezTo>
                  <a:pt x="39853" y="103899"/>
                  <a:pt x="39813" y="103923"/>
                  <a:pt x="39802" y="103984"/>
                </a:cubicBezTo>
                <a:cubicBezTo>
                  <a:pt x="39465" y="104539"/>
                  <a:pt x="39088" y="105074"/>
                  <a:pt x="38712" y="105630"/>
                </a:cubicBezTo>
                <a:cubicBezTo>
                  <a:pt x="38672" y="105709"/>
                  <a:pt x="38692" y="105788"/>
                  <a:pt x="38771" y="105848"/>
                </a:cubicBezTo>
                <a:lnTo>
                  <a:pt x="38870" y="105848"/>
                </a:lnTo>
                <a:cubicBezTo>
                  <a:pt x="38910" y="105848"/>
                  <a:pt x="38969" y="105828"/>
                  <a:pt x="38989" y="105808"/>
                </a:cubicBezTo>
                <a:cubicBezTo>
                  <a:pt x="39366" y="105273"/>
                  <a:pt x="39743" y="104717"/>
                  <a:pt x="40080" y="104162"/>
                </a:cubicBezTo>
                <a:cubicBezTo>
                  <a:pt x="40209" y="104062"/>
                  <a:pt x="40027" y="103899"/>
                  <a:pt x="39901" y="103899"/>
                </a:cubicBezTo>
                <a:close/>
                <a:moveTo>
                  <a:pt x="37289" y="107605"/>
                </a:moveTo>
                <a:cubicBezTo>
                  <a:pt x="37242" y="107605"/>
                  <a:pt x="37198" y="107620"/>
                  <a:pt x="37165" y="107653"/>
                </a:cubicBezTo>
                <a:cubicBezTo>
                  <a:pt x="36768" y="108188"/>
                  <a:pt x="36332" y="108684"/>
                  <a:pt x="35915" y="109180"/>
                </a:cubicBezTo>
                <a:cubicBezTo>
                  <a:pt x="35856" y="109239"/>
                  <a:pt x="35876" y="109338"/>
                  <a:pt x="35935" y="109398"/>
                </a:cubicBezTo>
                <a:cubicBezTo>
                  <a:pt x="35955" y="109418"/>
                  <a:pt x="35995" y="109437"/>
                  <a:pt x="36034" y="109437"/>
                </a:cubicBezTo>
                <a:cubicBezTo>
                  <a:pt x="36094" y="109437"/>
                  <a:pt x="36134" y="109418"/>
                  <a:pt x="36173" y="109378"/>
                </a:cubicBezTo>
                <a:cubicBezTo>
                  <a:pt x="36590" y="108882"/>
                  <a:pt x="37026" y="108386"/>
                  <a:pt x="37423" y="107890"/>
                </a:cubicBezTo>
                <a:cubicBezTo>
                  <a:pt x="37482" y="107811"/>
                  <a:pt x="37462" y="107692"/>
                  <a:pt x="37403" y="107633"/>
                </a:cubicBezTo>
                <a:cubicBezTo>
                  <a:pt x="37367" y="107615"/>
                  <a:pt x="37327" y="107605"/>
                  <a:pt x="37289" y="107605"/>
                </a:cubicBezTo>
                <a:close/>
                <a:moveTo>
                  <a:pt x="34266" y="111031"/>
                </a:moveTo>
                <a:cubicBezTo>
                  <a:pt x="34228" y="111031"/>
                  <a:pt x="34188" y="111046"/>
                  <a:pt x="34150" y="111083"/>
                </a:cubicBezTo>
                <a:cubicBezTo>
                  <a:pt x="33714" y="111520"/>
                  <a:pt x="33238" y="111996"/>
                  <a:pt x="32742" y="112452"/>
                </a:cubicBezTo>
                <a:cubicBezTo>
                  <a:pt x="32683" y="112511"/>
                  <a:pt x="32683" y="112591"/>
                  <a:pt x="32742" y="112670"/>
                </a:cubicBezTo>
                <a:lnTo>
                  <a:pt x="32861" y="112709"/>
                </a:lnTo>
                <a:lnTo>
                  <a:pt x="32961" y="112670"/>
                </a:lnTo>
                <a:cubicBezTo>
                  <a:pt x="33456" y="112214"/>
                  <a:pt x="33932" y="111777"/>
                  <a:pt x="34388" y="111301"/>
                </a:cubicBezTo>
                <a:cubicBezTo>
                  <a:pt x="34495" y="111195"/>
                  <a:pt x="34392" y="111031"/>
                  <a:pt x="34266" y="111031"/>
                </a:cubicBezTo>
                <a:close/>
                <a:moveTo>
                  <a:pt x="30919" y="114115"/>
                </a:moveTo>
                <a:cubicBezTo>
                  <a:pt x="30883" y="114115"/>
                  <a:pt x="30846" y="114130"/>
                  <a:pt x="30819" y="114157"/>
                </a:cubicBezTo>
                <a:lnTo>
                  <a:pt x="29292" y="115367"/>
                </a:lnTo>
                <a:cubicBezTo>
                  <a:pt x="29232" y="115426"/>
                  <a:pt x="29193" y="115526"/>
                  <a:pt x="29252" y="115625"/>
                </a:cubicBezTo>
                <a:lnTo>
                  <a:pt x="29391" y="115664"/>
                </a:lnTo>
                <a:lnTo>
                  <a:pt x="29490" y="115645"/>
                </a:lnTo>
                <a:cubicBezTo>
                  <a:pt x="30025" y="115248"/>
                  <a:pt x="30521" y="114831"/>
                  <a:pt x="31017" y="114395"/>
                </a:cubicBezTo>
                <a:cubicBezTo>
                  <a:pt x="31077" y="114355"/>
                  <a:pt x="31096" y="114237"/>
                  <a:pt x="31037" y="114177"/>
                </a:cubicBezTo>
                <a:cubicBezTo>
                  <a:pt x="31005" y="114135"/>
                  <a:pt x="30962" y="114115"/>
                  <a:pt x="30919" y="114115"/>
                </a:cubicBezTo>
                <a:close/>
                <a:moveTo>
                  <a:pt x="27278" y="116860"/>
                </a:moveTo>
                <a:cubicBezTo>
                  <a:pt x="27247" y="116860"/>
                  <a:pt x="27216" y="116876"/>
                  <a:pt x="27190" y="116914"/>
                </a:cubicBezTo>
                <a:lnTo>
                  <a:pt x="25563" y="117965"/>
                </a:lnTo>
                <a:cubicBezTo>
                  <a:pt x="25484" y="118024"/>
                  <a:pt x="25464" y="118143"/>
                  <a:pt x="25504" y="118223"/>
                </a:cubicBezTo>
                <a:cubicBezTo>
                  <a:pt x="25544" y="118262"/>
                  <a:pt x="25603" y="118282"/>
                  <a:pt x="25663" y="118302"/>
                </a:cubicBezTo>
                <a:lnTo>
                  <a:pt x="25722" y="118262"/>
                </a:lnTo>
                <a:lnTo>
                  <a:pt x="27368" y="117172"/>
                </a:lnTo>
                <a:cubicBezTo>
                  <a:pt x="27545" y="117139"/>
                  <a:pt x="27409" y="116860"/>
                  <a:pt x="27278" y="116860"/>
                </a:cubicBezTo>
                <a:close/>
                <a:moveTo>
                  <a:pt x="23367" y="119328"/>
                </a:moveTo>
                <a:cubicBezTo>
                  <a:pt x="23353" y="119328"/>
                  <a:pt x="23338" y="119329"/>
                  <a:pt x="23322" y="119333"/>
                </a:cubicBezTo>
                <a:lnTo>
                  <a:pt x="21617" y="120245"/>
                </a:lnTo>
                <a:cubicBezTo>
                  <a:pt x="21538" y="120305"/>
                  <a:pt x="21518" y="120384"/>
                  <a:pt x="21538" y="120483"/>
                </a:cubicBezTo>
                <a:cubicBezTo>
                  <a:pt x="21557" y="120523"/>
                  <a:pt x="21617" y="120563"/>
                  <a:pt x="21696" y="120583"/>
                </a:cubicBezTo>
                <a:lnTo>
                  <a:pt x="21756" y="120543"/>
                </a:lnTo>
                <a:cubicBezTo>
                  <a:pt x="22351" y="120245"/>
                  <a:pt x="22926" y="119928"/>
                  <a:pt x="23501" y="119611"/>
                </a:cubicBezTo>
                <a:cubicBezTo>
                  <a:pt x="23573" y="119485"/>
                  <a:pt x="23499" y="119328"/>
                  <a:pt x="23367" y="119328"/>
                </a:cubicBezTo>
                <a:close/>
                <a:moveTo>
                  <a:pt x="19343" y="121409"/>
                </a:moveTo>
                <a:cubicBezTo>
                  <a:pt x="19321" y="121409"/>
                  <a:pt x="19299" y="121411"/>
                  <a:pt x="19277" y="121415"/>
                </a:cubicBezTo>
                <a:cubicBezTo>
                  <a:pt x="18722" y="121713"/>
                  <a:pt x="18127" y="121991"/>
                  <a:pt x="17532" y="122229"/>
                </a:cubicBezTo>
                <a:cubicBezTo>
                  <a:pt x="17452" y="122288"/>
                  <a:pt x="17413" y="122367"/>
                  <a:pt x="17433" y="122466"/>
                </a:cubicBezTo>
                <a:cubicBezTo>
                  <a:pt x="17472" y="122506"/>
                  <a:pt x="17532" y="122546"/>
                  <a:pt x="17591" y="122566"/>
                </a:cubicBezTo>
                <a:lnTo>
                  <a:pt x="17651" y="122526"/>
                </a:lnTo>
                <a:cubicBezTo>
                  <a:pt x="18246" y="122288"/>
                  <a:pt x="18841" y="122010"/>
                  <a:pt x="19436" y="121713"/>
                </a:cubicBezTo>
                <a:cubicBezTo>
                  <a:pt x="19515" y="121673"/>
                  <a:pt x="19535" y="121594"/>
                  <a:pt x="19515" y="121515"/>
                </a:cubicBezTo>
                <a:cubicBezTo>
                  <a:pt x="19484" y="121438"/>
                  <a:pt x="19418" y="121409"/>
                  <a:pt x="19343" y="121409"/>
                </a:cubicBezTo>
                <a:close/>
                <a:moveTo>
                  <a:pt x="15196" y="123240"/>
                </a:moveTo>
                <a:cubicBezTo>
                  <a:pt x="15167" y="123240"/>
                  <a:pt x="15139" y="123247"/>
                  <a:pt x="15112" y="123260"/>
                </a:cubicBezTo>
                <a:lnTo>
                  <a:pt x="13288" y="123954"/>
                </a:lnTo>
                <a:cubicBezTo>
                  <a:pt x="13208" y="123974"/>
                  <a:pt x="13169" y="124053"/>
                  <a:pt x="13189" y="124152"/>
                </a:cubicBezTo>
                <a:cubicBezTo>
                  <a:pt x="13208" y="124212"/>
                  <a:pt x="13288" y="124271"/>
                  <a:pt x="13367" y="124271"/>
                </a:cubicBezTo>
                <a:lnTo>
                  <a:pt x="13407" y="124251"/>
                </a:lnTo>
                <a:lnTo>
                  <a:pt x="15251" y="123557"/>
                </a:lnTo>
                <a:cubicBezTo>
                  <a:pt x="15330" y="123498"/>
                  <a:pt x="15370" y="123418"/>
                  <a:pt x="15350" y="123319"/>
                </a:cubicBezTo>
                <a:cubicBezTo>
                  <a:pt x="15311" y="123266"/>
                  <a:pt x="15253" y="123240"/>
                  <a:pt x="15196" y="123240"/>
                </a:cubicBezTo>
                <a:close/>
                <a:moveTo>
                  <a:pt x="10871" y="124782"/>
                </a:moveTo>
                <a:cubicBezTo>
                  <a:pt x="10857" y="124782"/>
                  <a:pt x="10842" y="124783"/>
                  <a:pt x="10829" y="124787"/>
                </a:cubicBezTo>
                <a:lnTo>
                  <a:pt x="8965" y="125382"/>
                </a:lnTo>
                <a:cubicBezTo>
                  <a:pt x="8885" y="125421"/>
                  <a:pt x="8846" y="125501"/>
                  <a:pt x="8865" y="125580"/>
                </a:cubicBezTo>
                <a:cubicBezTo>
                  <a:pt x="8885" y="125659"/>
                  <a:pt x="8945" y="125699"/>
                  <a:pt x="9024" y="125699"/>
                </a:cubicBezTo>
                <a:lnTo>
                  <a:pt x="9064" y="125699"/>
                </a:lnTo>
                <a:lnTo>
                  <a:pt x="10928" y="125104"/>
                </a:lnTo>
                <a:cubicBezTo>
                  <a:pt x="11027" y="125084"/>
                  <a:pt x="11087" y="124985"/>
                  <a:pt x="11047" y="124886"/>
                </a:cubicBezTo>
                <a:cubicBezTo>
                  <a:pt x="11014" y="124820"/>
                  <a:pt x="10940" y="124782"/>
                  <a:pt x="10871" y="124782"/>
                </a:cubicBezTo>
                <a:close/>
                <a:moveTo>
                  <a:pt x="6503" y="126092"/>
                </a:moveTo>
                <a:cubicBezTo>
                  <a:pt x="6491" y="126092"/>
                  <a:pt x="6479" y="126093"/>
                  <a:pt x="6466" y="126096"/>
                </a:cubicBezTo>
                <a:lnTo>
                  <a:pt x="4582" y="126591"/>
                </a:lnTo>
                <a:cubicBezTo>
                  <a:pt x="4503" y="126611"/>
                  <a:pt x="4443" y="126710"/>
                  <a:pt x="4463" y="126790"/>
                </a:cubicBezTo>
                <a:cubicBezTo>
                  <a:pt x="4483" y="126869"/>
                  <a:pt x="4562" y="126909"/>
                  <a:pt x="4641" y="126929"/>
                </a:cubicBezTo>
                <a:lnTo>
                  <a:pt x="4661" y="126929"/>
                </a:lnTo>
                <a:lnTo>
                  <a:pt x="6565" y="126433"/>
                </a:lnTo>
                <a:cubicBezTo>
                  <a:pt x="6644" y="126393"/>
                  <a:pt x="6684" y="126314"/>
                  <a:pt x="6664" y="126234"/>
                </a:cubicBezTo>
                <a:cubicBezTo>
                  <a:pt x="6647" y="126148"/>
                  <a:pt x="6584" y="126092"/>
                  <a:pt x="6503" y="126092"/>
                </a:cubicBezTo>
                <a:close/>
                <a:moveTo>
                  <a:pt x="2103" y="127221"/>
                </a:moveTo>
                <a:cubicBezTo>
                  <a:pt x="2090" y="127221"/>
                  <a:pt x="2076" y="127223"/>
                  <a:pt x="2063" y="127226"/>
                </a:cubicBezTo>
                <a:lnTo>
                  <a:pt x="140" y="127623"/>
                </a:lnTo>
                <a:cubicBezTo>
                  <a:pt x="60" y="127642"/>
                  <a:pt x="1" y="127722"/>
                  <a:pt x="21" y="127821"/>
                </a:cubicBezTo>
                <a:cubicBezTo>
                  <a:pt x="40" y="127880"/>
                  <a:pt x="100" y="127940"/>
                  <a:pt x="179" y="127940"/>
                </a:cubicBezTo>
                <a:lnTo>
                  <a:pt x="199" y="127940"/>
                </a:lnTo>
                <a:lnTo>
                  <a:pt x="2123" y="127523"/>
                </a:lnTo>
                <a:cubicBezTo>
                  <a:pt x="2202" y="127523"/>
                  <a:pt x="2262" y="127424"/>
                  <a:pt x="2262" y="127345"/>
                </a:cubicBezTo>
                <a:cubicBezTo>
                  <a:pt x="2229" y="127262"/>
                  <a:pt x="2168" y="127221"/>
                  <a:pt x="2103" y="12722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textbox 32"/>
          <p:cNvSpPr/>
          <p:nvPr/>
        </p:nvSpPr>
        <p:spPr>
          <a:xfrm>
            <a:off x="882015" y="526415"/>
            <a:ext cx="4730115" cy="646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lang="en-US" sz="3800" b="1" kern="0" spc="6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r>
              <a:rPr sz="3800" b="1" kern="0" spc="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sz="3800" b="1" kern="0" spc="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认识</a:t>
            </a:r>
            <a:r>
              <a:rPr sz="3800" b="1" kern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Matlab</a:t>
            </a:r>
            <a:r>
              <a:rPr sz="3800" b="1" kern="0" spc="6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lang="zh-CN" sz="3800" b="1" kern="0" spc="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界面</a:t>
            </a:r>
            <a:endParaRPr sz="3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9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1365" algn="l" rtl="0" eaLnBrk="0">
              <a:lnSpc>
                <a:spcPct val="95000"/>
              </a:lnSpc>
              <a:spcBef>
                <a:spcPts val="725"/>
              </a:spcBef>
            </a:pP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2208" name="Google Shape;2208;p36"/>
          <p:cNvGrpSpPr/>
          <p:nvPr/>
        </p:nvGrpSpPr>
        <p:grpSpPr>
          <a:xfrm>
            <a:off x="491006" y="3546774"/>
            <a:ext cx="879232" cy="657377"/>
            <a:chOff x="4030925" y="2186525"/>
            <a:chExt cx="944700" cy="706325"/>
          </a:xfrm>
        </p:grpSpPr>
        <p:sp>
          <p:nvSpPr>
            <p:cNvPr id="2209" name="Google Shape;2209;p36"/>
            <p:cNvSpPr/>
            <p:nvPr/>
          </p:nvSpPr>
          <p:spPr>
            <a:xfrm>
              <a:off x="4030925" y="2186525"/>
              <a:ext cx="944700" cy="281675"/>
            </a:xfrm>
            <a:custGeom>
              <a:avLst/>
              <a:gdLst/>
              <a:ahLst/>
              <a:cxnLst/>
              <a:rect l="l" t="t" r="r" b="b"/>
              <a:pathLst>
                <a:path w="37788" h="11267" extrusionOk="0">
                  <a:moveTo>
                    <a:pt x="33327" y="1430"/>
                  </a:moveTo>
                  <a:lnTo>
                    <a:pt x="9699" y="10348"/>
                  </a:lnTo>
                  <a:lnTo>
                    <a:pt x="1770" y="6049"/>
                  </a:lnTo>
                  <a:lnTo>
                    <a:pt x="33327" y="1430"/>
                  </a:lnTo>
                  <a:close/>
                  <a:moveTo>
                    <a:pt x="37185" y="0"/>
                  </a:moveTo>
                  <a:cubicBezTo>
                    <a:pt x="37164" y="0"/>
                    <a:pt x="37142" y="1"/>
                    <a:pt x="37120" y="5"/>
                  </a:cubicBezTo>
                  <a:lnTo>
                    <a:pt x="391" y="5383"/>
                  </a:lnTo>
                  <a:cubicBezTo>
                    <a:pt x="207" y="5406"/>
                    <a:pt x="69" y="5544"/>
                    <a:pt x="23" y="5728"/>
                  </a:cubicBezTo>
                  <a:cubicBezTo>
                    <a:pt x="0" y="5912"/>
                    <a:pt x="92" y="6095"/>
                    <a:pt x="253" y="6187"/>
                  </a:cubicBezTo>
                  <a:lnTo>
                    <a:pt x="9447" y="11221"/>
                  </a:lnTo>
                  <a:lnTo>
                    <a:pt x="9653" y="11267"/>
                  </a:lnTo>
                  <a:lnTo>
                    <a:pt x="9814" y="11244"/>
                  </a:lnTo>
                  <a:lnTo>
                    <a:pt x="37327" y="855"/>
                  </a:lnTo>
                  <a:cubicBezTo>
                    <a:pt x="37788" y="679"/>
                    <a:pt x="37641" y="0"/>
                    <a:pt x="371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0" name="Google Shape;2210;p36"/>
            <p:cNvSpPr/>
            <p:nvPr/>
          </p:nvSpPr>
          <p:spPr>
            <a:xfrm>
              <a:off x="4423950" y="2187475"/>
              <a:ext cx="547625" cy="512875"/>
            </a:xfrm>
            <a:custGeom>
              <a:avLst/>
              <a:gdLst/>
              <a:ahLst/>
              <a:cxnLst/>
              <a:rect l="l" t="t" r="r" b="b"/>
              <a:pathLst>
                <a:path w="21905" h="20515" extrusionOk="0">
                  <a:moveTo>
                    <a:pt x="19882" y="2104"/>
                  </a:moveTo>
                  <a:lnTo>
                    <a:pt x="8918" y="19572"/>
                  </a:lnTo>
                  <a:lnTo>
                    <a:pt x="1265" y="15918"/>
                  </a:lnTo>
                  <a:lnTo>
                    <a:pt x="19882" y="2104"/>
                  </a:lnTo>
                  <a:close/>
                  <a:moveTo>
                    <a:pt x="21443" y="0"/>
                  </a:moveTo>
                  <a:cubicBezTo>
                    <a:pt x="21354" y="0"/>
                    <a:pt x="21266" y="29"/>
                    <a:pt x="21192" y="81"/>
                  </a:cubicBezTo>
                  <a:lnTo>
                    <a:pt x="184" y="15688"/>
                  </a:lnTo>
                  <a:cubicBezTo>
                    <a:pt x="69" y="15780"/>
                    <a:pt x="0" y="15941"/>
                    <a:pt x="23" y="16102"/>
                  </a:cubicBezTo>
                  <a:cubicBezTo>
                    <a:pt x="23" y="16240"/>
                    <a:pt x="115" y="16378"/>
                    <a:pt x="253" y="16446"/>
                  </a:cubicBezTo>
                  <a:lnTo>
                    <a:pt x="8918" y="20515"/>
                  </a:lnTo>
                  <a:lnTo>
                    <a:pt x="9102" y="20515"/>
                  </a:lnTo>
                  <a:cubicBezTo>
                    <a:pt x="9240" y="20515"/>
                    <a:pt x="9378" y="20469"/>
                    <a:pt x="9470" y="20354"/>
                  </a:cubicBezTo>
                  <a:lnTo>
                    <a:pt x="21813" y="656"/>
                  </a:lnTo>
                  <a:cubicBezTo>
                    <a:pt x="21905" y="472"/>
                    <a:pt x="21882" y="265"/>
                    <a:pt x="21744" y="127"/>
                  </a:cubicBezTo>
                  <a:cubicBezTo>
                    <a:pt x="21656" y="40"/>
                    <a:pt x="21549" y="0"/>
                    <a:pt x="214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1" name="Google Shape;2211;p36"/>
            <p:cNvSpPr/>
            <p:nvPr/>
          </p:nvSpPr>
          <p:spPr>
            <a:xfrm>
              <a:off x="4261325" y="2186625"/>
              <a:ext cx="710825" cy="706225"/>
            </a:xfrm>
            <a:custGeom>
              <a:avLst/>
              <a:gdLst/>
              <a:ahLst/>
              <a:cxnLst/>
              <a:rect l="l" t="t" r="r" b="b"/>
              <a:pathLst>
                <a:path w="28433" h="28249" extrusionOk="0">
                  <a:moveTo>
                    <a:pt x="25261" y="1908"/>
                  </a:moveTo>
                  <a:lnTo>
                    <a:pt x="6689" y="15699"/>
                  </a:lnTo>
                  <a:cubicBezTo>
                    <a:pt x="6620" y="15745"/>
                    <a:pt x="6551" y="15837"/>
                    <a:pt x="6528" y="15929"/>
                  </a:cubicBezTo>
                  <a:lnTo>
                    <a:pt x="3196" y="25973"/>
                  </a:lnTo>
                  <a:lnTo>
                    <a:pt x="920" y="11102"/>
                  </a:lnTo>
                  <a:lnTo>
                    <a:pt x="25261" y="1908"/>
                  </a:lnTo>
                  <a:close/>
                  <a:moveTo>
                    <a:pt x="27953" y="1"/>
                  </a:moveTo>
                  <a:cubicBezTo>
                    <a:pt x="27906" y="1"/>
                    <a:pt x="27859" y="8"/>
                    <a:pt x="27812" y="24"/>
                  </a:cubicBezTo>
                  <a:lnTo>
                    <a:pt x="300" y="10436"/>
                  </a:lnTo>
                  <a:cubicBezTo>
                    <a:pt x="116" y="10504"/>
                    <a:pt x="1" y="10711"/>
                    <a:pt x="24" y="10895"/>
                  </a:cubicBezTo>
                  <a:lnTo>
                    <a:pt x="2621" y="27881"/>
                  </a:lnTo>
                  <a:cubicBezTo>
                    <a:pt x="2644" y="28065"/>
                    <a:pt x="2805" y="28226"/>
                    <a:pt x="3012" y="28249"/>
                  </a:cubicBezTo>
                  <a:lnTo>
                    <a:pt x="3058" y="28249"/>
                  </a:lnTo>
                  <a:cubicBezTo>
                    <a:pt x="3242" y="28249"/>
                    <a:pt x="3402" y="28111"/>
                    <a:pt x="3448" y="27927"/>
                  </a:cubicBezTo>
                  <a:lnTo>
                    <a:pt x="7310" y="16297"/>
                  </a:lnTo>
                  <a:lnTo>
                    <a:pt x="28226" y="782"/>
                  </a:lnTo>
                  <a:cubicBezTo>
                    <a:pt x="28387" y="667"/>
                    <a:pt x="28433" y="414"/>
                    <a:pt x="28341" y="230"/>
                  </a:cubicBezTo>
                  <a:cubicBezTo>
                    <a:pt x="28269" y="88"/>
                    <a:pt x="28115" y="1"/>
                    <a:pt x="279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2" name="Google Shape;2212;p36"/>
            <p:cNvSpPr/>
            <p:nvPr/>
          </p:nvSpPr>
          <p:spPr>
            <a:xfrm>
              <a:off x="4325700" y="2577225"/>
              <a:ext cx="236750" cy="315625"/>
            </a:xfrm>
            <a:custGeom>
              <a:avLst/>
              <a:gdLst/>
              <a:ahLst/>
              <a:cxnLst/>
              <a:rect l="l" t="t" r="r" b="b"/>
              <a:pathLst>
                <a:path w="9470" h="12625" extrusionOk="0">
                  <a:moveTo>
                    <a:pt x="4620" y="1017"/>
                  </a:moveTo>
                  <a:lnTo>
                    <a:pt x="8343" y="2764"/>
                  </a:lnTo>
                  <a:lnTo>
                    <a:pt x="1540" y="10395"/>
                  </a:lnTo>
                  <a:lnTo>
                    <a:pt x="4620" y="1017"/>
                  </a:lnTo>
                  <a:close/>
                  <a:moveTo>
                    <a:pt x="4379" y="0"/>
                  </a:moveTo>
                  <a:cubicBezTo>
                    <a:pt x="4321" y="0"/>
                    <a:pt x="4264" y="18"/>
                    <a:pt x="4206" y="52"/>
                  </a:cubicBezTo>
                  <a:cubicBezTo>
                    <a:pt x="4091" y="98"/>
                    <a:pt x="3999" y="190"/>
                    <a:pt x="3953" y="305"/>
                  </a:cubicBezTo>
                  <a:lnTo>
                    <a:pt x="69" y="12050"/>
                  </a:lnTo>
                  <a:cubicBezTo>
                    <a:pt x="0" y="12257"/>
                    <a:pt x="92" y="12464"/>
                    <a:pt x="276" y="12579"/>
                  </a:cubicBezTo>
                  <a:lnTo>
                    <a:pt x="483" y="12625"/>
                  </a:lnTo>
                  <a:cubicBezTo>
                    <a:pt x="598" y="12625"/>
                    <a:pt x="713" y="12579"/>
                    <a:pt x="781" y="12487"/>
                  </a:cubicBezTo>
                  <a:lnTo>
                    <a:pt x="9355" y="2925"/>
                  </a:lnTo>
                  <a:cubicBezTo>
                    <a:pt x="9424" y="2810"/>
                    <a:pt x="9470" y="2672"/>
                    <a:pt x="9470" y="2534"/>
                  </a:cubicBezTo>
                  <a:cubicBezTo>
                    <a:pt x="9447" y="2396"/>
                    <a:pt x="9332" y="2304"/>
                    <a:pt x="9217" y="2259"/>
                  </a:cubicBezTo>
                  <a:lnTo>
                    <a:pt x="4551" y="52"/>
                  </a:lnTo>
                  <a:cubicBezTo>
                    <a:pt x="4493" y="18"/>
                    <a:pt x="4436" y="0"/>
                    <a:pt x="43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88" name="picture 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816100" y="1125855"/>
            <a:ext cx="8429625" cy="4742180"/>
          </a:xfrm>
          <a:prstGeom prst="rect">
            <a:avLst/>
          </a:prstGeom>
        </p:spPr>
      </p:pic>
      <p:graphicFrame>
        <p:nvGraphicFramePr>
          <p:cNvPr id="96" name="table 96"/>
          <p:cNvGraphicFramePr>
            <a:graphicFrameLocks noGrp="1"/>
          </p:cNvGraphicFramePr>
          <p:nvPr/>
        </p:nvGraphicFramePr>
        <p:xfrm>
          <a:off x="8691245" y="1892300"/>
          <a:ext cx="1554480" cy="1812925"/>
        </p:xfrm>
        <a:graphic>
          <a:graphicData uri="http://schemas.openxmlformats.org/drawingml/2006/table">
            <a:tbl>
              <a:tblPr/>
              <a:tblGrid>
                <a:gridCol w="1554480"/>
              </a:tblGrid>
              <a:tr h="18129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b="0" dirty="0">
                        <a:solidFill>
                          <a:srgbClr val="FF0000"/>
                        </a:solidFill>
                        <a:highlight>
                          <a:srgbClr val="FF0000"/>
                        </a:highlight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vert="horz">
                    <a:lnL w="38100" cap="flat" cmpd="sng" algn="ctr">
                      <a:solidFill>
                        <a:srgbClr val="F315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315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315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315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0" name="picture 1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361555" y="3106420"/>
            <a:ext cx="1207770" cy="645160"/>
          </a:xfrm>
          <a:prstGeom prst="rect">
            <a:avLst/>
          </a:prstGeom>
        </p:spPr>
      </p:pic>
      <p:sp>
        <p:nvSpPr>
          <p:cNvPr id="102" name="textbox 102"/>
          <p:cNvSpPr/>
          <p:nvPr/>
        </p:nvSpPr>
        <p:spPr>
          <a:xfrm>
            <a:off x="5901477" y="3967670"/>
            <a:ext cx="2540635" cy="287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000" b="1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工作空间（存储变量）</a:t>
            </a:r>
            <a:endParaRPr sz="2000" b="1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6" name="图片 5" descr="01标示标准彩色图形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7" name="图片 6" descr="679ea5b50a417660f7076eba1cf8bbad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grpSp>
        <p:nvGrpSpPr>
          <p:cNvPr id="4521" name="Google Shape;4521;p69"/>
          <p:cNvGrpSpPr/>
          <p:nvPr/>
        </p:nvGrpSpPr>
        <p:grpSpPr>
          <a:xfrm flipH="1">
            <a:off x="7761381" y="-325190"/>
            <a:ext cx="1091382" cy="1155725"/>
            <a:chOff x="2958275" y="539500"/>
            <a:chExt cx="1091382" cy="1155725"/>
          </a:xfrm>
        </p:grpSpPr>
        <p:grpSp>
          <p:nvGrpSpPr>
            <p:cNvPr id="4522" name="Google Shape;4522;p69"/>
            <p:cNvGrpSpPr/>
            <p:nvPr/>
          </p:nvGrpSpPr>
          <p:grpSpPr>
            <a:xfrm>
              <a:off x="3170379" y="1212137"/>
              <a:ext cx="879278" cy="483088"/>
              <a:chOff x="2296950" y="3661600"/>
              <a:chExt cx="616475" cy="338700"/>
            </a:xfrm>
          </p:grpSpPr>
          <p:sp>
            <p:nvSpPr>
              <p:cNvPr id="4523" name="Google Shape;4523;p69"/>
              <p:cNvSpPr/>
              <p:nvPr/>
            </p:nvSpPr>
            <p:spPr>
              <a:xfrm>
                <a:off x="2510075" y="3661600"/>
                <a:ext cx="402675" cy="97750"/>
              </a:xfrm>
              <a:custGeom>
                <a:avLst/>
                <a:gdLst/>
                <a:ahLst/>
                <a:cxnLst/>
                <a:rect l="l" t="t" r="r" b="b"/>
                <a:pathLst>
                  <a:path w="16107" h="3910" extrusionOk="0">
                    <a:moveTo>
                      <a:pt x="4306" y="700"/>
                    </a:moveTo>
                    <a:lnTo>
                      <a:pt x="13180" y="2635"/>
                    </a:lnTo>
                    <a:lnTo>
                      <a:pt x="1346" y="3189"/>
                    </a:lnTo>
                    <a:lnTo>
                      <a:pt x="4306" y="700"/>
                    </a:lnTo>
                    <a:close/>
                    <a:moveTo>
                      <a:pt x="4216" y="0"/>
                    </a:moveTo>
                    <a:cubicBezTo>
                      <a:pt x="4136" y="0"/>
                      <a:pt x="4058" y="29"/>
                      <a:pt x="3998" y="83"/>
                    </a:cubicBezTo>
                    <a:lnTo>
                      <a:pt x="152" y="3314"/>
                    </a:lnTo>
                    <a:cubicBezTo>
                      <a:pt x="42" y="3405"/>
                      <a:pt x="0" y="3560"/>
                      <a:pt x="56" y="3696"/>
                    </a:cubicBezTo>
                    <a:cubicBezTo>
                      <a:pt x="103" y="3823"/>
                      <a:pt x="227" y="3909"/>
                      <a:pt x="368" y="3909"/>
                    </a:cubicBezTo>
                    <a:lnTo>
                      <a:pt x="385" y="3909"/>
                    </a:lnTo>
                    <a:lnTo>
                      <a:pt x="15768" y="3189"/>
                    </a:lnTo>
                    <a:cubicBezTo>
                      <a:pt x="15937" y="3184"/>
                      <a:pt x="16078" y="3051"/>
                      <a:pt x="16092" y="2882"/>
                    </a:cubicBezTo>
                    <a:cubicBezTo>
                      <a:pt x="16106" y="2713"/>
                      <a:pt x="15990" y="2558"/>
                      <a:pt x="15824" y="2525"/>
                    </a:cubicBezTo>
                    <a:lnTo>
                      <a:pt x="4286" y="8"/>
                    </a:lnTo>
                    <a:cubicBezTo>
                      <a:pt x="4263" y="3"/>
                      <a:pt x="4240" y="0"/>
                      <a:pt x="42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69"/>
              <p:cNvSpPr/>
              <p:nvPr/>
            </p:nvSpPr>
            <p:spPr>
              <a:xfrm>
                <a:off x="2296950" y="3724500"/>
                <a:ext cx="616275" cy="210650"/>
              </a:xfrm>
              <a:custGeom>
                <a:avLst/>
                <a:gdLst/>
                <a:ahLst/>
                <a:cxnLst/>
                <a:rect l="l" t="t" r="r" b="b"/>
                <a:pathLst>
                  <a:path w="24651" h="8426" extrusionOk="0">
                    <a:moveTo>
                      <a:pt x="20027" y="1363"/>
                    </a:moveTo>
                    <a:lnTo>
                      <a:pt x="2334" y="7100"/>
                    </a:lnTo>
                    <a:lnTo>
                      <a:pt x="7528" y="3373"/>
                    </a:lnTo>
                    <a:lnTo>
                      <a:pt x="20027" y="1363"/>
                    </a:lnTo>
                    <a:close/>
                    <a:moveTo>
                      <a:pt x="24283" y="1"/>
                    </a:moveTo>
                    <a:cubicBezTo>
                      <a:pt x="24264" y="1"/>
                      <a:pt x="24244" y="3"/>
                      <a:pt x="24224" y="6"/>
                    </a:cubicBezTo>
                    <a:lnTo>
                      <a:pt x="7346" y="2722"/>
                    </a:lnTo>
                    <a:cubicBezTo>
                      <a:pt x="7293" y="2730"/>
                      <a:pt x="7243" y="2750"/>
                      <a:pt x="7204" y="2780"/>
                    </a:cubicBezTo>
                    <a:lnTo>
                      <a:pt x="180" y="7817"/>
                    </a:lnTo>
                    <a:cubicBezTo>
                      <a:pt x="44" y="7914"/>
                      <a:pt x="0" y="8094"/>
                      <a:pt x="78" y="8243"/>
                    </a:cubicBezTo>
                    <a:cubicBezTo>
                      <a:pt x="136" y="8354"/>
                      <a:pt x="252" y="8426"/>
                      <a:pt x="379" y="8426"/>
                    </a:cubicBezTo>
                    <a:cubicBezTo>
                      <a:pt x="413" y="8426"/>
                      <a:pt x="449" y="8420"/>
                      <a:pt x="482" y="8409"/>
                    </a:cubicBezTo>
                    <a:lnTo>
                      <a:pt x="24385" y="657"/>
                    </a:lnTo>
                    <a:cubicBezTo>
                      <a:pt x="24551" y="601"/>
                      <a:pt x="24651" y="427"/>
                      <a:pt x="24606" y="255"/>
                    </a:cubicBezTo>
                    <a:cubicBezTo>
                      <a:pt x="24569" y="103"/>
                      <a:pt x="24435" y="1"/>
                      <a:pt x="242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69"/>
              <p:cNvSpPr/>
              <p:nvPr/>
            </p:nvSpPr>
            <p:spPr>
              <a:xfrm>
                <a:off x="2510825" y="3724575"/>
                <a:ext cx="401925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16077" h="3146" extrusionOk="0">
                    <a:moveTo>
                      <a:pt x="9783" y="950"/>
                    </a:moveTo>
                    <a:lnTo>
                      <a:pt x="676" y="2415"/>
                    </a:lnTo>
                    <a:lnTo>
                      <a:pt x="676" y="1376"/>
                    </a:lnTo>
                    <a:lnTo>
                      <a:pt x="9783" y="950"/>
                    </a:lnTo>
                    <a:close/>
                    <a:moveTo>
                      <a:pt x="15719" y="0"/>
                    </a:moveTo>
                    <a:cubicBezTo>
                      <a:pt x="15715" y="0"/>
                      <a:pt x="15712" y="0"/>
                      <a:pt x="15708" y="0"/>
                    </a:cubicBezTo>
                    <a:lnTo>
                      <a:pt x="325" y="720"/>
                    </a:lnTo>
                    <a:cubicBezTo>
                      <a:pt x="142" y="726"/>
                      <a:pt x="1" y="875"/>
                      <a:pt x="1" y="1055"/>
                    </a:cubicBezTo>
                    <a:lnTo>
                      <a:pt x="1" y="2811"/>
                    </a:lnTo>
                    <a:cubicBezTo>
                      <a:pt x="1" y="2907"/>
                      <a:pt x="42" y="3002"/>
                      <a:pt x="120" y="3065"/>
                    </a:cubicBezTo>
                    <a:cubicBezTo>
                      <a:pt x="181" y="3118"/>
                      <a:pt x="258" y="3146"/>
                      <a:pt x="338" y="3146"/>
                    </a:cubicBezTo>
                    <a:lnTo>
                      <a:pt x="394" y="3143"/>
                    </a:lnTo>
                    <a:lnTo>
                      <a:pt x="15777" y="667"/>
                    </a:lnTo>
                    <a:cubicBezTo>
                      <a:pt x="15954" y="640"/>
                      <a:pt x="16076" y="476"/>
                      <a:pt x="16057" y="299"/>
                    </a:cubicBezTo>
                    <a:cubicBezTo>
                      <a:pt x="16035" y="128"/>
                      <a:pt x="15891" y="0"/>
                      <a:pt x="157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69"/>
              <p:cNvSpPr/>
              <p:nvPr/>
            </p:nvSpPr>
            <p:spPr>
              <a:xfrm>
                <a:off x="2482025" y="3724450"/>
                <a:ext cx="431400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11034" extrusionOk="0">
                    <a:moveTo>
                      <a:pt x="14387" y="1500"/>
                    </a:moveTo>
                    <a:lnTo>
                      <a:pt x="676" y="10089"/>
                    </a:lnTo>
                    <a:lnTo>
                      <a:pt x="676" y="5947"/>
                    </a:lnTo>
                    <a:lnTo>
                      <a:pt x="14387" y="1500"/>
                    </a:lnTo>
                    <a:close/>
                    <a:moveTo>
                      <a:pt x="16882" y="1"/>
                    </a:moveTo>
                    <a:cubicBezTo>
                      <a:pt x="16846" y="1"/>
                      <a:pt x="16810" y="7"/>
                      <a:pt x="16774" y="19"/>
                    </a:cubicBezTo>
                    <a:lnTo>
                      <a:pt x="236" y="5382"/>
                    </a:lnTo>
                    <a:cubicBezTo>
                      <a:pt x="98" y="5426"/>
                      <a:pt x="4" y="5554"/>
                      <a:pt x="1" y="5701"/>
                    </a:cubicBezTo>
                    <a:lnTo>
                      <a:pt x="1" y="10695"/>
                    </a:lnTo>
                    <a:cubicBezTo>
                      <a:pt x="1" y="10817"/>
                      <a:pt x="70" y="10931"/>
                      <a:pt x="178" y="10989"/>
                    </a:cubicBezTo>
                    <a:cubicBezTo>
                      <a:pt x="222" y="11017"/>
                      <a:pt x="275" y="11034"/>
                      <a:pt x="329" y="11034"/>
                    </a:cubicBezTo>
                    <a:cubicBezTo>
                      <a:pt x="333" y="11034"/>
                      <a:pt x="337" y="11033"/>
                      <a:pt x="341" y="11033"/>
                    </a:cubicBezTo>
                    <a:cubicBezTo>
                      <a:pt x="402" y="11033"/>
                      <a:pt x="463" y="11017"/>
                      <a:pt x="516" y="10983"/>
                    </a:cubicBezTo>
                    <a:lnTo>
                      <a:pt x="17054" y="623"/>
                    </a:lnTo>
                    <a:cubicBezTo>
                      <a:pt x="17200" y="534"/>
                      <a:pt x="17256" y="351"/>
                      <a:pt x="17184" y="196"/>
                    </a:cubicBezTo>
                    <a:cubicBezTo>
                      <a:pt x="17128" y="73"/>
                      <a:pt x="17008" y="1"/>
                      <a:pt x="16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27" name="Google Shape;4527;p69"/>
            <p:cNvSpPr/>
            <p:nvPr/>
          </p:nvSpPr>
          <p:spPr>
            <a:xfrm>
              <a:off x="2958275" y="539500"/>
              <a:ext cx="562425" cy="897575"/>
            </a:xfrm>
            <a:custGeom>
              <a:avLst/>
              <a:gdLst/>
              <a:ahLst/>
              <a:cxnLst/>
              <a:rect l="l" t="t" r="r" b="b"/>
              <a:pathLst>
                <a:path w="22497" h="35903" extrusionOk="0">
                  <a:moveTo>
                    <a:pt x="20015" y="1"/>
                  </a:moveTo>
                  <a:cubicBezTo>
                    <a:pt x="19867" y="1"/>
                    <a:pt x="19729" y="176"/>
                    <a:pt x="19849" y="335"/>
                  </a:cubicBezTo>
                  <a:cubicBezTo>
                    <a:pt x="20176" y="761"/>
                    <a:pt x="20470" y="1210"/>
                    <a:pt x="20733" y="1680"/>
                  </a:cubicBezTo>
                  <a:cubicBezTo>
                    <a:pt x="20766" y="1747"/>
                    <a:pt x="20832" y="1788"/>
                    <a:pt x="20907" y="1788"/>
                  </a:cubicBezTo>
                  <a:cubicBezTo>
                    <a:pt x="20943" y="1788"/>
                    <a:pt x="20976" y="1777"/>
                    <a:pt x="21010" y="1761"/>
                  </a:cubicBezTo>
                  <a:cubicBezTo>
                    <a:pt x="21109" y="1705"/>
                    <a:pt x="21145" y="1581"/>
                    <a:pt x="21087" y="1484"/>
                  </a:cubicBezTo>
                  <a:cubicBezTo>
                    <a:pt x="20818" y="994"/>
                    <a:pt x="20514" y="526"/>
                    <a:pt x="20173" y="86"/>
                  </a:cubicBezTo>
                  <a:cubicBezTo>
                    <a:pt x="20128" y="26"/>
                    <a:pt x="20071" y="1"/>
                    <a:pt x="20015" y="1"/>
                  </a:cubicBezTo>
                  <a:close/>
                  <a:moveTo>
                    <a:pt x="22064" y="4439"/>
                  </a:moveTo>
                  <a:cubicBezTo>
                    <a:pt x="22050" y="4439"/>
                    <a:pt x="22035" y="4440"/>
                    <a:pt x="22020" y="4444"/>
                  </a:cubicBezTo>
                  <a:cubicBezTo>
                    <a:pt x="21909" y="4469"/>
                    <a:pt x="21837" y="4577"/>
                    <a:pt x="21860" y="4687"/>
                  </a:cubicBezTo>
                  <a:cubicBezTo>
                    <a:pt x="21973" y="5213"/>
                    <a:pt x="22048" y="5745"/>
                    <a:pt x="22081" y="6279"/>
                  </a:cubicBezTo>
                  <a:cubicBezTo>
                    <a:pt x="22087" y="6390"/>
                    <a:pt x="22175" y="6473"/>
                    <a:pt x="22286" y="6473"/>
                  </a:cubicBezTo>
                  <a:lnTo>
                    <a:pt x="22300" y="6473"/>
                  </a:lnTo>
                  <a:cubicBezTo>
                    <a:pt x="22413" y="6468"/>
                    <a:pt x="22496" y="6368"/>
                    <a:pt x="22491" y="6257"/>
                  </a:cubicBezTo>
                  <a:cubicBezTo>
                    <a:pt x="22455" y="5701"/>
                    <a:pt x="22380" y="5147"/>
                    <a:pt x="22261" y="4601"/>
                  </a:cubicBezTo>
                  <a:cubicBezTo>
                    <a:pt x="22242" y="4506"/>
                    <a:pt x="22158" y="4439"/>
                    <a:pt x="22064" y="4439"/>
                  </a:cubicBezTo>
                  <a:close/>
                  <a:moveTo>
                    <a:pt x="21969" y="9334"/>
                  </a:moveTo>
                  <a:cubicBezTo>
                    <a:pt x="21889" y="9334"/>
                    <a:pt x="21810" y="9377"/>
                    <a:pt x="21776" y="9475"/>
                  </a:cubicBezTo>
                  <a:cubicBezTo>
                    <a:pt x="21646" y="9998"/>
                    <a:pt x="21477" y="10507"/>
                    <a:pt x="21273" y="11006"/>
                  </a:cubicBezTo>
                  <a:cubicBezTo>
                    <a:pt x="21228" y="11108"/>
                    <a:pt x="21278" y="11227"/>
                    <a:pt x="21383" y="11271"/>
                  </a:cubicBezTo>
                  <a:cubicBezTo>
                    <a:pt x="21408" y="11283"/>
                    <a:pt x="21433" y="11288"/>
                    <a:pt x="21461" y="11288"/>
                  </a:cubicBezTo>
                  <a:cubicBezTo>
                    <a:pt x="21544" y="11285"/>
                    <a:pt x="21619" y="11235"/>
                    <a:pt x="21652" y="11161"/>
                  </a:cubicBezTo>
                  <a:cubicBezTo>
                    <a:pt x="21862" y="10643"/>
                    <a:pt x="22039" y="10114"/>
                    <a:pt x="22178" y="9574"/>
                  </a:cubicBezTo>
                  <a:cubicBezTo>
                    <a:pt x="22203" y="9426"/>
                    <a:pt x="22086" y="9334"/>
                    <a:pt x="21969" y="9334"/>
                  </a:cubicBezTo>
                  <a:close/>
                  <a:moveTo>
                    <a:pt x="19769" y="13698"/>
                  </a:moveTo>
                  <a:cubicBezTo>
                    <a:pt x="19720" y="13698"/>
                    <a:pt x="19669" y="13717"/>
                    <a:pt x="19625" y="13761"/>
                  </a:cubicBezTo>
                  <a:cubicBezTo>
                    <a:pt x="19285" y="14176"/>
                    <a:pt x="18914" y="14564"/>
                    <a:pt x="18512" y="14921"/>
                  </a:cubicBezTo>
                  <a:cubicBezTo>
                    <a:pt x="18376" y="15051"/>
                    <a:pt x="18465" y="15281"/>
                    <a:pt x="18651" y="15283"/>
                  </a:cubicBezTo>
                  <a:cubicBezTo>
                    <a:pt x="18700" y="15283"/>
                    <a:pt x="18750" y="15264"/>
                    <a:pt x="18786" y="15231"/>
                  </a:cubicBezTo>
                  <a:cubicBezTo>
                    <a:pt x="19201" y="14857"/>
                    <a:pt x="19589" y="14453"/>
                    <a:pt x="19944" y="14021"/>
                  </a:cubicBezTo>
                  <a:cubicBezTo>
                    <a:pt x="20045" y="13865"/>
                    <a:pt x="19915" y="13698"/>
                    <a:pt x="19769" y="13698"/>
                  </a:cubicBezTo>
                  <a:close/>
                  <a:moveTo>
                    <a:pt x="15938" y="16706"/>
                  </a:moveTo>
                  <a:cubicBezTo>
                    <a:pt x="15907" y="16706"/>
                    <a:pt x="15875" y="16713"/>
                    <a:pt x="15846" y="16729"/>
                  </a:cubicBezTo>
                  <a:cubicBezTo>
                    <a:pt x="15389" y="16967"/>
                    <a:pt x="14907" y="17194"/>
                    <a:pt x="14370" y="17418"/>
                  </a:cubicBezTo>
                  <a:cubicBezTo>
                    <a:pt x="14265" y="17460"/>
                    <a:pt x="14215" y="17579"/>
                    <a:pt x="14259" y="17684"/>
                  </a:cubicBezTo>
                  <a:cubicBezTo>
                    <a:pt x="14292" y="17761"/>
                    <a:pt x="14367" y="17811"/>
                    <a:pt x="14450" y="17811"/>
                  </a:cubicBezTo>
                  <a:cubicBezTo>
                    <a:pt x="14478" y="17811"/>
                    <a:pt x="14503" y="17806"/>
                    <a:pt x="14531" y="17795"/>
                  </a:cubicBezTo>
                  <a:cubicBezTo>
                    <a:pt x="15076" y="17568"/>
                    <a:pt x="15569" y="17338"/>
                    <a:pt x="16031" y="17097"/>
                  </a:cubicBezTo>
                  <a:cubicBezTo>
                    <a:pt x="16134" y="17044"/>
                    <a:pt x="16172" y="16920"/>
                    <a:pt x="16120" y="16820"/>
                  </a:cubicBezTo>
                  <a:cubicBezTo>
                    <a:pt x="16085" y="16748"/>
                    <a:pt x="16012" y="16706"/>
                    <a:pt x="15938" y="16706"/>
                  </a:cubicBezTo>
                  <a:close/>
                  <a:moveTo>
                    <a:pt x="11369" y="18532"/>
                  </a:moveTo>
                  <a:cubicBezTo>
                    <a:pt x="11348" y="18532"/>
                    <a:pt x="11326" y="18535"/>
                    <a:pt x="11305" y="18542"/>
                  </a:cubicBezTo>
                  <a:lnTo>
                    <a:pt x="10782" y="18714"/>
                  </a:lnTo>
                  <a:lnTo>
                    <a:pt x="9743" y="19060"/>
                  </a:lnTo>
                  <a:cubicBezTo>
                    <a:pt x="9533" y="19143"/>
                    <a:pt x="9583" y="19453"/>
                    <a:pt x="9807" y="19462"/>
                  </a:cubicBezTo>
                  <a:cubicBezTo>
                    <a:pt x="9832" y="19462"/>
                    <a:pt x="9854" y="19459"/>
                    <a:pt x="9879" y="19453"/>
                  </a:cubicBezTo>
                  <a:lnTo>
                    <a:pt x="10912" y="19102"/>
                  </a:lnTo>
                  <a:lnTo>
                    <a:pt x="11432" y="18930"/>
                  </a:lnTo>
                  <a:cubicBezTo>
                    <a:pt x="11538" y="18894"/>
                    <a:pt x="11598" y="18778"/>
                    <a:pt x="11562" y="18670"/>
                  </a:cubicBezTo>
                  <a:cubicBezTo>
                    <a:pt x="11534" y="18586"/>
                    <a:pt x="11454" y="18532"/>
                    <a:pt x="11369" y="18532"/>
                  </a:cubicBezTo>
                  <a:close/>
                  <a:moveTo>
                    <a:pt x="6751" y="20236"/>
                  </a:moveTo>
                  <a:cubicBezTo>
                    <a:pt x="6722" y="20236"/>
                    <a:pt x="6691" y="20242"/>
                    <a:pt x="6662" y="20256"/>
                  </a:cubicBezTo>
                  <a:cubicBezTo>
                    <a:pt x="6141" y="20494"/>
                    <a:pt x="5646" y="20752"/>
                    <a:pt x="5186" y="21009"/>
                  </a:cubicBezTo>
                  <a:cubicBezTo>
                    <a:pt x="5086" y="21067"/>
                    <a:pt x="5053" y="21192"/>
                    <a:pt x="5108" y="21289"/>
                  </a:cubicBezTo>
                  <a:cubicBezTo>
                    <a:pt x="5143" y="21353"/>
                    <a:pt x="5209" y="21394"/>
                    <a:pt x="5281" y="21394"/>
                  </a:cubicBezTo>
                  <a:cubicBezTo>
                    <a:pt x="5284" y="21394"/>
                    <a:pt x="5286" y="21394"/>
                    <a:pt x="5288" y="21394"/>
                  </a:cubicBezTo>
                  <a:cubicBezTo>
                    <a:pt x="5324" y="21394"/>
                    <a:pt x="5358" y="21386"/>
                    <a:pt x="5388" y="21369"/>
                  </a:cubicBezTo>
                  <a:cubicBezTo>
                    <a:pt x="5837" y="21114"/>
                    <a:pt x="6324" y="20865"/>
                    <a:pt x="6836" y="20630"/>
                  </a:cubicBezTo>
                  <a:cubicBezTo>
                    <a:pt x="6936" y="20580"/>
                    <a:pt x="6980" y="20458"/>
                    <a:pt x="6936" y="20356"/>
                  </a:cubicBezTo>
                  <a:cubicBezTo>
                    <a:pt x="6902" y="20280"/>
                    <a:pt x="6829" y="20236"/>
                    <a:pt x="6751" y="20236"/>
                  </a:cubicBezTo>
                  <a:close/>
                  <a:moveTo>
                    <a:pt x="2649" y="22927"/>
                  </a:moveTo>
                  <a:cubicBezTo>
                    <a:pt x="2598" y="22927"/>
                    <a:pt x="2547" y="22945"/>
                    <a:pt x="2506" y="22983"/>
                  </a:cubicBezTo>
                  <a:cubicBezTo>
                    <a:pt x="2104" y="23374"/>
                    <a:pt x="1736" y="23797"/>
                    <a:pt x="1409" y="24254"/>
                  </a:cubicBezTo>
                  <a:cubicBezTo>
                    <a:pt x="1343" y="24346"/>
                    <a:pt x="1365" y="24470"/>
                    <a:pt x="1456" y="24537"/>
                  </a:cubicBezTo>
                  <a:cubicBezTo>
                    <a:pt x="1492" y="24562"/>
                    <a:pt x="1534" y="24575"/>
                    <a:pt x="1578" y="24575"/>
                  </a:cubicBezTo>
                  <a:cubicBezTo>
                    <a:pt x="1645" y="24575"/>
                    <a:pt x="1706" y="24545"/>
                    <a:pt x="1744" y="24492"/>
                  </a:cubicBezTo>
                  <a:cubicBezTo>
                    <a:pt x="2057" y="24058"/>
                    <a:pt x="2406" y="23651"/>
                    <a:pt x="2788" y="23277"/>
                  </a:cubicBezTo>
                  <a:cubicBezTo>
                    <a:pt x="2871" y="23199"/>
                    <a:pt x="2874" y="23069"/>
                    <a:pt x="2796" y="22986"/>
                  </a:cubicBezTo>
                  <a:cubicBezTo>
                    <a:pt x="2756" y="22947"/>
                    <a:pt x="2703" y="22927"/>
                    <a:pt x="2649" y="22927"/>
                  </a:cubicBezTo>
                  <a:close/>
                  <a:moveTo>
                    <a:pt x="304" y="27162"/>
                  </a:moveTo>
                  <a:cubicBezTo>
                    <a:pt x="205" y="27162"/>
                    <a:pt x="117" y="27233"/>
                    <a:pt x="100" y="27333"/>
                  </a:cubicBezTo>
                  <a:cubicBezTo>
                    <a:pt x="33" y="27735"/>
                    <a:pt x="0" y="28139"/>
                    <a:pt x="0" y="28546"/>
                  </a:cubicBezTo>
                  <a:cubicBezTo>
                    <a:pt x="0" y="28701"/>
                    <a:pt x="3" y="28859"/>
                    <a:pt x="14" y="29017"/>
                  </a:cubicBezTo>
                  <a:cubicBezTo>
                    <a:pt x="22" y="29122"/>
                    <a:pt x="111" y="29208"/>
                    <a:pt x="219" y="29210"/>
                  </a:cubicBezTo>
                  <a:lnTo>
                    <a:pt x="233" y="29205"/>
                  </a:lnTo>
                  <a:cubicBezTo>
                    <a:pt x="346" y="29199"/>
                    <a:pt x="432" y="29105"/>
                    <a:pt x="426" y="28992"/>
                  </a:cubicBezTo>
                  <a:cubicBezTo>
                    <a:pt x="415" y="28842"/>
                    <a:pt x="410" y="28693"/>
                    <a:pt x="413" y="28546"/>
                  </a:cubicBezTo>
                  <a:cubicBezTo>
                    <a:pt x="413" y="28161"/>
                    <a:pt x="443" y="27779"/>
                    <a:pt x="507" y="27400"/>
                  </a:cubicBezTo>
                  <a:cubicBezTo>
                    <a:pt x="526" y="27286"/>
                    <a:pt x="449" y="27178"/>
                    <a:pt x="335" y="27164"/>
                  </a:cubicBezTo>
                  <a:cubicBezTo>
                    <a:pt x="325" y="27163"/>
                    <a:pt x="314" y="27162"/>
                    <a:pt x="304" y="27162"/>
                  </a:cubicBezTo>
                  <a:close/>
                  <a:moveTo>
                    <a:pt x="1122" y="31929"/>
                  </a:moveTo>
                  <a:cubicBezTo>
                    <a:pt x="1089" y="31929"/>
                    <a:pt x="1055" y="31937"/>
                    <a:pt x="1024" y="31954"/>
                  </a:cubicBezTo>
                  <a:cubicBezTo>
                    <a:pt x="925" y="32007"/>
                    <a:pt x="889" y="32131"/>
                    <a:pt x="941" y="32231"/>
                  </a:cubicBezTo>
                  <a:cubicBezTo>
                    <a:pt x="1210" y="32727"/>
                    <a:pt x="1537" y="33189"/>
                    <a:pt x="1910" y="33613"/>
                  </a:cubicBezTo>
                  <a:cubicBezTo>
                    <a:pt x="1949" y="33654"/>
                    <a:pt x="2005" y="33679"/>
                    <a:pt x="2063" y="33682"/>
                  </a:cubicBezTo>
                  <a:cubicBezTo>
                    <a:pt x="2113" y="33682"/>
                    <a:pt x="2162" y="33660"/>
                    <a:pt x="2198" y="33627"/>
                  </a:cubicBezTo>
                  <a:cubicBezTo>
                    <a:pt x="2284" y="33552"/>
                    <a:pt x="2290" y="33422"/>
                    <a:pt x="2215" y="33339"/>
                  </a:cubicBezTo>
                  <a:cubicBezTo>
                    <a:pt x="1861" y="32940"/>
                    <a:pt x="1556" y="32505"/>
                    <a:pt x="1301" y="32037"/>
                  </a:cubicBezTo>
                  <a:cubicBezTo>
                    <a:pt x="1265" y="31969"/>
                    <a:pt x="1195" y="31929"/>
                    <a:pt x="1122" y="31929"/>
                  </a:cubicBezTo>
                  <a:close/>
                  <a:moveTo>
                    <a:pt x="11080" y="34552"/>
                  </a:moveTo>
                  <a:cubicBezTo>
                    <a:pt x="11045" y="34552"/>
                    <a:pt x="11009" y="34562"/>
                    <a:pt x="10975" y="34582"/>
                  </a:cubicBezTo>
                  <a:cubicBezTo>
                    <a:pt x="10521" y="34856"/>
                    <a:pt x="10034" y="35077"/>
                    <a:pt x="9527" y="35238"/>
                  </a:cubicBezTo>
                  <a:cubicBezTo>
                    <a:pt x="9419" y="35269"/>
                    <a:pt x="9358" y="35385"/>
                    <a:pt x="9392" y="35496"/>
                  </a:cubicBezTo>
                  <a:cubicBezTo>
                    <a:pt x="9419" y="35579"/>
                    <a:pt x="9500" y="35637"/>
                    <a:pt x="9588" y="35637"/>
                  </a:cubicBezTo>
                  <a:cubicBezTo>
                    <a:pt x="9608" y="35637"/>
                    <a:pt x="9630" y="35634"/>
                    <a:pt x="9649" y="35628"/>
                  </a:cubicBezTo>
                  <a:cubicBezTo>
                    <a:pt x="10189" y="35460"/>
                    <a:pt x="10704" y="35224"/>
                    <a:pt x="11186" y="34931"/>
                  </a:cubicBezTo>
                  <a:cubicBezTo>
                    <a:pt x="11280" y="34870"/>
                    <a:pt x="11310" y="34748"/>
                    <a:pt x="11252" y="34651"/>
                  </a:cubicBezTo>
                  <a:cubicBezTo>
                    <a:pt x="11214" y="34587"/>
                    <a:pt x="11148" y="34552"/>
                    <a:pt x="11080" y="34552"/>
                  </a:cubicBezTo>
                  <a:close/>
                  <a:moveTo>
                    <a:pt x="4752" y="35094"/>
                  </a:moveTo>
                  <a:cubicBezTo>
                    <a:pt x="4669" y="35094"/>
                    <a:pt x="4593" y="35146"/>
                    <a:pt x="4563" y="35227"/>
                  </a:cubicBezTo>
                  <a:cubicBezTo>
                    <a:pt x="4521" y="35335"/>
                    <a:pt x="4577" y="35451"/>
                    <a:pt x="4682" y="35490"/>
                  </a:cubicBezTo>
                  <a:cubicBezTo>
                    <a:pt x="5211" y="35687"/>
                    <a:pt x="5756" y="35825"/>
                    <a:pt x="6313" y="35903"/>
                  </a:cubicBezTo>
                  <a:lnTo>
                    <a:pt x="6343" y="35903"/>
                  </a:lnTo>
                  <a:cubicBezTo>
                    <a:pt x="6446" y="35903"/>
                    <a:pt x="6532" y="35828"/>
                    <a:pt x="6545" y="35725"/>
                  </a:cubicBezTo>
                  <a:cubicBezTo>
                    <a:pt x="6562" y="35615"/>
                    <a:pt x="6484" y="35509"/>
                    <a:pt x="6371" y="35496"/>
                  </a:cubicBezTo>
                  <a:cubicBezTo>
                    <a:pt x="5842" y="35421"/>
                    <a:pt x="5324" y="35291"/>
                    <a:pt x="4826" y="35108"/>
                  </a:cubicBezTo>
                  <a:cubicBezTo>
                    <a:pt x="4802" y="35099"/>
                    <a:pt x="4777" y="35094"/>
                    <a:pt x="4752" y="350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253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61" name="Google Shape;4561;p69"/>
          <p:cNvSpPr/>
          <p:nvPr/>
        </p:nvSpPr>
        <p:spPr>
          <a:xfrm>
            <a:off x="9062857" y="1314203"/>
            <a:ext cx="3279652" cy="4554024"/>
          </a:xfrm>
          <a:custGeom>
            <a:avLst/>
            <a:gdLst/>
            <a:ahLst/>
            <a:cxnLst/>
            <a:rect l="l" t="t" r="r" b="b"/>
            <a:pathLst>
              <a:path w="92138" h="127940" extrusionOk="0">
                <a:moveTo>
                  <a:pt x="85073" y="0"/>
                </a:moveTo>
                <a:cubicBezTo>
                  <a:pt x="85013" y="0"/>
                  <a:pt x="84958" y="40"/>
                  <a:pt x="84958" y="108"/>
                </a:cubicBezTo>
                <a:cubicBezTo>
                  <a:pt x="84899" y="167"/>
                  <a:pt x="84919" y="266"/>
                  <a:pt x="84998" y="326"/>
                </a:cubicBezTo>
                <a:cubicBezTo>
                  <a:pt x="85573" y="603"/>
                  <a:pt x="86128" y="940"/>
                  <a:pt x="86644" y="1337"/>
                </a:cubicBezTo>
                <a:lnTo>
                  <a:pt x="86743" y="1337"/>
                </a:lnTo>
                <a:cubicBezTo>
                  <a:pt x="86783" y="1337"/>
                  <a:pt x="86842" y="1317"/>
                  <a:pt x="86882" y="1297"/>
                </a:cubicBezTo>
                <a:cubicBezTo>
                  <a:pt x="86922" y="1218"/>
                  <a:pt x="86902" y="1119"/>
                  <a:pt x="86842" y="1059"/>
                </a:cubicBezTo>
                <a:cubicBezTo>
                  <a:pt x="86307" y="663"/>
                  <a:pt x="85732" y="326"/>
                  <a:pt x="85157" y="28"/>
                </a:cubicBezTo>
                <a:cubicBezTo>
                  <a:pt x="85131" y="9"/>
                  <a:pt x="85102" y="0"/>
                  <a:pt x="85073" y="0"/>
                </a:cubicBezTo>
                <a:close/>
                <a:moveTo>
                  <a:pt x="88675" y="2762"/>
                </a:moveTo>
                <a:cubicBezTo>
                  <a:pt x="88636" y="2762"/>
                  <a:pt x="88595" y="2777"/>
                  <a:pt x="88568" y="2805"/>
                </a:cubicBezTo>
                <a:cubicBezTo>
                  <a:pt x="88488" y="2844"/>
                  <a:pt x="88488" y="2963"/>
                  <a:pt x="88548" y="3023"/>
                </a:cubicBezTo>
                <a:cubicBezTo>
                  <a:pt x="88984" y="3499"/>
                  <a:pt x="89381" y="4014"/>
                  <a:pt x="89738" y="4570"/>
                </a:cubicBezTo>
                <a:cubicBezTo>
                  <a:pt x="89777" y="4609"/>
                  <a:pt x="89817" y="4629"/>
                  <a:pt x="89877" y="4629"/>
                </a:cubicBezTo>
                <a:lnTo>
                  <a:pt x="89956" y="4609"/>
                </a:lnTo>
                <a:cubicBezTo>
                  <a:pt x="90035" y="4550"/>
                  <a:pt x="90055" y="4451"/>
                  <a:pt x="89996" y="4371"/>
                </a:cubicBezTo>
                <a:cubicBezTo>
                  <a:pt x="89658" y="3816"/>
                  <a:pt x="89242" y="3300"/>
                  <a:pt x="88786" y="2824"/>
                </a:cubicBezTo>
                <a:cubicBezTo>
                  <a:pt x="88765" y="2782"/>
                  <a:pt x="88721" y="2762"/>
                  <a:pt x="88675" y="2762"/>
                </a:cubicBezTo>
                <a:close/>
                <a:moveTo>
                  <a:pt x="91110" y="6597"/>
                </a:moveTo>
                <a:cubicBezTo>
                  <a:pt x="91089" y="6597"/>
                  <a:pt x="91068" y="6602"/>
                  <a:pt x="91047" y="6612"/>
                </a:cubicBezTo>
                <a:cubicBezTo>
                  <a:pt x="90967" y="6632"/>
                  <a:pt x="90908" y="6731"/>
                  <a:pt x="90947" y="6810"/>
                </a:cubicBezTo>
                <a:cubicBezTo>
                  <a:pt x="91185" y="7425"/>
                  <a:pt x="91384" y="8040"/>
                  <a:pt x="91523" y="8675"/>
                </a:cubicBezTo>
                <a:cubicBezTo>
                  <a:pt x="91542" y="8754"/>
                  <a:pt x="91622" y="8794"/>
                  <a:pt x="91701" y="8794"/>
                </a:cubicBezTo>
                <a:lnTo>
                  <a:pt x="91721" y="8794"/>
                </a:lnTo>
                <a:cubicBezTo>
                  <a:pt x="91800" y="8774"/>
                  <a:pt x="91860" y="8694"/>
                  <a:pt x="91840" y="8595"/>
                </a:cubicBezTo>
                <a:cubicBezTo>
                  <a:pt x="91681" y="7941"/>
                  <a:pt x="91483" y="7306"/>
                  <a:pt x="91245" y="6692"/>
                </a:cubicBezTo>
                <a:cubicBezTo>
                  <a:pt x="91216" y="6633"/>
                  <a:pt x="91166" y="6597"/>
                  <a:pt x="91110" y="6597"/>
                </a:cubicBezTo>
                <a:close/>
                <a:moveTo>
                  <a:pt x="91959" y="11054"/>
                </a:moveTo>
                <a:cubicBezTo>
                  <a:pt x="91879" y="11054"/>
                  <a:pt x="91800" y="11114"/>
                  <a:pt x="91780" y="11213"/>
                </a:cubicBezTo>
                <a:cubicBezTo>
                  <a:pt x="91800" y="11848"/>
                  <a:pt x="91741" y="12502"/>
                  <a:pt x="91622" y="13137"/>
                </a:cubicBezTo>
                <a:cubicBezTo>
                  <a:pt x="91622" y="13236"/>
                  <a:pt x="91681" y="13315"/>
                  <a:pt x="91760" y="13335"/>
                </a:cubicBezTo>
                <a:lnTo>
                  <a:pt x="91800" y="13335"/>
                </a:lnTo>
                <a:cubicBezTo>
                  <a:pt x="91879" y="13335"/>
                  <a:pt x="91939" y="13275"/>
                  <a:pt x="91939" y="13196"/>
                </a:cubicBezTo>
                <a:cubicBezTo>
                  <a:pt x="92058" y="12542"/>
                  <a:pt x="92117" y="11887"/>
                  <a:pt x="92137" y="11233"/>
                </a:cubicBezTo>
                <a:cubicBezTo>
                  <a:pt x="92137" y="11134"/>
                  <a:pt x="92058" y="11054"/>
                  <a:pt x="91959" y="11054"/>
                </a:cubicBezTo>
                <a:close/>
                <a:moveTo>
                  <a:pt x="91092" y="15504"/>
                </a:moveTo>
                <a:cubicBezTo>
                  <a:pt x="91027" y="15504"/>
                  <a:pt x="90963" y="15554"/>
                  <a:pt x="90947" y="15616"/>
                </a:cubicBezTo>
                <a:cubicBezTo>
                  <a:pt x="90709" y="16211"/>
                  <a:pt x="90432" y="16786"/>
                  <a:pt x="90134" y="17381"/>
                </a:cubicBezTo>
                <a:cubicBezTo>
                  <a:pt x="90095" y="17460"/>
                  <a:pt x="90114" y="17539"/>
                  <a:pt x="90174" y="17599"/>
                </a:cubicBezTo>
                <a:lnTo>
                  <a:pt x="90253" y="17599"/>
                </a:lnTo>
                <a:cubicBezTo>
                  <a:pt x="90313" y="17599"/>
                  <a:pt x="90372" y="17579"/>
                  <a:pt x="90412" y="17519"/>
                </a:cubicBezTo>
                <a:cubicBezTo>
                  <a:pt x="90729" y="16944"/>
                  <a:pt x="91007" y="16349"/>
                  <a:pt x="91245" y="15735"/>
                </a:cubicBezTo>
                <a:cubicBezTo>
                  <a:pt x="91265" y="15635"/>
                  <a:pt x="91245" y="15536"/>
                  <a:pt x="91146" y="15516"/>
                </a:cubicBezTo>
                <a:cubicBezTo>
                  <a:pt x="91128" y="15508"/>
                  <a:pt x="91110" y="15504"/>
                  <a:pt x="91092" y="15504"/>
                </a:cubicBezTo>
                <a:close/>
                <a:moveTo>
                  <a:pt x="88856" y="19462"/>
                </a:moveTo>
                <a:cubicBezTo>
                  <a:pt x="88802" y="19462"/>
                  <a:pt x="88752" y="19484"/>
                  <a:pt x="88726" y="19522"/>
                </a:cubicBezTo>
                <a:cubicBezTo>
                  <a:pt x="88330" y="20018"/>
                  <a:pt x="87893" y="20514"/>
                  <a:pt x="87457" y="20990"/>
                </a:cubicBezTo>
                <a:cubicBezTo>
                  <a:pt x="87378" y="21049"/>
                  <a:pt x="87378" y="21168"/>
                  <a:pt x="87457" y="21208"/>
                </a:cubicBezTo>
                <a:lnTo>
                  <a:pt x="87576" y="21267"/>
                </a:lnTo>
                <a:lnTo>
                  <a:pt x="87675" y="21208"/>
                </a:lnTo>
                <a:cubicBezTo>
                  <a:pt x="88131" y="20752"/>
                  <a:pt x="88568" y="20256"/>
                  <a:pt x="88964" y="19721"/>
                </a:cubicBezTo>
                <a:cubicBezTo>
                  <a:pt x="89024" y="19661"/>
                  <a:pt x="89004" y="19542"/>
                  <a:pt x="88944" y="19483"/>
                </a:cubicBezTo>
                <a:cubicBezTo>
                  <a:pt x="88916" y="19469"/>
                  <a:pt x="88886" y="19462"/>
                  <a:pt x="88856" y="19462"/>
                </a:cubicBezTo>
                <a:close/>
                <a:moveTo>
                  <a:pt x="85625" y="22735"/>
                </a:moveTo>
                <a:cubicBezTo>
                  <a:pt x="85601" y="22735"/>
                  <a:pt x="85577" y="22741"/>
                  <a:pt x="85553" y="22755"/>
                </a:cubicBezTo>
                <a:cubicBezTo>
                  <a:pt x="85057" y="23151"/>
                  <a:pt x="84522" y="23548"/>
                  <a:pt x="83987" y="23925"/>
                </a:cubicBezTo>
                <a:cubicBezTo>
                  <a:pt x="83907" y="23965"/>
                  <a:pt x="83887" y="24084"/>
                  <a:pt x="83967" y="24143"/>
                </a:cubicBezTo>
                <a:cubicBezTo>
                  <a:pt x="83987" y="24183"/>
                  <a:pt x="84026" y="24222"/>
                  <a:pt x="84086" y="24222"/>
                </a:cubicBezTo>
                <a:lnTo>
                  <a:pt x="84185" y="24183"/>
                </a:lnTo>
                <a:cubicBezTo>
                  <a:pt x="84720" y="23826"/>
                  <a:pt x="85256" y="23429"/>
                  <a:pt x="85771" y="22993"/>
                </a:cubicBezTo>
                <a:cubicBezTo>
                  <a:pt x="85837" y="22878"/>
                  <a:pt x="85739" y="22735"/>
                  <a:pt x="85625" y="22735"/>
                </a:cubicBezTo>
                <a:close/>
                <a:moveTo>
                  <a:pt x="81855" y="25254"/>
                </a:moveTo>
                <a:cubicBezTo>
                  <a:pt x="81829" y="25254"/>
                  <a:pt x="81805" y="25260"/>
                  <a:pt x="81785" y="25273"/>
                </a:cubicBezTo>
                <a:lnTo>
                  <a:pt x="81706" y="25273"/>
                </a:lnTo>
                <a:lnTo>
                  <a:pt x="80020" y="26106"/>
                </a:lnTo>
                <a:cubicBezTo>
                  <a:pt x="79834" y="26144"/>
                  <a:pt x="79893" y="26407"/>
                  <a:pt x="80064" y="26407"/>
                </a:cubicBezTo>
                <a:cubicBezTo>
                  <a:pt x="80075" y="26407"/>
                  <a:pt x="80087" y="26406"/>
                  <a:pt x="80100" y="26404"/>
                </a:cubicBezTo>
                <a:lnTo>
                  <a:pt x="80159" y="26424"/>
                </a:lnTo>
                <a:lnTo>
                  <a:pt x="81845" y="25611"/>
                </a:lnTo>
                <a:lnTo>
                  <a:pt x="81924" y="25551"/>
                </a:lnTo>
                <a:cubicBezTo>
                  <a:pt x="82023" y="25531"/>
                  <a:pt x="82043" y="25412"/>
                  <a:pt x="82003" y="25333"/>
                </a:cubicBezTo>
                <a:cubicBezTo>
                  <a:pt x="81964" y="25280"/>
                  <a:pt x="81907" y="25254"/>
                  <a:pt x="81855" y="25254"/>
                </a:cubicBezTo>
                <a:close/>
                <a:moveTo>
                  <a:pt x="77650" y="27033"/>
                </a:moveTo>
                <a:cubicBezTo>
                  <a:pt x="77634" y="27033"/>
                  <a:pt x="77618" y="27035"/>
                  <a:pt x="77601" y="27038"/>
                </a:cubicBezTo>
                <a:cubicBezTo>
                  <a:pt x="77026" y="27257"/>
                  <a:pt x="76391" y="27455"/>
                  <a:pt x="75757" y="27653"/>
                </a:cubicBezTo>
                <a:cubicBezTo>
                  <a:pt x="75677" y="27693"/>
                  <a:pt x="75638" y="27772"/>
                  <a:pt x="75657" y="27851"/>
                </a:cubicBezTo>
                <a:cubicBezTo>
                  <a:pt x="75657" y="27931"/>
                  <a:pt x="75737" y="27990"/>
                  <a:pt x="75796" y="27990"/>
                </a:cubicBezTo>
                <a:lnTo>
                  <a:pt x="75856" y="27970"/>
                </a:lnTo>
                <a:lnTo>
                  <a:pt x="77720" y="27376"/>
                </a:lnTo>
                <a:cubicBezTo>
                  <a:pt x="77819" y="27316"/>
                  <a:pt x="77859" y="27237"/>
                  <a:pt x="77819" y="27138"/>
                </a:cubicBezTo>
                <a:cubicBezTo>
                  <a:pt x="77786" y="27072"/>
                  <a:pt x="77726" y="27033"/>
                  <a:pt x="77650" y="27033"/>
                </a:cubicBezTo>
                <a:close/>
                <a:moveTo>
                  <a:pt x="73289" y="28343"/>
                </a:moveTo>
                <a:cubicBezTo>
                  <a:pt x="73279" y="28343"/>
                  <a:pt x="73268" y="28345"/>
                  <a:pt x="73258" y="28347"/>
                </a:cubicBezTo>
                <a:lnTo>
                  <a:pt x="71374" y="28823"/>
                </a:lnTo>
                <a:cubicBezTo>
                  <a:pt x="71275" y="28843"/>
                  <a:pt x="71215" y="28942"/>
                  <a:pt x="71235" y="29022"/>
                </a:cubicBezTo>
                <a:cubicBezTo>
                  <a:pt x="71252" y="29090"/>
                  <a:pt x="71299" y="29144"/>
                  <a:pt x="71363" y="29144"/>
                </a:cubicBezTo>
                <a:cubicBezTo>
                  <a:pt x="71373" y="29144"/>
                  <a:pt x="71383" y="29143"/>
                  <a:pt x="71394" y="29141"/>
                </a:cubicBezTo>
                <a:lnTo>
                  <a:pt x="71433" y="29141"/>
                </a:lnTo>
                <a:lnTo>
                  <a:pt x="73317" y="28684"/>
                </a:lnTo>
                <a:cubicBezTo>
                  <a:pt x="73416" y="28665"/>
                  <a:pt x="73456" y="28565"/>
                  <a:pt x="73456" y="28486"/>
                </a:cubicBezTo>
                <a:cubicBezTo>
                  <a:pt x="73439" y="28400"/>
                  <a:pt x="73361" y="28343"/>
                  <a:pt x="73289" y="28343"/>
                </a:cubicBezTo>
                <a:close/>
                <a:moveTo>
                  <a:pt x="68816" y="29398"/>
                </a:moveTo>
                <a:lnTo>
                  <a:pt x="66912" y="29815"/>
                </a:lnTo>
                <a:cubicBezTo>
                  <a:pt x="66813" y="29835"/>
                  <a:pt x="66753" y="29934"/>
                  <a:pt x="66773" y="30013"/>
                </a:cubicBezTo>
                <a:cubicBezTo>
                  <a:pt x="66790" y="30082"/>
                  <a:pt x="66837" y="30136"/>
                  <a:pt x="66901" y="30136"/>
                </a:cubicBezTo>
                <a:cubicBezTo>
                  <a:pt x="66911" y="30136"/>
                  <a:pt x="66921" y="30135"/>
                  <a:pt x="66932" y="30132"/>
                </a:cubicBezTo>
                <a:lnTo>
                  <a:pt x="66971" y="30132"/>
                </a:lnTo>
                <a:lnTo>
                  <a:pt x="68895" y="29716"/>
                </a:lnTo>
                <a:cubicBezTo>
                  <a:pt x="68974" y="29716"/>
                  <a:pt x="69034" y="29616"/>
                  <a:pt x="69014" y="29517"/>
                </a:cubicBezTo>
                <a:cubicBezTo>
                  <a:pt x="68974" y="29438"/>
                  <a:pt x="68895" y="29398"/>
                  <a:pt x="68816" y="29398"/>
                </a:cubicBezTo>
                <a:close/>
                <a:moveTo>
                  <a:pt x="64396" y="30405"/>
                </a:moveTo>
                <a:cubicBezTo>
                  <a:pt x="64381" y="30405"/>
                  <a:pt x="64367" y="30406"/>
                  <a:pt x="64354" y="30410"/>
                </a:cubicBezTo>
                <a:lnTo>
                  <a:pt x="64135" y="30469"/>
                </a:lnTo>
                <a:lnTo>
                  <a:pt x="62470" y="30886"/>
                </a:lnTo>
                <a:cubicBezTo>
                  <a:pt x="62370" y="30886"/>
                  <a:pt x="62311" y="30985"/>
                  <a:pt x="62351" y="31084"/>
                </a:cubicBezTo>
                <a:cubicBezTo>
                  <a:pt x="62351" y="31163"/>
                  <a:pt x="62410" y="31203"/>
                  <a:pt x="62489" y="31203"/>
                </a:cubicBezTo>
                <a:lnTo>
                  <a:pt x="62549" y="31183"/>
                </a:lnTo>
                <a:lnTo>
                  <a:pt x="64195" y="30787"/>
                </a:lnTo>
                <a:lnTo>
                  <a:pt x="64433" y="30707"/>
                </a:lnTo>
                <a:cubicBezTo>
                  <a:pt x="64512" y="30707"/>
                  <a:pt x="64572" y="30608"/>
                  <a:pt x="64552" y="30509"/>
                </a:cubicBezTo>
                <a:cubicBezTo>
                  <a:pt x="64535" y="30443"/>
                  <a:pt x="64465" y="30405"/>
                  <a:pt x="64396" y="30405"/>
                </a:cubicBezTo>
                <a:close/>
                <a:moveTo>
                  <a:pt x="59994" y="31567"/>
                </a:moveTo>
                <a:cubicBezTo>
                  <a:pt x="59974" y="31567"/>
                  <a:pt x="59952" y="31571"/>
                  <a:pt x="59931" y="31580"/>
                </a:cubicBezTo>
                <a:lnTo>
                  <a:pt x="58087" y="32195"/>
                </a:lnTo>
                <a:cubicBezTo>
                  <a:pt x="57988" y="32234"/>
                  <a:pt x="57948" y="32333"/>
                  <a:pt x="57988" y="32413"/>
                </a:cubicBezTo>
                <a:cubicBezTo>
                  <a:pt x="57988" y="32478"/>
                  <a:pt x="58042" y="32517"/>
                  <a:pt x="58095" y="32517"/>
                </a:cubicBezTo>
                <a:cubicBezTo>
                  <a:pt x="58106" y="32517"/>
                  <a:pt x="58116" y="32515"/>
                  <a:pt x="58127" y="32512"/>
                </a:cubicBezTo>
                <a:lnTo>
                  <a:pt x="58186" y="32512"/>
                </a:lnTo>
                <a:lnTo>
                  <a:pt x="60030" y="31897"/>
                </a:lnTo>
                <a:cubicBezTo>
                  <a:pt x="60110" y="31877"/>
                  <a:pt x="60149" y="31778"/>
                  <a:pt x="60129" y="31699"/>
                </a:cubicBezTo>
                <a:cubicBezTo>
                  <a:pt x="60129" y="31621"/>
                  <a:pt x="60068" y="31567"/>
                  <a:pt x="59994" y="31567"/>
                </a:cubicBezTo>
                <a:close/>
                <a:moveTo>
                  <a:pt x="55702" y="33154"/>
                </a:moveTo>
                <a:cubicBezTo>
                  <a:pt x="55683" y="33154"/>
                  <a:pt x="55665" y="33158"/>
                  <a:pt x="55648" y="33166"/>
                </a:cubicBezTo>
                <a:cubicBezTo>
                  <a:pt x="55033" y="33444"/>
                  <a:pt x="54438" y="33741"/>
                  <a:pt x="53863" y="34039"/>
                </a:cubicBezTo>
                <a:cubicBezTo>
                  <a:pt x="53783" y="34059"/>
                  <a:pt x="53744" y="34158"/>
                  <a:pt x="53783" y="34237"/>
                </a:cubicBezTo>
                <a:cubicBezTo>
                  <a:pt x="53803" y="34297"/>
                  <a:pt x="53863" y="34336"/>
                  <a:pt x="53942" y="34336"/>
                </a:cubicBezTo>
                <a:lnTo>
                  <a:pt x="54021" y="34316"/>
                </a:lnTo>
                <a:lnTo>
                  <a:pt x="55767" y="33464"/>
                </a:lnTo>
                <a:cubicBezTo>
                  <a:pt x="55846" y="33424"/>
                  <a:pt x="55886" y="33345"/>
                  <a:pt x="55846" y="33265"/>
                </a:cubicBezTo>
                <a:cubicBezTo>
                  <a:pt x="55830" y="33203"/>
                  <a:pt x="55767" y="33154"/>
                  <a:pt x="55702" y="33154"/>
                </a:cubicBezTo>
                <a:close/>
                <a:moveTo>
                  <a:pt x="51683" y="35303"/>
                </a:moveTo>
                <a:cubicBezTo>
                  <a:pt x="51654" y="35303"/>
                  <a:pt x="51626" y="35316"/>
                  <a:pt x="51602" y="35348"/>
                </a:cubicBezTo>
                <a:cubicBezTo>
                  <a:pt x="51047" y="35705"/>
                  <a:pt x="50511" y="36081"/>
                  <a:pt x="49996" y="36518"/>
                </a:cubicBezTo>
                <a:cubicBezTo>
                  <a:pt x="49916" y="36557"/>
                  <a:pt x="49916" y="36676"/>
                  <a:pt x="49976" y="36736"/>
                </a:cubicBezTo>
                <a:lnTo>
                  <a:pt x="50095" y="36795"/>
                </a:lnTo>
                <a:lnTo>
                  <a:pt x="50194" y="36756"/>
                </a:lnTo>
                <a:cubicBezTo>
                  <a:pt x="50690" y="36359"/>
                  <a:pt x="51245" y="36002"/>
                  <a:pt x="51780" y="35625"/>
                </a:cubicBezTo>
                <a:cubicBezTo>
                  <a:pt x="51960" y="35593"/>
                  <a:pt x="51816" y="35303"/>
                  <a:pt x="51683" y="35303"/>
                </a:cubicBezTo>
                <a:close/>
                <a:moveTo>
                  <a:pt x="48182" y="38228"/>
                </a:moveTo>
                <a:cubicBezTo>
                  <a:pt x="48145" y="38228"/>
                  <a:pt x="48106" y="38244"/>
                  <a:pt x="48072" y="38283"/>
                </a:cubicBezTo>
                <a:lnTo>
                  <a:pt x="47775" y="38580"/>
                </a:lnTo>
                <a:cubicBezTo>
                  <a:pt x="47418" y="38937"/>
                  <a:pt x="47100" y="39334"/>
                  <a:pt x="46783" y="39770"/>
                </a:cubicBezTo>
                <a:cubicBezTo>
                  <a:pt x="46704" y="39830"/>
                  <a:pt x="46723" y="39929"/>
                  <a:pt x="46803" y="39988"/>
                </a:cubicBezTo>
                <a:lnTo>
                  <a:pt x="46902" y="40028"/>
                </a:lnTo>
                <a:cubicBezTo>
                  <a:pt x="46942" y="40028"/>
                  <a:pt x="47001" y="40008"/>
                  <a:pt x="47021" y="39968"/>
                </a:cubicBezTo>
                <a:cubicBezTo>
                  <a:pt x="47338" y="39572"/>
                  <a:pt x="47675" y="39175"/>
                  <a:pt x="48013" y="38798"/>
                </a:cubicBezTo>
                <a:lnTo>
                  <a:pt x="48290" y="38501"/>
                </a:lnTo>
                <a:cubicBezTo>
                  <a:pt x="48395" y="38381"/>
                  <a:pt x="48296" y="38228"/>
                  <a:pt x="48182" y="38228"/>
                </a:cubicBezTo>
                <a:close/>
                <a:moveTo>
                  <a:pt x="45430" y="41892"/>
                </a:moveTo>
                <a:cubicBezTo>
                  <a:pt x="45373" y="41892"/>
                  <a:pt x="45315" y="41918"/>
                  <a:pt x="45276" y="41971"/>
                </a:cubicBezTo>
                <a:cubicBezTo>
                  <a:pt x="44958" y="42546"/>
                  <a:pt x="44661" y="43122"/>
                  <a:pt x="44383" y="43716"/>
                </a:cubicBezTo>
                <a:cubicBezTo>
                  <a:pt x="44364" y="43796"/>
                  <a:pt x="44383" y="43895"/>
                  <a:pt x="44463" y="43935"/>
                </a:cubicBezTo>
                <a:lnTo>
                  <a:pt x="44542" y="43935"/>
                </a:lnTo>
                <a:cubicBezTo>
                  <a:pt x="44602" y="43935"/>
                  <a:pt x="44661" y="43895"/>
                  <a:pt x="44701" y="43855"/>
                </a:cubicBezTo>
                <a:cubicBezTo>
                  <a:pt x="44958" y="43260"/>
                  <a:pt x="45256" y="42685"/>
                  <a:pt x="45593" y="42150"/>
                </a:cubicBezTo>
                <a:cubicBezTo>
                  <a:pt x="45633" y="42051"/>
                  <a:pt x="45613" y="41952"/>
                  <a:pt x="45514" y="41912"/>
                </a:cubicBezTo>
                <a:cubicBezTo>
                  <a:pt x="45487" y="41899"/>
                  <a:pt x="45459" y="41892"/>
                  <a:pt x="45430" y="41892"/>
                </a:cubicBezTo>
                <a:close/>
                <a:moveTo>
                  <a:pt x="43607" y="46032"/>
                </a:moveTo>
                <a:cubicBezTo>
                  <a:pt x="43538" y="46032"/>
                  <a:pt x="43464" y="46070"/>
                  <a:pt x="43431" y="46136"/>
                </a:cubicBezTo>
                <a:cubicBezTo>
                  <a:pt x="43233" y="46751"/>
                  <a:pt x="43055" y="47365"/>
                  <a:pt x="42876" y="48040"/>
                </a:cubicBezTo>
                <a:cubicBezTo>
                  <a:pt x="42876" y="48119"/>
                  <a:pt x="42936" y="48198"/>
                  <a:pt x="43015" y="48238"/>
                </a:cubicBezTo>
                <a:lnTo>
                  <a:pt x="43055" y="48238"/>
                </a:lnTo>
                <a:cubicBezTo>
                  <a:pt x="43134" y="48238"/>
                  <a:pt x="43194" y="48179"/>
                  <a:pt x="43213" y="48119"/>
                </a:cubicBezTo>
                <a:cubicBezTo>
                  <a:pt x="43372" y="47465"/>
                  <a:pt x="43550" y="46850"/>
                  <a:pt x="43749" y="46235"/>
                </a:cubicBezTo>
                <a:cubicBezTo>
                  <a:pt x="43769" y="46156"/>
                  <a:pt x="43729" y="46057"/>
                  <a:pt x="43650" y="46037"/>
                </a:cubicBezTo>
                <a:cubicBezTo>
                  <a:pt x="43636" y="46033"/>
                  <a:pt x="43622" y="46032"/>
                  <a:pt x="43607" y="46032"/>
                </a:cubicBezTo>
                <a:close/>
                <a:moveTo>
                  <a:pt x="42528" y="50475"/>
                </a:moveTo>
                <a:cubicBezTo>
                  <a:pt x="42460" y="50475"/>
                  <a:pt x="42398" y="50529"/>
                  <a:pt x="42380" y="50598"/>
                </a:cubicBezTo>
                <a:cubicBezTo>
                  <a:pt x="42281" y="51233"/>
                  <a:pt x="42182" y="51887"/>
                  <a:pt x="42142" y="52561"/>
                </a:cubicBezTo>
                <a:cubicBezTo>
                  <a:pt x="42123" y="52641"/>
                  <a:pt x="42202" y="52720"/>
                  <a:pt x="42281" y="52720"/>
                </a:cubicBezTo>
                <a:cubicBezTo>
                  <a:pt x="42380" y="52720"/>
                  <a:pt x="42460" y="52680"/>
                  <a:pt x="42460" y="52581"/>
                </a:cubicBezTo>
                <a:cubicBezTo>
                  <a:pt x="42539" y="51927"/>
                  <a:pt x="42618" y="51292"/>
                  <a:pt x="42718" y="50638"/>
                </a:cubicBezTo>
                <a:cubicBezTo>
                  <a:pt x="42718" y="50558"/>
                  <a:pt x="42638" y="50479"/>
                  <a:pt x="42559" y="50479"/>
                </a:cubicBezTo>
                <a:cubicBezTo>
                  <a:pt x="42548" y="50476"/>
                  <a:pt x="42538" y="50475"/>
                  <a:pt x="42528" y="50475"/>
                </a:cubicBezTo>
                <a:close/>
                <a:moveTo>
                  <a:pt x="42142" y="55000"/>
                </a:moveTo>
                <a:cubicBezTo>
                  <a:pt x="42063" y="55000"/>
                  <a:pt x="41964" y="55080"/>
                  <a:pt x="41964" y="55159"/>
                </a:cubicBezTo>
                <a:lnTo>
                  <a:pt x="41964" y="57142"/>
                </a:lnTo>
                <a:cubicBezTo>
                  <a:pt x="41964" y="57222"/>
                  <a:pt x="42023" y="57281"/>
                  <a:pt x="42123" y="57281"/>
                </a:cubicBezTo>
                <a:cubicBezTo>
                  <a:pt x="42202" y="57281"/>
                  <a:pt x="42281" y="57202"/>
                  <a:pt x="42281" y="57122"/>
                </a:cubicBezTo>
                <a:lnTo>
                  <a:pt x="42281" y="55179"/>
                </a:lnTo>
                <a:cubicBezTo>
                  <a:pt x="42301" y="55080"/>
                  <a:pt x="42222" y="55000"/>
                  <a:pt x="42142" y="55000"/>
                </a:cubicBezTo>
                <a:close/>
                <a:moveTo>
                  <a:pt x="42221" y="59619"/>
                </a:moveTo>
                <a:cubicBezTo>
                  <a:pt x="42152" y="59619"/>
                  <a:pt x="42084" y="59658"/>
                  <a:pt x="42063" y="59740"/>
                </a:cubicBezTo>
                <a:cubicBezTo>
                  <a:pt x="42123" y="60395"/>
                  <a:pt x="42162" y="61029"/>
                  <a:pt x="42242" y="61703"/>
                </a:cubicBezTo>
                <a:cubicBezTo>
                  <a:pt x="42242" y="61783"/>
                  <a:pt x="42321" y="61842"/>
                  <a:pt x="42420" y="61842"/>
                </a:cubicBezTo>
                <a:cubicBezTo>
                  <a:pt x="42519" y="61822"/>
                  <a:pt x="42579" y="61743"/>
                  <a:pt x="42559" y="61684"/>
                </a:cubicBezTo>
                <a:cubicBezTo>
                  <a:pt x="42519" y="61009"/>
                  <a:pt x="42440" y="60355"/>
                  <a:pt x="42380" y="59720"/>
                </a:cubicBezTo>
                <a:cubicBezTo>
                  <a:pt x="42352" y="59653"/>
                  <a:pt x="42286" y="59619"/>
                  <a:pt x="42221" y="59619"/>
                </a:cubicBezTo>
                <a:close/>
                <a:moveTo>
                  <a:pt x="42718" y="64103"/>
                </a:moveTo>
                <a:cubicBezTo>
                  <a:pt x="42618" y="64123"/>
                  <a:pt x="42559" y="64202"/>
                  <a:pt x="42559" y="64301"/>
                </a:cubicBezTo>
                <a:lnTo>
                  <a:pt x="42856" y="66245"/>
                </a:lnTo>
                <a:cubicBezTo>
                  <a:pt x="42876" y="66304"/>
                  <a:pt x="42956" y="66364"/>
                  <a:pt x="43035" y="66364"/>
                </a:cubicBezTo>
                <a:lnTo>
                  <a:pt x="43055" y="66364"/>
                </a:lnTo>
                <a:cubicBezTo>
                  <a:pt x="43134" y="66344"/>
                  <a:pt x="43194" y="66265"/>
                  <a:pt x="43174" y="66185"/>
                </a:cubicBezTo>
                <a:lnTo>
                  <a:pt x="42876" y="64262"/>
                </a:lnTo>
                <a:cubicBezTo>
                  <a:pt x="42876" y="64163"/>
                  <a:pt x="42797" y="64103"/>
                  <a:pt x="42718" y="64103"/>
                </a:cubicBezTo>
                <a:close/>
                <a:moveTo>
                  <a:pt x="43471" y="68650"/>
                </a:moveTo>
                <a:cubicBezTo>
                  <a:pt x="43389" y="68650"/>
                  <a:pt x="43312" y="68709"/>
                  <a:pt x="43312" y="68803"/>
                </a:cubicBezTo>
                <a:lnTo>
                  <a:pt x="43610" y="70548"/>
                </a:lnTo>
                <a:lnTo>
                  <a:pt x="43650" y="70727"/>
                </a:lnTo>
                <a:cubicBezTo>
                  <a:pt x="43650" y="70806"/>
                  <a:pt x="43709" y="70866"/>
                  <a:pt x="43808" y="70866"/>
                </a:cubicBezTo>
                <a:lnTo>
                  <a:pt x="43828" y="70866"/>
                </a:lnTo>
                <a:cubicBezTo>
                  <a:pt x="43907" y="70846"/>
                  <a:pt x="43967" y="70766"/>
                  <a:pt x="43967" y="70667"/>
                </a:cubicBezTo>
                <a:lnTo>
                  <a:pt x="43927" y="70489"/>
                </a:lnTo>
                <a:lnTo>
                  <a:pt x="43630" y="68744"/>
                </a:lnTo>
                <a:cubicBezTo>
                  <a:pt x="43589" y="68679"/>
                  <a:pt x="43529" y="68650"/>
                  <a:pt x="43471" y="68650"/>
                </a:cubicBezTo>
                <a:close/>
                <a:moveTo>
                  <a:pt x="44225" y="73106"/>
                </a:moveTo>
                <a:cubicBezTo>
                  <a:pt x="44126" y="73126"/>
                  <a:pt x="44086" y="73206"/>
                  <a:pt x="44106" y="73305"/>
                </a:cubicBezTo>
                <a:cubicBezTo>
                  <a:pt x="44205" y="73939"/>
                  <a:pt x="44324" y="74594"/>
                  <a:pt x="44423" y="75228"/>
                </a:cubicBezTo>
                <a:cubicBezTo>
                  <a:pt x="44423" y="75308"/>
                  <a:pt x="44502" y="75367"/>
                  <a:pt x="44562" y="75367"/>
                </a:cubicBezTo>
                <a:lnTo>
                  <a:pt x="44602" y="75367"/>
                </a:lnTo>
                <a:cubicBezTo>
                  <a:pt x="44681" y="75347"/>
                  <a:pt x="44740" y="75268"/>
                  <a:pt x="44740" y="75189"/>
                </a:cubicBezTo>
                <a:cubicBezTo>
                  <a:pt x="44641" y="74534"/>
                  <a:pt x="44522" y="73900"/>
                  <a:pt x="44423" y="73245"/>
                </a:cubicBezTo>
                <a:cubicBezTo>
                  <a:pt x="44403" y="73166"/>
                  <a:pt x="44304" y="73106"/>
                  <a:pt x="44225" y="73106"/>
                </a:cubicBezTo>
                <a:close/>
                <a:moveTo>
                  <a:pt x="44939" y="77608"/>
                </a:moveTo>
                <a:cubicBezTo>
                  <a:pt x="44840" y="77628"/>
                  <a:pt x="44780" y="77727"/>
                  <a:pt x="44780" y="77806"/>
                </a:cubicBezTo>
                <a:cubicBezTo>
                  <a:pt x="44879" y="78481"/>
                  <a:pt x="44958" y="79135"/>
                  <a:pt x="45038" y="79750"/>
                </a:cubicBezTo>
                <a:cubicBezTo>
                  <a:pt x="45038" y="79829"/>
                  <a:pt x="45097" y="79889"/>
                  <a:pt x="45177" y="79889"/>
                </a:cubicBezTo>
                <a:lnTo>
                  <a:pt x="45216" y="79889"/>
                </a:lnTo>
                <a:cubicBezTo>
                  <a:pt x="45296" y="79869"/>
                  <a:pt x="45355" y="79790"/>
                  <a:pt x="45355" y="79690"/>
                </a:cubicBezTo>
                <a:cubicBezTo>
                  <a:pt x="45276" y="79076"/>
                  <a:pt x="45216" y="78421"/>
                  <a:pt x="45117" y="77767"/>
                </a:cubicBezTo>
                <a:cubicBezTo>
                  <a:pt x="45117" y="77668"/>
                  <a:pt x="45038" y="77608"/>
                  <a:pt x="44939" y="77608"/>
                </a:cubicBezTo>
                <a:close/>
                <a:moveTo>
                  <a:pt x="45415" y="82150"/>
                </a:moveTo>
                <a:cubicBezTo>
                  <a:pt x="45335" y="82169"/>
                  <a:pt x="45276" y="82249"/>
                  <a:pt x="45256" y="82328"/>
                </a:cubicBezTo>
                <a:cubicBezTo>
                  <a:pt x="45315" y="83002"/>
                  <a:pt x="45335" y="83657"/>
                  <a:pt x="45355" y="84291"/>
                </a:cubicBezTo>
                <a:cubicBezTo>
                  <a:pt x="45355" y="84371"/>
                  <a:pt x="45434" y="84430"/>
                  <a:pt x="45514" y="84430"/>
                </a:cubicBezTo>
                <a:cubicBezTo>
                  <a:pt x="45593" y="84430"/>
                  <a:pt x="45672" y="84371"/>
                  <a:pt x="45672" y="84291"/>
                </a:cubicBezTo>
                <a:cubicBezTo>
                  <a:pt x="45653" y="83637"/>
                  <a:pt x="45633" y="82963"/>
                  <a:pt x="45573" y="82308"/>
                </a:cubicBezTo>
                <a:cubicBezTo>
                  <a:pt x="45573" y="82209"/>
                  <a:pt x="45494" y="82150"/>
                  <a:pt x="45415" y="82150"/>
                </a:cubicBezTo>
                <a:close/>
                <a:moveTo>
                  <a:pt x="45514" y="86711"/>
                </a:moveTo>
                <a:cubicBezTo>
                  <a:pt x="45415" y="86711"/>
                  <a:pt x="45335" y="86790"/>
                  <a:pt x="45335" y="86889"/>
                </a:cubicBezTo>
                <a:cubicBezTo>
                  <a:pt x="45315" y="87524"/>
                  <a:pt x="45256" y="88198"/>
                  <a:pt x="45196" y="88813"/>
                </a:cubicBezTo>
                <a:cubicBezTo>
                  <a:pt x="45196" y="88912"/>
                  <a:pt x="45236" y="88991"/>
                  <a:pt x="45335" y="88991"/>
                </a:cubicBezTo>
                <a:lnTo>
                  <a:pt x="45355" y="88991"/>
                </a:lnTo>
                <a:cubicBezTo>
                  <a:pt x="45434" y="88991"/>
                  <a:pt x="45514" y="88932"/>
                  <a:pt x="45514" y="88852"/>
                </a:cubicBezTo>
                <a:cubicBezTo>
                  <a:pt x="45573" y="88218"/>
                  <a:pt x="45633" y="87563"/>
                  <a:pt x="45653" y="86889"/>
                </a:cubicBezTo>
                <a:cubicBezTo>
                  <a:pt x="45653" y="86810"/>
                  <a:pt x="45593" y="86731"/>
                  <a:pt x="45514" y="86711"/>
                </a:cubicBezTo>
                <a:close/>
                <a:moveTo>
                  <a:pt x="45018" y="91252"/>
                </a:moveTo>
                <a:cubicBezTo>
                  <a:pt x="44919" y="91252"/>
                  <a:pt x="44859" y="91312"/>
                  <a:pt x="44840" y="91391"/>
                </a:cubicBezTo>
                <a:cubicBezTo>
                  <a:pt x="44721" y="92025"/>
                  <a:pt x="44602" y="92660"/>
                  <a:pt x="44423" y="93315"/>
                </a:cubicBezTo>
                <a:cubicBezTo>
                  <a:pt x="44403" y="93394"/>
                  <a:pt x="44463" y="93473"/>
                  <a:pt x="44542" y="93513"/>
                </a:cubicBezTo>
                <a:lnTo>
                  <a:pt x="44602" y="93513"/>
                </a:lnTo>
                <a:cubicBezTo>
                  <a:pt x="44661" y="93513"/>
                  <a:pt x="44721" y="93453"/>
                  <a:pt x="44740" y="93374"/>
                </a:cubicBezTo>
                <a:cubicBezTo>
                  <a:pt x="44879" y="92739"/>
                  <a:pt x="45038" y="92085"/>
                  <a:pt x="45157" y="91450"/>
                </a:cubicBezTo>
                <a:cubicBezTo>
                  <a:pt x="45157" y="91351"/>
                  <a:pt x="45097" y="91272"/>
                  <a:pt x="45018" y="91252"/>
                </a:cubicBezTo>
                <a:close/>
                <a:moveTo>
                  <a:pt x="43854" y="95679"/>
                </a:moveTo>
                <a:cubicBezTo>
                  <a:pt x="43788" y="95679"/>
                  <a:pt x="43733" y="95720"/>
                  <a:pt x="43689" y="95793"/>
                </a:cubicBezTo>
                <a:cubicBezTo>
                  <a:pt x="43511" y="96408"/>
                  <a:pt x="43273" y="97023"/>
                  <a:pt x="43055" y="97618"/>
                </a:cubicBezTo>
                <a:cubicBezTo>
                  <a:pt x="43015" y="97697"/>
                  <a:pt x="43055" y="97796"/>
                  <a:pt x="43134" y="97836"/>
                </a:cubicBezTo>
                <a:lnTo>
                  <a:pt x="43213" y="97836"/>
                </a:lnTo>
                <a:cubicBezTo>
                  <a:pt x="43273" y="97836"/>
                  <a:pt x="43332" y="97796"/>
                  <a:pt x="43352" y="97737"/>
                </a:cubicBezTo>
                <a:cubicBezTo>
                  <a:pt x="43590" y="97122"/>
                  <a:pt x="43828" y="96507"/>
                  <a:pt x="44026" y="95893"/>
                </a:cubicBezTo>
                <a:cubicBezTo>
                  <a:pt x="44046" y="95793"/>
                  <a:pt x="44007" y="95714"/>
                  <a:pt x="43927" y="95694"/>
                </a:cubicBezTo>
                <a:cubicBezTo>
                  <a:pt x="43902" y="95684"/>
                  <a:pt x="43877" y="95679"/>
                  <a:pt x="43854" y="95679"/>
                </a:cubicBezTo>
                <a:close/>
                <a:moveTo>
                  <a:pt x="42153" y="99929"/>
                </a:moveTo>
                <a:cubicBezTo>
                  <a:pt x="42092" y="99929"/>
                  <a:pt x="42030" y="99965"/>
                  <a:pt x="42004" y="100017"/>
                </a:cubicBezTo>
                <a:cubicBezTo>
                  <a:pt x="41746" y="100593"/>
                  <a:pt x="41448" y="101188"/>
                  <a:pt x="41111" y="101763"/>
                </a:cubicBezTo>
                <a:cubicBezTo>
                  <a:pt x="41091" y="101842"/>
                  <a:pt x="41111" y="101941"/>
                  <a:pt x="41191" y="101981"/>
                </a:cubicBezTo>
                <a:lnTo>
                  <a:pt x="41270" y="101981"/>
                </a:lnTo>
                <a:cubicBezTo>
                  <a:pt x="41329" y="101981"/>
                  <a:pt x="41389" y="101961"/>
                  <a:pt x="41409" y="101901"/>
                </a:cubicBezTo>
                <a:cubicBezTo>
                  <a:pt x="41706" y="101326"/>
                  <a:pt x="42043" y="100751"/>
                  <a:pt x="42301" y="100176"/>
                </a:cubicBezTo>
                <a:cubicBezTo>
                  <a:pt x="42341" y="100077"/>
                  <a:pt x="42301" y="99978"/>
                  <a:pt x="42242" y="99958"/>
                </a:cubicBezTo>
                <a:cubicBezTo>
                  <a:pt x="42215" y="99938"/>
                  <a:pt x="42184" y="99929"/>
                  <a:pt x="42153" y="99929"/>
                </a:cubicBezTo>
                <a:close/>
                <a:moveTo>
                  <a:pt x="39901" y="103899"/>
                </a:moveTo>
                <a:cubicBezTo>
                  <a:pt x="39853" y="103899"/>
                  <a:pt x="39813" y="103923"/>
                  <a:pt x="39802" y="103984"/>
                </a:cubicBezTo>
                <a:cubicBezTo>
                  <a:pt x="39465" y="104539"/>
                  <a:pt x="39088" y="105074"/>
                  <a:pt x="38712" y="105630"/>
                </a:cubicBezTo>
                <a:cubicBezTo>
                  <a:pt x="38672" y="105709"/>
                  <a:pt x="38692" y="105788"/>
                  <a:pt x="38771" y="105848"/>
                </a:cubicBezTo>
                <a:lnTo>
                  <a:pt x="38870" y="105848"/>
                </a:lnTo>
                <a:cubicBezTo>
                  <a:pt x="38910" y="105848"/>
                  <a:pt x="38969" y="105828"/>
                  <a:pt x="38989" y="105808"/>
                </a:cubicBezTo>
                <a:cubicBezTo>
                  <a:pt x="39366" y="105273"/>
                  <a:pt x="39743" y="104717"/>
                  <a:pt x="40080" y="104162"/>
                </a:cubicBezTo>
                <a:cubicBezTo>
                  <a:pt x="40209" y="104062"/>
                  <a:pt x="40027" y="103899"/>
                  <a:pt x="39901" y="103899"/>
                </a:cubicBezTo>
                <a:close/>
                <a:moveTo>
                  <a:pt x="37289" y="107605"/>
                </a:moveTo>
                <a:cubicBezTo>
                  <a:pt x="37242" y="107605"/>
                  <a:pt x="37198" y="107620"/>
                  <a:pt x="37165" y="107653"/>
                </a:cubicBezTo>
                <a:cubicBezTo>
                  <a:pt x="36768" y="108188"/>
                  <a:pt x="36332" y="108684"/>
                  <a:pt x="35915" y="109180"/>
                </a:cubicBezTo>
                <a:cubicBezTo>
                  <a:pt x="35856" y="109239"/>
                  <a:pt x="35876" y="109338"/>
                  <a:pt x="35935" y="109398"/>
                </a:cubicBezTo>
                <a:cubicBezTo>
                  <a:pt x="35955" y="109418"/>
                  <a:pt x="35995" y="109437"/>
                  <a:pt x="36034" y="109437"/>
                </a:cubicBezTo>
                <a:cubicBezTo>
                  <a:pt x="36094" y="109437"/>
                  <a:pt x="36134" y="109418"/>
                  <a:pt x="36173" y="109378"/>
                </a:cubicBezTo>
                <a:cubicBezTo>
                  <a:pt x="36590" y="108882"/>
                  <a:pt x="37026" y="108386"/>
                  <a:pt x="37423" y="107890"/>
                </a:cubicBezTo>
                <a:cubicBezTo>
                  <a:pt x="37482" y="107811"/>
                  <a:pt x="37462" y="107692"/>
                  <a:pt x="37403" y="107633"/>
                </a:cubicBezTo>
                <a:cubicBezTo>
                  <a:pt x="37367" y="107615"/>
                  <a:pt x="37327" y="107605"/>
                  <a:pt x="37289" y="107605"/>
                </a:cubicBezTo>
                <a:close/>
                <a:moveTo>
                  <a:pt x="34266" y="111031"/>
                </a:moveTo>
                <a:cubicBezTo>
                  <a:pt x="34228" y="111031"/>
                  <a:pt x="34188" y="111046"/>
                  <a:pt x="34150" y="111083"/>
                </a:cubicBezTo>
                <a:cubicBezTo>
                  <a:pt x="33714" y="111520"/>
                  <a:pt x="33238" y="111996"/>
                  <a:pt x="32742" y="112452"/>
                </a:cubicBezTo>
                <a:cubicBezTo>
                  <a:pt x="32683" y="112511"/>
                  <a:pt x="32683" y="112591"/>
                  <a:pt x="32742" y="112670"/>
                </a:cubicBezTo>
                <a:lnTo>
                  <a:pt x="32861" y="112709"/>
                </a:lnTo>
                <a:lnTo>
                  <a:pt x="32961" y="112670"/>
                </a:lnTo>
                <a:cubicBezTo>
                  <a:pt x="33456" y="112214"/>
                  <a:pt x="33932" y="111777"/>
                  <a:pt x="34388" y="111301"/>
                </a:cubicBezTo>
                <a:cubicBezTo>
                  <a:pt x="34495" y="111195"/>
                  <a:pt x="34392" y="111031"/>
                  <a:pt x="34266" y="111031"/>
                </a:cubicBezTo>
                <a:close/>
                <a:moveTo>
                  <a:pt x="30919" y="114115"/>
                </a:moveTo>
                <a:cubicBezTo>
                  <a:pt x="30883" y="114115"/>
                  <a:pt x="30846" y="114130"/>
                  <a:pt x="30819" y="114157"/>
                </a:cubicBezTo>
                <a:lnTo>
                  <a:pt x="29292" y="115367"/>
                </a:lnTo>
                <a:cubicBezTo>
                  <a:pt x="29232" y="115426"/>
                  <a:pt x="29193" y="115526"/>
                  <a:pt x="29252" y="115625"/>
                </a:cubicBezTo>
                <a:lnTo>
                  <a:pt x="29391" y="115664"/>
                </a:lnTo>
                <a:lnTo>
                  <a:pt x="29490" y="115645"/>
                </a:lnTo>
                <a:cubicBezTo>
                  <a:pt x="30025" y="115248"/>
                  <a:pt x="30521" y="114831"/>
                  <a:pt x="31017" y="114395"/>
                </a:cubicBezTo>
                <a:cubicBezTo>
                  <a:pt x="31077" y="114355"/>
                  <a:pt x="31096" y="114237"/>
                  <a:pt x="31037" y="114177"/>
                </a:cubicBezTo>
                <a:cubicBezTo>
                  <a:pt x="31005" y="114135"/>
                  <a:pt x="30962" y="114115"/>
                  <a:pt x="30919" y="114115"/>
                </a:cubicBezTo>
                <a:close/>
                <a:moveTo>
                  <a:pt x="27278" y="116860"/>
                </a:moveTo>
                <a:cubicBezTo>
                  <a:pt x="27247" y="116860"/>
                  <a:pt x="27216" y="116876"/>
                  <a:pt x="27190" y="116914"/>
                </a:cubicBezTo>
                <a:lnTo>
                  <a:pt x="25563" y="117965"/>
                </a:lnTo>
                <a:cubicBezTo>
                  <a:pt x="25484" y="118024"/>
                  <a:pt x="25464" y="118143"/>
                  <a:pt x="25504" y="118223"/>
                </a:cubicBezTo>
                <a:cubicBezTo>
                  <a:pt x="25544" y="118262"/>
                  <a:pt x="25603" y="118282"/>
                  <a:pt x="25663" y="118302"/>
                </a:cubicBezTo>
                <a:lnTo>
                  <a:pt x="25722" y="118262"/>
                </a:lnTo>
                <a:lnTo>
                  <a:pt x="27368" y="117172"/>
                </a:lnTo>
                <a:cubicBezTo>
                  <a:pt x="27545" y="117139"/>
                  <a:pt x="27409" y="116860"/>
                  <a:pt x="27278" y="116860"/>
                </a:cubicBezTo>
                <a:close/>
                <a:moveTo>
                  <a:pt x="23367" y="119328"/>
                </a:moveTo>
                <a:cubicBezTo>
                  <a:pt x="23353" y="119328"/>
                  <a:pt x="23338" y="119329"/>
                  <a:pt x="23322" y="119333"/>
                </a:cubicBezTo>
                <a:lnTo>
                  <a:pt x="21617" y="120245"/>
                </a:lnTo>
                <a:cubicBezTo>
                  <a:pt x="21538" y="120305"/>
                  <a:pt x="21518" y="120384"/>
                  <a:pt x="21538" y="120483"/>
                </a:cubicBezTo>
                <a:cubicBezTo>
                  <a:pt x="21557" y="120523"/>
                  <a:pt x="21617" y="120563"/>
                  <a:pt x="21696" y="120583"/>
                </a:cubicBezTo>
                <a:lnTo>
                  <a:pt x="21756" y="120543"/>
                </a:lnTo>
                <a:cubicBezTo>
                  <a:pt x="22351" y="120245"/>
                  <a:pt x="22926" y="119928"/>
                  <a:pt x="23501" y="119611"/>
                </a:cubicBezTo>
                <a:cubicBezTo>
                  <a:pt x="23573" y="119485"/>
                  <a:pt x="23499" y="119328"/>
                  <a:pt x="23367" y="119328"/>
                </a:cubicBezTo>
                <a:close/>
                <a:moveTo>
                  <a:pt x="19343" y="121409"/>
                </a:moveTo>
                <a:cubicBezTo>
                  <a:pt x="19321" y="121409"/>
                  <a:pt x="19299" y="121411"/>
                  <a:pt x="19277" y="121415"/>
                </a:cubicBezTo>
                <a:cubicBezTo>
                  <a:pt x="18722" y="121713"/>
                  <a:pt x="18127" y="121991"/>
                  <a:pt x="17532" y="122229"/>
                </a:cubicBezTo>
                <a:cubicBezTo>
                  <a:pt x="17452" y="122288"/>
                  <a:pt x="17413" y="122367"/>
                  <a:pt x="17433" y="122466"/>
                </a:cubicBezTo>
                <a:cubicBezTo>
                  <a:pt x="17472" y="122506"/>
                  <a:pt x="17532" y="122546"/>
                  <a:pt x="17591" y="122566"/>
                </a:cubicBezTo>
                <a:lnTo>
                  <a:pt x="17651" y="122526"/>
                </a:lnTo>
                <a:cubicBezTo>
                  <a:pt x="18246" y="122288"/>
                  <a:pt x="18841" y="122010"/>
                  <a:pt x="19436" y="121713"/>
                </a:cubicBezTo>
                <a:cubicBezTo>
                  <a:pt x="19515" y="121673"/>
                  <a:pt x="19535" y="121594"/>
                  <a:pt x="19515" y="121515"/>
                </a:cubicBezTo>
                <a:cubicBezTo>
                  <a:pt x="19484" y="121438"/>
                  <a:pt x="19418" y="121409"/>
                  <a:pt x="19343" y="121409"/>
                </a:cubicBezTo>
                <a:close/>
                <a:moveTo>
                  <a:pt x="15196" y="123240"/>
                </a:moveTo>
                <a:cubicBezTo>
                  <a:pt x="15167" y="123240"/>
                  <a:pt x="15139" y="123247"/>
                  <a:pt x="15112" y="123260"/>
                </a:cubicBezTo>
                <a:lnTo>
                  <a:pt x="13288" y="123954"/>
                </a:lnTo>
                <a:cubicBezTo>
                  <a:pt x="13208" y="123974"/>
                  <a:pt x="13169" y="124053"/>
                  <a:pt x="13189" y="124152"/>
                </a:cubicBezTo>
                <a:cubicBezTo>
                  <a:pt x="13208" y="124212"/>
                  <a:pt x="13288" y="124271"/>
                  <a:pt x="13367" y="124271"/>
                </a:cubicBezTo>
                <a:lnTo>
                  <a:pt x="13407" y="124251"/>
                </a:lnTo>
                <a:lnTo>
                  <a:pt x="15251" y="123557"/>
                </a:lnTo>
                <a:cubicBezTo>
                  <a:pt x="15330" y="123498"/>
                  <a:pt x="15370" y="123418"/>
                  <a:pt x="15350" y="123319"/>
                </a:cubicBezTo>
                <a:cubicBezTo>
                  <a:pt x="15311" y="123266"/>
                  <a:pt x="15253" y="123240"/>
                  <a:pt x="15196" y="123240"/>
                </a:cubicBezTo>
                <a:close/>
                <a:moveTo>
                  <a:pt x="10871" y="124782"/>
                </a:moveTo>
                <a:cubicBezTo>
                  <a:pt x="10857" y="124782"/>
                  <a:pt x="10842" y="124783"/>
                  <a:pt x="10829" y="124787"/>
                </a:cubicBezTo>
                <a:lnTo>
                  <a:pt x="8965" y="125382"/>
                </a:lnTo>
                <a:cubicBezTo>
                  <a:pt x="8885" y="125421"/>
                  <a:pt x="8846" y="125501"/>
                  <a:pt x="8865" y="125580"/>
                </a:cubicBezTo>
                <a:cubicBezTo>
                  <a:pt x="8885" y="125659"/>
                  <a:pt x="8945" y="125699"/>
                  <a:pt x="9024" y="125699"/>
                </a:cubicBezTo>
                <a:lnTo>
                  <a:pt x="9064" y="125699"/>
                </a:lnTo>
                <a:lnTo>
                  <a:pt x="10928" y="125104"/>
                </a:lnTo>
                <a:cubicBezTo>
                  <a:pt x="11027" y="125084"/>
                  <a:pt x="11087" y="124985"/>
                  <a:pt x="11047" y="124886"/>
                </a:cubicBezTo>
                <a:cubicBezTo>
                  <a:pt x="11014" y="124820"/>
                  <a:pt x="10940" y="124782"/>
                  <a:pt x="10871" y="124782"/>
                </a:cubicBezTo>
                <a:close/>
                <a:moveTo>
                  <a:pt x="6503" y="126092"/>
                </a:moveTo>
                <a:cubicBezTo>
                  <a:pt x="6491" y="126092"/>
                  <a:pt x="6479" y="126093"/>
                  <a:pt x="6466" y="126096"/>
                </a:cubicBezTo>
                <a:lnTo>
                  <a:pt x="4582" y="126591"/>
                </a:lnTo>
                <a:cubicBezTo>
                  <a:pt x="4503" y="126611"/>
                  <a:pt x="4443" y="126710"/>
                  <a:pt x="4463" y="126790"/>
                </a:cubicBezTo>
                <a:cubicBezTo>
                  <a:pt x="4483" y="126869"/>
                  <a:pt x="4562" y="126909"/>
                  <a:pt x="4641" y="126929"/>
                </a:cubicBezTo>
                <a:lnTo>
                  <a:pt x="4661" y="126929"/>
                </a:lnTo>
                <a:lnTo>
                  <a:pt x="6565" y="126433"/>
                </a:lnTo>
                <a:cubicBezTo>
                  <a:pt x="6644" y="126393"/>
                  <a:pt x="6684" y="126314"/>
                  <a:pt x="6664" y="126234"/>
                </a:cubicBezTo>
                <a:cubicBezTo>
                  <a:pt x="6647" y="126148"/>
                  <a:pt x="6584" y="126092"/>
                  <a:pt x="6503" y="126092"/>
                </a:cubicBezTo>
                <a:close/>
                <a:moveTo>
                  <a:pt x="2103" y="127221"/>
                </a:moveTo>
                <a:cubicBezTo>
                  <a:pt x="2090" y="127221"/>
                  <a:pt x="2076" y="127223"/>
                  <a:pt x="2063" y="127226"/>
                </a:cubicBezTo>
                <a:lnTo>
                  <a:pt x="140" y="127623"/>
                </a:lnTo>
                <a:cubicBezTo>
                  <a:pt x="60" y="127642"/>
                  <a:pt x="1" y="127722"/>
                  <a:pt x="21" y="127821"/>
                </a:cubicBezTo>
                <a:cubicBezTo>
                  <a:pt x="40" y="127880"/>
                  <a:pt x="100" y="127940"/>
                  <a:pt x="179" y="127940"/>
                </a:cubicBezTo>
                <a:lnTo>
                  <a:pt x="199" y="127940"/>
                </a:lnTo>
                <a:lnTo>
                  <a:pt x="2123" y="127523"/>
                </a:lnTo>
                <a:cubicBezTo>
                  <a:pt x="2202" y="127523"/>
                  <a:pt x="2262" y="127424"/>
                  <a:pt x="2262" y="127345"/>
                </a:cubicBezTo>
                <a:cubicBezTo>
                  <a:pt x="2229" y="127262"/>
                  <a:pt x="2168" y="127221"/>
                  <a:pt x="2103" y="12722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textbox 32"/>
          <p:cNvSpPr/>
          <p:nvPr/>
        </p:nvSpPr>
        <p:spPr>
          <a:xfrm>
            <a:off x="882015" y="526415"/>
            <a:ext cx="4730115" cy="646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lang="en-US" sz="3800" b="1" kern="0" spc="6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r>
              <a:rPr sz="3800" b="1" kern="0" spc="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sz="3800" b="1" kern="0" spc="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认识</a:t>
            </a:r>
            <a:r>
              <a:rPr sz="3800" b="1" kern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Matlab</a:t>
            </a:r>
            <a:r>
              <a:rPr sz="3800" b="1" kern="0" spc="6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lang="zh-CN" sz="3800" b="1" kern="0" spc="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界面</a:t>
            </a:r>
            <a:endParaRPr sz="3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9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1365" algn="l" rtl="0" eaLnBrk="0">
              <a:lnSpc>
                <a:spcPct val="95000"/>
              </a:lnSpc>
              <a:spcBef>
                <a:spcPts val="725"/>
              </a:spcBef>
            </a:pP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6972935" y="1606550"/>
            <a:ext cx="384429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b="1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编辑器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: </a:t>
            </a:r>
            <a:endParaRPr lang="en-US" altLang="zh-CN" sz="2400" spc="2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编辑器启动时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, </a:t>
            </a:r>
            <a:r>
              <a:rPr lang="zh-CN" altLang="en-US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默认不显示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, </a:t>
            </a:r>
            <a:r>
              <a:rPr lang="zh-CN" altLang="en-US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"</a:t>
            </a:r>
            <a:r>
              <a:rPr lang="zh-CN" altLang="en-US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主页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" </a:t>
            </a:r>
            <a:r>
              <a:rPr lang="zh-CN" altLang="en-US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选项卡中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, </a:t>
            </a:r>
            <a:r>
              <a:rPr lang="zh-CN" altLang="en-US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"</a:t>
            </a:r>
            <a:r>
              <a:rPr lang="zh-CN" altLang="en-US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新建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" , </a:t>
            </a:r>
            <a:r>
              <a:rPr lang="zh-CN" altLang="en-US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"</a:t>
            </a:r>
            <a:r>
              <a:rPr lang="zh-CN" altLang="en-US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脚本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",</a:t>
            </a:r>
            <a:r>
              <a:rPr lang="zh-CN" altLang="en-US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弹出的界面就是编辑器界面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;"</a:t>
            </a:r>
            <a:r>
              <a:rPr lang="zh-CN" altLang="en-US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脚本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" </a:t>
            </a:r>
            <a:r>
              <a:rPr lang="zh-CN" altLang="en-US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是最简单的源码文件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;</a:t>
            </a:r>
            <a:r>
              <a:rPr lang="en-US" altLang="zh-CN" sz="2400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spc="2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 descr="db7140644f8977a5b40a6fc29bdb6b3c"/>
          <p:cNvPicPr>
            <a:picLocks noChangeAspect="1"/>
          </p:cNvPicPr>
          <p:nvPr/>
        </p:nvPicPr>
        <p:blipFill>
          <a:blip r:embed="rId1"/>
          <a:srcRect l="4006" t="4673" r="1031" b="1332"/>
          <a:stretch>
            <a:fillRect/>
          </a:stretch>
        </p:blipFill>
        <p:spPr>
          <a:xfrm>
            <a:off x="805815" y="1273810"/>
            <a:ext cx="5908040" cy="491490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7" name="图片 6" descr="01标示标准彩色图形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8" name="图片 7" descr="679ea5b50a417660f7076eba1cf8bba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grpSp>
        <p:nvGrpSpPr>
          <p:cNvPr id="4521" name="Google Shape;4521;p69"/>
          <p:cNvGrpSpPr/>
          <p:nvPr/>
        </p:nvGrpSpPr>
        <p:grpSpPr>
          <a:xfrm flipH="1">
            <a:off x="7386096" y="-70"/>
            <a:ext cx="1091382" cy="1155725"/>
            <a:chOff x="2958275" y="539500"/>
            <a:chExt cx="1091382" cy="1155725"/>
          </a:xfrm>
        </p:grpSpPr>
        <p:grpSp>
          <p:nvGrpSpPr>
            <p:cNvPr id="4522" name="Google Shape;4522;p69"/>
            <p:cNvGrpSpPr/>
            <p:nvPr/>
          </p:nvGrpSpPr>
          <p:grpSpPr>
            <a:xfrm>
              <a:off x="3170379" y="1212137"/>
              <a:ext cx="879278" cy="483088"/>
              <a:chOff x="2296950" y="3661600"/>
              <a:chExt cx="616475" cy="338700"/>
            </a:xfrm>
          </p:grpSpPr>
          <p:sp>
            <p:nvSpPr>
              <p:cNvPr id="4523" name="Google Shape;4523;p69"/>
              <p:cNvSpPr/>
              <p:nvPr/>
            </p:nvSpPr>
            <p:spPr>
              <a:xfrm>
                <a:off x="2510075" y="3661600"/>
                <a:ext cx="402675" cy="97750"/>
              </a:xfrm>
              <a:custGeom>
                <a:avLst/>
                <a:gdLst/>
                <a:ahLst/>
                <a:cxnLst/>
                <a:rect l="l" t="t" r="r" b="b"/>
                <a:pathLst>
                  <a:path w="16107" h="3910" extrusionOk="0">
                    <a:moveTo>
                      <a:pt x="4306" y="700"/>
                    </a:moveTo>
                    <a:lnTo>
                      <a:pt x="13180" y="2635"/>
                    </a:lnTo>
                    <a:lnTo>
                      <a:pt x="1346" y="3189"/>
                    </a:lnTo>
                    <a:lnTo>
                      <a:pt x="4306" y="700"/>
                    </a:lnTo>
                    <a:close/>
                    <a:moveTo>
                      <a:pt x="4216" y="0"/>
                    </a:moveTo>
                    <a:cubicBezTo>
                      <a:pt x="4136" y="0"/>
                      <a:pt x="4058" y="29"/>
                      <a:pt x="3998" y="83"/>
                    </a:cubicBezTo>
                    <a:lnTo>
                      <a:pt x="152" y="3314"/>
                    </a:lnTo>
                    <a:cubicBezTo>
                      <a:pt x="42" y="3405"/>
                      <a:pt x="0" y="3560"/>
                      <a:pt x="56" y="3696"/>
                    </a:cubicBezTo>
                    <a:cubicBezTo>
                      <a:pt x="103" y="3823"/>
                      <a:pt x="227" y="3909"/>
                      <a:pt x="368" y="3909"/>
                    </a:cubicBezTo>
                    <a:lnTo>
                      <a:pt x="385" y="3909"/>
                    </a:lnTo>
                    <a:lnTo>
                      <a:pt x="15768" y="3189"/>
                    </a:lnTo>
                    <a:cubicBezTo>
                      <a:pt x="15937" y="3184"/>
                      <a:pt x="16078" y="3051"/>
                      <a:pt x="16092" y="2882"/>
                    </a:cubicBezTo>
                    <a:cubicBezTo>
                      <a:pt x="16106" y="2713"/>
                      <a:pt x="15990" y="2558"/>
                      <a:pt x="15824" y="2525"/>
                    </a:cubicBezTo>
                    <a:lnTo>
                      <a:pt x="4286" y="8"/>
                    </a:lnTo>
                    <a:cubicBezTo>
                      <a:pt x="4263" y="3"/>
                      <a:pt x="4240" y="0"/>
                      <a:pt x="42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69"/>
              <p:cNvSpPr/>
              <p:nvPr/>
            </p:nvSpPr>
            <p:spPr>
              <a:xfrm>
                <a:off x="2296950" y="3724500"/>
                <a:ext cx="616275" cy="210650"/>
              </a:xfrm>
              <a:custGeom>
                <a:avLst/>
                <a:gdLst/>
                <a:ahLst/>
                <a:cxnLst/>
                <a:rect l="l" t="t" r="r" b="b"/>
                <a:pathLst>
                  <a:path w="24651" h="8426" extrusionOk="0">
                    <a:moveTo>
                      <a:pt x="20027" y="1363"/>
                    </a:moveTo>
                    <a:lnTo>
                      <a:pt x="2334" y="7100"/>
                    </a:lnTo>
                    <a:lnTo>
                      <a:pt x="7528" y="3373"/>
                    </a:lnTo>
                    <a:lnTo>
                      <a:pt x="20027" y="1363"/>
                    </a:lnTo>
                    <a:close/>
                    <a:moveTo>
                      <a:pt x="24283" y="1"/>
                    </a:moveTo>
                    <a:cubicBezTo>
                      <a:pt x="24264" y="1"/>
                      <a:pt x="24244" y="3"/>
                      <a:pt x="24224" y="6"/>
                    </a:cubicBezTo>
                    <a:lnTo>
                      <a:pt x="7346" y="2722"/>
                    </a:lnTo>
                    <a:cubicBezTo>
                      <a:pt x="7293" y="2730"/>
                      <a:pt x="7243" y="2750"/>
                      <a:pt x="7204" y="2780"/>
                    </a:cubicBezTo>
                    <a:lnTo>
                      <a:pt x="180" y="7817"/>
                    </a:lnTo>
                    <a:cubicBezTo>
                      <a:pt x="44" y="7914"/>
                      <a:pt x="0" y="8094"/>
                      <a:pt x="78" y="8243"/>
                    </a:cubicBezTo>
                    <a:cubicBezTo>
                      <a:pt x="136" y="8354"/>
                      <a:pt x="252" y="8426"/>
                      <a:pt x="379" y="8426"/>
                    </a:cubicBezTo>
                    <a:cubicBezTo>
                      <a:pt x="413" y="8426"/>
                      <a:pt x="449" y="8420"/>
                      <a:pt x="482" y="8409"/>
                    </a:cubicBezTo>
                    <a:lnTo>
                      <a:pt x="24385" y="657"/>
                    </a:lnTo>
                    <a:cubicBezTo>
                      <a:pt x="24551" y="601"/>
                      <a:pt x="24651" y="427"/>
                      <a:pt x="24606" y="255"/>
                    </a:cubicBezTo>
                    <a:cubicBezTo>
                      <a:pt x="24569" y="103"/>
                      <a:pt x="24435" y="1"/>
                      <a:pt x="242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69"/>
              <p:cNvSpPr/>
              <p:nvPr/>
            </p:nvSpPr>
            <p:spPr>
              <a:xfrm>
                <a:off x="2510825" y="3724575"/>
                <a:ext cx="401925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16077" h="3146" extrusionOk="0">
                    <a:moveTo>
                      <a:pt x="9783" y="950"/>
                    </a:moveTo>
                    <a:lnTo>
                      <a:pt x="676" y="2415"/>
                    </a:lnTo>
                    <a:lnTo>
                      <a:pt x="676" y="1376"/>
                    </a:lnTo>
                    <a:lnTo>
                      <a:pt x="9783" y="950"/>
                    </a:lnTo>
                    <a:close/>
                    <a:moveTo>
                      <a:pt x="15719" y="0"/>
                    </a:moveTo>
                    <a:cubicBezTo>
                      <a:pt x="15715" y="0"/>
                      <a:pt x="15712" y="0"/>
                      <a:pt x="15708" y="0"/>
                    </a:cubicBezTo>
                    <a:lnTo>
                      <a:pt x="325" y="720"/>
                    </a:lnTo>
                    <a:cubicBezTo>
                      <a:pt x="142" y="726"/>
                      <a:pt x="1" y="875"/>
                      <a:pt x="1" y="1055"/>
                    </a:cubicBezTo>
                    <a:lnTo>
                      <a:pt x="1" y="2811"/>
                    </a:lnTo>
                    <a:cubicBezTo>
                      <a:pt x="1" y="2907"/>
                      <a:pt x="42" y="3002"/>
                      <a:pt x="120" y="3065"/>
                    </a:cubicBezTo>
                    <a:cubicBezTo>
                      <a:pt x="181" y="3118"/>
                      <a:pt x="258" y="3146"/>
                      <a:pt x="338" y="3146"/>
                    </a:cubicBezTo>
                    <a:lnTo>
                      <a:pt x="394" y="3143"/>
                    </a:lnTo>
                    <a:lnTo>
                      <a:pt x="15777" y="667"/>
                    </a:lnTo>
                    <a:cubicBezTo>
                      <a:pt x="15954" y="640"/>
                      <a:pt x="16076" y="476"/>
                      <a:pt x="16057" y="299"/>
                    </a:cubicBezTo>
                    <a:cubicBezTo>
                      <a:pt x="16035" y="128"/>
                      <a:pt x="15891" y="0"/>
                      <a:pt x="157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69"/>
              <p:cNvSpPr/>
              <p:nvPr/>
            </p:nvSpPr>
            <p:spPr>
              <a:xfrm>
                <a:off x="2482025" y="3724450"/>
                <a:ext cx="431400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11034" extrusionOk="0">
                    <a:moveTo>
                      <a:pt x="14387" y="1500"/>
                    </a:moveTo>
                    <a:lnTo>
                      <a:pt x="676" y="10089"/>
                    </a:lnTo>
                    <a:lnTo>
                      <a:pt x="676" y="5947"/>
                    </a:lnTo>
                    <a:lnTo>
                      <a:pt x="14387" y="1500"/>
                    </a:lnTo>
                    <a:close/>
                    <a:moveTo>
                      <a:pt x="16882" y="1"/>
                    </a:moveTo>
                    <a:cubicBezTo>
                      <a:pt x="16846" y="1"/>
                      <a:pt x="16810" y="7"/>
                      <a:pt x="16774" y="19"/>
                    </a:cubicBezTo>
                    <a:lnTo>
                      <a:pt x="236" y="5382"/>
                    </a:lnTo>
                    <a:cubicBezTo>
                      <a:pt x="98" y="5426"/>
                      <a:pt x="4" y="5554"/>
                      <a:pt x="1" y="5701"/>
                    </a:cubicBezTo>
                    <a:lnTo>
                      <a:pt x="1" y="10695"/>
                    </a:lnTo>
                    <a:cubicBezTo>
                      <a:pt x="1" y="10817"/>
                      <a:pt x="70" y="10931"/>
                      <a:pt x="178" y="10989"/>
                    </a:cubicBezTo>
                    <a:cubicBezTo>
                      <a:pt x="222" y="11017"/>
                      <a:pt x="275" y="11034"/>
                      <a:pt x="329" y="11034"/>
                    </a:cubicBezTo>
                    <a:cubicBezTo>
                      <a:pt x="333" y="11034"/>
                      <a:pt x="337" y="11033"/>
                      <a:pt x="341" y="11033"/>
                    </a:cubicBezTo>
                    <a:cubicBezTo>
                      <a:pt x="402" y="11033"/>
                      <a:pt x="463" y="11017"/>
                      <a:pt x="516" y="10983"/>
                    </a:cubicBezTo>
                    <a:lnTo>
                      <a:pt x="17054" y="623"/>
                    </a:lnTo>
                    <a:cubicBezTo>
                      <a:pt x="17200" y="534"/>
                      <a:pt x="17256" y="351"/>
                      <a:pt x="17184" y="196"/>
                    </a:cubicBezTo>
                    <a:cubicBezTo>
                      <a:pt x="17128" y="73"/>
                      <a:pt x="17008" y="1"/>
                      <a:pt x="16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27" name="Google Shape;4527;p69"/>
            <p:cNvSpPr/>
            <p:nvPr/>
          </p:nvSpPr>
          <p:spPr>
            <a:xfrm>
              <a:off x="2958275" y="539500"/>
              <a:ext cx="562425" cy="897575"/>
            </a:xfrm>
            <a:custGeom>
              <a:avLst/>
              <a:gdLst/>
              <a:ahLst/>
              <a:cxnLst/>
              <a:rect l="l" t="t" r="r" b="b"/>
              <a:pathLst>
                <a:path w="22497" h="35903" extrusionOk="0">
                  <a:moveTo>
                    <a:pt x="20015" y="1"/>
                  </a:moveTo>
                  <a:cubicBezTo>
                    <a:pt x="19867" y="1"/>
                    <a:pt x="19729" y="176"/>
                    <a:pt x="19849" y="335"/>
                  </a:cubicBezTo>
                  <a:cubicBezTo>
                    <a:pt x="20176" y="761"/>
                    <a:pt x="20470" y="1210"/>
                    <a:pt x="20733" y="1680"/>
                  </a:cubicBezTo>
                  <a:cubicBezTo>
                    <a:pt x="20766" y="1747"/>
                    <a:pt x="20832" y="1788"/>
                    <a:pt x="20907" y="1788"/>
                  </a:cubicBezTo>
                  <a:cubicBezTo>
                    <a:pt x="20943" y="1788"/>
                    <a:pt x="20976" y="1777"/>
                    <a:pt x="21010" y="1761"/>
                  </a:cubicBezTo>
                  <a:cubicBezTo>
                    <a:pt x="21109" y="1705"/>
                    <a:pt x="21145" y="1581"/>
                    <a:pt x="21087" y="1484"/>
                  </a:cubicBezTo>
                  <a:cubicBezTo>
                    <a:pt x="20818" y="994"/>
                    <a:pt x="20514" y="526"/>
                    <a:pt x="20173" y="86"/>
                  </a:cubicBezTo>
                  <a:cubicBezTo>
                    <a:pt x="20128" y="26"/>
                    <a:pt x="20071" y="1"/>
                    <a:pt x="20015" y="1"/>
                  </a:cubicBezTo>
                  <a:close/>
                  <a:moveTo>
                    <a:pt x="22064" y="4439"/>
                  </a:moveTo>
                  <a:cubicBezTo>
                    <a:pt x="22050" y="4439"/>
                    <a:pt x="22035" y="4440"/>
                    <a:pt x="22020" y="4444"/>
                  </a:cubicBezTo>
                  <a:cubicBezTo>
                    <a:pt x="21909" y="4469"/>
                    <a:pt x="21837" y="4577"/>
                    <a:pt x="21860" y="4687"/>
                  </a:cubicBezTo>
                  <a:cubicBezTo>
                    <a:pt x="21973" y="5213"/>
                    <a:pt x="22048" y="5745"/>
                    <a:pt x="22081" y="6279"/>
                  </a:cubicBezTo>
                  <a:cubicBezTo>
                    <a:pt x="22087" y="6390"/>
                    <a:pt x="22175" y="6473"/>
                    <a:pt x="22286" y="6473"/>
                  </a:cubicBezTo>
                  <a:lnTo>
                    <a:pt x="22300" y="6473"/>
                  </a:lnTo>
                  <a:cubicBezTo>
                    <a:pt x="22413" y="6468"/>
                    <a:pt x="22496" y="6368"/>
                    <a:pt x="22491" y="6257"/>
                  </a:cubicBezTo>
                  <a:cubicBezTo>
                    <a:pt x="22455" y="5701"/>
                    <a:pt x="22380" y="5147"/>
                    <a:pt x="22261" y="4601"/>
                  </a:cubicBezTo>
                  <a:cubicBezTo>
                    <a:pt x="22242" y="4506"/>
                    <a:pt x="22158" y="4439"/>
                    <a:pt x="22064" y="4439"/>
                  </a:cubicBezTo>
                  <a:close/>
                  <a:moveTo>
                    <a:pt x="21969" y="9334"/>
                  </a:moveTo>
                  <a:cubicBezTo>
                    <a:pt x="21889" y="9334"/>
                    <a:pt x="21810" y="9377"/>
                    <a:pt x="21776" y="9475"/>
                  </a:cubicBezTo>
                  <a:cubicBezTo>
                    <a:pt x="21646" y="9998"/>
                    <a:pt x="21477" y="10507"/>
                    <a:pt x="21273" y="11006"/>
                  </a:cubicBezTo>
                  <a:cubicBezTo>
                    <a:pt x="21228" y="11108"/>
                    <a:pt x="21278" y="11227"/>
                    <a:pt x="21383" y="11271"/>
                  </a:cubicBezTo>
                  <a:cubicBezTo>
                    <a:pt x="21408" y="11283"/>
                    <a:pt x="21433" y="11288"/>
                    <a:pt x="21461" y="11288"/>
                  </a:cubicBezTo>
                  <a:cubicBezTo>
                    <a:pt x="21544" y="11285"/>
                    <a:pt x="21619" y="11235"/>
                    <a:pt x="21652" y="11161"/>
                  </a:cubicBezTo>
                  <a:cubicBezTo>
                    <a:pt x="21862" y="10643"/>
                    <a:pt x="22039" y="10114"/>
                    <a:pt x="22178" y="9574"/>
                  </a:cubicBezTo>
                  <a:cubicBezTo>
                    <a:pt x="22203" y="9426"/>
                    <a:pt x="22086" y="9334"/>
                    <a:pt x="21969" y="9334"/>
                  </a:cubicBezTo>
                  <a:close/>
                  <a:moveTo>
                    <a:pt x="19769" y="13698"/>
                  </a:moveTo>
                  <a:cubicBezTo>
                    <a:pt x="19720" y="13698"/>
                    <a:pt x="19669" y="13717"/>
                    <a:pt x="19625" y="13761"/>
                  </a:cubicBezTo>
                  <a:cubicBezTo>
                    <a:pt x="19285" y="14176"/>
                    <a:pt x="18914" y="14564"/>
                    <a:pt x="18512" y="14921"/>
                  </a:cubicBezTo>
                  <a:cubicBezTo>
                    <a:pt x="18376" y="15051"/>
                    <a:pt x="18465" y="15281"/>
                    <a:pt x="18651" y="15283"/>
                  </a:cubicBezTo>
                  <a:cubicBezTo>
                    <a:pt x="18700" y="15283"/>
                    <a:pt x="18750" y="15264"/>
                    <a:pt x="18786" y="15231"/>
                  </a:cubicBezTo>
                  <a:cubicBezTo>
                    <a:pt x="19201" y="14857"/>
                    <a:pt x="19589" y="14453"/>
                    <a:pt x="19944" y="14021"/>
                  </a:cubicBezTo>
                  <a:cubicBezTo>
                    <a:pt x="20045" y="13865"/>
                    <a:pt x="19915" y="13698"/>
                    <a:pt x="19769" y="13698"/>
                  </a:cubicBezTo>
                  <a:close/>
                  <a:moveTo>
                    <a:pt x="15938" y="16706"/>
                  </a:moveTo>
                  <a:cubicBezTo>
                    <a:pt x="15907" y="16706"/>
                    <a:pt x="15875" y="16713"/>
                    <a:pt x="15846" y="16729"/>
                  </a:cubicBezTo>
                  <a:cubicBezTo>
                    <a:pt x="15389" y="16967"/>
                    <a:pt x="14907" y="17194"/>
                    <a:pt x="14370" y="17418"/>
                  </a:cubicBezTo>
                  <a:cubicBezTo>
                    <a:pt x="14265" y="17460"/>
                    <a:pt x="14215" y="17579"/>
                    <a:pt x="14259" y="17684"/>
                  </a:cubicBezTo>
                  <a:cubicBezTo>
                    <a:pt x="14292" y="17761"/>
                    <a:pt x="14367" y="17811"/>
                    <a:pt x="14450" y="17811"/>
                  </a:cubicBezTo>
                  <a:cubicBezTo>
                    <a:pt x="14478" y="17811"/>
                    <a:pt x="14503" y="17806"/>
                    <a:pt x="14531" y="17795"/>
                  </a:cubicBezTo>
                  <a:cubicBezTo>
                    <a:pt x="15076" y="17568"/>
                    <a:pt x="15569" y="17338"/>
                    <a:pt x="16031" y="17097"/>
                  </a:cubicBezTo>
                  <a:cubicBezTo>
                    <a:pt x="16134" y="17044"/>
                    <a:pt x="16172" y="16920"/>
                    <a:pt x="16120" y="16820"/>
                  </a:cubicBezTo>
                  <a:cubicBezTo>
                    <a:pt x="16085" y="16748"/>
                    <a:pt x="16012" y="16706"/>
                    <a:pt x="15938" y="16706"/>
                  </a:cubicBezTo>
                  <a:close/>
                  <a:moveTo>
                    <a:pt x="11369" y="18532"/>
                  </a:moveTo>
                  <a:cubicBezTo>
                    <a:pt x="11348" y="18532"/>
                    <a:pt x="11326" y="18535"/>
                    <a:pt x="11305" y="18542"/>
                  </a:cubicBezTo>
                  <a:lnTo>
                    <a:pt x="10782" y="18714"/>
                  </a:lnTo>
                  <a:lnTo>
                    <a:pt x="9743" y="19060"/>
                  </a:lnTo>
                  <a:cubicBezTo>
                    <a:pt x="9533" y="19143"/>
                    <a:pt x="9583" y="19453"/>
                    <a:pt x="9807" y="19462"/>
                  </a:cubicBezTo>
                  <a:cubicBezTo>
                    <a:pt x="9832" y="19462"/>
                    <a:pt x="9854" y="19459"/>
                    <a:pt x="9879" y="19453"/>
                  </a:cubicBezTo>
                  <a:lnTo>
                    <a:pt x="10912" y="19102"/>
                  </a:lnTo>
                  <a:lnTo>
                    <a:pt x="11432" y="18930"/>
                  </a:lnTo>
                  <a:cubicBezTo>
                    <a:pt x="11538" y="18894"/>
                    <a:pt x="11598" y="18778"/>
                    <a:pt x="11562" y="18670"/>
                  </a:cubicBezTo>
                  <a:cubicBezTo>
                    <a:pt x="11534" y="18586"/>
                    <a:pt x="11454" y="18532"/>
                    <a:pt x="11369" y="18532"/>
                  </a:cubicBezTo>
                  <a:close/>
                  <a:moveTo>
                    <a:pt x="6751" y="20236"/>
                  </a:moveTo>
                  <a:cubicBezTo>
                    <a:pt x="6722" y="20236"/>
                    <a:pt x="6691" y="20242"/>
                    <a:pt x="6662" y="20256"/>
                  </a:cubicBezTo>
                  <a:cubicBezTo>
                    <a:pt x="6141" y="20494"/>
                    <a:pt x="5646" y="20752"/>
                    <a:pt x="5186" y="21009"/>
                  </a:cubicBezTo>
                  <a:cubicBezTo>
                    <a:pt x="5086" y="21067"/>
                    <a:pt x="5053" y="21192"/>
                    <a:pt x="5108" y="21289"/>
                  </a:cubicBezTo>
                  <a:cubicBezTo>
                    <a:pt x="5143" y="21353"/>
                    <a:pt x="5209" y="21394"/>
                    <a:pt x="5281" y="21394"/>
                  </a:cubicBezTo>
                  <a:cubicBezTo>
                    <a:pt x="5284" y="21394"/>
                    <a:pt x="5286" y="21394"/>
                    <a:pt x="5288" y="21394"/>
                  </a:cubicBezTo>
                  <a:cubicBezTo>
                    <a:pt x="5324" y="21394"/>
                    <a:pt x="5358" y="21386"/>
                    <a:pt x="5388" y="21369"/>
                  </a:cubicBezTo>
                  <a:cubicBezTo>
                    <a:pt x="5837" y="21114"/>
                    <a:pt x="6324" y="20865"/>
                    <a:pt x="6836" y="20630"/>
                  </a:cubicBezTo>
                  <a:cubicBezTo>
                    <a:pt x="6936" y="20580"/>
                    <a:pt x="6980" y="20458"/>
                    <a:pt x="6936" y="20356"/>
                  </a:cubicBezTo>
                  <a:cubicBezTo>
                    <a:pt x="6902" y="20280"/>
                    <a:pt x="6829" y="20236"/>
                    <a:pt x="6751" y="20236"/>
                  </a:cubicBezTo>
                  <a:close/>
                  <a:moveTo>
                    <a:pt x="2649" y="22927"/>
                  </a:moveTo>
                  <a:cubicBezTo>
                    <a:pt x="2598" y="22927"/>
                    <a:pt x="2547" y="22945"/>
                    <a:pt x="2506" y="22983"/>
                  </a:cubicBezTo>
                  <a:cubicBezTo>
                    <a:pt x="2104" y="23374"/>
                    <a:pt x="1736" y="23797"/>
                    <a:pt x="1409" y="24254"/>
                  </a:cubicBezTo>
                  <a:cubicBezTo>
                    <a:pt x="1343" y="24346"/>
                    <a:pt x="1365" y="24470"/>
                    <a:pt x="1456" y="24537"/>
                  </a:cubicBezTo>
                  <a:cubicBezTo>
                    <a:pt x="1492" y="24562"/>
                    <a:pt x="1534" y="24575"/>
                    <a:pt x="1578" y="24575"/>
                  </a:cubicBezTo>
                  <a:cubicBezTo>
                    <a:pt x="1645" y="24575"/>
                    <a:pt x="1706" y="24545"/>
                    <a:pt x="1744" y="24492"/>
                  </a:cubicBezTo>
                  <a:cubicBezTo>
                    <a:pt x="2057" y="24058"/>
                    <a:pt x="2406" y="23651"/>
                    <a:pt x="2788" y="23277"/>
                  </a:cubicBezTo>
                  <a:cubicBezTo>
                    <a:pt x="2871" y="23199"/>
                    <a:pt x="2874" y="23069"/>
                    <a:pt x="2796" y="22986"/>
                  </a:cubicBezTo>
                  <a:cubicBezTo>
                    <a:pt x="2756" y="22947"/>
                    <a:pt x="2703" y="22927"/>
                    <a:pt x="2649" y="22927"/>
                  </a:cubicBezTo>
                  <a:close/>
                  <a:moveTo>
                    <a:pt x="304" y="27162"/>
                  </a:moveTo>
                  <a:cubicBezTo>
                    <a:pt x="205" y="27162"/>
                    <a:pt x="117" y="27233"/>
                    <a:pt x="100" y="27333"/>
                  </a:cubicBezTo>
                  <a:cubicBezTo>
                    <a:pt x="33" y="27735"/>
                    <a:pt x="0" y="28139"/>
                    <a:pt x="0" y="28546"/>
                  </a:cubicBezTo>
                  <a:cubicBezTo>
                    <a:pt x="0" y="28701"/>
                    <a:pt x="3" y="28859"/>
                    <a:pt x="14" y="29017"/>
                  </a:cubicBezTo>
                  <a:cubicBezTo>
                    <a:pt x="22" y="29122"/>
                    <a:pt x="111" y="29208"/>
                    <a:pt x="219" y="29210"/>
                  </a:cubicBezTo>
                  <a:lnTo>
                    <a:pt x="233" y="29205"/>
                  </a:lnTo>
                  <a:cubicBezTo>
                    <a:pt x="346" y="29199"/>
                    <a:pt x="432" y="29105"/>
                    <a:pt x="426" y="28992"/>
                  </a:cubicBezTo>
                  <a:cubicBezTo>
                    <a:pt x="415" y="28842"/>
                    <a:pt x="410" y="28693"/>
                    <a:pt x="413" y="28546"/>
                  </a:cubicBezTo>
                  <a:cubicBezTo>
                    <a:pt x="413" y="28161"/>
                    <a:pt x="443" y="27779"/>
                    <a:pt x="507" y="27400"/>
                  </a:cubicBezTo>
                  <a:cubicBezTo>
                    <a:pt x="526" y="27286"/>
                    <a:pt x="449" y="27178"/>
                    <a:pt x="335" y="27164"/>
                  </a:cubicBezTo>
                  <a:cubicBezTo>
                    <a:pt x="325" y="27163"/>
                    <a:pt x="314" y="27162"/>
                    <a:pt x="304" y="27162"/>
                  </a:cubicBezTo>
                  <a:close/>
                  <a:moveTo>
                    <a:pt x="1122" y="31929"/>
                  </a:moveTo>
                  <a:cubicBezTo>
                    <a:pt x="1089" y="31929"/>
                    <a:pt x="1055" y="31937"/>
                    <a:pt x="1024" y="31954"/>
                  </a:cubicBezTo>
                  <a:cubicBezTo>
                    <a:pt x="925" y="32007"/>
                    <a:pt x="889" y="32131"/>
                    <a:pt x="941" y="32231"/>
                  </a:cubicBezTo>
                  <a:cubicBezTo>
                    <a:pt x="1210" y="32727"/>
                    <a:pt x="1537" y="33189"/>
                    <a:pt x="1910" y="33613"/>
                  </a:cubicBezTo>
                  <a:cubicBezTo>
                    <a:pt x="1949" y="33654"/>
                    <a:pt x="2005" y="33679"/>
                    <a:pt x="2063" y="33682"/>
                  </a:cubicBezTo>
                  <a:cubicBezTo>
                    <a:pt x="2113" y="33682"/>
                    <a:pt x="2162" y="33660"/>
                    <a:pt x="2198" y="33627"/>
                  </a:cubicBezTo>
                  <a:cubicBezTo>
                    <a:pt x="2284" y="33552"/>
                    <a:pt x="2290" y="33422"/>
                    <a:pt x="2215" y="33339"/>
                  </a:cubicBezTo>
                  <a:cubicBezTo>
                    <a:pt x="1861" y="32940"/>
                    <a:pt x="1556" y="32505"/>
                    <a:pt x="1301" y="32037"/>
                  </a:cubicBezTo>
                  <a:cubicBezTo>
                    <a:pt x="1265" y="31969"/>
                    <a:pt x="1195" y="31929"/>
                    <a:pt x="1122" y="31929"/>
                  </a:cubicBezTo>
                  <a:close/>
                  <a:moveTo>
                    <a:pt x="11080" y="34552"/>
                  </a:moveTo>
                  <a:cubicBezTo>
                    <a:pt x="11045" y="34552"/>
                    <a:pt x="11009" y="34562"/>
                    <a:pt x="10975" y="34582"/>
                  </a:cubicBezTo>
                  <a:cubicBezTo>
                    <a:pt x="10521" y="34856"/>
                    <a:pt x="10034" y="35077"/>
                    <a:pt x="9527" y="35238"/>
                  </a:cubicBezTo>
                  <a:cubicBezTo>
                    <a:pt x="9419" y="35269"/>
                    <a:pt x="9358" y="35385"/>
                    <a:pt x="9392" y="35496"/>
                  </a:cubicBezTo>
                  <a:cubicBezTo>
                    <a:pt x="9419" y="35579"/>
                    <a:pt x="9500" y="35637"/>
                    <a:pt x="9588" y="35637"/>
                  </a:cubicBezTo>
                  <a:cubicBezTo>
                    <a:pt x="9608" y="35637"/>
                    <a:pt x="9630" y="35634"/>
                    <a:pt x="9649" y="35628"/>
                  </a:cubicBezTo>
                  <a:cubicBezTo>
                    <a:pt x="10189" y="35460"/>
                    <a:pt x="10704" y="35224"/>
                    <a:pt x="11186" y="34931"/>
                  </a:cubicBezTo>
                  <a:cubicBezTo>
                    <a:pt x="11280" y="34870"/>
                    <a:pt x="11310" y="34748"/>
                    <a:pt x="11252" y="34651"/>
                  </a:cubicBezTo>
                  <a:cubicBezTo>
                    <a:pt x="11214" y="34587"/>
                    <a:pt x="11148" y="34552"/>
                    <a:pt x="11080" y="34552"/>
                  </a:cubicBezTo>
                  <a:close/>
                  <a:moveTo>
                    <a:pt x="4752" y="35094"/>
                  </a:moveTo>
                  <a:cubicBezTo>
                    <a:pt x="4669" y="35094"/>
                    <a:pt x="4593" y="35146"/>
                    <a:pt x="4563" y="35227"/>
                  </a:cubicBezTo>
                  <a:cubicBezTo>
                    <a:pt x="4521" y="35335"/>
                    <a:pt x="4577" y="35451"/>
                    <a:pt x="4682" y="35490"/>
                  </a:cubicBezTo>
                  <a:cubicBezTo>
                    <a:pt x="5211" y="35687"/>
                    <a:pt x="5756" y="35825"/>
                    <a:pt x="6313" y="35903"/>
                  </a:cubicBezTo>
                  <a:lnTo>
                    <a:pt x="6343" y="35903"/>
                  </a:lnTo>
                  <a:cubicBezTo>
                    <a:pt x="6446" y="35903"/>
                    <a:pt x="6532" y="35828"/>
                    <a:pt x="6545" y="35725"/>
                  </a:cubicBezTo>
                  <a:cubicBezTo>
                    <a:pt x="6562" y="35615"/>
                    <a:pt x="6484" y="35509"/>
                    <a:pt x="6371" y="35496"/>
                  </a:cubicBezTo>
                  <a:cubicBezTo>
                    <a:pt x="5842" y="35421"/>
                    <a:pt x="5324" y="35291"/>
                    <a:pt x="4826" y="35108"/>
                  </a:cubicBezTo>
                  <a:cubicBezTo>
                    <a:pt x="4802" y="35099"/>
                    <a:pt x="4777" y="35094"/>
                    <a:pt x="4752" y="350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253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textbox 32"/>
          <p:cNvSpPr/>
          <p:nvPr/>
        </p:nvSpPr>
        <p:spPr>
          <a:xfrm>
            <a:off x="882015" y="526415"/>
            <a:ext cx="4730115" cy="646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lang="en-US" sz="3800" b="1" kern="0" spc="6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r>
              <a:rPr sz="3800" b="1" kern="0" spc="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sz="3800" b="1" kern="0" spc="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认识</a:t>
            </a:r>
            <a:r>
              <a:rPr sz="3800" b="1" kern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Matlab</a:t>
            </a:r>
            <a:r>
              <a:rPr sz="3800" b="1" kern="0" spc="6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lang="zh-CN" sz="3800" b="1" kern="0" spc="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界面</a:t>
            </a:r>
            <a:endParaRPr sz="3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9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1365" algn="l" rtl="0" eaLnBrk="0">
              <a:lnSpc>
                <a:spcPct val="95000"/>
              </a:lnSpc>
              <a:spcBef>
                <a:spcPts val="725"/>
              </a:spcBef>
            </a:pP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4038600" y="5868035"/>
            <a:ext cx="4112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编辑器面板</a:t>
            </a:r>
            <a:endParaRPr lang="zh-CN" altLang="en-US" sz="2400" b="1" spc="2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7" name="图片 6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8" name="图片 7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grpSp>
        <p:nvGrpSpPr>
          <p:cNvPr id="579" name="组合 578"/>
          <p:cNvGrpSpPr/>
          <p:nvPr/>
        </p:nvGrpSpPr>
        <p:grpSpPr>
          <a:xfrm>
            <a:off x="-244475" y="1487805"/>
            <a:ext cx="3279140" cy="4554220"/>
            <a:chOff x="14035" y="1820"/>
            <a:chExt cx="5164" cy="7172"/>
          </a:xfrm>
        </p:grpSpPr>
        <p:grpSp>
          <p:nvGrpSpPr>
            <p:cNvPr id="2208" name="Google Shape;2208;p36"/>
            <p:cNvGrpSpPr/>
            <p:nvPr/>
          </p:nvGrpSpPr>
          <p:grpSpPr>
            <a:xfrm>
              <a:off x="15401" y="4153"/>
              <a:ext cx="1385" cy="1035"/>
              <a:chOff x="4030925" y="2186525"/>
              <a:chExt cx="944700" cy="706325"/>
            </a:xfrm>
          </p:grpSpPr>
          <p:sp>
            <p:nvSpPr>
              <p:cNvPr id="2209" name="Google Shape;2209;p36"/>
              <p:cNvSpPr/>
              <p:nvPr/>
            </p:nvSpPr>
            <p:spPr>
              <a:xfrm>
                <a:off x="4030925" y="2186525"/>
                <a:ext cx="944700" cy="281675"/>
              </a:xfrm>
              <a:custGeom>
                <a:avLst/>
                <a:gdLst/>
                <a:ahLst/>
                <a:cxnLst/>
                <a:rect l="l" t="t" r="r" b="b"/>
                <a:pathLst>
                  <a:path w="37788" h="11267" extrusionOk="0">
                    <a:moveTo>
                      <a:pt x="33327" y="1430"/>
                    </a:moveTo>
                    <a:lnTo>
                      <a:pt x="9699" y="10348"/>
                    </a:lnTo>
                    <a:lnTo>
                      <a:pt x="1770" y="6049"/>
                    </a:lnTo>
                    <a:lnTo>
                      <a:pt x="33327" y="1430"/>
                    </a:lnTo>
                    <a:close/>
                    <a:moveTo>
                      <a:pt x="37185" y="0"/>
                    </a:moveTo>
                    <a:cubicBezTo>
                      <a:pt x="37164" y="0"/>
                      <a:pt x="37142" y="1"/>
                      <a:pt x="37120" y="5"/>
                    </a:cubicBezTo>
                    <a:lnTo>
                      <a:pt x="391" y="5383"/>
                    </a:lnTo>
                    <a:cubicBezTo>
                      <a:pt x="207" y="5406"/>
                      <a:pt x="69" y="5544"/>
                      <a:pt x="23" y="5728"/>
                    </a:cubicBezTo>
                    <a:cubicBezTo>
                      <a:pt x="0" y="5912"/>
                      <a:pt x="92" y="6095"/>
                      <a:pt x="253" y="6187"/>
                    </a:cubicBezTo>
                    <a:lnTo>
                      <a:pt x="9447" y="11221"/>
                    </a:lnTo>
                    <a:lnTo>
                      <a:pt x="9653" y="11267"/>
                    </a:lnTo>
                    <a:lnTo>
                      <a:pt x="9814" y="11244"/>
                    </a:lnTo>
                    <a:lnTo>
                      <a:pt x="37327" y="855"/>
                    </a:lnTo>
                    <a:cubicBezTo>
                      <a:pt x="37788" y="679"/>
                      <a:pt x="37641" y="0"/>
                      <a:pt x="371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0" name="Google Shape;2210;p36"/>
              <p:cNvSpPr/>
              <p:nvPr/>
            </p:nvSpPr>
            <p:spPr>
              <a:xfrm>
                <a:off x="4423950" y="2187475"/>
                <a:ext cx="547625" cy="512875"/>
              </a:xfrm>
              <a:custGeom>
                <a:avLst/>
                <a:gdLst/>
                <a:ahLst/>
                <a:cxnLst/>
                <a:rect l="l" t="t" r="r" b="b"/>
                <a:pathLst>
                  <a:path w="21905" h="20515" extrusionOk="0">
                    <a:moveTo>
                      <a:pt x="19882" y="2104"/>
                    </a:moveTo>
                    <a:lnTo>
                      <a:pt x="8918" y="19572"/>
                    </a:lnTo>
                    <a:lnTo>
                      <a:pt x="1265" y="15918"/>
                    </a:lnTo>
                    <a:lnTo>
                      <a:pt x="19882" y="2104"/>
                    </a:lnTo>
                    <a:close/>
                    <a:moveTo>
                      <a:pt x="21443" y="0"/>
                    </a:moveTo>
                    <a:cubicBezTo>
                      <a:pt x="21354" y="0"/>
                      <a:pt x="21266" y="29"/>
                      <a:pt x="21192" y="81"/>
                    </a:cubicBezTo>
                    <a:lnTo>
                      <a:pt x="184" y="15688"/>
                    </a:lnTo>
                    <a:cubicBezTo>
                      <a:pt x="69" y="15780"/>
                      <a:pt x="0" y="15941"/>
                      <a:pt x="23" y="16102"/>
                    </a:cubicBezTo>
                    <a:cubicBezTo>
                      <a:pt x="23" y="16240"/>
                      <a:pt x="115" y="16378"/>
                      <a:pt x="253" y="16446"/>
                    </a:cubicBezTo>
                    <a:lnTo>
                      <a:pt x="8918" y="20515"/>
                    </a:lnTo>
                    <a:lnTo>
                      <a:pt x="9102" y="20515"/>
                    </a:lnTo>
                    <a:cubicBezTo>
                      <a:pt x="9240" y="20515"/>
                      <a:pt x="9378" y="20469"/>
                      <a:pt x="9470" y="20354"/>
                    </a:cubicBezTo>
                    <a:lnTo>
                      <a:pt x="21813" y="656"/>
                    </a:lnTo>
                    <a:cubicBezTo>
                      <a:pt x="21905" y="472"/>
                      <a:pt x="21882" y="265"/>
                      <a:pt x="21744" y="127"/>
                    </a:cubicBezTo>
                    <a:cubicBezTo>
                      <a:pt x="21656" y="40"/>
                      <a:pt x="21549" y="0"/>
                      <a:pt x="214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1" name="Google Shape;2211;p36"/>
              <p:cNvSpPr/>
              <p:nvPr/>
            </p:nvSpPr>
            <p:spPr>
              <a:xfrm>
                <a:off x="4261325" y="2186625"/>
                <a:ext cx="710825" cy="706225"/>
              </a:xfrm>
              <a:custGeom>
                <a:avLst/>
                <a:gdLst/>
                <a:ahLst/>
                <a:cxnLst/>
                <a:rect l="l" t="t" r="r" b="b"/>
                <a:pathLst>
                  <a:path w="28433" h="28249" extrusionOk="0">
                    <a:moveTo>
                      <a:pt x="25261" y="1908"/>
                    </a:moveTo>
                    <a:lnTo>
                      <a:pt x="6689" y="15699"/>
                    </a:lnTo>
                    <a:cubicBezTo>
                      <a:pt x="6620" y="15745"/>
                      <a:pt x="6551" y="15837"/>
                      <a:pt x="6528" y="15929"/>
                    </a:cubicBezTo>
                    <a:lnTo>
                      <a:pt x="3196" y="25973"/>
                    </a:lnTo>
                    <a:lnTo>
                      <a:pt x="920" y="11102"/>
                    </a:lnTo>
                    <a:lnTo>
                      <a:pt x="25261" y="1908"/>
                    </a:lnTo>
                    <a:close/>
                    <a:moveTo>
                      <a:pt x="27953" y="1"/>
                    </a:moveTo>
                    <a:cubicBezTo>
                      <a:pt x="27906" y="1"/>
                      <a:pt x="27859" y="8"/>
                      <a:pt x="27812" y="24"/>
                    </a:cubicBezTo>
                    <a:lnTo>
                      <a:pt x="300" y="10436"/>
                    </a:lnTo>
                    <a:cubicBezTo>
                      <a:pt x="116" y="10504"/>
                      <a:pt x="1" y="10711"/>
                      <a:pt x="24" y="10895"/>
                    </a:cubicBezTo>
                    <a:lnTo>
                      <a:pt x="2621" y="27881"/>
                    </a:lnTo>
                    <a:cubicBezTo>
                      <a:pt x="2644" y="28065"/>
                      <a:pt x="2805" y="28226"/>
                      <a:pt x="3012" y="28249"/>
                    </a:cubicBezTo>
                    <a:lnTo>
                      <a:pt x="3058" y="28249"/>
                    </a:lnTo>
                    <a:cubicBezTo>
                      <a:pt x="3242" y="28249"/>
                      <a:pt x="3402" y="28111"/>
                      <a:pt x="3448" y="27927"/>
                    </a:cubicBezTo>
                    <a:lnTo>
                      <a:pt x="7310" y="16297"/>
                    </a:lnTo>
                    <a:lnTo>
                      <a:pt x="28226" y="782"/>
                    </a:lnTo>
                    <a:cubicBezTo>
                      <a:pt x="28387" y="667"/>
                      <a:pt x="28433" y="414"/>
                      <a:pt x="28341" y="230"/>
                    </a:cubicBezTo>
                    <a:cubicBezTo>
                      <a:pt x="28269" y="88"/>
                      <a:pt x="28115" y="1"/>
                      <a:pt x="279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2" name="Google Shape;2212;p36"/>
              <p:cNvSpPr/>
              <p:nvPr/>
            </p:nvSpPr>
            <p:spPr>
              <a:xfrm>
                <a:off x="4325700" y="2577225"/>
                <a:ext cx="236750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9470" h="12625" extrusionOk="0">
                    <a:moveTo>
                      <a:pt x="4620" y="1017"/>
                    </a:moveTo>
                    <a:lnTo>
                      <a:pt x="8343" y="2764"/>
                    </a:lnTo>
                    <a:lnTo>
                      <a:pt x="1540" y="10395"/>
                    </a:lnTo>
                    <a:lnTo>
                      <a:pt x="4620" y="1017"/>
                    </a:lnTo>
                    <a:close/>
                    <a:moveTo>
                      <a:pt x="4379" y="0"/>
                    </a:moveTo>
                    <a:cubicBezTo>
                      <a:pt x="4321" y="0"/>
                      <a:pt x="4264" y="18"/>
                      <a:pt x="4206" y="52"/>
                    </a:cubicBezTo>
                    <a:cubicBezTo>
                      <a:pt x="4091" y="98"/>
                      <a:pt x="3999" y="190"/>
                      <a:pt x="3953" y="305"/>
                    </a:cubicBezTo>
                    <a:lnTo>
                      <a:pt x="69" y="12050"/>
                    </a:lnTo>
                    <a:cubicBezTo>
                      <a:pt x="0" y="12257"/>
                      <a:pt x="92" y="12464"/>
                      <a:pt x="276" y="12579"/>
                    </a:cubicBezTo>
                    <a:lnTo>
                      <a:pt x="483" y="12625"/>
                    </a:lnTo>
                    <a:cubicBezTo>
                      <a:pt x="598" y="12625"/>
                      <a:pt x="713" y="12579"/>
                      <a:pt x="781" y="12487"/>
                    </a:cubicBezTo>
                    <a:lnTo>
                      <a:pt x="9355" y="2925"/>
                    </a:lnTo>
                    <a:cubicBezTo>
                      <a:pt x="9424" y="2810"/>
                      <a:pt x="9470" y="2672"/>
                      <a:pt x="9470" y="2534"/>
                    </a:cubicBezTo>
                    <a:cubicBezTo>
                      <a:pt x="9447" y="2396"/>
                      <a:pt x="9332" y="2304"/>
                      <a:pt x="9217" y="2259"/>
                    </a:cubicBezTo>
                    <a:lnTo>
                      <a:pt x="4551" y="52"/>
                    </a:lnTo>
                    <a:cubicBezTo>
                      <a:pt x="4493" y="18"/>
                      <a:pt x="4436" y="0"/>
                      <a:pt x="4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9" name="Google Shape;4561;p69"/>
            <p:cNvSpPr/>
            <p:nvPr/>
          </p:nvSpPr>
          <p:spPr>
            <a:xfrm>
              <a:off x="14035" y="1820"/>
              <a:ext cx="5165" cy="7172"/>
            </a:xfrm>
            <a:custGeom>
              <a:avLst/>
              <a:gdLst/>
              <a:ahLst/>
              <a:cxnLst/>
              <a:rect l="l" t="t" r="r" b="b"/>
              <a:pathLst>
                <a:path w="92138" h="127940" extrusionOk="0">
                  <a:moveTo>
                    <a:pt x="85073" y="0"/>
                  </a:moveTo>
                  <a:cubicBezTo>
                    <a:pt x="85013" y="0"/>
                    <a:pt x="84958" y="40"/>
                    <a:pt x="84958" y="108"/>
                  </a:cubicBezTo>
                  <a:cubicBezTo>
                    <a:pt x="84899" y="167"/>
                    <a:pt x="84919" y="266"/>
                    <a:pt x="84998" y="326"/>
                  </a:cubicBezTo>
                  <a:cubicBezTo>
                    <a:pt x="85573" y="603"/>
                    <a:pt x="86128" y="940"/>
                    <a:pt x="86644" y="1337"/>
                  </a:cubicBezTo>
                  <a:lnTo>
                    <a:pt x="86743" y="1337"/>
                  </a:lnTo>
                  <a:cubicBezTo>
                    <a:pt x="86783" y="1337"/>
                    <a:pt x="86842" y="1317"/>
                    <a:pt x="86882" y="1297"/>
                  </a:cubicBezTo>
                  <a:cubicBezTo>
                    <a:pt x="86922" y="1218"/>
                    <a:pt x="86902" y="1119"/>
                    <a:pt x="86842" y="1059"/>
                  </a:cubicBezTo>
                  <a:cubicBezTo>
                    <a:pt x="86307" y="663"/>
                    <a:pt x="85732" y="326"/>
                    <a:pt x="85157" y="28"/>
                  </a:cubicBezTo>
                  <a:cubicBezTo>
                    <a:pt x="85131" y="9"/>
                    <a:pt x="85102" y="0"/>
                    <a:pt x="85073" y="0"/>
                  </a:cubicBezTo>
                  <a:close/>
                  <a:moveTo>
                    <a:pt x="88675" y="2762"/>
                  </a:moveTo>
                  <a:cubicBezTo>
                    <a:pt x="88636" y="2762"/>
                    <a:pt x="88595" y="2777"/>
                    <a:pt x="88568" y="2805"/>
                  </a:cubicBezTo>
                  <a:cubicBezTo>
                    <a:pt x="88488" y="2844"/>
                    <a:pt x="88488" y="2963"/>
                    <a:pt x="88548" y="3023"/>
                  </a:cubicBezTo>
                  <a:cubicBezTo>
                    <a:pt x="88984" y="3499"/>
                    <a:pt x="89381" y="4014"/>
                    <a:pt x="89738" y="4570"/>
                  </a:cubicBezTo>
                  <a:cubicBezTo>
                    <a:pt x="89777" y="4609"/>
                    <a:pt x="89817" y="4629"/>
                    <a:pt x="89877" y="4629"/>
                  </a:cubicBezTo>
                  <a:lnTo>
                    <a:pt x="89956" y="4609"/>
                  </a:lnTo>
                  <a:cubicBezTo>
                    <a:pt x="90035" y="4550"/>
                    <a:pt x="90055" y="4451"/>
                    <a:pt x="89996" y="4371"/>
                  </a:cubicBezTo>
                  <a:cubicBezTo>
                    <a:pt x="89658" y="3816"/>
                    <a:pt x="89242" y="3300"/>
                    <a:pt x="88786" y="2824"/>
                  </a:cubicBezTo>
                  <a:cubicBezTo>
                    <a:pt x="88765" y="2782"/>
                    <a:pt x="88721" y="2762"/>
                    <a:pt x="88675" y="2762"/>
                  </a:cubicBezTo>
                  <a:close/>
                  <a:moveTo>
                    <a:pt x="91110" y="6597"/>
                  </a:moveTo>
                  <a:cubicBezTo>
                    <a:pt x="91089" y="6597"/>
                    <a:pt x="91068" y="6602"/>
                    <a:pt x="91047" y="6612"/>
                  </a:cubicBezTo>
                  <a:cubicBezTo>
                    <a:pt x="90967" y="6632"/>
                    <a:pt x="90908" y="6731"/>
                    <a:pt x="90947" y="6810"/>
                  </a:cubicBezTo>
                  <a:cubicBezTo>
                    <a:pt x="91185" y="7425"/>
                    <a:pt x="91384" y="8040"/>
                    <a:pt x="91523" y="8675"/>
                  </a:cubicBezTo>
                  <a:cubicBezTo>
                    <a:pt x="91542" y="8754"/>
                    <a:pt x="91622" y="8794"/>
                    <a:pt x="91701" y="8794"/>
                  </a:cubicBezTo>
                  <a:lnTo>
                    <a:pt x="91721" y="8794"/>
                  </a:lnTo>
                  <a:cubicBezTo>
                    <a:pt x="91800" y="8774"/>
                    <a:pt x="91860" y="8694"/>
                    <a:pt x="91840" y="8595"/>
                  </a:cubicBezTo>
                  <a:cubicBezTo>
                    <a:pt x="91681" y="7941"/>
                    <a:pt x="91483" y="7306"/>
                    <a:pt x="91245" y="6692"/>
                  </a:cubicBezTo>
                  <a:cubicBezTo>
                    <a:pt x="91216" y="6633"/>
                    <a:pt x="91166" y="6597"/>
                    <a:pt x="91110" y="6597"/>
                  </a:cubicBezTo>
                  <a:close/>
                  <a:moveTo>
                    <a:pt x="91959" y="11054"/>
                  </a:moveTo>
                  <a:cubicBezTo>
                    <a:pt x="91879" y="11054"/>
                    <a:pt x="91800" y="11114"/>
                    <a:pt x="91780" y="11213"/>
                  </a:cubicBezTo>
                  <a:cubicBezTo>
                    <a:pt x="91800" y="11848"/>
                    <a:pt x="91741" y="12502"/>
                    <a:pt x="91622" y="13137"/>
                  </a:cubicBezTo>
                  <a:cubicBezTo>
                    <a:pt x="91622" y="13236"/>
                    <a:pt x="91681" y="13315"/>
                    <a:pt x="91760" y="13335"/>
                  </a:cubicBezTo>
                  <a:lnTo>
                    <a:pt x="91800" y="13335"/>
                  </a:lnTo>
                  <a:cubicBezTo>
                    <a:pt x="91879" y="13335"/>
                    <a:pt x="91939" y="13275"/>
                    <a:pt x="91939" y="13196"/>
                  </a:cubicBezTo>
                  <a:cubicBezTo>
                    <a:pt x="92058" y="12542"/>
                    <a:pt x="92117" y="11887"/>
                    <a:pt x="92137" y="11233"/>
                  </a:cubicBezTo>
                  <a:cubicBezTo>
                    <a:pt x="92137" y="11134"/>
                    <a:pt x="92058" y="11054"/>
                    <a:pt x="91959" y="11054"/>
                  </a:cubicBezTo>
                  <a:close/>
                  <a:moveTo>
                    <a:pt x="91092" y="15504"/>
                  </a:moveTo>
                  <a:cubicBezTo>
                    <a:pt x="91027" y="15504"/>
                    <a:pt x="90963" y="15554"/>
                    <a:pt x="90947" y="15616"/>
                  </a:cubicBezTo>
                  <a:cubicBezTo>
                    <a:pt x="90709" y="16211"/>
                    <a:pt x="90432" y="16786"/>
                    <a:pt x="90134" y="17381"/>
                  </a:cubicBezTo>
                  <a:cubicBezTo>
                    <a:pt x="90095" y="17460"/>
                    <a:pt x="90114" y="17539"/>
                    <a:pt x="90174" y="17599"/>
                  </a:cubicBezTo>
                  <a:lnTo>
                    <a:pt x="90253" y="17599"/>
                  </a:lnTo>
                  <a:cubicBezTo>
                    <a:pt x="90313" y="17599"/>
                    <a:pt x="90372" y="17579"/>
                    <a:pt x="90412" y="17519"/>
                  </a:cubicBezTo>
                  <a:cubicBezTo>
                    <a:pt x="90729" y="16944"/>
                    <a:pt x="91007" y="16349"/>
                    <a:pt x="91245" y="15735"/>
                  </a:cubicBezTo>
                  <a:cubicBezTo>
                    <a:pt x="91265" y="15635"/>
                    <a:pt x="91245" y="15536"/>
                    <a:pt x="91146" y="15516"/>
                  </a:cubicBezTo>
                  <a:cubicBezTo>
                    <a:pt x="91128" y="15508"/>
                    <a:pt x="91110" y="15504"/>
                    <a:pt x="91092" y="15504"/>
                  </a:cubicBezTo>
                  <a:close/>
                  <a:moveTo>
                    <a:pt x="88856" y="19462"/>
                  </a:moveTo>
                  <a:cubicBezTo>
                    <a:pt x="88802" y="19462"/>
                    <a:pt x="88752" y="19484"/>
                    <a:pt x="88726" y="19522"/>
                  </a:cubicBezTo>
                  <a:cubicBezTo>
                    <a:pt x="88330" y="20018"/>
                    <a:pt x="87893" y="20514"/>
                    <a:pt x="87457" y="20990"/>
                  </a:cubicBezTo>
                  <a:cubicBezTo>
                    <a:pt x="87378" y="21049"/>
                    <a:pt x="87378" y="21168"/>
                    <a:pt x="87457" y="21208"/>
                  </a:cubicBezTo>
                  <a:lnTo>
                    <a:pt x="87576" y="21267"/>
                  </a:lnTo>
                  <a:lnTo>
                    <a:pt x="87675" y="21208"/>
                  </a:lnTo>
                  <a:cubicBezTo>
                    <a:pt x="88131" y="20752"/>
                    <a:pt x="88568" y="20256"/>
                    <a:pt x="88964" y="19721"/>
                  </a:cubicBezTo>
                  <a:cubicBezTo>
                    <a:pt x="89024" y="19661"/>
                    <a:pt x="89004" y="19542"/>
                    <a:pt x="88944" y="19483"/>
                  </a:cubicBezTo>
                  <a:cubicBezTo>
                    <a:pt x="88916" y="19469"/>
                    <a:pt x="88886" y="19462"/>
                    <a:pt x="88856" y="19462"/>
                  </a:cubicBezTo>
                  <a:close/>
                  <a:moveTo>
                    <a:pt x="85625" y="22735"/>
                  </a:moveTo>
                  <a:cubicBezTo>
                    <a:pt x="85601" y="22735"/>
                    <a:pt x="85577" y="22741"/>
                    <a:pt x="85553" y="22755"/>
                  </a:cubicBezTo>
                  <a:cubicBezTo>
                    <a:pt x="85057" y="23151"/>
                    <a:pt x="84522" y="23548"/>
                    <a:pt x="83987" y="23925"/>
                  </a:cubicBezTo>
                  <a:cubicBezTo>
                    <a:pt x="83907" y="23965"/>
                    <a:pt x="83887" y="24084"/>
                    <a:pt x="83967" y="24143"/>
                  </a:cubicBezTo>
                  <a:cubicBezTo>
                    <a:pt x="83987" y="24183"/>
                    <a:pt x="84026" y="24222"/>
                    <a:pt x="84086" y="24222"/>
                  </a:cubicBezTo>
                  <a:lnTo>
                    <a:pt x="84185" y="24183"/>
                  </a:lnTo>
                  <a:cubicBezTo>
                    <a:pt x="84720" y="23826"/>
                    <a:pt x="85256" y="23429"/>
                    <a:pt x="85771" y="22993"/>
                  </a:cubicBezTo>
                  <a:cubicBezTo>
                    <a:pt x="85837" y="22878"/>
                    <a:pt x="85739" y="22735"/>
                    <a:pt x="85625" y="22735"/>
                  </a:cubicBezTo>
                  <a:close/>
                  <a:moveTo>
                    <a:pt x="81855" y="25254"/>
                  </a:moveTo>
                  <a:cubicBezTo>
                    <a:pt x="81829" y="25254"/>
                    <a:pt x="81805" y="25260"/>
                    <a:pt x="81785" y="25273"/>
                  </a:cubicBezTo>
                  <a:lnTo>
                    <a:pt x="81706" y="25273"/>
                  </a:lnTo>
                  <a:lnTo>
                    <a:pt x="80020" y="26106"/>
                  </a:lnTo>
                  <a:cubicBezTo>
                    <a:pt x="79834" y="26144"/>
                    <a:pt x="79893" y="26407"/>
                    <a:pt x="80064" y="26407"/>
                  </a:cubicBezTo>
                  <a:cubicBezTo>
                    <a:pt x="80075" y="26407"/>
                    <a:pt x="80087" y="26406"/>
                    <a:pt x="80100" y="26404"/>
                  </a:cubicBezTo>
                  <a:lnTo>
                    <a:pt x="80159" y="26424"/>
                  </a:lnTo>
                  <a:lnTo>
                    <a:pt x="81845" y="25611"/>
                  </a:lnTo>
                  <a:lnTo>
                    <a:pt x="81924" y="25551"/>
                  </a:lnTo>
                  <a:cubicBezTo>
                    <a:pt x="82023" y="25531"/>
                    <a:pt x="82043" y="25412"/>
                    <a:pt x="82003" y="25333"/>
                  </a:cubicBezTo>
                  <a:cubicBezTo>
                    <a:pt x="81964" y="25280"/>
                    <a:pt x="81907" y="25254"/>
                    <a:pt x="81855" y="25254"/>
                  </a:cubicBezTo>
                  <a:close/>
                  <a:moveTo>
                    <a:pt x="77650" y="27033"/>
                  </a:moveTo>
                  <a:cubicBezTo>
                    <a:pt x="77634" y="27033"/>
                    <a:pt x="77618" y="27035"/>
                    <a:pt x="77601" y="27038"/>
                  </a:cubicBezTo>
                  <a:cubicBezTo>
                    <a:pt x="77026" y="27257"/>
                    <a:pt x="76391" y="27455"/>
                    <a:pt x="75757" y="27653"/>
                  </a:cubicBezTo>
                  <a:cubicBezTo>
                    <a:pt x="75677" y="27693"/>
                    <a:pt x="75638" y="27772"/>
                    <a:pt x="75657" y="27851"/>
                  </a:cubicBezTo>
                  <a:cubicBezTo>
                    <a:pt x="75657" y="27931"/>
                    <a:pt x="75737" y="27990"/>
                    <a:pt x="75796" y="27990"/>
                  </a:cubicBezTo>
                  <a:lnTo>
                    <a:pt x="75856" y="27970"/>
                  </a:lnTo>
                  <a:lnTo>
                    <a:pt x="77720" y="27376"/>
                  </a:lnTo>
                  <a:cubicBezTo>
                    <a:pt x="77819" y="27316"/>
                    <a:pt x="77859" y="27237"/>
                    <a:pt x="77819" y="27138"/>
                  </a:cubicBezTo>
                  <a:cubicBezTo>
                    <a:pt x="77786" y="27072"/>
                    <a:pt x="77726" y="27033"/>
                    <a:pt x="77650" y="27033"/>
                  </a:cubicBezTo>
                  <a:close/>
                  <a:moveTo>
                    <a:pt x="73289" y="28343"/>
                  </a:moveTo>
                  <a:cubicBezTo>
                    <a:pt x="73279" y="28343"/>
                    <a:pt x="73268" y="28345"/>
                    <a:pt x="73258" y="28347"/>
                  </a:cubicBezTo>
                  <a:lnTo>
                    <a:pt x="71374" y="28823"/>
                  </a:lnTo>
                  <a:cubicBezTo>
                    <a:pt x="71275" y="28843"/>
                    <a:pt x="71215" y="28942"/>
                    <a:pt x="71235" y="29022"/>
                  </a:cubicBezTo>
                  <a:cubicBezTo>
                    <a:pt x="71252" y="29090"/>
                    <a:pt x="71299" y="29144"/>
                    <a:pt x="71363" y="29144"/>
                  </a:cubicBezTo>
                  <a:cubicBezTo>
                    <a:pt x="71373" y="29144"/>
                    <a:pt x="71383" y="29143"/>
                    <a:pt x="71394" y="29141"/>
                  </a:cubicBezTo>
                  <a:lnTo>
                    <a:pt x="71433" y="29141"/>
                  </a:lnTo>
                  <a:lnTo>
                    <a:pt x="73317" y="28684"/>
                  </a:lnTo>
                  <a:cubicBezTo>
                    <a:pt x="73416" y="28665"/>
                    <a:pt x="73456" y="28565"/>
                    <a:pt x="73456" y="28486"/>
                  </a:cubicBezTo>
                  <a:cubicBezTo>
                    <a:pt x="73439" y="28400"/>
                    <a:pt x="73361" y="28343"/>
                    <a:pt x="73289" y="28343"/>
                  </a:cubicBezTo>
                  <a:close/>
                  <a:moveTo>
                    <a:pt x="68816" y="29398"/>
                  </a:moveTo>
                  <a:lnTo>
                    <a:pt x="66912" y="29815"/>
                  </a:lnTo>
                  <a:cubicBezTo>
                    <a:pt x="66813" y="29835"/>
                    <a:pt x="66753" y="29934"/>
                    <a:pt x="66773" y="30013"/>
                  </a:cubicBezTo>
                  <a:cubicBezTo>
                    <a:pt x="66790" y="30082"/>
                    <a:pt x="66837" y="30136"/>
                    <a:pt x="66901" y="30136"/>
                  </a:cubicBezTo>
                  <a:cubicBezTo>
                    <a:pt x="66911" y="30136"/>
                    <a:pt x="66921" y="30135"/>
                    <a:pt x="66932" y="30132"/>
                  </a:cubicBezTo>
                  <a:lnTo>
                    <a:pt x="66971" y="30132"/>
                  </a:lnTo>
                  <a:lnTo>
                    <a:pt x="68895" y="29716"/>
                  </a:lnTo>
                  <a:cubicBezTo>
                    <a:pt x="68974" y="29716"/>
                    <a:pt x="69034" y="29616"/>
                    <a:pt x="69014" y="29517"/>
                  </a:cubicBezTo>
                  <a:cubicBezTo>
                    <a:pt x="68974" y="29438"/>
                    <a:pt x="68895" y="29398"/>
                    <a:pt x="68816" y="29398"/>
                  </a:cubicBezTo>
                  <a:close/>
                  <a:moveTo>
                    <a:pt x="64396" y="30405"/>
                  </a:moveTo>
                  <a:cubicBezTo>
                    <a:pt x="64381" y="30405"/>
                    <a:pt x="64367" y="30406"/>
                    <a:pt x="64354" y="30410"/>
                  </a:cubicBezTo>
                  <a:lnTo>
                    <a:pt x="64135" y="30469"/>
                  </a:lnTo>
                  <a:lnTo>
                    <a:pt x="62470" y="30886"/>
                  </a:lnTo>
                  <a:cubicBezTo>
                    <a:pt x="62370" y="30886"/>
                    <a:pt x="62311" y="30985"/>
                    <a:pt x="62351" y="31084"/>
                  </a:cubicBezTo>
                  <a:cubicBezTo>
                    <a:pt x="62351" y="31163"/>
                    <a:pt x="62410" y="31203"/>
                    <a:pt x="62489" y="31203"/>
                  </a:cubicBezTo>
                  <a:lnTo>
                    <a:pt x="62549" y="31183"/>
                  </a:lnTo>
                  <a:lnTo>
                    <a:pt x="64195" y="30787"/>
                  </a:lnTo>
                  <a:lnTo>
                    <a:pt x="64433" y="30707"/>
                  </a:lnTo>
                  <a:cubicBezTo>
                    <a:pt x="64512" y="30707"/>
                    <a:pt x="64572" y="30608"/>
                    <a:pt x="64552" y="30509"/>
                  </a:cubicBezTo>
                  <a:cubicBezTo>
                    <a:pt x="64535" y="30443"/>
                    <a:pt x="64465" y="30405"/>
                    <a:pt x="64396" y="30405"/>
                  </a:cubicBezTo>
                  <a:close/>
                  <a:moveTo>
                    <a:pt x="59994" y="31567"/>
                  </a:moveTo>
                  <a:cubicBezTo>
                    <a:pt x="59974" y="31567"/>
                    <a:pt x="59952" y="31571"/>
                    <a:pt x="59931" y="31580"/>
                  </a:cubicBezTo>
                  <a:lnTo>
                    <a:pt x="58087" y="32195"/>
                  </a:lnTo>
                  <a:cubicBezTo>
                    <a:pt x="57988" y="32234"/>
                    <a:pt x="57948" y="32333"/>
                    <a:pt x="57988" y="32413"/>
                  </a:cubicBezTo>
                  <a:cubicBezTo>
                    <a:pt x="57988" y="32478"/>
                    <a:pt x="58042" y="32517"/>
                    <a:pt x="58095" y="32517"/>
                  </a:cubicBezTo>
                  <a:cubicBezTo>
                    <a:pt x="58106" y="32517"/>
                    <a:pt x="58116" y="32515"/>
                    <a:pt x="58127" y="32512"/>
                  </a:cubicBezTo>
                  <a:lnTo>
                    <a:pt x="58186" y="32512"/>
                  </a:lnTo>
                  <a:lnTo>
                    <a:pt x="60030" y="31897"/>
                  </a:lnTo>
                  <a:cubicBezTo>
                    <a:pt x="60110" y="31877"/>
                    <a:pt x="60149" y="31778"/>
                    <a:pt x="60129" y="31699"/>
                  </a:cubicBezTo>
                  <a:cubicBezTo>
                    <a:pt x="60129" y="31621"/>
                    <a:pt x="60068" y="31567"/>
                    <a:pt x="59994" y="31567"/>
                  </a:cubicBezTo>
                  <a:close/>
                  <a:moveTo>
                    <a:pt x="55702" y="33154"/>
                  </a:moveTo>
                  <a:cubicBezTo>
                    <a:pt x="55683" y="33154"/>
                    <a:pt x="55665" y="33158"/>
                    <a:pt x="55648" y="33166"/>
                  </a:cubicBezTo>
                  <a:cubicBezTo>
                    <a:pt x="55033" y="33444"/>
                    <a:pt x="54438" y="33741"/>
                    <a:pt x="53863" y="34039"/>
                  </a:cubicBezTo>
                  <a:cubicBezTo>
                    <a:pt x="53783" y="34059"/>
                    <a:pt x="53744" y="34158"/>
                    <a:pt x="53783" y="34237"/>
                  </a:cubicBezTo>
                  <a:cubicBezTo>
                    <a:pt x="53803" y="34297"/>
                    <a:pt x="53863" y="34336"/>
                    <a:pt x="53942" y="34336"/>
                  </a:cubicBezTo>
                  <a:lnTo>
                    <a:pt x="54021" y="34316"/>
                  </a:lnTo>
                  <a:lnTo>
                    <a:pt x="55767" y="33464"/>
                  </a:lnTo>
                  <a:cubicBezTo>
                    <a:pt x="55846" y="33424"/>
                    <a:pt x="55886" y="33345"/>
                    <a:pt x="55846" y="33265"/>
                  </a:cubicBezTo>
                  <a:cubicBezTo>
                    <a:pt x="55830" y="33203"/>
                    <a:pt x="55767" y="33154"/>
                    <a:pt x="55702" y="33154"/>
                  </a:cubicBezTo>
                  <a:close/>
                  <a:moveTo>
                    <a:pt x="51683" y="35303"/>
                  </a:moveTo>
                  <a:cubicBezTo>
                    <a:pt x="51654" y="35303"/>
                    <a:pt x="51626" y="35316"/>
                    <a:pt x="51602" y="35348"/>
                  </a:cubicBezTo>
                  <a:cubicBezTo>
                    <a:pt x="51047" y="35705"/>
                    <a:pt x="50511" y="36081"/>
                    <a:pt x="49996" y="36518"/>
                  </a:cubicBezTo>
                  <a:cubicBezTo>
                    <a:pt x="49916" y="36557"/>
                    <a:pt x="49916" y="36676"/>
                    <a:pt x="49976" y="36736"/>
                  </a:cubicBezTo>
                  <a:lnTo>
                    <a:pt x="50095" y="36795"/>
                  </a:lnTo>
                  <a:lnTo>
                    <a:pt x="50194" y="36756"/>
                  </a:lnTo>
                  <a:cubicBezTo>
                    <a:pt x="50690" y="36359"/>
                    <a:pt x="51245" y="36002"/>
                    <a:pt x="51780" y="35625"/>
                  </a:cubicBezTo>
                  <a:cubicBezTo>
                    <a:pt x="51960" y="35593"/>
                    <a:pt x="51816" y="35303"/>
                    <a:pt x="51683" y="35303"/>
                  </a:cubicBezTo>
                  <a:close/>
                  <a:moveTo>
                    <a:pt x="48182" y="38228"/>
                  </a:moveTo>
                  <a:cubicBezTo>
                    <a:pt x="48145" y="38228"/>
                    <a:pt x="48106" y="38244"/>
                    <a:pt x="48072" y="38283"/>
                  </a:cubicBezTo>
                  <a:lnTo>
                    <a:pt x="47775" y="38580"/>
                  </a:lnTo>
                  <a:cubicBezTo>
                    <a:pt x="47418" y="38937"/>
                    <a:pt x="47100" y="39334"/>
                    <a:pt x="46783" y="39770"/>
                  </a:cubicBezTo>
                  <a:cubicBezTo>
                    <a:pt x="46704" y="39830"/>
                    <a:pt x="46723" y="39929"/>
                    <a:pt x="46803" y="39988"/>
                  </a:cubicBezTo>
                  <a:lnTo>
                    <a:pt x="46902" y="40028"/>
                  </a:lnTo>
                  <a:cubicBezTo>
                    <a:pt x="46942" y="40028"/>
                    <a:pt x="47001" y="40008"/>
                    <a:pt x="47021" y="39968"/>
                  </a:cubicBezTo>
                  <a:cubicBezTo>
                    <a:pt x="47338" y="39572"/>
                    <a:pt x="47675" y="39175"/>
                    <a:pt x="48013" y="38798"/>
                  </a:cubicBezTo>
                  <a:lnTo>
                    <a:pt x="48290" y="38501"/>
                  </a:lnTo>
                  <a:cubicBezTo>
                    <a:pt x="48395" y="38381"/>
                    <a:pt x="48296" y="38228"/>
                    <a:pt x="48182" y="38228"/>
                  </a:cubicBezTo>
                  <a:close/>
                  <a:moveTo>
                    <a:pt x="45430" y="41892"/>
                  </a:moveTo>
                  <a:cubicBezTo>
                    <a:pt x="45373" y="41892"/>
                    <a:pt x="45315" y="41918"/>
                    <a:pt x="45276" y="41971"/>
                  </a:cubicBezTo>
                  <a:cubicBezTo>
                    <a:pt x="44958" y="42546"/>
                    <a:pt x="44661" y="43122"/>
                    <a:pt x="44383" y="43716"/>
                  </a:cubicBezTo>
                  <a:cubicBezTo>
                    <a:pt x="44364" y="43796"/>
                    <a:pt x="44383" y="43895"/>
                    <a:pt x="44463" y="43935"/>
                  </a:cubicBezTo>
                  <a:lnTo>
                    <a:pt x="44542" y="43935"/>
                  </a:lnTo>
                  <a:cubicBezTo>
                    <a:pt x="44602" y="43935"/>
                    <a:pt x="44661" y="43895"/>
                    <a:pt x="44701" y="43855"/>
                  </a:cubicBezTo>
                  <a:cubicBezTo>
                    <a:pt x="44958" y="43260"/>
                    <a:pt x="45256" y="42685"/>
                    <a:pt x="45593" y="42150"/>
                  </a:cubicBezTo>
                  <a:cubicBezTo>
                    <a:pt x="45633" y="42051"/>
                    <a:pt x="45613" y="41952"/>
                    <a:pt x="45514" y="41912"/>
                  </a:cubicBezTo>
                  <a:cubicBezTo>
                    <a:pt x="45487" y="41899"/>
                    <a:pt x="45459" y="41892"/>
                    <a:pt x="45430" y="41892"/>
                  </a:cubicBezTo>
                  <a:close/>
                  <a:moveTo>
                    <a:pt x="43607" y="46032"/>
                  </a:moveTo>
                  <a:cubicBezTo>
                    <a:pt x="43538" y="46032"/>
                    <a:pt x="43464" y="46070"/>
                    <a:pt x="43431" y="46136"/>
                  </a:cubicBezTo>
                  <a:cubicBezTo>
                    <a:pt x="43233" y="46751"/>
                    <a:pt x="43055" y="47365"/>
                    <a:pt x="42876" y="48040"/>
                  </a:cubicBezTo>
                  <a:cubicBezTo>
                    <a:pt x="42876" y="48119"/>
                    <a:pt x="42936" y="48198"/>
                    <a:pt x="43015" y="48238"/>
                  </a:cubicBezTo>
                  <a:lnTo>
                    <a:pt x="43055" y="48238"/>
                  </a:lnTo>
                  <a:cubicBezTo>
                    <a:pt x="43134" y="48238"/>
                    <a:pt x="43194" y="48179"/>
                    <a:pt x="43213" y="48119"/>
                  </a:cubicBezTo>
                  <a:cubicBezTo>
                    <a:pt x="43372" y="47465"/>
                    <a:pt x="43550" y="46850"/>
                    <a:pt x="43749" y="46235"/>
                  </a:cubicBezTo>
                  <a:cubicBezTo>
                    <a:pt x="43769" y="46156"/>
                    <a:pt x="43729" y="46057"/>
                    <a:pt x="43650" y="46037"/>
                  </a:cubicBezTo>
                  <a:cubicBezTo>
                    <a:pt x="43636" y="46033"/>
                    <a:pt x="43622" y="46032"/>
                    <a:pt x="43607" y="46032"/>
                  </a:cubicBezTo>
                  <a:close/>
                  <a:moveTo>
                    <a:pt x="42528" y="50475"/>
                  </a:moveTo>
                  <a:cubicBezTo>
                    <a:pt x="42460" y="50475"/>
                    <a:pt x="42398" y="50529"/>
                    <a:pt x="42380" y="50598"/>
                  </a:cubicBezTo>
                  <a:cubicBezTo>
                    <a:pt x="42281" y="51233"/>
                    <a:pt x="42182" y="51887"/>
                    <a:pt x="42142" y="52561"/>
                  </a:cubicBezTo>
                  <a:cubicBezTo>
                    <a:pt x="42123" y="52641"/>
                    <a:pt x="42202" y="52720"/>
                    <a:pt x="42281" y="52720"/>
                  </a:cubicBezTo>
                  <a:cubicBezTo>
                    <a:pt x="42380" y="52720"/>
                    <a:pt x="42460" y="52680"/>
                    <a:pt x="42460" y="52581"/>
                  </a:cubicBezTo>
                  <a:cubicBezTo>
                    <a:pt x="42539" y="51927"/>
                    <a:pt x="42618" y="51292"/>
                    <a:pt x="42718" y="50638"/>
                  </a:cubicBezTo>
                  <a:cubicBezTo>
                    <a:pt x="42718" y="50558"/>
                    <a:pt x="42638" y="50479"/>
                    <a:pt x="42559" y="50479"/>
                  </a:cubicBezTo>
                  <a:cubicBezTo>
                    <a:pt x="42548" y="50476"/>
                    <a:pt x="42538" y="50475"/>
                    <a:pt x="42528" y="50475"/>
                  </a:cubicBezTo>
                  <a:close/>
                  <a:moveTo>
                    <a:pt x="42142" y="55000"/>
                  </a:moveTo>
                  <a:cubicBezTo>
                    <a:pt x="42063" y="55000"/>
                    <a:pt x="41964" y="55080"/>
                    <a:pt x="41964" y="55159"/>
                  </a:cubicBezTo>
                  <a:lnTo>
                    <a:pt x="41964" y="57142"/>
                  </a:lnTo>
                  <a:cubicBezTo>
                    <a:pt x="41964" y="57222"/>
                    <a:pt x="42023" y="57281"/>
                    <a:pt x="42123" y="57281"/>
                  </a:cubicBezTo>
                  <a:cubicBezTo>
                    <a:pt x="42202" y="57281"/>
                    <a:pt x="42281" y="57202"/>
                    <a:pt x="42281" y="57122"/>
                  </a:cubicBezTo>
                  <a:lnTo>
                    <a:pt x="42281" y="55179"/>
                  </a:lnTo>
                  <a:cubicBezTo>
                    <a:pt x="42301" y="55080"/>
                    <a:pt x="42222" y="55000"/>
                    <a:pt x="42142" y="55000"/>
                  </a:cubicBezTo>
                  <a:close/>
                  <a:moveTo>
                    <a:pt x="42221" y="59619"/>
                  </a:moveTo>
                  <a:cubicBezTo>
                    <a:pt x="42152" y="59619"/>
                    <a:pt x="42084" y="59658"/>
                    <a:pt x="42063" y="59740"/>
                  </a:cubicBezTo>
                  <a:cubicBezTo>
                    <a:pt x="42123" y="60395"/>
                    <a:pt x="42162" y="61029"/>
                    <a:pt x="42242" y="61703"/>
                  </a:cubicBezTo>
                  <a:cubicBezTo>
                    <a:pt x="42242" y="61783"/>
                    <a:pt x="42321" y="61842"/>
                    <a:pt x="42420" y="61842"/>
                  </a:cubicBezTo>
                  <a:cubicBezTo>
                    <a:pt x="42519" y="61822"/>
                    <a:pt x="42579" y="61743"/>
                    <a:pt x="42559" y="61684"/>
                  </a:cubicBezTo>
                  <a:cubicBezTo>
                    <a:pt x="42519" y="61009"/>
                    <a:pt x="42440" y="60355"/>
                    <a:pt x="42380" y="59720"/>
                  </a:cubicBezTo>
                  <a:cubicBezTo>
                    <a:pt x="42352" y="59653"/>
                    <a:pt x="42286" y="59619"/>
                    <a:pt x="42221" y="59619"/>
                  </a:cubicBezTo>
                  <a:close/>
                  <a:moveTo>
                    <a:pt x="42718" y="64103"/>
                  </a:moveTo>
                  <a:cubicBezTo>
                    <a:pt x="42618" y="64123"/>
                    <a:pt x="42559" y="64202"/>
                    <a:pt x="42559" y="64301"/>
                  </a:cubicBezTo>
                  <a:lnTo>
                    <a:pt x="42856" y="66245"/>
                  </a:lnTo>
                  <a:cubicBezTo>
                    <a:pt x="42876" y="66304"/>
                    <a:pt x="42956" y="66364"/>
                    <a:pt x="43035" y="66364"/>
                  </a:cubicBezTo>
                  <a:lnTo>
                    <a:pt x="43055" y="66364"/>
                  </a:lnTo>
                  <a:cubicBezTo>
                    <a:pt x="43134" y="66344"/>
                    <a:pt x="43194" y="66265"/>
                    <a:pt x="43174" y="66185"/>
                  </a:cubicBezTo>
                  <a:lnTo>
                    <a:pt x="42876" y="64262"/>
                  </a:lnTo>
                  <a:cubicBezTo>
                    <a:pt x="42876" y="64163"/>
                    <a:pt x="42797" y="64103"/>
                    <a:pt x="42718" y="64103"/>
                  </a:cubicBezTo>
                  <a:close/>
                  <a:moveTo>
                    <a:pt x="43471" y="68650"/>
                  </a:moveTo>
                  <a:cubicBezTo>
                    <a:pt x="43389" y="68650"/>
                    <a:pt x="43312" y="68709"/>
                    <a:pt x="43312" y="68803"/>
                  </a:cubicBezTo>
                  <a:lnTo>
                    <a:pt x="43610" y="70548"/>
                  </a:lnTo>
                  <a:lnTo>
                    <a:pt x="43650" y="70727"/>
                  </a:lnTo>
                  <a:cubicBezTo>
                    <a:pt x="43650" y="70806"/>
                    <a:pt x="43709" y="70866"/>
                    <a:pt x="43808" y="70866"/>
                  </a:cubicBezTo>
                  <a:lnTo>
                    <a:pt x="43828" y="70866"/>
                  </a:lnTo>
                  <a:cubicBezTo>
                    <a:pt x="43907" y="70846"/>
                    <a:pt x="43967" y="70766"/>
                    <a:pt x="43967" y="70667"/>
                  </a:cubicBezTo>
                  <a:lnTo>
                    <a:pt x="43927" y="70489"/>
                  </a:lnTo>
                  <a:lnTo>
                    <a:pt x="43630" y="68744"/>
                  </a:lnTo>
                  <a:cubicBezTo>
                    <a:pt x="43589" y="68679"/>
                    <a:pt x="43529" y="68650"/>
                    <a:pt x="43471" y="68650"/>
                  </a:cubicBezTo>
                  <a:close/>
                  <a:moveTo>
                    <a:pt x="44225" y="73106"/>
                  </a:moveTo>
                  <a:cubicBezTo>
                    <a:pt x="44126" y="73126"/>
                    <a:pt x="44086" y="73206"/>
                    <a:pt x="44106" y="73305"/>
                  </a:cubicBezTo>
                  <a:cubicBezTo>
                    <a:pt x="44205" y="73939"/>
                    <a:pt x="44324" y="74594"/>
                    <a:pt x="44423" y="75228"/>
                  </a:cubicBezTo>
                  <a:cubicBezTo>
                    <a:pt x="44423" y="75308"/>
                    <a:pt x="44502" y="75367"/>
                    <a:pt x="44562" y="75367"/>
                  </a:cubicBezTo>
                  <a:lnTo>
                    <a:pt x="44602" y="75367"/>
                  </a:lnTo>
                  <a:cubicBezTo>
                    <a:pt x="44681" y="75347"/>
                    <a:pt x="44740" y="75268"/>
                    <a:pt x="44740" y="75189"/>
                  </a:cubicBezTo>
                  <a:cubicBezTo>
                    <a:pt x="44641" y="74534"/>
                    <a:pt x="44522" y="73900"/>
                    <a:pt x="44423" y="73245"/>
                  </a:cubicBezTo>
                  <a:cubicBezTo>
                    <a:pt x="44403" y="73166"/>
                    <a:pt x="44304" y="73106"/>
                    <a:pt x="44225" y="73106"/>
                  </a:cubicBezTo>
                  <a:close/>
                  <a:moveTo>
                    <a:pt x="44939" y="77608"/>
                  </a:moveTo>
                  <a:cubicBezTo>
                    <a:pt x="44840" y="77628"/>
                    <a:pt x="44780" y="77727"/>
                    <a:pt x="44780" y="77806"/>
                  </a:cubicBezTo>
                  <a:cubicBezTo>
                    <a:pt x="44879" y="78481"/>
                    <a:pt x="44958" y="79135"/>
                    <a:pt x="45038" y="79750"/>
                  </a:cubicBezTo>
                  <a:cubicBezTo>
                    <a:pt x="45038" y="79829"/>
                    <a:pt x="45097" y="79889"/>
                    <a:pt x="45177" y="79889"/>
                  </a:cubicBezTo>
                  <a:lnTo>
                    <a:pt x="45216" y="79889"/>
                  </a:lnTo>
                  <a:cubicBezTo>
                    <a:pt x="45296" y="79869"/>
                    <a:pt x="45355" y="79790"/>
                    <a:pt x="45355" y="79690"/>
                  </a:cubicBezTo>
                  <a:cubicBezTo>
                    <a:pt x="45276" y="79076"/>
                    <a:pt x="45216" y="78421"/>
                    <a:pt x="45117" y="77767"/>
                  </a:cubicBezTo>
                  <a:cubicBezTo>
                    <a:pt x="45117" y="77668"/>
                    <a:pt x="45038" y="77608"/>
                    <a:pt x="44939" y="77608"/>
                  </a:cubicBezTo>
                  <a:close/>
                  <a:moveTo>
                    <a:pt x="45415" y="82150"/>
                  </a:moveTo>
                  <a:cubicBezTo>
                    <a:pt x="45335" y="82169"/>
                    <a:pt x="45276" y="82249"/>
                    <a:pt x="45256" y="82328"/>
                  </a:cubicBezTo>
                  <a:cubicBezTo>
                    <a:pt x="45315" y="83002"/>
                    <a:pt x="45335" y="83657"/>
                    <a:pt x="45355" y="84291"/>
                  </a:cubicBezTo>
                  <a:cubicBezTo>
                    <a:pt x="45355" y="84371"/>
                    <a:pt x="45434" y="84430"/>
                    <a:pt x="45514" y="84430"/>
                  </a:cubicBezTo>
                  <a:cubicBezTo>
                    <a:pt x="45593" y="84430"/>
                    <a:pt x="45672" y="84371"/>
                    <a:pt x="45672" y="84291"/>
                  </a:cubicBezTo>
                  <a:cubicBezTo>
                    <a:pt x="45653" y="83637"/>
                    <a:pt x="45633" y="82963"/>
                    <a:pt x="45573" y="82308"/>
                  </a:cubicBezTo>
                  <a:cubicBezTo>
                    <a:pt x="45573" y="82209"/>
                    <a:pt x="45494" y="82150"/>
                    <a:pt x="45415" y="82150"/>
                  </a:cubicBezTo>
                  <a:close/>
                  <a:moveTo>
                    <a:pt x="45514" y="86711"/>
                  </a:moveTo>
                  <a:cubicBezTo>
                    <a:pt x="45415" y="86711"/>
                    <a:pt x="45335" y="86790"/>
                    <a:pt x="45335" y="86889"/>
                  </a:cubicBezTo>
                  <a:cubicBezTo>
                    <a:pt x="45315" y="87524"/>
                    <a:pt x="45256" y="88198"/>
                    <a:pt x="45196" y="88813"/>
                  </a:cubicBezTo>
                  <a:cubicBezTo>
                    <a:pt x="45196" y="88912"/>
                    <a:pt x="45236" y="88991"/>
                    <a:pt x="45335" y="88991"/>
                  </a:cubicBezTo>
                  <a:lnTo>
                    <a:pt x="45355" y="88991"/>
                  </a:lnTo>
                  <a:cubicBezTo>
                    <a:pt x="45434" y="88991"/>
                    <a:pt x="45514" y="88932"/>
                    <a:pt x="45514" y="88852"/>
                  </a:cubicBezTo>
                  <a:cubicBezTo>
                    <a:pt x="45573" y="88218"/>
                    <a:pt x="45633" y="87563"/>
                    <a:pt x="45653" y="86889"/>
                  </a:cubicBezTo>
                  <a:cubicBezTo>
                    <a:pt x="45653" y="86810"/>
                    <a:pt x="45593" y="86731"/>
                    <a:pt x="45514" y="86711"/>
                  </a:cubicBezTo>
                  <a:close/>
                  <a:moveTo>
                    <a:pt x="45018" y="91252"/>
                  </a:moveTo>
                  <a:cubicBezTo>
                    <a:pt x="44919" y="91252"/>
                    <a:pt x="44859" y="91312"/>
                    <a:pt x="44840" y="91391"/>
                  </a:cubicBezTo>
                  <a:cubicBezTo>
                    <a:pt x="44721" y="92025"/>
                    <a:pt x="44602" y="92660"/>
                    <a:pt x="44423" y="93315"/>
                  </a:cubicBezTo>
                  <a:cubicBezTo>
                    <a:pt x="44403" y="93394"/>
                    <a:pt x="44463" y="93473"/>
                    <a:pt x="44542" y="93513"/>
                  </a:cubicBezTo>
                  <a:lnTo>
                    <a:pt x="44602" y="93513"/>
                  </a:lnTo>
                  <a:cubicBezTo>
                    <a:pt x="44661" y="93513"/>
                    <a:pt x="44721" y="93453"/>
                    <a:pt x="44740" y="93374"/>
                  </a:cubicBezTo>
                  <a:cubicBezTo>
                    <a:pt x="44879" y="92739"/>
                    <a:pt x="45038" y="92085"/>
                    <a:pt x="45157" y="91450"/>
                  </a:cubicBezTo>
                  <a:cubicBezTo>
                    <a:pt x="45157" y="91351"/>
                    <a:pt x="45097" y="91272"/>
                    <a:pt x="45018" y="91252"/>
                  </a:cubicBezTo>
                  <a:close/>
                  <a:moveTo>
                    <a:pt x="43854" y="95679"/>
                  </a:moveTo>
                  <a:cubicBezTo>
                    <a:pt x="43788" y="95679"/>
                    <a:pt x="43733" y="95720"/>
                    <a:pt x="43689" y="95793"/>
                  </a:cubicBezTo>
                  <a:cubicBezTo>
                    <a:pt x="43511" y="96408"/>
                    <a:pt x="43273" y="97023"/>
                    <a:pt x="43055" y="97618"/>
                  </a:cubicBezTo>
                  <a:cubicBezTo>
                    <a:pt x="43015" y="97697"/>
                    <a:pt x="43055" y="97796"/>
                    <a:pt x="43134" y="97836"/>
                  </a:cubicBezTo>
                  <a:lnTo>
                    <a:pt x="43213" y="97836"/>
                  </a:lnTo>
                  <a:cubicBezTo>
                    <a:pt x="43273" y="97836"/>
                    <a:pt x="43332" y="97796"/>
                    <a:pt x="43352" y="97737"/>
                  </a:cubicBezTo>
                  <a:cubicBezTo>
                    <a:pt x="43590" y="97122"/>
                    <a:pt x="43828" y="96507"/>
                    <a:pt x="44026" y="95893"/>
                  </a:cubicBezTo>
                  <a:cubicBezTo>
                    <a:pt x="44046" y="95793"/>
                    <a:pt x="44007" y="95714"/>
                    <a:pt x="43927" y="95694"/>
                  </a:cubicBezTo>
                  <a:cubicBezTo>
                    <a:pt x="43902" y="95684"/>
                    <a:pt x="43877" y="95679"/>
                    <a:pt x="43854" y="95679"/>
                  </a:cubicBezTo>
                  <a:close/>
                  <a:moveTo>
                    <a:pt x="42153" y="99929"/>
                  </a:moveTo>
                  <a:cubicBezTo>
                    <a:pt x="42092" y="99929"/>
                    <a:pt x="42030" y="99965"/>
                    <a:pt x="42004" y="100017"/>
                  </a:cubicBezTo>
                  <a:cubicBezTo>
                    <a:pt x="41746" y="100593"/>
                    <a:pt x="41448" y="101188"/>
                    <a:pt x="41111" y="101763"/>
                  </a:cubicBezTo>
                  <a:cubicBezTo>
                    <a:pt x="41091" y="101842"/>
                    <a:pt x="41111" y="101941"/>
                    <a:pt x="41191" y="101981"/>
                  </a:cubicBezTo>
                  <a:lnTo>
                    <a:pt x="41270" y="101981"/>
                  </a:lnTo>
                  <a:cubicBezTo>
                    <a:pt x="41329" y="101981"/>
                    <a:pt x="41389" y="101961"/>
                    <a:pt x="41409" y="101901"/>
                  </a:cubicBezTo>
                  <a:cubicBezTo>
                    <a:pt x="41706" y="101326"/>
                    <a:pt x="42043" y="100751"/>
                    <a:pt x="42301" y="100176"/>
                  </a:cubicBezTo>
                  <a:cubicBezTo>
                    <a:pt x="42341" y="100077"/>
                    <a:pt x="42301" y="99978"/>
                    <a:pt x="42242" y="99958"/>
                  </a:cubicBezTo>
                  <a:cubicBezTo>
                    <a:pt x="42215" y="99938"/>
                    <a:pt x="42184" y="99929"/>
                    <a:pt x="42153" y="99929"/>
                  </a:cubicBezTo>
                  <a:close/>
                  <a:moveTo>
                    <a:pt x="39901" y="103899"/>
                  </a:moveTo>
                  <a:cubicBezTo>
                    <a:pt x="39853" y="103899"/>
                    <a:pt x="39813" y="103923"/>
                    <a:pt x="39802" y="103984"/>
                  </a:cubicBezTo>
                  <a:cubicBezTo>
                    <a:pt x="39465" y="104539"/>
                    <a:pt x="39088" y="105074"/>
                    <a:pt x="38712" y="105630"/>
                  </a:cubicBezTo>
                  <a:cubicBezTo>
                    <a:pt x="38672" y="105709"/>
                    <a:pt x="38692" y="105788"/>
                    <a:pt x="38771" y="105848"/>
                  </a:cubicBezTo>
                  <a:lnTo>
                    <a:pt x="38870" y="105848"/>
                  </a:lnTo>
                  <a:cubicBezTo>
                    <a:pt x="38910" y="105848"/>
                    <a:pt x="38969" y="105828"/>
                    <a:pt x="38989" y="105808"/>
                  </a:cubicBezTo>
                  <a:cubicBezTo>
                    <a:pt x="39366" y="105273"/>
                    <a:pt x="39743" y="104717"/>
                    <a:pt x="40080" y="104162"/>
                  </a:cubicBezTo>
                  <a:cubicBezTo>
                    <a:pt x="40209" y="104062"/>
                    <a:pt x="40027" y="103899"/>
                    <a:pt x="39901" y="103899"/>
                  </a:cubicBezTo>
                  <a:close/>
                  <a:moveTo>
                    <a:pt x="37289" y="107605"/>
                  </a:moveTo>
                  <a:cubicBezTo>
                    <a:pt x="37242" y="107605"/>
                    <a:pt x="37198" y="107620"/>
                    <a:pt x="37165" y="107653"/>
                  </a:cubicBezTo>
                  <a:cubicBezTo>
                    <a:pt x="36768" y="108188"/>
                    <a:pt x="36332" y="108684"/>
                    <a:pt x="35915" y="109180"/>
                  </a:cubicBezTo>
                  <a:cubicBezTo>
                    <a:pt x="35856" y="109239"/>
                    <a:pt x="35876" y="109338"/>
                    <a:pt x="35935" y="109398"/>
                  </a:cubicBezTo>
                  <a:cubicBezTo>
                    <a:pt x="35955" y="109418"/>
                    <a:pt x="35995" y="109437"/>
                    <a:pt x="36034" y="109437"/>
                  </a:cubicBezTo>
                  <a:cubicBezTo>
                    <a:pt x="36094" y="109437"/>
                    <a:pt x="36134" y="109418"/>
                    <a:pt x="36173" y="109378"/>
                  </a:cubicBezTo>
                  <a:cubicBezTo>
                    <a:pt x="36590" y="108882"/>
                    <a:pt x="37026" y="108386"/>
                    <a:pt x="37423" y="107890"/>
                  </a:cubicBezTo>
                  <a:cubicBezTo>
                    <a:pt x="37482" y="107811"/>
                    <a:pt x="37462" y="107692"/>
                    <a:pt x="37403" y="107633"/>
                  </a:cubicBezTo>
                  <a:cubicBezTo>
                    <a:pt x="37367" y="107615"/>
                    <a:pt x="37327" y="107605"/>
                    <a:pt x="37289" y="107605"/>
                  </a:cubicBezTo>
                  <a:close/>
                  <a:moveTo>
                    <a:pt x="34266" y="111031"/>
                  </a:moveTo>
                  <a:cubicBezTo>
                    <a:pt x="34228" y="111031"/>
                    <a:pt x="34188" y="111046"/>
                    <a:pt x="34150" y="111083"/>
                  </a:cubicBezTo>
                  <a:cubicBezTo>
                    <a:pt x="33714" y="111520"/>
                    <a:pt x="33238" y="111996"/>
                    <a:pt x="32742" y="112452"/>
                  </a:cubicBezTo>
                  <a:cubicBezTo>
                    <a:pt x="32683" y="112511"/>
                    <a:pt x="32683" y="112591"/>
                    <a:pt x="32742" y="112670"/>
                  </a:cubicBezTo>
                  <a:lnTo>
                    <a:pt x="32861" y="112709"/>
                  </a:lnTo>
                  <a:lnTo>
                    <a:pt x="32961" y="112670"/>
                  </a:lnTo>
                  <a:cubicBezTo>
                    <a:pt x="33456" y="112214"/>
                    <a:pt x="33932" y="111777"/>
                    <a:pt x="34388" y="111301"/>
                  </a:cubicBezTo>
                  <a:cubicBezTo>
                    <a:pt x="34495" y="111195"/>
                    <a:pt x="34392" y="111031"/>
                    <a:pt x="34266" y="111031"/>
                  </a:cubicBezTo>
                  <a:close/>
                  <a:moveTo>
                    <a:pt x="30919" y="114115"/>
                  </a:moveTo>
                  <a:cubicBezTo>
                    <a:pt x="30883" y="114115"/>
                    <a:pt x="30846" y="114130"/>
                    <a:pt x="30819" y="114157"/>
                  </a:cubicBezTo>
                  <a:lnTo>
                    <a:pt x="29292" y="115367"/>
                  </a:lnTo>
                  <a:cubicBezTo>
                    <a:pt x="29232" y="115426"/>
                    <a:pt x="29193" y="115526"/>
                    <a:pt x="29252" y="115625"/>
                  </a:cubicBezTo>
                  <a:lnTo>
                    <a:pt x="29391" y="115664"/>
                  </a:lnTo>
                  <a:lnTo>
                    <a:pt x="29490" y="115645"/>
                  </a:lnTo>
                  <a:cubicBezTo>
                    <a:pt x="30025" y="115248"/>
                    <a:pt x="30521" y="114831"/>
                    <a:pt x="31017" y="114395"/>
                  </a:cubicBezTo>
                  <a:cubicBezTo>
                    <a:pt x="31077" y="114355"/>
                    <a:pt x="31096" y="114237"/>
                    <a:pt x="31037" y="114177"/>
                  </a:cubicBezTo>
                  <a:cubicBezTo>
                    <a:pt x="31005" y="114135"/>
                    <a:pt x="30962" y="114115"/>
                    <a:pt x="30919" y="114115"/>
                  </a:cubicBezTo>
                  <a:close/>
                  <a:moveTo>
                    <a:pt x="27278" y="116860"/>
                  </a:moveTo>
                  <a:cubicBezTo>
                    <a:pt x="27247" y="116860"/>
                    <a:pt x="27216" y="116876"/>
                    <a:pt x="27190" y="116914"/>
                  </a:cubicBezTo>
                  <a:lnTo>
                    <a:pt x="25563" y="117965"/>
                  </a:lnTo>
                  <a:cubicBezTo>
                    <a:pt x="25484" y="118024"/>
                    <a:pt x="25464" y="118143"/>
                    <a:pt x="25504" y="118223"/>
                  </a:cubicBezTo>
                  <a:cubicBezTo>
                    <a:pt x="25544" y="118262"/>
                    <a:pt x="25603" y="118282"/>
                    <a:pt x="25663" y="118302"/>
                  </a:cubicBezTo>
                  <a:lnTo>
                    <a:pt x="25722" y="118262"/>
                  </a:lnTo>
                  <a:lnTo>
                    <a:pt x="27368" y="117172"/>
                  </a:lnTo>
                  <a:cubicBezTo>
                    <a:pt x="27545" y="117139"/>
                    <a:pt x="27409" y="116860"/>
                    <a:pt x="27278" y="116860"/>
                  </a:cubicBezTo>
                  <a:close/>
                  <a:moveTo>
                    <a:pt x="23367" y="119328"/>
                  </a:moveTo>
                  <a:cubicBezTo>
                    <a:pt x="23353" y="119328"/>
                    <a:pt x="23338" y="119329"/>
                    <a:pt x="23322" y="119333"/>
                  </a:cubicBezTo>
                  <a:lnTo>
                    <a:pt x="21617" y="120245"/>
                  </a:lnTo>
                  <a:cubicBezTo>
                    <a:pt x="21538" y="120305"/>
                    <a:pt x="21518" y="120384"/>
                    <a:pt x="21538" y="120483"/>
                  </a:cubicBezTo>
                  <a:cubicBezTo>
                    <a:pt x="21557" y="120523"/>
                    <a:pt x="21617" y="120563"/>
                    <a:pt x="21696" y="120583"/>
                  </a:cubicBezTo>
                  <a:lnTo>
                    <a:pt x="21756" y="120543"/>
                  </a:lnTo>
                  <a:cubicBezTo>
                    <a:pt x="22351" y="120245"/>
                    <a:pt x="22926" y="119928"/>
                    <a:pt x="23501" y="119611"/>
                  </a:cubicBezTo>
                  <a:cubicBezTo>
                    <a:pt x="23573" y="119485"/>
                    <a:pt x="23499" y="119328"/>
                    <a:pt x="23367" y="119328"/>
                  </a:cubicBezTo>
                  <a:close/>
                  <a:moveTo>
                    <a:pt x="19343" y="121409"/>
                  </a:moveTo>
                  <a:cubicBezTo>
                    <a:pt x="19321" y="121409"/>
                    <a:pt x="19299" y="121411"/>
                    <a:pt x="19277" y="121415"/>
                  </a:cubicBezTo>
                  <a:cubicBezTo>
                    <a:pt x="18722" y="121713"/>
                    <a:pt x="18127" y="121991"/>
                    <a:pt x="17532" y="122229"/>
                  </a:cubicBezTo>
                  <a:cubicBezTo>
                    <a:pt x="17452" y="122288"/>
                    <a:pt x="17413" y="122367"/>
                    <a:pt x="17433" y="122466"/>
                  </a:cubicBezTo>
                  <a:cubicBezTo>
                    <a:pt x="17472" y="122506"/>
                    <a:pt x="17532" y="122546"/>
                    <a:pt x="17591" y="122566"/>
                  </a:cubicBezTo>
                  <a:lnTo>
                    <a:pt x="17651" y="122526"/>
                  </a:lnTo>
                  <a:cubicBezTo>
                    <a:pt x="18246" y="122288"/>
                    <a:pt x="18841" y="122010"/>
                    <a:pt x="19436" y="121713"/>
                  </a:cubicBezTo>
                  <a:cubicBezTo>
                    <a:pt x="19515" y="121673"/>
                    <a:pt x="19535" y="121594"/>
                    <a:pt x="19515" y="121515"/>
                  </a:cubicBezTo>
                  <a:cubicBezTo>
                    <a:pt x="19484" y="121438"/>
                    <a:pt x="19418" y="121409"/>
                    <a:pt x="19343" y="121409"/>
                  </a:cubicBezTo>
                  <a:close/>
                  <a:moveTo>
                    <a:pt x="15196" y="123240"/>
                  </a:moveTo>
                  <a:cubicBezTo>
                    <a:pt x="15167" y="123240"/>
                    <a:pt x="15139" y="123247"/>
                    <a:pt x="15112" y="123260"/>
                  </a:cubicBezTo>
                  <a:lnTo>
                    <a:pt x="13288" y="123954"/>
                  </a:lnTo>
                  <a:cubicBezTo>
                    <a:pt x="13208" y="123974"/>
                    <a:pt x="13169" y="124053"/>
                    <a:pt x="13189" y="124152"/>
                  </a:cubicBezTo>
                  <a:cubicBezTo>
                    <a:pt x="13208" y="124212"/>
                    <a:pt x="13288" y="124271"/>
                    <a:pt x="13367" y="124271"/>
                  </a:cubicBezTo>
                  <a:lnTo>
                    <a:pt x="13407" y="124251"/>
                  </a:lnTo>
                  <a:lnTo>
                    <a:pt x="15251" y="123557"/>
                  </a:lnTo>
                  <a:cubicBezTo>
                    <a:pt x="15330" y="123498"/>
                    <a:pt x="15370" y="123418"/>
                    <a:pt x="15350" y="123319"/>
                  </a:cubicBezTo>
                  <a:cubicBezTo>
                    <a:pt x="15311" y="123266"/>
                    <a:pt x="15253" y="123240"/>
                    <a:pt x="15196" y="123240"/>
                  </a:cubicBezTo>
                  <a:close/>
                  <a:moveTo>
                    <a:pt x="10871" y="124782"/>
                  </a:moveTo>
                  <a:cubicBezTo>
                    <a:pt x="10857" y="124782"/>
                    <a:pt x="10842" y="124783"/>
                    <a:pt x="10829" y="124787"/>
                  </a:cubicBezTo>
                  <a:lnTo>
                    <a:pt x="8965" y="125382"/>
                  </a:lnTo>
                  <a:cubicBezTo>
                    <a:pt x="8885" y="125421"/>
                    <a:pt x="8846" y="125501"/>
                    <a:pt x="8865" y="125580"/>
                  </a:cubicBezTo>
                  <a:cubicBezTo>
                    <a:pt x="8885" y="125659"/>
                    <a:pt x="8945" y="125699"/>
                    <a:pt x="9024" y="125699"/>
                  </a:cubicBezTo>
                  <a:lnTo>
                    <a:pt x="9064" y="125699"/>
                  </a:lnTo>
                  <a:lnTo>
                    <a:pt x="10928" y="125104"/>
                  </a:lnTo>
                  <a:cubicBezTo>
                    <a:pt x="11027" y="125084"/>
                    <a:pt x="11087" y="124985"/>
                    <a:pt x="11047" y="124886"/>
                  </a:cubicBezTo>
                  <a:cubicBezTo>
                    <a:pt x="11014" y="124820"/>
                    <a:pt x="10940" y="124782"/>
                    <a:pt x="10871" y="124782"/>
                  </a:cubicBezTo>
                  <a:close/>
                  <a:moveTo>
                    <a:pt x="6503" y="126092"/>
                  </a:moveTo>
                  <a:cubicBezTo>
                    <a:pt x="6491" y="126092"/>
                    <a:pt x="6479" y="126093"/>
                    <a:pt x="6466" y="126096"/>
                  </a:cubicBezTo>
                  <a:lnTo>
                    <a:pt x="4582" y="126591"/>
                  </a:lnTo>
                  <a:cubicBezTo>
                    <a:pt x="4503" y="126611"/>
                    <a:pt x="4443" y="126710"/>
                    <a:pt x="4463" y="126790"/>
                  </a:cubicBezTo>
                  <a:cubicBezTo>
                    <a:pt x="4483" y="126869"/>
                    <a:pt x="4562" y="126909"/>
                    <a:pt x="4641" y="126929"/>
                  </a:cubicBezTo>
                  <a:lnTo>
                    <a:pt x="4661" y="126929"/>
                  </a:lnTo>
                  <a:lnTo>
                    <a:pt x="6565" y="126433"/>
                  </a:lnTo>
                  <a:cubicBezTo>
                    <a:pt x="6644" y="126393"/>
                    <a:pt x="6684" y="126314"/>
                    <a:pt x="6664" y="126234"/>
                  </a:cubicBezTo>
                  <a:cubicBezTo>
                    <a:pt x="6647" y="126148"/>
                    <a:pt x="6584" y="126092"/>
                    <a:pt x="6503" y="126092"/>
                  </a:cubicBezTo>
                  <a:close/>
                  <a:moveTo>
                    <a:pt x="2103" y="127221"/>
                  </a:moveTo>
                  <a:cubicBezTo>
                    <a:pt x="2090" y="127221"/>
                    <a:pt x="2076" y="127223"/>
                    <a:pt x="2063" y="127226"/>
                  </a:cubicBezTo>
                  <a:lnTo>
                    <a:pt x="140" y="127623"/>
                  </a:lnTo>
                  <a:cubicBezTo>
                    <a:pt x="60" y="127642"/>
                    <a:pt x="1" y="127722"/>
                    <a:pt x="21" y="127821"/>
                  </a:cubicBezTo>
                  <a:cubicBezTo>
                    <a:pt x="40" y="127880"/>
                    <a:pt x="100" y="127940"/>
                    <a:pt x="179" y="127940"/>
                  </a:cubicBezTo>
                  <a:lnTo>
                    <a:pt x="199" y="127940"/>
                  </a:lnTo>
                  <a:lnTo>
                    <a:pt x="2123" y="127523"/>
                  </a:lnTo>
                  <a:cubicBezTo>
                    <a:pt x="2202" y="127523"/>
                    <a:pt x="2262" y="127424"/>
                    <a:pt x="2262" y="127345"/>
                  </a:cubicBezTo>
                  <a:cubicBezTo>
                    <a:pt x="2229" y="127262"/>
                    <a:pt x="2168" y="127221"/>
                    <a:pt x="2103" y="127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" name="图片 1" descr="a5bd230eaee187181f45108a871f2ea9"/>
          <p:cNvPicPr>
            <a:picLocks noChangeAspect="1"/>
          </p:cNvPicPr>
          <p:nvPr/>
        </p:nvPicPr>
        <p:blipFill>
          <a:blip r:embed="rId3"/>
          <a:srcRect l="1725" t="3071"/>
          <a:stretch>
            <a:fillRect/>
          </a:stretch>
        </p:blipFill>
        <p:spPr>
          <a:xfrm>
            <a:off x="2082165" y="1247140"/>
            <a:ext cx="8027670" cy="46208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253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61" name="Google Shape;4561;p69"/>
          <p:cNvSpPr/>
          <p:nvPr/>
        </p:nvSpPr>
        <p:spPr>
          <a:xfrm>
            <a:off x="9062857" y="1314203"/>
            <a:ext cx="3279652" cy="4554024"/>
          </a:xfrm>
          <a:custGeom>
            <a:avLst/>
            <a:gdLst/>
            <a:ahLst/>
            <a:cxnLst/>
            <a:rect l="l" t="t" r="r" b="b"/>
            <a:pathLst>
              <a:path w="92138" h="127940" extrusionOk="0">
                <a:moveTo>
                  <a:pt x="85073" y="0"/>
                </a:moveTo>
                <a:cubicBezTo>
                  <a:pt x="85013" y="0"/>
                  <a:pt x="84958" y="40"/>
                  <a:pt x="84958" y="108"/>
                </a:cubicBezTo>
                <a:cubicBezTo>
                  <a:pt x="84899" y="167"/>
                  <a:pt x="84919" y="266"/>
                  <a:pt x="84998" y="326"/>
                </a:cubicBezTo>
                <a:cubicBezTo>
                  <a:pt x="85573" y="603"/>
                  <a:pt x="86128" y="940"/>
                  <a:pt x="86644" y="1337"/>
                </a:cubicBezTo>
                <a:lnTo>
                  <a:pt x="86743" y="1337"/>
                </a:lnTo>
                <a:cubicBezTo>
                  <a:pt x="86783" y="1337"/>
                  <a:pt x="86842" y="1317"/>
                  <a:pt x="86882" y="1297"/>
                </a:cubicBezTo>
                <a:cubicBezTo>
                  <a:pt x="86922" y="1218"/>
                  <a:pt x="86902" y="1119"/>
                  <a:pt x="86842" y="1059"/>
                </a:cubicBezTo>
                <a:cubicBezTo>
                  <a:pt x="86307" y="663"/>
                  <a:pt x="85732" y="326"/>
                  <a:pt x="85157" y="28"/>
                </a:cubicBezTo>
                <a:cubicBezTo>
                  <a:pt x="85131" y="9"/>
                  <a:pt x="85102" y="0"/>
                  <a:pt x="85073" y="0"/>
                </a:cubicBezTo>
                <a:close/>
                <a:moveTo>
                  <a:pt x="88675" y="2762"/>
                </a:moveTo>
                <a:cubicBezTo>
                  <a:pt x="88636" y="2762"/>
                  <a:pt x="88595" y="2777"/>
                  <a:pt x="88568" y="2805"/>
                </a:cubicBezTo>
                <a:cubicBezTo>
                  <a:pt x="88488" y="2844"/>
                  <a:pt x="88488" y="2963"/>
                  <a:pt x="88548" y="3023"/>
                </a:cubicBezTo>
                <a:cubicBezTo>
                  <a:pt x="88984" y="3499"/>
                  <a:pt x="89381" y="4014"/>
                  <a:pt x="89738" y="4570"/>
                </a:cubicBezTo>
                <a:cubicBezTo>
                  <a:pt x="89777" y="4609"/>
                  <a:pt x="89817" y="4629"/>
                  <a:pt x="89877" y="4629"/>
                </a:cubicBezTo>
                <a:lnTo>
                  <a:pt x="89956" y="4609"/>
                </a:lnTo>
                <a:cubicBezTo>
                  <a:pt x="90035" y="4550"/>
                  <a:pt x="90055" y="4451"/>
                  <a:pt x="89996" y="4371"/>
                </a:cubicBezTo>
                <a:cubicBezTo>
                  <a:pt x="89658" y="3816"/>
                  <a:pt x="89242" y="3300"/>
                  <a:pt x="88786" y="2824"/>
                </a:cubicBezTo>
                <a:cubicBezTo>
                  <a:pt x="88765" y="2782"/>
                  <a:pt x="88721" y="2762"/>
                  <a:pt x="88675" y="2762"/>
                </a:cubicBezTo>
                <a:close/>
                <a:moveTo>
                  <a:pt x="91110" y="6597"/>
                </a:moveTo>
                <a:cubicBezTo>
                  <a:pt x="91089" y="6597"/>
                  <a:pt x="91068" y="6602"/>
                  <a:pt x="91047" y="6612"/>
                </a:cubicBezTo>
                <a:cubicBezTo>
                  <a:pt x="90967" y="6632"/>
                  <a:pt x="90908" y="6731"/>
                  <a:pt x="90947" y="6810"/>
                </a:cubicBezTo>
                <a:cubicBezTo>
                  <a:pt x="91185" y="7425"/>
                  <a:pt x="91384" y="8040"/>
                  <a:pt x="91523" y="8675"/>
                </a:cubicBezTo>
                <a:cubicBezTo>
                  <a:pt x="91542" y="8754"/>
                  <a:pt x="91622" y="8794"/>
                  <a:pt x="91701" y="8794"/>
                </a:cubicBezTo>
                <a:lnTo>
                  <a:pt x="91721" y="8794"/>
                </a:lnTo>
                <a:cubicBezTo>
                  <a:pt x="91800" y="8774"/>
                  <a:pt x="91860" y="8694"/>
                  <a:pt x="91840" y="8595"/>
                </a:cubicBezTo>
                <a:cubicBezTo>
                  <a:pt x="91681" y="7941"/>
                  <a:pt x="91483" y="7306"/>
                  <a:pt x="91245" y="6692"/>
                </a:cubicBezTo>
                <a:cubicBezTo>
                  <a:pt x="91216" y="6633"/>
                  <a:pt x="91166" y="6597"/>
                  <a:pt x="91110" y="6597"/>
                </a:cubicBezTo>
                <a:close/>
                <a:moveTo>
                  <a:pt x="91959" y="11054"/>
                </a:moveTo>
                <a:cubicBezTo>
                  <a:pt x="91879" y="11054"/>
                  <a:pt x="91800" y="11114"/>
                  <a:pt x="91780" y="11213"/>
                </a:cubicBezTo>
                <a:cubicBezTo>
                  <a:pt x="91800" y="11848"/>
                  <a:pt x="91741" y="12502"/>
                  <a:pt x="91622" y="13137"/>
                </a:cubicBezTo>
                <a:cubicBezTo>
                  <a:pt x="91622" y="13236"/>
                  <a:pt x="91681" y="13315"/>
                  <a:pt x="91760" y="13335"/>
                </a:cubicBezTo>
                <a:lnTo>
                  <a:pt x="91800" y="13335"/>
                </a:lnTo>
                <a:cubicBezTo>
                  <a:pt x="91879" y="13335"/>
                  <a:pt x="91939" y="13275"/>
                  <a:pt x="91939" y="13196"/>
                </a:cubicBezTo>
                <a:cubicBezTo>
                  <a:pt x="92058" y="12542"/>
                  <a:pt x="92117" y="11887"/>
                  <a:pt x="92137" y="11233"/>
                </a:cubicBezTo>
                <a:cubicBezTo>
                  <a:pt x="92137" y="11134"/>
                  <a:pt x="92058" y="11054"/>
                  <a:pt x="91959" y="11054"/>
                </a:cubicBezTo>
                <a:close/>
                <a:moveTo>
                  <a:pt x="91092" y="15504"/>
                </a:moveTo>
                <a:cubicBezTo>
                  <a:pt x="91027" y="15504"/>
                  <a:pt x="90963" y="15554"/>
                  <a:pt x="90947" y="15616"/>
                </a:cubicBezTo>
                <a:cubicBezTo>
                  <a:pt x="90709" y="16211"/>
                  <a:pt x="90432" y="16786"/>
                  <a:pt x="90134" y="17381"/>
                </a:cubicBezTo>
                <a:cubicBezTo>
                  <a:pt x="90095" y="17460"/>
                  <a:pt x="90114" y="17539"/>
                  <a:pt x="90174" y="17599"/>
                </a:cubicBezTo>
                <a:lnTo>
                  <a:pt x="90253" y="17599"/>
                </a:lnTo>
                <a:cubicBezTo>
                  <a:pt x="90313" y="17599"/>
                  <a:pt x="90372" y="17579"/>
                  <a:pt x="90412" y="17519"/>
                </a:cubicBezTo>
                <a:cubicBezTo>
                  <a:pt x="90729" y="16944"/>
                  <a:pt x="91007" y="16349"/>
                  <a:pt x="91245" y="15735"/>
                </a:cubicBezTo>
                <a:cubicBezTo>
                  <a:pt x="91265" y="15635"/>
                  <a:pt x="91245" y="15536"/>
                  <a:pt x="91146" y="15516"/>
                </a:cubicBezTo>
                <a:cubicBezTo>
                  <a:pt x="91128" y="15508"/>
                  <a:pt x="91110" y="15504"/>
                  <a:pt x="91092" y="15504"/>
                </a:cubicBezTo>
                <a:close/>
                <a:moveTo>
                  <a:pt x="88856" y="19462"/>
                </a:moveTo>
                <a:cubicBezTo>
                  <a:pt x="88802" y="19462"/>
                  <a:pt x="88752" y="19484"/>
                  <a:pt x="88726" y="19522"/>
                </a:cubicBezTo>
                <a:cubicBezTo>
                  <a:pt x="88330" y="20018"/>
                  <a:pt x="87893" y="20514"/>
                  <a:pt x="87457" y="20990"/>
                </a:cubicBezTo>
                <a:cubicBezTo>
                  <a:pt x="87378" y="21049"/>
                  <a:pt x="87378" y="21168"/>
                  <a:pt x="87457" y="21208"/>
                </a:cubicBezTo>
                <a:lnTo>
                  <a:pt x="87576" y="21267"/>
                </a:lnTo>
                <a:lnTo>
                  <a:pt x="87675" y="21208"/>
                </a:lnTo>
                <a:cubicBezTo>
                  <a:pt x="88131" y="20752"/>
                  <a:pt x="88568" y="20256"/>
                  <a:pt x="88964" y="19721"/>
                </a:cubicBezTo>
                <a:cubicBezTo>
                  <a:pt x="89024" y="19661"/>
                  <a:pt x="89004" y="19542"/>
                  <a:pt x="88944" y="19483"/>
                </a:cubicBezTo>
                <a:cubicBezTo>
                  <a:pt x="88916" y="19469"/>
                  <a:pt x="88886" y="19462"/>
                  <a:pt x="88856" y="19462"/>
                </a:cubicBezTo>
                <a:close/>
                <a:moveTo>
                  <a:pt x="85625" y="22735"/>
                </a:moveTo>
                <a:cubicBezTo>
                  <a:pt x="85601" y="22735"/>
                  <a:pt x="85577" y="22741"/>
                  <a:pt x="85553" y="22755"/>
                </a:cubicBezTo>
                <a:cubicBezTo>
                  <a:pt x="85057" y="23151"/>
                  <a:pt x="84522" y="23548"/>
                  <a:pt x="83987" y="23925"/>
                </a:cubicBezTo>
                <a:cubicBezTo>
                  <a:pt x="83907" y="23965"/>
                  <a:pt x="83887" y="24084"/>
                  <a:pt x="83967" y="24143"/>
                </a:cubicBezTo>
                <a:cubicBezTo>
                  <a:pt x="83987" y="24183"/>
                  <a:pt x="84026" y="24222"/>
                  <a:pt x="84086" y="24222"/>
                </a:cubicBezTo>
                <a:lnTo>
                  <a:pt x="84185" y="24183"/>
                </a:lnTo>
                <a:cubicBezTo>
                  <a:pt x="84720" y="23826"/>
                  <a:pt x="85256" y="23429"/>
                  <a:pt x="85771" y="22993"/>
                </a:cubicBezTo>
                <a:cubicBezTo>
                  <a:pt x="85837" y="22878"/>
                  <a:pt x="85739" y="22735"/>
                  <a:pt x="85625" y="22735"/>
                </a:cubicBezTo>
                <a:close/>
                <a:moveTo>
                  <a:pt x="81855" y="25254"/>
                </a:moveTo>
                <a:cubicBezTo>
                  <a:pt x="81829" y="25254"/>
                  <a:pt x="81805" y="25260"/>
                  <a:pt x="81785" y="25273"/>
                </a:cubicBezTo>
                <a:lnTo>
                  <a:pt x="81706" y="25273"/>
                </a:lnTo>
                <a:lnTo>
                  <a:pt x="80020" y="26106"/>
                </a:lnTo>
                <a:cubicBezTo>
                  <a:pt x="79834" y="26144"/>
                  <a:pt x="79893" y="26407"/>
                  <a:pt x="80064" y="26407"/>
                </a:cubicBezTo>
                <a:cubicBezTo>
                  <a:pt x="80075" y="26407"/>
                  <a:pt x="80087" y="26406"/>
                  <a:pt x="80100" y="26404"/>
                </a:cubicBezTo>
                <a:lnTo>
                  <a:pt x="80159" y="26424"/>
                </a:lnTo>
                <a:lnTo>
                  <a:pt x="81845" y="25611"/>
                </a:lnTo>
                <a:lnTo>
                  <a:pt x="81924" y="25551"/>
                </a:lnTo>
                <a:cubicBezTo>
                  <a:pt x="82023" y="25531"/>
                  <a:pt x="82043" y="25412"/>
                  <a:pt x="82003" y="25333"/>
                </a:cubicBezTo>
                <a:cubicBezTo>
                  <a:pt x="81964" y="25280"/>
                  <a:pt x="81907" y="25254"/>
                  <a:pt x="81855" y="25254"/>
                </a:cubicBezTo>
                <a:close/>
                <a:moveTo>
                  <a:pt x="77650" y="27033"/>
                </a:moveTo>
                <a:cubicBezTo>
                  <a:pt x="77634" y="27033"/>
                  <a:pt x="77618" y="27035"/>
                  <a:pt x="77601" y="27038"/>
                </a:cubicBezTo>
                <a:cubicBezTo>
                  <a:pt x="77026" y="27257"/>
                  <a:pt x="76391" y="27455"/>
                  <a:pt x="75757" y="27653"/>
                </a:cubicBezTo>
                <a:cubicBezTo>
                  <a:pt x="75677" y="27693"/>
                  <a:pt x="75638" y="27772"/>
                  <a:pt x="75657" y="27851"/>
                </a:cubicBezTo>
                <a:cubicBezTo>
                  <a:pt x="75657" y="27931"/>
                  <a:pt x="75737" y="27990"/>
                  <a:pt x="75796" y="27990"/>
                </a:cubicBezTo>
                <a:lnTo>
                  <a:pt x="75856" y="27970"/>
                </a:lnTo>
                <a:lnTo>
                  <a:pt x="77720" y="27376"/>
                </a:lnTo>
                <a:cubicBezTo>
                  <a:pt x="77819" y="27316"/>
                  <a:pt x="77859" y="27237"/>
                  <a:pt x="77819" y="27138"/>
                </a:cubicBezTo>
                <a:cubicBezTo>
                  <a:pt x="77786" y="27072"/>
                  <a:pt x="77726" y="27033"/>
                  <a:pt x="77650" y="27033"/>
                </a:cubicBezTo>
                <a:close/>
                <a:moveTo>
                  <a:pt x="73289" y="28343"/>
                </a:moveTo>
                <a:cubicBezTo>
                  <a:pt x="73279" y="28343"/>
                  <a:pt x="73268" y="28345"/>
                  <a:pt x="73258" y="28347"/>
                </a:cubicBezTo>
                <a:lnTo>
                  <a:pt x="71374" y="28823"/>
                </a:lnTo>
                <a:cubicBezTo>
                  <a:pt x="71275" y="28843"/>
                  <a:pt x="71215" y="28942"/>
                  <a:pt x="71235" y="29022"/>
                </a:cubicBezTo>
                <a:cubicBezTo>
                  <a:pt x="71252" y="29090"/>
                  <a:pt x="71299" y="29144"/>
                  <a:pt x="71363" y="29144"/>
                </a:cubicBezTo>
                <a:cubicBezTo>
                  <a:pt x="71373" y="29144"/>
                  <a:pt x="71383" y="29143"/>
                  <a:pt x="71394" y="29141"/>
                </a:cubicBezTo>
                <a:lnTo>
                  <a:pt x="71433" y="29141"/>
                </a:lnTo>
                <a:lnTo>
                  <a:pt x="73317" y="28684"/>
                </a:lnTo>
                <a:cubicBezTo>
                  <a:pt x="73416" y="28665"/>
                  <a:pt x="73456" y="28565"/>
                  <a:pt x="73456" y="28486"/>
                </a:cubicBezTo>
                <a:cubicBezTo>
                  <a:pt x="73439" y="28400"/>
                  <a:pt x="73361" y="28343"/>
                  <a:pt x="73289" y="28343"/>
                </a:cubicBezTo>
                <a:close/>
                <a:moveTo>
                  <a:pt x="68816" y="29398"/>
                </a:moveTo>
                <a:lnTo>
                  <a:pt x="66912" y="29815"/>
                </a:lnTo>
                <a:cubicBezTo>
                  <a:pt x="66813" y="29835"/>
                  <a:pt x="66753" y="29934"/>
                  <a:pt x="66773" y="30013"/>
                </a:cubicBezTo>
                <a:cubicBezTo>
                  <a:pt x="66790" y="30082"/>
                  <a:pt x="66837" y="30136"/>
                  <a:pt x="66901" y="30136"/>
                </a:cubicBezTo>
                <a:cubicBezTo>
                  <a:pt x="66911" y="30136"/>
                  <a:pt x="66921" y="30135"/>
                  <a:pt x="66932" y="30132"/>
                </a:cubicBezTo>
                <a:lnTo>
                  <a:pt x="66971" y="30132"/>
                </a:lnTo>
                <a:lnTo>
                  <a:pt x="68895" y="29716"/>
                </a:lnTo>
                <a:cubicBezTo>
                  <a:pt x="68974" y="29716"/>
                  <a:pt x="69034" y="29616"/>
                  <a:pt x="69014" y="29517"/>
                </a:cubicBezTo>
                <a:cubicBezTo>
                  <a:pt x="68974" y="29438"/>
                  <a:pt x="68895" y="29398"/>
                  <a:pt x="68816" y="29398"/>
                </a:cubicBezTo>
                <a:close/>
                <a:moveTo>
                  <a:pt x="64396" y="30405"/>
                </a:moveTo>
                <a:cubicBezTo>
                  <a:pt x="64381" y="30405"/>
                  <a:pt x="64367" y="30406"/>
                  <a:pt x="64354" y="30410"/>
                </a:cubicBezTo>
                <a:lnTo>
                  <a:pt x="64135" y="30469"/>
                </a:lnTo>
                <a:lnTo>
                  <a:pt x="62470" y="30886"/>
                </a:lnTo>
                <a:cubicBezTo>
                  <a:pt x="62370" y="30886"/>
                  <a:pt x="62311" y="30985"/>
                  <a:pt x="62351" y="31084"/>
                </a:cubicBezTo>
                <a:cubicBezTo>
                  <a:pt x="62351" y="31163"/>
                  <a:pt x="62410" y="31203"/>
                  <a:pt x="62489" y="31203"/>
                </a:cubicBezTo>
                <a:lnTo>
                  <a:pt x="62549" y="31183"/>
                </a:lnTo>
                <a:lnTo>
                  <a:pt x="64195" y="30787"/>
                </a:lnTo>
                <a:lnTo>
                  <a:pt x="64433" y="30707"/>
                </a:lnTo>
                <a:cubicBezTo>
                  <a:pt x="64512" y="30707"/>
                  <a:pt x="64572" y="30608"/>
                  <a:pt x="64552" y="30509"/>
                </a:cubicBezTo>
                <a:cubicBezTo>
                  <a:pt x="64535" y="30443"/>
                  <a:pt x="64465" y="30405"/>
                  <a:pt x="64396" y="30405"/>
                </a:cubicBezTo>
                <a:close/>
                <a:moveTo>
                  <a:pt x="59994" y="31567"/>
                </a:moveTo>
                <a:cubicBezTo>
                  <a:pt x="59974" y="31567"/>
                  <a:pt x="59952" y="31571"/>
                  <a:pt x="59931" y="31580"/>
                </a:cubicBezTo>
                <a:lnTo>
                  <a:pt x="58087" y="32195"/>
                </a:lnTo>
                <a:cubicBezTo>
                  <a:pt x="57988" y="32234"/>
                  <a:pt x="57948" y="32333"/>
                  <a:pt x="57988" y="32413"/>
                </a:cubicBezTo>
                <a:cubicBezTo>
                  <a:pt x="57988" y="32478"/>
                  <a:pt x="58042" y="32517"/>
                  <a:pt x="58095" y="32517"/>
                </a:cubicBezTo>
                <a:cubicBezTo>
                  <a:pt x="58106" y="32517"/>
                  <a:pt x="58116" y="32515"/>
                  <a:pt x="58127" y="32512"/>
                </a:cubicBezTo>
                <a:lnTo>
                  <a:pt x="58186" y="32512"/>
                </a:lnTo>
                <a:lnTo>
                  <a:pt x="60030" y="31897"/>
                </a:lnTo>
                <a:cubicBezTo>
                  <a:pt x="60110" y="31877"/>
                  <a:pt x="60149" y="31778"/>
                  <a:pt x="60129" y="31699"/>
                </a:cubicBezTo>
                <a:cubicBezTo>
                  <a:pt x="60129" y="31621"/>
                  <a:pt x="60068" y="31567"/>
                  <a:pt x="59994" y="31567"/>
                </a:cubicBezTo>
                <a:close/>
                <a:moveTo>
                  <a:pt x="55702" y="33154"/>
                </a:moveTo>
                <a:cubicBezTo>
                  <a:pt x="55683" y="33154"/>
                  <a:pt x="55665" y="33158"/>
                  <a:pt x="55648" y="33166"/>
                </a:cubicBezTo>
                <a:cubicBezTo>
                  <a:pt x="55033" y="33444"/>
                  <a:pt x="54438" y="33741"/>
                  <a:pt x="53863" y="34039"/>
                </a:cubicBezTo>
                <a:cubicBezTo>
                  <a:pt x="53783" y="34059"/>
                  <a:pt x="53744" y="34158"/>
                  <a:pt x="53783" y="34237"/>
                </a:cubicBezTo>
                <a:cubicBezTo>
                  <a:pt x="53803" y="34297"/>
                  <a:pt x="53863" y="34336"/>
                  <a:pt x="53942" y="34336"/>
                </a:cubicBezTo>
                <a:lnTo>
                  <a:pt x="54021" y="34316"/>
                </a:lnTo>
                <a:lnTo>
                  <a:pt x="55767" y="33464"/>
                </a:lnTo>
                <a:cubicBezTo>
                  <a:pt x="55846" y="33424"/>
                  <a:pt x="55886" y="33345"/>
                  <a:pt x="55846" y="33265"/>
                </a:cubicBezTo>
                <a:cubicBezTo>
                  <a:pt x="55830" y="33203"/>
                  <a:pt x="55767" y="33154"/>
                  <a:pt x="55702" y="33154"/>
                </a:cubicBezTo>
                <a:close/>
                <a:moveTo>
                  <a:pt x="51683" y="35303"/>
                </a:moveTo>
                <a:cubicBezTo>
                  <a:pt x="51654" y="35303"/>
                  <a:pt x="51626" y="35316"/>
                  <a:pt x="51602" y="35348"/>
                </a:cubicBezTo>
                <a:cubicBezTo>
                  <a:pt x="51047" y="35705"/>
                  <a:pt x="50511" y="36081"/>
                  <a:pt x="49996" y="36518"/>
                </a:cubicBezTo>
                <a:cubicBezTo>
                  <a:pt x="49916" y="36557"/>
                  <a:pt x="49916" y="36676"/>
                  <a:pt x="49976" y="36736"/>
                </a:cubicBezTo>
                <a:lnTo>
                  <a:pt x="50095" y="36795"/>
                </a:lnTo>
                <a:lnTo>
                  <a:pt x="50194" y="36756"/>
                </a:lnTo>
                <a:cubicBezTo>
                  <a:pt x="50690" y="36359"/>
                  <a:pt x="51245" y="36002"/>
                  <a:pt x="51780" y="35625"/>
                </a:cubicBezTo>
                <a:cubicBezTo>
                  <a:pt x="51960" y="35593"/>
                  <a:pt x="51816" y="35303"/>
                  <a:pt x="51683" y="35303"/>
                </a:cubicBezTo>
                <a:close/>
                <a:moveTo>
                  <a:pt x="48182" y="38228"/>
                </a:moveTo>
                <a:cubicBezTo>
                  <a:pt x="48145" y="38228"/>
                  <a:pt x="48106" y="38244"/>
                  <a:pt x="48072" y="38283"/>
                </a:cubicBezTo>
                <a:lnTo>
                  <a:pt x="47775" y="38580"/>
                </a:lnTo>
                <a:cubicBezTo>
                  <a:pt x="47418" y="38937"/>
                  <a:pt x="47100" y="39334"/>
                  <a:pt x="46783" y="39770"/>
                </a:cubicBezTo>
                <a:cubicBezTo>
                  <a:pt x="46704" y="39830"/>
                  <a:pt x="46723" y="39929"/>
                  <a:pt x="46803" y="39988"/>
                </a:cubicBezTo>
                <a:lnTo>
                  <a:pt x="46902" y="40028"/>
                </a:lnTo>
                <a:cubicBezTo>
                  <a:pt x="46942" y="40028"/>
                  <a:pt x="47001" y="40008"/>
                  <a:pt x="47021" y="39968"/>
                </a:cubicBezTo>
                <a:cubicBezTo>
                  <a:pt x="47338" y="39572"/>
                  <a:pt x="47675" y="39175"/>
                  <a:pt x="48013" y="38798"/>
                </a:cubicBezTo>
                <a:lnTo>
                  <a:pt x="48290" y="38501"/>
                </a:lnTo>
                <a:cubicBezTo>
                  <a:pt x="48395" y="38381"/>
                  <a:pt x="48296" y="38228"/>
                  <a:pt x="48182" y="38228"/>
                </a:cubicBezTo>
                <a:close/>
                <a:moveTo>
                  <a:pt x="45430" y="41892"/>
                </a:moveTo>
                <a:cubicBezTo>
                  <a:pt x="45373" y="41892"/>
                  <a:pt x="45315" y="41918"/>
                  <a:pt x="45276" y="41971"/>
                </a:cubicBezTo>
                <a:cubicBezTo>
                  <a:pt x="44958" y="42546"/>
                  <a:pt x="44661" y="43122"/>
                  <a:pt x="44383" y="43716"/>
                </a:cubicBezTo>
                <a:cubicBezTo>
                  <a:pt x="44364" y="43796"/>
                  <a:pt x="44383" y="43895"/>
                  <a:pt x="44463" y="43935"/>
                </a:cubicBezTo>
                <a:lnTo>
                  <a:pt x="44542" y="43935"/>
                </a:lnTo>
                <a:cubicBezTo>
                  <a:pt x="44602" y="43935"/>
                  <a:pt x="44661" y="43895"/>
                  <a:pt x="44701" y="43855"/>
                </a:cubicBezTo>
                <a:cubicBezTo>
                  <a:pt x="44958" y="43260"/>
                  <a:pt x="45256" y="42685"/>
                  <a:pt x="45593" y="42150"/>
                </a:cubicBezTo>
                <a:cubicBezTo>
                  <a:pt x="45633" y="42051"/>
                  <a:pt x="45613" y="41952"/>
                  <a:pt x="45514" y="41912"/>
                </a:cubicBezTo>
                <a:cubicBezTo>
                  <a:pt x="45487" y="41899"/>
                  <a:pt x="45459" y="41892"/>
                  <a:pt x="45430" y="41892"/>
                </a:cubicBezTo>
                <a:close/>
                <a:moveTo>
                  <a:pt x="43607" y="46032"/>
                </a:moveTo>
                <a:cubicBezTo>
                  <a:pt x="43538" y="46032"/>
                  <a:pt x="43464" y="46070"/>
                  <a:pt x="43431" y="46136"/>
                </a:cubicBezTo>
                <a:cubicBezTo>
                  <a:pt x="43233" y="46751"/>
                  <a:pt x="43055" y="47365"/>
                  <a:pt x="42876" y="48040"/>
                </a:cubicBezTo>
                <a:cubicBezTo>
                  <a:pt x="42876" y="48119"/>
                  <a:pt x="42936" y="48198"/>
                  <a:pt x="43015" y="48238"/>
                </a:cubicBezTo>
                <a:lnTo>
                  <a:pt x="43055" y="48238"/>
                </a:lnTo>
                <a:cubicBezTo>
                  <a:pt x="43134" y="48238"/>
                  <a:pt x="43194" y="48179"/>
                  <a:pt x="43213" y="48119"/>
                </a:cubicBezTo>
                <a:cubicBezTo>
                  <a:pt x="43372" y="47465"/>
                  <a:pt x="43550" y="46850"/>
                  <a:pt x="43749" y="46235"/>
                </a:cubicBezTo>
                <a:cubicBezTo>
                  <a:pt x="43769" y="46156"/>
                  <a:pt x="43729" y="46057"/>
                  <a:pt x="43650" y="46037"/>
                </a:cubicBezTo>
                <a:cubicBezTo>
                  <a:pt x="43636" y="46033"/>
                  <a:pt x="43622" y="46032"/>
                  <a:pt x="43607" y="46032"/>
                </a:cubicBezTo>
                <a:close/>
                <a:moveTo>
                  <a:pt x="42528" y="50475"/>
                </a:moveTo>
                <a:cubicBezTo>
                  <a:pt x="42460" y="50475"/>
                  <a:pt x="42398" y="50529"/>
                  <a:pt x="42380" y="50598"/>
                </a:cubicBezTo>
                <a:cubicBezTo>
                  <a:pt x="42281" y="51233"/>
                  <a:pt x="42182" y="51887"/>
                  <a:pt x="42142" y="52561"/>
                </a:cubicBezTo>
                <a:cubicBezTo>
                  <a:pt x="42123" y="52641"/>
                  <a:pt x="42202" y="52720"/>
                  <a:pt x="42281" y="52720"/>
                </a:cubicBezTo>
                <a:cubicBezTo>
                  <a:pt x="42380" y="52720"/>
                  <a:pt x="42460" y="52680"/>
                  <a:pt x="42460" y="52581"/>
                </a:cubicBezTo>
                <a:cubicBezTo>
                  <a:pt x="42539" y="51927"/>
                  <a:pt x="42618" y="51292"/>
                  <a:pt x="42718" y="50638"/>
                </a:cubicBezTo>
                <a:cubicBezTo>
                  <a:pt x="42718" y="50558"/>
                  <a:pt x="42638" y="50479"/>
                  <a:pt x="42559" y="50479"/>
                </a:cubicBezTo>
                <a:cubicBezTo>
                  <a:pt x="42548" y="50476"/>
                  <a:pt x="42538" y="50475"/>
                  <a:pt x="42528" y="50475"/>
                </a:cubicBezTo>
                <a:close/>
                <a:moveTo>
                  <a:pt x="42142" y="55000"/>
                </a:moveTo>
                <a:cubicBezTo>
                  <a:pt x="42063" y="55000"/>
                  <a:pt x="41964" y="55080"/>
                  <a:pt x="41964" y="55159"/>
                </a:cubicBezTo>
                <a:lnTo>
                  <a:pt x="41964" y="57142"/>
                </a:lnTo>
                <a:cubicBezTo>
                  <a:pt x="41964" y="57222"/>
                  <a:pt x="42023" y="57281"/>
                  <a:pt x="42123" y="57281"/>
                </a:cubicBezTo>
                <a:cubicBezTo>
                  <a:pt x="42202" y="57281"/>
                  <a:pt x="42281" y="57202"/>
                  <a:pt x="42281" y="57122"/>
                </a:cubicBezTo>
                <a:lnTo>
                  <a:pt x="42281" y="55179"/>
                </a:lnTo>
                <a:cubicBezTo>
                  <a:pt x="42301" y="55080"/>
                  <a:pt x="42222" y="55000"/>
                  <a:pt x="42142" y="55000"/>
                </a:cubicBezTo>
                <a:close/>
                <a:moveTo>
                  <a:pt x="42221" y="59619"/>
                </a:moveTo>
                <a:cubicBezTo>
                  <a:pt x="42152" y="59619"/>
                  <a:pt x="42084" y="59658"/>
                  <a:pt x="42063" y="59740"/>
                </a:cubicBezTo>
                <a:cubicBezTo>
                  <a:pt x="42123" y="60395"/>
                  <a:pt x="42162" y="61029"/>
                  <a:pt x="42242" y="61703"/>
                </a:cubicBezTo>
                <a:cubicBezTo>
                  <a:pt x="42242" y="61783"/>
                  <a:pt x="42321" y="61842"/>
                  <a:pt x="42420" y="61842"/>
                </a:cubicBezTo>
                <a:cubicBezTo>
                  <a:pt x="42519" y="61822"/>
                  <a:pt x="42579" y="61743"/>
                  <a:pt x="42559" y="61684"/>
                </a:cubicBezTo>
                <a:cubicBezTo>
                  <a:pt x="42519" y="61009"/>
                  <a:pt x="42440" y="60355"/>
                  <a:pt x="42380" y="59720"/>
                </a:cubicBezTo>
                <a:cubicBezTo>
                  <a:pt x="42352" y="59653"/>
                  <a:pt x="42286" y="59619"/>
                  <a:pt x="42221" y="59619"/>
                </a:cubicBezTo>
                <a:close/>
                <a:moveTo>
                  <a:pt x="42718" y="64103"/>
                </a:moveTo>
                <a:cubicBezTo>
                  <a:pt x="42618" y="64123"/>
                  <a:pt x="42559" y="64202"/>
                  <a:pt x="42559" y="64301"/>
                </a:cubicBezTo>
                <a:lnTo>
                  <a:pt x="42856" y="66245"/>
                </a:lnTo>
                <a:cubicBezTo>
                  <a:pt x="42876" y="66304"/>
                  <a:pt x="42956" y="66364"/>
                  <a:pt x="43035" y="66364"/>
                </a:cubicBezTo>
                <a:lnTo>
                  <a:pt x="43055" y="66364"/>
                </a:lnTo>
                <a:cubicBezTo>
                  <a:pt x="43134" y="66344"/>
                  <a:pt x="43194" y="66265"/>
                  <a:pt x="43174" y="66185"/>
                </a:cubicBezTo>
                <a:lnTo>
                  <a:pt x="42876" y="64262"/>
                </a:lnTo>
                <a:cubicBezTo>
                  <a:pt x="42876" y="64163"/>
                  <a:pt x="42797" y="64103"/>
                  <a:pt x="42718" y="64103"/>
                </a:cubicBezTo>
                <a:close/>
                <a:moveTo>
                  <a:pt x="43471" y="68650"/>
                </a:moveTo>
                <a:cubicBezTo>
                  <a:pt x="43389" y="68650"/>
                  <a:pt x="43312" y="68709"/>
                  <a:pt x="43312" y="68803"/>
                </a:cubicBezTo>
                <a:lnTo>
                  <a:pt x="43610" y="70548"/>
                </a:lnTo>
                <a:lnTo>
                  <a:pt x="43650" y="70727"/>
                </a:lnTo>
                <a:cubicBezTo>
                  <a:pt x="43650" y="70806"/>
                  <a:pt x="43709" y="70866"/>
                  <a:pt x="43808" y="70866"/>
                </a:cubicBezTo>
                <a:lnTo>
                  <a:pt x="43828" y="70866"/>
                </a:lnTo>
                <a:cubicBezTo>
                  <a:pt x="43907" y="70846"/>
                  <a:pt x="43967" y="70766"/>
                  <a:pt x="43967" y="70667"/>
                </a:cubicBezTo>
                <a:lnTo>
                  <a:pt x="43927" y="70489"/>
                </a:lnTo>
                <a:lnTo>
                  <a:pt x="43630" y="68744"/>
                </a:lnTo>
                <a:cubicBezTo>
                  <a:pt x="43589" y="68679"/>
                  <a:pt x="43529" y="68650"/>
                  <a:pt x="43471" y="68650"/>
                </a:cubicBezTo>
                <a:close/>
                <a:moveTo>
                  <a:pt x="44225" y="73106"/>
                </a:moveTo>
                <a:cubicBezTo>
                  <a:pt x="44126" y="73126"/>
                  <a:pt x="44086" y="73206"/>
                  <a:pt x="44106" y="73305"/>
                </a:cubicBezTo>
                <a:cubicBezTo>
                  <a:pt x="44205" y="73939"/>
                  <a:pt x="44324" y="74594"/>
                  <a:pt x="44423" y="75228"/>
                </a:cubicBezTo>
                <a:cubicBezTo>
                  <a:pt x="44423" y="75308"/>
                  <a:pt x="44502" y="75367"/>
                  <a:pt x="44562" y="75367"/>
                </a:cubicBezTo>
                <a:lnTo>
                  <a:pt x="44602" y="75367"/>
                </a:lnTo>
                <a:cubicBezTo>
                  <a:pt x="44681" y="75347"/>
                  <a:pt x="44740" y="75268"/>
                  <a:pt x="44740" y="75189"/>
                </a:cubicBezTo>
                <a:cubicBezTo>
                  <a:pt x="44641" y="74534"/>
                  <a:pt x="44522" y="73900"/>
                  <a:pt x="44423" y="73245"/>
                </a:cubicBezTo>
                <a:cubicBezTo>
                  <a:pt x="44403" y="73166"/>
                  <a:pt x="44304" y="73106"/>
                  <a:pt x="44225" y="73106"/>
                </a:cubicBezTo>
                <a:close/>
                <a:moveTo>
                  <a:pt x="44939" y="77608"/>
                </a:moveTo>
                <a:cubicBezTo>
                  <a:pt x="44840" y="77628"/>
                  <a:pt x="44780" y="77727"/>
                  <a:pt x="44780" y="77806"/>
                </a:cubicBezTo>
                <a:cubicBezTo>
                  <a:pt x="44879" y="78481"/>
                  <a:pt x="44958" y="79135"/>
                  <a:pt x="45038" y="79750"/>
                </a:cubicBezTo>
                <a:cubicBezTo>
                  <a:pt x="45038" y="79829"/>
                  <a:pt x="45097" y="79889"/>
                  <a:pt x="45177" y="79889"/>
                </a:cubicBezTo>
                <a:lnTo>
                  <a:pt x="45216" y="79889"/>
                </a:lnTo>
                <a:cubicBezTo>
                  <a:pt x="45296" y="79869"/>
                  <a:pt x="45355" y="79790"/>
                  <a:pt x="45355" y="79690"/>
                </a:cubicBezTo>
                <a:cubicBezTo>
                  <a:pt x="45276" y="79076"/>
                  <a:pt x="45216" y="78421"/>
                  <a:pt x="45117" y="77767"/>
                </a:cubicBezTo>
                <a:cubicBezTo>
                  <a:pt x="45117" y="77668"/>
                  <a:pt x="45038" y="77608"/>
                  <a:pt x="44939" y="77608"/>
                </a:cubicBezTo>
                <a:close/>
                <a:moveTo>
                  <a:pt x="45415" y="82150"/>
                </a:moveTo>
                <a:cubicBezTo>
                  <a:pt x="45335" y="82169"/>
                  <a:pt x="45276" y="82249"/>
                  <a:pt x="45256" y="82328"/>
                </a:cubicBezTo>
                <a:cubicBezTo>
                  <a:pt x="45315" y="83002"/>
                  <a:pt x="45335" y="83657"/>
                  <a:pt x="45355" y="84291"/>
                </a:cubicBezTo>
                <a:cubicBezTo>
                  <a:pt x="45355" y="84371"/>
                  <a:pt x="45434" y="84430"/>
                  <a:pt x="45514" y="84430"/>
                </a:cubicBezTo>
                <a:cubicBezTo>
                  <a:pt x="45593" y="84430"/>
                  <a:pt x="45672" y="84371"/>
                  <a:pt x="45672" y="84291"/>
                </a:cubicBezTo>
                <a:cubicBezTo>
                  <a:pt x="45653" y="83637"/>
                  <a:pt x="45633" y="82963"/>
                  <a:pt x="45573" y="82308"/>
                </a:cubicBezTo>
                <a:cubicBezTo>
                  <a:pt x="45573" y="82209"/>
                  <a:pt x="45494" y="82150"/>
                  <a:pt x="45415" y="82150"/>
                </a:cubicBezTo>
                <a:close/>
                <a:moveTo>
                  <a:pt x="45514" y="86711"/>
                </a:moveTo>
                <a:cubicBezTo>
                  <a:pt x="45415" y="86711"/>
                  <a:pt x="45335" y="86790"/>
                  <a:pt x="45335" y="86889"/>
                </a:cubicBezTo>
                <a:cubicBezTo>
                  <a:pt x="45315" y="87524"/>
                  <a:pt x="45256" y="88198"/>
                  <a:pt x="45196" y="88813"/>
                </a:cubicBezTo>
                <a:cubicBezTo>
                  <a:pt x="45196" y="88912"/>
                  <a:pt x="45236" y="88991"/>
                  <a:pt x="45335" y="88991"/>
                </a:cubicBezTo>
                <a:lnTo>
                  <a:pt x="45355" y="88991"/>
                </a:lnTo>
                <a:cubicBezTo>
                  <a:pt x="45434" y="88991"/>
                  <a:pt x="45514" y="88932"/>
                  <a:pt x="45514" y="88852"/>
                </a:cubicBezTo>
                <a:cubicBezTo>
                  <a:pt x="45573" y="88218"/>
                  <a:pt x="45633" y="87563"/>
                  <a:pt x="45653" y="86889"/>
                </a:cubicBezTo>
                <a:cubicBezTo>
                  <a:pt x="45653" y="86810"/>
                  <a:pt x="45593" y="86731"/>
                  <a:pt x="45514" y="86711"/>
                </a:cubicBezTo>
                <a:close/>
                <a:moveTo>
                  <a:pt x="45018" y="91252"/>
                </a:moveTo>
                <a:cubicBezTo>
                  <a:pt x="44919" y="91252"/>
                  <a:pt x="44859" y="91312"/>
                  <a:pt x="44840" y="91391"/>
                </a:cubicBezTo>
                <a:cubicBezTo>
                  <a:pt x="44721" y="92025"/>
                  <a:pt x="44602" y="92660"/>
                  <a:pt x="44423" y="93315"/>
                </a:cubicBezTo>
                <a:cubicBezTo>
                  <a:pt x="44403" y="93394"/>
                  <a:pt x="44463" y="93473"/>
                  <a:pt x="44542" y="93513"/>
                </a:cubicBezTo>
                <a:lnTo>
                  <a:pt x="44602" y="93513"/>
                </a:lnTo>
                <a:cubicBezTo>
                  <a:pt x="44661" y="93513"/>
                  <a:pt x="44721" y="93453"/>
                  <a:pt x="44740" y="93374"/>
                </a:cubicBezTo>
                <a:cubicBezTo>
                  <a:pt x="44879" y="92739"/>
                  <a:pt x="45038" y="92085"/>
                  <a:pt x="45157" y="91450"/>
                </a:cubicBezTo>
                <a:cubicBezTo>
                  <a:pt x="45157" y="91351"/>
                  <a:pt x="45097" y="91272"/>
                  <a:pt x="45018" y="91252"/>
                </a:cubicBezTo>
                <a:close/>
                <a:moveTo>
                  <a:pt x="43854" y="95679"/>
                </a:moveTo>
                <a:cubicBezTo>
                  <a:pt x="43788" y="95679"/>
                  <a:pt x="43733" y="95720"/>
                  <a:pt x="43689" y="95793"/>
                </a:cubicBezTo>
                <a:cubicBezTo>
                  <a:pt x="43511" y="96408"/>
                  <a:pt x="43273" y="97023"/>
                  <a:pt x="43055" y="97618"/>
                </a:cubicBezTo>
                <a:cubicBezTo>
                  <a:pt x="43015" y="97697"/>
                  <a:pt x="43055" y="97796"/>
                  <a:pt x="43134" y="97836"/>
                </a:cubicBezTo>
                <a:lnTo>
                  <a:pt x="43213" y="97836"/>
                </a:lnTo>
                <a:cubicBezTo>
                  <a:pt x="43273" y="97836"/>
                  <a:pt x="43332" y="97796"/>
                  <a:pt x="43352" y="97737"/>
                </a:cubicBezTo>
                <a:cubicBezTo>
                  <a:pt x="43590" y="97122"/>
                  <a:pt x="43828" y="96507"/>
                  <a:pt x="44026" y="95893"/>
                </a:cubicBezTo>
                <a:cubicBezTo>
                  <a:pt x="44046" y="95793"/>
                  <a:pt x="44007" y="95714"/>
                  <a:pt x="43927" y="95694"/>
                </a:cubicBezTo>
                <a:cubicBezTo>
                  <a:pt x="43902" y="95684"/>
                  <a:pt x="43877" y="95679"/>
                  <a:pt x="43854" y="95679"/>
                </a:cubicBezTo>
                <a:close/>
                <a:moveTo>
                  <a:pt x="42153" y="99929"/>
                </a:moveTo>
                <a:cubicBezTo>
                  <a:pt x="42092" y="99929"/>
                  <a:pt x="42030" y="99965"/>
                  <a:pt x="42004" y="100017"/>
                </a:cubicBezTo>
                <a:cubicBezTo>
                  <a:pt x="41746" y="100593"/>
                  <a:pt x="41448" y="101188"/>
                  <a:pt x="41111" y="101763"/>
                </a:cubicBezTo>
                <a:cubicBezTo>
                  <a:pt x="41091" y="101842"/>
                  <a:pt x="41111" y="101941"/>
                  <a:pt x="41191" y="101981"/>
                </a:cubicBezTo>
                <a:lnTo>
                  <a:pt x="41270" y="101981"/>
                </a:lnTo>
                <a:cubicBezTo>
                  <a:pt x="41329" y="101981"/>
                  <a:pt x="41389" y="101961"/>
                  <a:pt x="41409" y="101901"/>
                </a:cubicBezTo>
                <a:cubicBezTo>
                  <a:pt x="41706" y="101326"/>
                  <a:pt x="42043" y="100751"/>
                  <a:pt x="42301" y="100176"/>
                </a:cubicBezTo>
                <a:cubicBezTo>
                  <a:pt x="42341" y="100077"/>
                  <a:pt x="42301" y="99978"/>
                  <a:pt x="42242" y="99958"/>
                </a:cubicBezTo>
                <a:cubicBezTo>
                  <a:pt x="42215" y="99938"/>
                  <a:pt x="42184" y="99929"/>
                  <a:pt x="42153" y="99929"/>
                </a:cubicBezTo>
                <a:close/>
                <a:moveTo>
                  <a:pt x="39901" y="103899"/>
                </a:moveTo>
                <a:cubicBezTo>
                  <a:pt x="39853" y="103899"/>
                  <a:pt x="39813" y="103923"/>
                  <a:pt x="39802" y="103984"/>
                </a:cubicBezTo>
                <a:cubicBezTo>
                  <a:pt x="39465" y="104539"/>
                  <a:pt x="39088" y="105074"/>
                  <a:pt x="38712" y="105630"/>
                </a:cubicBezTo>
                <a:cubicBezTo>
                  <a:pt x="38672" y="105709"/>
                  <a:pt x="38692" y="105788"/>
                  <a:pt x="38771" y="105848"/>
                </a:cubicBezTo>
                <a:lnTo>
                  <a:pt x="38870" y="105848"/>
                </a:lnTo>
                <a:cubicBezTo>
                  <a:pt x="38910" y="105848"/>
                  <a:pt x="38969" y="105828"/>
                  <a:pt x="38989" y="105808"/>
                </a:cubicBezTo>
                <a:cubicBezTo>
                  <a:pt x="39366" y="105273"/>
                  <a:pt x="39743" y="104717"/>
                  <a:pt x="40080" y="104162"/>
                </a:cubicBezTo>
                <a:cubicBezTo>
                  <a:pt x="40209" y="104062"/>
                  <a:pt x="40027" y="103899"/>
                  <a:pt x="39901" y="103899"/>
                </a:cubicBezTo>
                <a:close/>
                <a:moveTo>
                  <a:pt x="37289" y="107605"/>
                </a:moveTo>
                <a:cubicBezTo>
                  <a:pt x="37242" y="107605"/>
                  <a:pt x="37198" y="107620"/>
                  <a:pt x="37165" y="107653"/>
                </a:cubicBezTo>
                <a:cubicBezTo>
                  <a:pt x="36768" y="108188"/>
                  <a:pt x="36332" y="108684"/>
                  <a:pt x="35915" y="109180"/>
                </a:cubicBezTo>
                <a:cubicBezTo>
                  <a:pt x="35856" y="109239"/>
                  <a:pt x="35876" y="109338"/>
                  <a:pt x="35935" y="109398"/>
                </a:cubicBezTo>
                <a:cubicBezTo>
                  <a:pt x="35955" y="109418"/>
                  <a:pt x="35995" y="109437"/>
                  <a:pt x="36034" y="109437"/>
                </a:cubicBezTo>
                <a:cubicBezTo>
                  <a:pt x="36094" y="109437"/>
                  <a:pt x="36134" y="109418"/>
                  <a:pt x="36173" y="109378"/>
                </a:cubicBezTo>
                <a:cubicBezTo>
                  <a:pt x="36590" y="108882"/>
                  <a:pt x="37026" y="108386"/>
                  <a:pt x="37423" y="107890"/>
                </a:cubicBezTo>
                <a:cubicBezTo>
                  <a:pt x="37482" y="107811"/>
                  <a:pt x="37462" y="107692"/>
                  <a:pt x="37403" y="107633"/>
                </a:cubicBezTo>
                <a:cubicBezTo>
                  <a:pt x="37367" y="107615"/>
                  <a:pt x="37327" y="107605"/>
                  <a:pt x="37289" y="107605"/>
                </a:cubicBezTo>
                <a:close/>
                <a:moveTo>
                  <a:pt x="34266" y="111031"/>
                </a:moveTo>
                <a:cubicBezTo>
                  <a:pt x="34228" y="111031"/>
                  <a:pt x="34188" y="111046"/>
                  <a:pt x="34150" y="111083"/>
                </a:cubicBezTo>
                <a:cubicBezTo>
                  <a:pt x="33714" y="111520"/>
                  <a:pt x="33238" y="111996"/>
                  <a:pt x="32742" y="112452"/>
                </a:cubicBezTo>
                <a:cubicBezTo>
                  <a:pt x="32683" y="112511"/>
                  <a:pt x="32683" y="112591"/>
                  <a:pt x="32742" y="112670"/>
                </a:cubicBezTo>
                <a:lnTo>
                  <a:pt x="32861" y="112709"/>
                </a:lnTo>
                <a:lnTo>
                  <a:pt x="32961" y="112670"/>
                </a:lnTo>
                <a:cubicBezTo>
                  <a:pt x="33456" y="112214"/>
                  <a:pt x="33932" y="111777"/>
                  <a:pt x="34388" y="111301"/>
                </a:cubicBezTo>
                <a:cubicBezTo>
                  <a:pt x="34495" y="111195"/>
                  <a:pt x="34392" y="111031"/>
                  <a:pt x="34266" y="111031"/>
                </a:cubicBezTo>
                <a:close/>
                <a:moveTo>
                  <a:pt x="30919" y="114115"/>
                </a:moveTo>
                <a:cubicBezTo>
                  <a:pt x="30883" y="114115"/>
                  <a:pt x="30846" y="114130"/>
                  <a:pt x="30819" y="114157"/>
                </a:cubicBezTo>
                <a:lnTo>
                  <a:pt x="29292" y="115367"/>
                </a:lnTo>
                <a:cubicBezTo>
                  <a:pt x="29232" y="115426"/>
                  <a:pt x="29193" y="115526"/>
                  <a:pt x="29252" y="115625"/>
                </a:cubicBezTo>
                <a:lnTo>
                  <a:pt x="29391" y="115664"/>
                </a:lnTo>
                <a:lnTo>
                  <a:pt x="29490" y="115645"/>
                </a:lnTo>
                <a:cubicBezTo>
                  <a:pt x="30025" y="115248"/>
                  <a:pt x="30521" y="114831"/>
                  <a:pt x="31017" y="114395"/>
                </a:cubicBezTo>
                <a:cubicBezTo>
                  <a:pt x="31077" y="114355"/>
                  <a:pt x="31096" y="114237"/>
                  <a:pt x="31037" y="114177"/>
                </a:cubicBezTo>
                <a:cubicBezTo>
                  <a:pt x="31005" y="114135"/>
                  <a:pt x="30962" y="114115"/>
                  <a:pt x="30919" y="114115"/>
                </a:cubicBezTo>
                <a:close/>
                <a:moveTo>
                  <a:pt x="27278" y="116860"/>
                </a:moveTo>
                <a:cubicBezTo>
                  <a:pt x="27247" y="116860"/>
                  <a:pt x="27216" y="116876"/>
                  <a:pt x="27190" y="116914"/>
                </a:cubicBezTo>
                <a:lnTo>
                  <a:pt x="25563" y="117965"/>
                </a:lnTo>
                <a:cubicBezTo>
                  <a:pt x="25484" y="118024"/>
                  <a:pt x="25464" y="118143"/>
                  <a:pt x="25504" y="118223"/>
                </a:cubicBezTo>
                <a:cubicBezTo>
                  <a:pt x="25544" y="118262"/>
                  <a:pt x="25603" y="118282"/>
                  <a:pt x="25663" y="118302"/>
                </a:cubicBezTo>
                <a:lnTo>
                  <a:pt x="25722" y="118262"/>
                </a:lnTo>
                <a:lnTo>
                  <a:pt x="27368" y="117172"/>
                </a:lnTo>
                <a:cubicBezTo>
                  <a:pt x="27545" y="117139"/>
                  <a:pt x="27409" y="116860"/>
                  <a:pt x="27278" y="116860"/>
                </a:cubicBezTo>
                <a:close/>
                <a:moveTo>
                  <a:pt x="23367" y="119328"/>
                </a:moveTo>
                <a:cubicBezTo>
                  <a:pt x="23353" y="119328"/>
                  <a:pt x="23338" y="119329"/>
                  <a:pt x="23322" y="119333"/>
                </a:cubicBezTo>
                <a:lnTo>
                  <a:pt x="21617" y="120245"/>
                </a:lnTo>
                <a:cubicBezTo>
                  <a:pt x="21538" y="120305"/>
                  <a:pt x="21518" y="120384"/>
                  <a:pt x="21538" y="120483"/>
                </a:cubicBezTo>
                <a:cubicBezTo>
                  <a:pt x="21557" y="120523"/>
                  <a:pt x="21617" y="120563"/>
                  <a:pt x="21696" y="120583"/>
                </a:cubicBezTo>
                <a:lnTo>
                  <a:pt x="21756" y="120543"/>
                </a:lnTo>
                <a:cubicBezTo>
                  <a:pt x="22351" y="120245"/>
                  <a:pt x="22926" y="119928"/>
                  <a:pt x="23501" y="119611"/>
                </a:cubicBezTo>
                <a:cubicBezTo>
                  <a:pt x="23573" y="119485"/>
                  <a:pt x="23499" y="119328"/>
                  <a:pt x="23367" y="119328"/>
                </a:cubicBezTo>
                <a:close/>
                <a:moveTo>
                  <a:pt x="19343" y="121409"/>
                </a:moveTo>
                <a:cubicBezTo>
                  <a:pt x="19321" y="121409"/>
                  <a:pt x="19299" y="121411"/>
                  <a:pt x="19277" y="121415"/>
                </a:cubicBezTo>
                <a:cubicBezTo>
                  <a:pt x="18722" y="121713"/>
                  <a:pt x="18127" y="121991"/>
                  <a:pt x="17532" y="122229"/>
                </a:cubicBezTo>
                <a:cubicBezTo>
                  <a:pt x="17452" y="122288"/>
                  <a:pt x="17413" y="122367"/>
                  <a:pt x="17433" y="122466"/>
                </a:cubicBezTo>
                <a:cubicBezTo>
                  <a:pt x="17472" y="122506"/>
                  <a:pt x="17532" y="122546"/>
                  <a:pt x="17591" y="122566"/>
                </a:cubicBezTo>
                <a:lnTo>
                  <a:pt x="17651" y="122526"/>
                </a:lnTo>
                <a:cubicBezTo>
                  <a:pt x="18246" y="122288"/>
                  <a:pt x="18841" y="122010"/>
                  <a:pt x="19436" y="121713"/>
                </a:cubicBezTo>
                <a:cubicBezTo>
                  <a:pt x="19515" y="121673"/>
                  <a:pt x="19535" y="121594"/>
                  <a:pt x="19515" y="121515"/>
                </a:cubicBezTo>
                <a:cubicBezTo>
                  <a:pt x="19484" y="121438"/>
                  <a:pt x="19418" y="121409"/>
                  <a:pt x="19343" y="121409"/>
                </a:cubicBezTo>
                <a:close/>
                <a:moveTo>
                  <a:pt x="15196" y="123240"/>
                </a:moveTo>
                <a:cubicBezTo>
                  <a:pt x="15167" y="123240"/>
                  <a:pt x="15139" y="123247"/>
                  <a:pt x="15112" y="123260"/>
                </a:cubicBezTo>
                <a:lnTo>
                  <a:pt x="13288" y="123954"/>
                </a:lnTo>
                <a:cubicBezTo>
                  <a:pt x="13208" y="123974"/>
                  <a:pt x="13169" y="124053"/>
                  <a:pt x="13189" y="124152"/>
                </a:cubicBezTo>
                <a:cubicBezTo>
                  <a:pt x="13208" y="124212"/>
                  <a:pt x="13288" y="124271"/>
                  <a:pt x="13367" y="124271"/>
                </a:cubicBezTo>
                <a:lnTo>
                  <a:pt x="13407" y="124251"/>
                </a:lnTo>
                <a:lnTo>
                  <a:pt x="15251" y="123557"/>
                </a:lnTo>
                <a:cubicBezTo>
                  <a:pt x="15330" y="123498"/>
                  <a:pt x="15370" y="123418"/>
                  <a:pt x="15350" y="123319"/>
                </a:cubicBezTo>
                <a:cubicBezTo>
                  <a:pt x="15311" y="123266"/>
                  <a:pt x="15253" y="123240"/>
                  <a:pt x="15196" y="123240"/>
                </a:cubicBezTo>
                <a:close/>
                <a:moveTo>
                  <a:pt x="10871" y="124782"/>
                </a:moveTo>
                <a:cubicBezTo>
                  <a:pt x="10857" y="124782"/>
                  <a:pt x="10842" y="124783"/>
                  <a:pt x="10829" y="124787"/>
                </a:cubicBezTo>
                <a:lnTo>
                  <a:pt x="8965" y="125382"/>
                </a:lnTo>
                <a:cubicBezTo>
                  <a:pt x="8885" y="125421"/>
                  <a:pt x="8846" y="125501"/>
                  <a:pt x="8865" y="125580"/>
                </a:cubicBezTo>
                <a:cubicBezTo>
                  <a:pt x="8885" y="125659"/>
                  <a:pt x="8945" y="125699"/>
                  <a:pt x="9024" y="125699"/>
                </a:cubicBezTo>
                <a:lnTo>
                  <a:pt x="9064" y="125699"/>
                </a:lnTo>
                <a:lnTo>
                  <a:pt x="10928" y="125104"/>
                </a:lnTo>
                <a:cubicBezTo>
                  <a:pt x="11027" y="125084"/>
                  <a:pt x="11087" y="124985"/>
                  <a:pt x="11047" y="124886"/>
                </a:cubicBezTo>
                <a:cubicBezTo>
                  <a:pt x="11014" y="124820"/>
                  <a:pt x="10940" y="124782"/>
                  <a:pt x="10871" y="124782"/>
                </a:cubicBezTo>
                <a:close/>
                <a:moveTo>
                  <a:pt x="6503" y="126092"/>
                </a:moveTo>
                <a:cubicBezTo>
                  <a:pt x="6491" y="126092"/>
                  <a:pt x="6479" y="126093"/>
                  <a:pt x="6466" y="126096"/>
                </a:cubicBezTo>
                <a:lnTo>
                  <a:pt x="4582" y="126591"/>
                </a:lnTo>
                <a:cubicBezTo>
                  <a:pt x="4503" y="126611"/>
                  <a:pt x="4443" y="126710"/>
                  <a:pt x="4463" y="126790"/>
                </a:cubicBezTo>
                <a:cubicBezTo>
                  <a:pt x="4483" y="126869"/>
                  <a:pt x="4562" y="126909"/>
                  <a:pt x="4641" y="126929"/>
                </a:cubicBezTo>
                <a:lnTo>
                  <a:pt x="4661" y="126929"/>
                </a:lnTo>
                <a:lnTo>
                  <a:pt x="6565" y="126433"/>
                </a:lnTo>
                <a:cubicBezTo>
                  <a:pt x="6644" y="126393"/>
                  <a:pt x="6684" y="126314"/>
                  <a:pt x="6664" y="126234"/>
                </a:cubicBezTo>
                <a:cubicBezTo>
                  <a:pt x="6647" y="126148"/>
                  <a:pt x="6584" y="126092"/>
                  <a:pt x="6503" y="126092"/>
                </a:cubicBezTo>
                <a:close/>
                <a:moveTo>
                  <a:pt x="2103" y="127221"/>
                </a:moveTo>
                <a:cubicBezTo>
                  <a:pt x="2090" y="127221"/>
                  <a:pt x="2076" y="127223"/>
                  <a:pt x="2063" y="127226"/>
                </a:cubicBezTo>
                <a:lnTo>
                  <a:pt x="140" y="127623"/>
                </a:lnTo>
                <a:cubicBezTo>
                  <a:pt x="60" y="127642"/>
                  <a:pt x="1" y="127722"/>
                  <a:pt x="21" y="127821"/>
                </a:cubicBezTo>
                <a:cubicBezTo>
                  <a:pt x="40" y="127880"/>
                  <a:pt x="100" y="127940"/>
                  <a:pt x="179" y="127940"/>
                </a:cubicBezTo>
                <a:lnTo>
                  <a:pt x="199" y="127940"/>
                </a:lnTo>
                <a:lnTo>
                  <a:pt x="2123" y="127523"/>
                </a:lnTo>
                <a:cubicBezTo>
                  <a:pt x="2202" y="127523"/>
                  <a:pt x="2262" y="127424"/>
                  <a:pt x="2262" y="127345"/>
                </a:cubicBezTo>
                <a:cubicBezTo>
                  <a:pt x="2229" y="127262"/>
                  <a:pt x="2168" y="127221"/>
                  <a:pt x="2103" y="12722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textbox 32"/>
          <p:cNvSpPr/>
          <p:nvPr/>
        </p:nvSpPr>
        <p:spPr>
          <a:xfrm>
            <a:off x="882015" y="526415"/>
            <a:ext cx="4730115" cy="646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lang="en-US" sz="3800" b="1" kern="0" spc="6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r>
              <a:rPr sz="3800" b="1" kern="0" spc="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sz="3800" b="1" kern="0" spc="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认识</a:t>
            </a:r>
            <a:r>
              <a:rPr sz="3800" b="1" kern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Matlab</a:t>
            </a:r>
            <a:r>
              <a:rPr sz="3800" b="1" kern="0" spc="6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lang="zh-CN" sz="3800" b="1" kern="0" spc="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界面</a:t>
            </a:r>
            <a:endParaRPr sz="3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9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1365" algn="l" rtl="0" eaLnBrk="0">
              <a:lnSpc>
                <a:spcPct val="95000"/>
              </a:lnSpc>
              <a:spcBef>
                <a:spcPts val="725"/>
              </a:spcBef>
            </a:pP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8108315" y="1172845"/>
            <a:ext cx="3591560" cy="5247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保存文件</a:t>
            </a:r>
            <a:r>
              <a:rPr lang="en-US" altLang="zh-CN" sz="2400" b="1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: </a:t>
            </a:r>
            <a:endParaRPr lang="en-US" altLang="zh-CN" sz="2400" b="1" spc="2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新创建的</a:t>
            </a:r>
            <a:r>
              <a:rPr lang="en-US" altLang="zh-CN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"</a:t>
            </a:r>
            <a:r>
              <a:rPr lang="zh-CN" altLang="en-US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脚本</a:t>
            </a:r>
            <a:r>
              <a:rPr lang="en-US" altLang="zh-CN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"</a:t>
            </a:r>
            <a:r>
              <a:rPr lang="zh-CN" altLang="en-US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文件</a:t>
            </a:r>
            <a:r>
              <a:rPr lang="en-US" altLang="zh-CN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,</a:t>
            </a:r>
            <a:r>
              <a:rPr lang="zh-CN" altLang="en-US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需要保存</a:t>
            </a:r>
            <a:r>
              <a:rPr lang="en-US" altLang="zh-CN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,</a:t>
            </a:r>
            <a:r>
              <a:rPr lang="zh-CN" altLang="en-US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注意命名规则需要符合字符串变量命名规则：</a:t>
            </a:r>
            <a:endParaRPr lang="en-US" altLang="zh-CN" spc="2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zh-CN" altLang="en-US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大小写区分</a:t>
            </a:r>
            <a:r>
              <a:rPr lang="en-US" altLang="zh-CN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:</a:t>
            </a:r>
            <a:r>
              <a:rPr lang="zh-CN" altLang="en-US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变量名称区分大小写，</a:t>
            </a:r>
            <a:r>
              <a:rPr lang="en-US" altLang="zh-CN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</a:t>
            </a:r>
            <a:r>
              <a:rPr lang="zh-CN" altLang="en-US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与</a:t>
            </a:r>
            <a:r>
              <a:rPr lang="en-US" altLang="zh-CN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</a:t>
            </a:r>
            <a:r>
              <a:rPr lang="zh-CN" altLang="en-US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是两个不同的变量</a:t>
            </a:r>
            <a:r>
              <a:rPr lang="en-US" altLang="zh-CN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;</a:t>
            </a:r>
            <a:endParaRPr lang="en-US" altLang="zh-CN" spc="2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</a:t>
            </a:r>
            <a:r>
              <a:rPr lang="zh-CN" altLang="en-US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长度</a:t>
            </a:r>
            <a:r>
              <a:rPr lang="en-US" altLang="zh-CN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:</a:t>
            </a:r>
            <a:r>
              <a:rPr lang="zh-CN" altLang="en-US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变量名称长度不能任意长，</a:t>
            </a:r>
            <a:r>
              <a:rPr lang="zh-CN" altLang="en-US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不能超过</a:t>
            </a:r>
            <a:r>
              <a:rPr lang="en-US" altLang="zh-CN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63</a:t>
            </a:r>
            <a:r>
              <a:rPr lang="zh-CN" altLang="en-US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位</a:t>
            </a:r>
            <a:r>
              <a:rPr lang="en-US" altLang="zh-CN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(</a:t>
            </a:r>
            <a:r>
              <a:rPr lang="zh-CN" altLang="en-US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后续可能增加</a:t>
            </a:r>
            <a:r>
              <a:rPr lang="en-US" altLang="zh-CN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);</a:t>
            </a:r>
            <a:endParaRPr lang="en-US" altLang="zh-CN" spc="2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</a:t>
            </a:r>
            <a:r>
              <a:rPr lang="zh-CN" altLang="en-US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变量组成</a:t>
            </a:r>
            <a:r>
              <a:rPr lang="en-US" altLang="zh-CN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:</a:t>
            </a:r>
            <a:r>
              <a:rPr lang="zh-CN" altLang="en-US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只能包含字母</a:t>
            </a:r>
            <a:r>
              <a:rPr lang="en-US" altLang="zh-CN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,</a:t>
            </a:r>
            <a:r>
              <a:rPr lang="zh-CN" altLang="en-US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数字和下划线</a:t>
            </a:r>
            <a:r>
              <a:rPr lang="en-US" altLang="zh-CN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,</a:t>
            </a:r>
            <a:r>
              <a:rPr lang="zh-CN" altLang="en-US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只能以字母开头</a:t>
            </a:r>
            <a:r>
              <a:rPr lang="en-US" altLang="zh-CN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;</a:t>
            </a:r>
            <a:endParaRPr lang="en-US" altLang="zh-CN" spc="2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</a:t>
            </a:r>
            <a:r>
              <a:rPr lang="zh-CN" altLang="en-US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避免使用</a:t>
            </a:r>
            <a:r>
              <a:rPr lang="en-US" altLang="zh-CN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MATLAB</a:t>
            </a:r>
            <a:r>
              <a:rPr lang="zh-CN" altLang="en-US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的关键字和保留字。例如，不要命名为</a:t>
            </a:r>
            <a:r>
              <a:rPr lang="en-US" altLang="zh-CN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if.m, for.m, function.m</a:t>
            </a:r>
            <a:r>
              <a:rPr lang="zh-CN" altLang="en-US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等。</a:t>
            </a:r>
            <a:endParaRPr lang="zh-CN" altLang="en-US" spc="2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4" descr="9f919d794c95c23c96d6d9f9f8bdfd9a"/>
          <p:cNvPicPr>
            <a:picLocks noChangeAspect="1"/>
          </p:cNvPicPr>
          <p:nvPr/>
        </p:nvPicPr>
        <p:blipFill>
          <a:blip r:embed="rId1"/>
          <a:srcRect l="1918" t="2210"/>
          <a:stretch>
            <a:fillRect/>
          </a:stretch>
        </p:blipFill>
        <p:spPr>
          <a:xfrm>
            <a:off x="599440" y="1427480"/>
            <a:ext cx="7552055" cy="439420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7" name="图片 6" descr="01标示标准彩色图形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8" name="图片 7" descr="679ea5b50a417660f7076eba1cf8bba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grpSp>
        <p:nvGrpSpPr>
          <p:cNvPr id="4521" name="Google Shape;4521;p69"/>
          <p:cNvGrpSpPr/>
          <p:nvPr/>
        </p:nvGrpSpPr>
        <p:grpSpPr>
          <a:xfrm flipH="1">
            <a:off x="7386096" y="-70"/>
            <a:ext cx="1091382" cy="1155725"/>
            <a:chOff x="2958275" y="539500"/>
            <a:chExt cx="1091382" cy="1155725"/>
          </a:xfrm>
        </p:grpSpPr>
        <p:grpSp>
          <p:nvGrpSpPr>
            <p:cNvPr id="4522" name="Google Shape;4522;p69"/>
            <p:cNvGrpSpPr/>
            <p:nvPr/>
          </p:nvGrpSpPr>
          <p:grpSpPr>
            <a:xfrm>
              <a:off x="3170379" y="1212137"/>
              <a:ext cx="879278" cy="483088"/>
              <a:chOff x="2296950" y="3661600"/>
              <a:chExt cx="616475" cy="338700"/>
            </a:xfrm>
          </p:grpSpPr>
          <p:sp>
            <p:nvSpPr>
              <p:cNvPr id="4523" name="Google Shape;4523;p69"/>
              <p:cNvSpPr/>
              <p:nvPr/>
            </p:nvSpPr>
            <p:spPr>
              <a:xfrm>
                <a:off x="2510075" y="3661600"/>
                <a:ext cx="402675" cy="97750"/>
              </a:xfrm>
              <a:custGeom>
                <a:avLst/>
                <a:gdLst/>
                <a:ahLst/>
                <a:cxnLst/>
                <a:rect l="l" t="t" r="r" b="b"/>
                <a:pathLst>
                  <a:path w="16107" h="3910" extrusionOk="0">
                    <a:moveTo>
                      <a:pt x="4306" y="700"/>
                    </a:moveTo>
                    <a:lnTo>
                      <a:pt x="13180" y="2635"/>
                    </a:lnTo>
                    <a:lnTo>
                      <a:pt x="1346" y="3189"/>
                    </a:lnTo>
                    <a:lnTo>
                      <a:pt x="4306" y="700"/>
                    </a:lnTo>
                    <a:close/>
                    <a:moveTo>
                      <a:pt x="4216" y="0"/>
                    </a:moveTo>
                    <a:cubicBezTo>
                      <a:pt x="4136" y="0"/>
                      <a:pt x="4058" y="29"/>
                      <a:pt x="3998" y="83"/>
                    </a:cubicBezTo>
                    <a:lnTo>
                      <a:pt x="152" y="3314"/>
                    </a:lnTo>
                    <a:cubicBezTo>
                      <a:pt x="42" y="3405"/>
                      <a:pt x="0" y="3560"/>
                      <a:pt x="56" y="3696"/>
                    </a:cubicBezTo>
                    <a:cubicBezTo>
                      <a:pt x="103" y="3823"/>
                      <a:pt x="227" y="3909"/>
                      <a:pt x="368" y="3909"/>
                    </a:cubicBezTo>
                    <a:lnTo>
                      <a:pt x="385" y="3909"/>
                    </a:lnTo>
                    <a:lnTo>
                      <a:pt x="15768" y="3189"/>
                    </a:lnTo>
                    <a:cubicBezTo>
                      <a:pt x="15937" y="3184"/>
                      <a:pt x="16078" y="3051"/>
                      <a:pt x="16092" y="2882"/>
                    </a:cubicBezTo>
                    <a:cubicBezTo>
                      <a:pt x="16106" y="2713"/>
                      <a:pt x="15990" y="2558"/>
                      <a:pt x="15824" y="2525"/>
                    </a:cubicBezTo>
                    <a:lnTo>
                      <a:pt x="4286" y="8"/>
                    </a:lnTo>
                    <a:cubicBezTo>
                      <a:pt x="4263" y="3"/>
                      <a:pt x="4240" y="0"/>
                      <a:pt x="42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69"/>
              <p:cNvSpPr/>
              <p:nvPr/>
            </p:nvSpPr>
            <p:spPr>
              <a:xfrm>
                <a:off x="2296950" y="3724500"/>
                <a:ext cx="616275" cy="210650"/>
              </a:xfrm>
              <a:custGeom>
                <a:avLst/>
                <a:gdLst/>
                <a:ahLst/>
                <a:cxnLst/>
                <a:rect l="l" t="t" r="r" b="b"/>
                <a:pathLst>
                  <a:path w="24651" h="8426" extrusionOk="0">
                    <a:moveTo>
                      <a:pt x="20027" y="1363"/>
                    </a:moveTo>
                    <a:lnTo>
                      <a:pt x="2334" y="7100"/>
                    </a:lnTo>
                    <a:lnTo>
                      <a:pt x="7528" y="3373"/>
                    </a:lnTo>
                    <a:lnTo>
                      <a:pt x="20027" y="1363"/>
                    </a:lnTo>
                    <a:close/>
                    <a:moveTo>
                      <a:pt x="24283" y="1"/>
                    </a:moveTo>
                    <a:cubicBezTo>
                      <a:pt x="24264" y="1"/>
                      <a:pt x="24244" y="3"/>
                      <a:pt x="24224" y="6"/>
                    </a:cubicBezTo>
                    <a:lnTo>
                      <a:pt x="7346" y="2722"/>
                    </a:lnTo>
                    <a:cubicBezTo>
                      <a:pt x="7293" y="2730"/>
                      <a:pt x="7243" y="2750"/>
                      <a:pt x="7204" y="2780"/>
                    </a:cubicBezTo>
                    <a:lnTo>
                      <a:pt x="180" y="7817"/>
                    </a:lnTo>
                    <a:cubicBezTo>
                      <a:pt x="44" y="7914"/>
                      <a:pt x="0" y="8094"/>
                      <a:pt x="78" y="8243"/>
                    </a:cubicBezTo>
                    <a:cubicBezTo>
                      <a:pt x="136" y="8354"/>
                      <a:pt x="252" y="8426"/>
                      <a:pt x="379" y="8426"/>
                    </a:cubicBezTo>
                    <a:cubicBezTo>
                      <a:pt x="413" y="8426"/>
                      <a:pt x="449" y="8420"/>
                      <a:pt x="482" y="8409"/>
                    </a:cubicBezTo>
                    <a:lnTo>
                      <a:pt x="24385" y="657"/>
                    </a:lnTo>
                    <a:cubicBezTo>
                      <a:pt x="24551" y="601"/>
                      <a:pt x="24651" y="427"/>
                      <a:pt x="24606" y="255"/>
                    </a:cubicBezTo>
                    <a:cubicBezTo>
                      <a:pt x="24569" y="103"/>
                      <a:pt x="24435" y="1"/>
                      <a:pt x="242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69"/>
              <p:cNvSpPr/>
              <p:nvPr/>
            </p:nvSpPr>
            <p:spPr>
              <a:xfrm>
                <a:off x="2510825" y="3724575"/>
                <a:ext cx="401925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16077" h="3146" extrusionOk="0">
                    <a:moveTo>
                      <a:pt x="9783" y="950"/>
                    </a:moveTo>
                    <a:lnTo>
                      <a:pt x="676" y="2415"/>
                    </a:lnTo>
                    <a:lnTo>
                      <a:pt x="676" y="1376"/>
                    </a:lnTo>
                    <a:lnTo>
                      <a:pt x="9783" y="950"/>
                    </a:lnTo>
                    <a:close/>
                    <a:moveTo>
                      <a:pt x="15719" y="0"/>
                    </a:moveTo>
                    <a:cubicBezTo>
                      <a:pt x="15715" y="0"/>
                      <a:pt x="15712" y="0"/>
                      <a:pt x="15708" y="0"/>
                    </a:cubicBezTo>
                    <a:lnTo>
                      <a:pt x="325" y="720"/>
                    </a:lnTo>
                    <a:cubicBezTo>
                      <a:pt x="142" y="726"/>
                      <a:pt x="1" y="875"/>
                      <a:pt x="1" y="1055"/>
                    </a:cubicBezTo>
                    <a:lnTo>
                      <a:pt x="1" y="2811"/>
                    </a:lnTo>
                    <a:cubicBezTo>
                      <a:pt x="1" y="2907"/>
                      <a:pt x="42" y="3002"/>
                      <a:pt x="120" y="3065"/>
                    </a:cubicBezTo>
                    <a:cubicBezTo>
                      <a:pt x="181" y="3118"/>
                      <a:pt x="258" y="3146"/>
                      <a:pt x="338" y="3146"/>
                    </a:cubicBezTo>
                    <a:lnTo>
                      <a:pt x="394" y="3143"/>
                    </a:lnTo>
                    <a:lnTo>
                      <a:pt x="15777" y="667"/>
                    </a:lnTo>
                    <a:cubicBezTo>
                      <a:pt x="15954" y="640"/>
                      <a:pt x="16076" y="476"/>
                      <a:pt x="16057" y="299"/>
                    </a:cubicBezTo>
                    <a:cubicBezTo>
                      <a:pt x="16035" y="128"/>
                      <a:pt x="15891" y="0"/>
                      <a:pt x="157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69"/>
              <p:cNvSpPr/>
              <p:nvPr/>
            </p:nvSpPr>
            <p:spPr>
              <a:xfrm>
                <a:off x="2482025" y="3724450"/>
                <a:ext cx="431400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11034" extrusionOk="0">
                    <a:moveTo>
                      <a:pt x="14387" y="1500"/>
                    </a:moveTo>
                    <a:lnTo>
                      <a:pt x="676" y="10089"/>
                    </a:lnTo>
                    <a:lnTo>
                      <a:pt x="676" y="5947"/>
                    </a:lnTo>
                    <a:lnTo>
                      <a:pt x="14387" y="1500"/>
                    </a:lnTo>
                    <a:close/>
                    <a:moveTo>
                      <a:pt x="16882" y="1"/>
                    </a:moveTo>
                    <a:cubicBezTo>
                      <a:pt x="16846" y="1"/>
                      <a:pt x="16810" y="7"/>
                      <a:pt x="16774" y="19"/>
                    </a:cubicBezTo>
                    <a:lnTo>
                      <a:pt x="236" y="5382"/>
                    </a:lnTo>
                    <a:cubicBezTo>
                      <a:pt x="98" y="5426"/>
                      <a:pt x="4" y="5554"/>
                      <a:pt x="1" y="5701"/>
                    </a:cubicBezTo>
                    <a:lnTo>
                      <a:pt x="1" y="10695"/>
                    </a:lnTo>
                    <a:cubicBezTo>
                      <a:pt x="1" y="10817"/>
                      <a:pt x="70" y="10931"/>
                      <a:pt x="178" y="10989"/>
                    </a:cubicBezTo>
                    <a:cubicBezTo>
                      <a:pt x="222" y="11017"/>
                      <a:pt x="275" y="11034"/>
                      <a:pt x="329" y="11034"/>
                    </a:cubicBezTo>
                    <a:cubicBezTo>
                      <a:pt x="333" y="11034"/>
                      <a:pt x="337" y="11033"/>
                      <a:pt x="341" y="11033"/>
                    </a:cubicBezTo>
                    <a:cubicBezTo>
                      <a:pt x="402" y="11033"/>
                      <a:pt x="463" y="11017"/>
                      <a:pt x="516" y="10983"/>
                    </a:cubicBezTo>
                    <a:lnTo>
                      <a:pt x="17054" y="623"/>
                    </a:lnTo>
                    <a:cubicBezTo>
                      <a:pt x="17200" y="534"/>
                      <a:pt x="17256" y="351"/>
                      <a:pt x="17184" y="196"/>
                    </a:cubicBezTo>
                    <a:cubicBezTo>
                      <a:pt x="17128" y="73"/>
                      <a:pt x="17008" y="1"/>
                      <a:pt x="16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27" name="Google Shape;4527;p69"/>
            <p:cNvSpPr/>
            <p:nvPr/>
          </p:nvSpPr>
          <p:spPr>
            <a:xfrm>
              <a:off x="2958275" y="539500"/>
              <a:ext cx="562425" cy="897575"/>
            </a:xfrm>
            <a:custGeom>
              <a:avLst/>
              <a:gdLst/>
              <a:ahLst/>
              <a:cxnLst/>
              <a:rect l="l" t="t" r="r" b="b"/>
              <a:pathLst>
                <a:path w="22497" h="35903" extrusionOk="0">
                  <a:moveTo>
                    <a:pt x="20015" y="1"/>
                  </a:moveTo>
                  <a:cubicBezTo>
                    <a:pt x="19867" y="1"/>
                    <a:pt x="19729" y="176"/>
                    <a:pt x="19849" y="335"/>
                  </a:cubicBezTo>
                  <a:cubicBezTo>
                    <a:pt x="20176" y="761"/>
                    <a:pt x="20470" y="1210"/>
                    <a:pt x="20733" y="1680"/>
                  </a:cubicBezTo>
                  <a:cubicBezTo>
                    <a:pt x="20766" y="1747"/>
                    <a:pt x="20832" y="1788"/>
                    <a:pt x="20907" y="1788"/>
                  </a:cubicBezTo>
                  <a:cubicBezTo>
                    <a:pt x="20943" y="1788"/>
                    <a:pt x="20976" y="1777"/>
                    <a:pt x="21010" y="1761"/>
                  </a:cubicBezTo>
                  <a:cubicBezTo>
                    <a:pt x="21109" y="1705"/>
                    <a:pt x="21145" y="1581"/>
                    <a:pt x="21087" y="1484"/>
                  </a:cubicBezTo>
                  <a:cubicBezTo>
                    <a:pt x="20818" y="994"/>
                    <a:pt x="20514" y="526"/>
                    <a:pt x="20173" y="86"/>
                  </a:cubicBezTo>
                  <a:cubicBezTo>
                    <a:pt x="20128" y="26"/>
                    <a:pt x="20071" y="1"/>
                    <a:pt x="20015" y="1"/>
                  </a:cubicBezTo>
                  <a:close/>
                  <a:moveTo>
                    <a:pt x="22064" y="4439"/>
                  </a:moveTo>
                  <a:cubicBezTo>
                    <a:pt x="22050" y="4439"/>
                    <a:pt x="22035" y="4440"/>
                    <a:pt x="22020" y="4444"/>
                  </a:cubicBezTo>
                  <a:cubicBezTo>
                    <a:pt x="21909" y="4469"/>
                    <a:pt x="21837" y="4577"/>
                    <a:pt x="21860" y="4687"/>
                  </a:cubicBezTo>
                  <a:cubicBezTo>
                    <a:pt x="21973" y="5213"/>
                    <a:pt x="22048" y="5745"/>
                    <a:pt x="22081" y="6279"/>
                  </a:cubicBezTo>
                  <a:cubicBezTo>
                    <a:pt x="22087" y="6390"/>
                    <a:pt x="22175" y="6473"/>
                    <a:pt x="22286" y="6473"/>
                  </a:cubicBezTo>
                  <a:lnTo>
                    <a:pt x="22300" y="6473"/>
                  </a:lnTo>
                  <a:cubicBezTo>
                    <a:pt x="22413" y="6468"/>
                    <a:pt x="22496" y="6368"/>
                    <a:pt x="22491" y="6257"/>
                  </a:cubicBezTo>
                  <a:cubicBezTo>
                    <a:pt x="22455" y="5701"/>
                    <a:pt x="22380" y="5147"/>
                    <a:pt x="22261" y="4601"/>
                  </a:cubicBezTo>
                  <a:cubicBezTo>
                    <a:pt x="22242" y="4506"/>
                    <a:pt x="22158" y="4439"/>
                    <a:pt x="22064" y="4439"/>
                  </a:cubicBezTo>
                  <a:close/>
                  <a:moveTo>
                    <a:pt x="21969" y="9334"/>
                  </a:moveTo>
                  <a:cubicBezTo>
                    <a:pt x="21889" y="9334"/>
                    <a:pt x="21810" y="9377"/>
                    <a:pt x="21776" y="9475"/>
                  </a:cubicBezTo>
                  <a:cubicBezTo>
                    <a:pt x="21646" y="9998"/>
                    <a:pt x="21477" y="10507"/>
                    <a:pt x="21273" y="11006"/>
                  </a:cubicBezTo>
                  <a:cubicBezTo>
                    <a:pt x="21228" y="11108"/>
                    <a:pt x="21278" y="11227"/>
                    <a:pt x="21383" y="11271"/>
                  </a:cubicBezTo>
                  <a:cubicBezTo>
                    <a:pt x="21408" y="11283"/>
                    <a:pt x="21433" y="11288"/>
                    <a:pt x="21461" y="11288"/>
                  </a:cubicBezTo>
                  <a:cubicBezTo>
                    <a:pt x="21544" y="11285"/>
                    <a:pt x="21619" y="11235"/>
                    <a:pt x="21652" y="11161"/>
                  </a:cubicBezTo>
                  <a:cubicBezTo>
                    <a:pt x="21862" y="10643"/>
                    <a:pt x="22039" y="10114"/>
                    <a:pt x="22178" y="9574"/>
                  </a:cubicBezTo>
                  <a:cubicBezTo>
                    <a:pt x="22203" y="9426"/>
                    <a:pt x="22086" y="9334"/>
                    <a:pt x="21969" y="9334"/>
                  </a:cubicBezTo>
                  <a:close/>
                  <a:moveTo>
                    <a:pt x="19769" y="13698"/>
                  </a:moveTo>
                  <a:cubicBezTo>
                    <a:pt x="19720" y="13698"/>
                    <a:pt x="19669" y="13717"/>
                    <a:pt x="19625" y="13761"/>
                  </a:cubicBezTo>
                  <a:cubicBezTo>
                    <a:pt x="19285" y="14176"/>
                    <a:pt x="18914" y="14564"/>
                    <a:pt x="18512" y="14921"/>
                  </a:cubicBezTo>
                  <a:cubicBezTo>
                    <a:pt x="18376" y="15051"/>
                    <a:pt x="18465" y="15281"/>
                    <a:pt x="18651" y="15283"/>
                  </a:cubicBezTo>
                  <a:cubicBezTo>
                    <a:pt x="18700" y="15283"/>
                    <a:pt x="18750" y="15264"/>
                    <a:pt x="18786" y="15231"/>
                  </a:cubicBezTo>
                  <a:cubicBezTo>
                    <a:pt x="19201" y="14857"/>
                    <a:pt x="19589" y="14453"/>
                    <a:pt x="19944" y="14021"/>
                  </a:cubicBezTo>
                  <a:cubicBezTo>
                    <a:pt x="20045" y="13865"/>
                    <a:pt x="19915" y="13698"/>
                    <a:pt x="19769" y="13698"/>
                  </a:cubicBezTo>
                  <a:close/>
                  <a:moveTo>
                    <a:pt x="15938" y="16706"/>
                  </a:moveTo>
                  <a:cubicBezTo>
                    <a:pt x="15907" y="16706"/>
                    <a:pt x="15875" y="16713"/>
                    <a:pt x="15846" y="16729"/>
                  </a:cubicBezTo>
                  <a:cubicBezTo>
                    <a:pt x="15389" y="16967"/>
                    <a:pt x="14907" y="17194"/>
                    <a:pt x="14370" y="17418"/>
                  </a:cubicBezTo>
                  <a:cubicBezTo>
                    <a:pt x="14265" y="17460"/>
                    <a:pt x="14215" y="17579"/>
                    <a:pt x="14259" y="17684"/>
                  </a:cubicBezTo>
                  <a:cubicBezTo>
                    <a:pt x="14292" y="17761"/>
                    <a:pt x="14367" y="17811"/>
                    <a:pt x="14450" y="17811"/>
                  </a:cubicBezTo>
                  <a:cubicBezTo>
                    <a:pt x="14478" y="17811"/>
                    <a:pt x="14503" y="17806"/>
                    <a:pt x="14531" y="17795"/>
                  </a:cubicBezTo>
                  <a:cubicBezTo>
                    <a:pt x="15076" y="17568"/>
                    <a:pt x="15569" y="17338"/>
                    <a:pt x="16031" y="17097"/>
                  </a:cubicBezTo>
                  <a:cubicBezTo>
                    <a:pt x="16134" y="17044"/>
                    <a:pt x="16172" y="16920"/>
                    <a:pt x="16120" y="16820"/>
                  </a:cubicBezTo>
                  <a:cubicBezTo>
                    <a:pt x="16085" y="16748"/>
                    <a:pt x="16012" y="16706"/>
                    <a:pt x="15938" y="16706"/>
                  </a:cubicBezTo>
                  <a:close/>
                  <a:moveTo>
                    <a:pt x="11369" y="18532"/>
                  </a:moveTo>
                  <a:cubicBezTo>
                    <a:pt x="11348" y="18532"/>
                    <a:pt x="11326" y="18535"/>
                    <a:pt x="11305" y="18542"/>
                  </a:cubicBezTo>
                  <a:lnTo>
                    <a:pt x="10782" y="18714"/>
                  </a:lnTo>
                  <a:lnTo>
                    <a:pt x="9743" y="19060"/>
                  </a:lnTo>
                  <a:cubicBezTo>
                    <a:pt x="9533" y="19143"/>
                    <a:pt x="9583" y="19453"/>
                    <a:pt x="9807" y="19462"/>
                  </a:cubicBezTo>
                  <a:cubicBezTo>
                    <a:pt x="9832" y="19462"/>
                    <a:pt x="9854" y="19459"/>
                    <a:pt x="9879" y="19453"/>
                  </a:cubicBezTo>
                  <a:lnTo>
                    <a:pt x="10912" y="19102"/>
                  </a:lnTo>
                  <a:lnTo>
                    <a:pt x="11432" y="18930"/>
                  </a:lnTo>
                  <a:cubicBezTo>
                    <a:pt x="11538" y="18894"/>
                    <a:pt x="11598" y="18778"/>
                    <a:pt x="11562" y="18670"/>
                  </a:cubicBezTo>
                  <a:cubicBezTo>
                    <a:pt x="11534" y="18586"/>
                    <a:pt x="11454" y="18532"/>
                    <a:pt x="11369" y="18532"/>
                  </a:cubicBezTo>
                  <a:close/>
                  <a:moveTo>
                    <a:pt x="6751" y="20236"/>
                  </a:moveTo>
                  <a:cubicBezTo>
                    <a:pt x="6722" y="20236"/>
                    <a:pt x="6691" y="20242"/>
                    <a:pt x="6662" y="20256"/>
                  </a:cubicBezTo>
                  <a:cubicBezTo>
                    <a:pt x="6141" y="20494"/>
                    <a:pt x="5646" y="20752"/>
                    <a:pt x="5186" y="21009"/>
                  </a:cubicBezTo>
                  <a:cubicBezTo>
                    <a:pt x="5086" y="21067"/>
                    <a:pt x="5053" y="21192"/>
                    <a:pt x="5108" y="21289"/>
                  </a:cubicBezTo>
                  <a:cubicBezTo>
                    <a:pt x="5143" y="21353"/>
                    <a:pt x="5209" y="21394"/>
                    <a:pt x="5281" y="21394"/>
                  </a:cubicBezTo>
                  <a:cubicBezTo>
                    <a:pt x="5284" y="21394"/>
                    <a:pt x="5286" y="21394"/>
                    <a:pt x="5288" y="21394"/>
                  </a:cubicBezTo>
                  <a:cubicBezTo>
                    <a:pt x="5324" y="21394"/>
                    <a:pt x="5358" y="21386"/>
                    <a:pt x="5388" y="21369"/>
                  </a:cubicBezTo>
                  <a:cubicBezTo>
                    <a:pt x="5837" y="21114"/>
                    <a:pt x="6324" y="20865"/>
                    <a:pt x="6836" y="20630"/>
                  </a:cubicBezTo>
                  <a:cubicBezTo>
                    <a:pt x="6936" y="20580"/>
                    <a:pt x="6980" y="20458"/>
                    <a:pt x="6936" y="20356"/>
                  </a:cubicBezTo>
                  <a:cubicBezTo>
                    <a:pt x="6902" y="20280"/>
                    <a:pt x="6829" y="20236"/>
                    <a:pt x="6751" y="20236"/>
                  </a:cubicBezTo>
                  <a:close/>
                  <a:moveTo>
                    <a:pt x="2649" y="22927"/>
                  </a:moveTo>
                  <a:cubicBezTo>
                    <a:pt x="2598" y="22927"/>
                    <a:pt x="2547" y="22945"/>
                    <a:pt x="2506" y="22983"/>
                  </a:cubicBezTo>
                  <a:cubicBezTo>
                    <a:pt x="2104" y="23374"/>
                    <a:pt x="1736" y="23797"/>
                    <a:pt x="1409" y="24254"/>
                  </a:cubicBezTo>
                  <a:cubicBezTo>
                    <a:pt x="1343" y="24346"/>
                    <a:pt x="1365" y="24470"/>
                    <a:pt x="1456" y="24537"/>
                  </a:cubicBezTo>
                  <a:cubicBezTo>
                    <a:pt x="1492" y="24562"/>
                    <a:pt x="1534" y="24575"/>
                    <a:pt x="1578" y="24575"/>
                  </a:cubicBezTo>
                  <a:cubicBezTo>
                    <a:pt x="1645" y="24575"/>
                    <a:pt x="1706" y="24545"/>
                    <a:pt x="1744" y="24492"/>
                  </a:cubicBezTo>
                  <a:cubicBezTo>
                    <a:pt x="2057" y="24058"/>
                    <a:pt x="2406" y="23651"/>
                    <a:pt x="2788" y="23277"/>
                  </a:cubicBezTo>
                  <a:cubicBezTo>
                    <a:pt x="2871" y="23199"/>
                    <a:pt x="2874" y="23069"/>
                    <a:pt x="2796" y="22986"/>
                  </a:cubicBezTo>
                  <a:cubicBezTo>
                    <a:pt x="2756" y="22947"/>
                    <a:pt x="2703" y="22927"/>
                    <a:pt x="2649" y="22927"/>
                  </a:cubicBezTo>
                  <a:close/>
                  <a:moveTo>
                    <a:pt x="304" y="27162"/>
                  </a:moveTo>
                  <a:cubicBezTo>
                    <a:pt x="205" y="27162"/>
                    <a:pt x="117" y="27233"/>
                    <a:pt x="100" y="27333"/>
                  </a:cubicBezTo>
                  <a:cubicBezTo>
                    <a:pt x="33" y="27735"/>
                    <a:pt x="0" y="28139"/>
                    <a:pt x="0" y="28546"/>
                  </a:cubicBezTo>
                  <a:cubicBezTo>
                    <a:pt x="0" y="28701"/>
                    <a:pt x="3" y="28859"/>
                    <a:pt x="14" y="29017"/>
                  </a:cubicBezTo>
                  <a:cubicBezTo>
                    <a:pt x="22" y="29122"/>
                    <a:pt x="111" y="29208"/>
                    <a:pt x="219" y="29210"/>
                  </a:cubicBezTo>
                  <a:lnTo>
                    <a:pt x="233" y="29205"/>
                  </a:lnTo>
                  <a:cubicBezTo>
                    <a:pt x="346" y="29199"/>
                    <a:pt x="432" y="29105"/>
                    <a:pt x="426" y="28992"/>
                  </a:cubicBezTo>
                  <a:cubicBezTo>
                    <a:pt x="415" y="28842"/>
                    <a:pt x="410" y="28693"/>
                    <a:pt x="413" y="28546"/>
                  </a:cubicBezTo>
                  <a:cubicBezTo>
                    <a:pt x="413" y="28161"/>
                    <a:pt x="443" y="27779"/>
                    <a:pt x="507" y="27400"/>
                  </a:cubicBezTo>
                  <a:cubicBezTo>
                    <a:pt x="526" y="27286"/>
                    <a:pt x="449" y="27178"/>
                    <a:pt x="335" y="27164"/>
                  </a:cubicBezTo>
                  <a:cubicBezTo>
                    <a:pt x="325" y="27163"/>
                    <a:pt x="314" y="27162"/>
                    <a:pt x="304" y="27162"/>
                  </a:cubicBezTo>
                  <a:close/>
                  <a:moveTo>
                    <a:pt x="1122" y="31929"/>
                  </a:moveTo>
                  <a:cubicBezTo>
                    <a:pt x="1089" y="31929"/>
                    <a:pt x="1055" y="31937"/>
                    <a:pt x="1024" y="31954"/>
                  </a:cubicBezTo>
                  <a:cubicBezTo>
                    <a:pt x="925" y="32007"/>
                    <a:pt x="889" y="32131"/>
                    <a:pt x="941" y="32231"/>
                  </a:cubicBezTo>
                  <a:cubicBezTo>
                    <a:pt x="1210" y="32727"/>
                    <a:pt x="1537" y="33189"/>
                    <a:pt x="1910" y="33613"/>
                  </a:cubicBezTo>
                  <a:cubicBezTo>
                    <a:pt x="1949" y="33654"/>
                    <a:pt x="2005" y="33679"/>
                    <a:pt x="2063" y="33682"/>
                  </a:cubicBezTo>
                  <a:cubicBezTo>
                    <a:pt x="2113" y="33682"/>
                    <a:pt x="2162" y="33660"/>
                    <a:pt x="2198" y="33627"/>
                  </a:cubicBezTo>
                  <a:cubicBezTo>
                    <a:pt x="2284" y="33552"/>
                    <a:pt x="2290" y="33422"/>
                    <a:pt x="2215" y="33339"/>
                  </a:cubicBezTo>
                  <a:cubicBezTo>
                    <a:pt x="1861" y="32940"/>
                    <a:pt x="1556" y="32505"/>
                    <a:pt x="1301" y="32037"/>
                  </a:cubicBezTo>
                  <a:cubicBezTo>
                    <a:pt x="1265" y="31969"/>
                    <a:pt x="1195" y="31929"/>
                    <a:pt x="1122" y="31929"/>
                  </a:cubicBezTo>
                  <a:close/>
                  <a:moveTo>
                    <a:pt x="11080" y="34552"/>
                  </a:moveTo>
                  <a:cubicBezTo>
                    <a:pt x="11045" y="34552"/>
                    <a:pt x="11009" y="34562"/>
                    <a:pt x="10975" y="34582"/>
                  </a:cubicBezTo>
                  <a:cubicBezTo>
                    <a:pt x="10521" y="34856"/>
                    <a:pt x="10034" y="35077"/>
                    <a:pt x="9527" y="35238"/>
                  </a:cubicBezTo>
                  <a:cubicBezTo>
                    <a:pt x="9419" y="35269"/>
                    <a:pt x="9358" y="35385"/>
                    <a:pt x="9392" y="35496"/>
                  </a:cubicBezTo>
                  <a:cubicBezTo>
                    <a:pt x="9419" y="35579"/>
                    <a:pt x="9500" y="35637"/>
                    <a:pt x="9588" y="35637"/>
                  </a:cubicBezTo>
                  <a:cubicBezTo>
                    <a:pt x="9608" y="35637"/>
                    <a:pt x="9630" y="35634"/>
                    <a:pt x="9649" y="35628"/>
                  </a:cubicBezTo>
                  <a:cubicBezTo>
                    <a:pt x="10189" y="35460"/>
                    <a:pt x="10704" y="35224"/>
                    <a:pt x="11186" y="34931"/>
                  </a:cubicBezTo>
                  <a:cubicBezTo>
                    <a:pt x="11280" y="34870"/>
                    <a:pt x="11310" y="34748"/>
                    <a:pt x="11252" y="34651"/>
                  </a:cubicBezTo>
                  <a:cubicBezTo>
                    <a:pt x="11214" y="34587"/>
                    <a:pt x="11148" y="34552"/>
                    <a:pt x="11080" y="34552"/>
                  </a:cubicBezTo>
                  <a:close/>
                  <a:moveTo>
                    <a:pt x="4752" y="35094"/>
                  </a:moveTo>
                  <a:cubicBezTo>
                    <a:pt x="4669" y="35094"/>
                    <a:pt x="4593" y="35146"/>
                    <a:pt x="4563" y="35227"/>
                  </a:cubicBezTo>
                  <a:cubicBezTo>
                    <a:pt x="4521" y="35335"/>
                    <a:pt x="4577" y="35451"/>
                    <a:pt x="4682" y="35490"/>
                  </a:cubicBezTo>
                  <a:cubicBezTo>
                    <a:pt x="5211" y="35687"/>
                    <a:pt x="5756" y="35825"/>
                    <a:pt x="6313" y="35903"/>
                  </a:cubicBezTo>
                  <a:lnTo>
                    <a:pt x="6343" y="35903"/>
                  </a:lnTo>
                  <a:cubicBezTo>
                    <a:pt x="6446" y="35903"/>
                    <a:pt x="6532" y="35828"/>
                    <a:pt x="6545" y="35725"/>
                  </a:cubicBezTo>
                  <a:cubicBezTo>
                    <a:pt x="6562" y="35615"/>
                    <a:pt x="6484" y="35509"/>
                    <a:pt x="6371" y="35496"/>
                  </a:cubicBezTo>
                  <a:cubicBezTo>
                    <a:pt x="5842" y="35421"/>
                    <a:pt x="5324" y="35291"/>
                    <a:pt x="4826" y="35108"/>
                  </a:cubicBezTo>
                  <a:cubicBezTo>
                    <a:pt x="4802" y="35099"/>
                    <a:pt x="4777" y="35094"/>
                    <a:pt x="4752" y="350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253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61" name="Google Shape;4561;p69"/>
          <p:cNvSpPr/>
          <p:nvPr/>
        </p:nvSpPr>
        <p:spPr>
          <a:xfrm>
            <a:off x="9062857" y="1314203"/>
            <a:ext cx="3279652" cy="4554024"/>
          </a:xfrm>
          <a:custGeom>
            <a:avLst/>
            <a:gdLst/>
            <a:ahLst/>
            <a:cxnLst/>
            <a:rect l="l" t="t" r="r" b="b"/>
            <a:pathLst>
              <a:path w="92138" h="127940" extrusionOk="0">
                <a:moveTo>
                  <a:pt x="85073" y="0"/>
                </a:moveTo>
                <a:cubicBezTo>
                  <a:pt x="85013" y="0"/>
                  <a:pt x="84958" y="40"/>
                  <a:pt x="84958" y="108"/>
                </a:cubicBezTo>
                <a:cubicBezTo>
                  <a:pt x="84899" y="167"/>
                  <a:pt x="84919" y="266"/>
                  <a:pt x="84998" y="326"/>
                </a:cubicBezTo>
                <a:cubicBezTo>
                  <a:pt x="85573" y="603"/>
                  <a:pt x="86128" y="940"/>
                  <a:pt x="86644" y="1337"/>
                </a:cubicBezTo>
                <a:lnTo>
                  <a:pt x="86743" y="1337"/>
                </a:lnTo>
                <a:cubicBezTo>
                  <a:pt x="86783" y="1337"/>
                  <a:pt x="86842" y="1317"/>
                  <a:pt x="86882" y="1297"/>
                </a:cubicBezTo>
                <a:cubicBezTo>
                  <a:pt x="86922" y="1218"/>
                  <a:pt x="86902" y="1119"/>
                  <a:pt x="86842" y="1059"/>
                </a:cubicBezTo>
                <a:cubicBezTo>
                  <a:pt x="86307" y="663"/>
                  <a:pt x="85732" y="326"/>
                  <a:pt x="85157" y="28"/>
                </a:cubicBezTo>
                <a:cubicBezTo>
                  <a:pt x="85131" y="9"/>
                  <a:pt x="85102" y="0"/>
                  <a:pt x="85073" y="0"/>
                </a:cubicBezTo>
                <a:close/>
                <a:moveTo>
                  <a:pt x="88675" y="2762"/>
                </a:moveTo>
                <a:cubicBezTo>
                  <a:pt x="88636" y="2762"/>
                  <a:pt x="88595" y="2777"/>
                  <a:pt x="88568" y="2805"/>
                </a:cubicBezTo>
                <a:cubicBezTo>
                  <a:pt x="88488" y="2844"/>
                  <a:pt x="88488" y="2963"/>
                  <a:pt x="88548" y="3023"/>
                </a:cubicBezTo>
                <a:cubicBezTo>
                  <a:pt x="88984" y="3499"/>
                  <a:pt x="89381" y="4014"/>
                  <a:pt x="89738" y="4570"/>
                </a:cubicBezTo>
                <a:cubicBezTo>
                  <a:pt x="89777" y="4609"/>
                  <a:pt x="89817" y="4629"/>
                  <a:pt x="89877" y="4629"/>
                </a:cubicBezTo>
                <a:lnTo>
                  <a:pt x="89956" y="4609"/>
                </a:lnTo>
                <a:cubicBezTo>
                  <a:pt x="90035" y="4550"/>
                  <a:pt x="90055" y="4451"/>
                  <a:pt x="89996" y="4371"/>
                </a:cubicBezTo>
                <a:cubicBezTo>
                  <a:pt x="89658" y="3816"/>
                  <a:pt x="89242" y="3300"/>
                  <a:pt x="88786" y="2824"/>
                </a:cubicBezTo>
                <a:cubicBezTo>
                  <a:pt x="88765" y="2782"/>
                  <a:pt x="88721" y="2762"/>
                  <a:pt x="88675" y="2762"/>
                </a:cubicBezTo>
                <a:close/>
                <a:moveTo>
                  <a:pt x="91110" y="6597"/>
                </a:moveTo>
                <a:cubicBezTo>
                  <a:pt x="91089" y="6597"/>
                  <a:pt x="91068" y="6602"/>
                  <a:pt x="91047" y="6612"/>
                </a:cubicBezTo>
                <a:cubicBezTo>
                  <a:pt x="90967" y="6632"/>
                  <a:pt x="90908" y="6731"/>
                  <a:pt x="90947" y="6810"/>
                </a:cubicBezTo>
                <a:cubicBezTo>
                  <a:pt x="91185" y="7425"/>
                  <a:pt x="91384" y="8040"/>
                  <a:pt x="91523" y="8675"/>
                </a:cubicBezTo>
                <a:cubicBezTo>
                  <a:pt x="91542" y="8754"/>
                  <a:pt x="91622" y="8794"/>
                  <a:pt x="91701" y="8794"/>
                </a:cubicBezTo>
                <a:lnTo>
                  <a:pt x="91721" y="8794"/>
                </a:lnTo>
                <a:cubicBezTo>
                  <a:pt x="91800" y="8774"/>
                  <a:pt x="91860" y="8694"/>
                  <a:pt x="91840" y="8595"/>
                </a:cubicBezTo>
                <a:cubicBezTo>
                  <a:pt x="91681" y="7941"/>
                  <a:pt x="91483" y="7306"/>
                  <a:pt x="91245" y="6692"/>
                </a:cubicBezTo>
                <a:cubicBezTo>
                  <a:pt x="91216" y="6633"/>
                  <a:pt x="91166" y="6597"/>
                  <a:pt x="91110" y="6597"/>
                </a:cubicBezTo>
                <a:close/>
                <a:moveTo>
                  <a:pt x="91959" y="11054"/>
                </a:moveTo>
                <a:cubicBezTo>
                  <a:pt x="91879" y="11054"/>
                  <a:pt x="91800" y="11114"/>
                  <a:pt x="91780" y="11213"/>
                </a:cubicBezTo>
                <a:cubicBezTo>
                  <a:pt x="91800" y="11848"/>
                  <a:pt x="91741" y="12502"/>
                  <a:pt x="91622" y="13137"/>
                </a:cubicBezTo>
                <a:cubicBezTo>
                  <a:pt x="91622" y="13236"/>
                  <a:pt x="91681" y="13315"/>
                  <a:pt x="91760" y="13335"/>
                </a:cubicBezTo>
                <a:lnTo>
                  <a:pt x="91800" y="13335"/>
                </a:lnTo>
                <a:cubicBezTo>
                  <a:pt x="91879" y="13335"/>
                  <a:pt x="91939" y="13275"/>
                  <a:pt x="91939" y="13196"/>
                </a:cubicBezTo>
                <a:cubicBezTo>
                  <a:pt x="92058" y="12542"/>
                  <a:pt x="92117" y="11887"/>
                  <a:pt x="92137" y="11233"/>
                </a:cubicBezTo>
                <a:cubicBezTo>
                  <a:pt x="92137" y="11134"/>
                  <a:pt x="92058" y="11054"/>
                  <a:pt x="91959" y="11054"/>
                </a:cubicBezTo>
                <a:close/>
                <a:moveTo>
                  <a:pt x="91092" y="15504"/>
                </a:moveTo>
                <a:cubicBezTo>
                  <a:pt x="91027" y="15504"/>
                  <a:pt x="90963" y="15554"/>
                  <a:pt x="90947" y="15616"/>
                </a:cubicBezTo>
                <a:cubicBezTo>
                  <a:pt x="90709" y="16211"/>
                  <a:pt x="90432" y="16786"/>
                  <a:pt x="90134" y="17381"/>
                </a:cubicBezTo>
                <a:cubicBezTo>
                  <a:pt x="90095" y="17460"/>
                  <a:pt x="90114" y="17539"/>
                  <a:pt x="90174" y="17599"/>
                </a:cubicBezTo>
                <a:lnTo>
                  <a:pt x="90253" y="17599"/>
                </a:lnTo>
                <a:cubicBezTo>
                  <a:pt x="90313" y="17599"/>
                  <a:pt x="90372" y="17579"/>
                  <a:pt x="90412" y="17519"/>
                </a:cubicBezTo>
                <a:cubicBezTo>
                  <a:pt x="90729" y="16944"/>
                  <a:pt x="91007" y="16349"/>
                  <a:pt x="91245" y="15735"/>
                </a:cubicBezTo>
                <a:cubicBezTo>
                  <a:pt x="91265" y="15635"/>
                  <a:pt x="91245" y="15536"/>
                  <a:pt x="91146" y="15516"/>
                </a:cubicBezTo>
                <a:cubicBezTo>
                  <a:pt x="91128" y="15508"/>
                  <a:pt x="91110" y="15504"/>
                  <a:pt x="91092" y="15504"/>
                </a:cubicBezTo>
                <a:close/>
                <a:moveTo>
                  <a:pt x="88856" y="19462"/>
                </a:moveTo>
                <a:cubicBezTo>
                  <a:pt x="88802" y="19462"/>
                  <a:pt x="88752" y="19484"/>
                  <a:pt x="88726" y="19522"/>
                </a:cubicBezTo>
                <a:cubicBezTo>
                  <a:pt x="88330" y="20018"/>
                  <a:pt x="87893" y="20514"/>
                  <a:pt x="87457" y="20990"/>
                </a:cubicBezTo>
                <a:cubicBezTo>
                  <a:pt x="87378" y="21049"/>
                  <a:pt x="87378" y="21168"/>
                  <a:pt x="87457" y="21208"/>
                </a:cubicBezTo>
                <a:lnTo>
                  <a:pt x="87576" y="21267"/>
                </a:lnTo>
                <a:lnTo>
                  <a:pt x="87675" y="21208"/>
                </a:lnTo>
                <a:cubicBezTo>
                  <a:pt x="88131" y="20752"/>
                  <a:pt x="88568" y="20256"/>
                  <a:pt x="88964" y="19721"/>
                </a:cubicBezTo>
                <a:cubicBezTo>
                  <a:pt x="89024" y="19661"/>
                  <a:pt x="89004" y="19542"/>
                  <a:pt x="88944" y="19483"/>
                </a:cubicBezTo>
                <a:cubicBezTo>
                  <a:pt x="88916" y="19469"/>
                  <a:pt x="88886" y="19462"/>
                  <a:pt x="88856" y="19462"/>
                </a:cubicBezTo>
                <a:close/>
                <a:moveTo>
                  <a:pt x="85625" y="22735"/>
                </a:moveTo>
                <a:cubicBezTo>
                  <a:pt x="85601" y="22735"/>
                  <a:pt x="85577" y="22741"/>
                  <a:pt x="85553" y="22755"/>
                </a:cubicBezTo>
                <a:cubicBezTo>
                  <a:pt x="85057" y="23151"/>
                  <a:pt x="84522" y="23548"/>
                  <a:pt x="83987" y="23925"/>
                </a:cubicBezTo>
                <a:cubicBezTo>
                  <a:pt x="83907" y="23965"/>
                  <a:pt x="83887" y="24084"/>
                  <a:pt x="83967" y="24143"/>
                </a:cubicBezTo>
                <a:cubicBezTo>
                  <a:pt x="83987" y="24183"/>
                  <a:pt x="84026" y="24222"/>
                  <a:pt x="84086" y="24222"/>
                </a:cubicBezTo>
                <a:lnTo>
                  <a:pt x="84185" y="24183"/>
                </a:lnTo>
                <a:cubicBezTo>
                  <a:pt x="84720" y="23826"/>
                  <a:pt x="85256" y="23429"/>
                  <a:pt x="85771" y="22993"/>
                </a:cubicBezTo>
                <a:cubicBezTo>
                  <a:pt x="85837" y="22878"/>
                  <a:pt x="85739" y="22735"/>
                  <a:pt x="85625" y="22735"/>
                </a:cubicBezTo>
                <a:close/>
                <a:moveTo>
                  <a:pt x="81855" y="25254"/>
                </a:moveTo>
                <a:cubicBezTo>
                  <a:pt x="81829" y="25254"/>
                  <a:pt x="81805" y="25260"/>
                  <a:pt x="81785" y="25273"/>
                </a:cubicBezTo>
                <a:lnTo>
                  <a:pt x="81706" y="25273"/>
                </a:lnTo>
                <a:lnTo>
                  <a:pt x="80020" y="26106"/>
                </a:lnTo>
                <a:cubicBezTo>
                  <a:pt x="79834" y="26144"/>
                  <a:pt x="79893" y="26407"/>
                  <a:pt x="80064" y="26407"/>
                </a:cubicBezTo>
                <a:cubicBezTo>
                  <a:pt x="80075" y="26407"/>
                  <a:pt x="80087" y="26406"/>
                  <a:pt x="80100" y="26404"/>
                </a:cubicBezTo>
                <a:lnTo>
                  <a:pt x="80159" y="26424"/>
                </a:lnTo>
                <a:lnTo>
                  <a:pt x="81845" y="25611"/>
                </a:lnTo>
                <a:lnTo>
                  <a:pt x="81924" y="25551"/>
                </a:lnTo>
                <a:cubicBezTo>
                  <a:pt x="82023" y="25531"/>
                  <a:pt x="82043" y="25412"/>
                  <a:pt x="82003" y="25333"/>
                </a:cubicBezTo>
                <a:cubicBezTo>
                  <a:pt x="81964" y="25280"/>
                  <a:pt x="81907" y="25254"/>
                  <a:pt x="81855" y="25254"/>
                </a:cubicBezTo>
                <a:close/>
                <a:moveTo>
                  <a:pt x="77650" y="27033"/>
                </a:moveTo>
                <a:cubicBezTo>
                  <a:pt x="77634" y="27033"/>
                  <a:pt x="77618" y="27035"/>
                  <a:pt x="77601" y="27038"/>
                </a:cubicBezTo>
                <a:cubicBezTo>
                  <a:pt x="77026" y="27257"/>
                  <a:pt x="76391" y="27455"/>
                  <a:pt x="75757" y="27653"/>
                </a:cubicBezTo>
                <a:cubicBezTo>
                  <a:pt x="75677" y="27693"/>
                  <a:pt x="75638" y="27772"/>
                  <a:pt x="75657" y="27851"/>
                </a:cubicBezTo>
                <a:cubicBezTo>
                  <a:pt x="75657" y="27931"/>
                  <a:pt x="75737" y="27990"/>
                  <a:pt x="75796" y="27990"/>
                </a:cubicBezTo>
                <a:lnTo>
                  <a:pt x="75856" y="27970"/>
                </a:lnTo>
                <a:lnTo>
                  <a:pt x="77720" y="27376"/>
                </a:lnTo>
                <a:cubicBezTo>
                  <a:pt x="77819" y="27316"/>
                  <a:pt x="77859" y="27237"/>
                  <a:pt x="77819" y="27138"/>
                </a:cubicBezTo>
                <a:cubicBezTo>
                  <a:pt x="77786" y="27072"/>
                  <a:pt x="77726" y="27033"/>
                  <a:pt x="77650" y="27033"/>
                </a:cubicBezTo>
                <a:close/>
                <a:moveTo>
                  <a:pt x="73289" y="28343"/>
                </a:moveTo>
                <a:cubicBezTo>
                  <a:pt x="73279" y="28343"/>
                  <a:pt x="73268" y="28345"/>
                  <a:pt x="73258" y="28347"/>
                </a:cubicBezTo>
                <a:lnTo>
                  <a:pt x="71374" y="28823"/>
                </a:lnTo>
                <a:cubicBezTo>
                  <a:pt x="71275" y="28843"/>
                  <a:pt x="71215" y="28942"/>
                  <a:pt x="71235" y="29022"/>
                </a:cubicBezTo>
                <a:cubicBezTo>
                  <a:pt x="71252" y="29090"/>
                  <a:pt x="71299" y="29144"/>
                  <a:pt x="71363" y="29144"/>
                </a:cubicBezTo>
                <a:cubicBezTo>
                  <a:pt x="71373" y="29144"/>
                  <a:pt x="71383" y="29143"/>
                  <a:pt x="71394" y="29141"/>
                </a:cubicBezTo>
                <a:lnTo>
                  <a:pt x="71433" y="29141"/>
                </a:lnTo>
                <a:lnTo>
                  <a:pt x="73317" y="28684"/>
                </a:lnTo>
                <a:cubicBezTo>
                  <a:pt x="73416" y="28665"/>
                  <a:pt x="73456" y="28565"/>
                  <a:pt x="73456" y="28486"/>
                </a:cubicBezTo>
                <a:cubicBezTo>
                  <a:pt x="73439" y="28400"/>
                  <a:pt x="73361" y="28343"/>
                  <a:pt x="73289" y="28343"/>
                </a:cubicBezTo>
                <a:close/>
                <a:moveTo>
                  <a:pt x="68816" y="29398"/>
                </a:moveTo>
                <a:lnTo>
                  <a:pt x="66912" y="29815"/>
                </a:lnTo>
                <a:cubicBezTo>
                  <a:pt x="66813" y="29835"/>
                  <a:pt x="66753" y="29934"/>
                  <a:pt x="66773" y="30013"/>
                </a:cubicBezTo>
                <a:cubicBezTo>
                  <a:pt x="66790" y="30082"/>
                  <a:pt x="66837" y="30136"/>
                  <a:pt x="66901" y="30136"/>
                </a:cubicBezTo>
                <a:cubicBezTo>
                  <a:pt x="66911" y="30136"/>
                  <a:pt x="66921" y="30135"/>
                  <a:pt x="66932" y="30132"/>
                </a:cubicBezTo>
                <a:lnTo>
                  <a:pt x="66971" y="30132"/>
                </a:lnTo>
                <a:lnTo>
                  <a:pt x="68895" y="29716"/>
                </a:lnTo>
                <a:cubicBezTo>
                  <a:pt x="68974" y="29716"/>
                  <a:pt x="69034" y="29616"/>
                  <a:pt x="69014" y="29517"/>
                </a:cubicBezTo>
                <a:cubicBezTo>
                  <a:pt x="68974" y="29438"/>
                  <a:pt x="68895" y="29398"/>
                  <a:pt x="68816" y="29398"/>
                </a:cubicBezTo>
                <a:close/>
                <a:moveTo>
                  <a:pt x="64396" y="30405"/>
                </a:moveTo>
                <a:cubicBezTo>
                  <a:pt x="64381" y="30405"/>
                  <a:pt x="64367" y="30406"/>
                  <a:pt x="64354" y="30410"/>
                </a:cubicBezTo>
                <a:lnTo>
                  <a:pt x="64135" y="30469"/>
                </a:lnTo>
                <a:lnTo>
                  <a:pt x="62470" y="30886"/>
                </a:lnTo>
                <a:cubicBezTo>
                  <a:pt x="62370" y="30886"/>
                  <a:pt x="62311" y="30985"/>
                  <a:pt x="62351" y="31084"/>
                </a:cubicBezTo>
                <a:cubicBezTo>
                  <a:pt x="62351" y="31163"/>
                  <a:pt x="62410" y="31203"/>
                  <a:pt x="62489" y="31203"/>
                </a:cubicBezTo>
                <a:lnTo>
                  <a:pt x="62549" y="31183"/>
                </a:lnTo>
                <a:lnTo>
                  <a:pt x="64195" y="30787"/>
                </a:lnTo>
                <a:lnTo>
                  <a:pt x="64433" y="30707"/>
                </a:lnTo>
                <a:cubicBezTo>
                  <a:pt x="64512" y="30707"/>
                  <a:pt x="64572" y="30608"/>
                  <a:pt x="64552" y="30509"/>
                </a:cubicBezTo>
                <a:cubicBezTo>
                  <a:pt x="64535" y="30443"/>
                  <a:pt x="64465" y="30405"/>
                  <a:pt x="64396" y="30405"/>
                </a:cubicBezTo>
                <a:close/>
                <a:moveTo>
                  <a:pt x="59994" y="31567"/>
                </a:moveTo>
                <a:cubicBezTo>
                  <a:pt x="59974" y="31567"/>
                  <a:pt x="59952" y="31571"/>
                  <a:pt x="59931" y="31580"/>
                </a:cubicBezTo>
                <a:lnTo>
                  <a:pt x="58087" y="32195"/>
                </a:lnTo>
                <a:cubicBezTo>
                  <a:pt x="57988" y="32234"/>
                  <a:pt x="57948" y="32333"/>
                  <a:pt x="57988" y="32413"/>
                </a:cubicBezTo>
                <a:cubicBezTo>
                  <a:pt x="57988" y="32478"/>
                  <a:pt x="58042" y="32517"/>
                  <a:pt x="58095" y="32517"/>
                </a:cubicBezTo>
                <a:cubicBezTo>
                  <a:pt x="58106" y="32517"/>
                  <a:pt x="58116" y="32515"/>
                  <a:pt x="58127" y="32512"/>
                </a:cubicBezTo>
                <a:lnTo>
                  <a:pt x="58186" y="32512"/>
                </a:lnTo>
                <a:lnTo>
                  <a:pt x="60030" y="31897"/>
                </a:lnTo>
                <a:cubicBezTo>
                  <a:pt x="60110" y="31877"/>
                  <a:pt x="60149" y="31778"/>
                  <a:pt x="60129" y="31699"/>
                </a:cubicBezTo>
                <a:cubicBezTo>
                  <a:pt x="60129" y="31621"/>
                  <a:pt x="60068" y="31567"/>
                  <a:pt x="59994" y="31567"/>
                </a:cubicBezTo>
                <a:close/>
                <a:moveTo>
                  <a:pt x="55702" y="33154"/>
                </a:moveTo>
                <a:cubicBezTo>
                  <a:pt x="55683" y="33154"/>
                  <a:pt x="55665" y="33158"/>
                  <a:pt x="55648" y="33166"/>
                </a:cubicBezTo>
                <a:cubicBezTo>
                  <a:pt x="55033" y="33444"/>
                  <a:pt x="54438" y="33741"/>
                  <a:pt x="53863" y="34039"/>
                </a:cubicBezTo>
                <a:cubicBezTo>
                  <a:pt x="53783" y="34059"/>
                  <a:pt x="53744" y="34158"/>
                  <a:pt x="53783" y="34237"/>
                </a:cubicBezTo>
                <a:cubicBezTo>
                  <a:pt x="53803" y="34297"/>
                  <a:pt x="53863" y="34336"/>
                  <a:pt x="53942" y="34336"/>
                </a:cubicBezTo>
                <a:lnTo>
                  <a:pt x="54021" y="34316"/>
                </a:lnTo>
                <a:lnTo>
                  <a:pt x="55767" y="33464"/>
                </a:lnTo>
                <a:cubicBezTo>
                  <a:pt x="55846" y="33424"/>
                  <a:pt x="55886" y="33345"/>
                  <a:pt x="55846" y="33265"/>
                </a:cubicBezTo>
                <a:cubicBezTo>
                  <a:pt x="55830" y="33203"/>
                  <a:pt x="55767" y="33154"/>
                  <a:pt x="55702" y="33154"/>
                </a:cubicBezTo>
                <a:close/>
                <a:moveTo>
                  <a:pt x="51683" y="35303"/>
                </a:moveTo>
                <a:cubicBezTo>
                  <a:pt x="51654" y="35303"/>
                  <a:pt x="51626" y="35316"/>
                  <a:pt x="51602" y="35348"/>
                </a:cubicBezTo>
                <a:cubicBezTo>
                  <a:pt x="51047" y="35705"/>
                  <a:pt x="50511" y="36081"/>
                  <a:pt x="49996" y="36518"/>
                </a:cubicBezTo>
                <a:cubicBezTo>
                  <a:pt x="49916" y="36557"/>
                  <a:pt x="49916" y="36676"/>
                  <a:pt x="49976" y="36736"/>
                </a:cubicBezTo>
                <a:lnTo>
                  <a:pt x="50095" y="36795"/>
                </a:lnTo>
                <a:lnTo>
                  <a:pt x="50194" y="36756"/>
                </a:lnTo>
                <a:cubicBezTo>
                  <a:pt x="50690" y="36359"/>
                  <a:pt x="51245" y="36002"/>
                  <a:pt x="51780" y="35625"/>
                </a:cubicBezTo>
                <a:cubicBezTo>
                  <a:pt x="51960" y="35593"/>
                  <a:pt x="51816" y="35303"/>
                  <a:pt x="51683" y="35303"/>
                </a:cubicBezTo>
                <a:close/>
                <a:moveTo>
                  <a:pt x="48182" y="38228"/>
                </a:moveTo>
                <a:cubicBezTo>
                  <a:pt x="48145" y="38228"/>
                  <a:pt x="48106" y="38244"/>
                  <a:pt x="48072" y="38283"/>
                </a:cubicBezTo>
                <a:lnTo>
                  <a:pt x="47775" y="38580"/>
                </a:lnTo>
                <a:cubicBezTo>
                  <a:pt x="47418" y="38937"/>
                  <a:pt x="47100" y="39334"/>
                  <a:pt x="46783" y="39770"/>
                </a:cubicBezTo>
                <a:cubicBezTo>
                  <a:pt x="46704" y="39830"/>
                  <a:pt x="46723" y="39929"/>
                  <a:pt x="46803" y="39988"/>
                </a:cubicBezTo>
                <a:lnTo>
                  <a:pt x="46902" y="40028"/>
                </a:lnTo>
                <a:cubicBezTo>
                  <a:pt x="46942" y="40028"/>
                  <a:pt x="47001" y="40008"/>
                  <a:pt x="47021" y="39968"/>
                </a:cubicBezTo>
                <a:cubicBezTo>
                  <a:pt x="47338" y="39572"/>
                  <a:pt x="47675" y="39175"/>
                  <a:pt x="48013" y="38798"/>
                </a:cubicBezTo>
                <a:lnTo>
                  <a:pt x="48290" y="38501"/>
                </a:lnTo>
                <a:cubicBezTo>
                  <a:pt x="48395" y="38381"/>
                  <a:pt x="48296" y="38228"/>
                  <a:pt x="48182" y="38228"/>
                </a:cubicBezTo>
                <a:close/>
                <a:moveTo>
                  <a:pt x="45430" y="41892"/>
                </a:moveTo>
                <a:cubicBezTo>
                  <a:pt x="45373" y="41892"/>
                  <a:pt x="45315" y="41918"/>
                  <a:pt x="45276" y="41971"/>
                </a:cubicBezTo>
                <a:cubicBezTo>
                  <a:pt x="44958" y="42546"/>
                  <a:pt x="44661" y="43122"/>
                  <a:pt x="44383" y="43716"/>
                </a:cubicBezTo>
                <a:cubicBezTo>
                  <a:pt x="44364" y="43796"/>
                  <a:pt x="44383" y="43895"/>
                  <a:pt x="44463" y="43935"/>
                </a:cubicBezTo>
                <a:lnTo>
                  <a:pt x="44542" y="43935"/>
                </a:lnTo>
                <a:cubicBezTo>
                  <a:pt x="44602" y="43935"/>
                  <a:pt x="44661" y="43895"/>
                  <a:pt x="44701" y="43855"/>
                </a:cubicBezTo>
                <a:cubicBezTo>
                  <a:pt x="44958" y="43260"/>
                  <a:pt x="45256" y="42685"/>
                  <a:pt x="45593" y="42150"/>
                </a:cubicBezTo>
                <a:cubicBezTo>
                  <a:pt x="45633" y="42051"/>
                  <a:pt x="45613" y="41952"/>
                  <a:pt x="45514" y="41912"/>
                </a:cubicBezTo>
                <a:cubicBezTo>
                  <a:pt x="45487" y="41899"/>
                  <a:pt x="45459" y="41892"/>
                  <a:pt x="45430" y="41892"/>
                </a:cubicBezTo>
                <a:close/>
                <a:moveTo>
                  <a:pt x="43607" y="46032"/>
                </a:moveTo>
                <a:cubicBezTo>
                  <a:pt x="43538" y="46032"/>
                  <a:pt x="43464" y="46070"/>
                  <a:pt x="43431" y="46136"/>
                </a:cubicBezTo>
                <a:cubicBezTo>
                  <a:pt x="43233" y="46751"/>
                  <a:pt x="43055" y="47365"/>
                  <a:pt x="42876" y="48040"/>
                </a:cubicBezTo>
                <a:cubicBezTo>
                  <a:pt x="42876" y="48119"/>
                  <a:pt x="42936" y="48198"/>
                  <a:pt x="43015" y="48238"/>
                </a:cubicBezTo>
                <a:lnTo>
                  <a:pt x="43055" y="48238"/>
                </a:lnTo>
                <a:cubicBezTo>
                  <a:pt x="43134" y="48238"/>
                  <a:pt x="43194" y="48179"/>
                  <a:pt x="43213" y="48119"/>
                </a:cubicBezTo>
                <a:cubicBezTo>
                  <a:pt x="43372" y="47465"/>
                  <a:pt x="43550" y="46850"/>
                  <a:pt x="43749" y="46235"/>
                </a:cubicBezTo>
                <a:cubicBezTo>
                  <a:pt x="43769" y="46156"/>
                  <a:pt x="43729" y="46057"/>
                  <a:pt x="43650" y="46037"/>
                </a:cubicBezTo>
                <a:cubicBezTo>
                  <a:pt x="43636" y="46033"/>
                  <a:pt x="43622" y="46032"/>
                  <a:pt x="43607" y="46032"/>
                </a:cubicBezTo>
                <a:close/>
                <a:moveTo>
                  <a:pt x="42528" y="50475"/>
                </a:moveTo>
                <a:cubicBezTo>
                  <a:pt x="42460" y="50475"/>
                  <a:pt x="42398" y="50529"/>
                  <a:pt x="42380" y="50598"/>
                </a:cubicBezTo>
                <a:cubicBezTo>
                  <a:pt x="42281" y="51233"/>
                  <a:pt x="42182" y="51887"/>
                  <a:pt x="42142" y="52561"/>
                </a:cubicBezTo>
                <a:cubicBezTo>
                  <a:pt x="42123" y="52641"/>
                  <a:pt x="42202" y="52720"/>
                  <a:pt x="42281" y="52720"/>
                </a:cubicBezTo>
                <a:cubicBezTo>
                  <a:pt x="42380" y="52720"/>
                  <a:pt x="42460" y="52680"/>
                  <a:pt x="42460" y="52581"/>
                </a:cubicBezTo>
                <a:cubicBezTo>
                  <a:pt x="42539" y="51927"/>
                  <a:pt x="42618" y="51292"/>
                  <a:pt x="42718" y="50638"/>
                </a:cubicBezTo>
                <a:cubicBezTo>
                  <a:pt x="42718" y="50558"/>
                  <a:pt x="42638" y="50479"/>
                  <a:pt x="42559" y="50479"/>
                </a:cubicBezTo>
                <a:cubicBezTo>
                  <a:pt x="42548" y="50476"/>
                  <a:pt x="42538" y="50475"/>
                  <a:pt x="42528" y="50475"/>
                </a:cubicBezTo>
                <a:close/>
                <a:moveTo>
                  <a:pt x="42142" y="55000"/>
                </a:moveTo>
                <a:cubicBezTo>
                  <a:pt x="42063" y="55000"/>
                  <a:pt x="41964" y="55080"/>
                  <a:pt x="41964" y="55159"/>
                </a:cubicBezTo>
                <a:lnTo>
                  <a:pt x="41964" y="57142"/>
                </a:lnTo>
                <a:cubicBezTo>
                  <a:pt x="41964" y="57222"/>
                  <a:pt x="42023" y="57281"/>
                  <a:pt x="42123" y="57281"/>
                </a:cubicBezTo>
                <a:cubicBezTo>
                  <a:pt x="42202" y="57281"/>
                  <a:pt x="42281" y="57202"/>
                  <a:pt x="42281" y="57122"/>
                </a:cubicBezTo>
                <a:lnTo>
                  <a:pt x="42281" y="55179"/>
                </a:lnTo>
                <a:cubicBezTo>
                  <a:pt x="42301" y="55080"/>
                  <a:pt x="42222" y="55000"/>
                  <a:pt x="42142" y="55000"/>
                </a:cubicBezTo>
                <a:close/>
                <a:moveTo>
                  <a:pt x="42221" y="59619"/>
                </a:moveTo>
                <a:cubicBezTo>
                  <a:pt x="42152" y="59619"/>
                  <a:pt x="42084" y="59658"/>
                  <a:pt x="42063" y="59740"/>
                </a:cubicBezTo>
                <a:cubicBezTo>
                  <a:pt x="42123" y="60395"/>
                  <a:pt x="42162" y="61029"/>
                  <a:pt x="42242" y="61703"/>
                </a:cubicBezTo>
                <a:cubicBezTo>
                  <a:pt x="42242" y="61783"/>
                  <a:pt x="42321" y="61842"/>
                  <a:pt x="42420" y="61842"/>
                </a:cubicBezTo>
                <a:cubicBezTo>
                  <a:pt x="42519" y="61822"/>
                  <a:pt x="42579" y="61743"/>
                  <a:pt x="42559" y="61684"/>
                </a:cubicBezTo>
                <a:cubicBezTo>
                  <a:pt x="42519" y="61009"/>
                  <a:pt x="42440" y="60355"/>
                  <a:pt x="42380" y="59720"/>
                </a:cubicBezTo>
                <a:cubicBezTo>
                  <a:pt x="42352" y="59653"/>
                  <a:pt x="42286" y="59619"/>
                  <a:pt x="42221" y="59619"/>
                </a:cubicBezTo>
                <a:close/>
                <a:moveTo>
                  <a:pt x="42718" y="64103"/>
                </a:moveTo>
                <a:cubicBezTo>
                  <a:pt x="42618" y="64123"/>
                  <a:pt x="42559" y="64202"/>
                  <a:pt x="42559" y="64301"/>
                </a:cubicBezTo>
                <a:lnTo>
                  <a:pt x="42856" y="66245"/>
                </a:lnTo>
                <a:cubicBezTo>
                  <a:pt x="42876" y="66304"/>
                  <a:pt x="42956" y="66364"/>
                  <a:pt x="43035" y="66364"/>
                </a:cubicBezTo>
                <a:lnTo>
                  <a:pt x="43055" y="66364"/>
                </a:lnTo>
                <a:cubicBezTo>
                  <a:pt x="43134" y="66344"/>
                  <a:pt x="43194" y="66265"/>
                  <a:pt x="43174" y="66185"/>
                </a:cubicBezTo>
                <a:lnTo>
                  <a:pt x="42876" y="64262"/>
                </a:lnTo>
                <a:cubicBezTo>
                  <a:pt x="42876" y="64163"/>
                  <a:pt x="42797" y="64103"/>
                  <a:pt x="42718" y="64103"/>
                </a:cubicBezTo>
                <a:close/>
                <a:moveTo>
                  <a:pt x="43471" y="68650"/>
                </a:moveTo>
                <a:cubicBezTo>
                  <a:pt x="43389" y="68650"/>
                  <a:pt x="43312" y="68709"/>
                  <a:pt x="43312" y="68803"/>
                </a:cubicBezTo>
                <a:lnTo>
                  <a:pt x="43610" y="70548"/>
                </a:lnTo>
                <a:lnTo>
                  <a:pt x="43650" y="70727"/>
                </a:lnTo>
                <a:cubicBezTo>
                  <a:pt x="43650" y="70806"/>
                  <a:pt x="43709" y="70866"/>
                  <a:pt x="43808" y="70866"/>
                </a:cubicBezTo>
                <a:lnTo>
                  <a:pt x="43828" y="70866"/>
                </a:lnTo>
                <a:cubicBezTo>
                  <a:pt x="43907" y="70846"/>
                  <a:pt x="43967" y="70766"/>
                  <a:pt x="43967" y="70667"/>
                </a:cubicBezTo>
                <a:lnTo>
                  <a:pt x="43927" y="70489"/>
                </a:lnTo>
                <a:lnTo>
                  <a:pt x="43630" y="68744"/>
                </a:lnTo>
                <a:cubicBezTo>
                  <a:pt x="43589" y="68679"/>
                  <a:pt x="43529" y="68650"/>
                  <a:pt x="43471" y="68650"/>
                </a:cubicBezTo>
                <a:close/>
                <a:moveTo>
                  <a:pt x="44225" y="73106"/>
                </a:moveTo>
                <a:cubicBezTo>
                  <a:pt x="44126" y="73126"/>
                  <a:pt x="44086" y="73206"/>
                  <a:pt x="44106" y="73305"/>
                </a:cubicBezTo>
                <a:cubicBezTo>
                  <a:pt x="44205" y="73939"/>
                  <a:pt x="44324" y="74594"/>
                  <a:pt x="44423" y="75228"/>
                </a:cubicBezTo>
                <a:cubicBezTo>
                  <a:pt x="44423" y="75308"/>
                  <a:pt x="44502" y="75367"/>
                  <a:pt x="44562" y="75367"/>
                </a:cubicBezTo>
                <a:lnTo>
                  <a:pt x="44602" y="75367"/>
                </a:lnTo>
                <a:cubicBezTo>
                  <a:pt x="44681" y="75347"/>
                  <a:pt x="44740" y="75268"/>
                  <a:pt x="44740" y="75189"/>
                </a:cubicBezTo>
                <a:cubicBezTo>
                  <a:pt x="44641" y="74534"/>
                  <a:pt x="44522" y="73900"/>
                  <a:pt x="44423" y="73245"/>
                </a:cubicBezTo>
                <a:cubicBezTo>
                  <a:pt x="44403" y="73166"/>
                  <a:pt x="44304" y="73106"/>
                  <a:pt x="44225" y="73106"/>
                </a:cubicBezTo>
                <a:close/>
                <a:moveTo>
                  <a:pt x="44939" y="77608"/>
                </a:moveTo>
                <a:cubicBezTo>
                  <a:pt x="44840" y="77628"/>
                  <a:pt x="44780" y="77727"/>
                  <a:pt x="44780" y="77806"/>
                </a:cubicBezTo>
                <a:cubicBezTo>
                  <a:pt x="44879" y="78481"/>
                  <a:pt x="44958" y="79135"/>
                  <a:pt x="45038" y="79750"/>
                </a:cubicBezTo>
                <a:cubicBezTo>
                  <a:pt x="45038" y="79829"/>
                  <a:pt x="45097" y="79889"/>
                  <a:pt x="45177" y="79889"/>
                </a:cubicBezTo>
                <a:lnTo>
                  <a:pt x="45216" y="79889"/>
                </a:lnTo>
                <a:cubicBezTo>
                  <a:pt x="45296" y="79869"/>
                  <a:pt x="45355" y="79790"/>
                  <a:pt x="45355" y="79690"/>
                </a:cubicBezTo>
                <a:cubicBezTo>
                  <a:pt x="45276" y="79076"/>
                  <a:pt x="45216" y="78421"/>
                  <a:pt x="45117" y="77767"/>
                </a:cubicBezTo>
                <a:cubicBezTo>
                  <a:pt x="45117" y="77668"/>
                  <a:pt x="45038" y="77608"/>
                  <a:pt x="44939" y="77608"/>
                </a:cubicBezTo>
                <a:close/>
                <a:moveTo>
                  <a:pt x="45415" y="82150"/>
                </a:moveTo>
                <a:cubicBezTo>
                  <a:pt x="45335" y="82169"/>
                  <a:pt x="45276" y="82249"/>
                  <a:pt x="45256" y="82328"/>
                </a:cubicBezTo>
                <a:cubicBezTo>
                  <a:pt x="45315" y="83002"/>
                  <a:pt x="45335" y="83657"/>
                  <a:pt x="45355" y="84291"/>
                </a:cubicBezTo>
                <a:cubicBezTo>
                  <a:pt x="45355" y="84371"/>
                  <a:pt x="45434" y="84430"/>
                  <a:pt x="45514" y="84430"/>
                </a:cubicBezTo>
                <a:cubicBezTo>
                  <a:pt x="45593" y="84430"/>
                  <a:pt x="45672" y="84371"/>
                  <a:pt x="45672" y="84291"/>
                </a:cubicBezTo>
                <a:cubicBezTo>
                  <a:pt x="45653" y="83637"/>
                  <a:pt x="45633" y="82963"/>
                  <a:pt x="45573" y="82308"/>
                </a:cubicBezTo>
                <a:cubicBezTo>
                  <a:pt x="45573" y="82209"/>
                  <a:pt x="45494" y="82150"/>
                  <a:pt x="45415" y="82150"/>
                </a:cubicBezTo>
                <a:close/>
                <a:moveTo>
                  <a:pt x="45514" y="86711"/>
                </a:moveTo>
                <a:cubicBezTo>
                  <a:pt x="45415" y="86711"/>
                  <a:pt x="45335" y="86790"/>
                  <a:pt x="45335" y="86889"/>
                </a:cubicBezTo>
                <a:cubicBezTo>
                  <a:pt x="45315" y="87524"/>
                  <a:pt x="45256" y="88198"/>
                  <a:pt x="45196" y="88813"/>
                </a:cubicBezTo>
                <a:cubicBezTo>
                  <a:pt x="45196" y="88912"/>
                  <a:pt x="45236" y="88991"/>
                  <a:pt x="45335" y="88991"/>
                </a:cubicBezTo>
                <a:lnTo>
                  <a:pt x="45355" y="88991"/>
                </a:lnTo>
                <a:cubicBezTo>
                  <a:pt x="45434" y="88991"/>
                  <a:pt x="45514" y="88932"/>
                  <a:pt x="45514" y="88852"/>
                </a:cubicBezTo>
                <a:cubicBezTo>
                  <a:pt x="45573" y="88218"/>
                  <a:pt x="45633" y="87563"/>
                  <a:pt x="45653" y="86889"/>
                </a:cubicBezTo>
                <a:cubicBezTo>
                  <a:pt x="45653" y="86810"/>
                  <a:pt x="45593" y="86731"/>
                  <a:pt x="45514" y="86711"/>
                </a:cubicBezTo>
                <a:close/>
                <a:moveTo>
                  <a:pt x="45018" y="91252"/>
                </a:moveTo>
                <a:cubicBezTo>
                  <a:pt x="44919" y="91252"/>
                  <a:pt x="44859" y="91312"/>
                  <a:pt x="44840" y="91391"/>
                </a:cubicBezTo>
                <a:cubicBezTo>
                  <a:pt x="44721" y="92025"/>
                  <a:pt x="44602" y="92660"/>
                  <a:pt x="44423" y="93315"/>
                </a:cubicBezTo>
                <a:cubicBezTo>
                  <a:pt x="44403" y="93394"/>
                  <a:pt x="44463" y="93473"/>
                  <a:pt x="44542" y="93513"/>
                </a:cubicBezTo>
                <a:lnTo>
                  <a:pt x="44602" y="93513"/>
                </a:lnTo>
                <a:cubicBezTo>
                  <a:pt x="44661" y="93513"/>
                  <a:pt x="44721" y="93453"/>
                  <a:pt x="44740" y="93374"/>
                </a:cubicBezTo>
                <a:cubicBezTo>
                  <a:pt x="44879" y="92739"/>
                  <a:pt x="45038" y="92085"/>
                  <a:pt x="45157" y="91450"/>
                </a:cubicBezTo>
                <a:cubicBezTo>
                  <a:pt x="45157" y="91351"/>
                  <a:pt x="45097" y="91272"/>
                  <a:pt x="45018" y="91252"/>
                </a:cubicBezTo>
                <a:close/>
                <a:moveTo>
                  <a:pt x="43854" y="95679"/>
                </a:moveTo>
                <a:cubicBezTo>
                  <a:pt x="43788" y="95679"/>
                  <a:pt x="43733" y="95720"/>
                  <a:pt x="43689" y="95793"/>
                </a:cubicBezTo>
                <a:cubicBezTo>
                  <a:pt x="43511" y="96408"/>
                  <a:pt x="43273" y="97023"/>
                  <a:pt x="43055" y="97618"/>
                </a:cubicBezTo>
                <a:cubicBezTo>
                  <a:pt x="43015" y="97697"/>
                  <a:pt x="43055" y="97796"/>
                  <a:pt x="43134" y="97836"/>
                </a:cubicBezTo>
                <a:lnTo>
                  <a:pt x="43213" y="97836"/>
                </a:lnTo>
                <a:cubicBezTo>
                  <a:pt x="43273" y="97836"/>
                  <a:pt x="43332" y="97796"/>
                  <a:pt x="43352" y="97737"/>
                </a:cubicBezTo>
                <a:cubicBezTo>
                  <a:pt x="43590" y="97122"/>
                  <a:pt x="43828" y="96507"/>
                  <a:pt x="44026" y="95893"/>
                </a:cubicBezTo>
                <a:cubicBezTo>
                  <a:pt x="44046" y="95793"/>
                  <a:pt x="44007" y="95714"/>
                  <a:pt x="43927" y="95694"/>
                </a:cubicBezTo>
                <a:cubicBezTo>
                  <a:pt x="43902" y="95684"/>
                  <a:pt x="43877" y="95679"/>
                  <a:pt x="43854" y="95679"/>
                </a:cubicBezTo>
                <a:close/>
                <a:moveTo>
                  <a:pt x="42153" y="99929"/>
                </a:moveTo>
                <a:cubicBezTo>
                  <a:pt x="42092" y="99929"/>
                  <a:pt x="42030" y="99965"/>
                  <a:pt x="42004" y="100017"/>
                </a:cubicBezTo>
                <a:cubicBezTo>
                  <a:pt x="41746" y="100593"/>
                  <a:pt x="41448" y="101188"/>
                  <a:pt x="41111" y="101763"/>
                </a:cubicBezTo>
                <a:cubicBezTo>
                  <a:pt x="41091" y="101842"/>
                  <a:pt x="41111" y="101941"/>
                  <a:pt x="41191" y="101981"/>
                </a:cubicBezTo>
                <a:lnTo>
                  <a:pt x="41270" y="101981"/>
                </a:lnTo>
                <a:cubicBezTo>
                  <a:pt x="41329" y="101981"/>
                  <a:pt x="41389" y="101961"/>
                  <a:pt x="41409" y="101901"/>
                </a:cubicBezTo>
                <a:cubicBezTo>
                  <a:pt x="41706" y="101326"/>
                  <a:pt x="42043" y="100751"/>
                  <a:pt x="42301" y="100176"/>
                </a:cubicBezTo>
                <a:cubicBezTo>
                  <a:pt x="42341" y="100077"/>
                  <a:pt x="42301" y="99978"/>
                  <a:pt x="42242" y="99958"/>
                </a:cubicBezTo>
                <a:cubicBezTo>
                  <a:pt x="42215" y="99938"/>
                  <a:pt x="42184" y="99929"/>
                  <a:pt x="42153" y="99929"/>
                </a:cubicBezTo>
                <a:close/>
                <a:moveTo>
                  <a:pt x="39901" y="103899"/>
                </a:moveTo>
                <a:cubicBezTo>
                  <a:pt x="39853" y="103899"/>
                  <a:pt x="39813" y="103923"/>
                  <a:pt x="39802" y="103984"/>
                </a:cubicBezTo>
                <a:cubicBezTo>
                  <a:pt x="39465" y="104539"/>
                  <a:pt x="39088" y="105074"/>
                  <a:pt x="38712" y="105630"/>
                </a:cubicBezTo>
                <a:cubicBezTo>
                  <a:pt x="38672" y="105709"/>
                  <a:pt x="38692" y="105788"/>
                  <a:pt x="38771" y="105848"/>
                </a:cubicBezTo>
                <a:lnTo>
                  <a:pt x="38870" y="105848"/>
                </a:lnTo>
                <a:cubicBezTo>
                  <a:pt x="38910" y="105848"/>
                  <a:pt x="38969" y="105828"/>
                  <a:pt x="38989" y="105808"/>
                </a:cubicBezTo>
                <a:cubicBezTo>
                  <a:pt x="39366" y="105273"/>
                  <a:pt x="39743" y="104717"/>
                  <a:pt x="40080" y="104162"/>
                </a:cubicBezTo>
                <a:cubicBezTo>
                  <a:pt x="40209" y="104062"/>
                  <a:pt x="40027" y="103899"/>
                  <a:pt x="39901" y="103899"/>
                </a:cubicBezTo>
                <a:close/>
                <a:moveTo>
                  <a:pt x="37289" y="107605"/>
                </a:moveTo>
                <a:cubicBezTo>
                  <a:pt x="37242" y="107605"/>
                  <a:pt x="37198" y="107620"/>
                  <a:pt x="37165" y="107653"/>
                </a:cubicBezTo>
                <a:cubicBezTo>
                  <a:pt x="36768" y="108188"/>
                  <a:pt x="36332" y="108684"/>
                  <a:pt x="35915" y="109180"/>
                </a:cubicBezTo>
                <a:cubicBezTo>
                  <a:pt x="35856" y="109239"/>
                  <a:pt x="35876" y="109338"/>
                  <a:pt x="35935" y="109398"/>
                </a:cubicBezTo>
                <a:cubicBezTo>
                  <a:pt x="35955" y="109418"/>
                  <a:pt x="35995" y="109437"/>
                  <a:pt x="36034" y="109437"/>
                </a:cubicBezTo>
                <a:cubicBezTo>
                  <a:pt x="36094" y="109437"/>
                  <a:pt x="36134" y="109418"/>
                  <a:pt x="36173" y="109378"/>
                </a:cubicBezTo>
                <a:cubicBezTo>
                  <a:pt x="36590" y="108882"/>
                  <a:pt x="37026" y="108386"/>
                  <a:pt x="37423" y="107890"/>
                </a:cubicBezTo>
                <a:cubicBezTo>
                  <a:pt x="37482" y="107811"/>
                  <a:pt x="37462" y="107692"/>
                  <a:pt x="37403" y="107633"/>
                </a:cubicBezTo>
                <a:cubicBezTo>
                  <a:pt x="37367" y="107615"/>
                  <a:pt x="37327" y="107605"/>
                  <a:pt x="37289" y="107605"/>
                </a:cubicBezTo>
                <a:close/>
                <a:moveTo>
                  <a:pt x="34266" y="111031"/>
                </a:moveTo>
                <a:cubicBezTo>
                  <a:pt x="34228" y="111031"/>
                  <a:pt x="34188" y="111046"/>
                  <a:pt x="34150" y="111083"/>
                </a:cubicBezTo>
                <a:cubicBezTo>
                  <a:pt x="33714" y="111520"/>
                  <a:pt x="33238" y="111996"/>
                  <a:pt x="32742" y="112452"/>
                </a:cubicBezTo>
                <a:cubicBezTo>
                  <a:pt x="32683" y="112511"/>
                  <a:pt x="32683" y="112591"/>
                  <a:pt x="32742" y="112670"/>
                </a:cubicBezTo>
                <a:lnTo>
                  <a:pt x="32861" y="112709"/>
                </a:lnTo>
                <a:lnTo>
                  <a:pt x="32961" y="112670"/>
                </a:lnTo>
                <a:cubicBezTo>
                  <a:pt x="33456" y="112214"/>
                  <a:pt x="33932" y="111777"/>
                  <a:pt x="34388" y="111301"/>
                </a:cubicBezTo>
                <a:cubicBezTo>
                  <a:pt x="34495" y="111195"/>
                  <a:pt x="34392" y="111031"/>
                  <a:pt x="34266" y="111031"/>
                </a:cubicBezTo>
                <a:close/>
                <a:moveTo>
                  <a:pt x="30919" y="114115"/>
                </a:moveTo>
                <a:cubicBezTo>
                  <a:pt x="30883" y="114115"/>
                  <a:pt x="30846" y="114130"/>
                  <a:pt x="30819" y="114157"/>
                </a:cubicBezTo>
                <a:lnTo>
                  <a:pt x="29292" y="115367"/>
                </a:lnTo>
                <a:cubicBezTo>
                  <a:pt x="29232" y="115426"/>
                  <a:pt x="29193" y="115526"/>
                  <a:pt x="29252" y="115625"/>
                </a:cubicBezTo>
                <a:lnTo>
                  <a:pt x="29391" y="115664"/>
                </a:lnTo>
                <a:lnTo>
                  <a:pt x="29490" y="115645"/>
                </a:lnTo>
                <a:cubicBezTo>
                  <a:pt x="30025" y="115248"/>
                  <a:pt x="30521" y="114831"/>
                  <a:pt x="31017" y="114395"/>
                </a:cubicBezTo>
                <a:cubicBezTo>
                  <a:pt x="31077" y="114355"/>
                  <a:pt x="31096" y="114237"/>
                  <a:pt x="31037" y="114177"/>
                </a:cubicBezTo>
                <a:cubicBezTo>
                  <a:pt x="31005" y="114135"/>
                  <a:pt x="30962" y="114115"/>
                  <a:pt x="30919" y="114115"/>
                </a:cubicBezTo>
                <a:close/>
                <a:moveTo>
                  <a:pt x="27278" y="116860"/>
                </a:moveTo>
                <a:cubicBezTo>
                  <a:pt x="27247" y="116860"/>
                  <a:pt x="27216" y="116876"/>
                  <a:pt x="27190" y="116914"/>
                </a:cubicBezTo>
                <a:lnTo>
                  <a:pt x="25563" y="117965"/>
                </a:lnTo>
                <a:cubicBezTo>
                  <a:pt x="25484" y="118024"/>
                  <a:pt x="25464" y="118143"/>
                  <a:pt x="25504" y="118223"/>
                </a:cubicBezTo>
                <a:cubicBezTo>
                  <a:pt x="25544" y="118262"/>
                  <a:pt x="25603" y="118282"/>
                  <a:pt x="25663" y="118302"/>
                </a:cubicBezTo>
                <a:lnTo>
                  <a:pt x="25722" y="118262"/>
                </a:lnTo>
                <a:lnTo>
                  <a:pt x="27368" y="117172"/>
                </a:lnTo>
                <a:cubicBezTo>
                  <a:pt x="27545" y="117139"/>
                  <a:pt x="27409" y="116860"/>
                  <a:pt x="27278" y="116860"/>
                </a:cubicBezTo>
                <a:close/>
                <a:moveTo>
                  <a:pt x="23367" y="119328"/>
                </a:moveTo>
                <a:cubicBezTo>
                  <a:pt x="23353" y="119328"/>
                  <a:pt x="23338" y="119329"/>
                  <a:pt x="23322" y="119333"/>
                </a:cubicBezTo>
                <a:lnTo>
                  <a:pt x="21617" y="120245"/>
                </a:lnTo>
                <a:cubicBezTo>
                  <a:pt x="21538" y="120305"/>
                  <a:pt x="21518" y="120384"/>
                  <a:pt x="21538" y="120483"/>
                </a:cubicBezTo>
                <a:cubicBezTo>
                  <a:pt x="21557" y="120523"/>
                  <a:pt x="21617" y="120563"/>
                  <a:pt x="21696" y="120583"/>
                </a:cubicBezTo>
                <a:lnTo>
                  <a:pt x="21756" y="120543"/>
                </a:lnTo>
                <a:cubicBezTo>
                  <a:pt x="22351" y="120245"/>
                  <a:pt x="22926" y="119928"/>
                  <a:pt x="23501" y="119611"/>
                </a:cubicBezTo>
                <a:cubicBezTo>
                  <a:pt x="23573" y="119485"/>
                  <a:pt x="23499" y="119328"/>
                  <a:pt x="23367" y="119328"/>
                </a:cubicBezTo>
                <a:close/>
                <a:moveTo>
                  <a:pt x="19343" y="121409"/>
                </a:moveTo>
                <a:cubicBezTo>
                  <a:pt x="19321" y="121409"/>
                  <a:pt x="19299" y="121411"/>
                  <a:pt x="19277" y="121415"/>
                </a:cubicBezTo>
                <a:cubicBezTo>
                  <a:pt x="18722" y="121713"/>
                  <a:pt x="18127" y="121991"/>
                  <a:pt x="17532" y="122229"/>
                </a:cubicBezTo>
                <a:cubicBezTo>
                  <a:pt x="17452" y="122288"/>
                  <a:pt x="17413" y="122367"/>
                  <a:pt x="17433" y="122466"/>
                </a:cubicBezTo>
                <a:cubicBezTo>
                  <a:pt x="17472" y="122506"/>
                  <a:pt x="17532" y="122546"/>
                  <a:pt x="17591" y="122566"/>
                </a:cubicBezTo>
                <a:lnTo>
                  <a:pt x="17651" y="122526"/>
                </a:lnTo>
                <a:cubicBezTo>
                  <a:pt x="18246" y="122288"/>
                  <a:pt x="18841" y="122010"/>
                  <a:pt x="19436" y="121713"/>
                </a:cubicBezTo>
                <a:cubicBezTo>
                  <a:pt x="19515" y="121673"/>
                  <a:pt x="19535" y="121594"/>
                  <a:pt x="19515" y="121515"/>
                </a:cubicBezTo>
                <a:cubicBezTo>
                  <a:pt x="19484" y="121438"/>
                  <a:pt x="19418" y="121409"/>
                  <a:pt x="19343" y="121409"/>
                </a:cubicBezTo>
                <a:close/>
                <a:moveTo>
                  <a:pt x="15196" y="123240"/>
                </a:moveTo>
                <a:cubicBezTo>
                  <a:pt x="15167" y="123240"/>
                  <a:pt x="15139" y="123247"/>
                  <a:pt x="15112" y="123260"/>
                </a:cubicBezTo>
                <a:lnTo>
                  <a:pt x="13288" y="123954"/>
                </a:lnTo>
                <a:cubicBezTo>
                  <a:pt x="13208" y="123974"/>
                  <a:pt x="13169" y="124053"/>
                  <a:pt x="13189" y="124152"/>
                </a:cubicBezTo>
                <a:cubicBezTo>
                  <a:pt x="13208" y="124212"/>
                  <a:pt x="13288" y="124271"/>
                  <a:pt x="13367" y="124271"/>
                </a:cubicBezTo>
                <a:lnTo>
                  <a:pt x="13407" y="124251"/>
                </a:lnTo>
                <a:lnTo>
                  <a:pt x="15251" y="123557"/>
                </a:lnTo>
                <a:cubicBezTo>
                  <a:pt x="15330" y="123498"/>
                  <a:pt x="15370" y="123418"/>
                  <a:pt x="15350" y="123319"/>
                </a:cubicBezTo>
                <a:cubicBezTo>
                  <a:pt x="15311" y="123266"/>
                  <a:pt x="15253" y="123240"/>
                  <a:pt x="15196" y="123240"/>
                </a:cubicBezTo>
                <a:close/>
                <a:moveTo>
                  <a:pt x="10871" y="124782"/>
                </a:moveTo>
                <a:cubicBezTo>
                  <a:pt x="10857" y="124782"/>
                  <a:pt x="10842" y="124783"/>
                  <a:pt x="10829" y="124787"/>
                </a:cubicBezTo>
                <a:lnTo>
                  <a:pt x="8965" y="125382"/>
                </a:lnTo>
                <a:cubicBezTo>
                  <a:pt x="8885" y="125421"/>
                  <a:pt x="8846" y="125501"/>
                  <a:pt x="8865" y="125580"/>
                </a:cubicBezTo>
                <a:cubicBezTo>
                  <a:pt x="8885" y="125659"/>
                  <a:pt x="8945" y="125699"/>
                  <a:pt x="9024" y="125699"/>
                </a:cubicBezTo>
                <a:lnTo>
                  <a:pt x="9064" y="125699"/>
                </a:lnTo>
                <a:lnTo>
                  <a:pt x="10928" y="125104"/>
                </a:lnTo>
                <a:cubicBezTo>
                  <a:pt x="11027" y="125084"/>
                  <a:pt x="11087" y="124985"/>
                  <a:pt x="11047" y="124886"/>
                </a:cubicBezTo>
                <a:cubicBezTo>
                  <a:pt x="11014" y="124820"/>
                  <a:pt x="10940" y="124782"/>
                  <a:pt x="10871" y="124782"/>
                </a:cubicBezTo>
                <a:close/>
                <a:moveTo>
                  <a:pt x="6503" y="126092"/>
                </a:moveTo>
                <a:cubicBezTo>
                  <a:pt x="6491" y="126092"/>
                  <a:pt x="6479" y="126093"/>
                  <a:pt x="6466" y="126096"/>
                </a:cubicBezTo>
                <a:lnTo>
                  <a:pt x="4582" y="126591"/>
                </a:lnTo>
                <a:cubicBezTo>
                  <a:pt x="4503" y="126611"/>
                  <a:pt x="4443" y="126710"/>
                  <a:pt x="4463" y="126790"/>
                </a:cubicBezTo>
                <a:cubicBezTo>
                  <a:pt x="4483" y="126869"/>
                  <a:pt x="4562" y="126909"/>
                  <a:pt x="4641" y="126929"/>
                </a:cubicBezTo>
                <a:lnTo>
                  <a:pt x="4661" y="126929"/>
                </a:lnTo>
                <a:lnTo>
                  <a:pt x="6565" y="126433"/>
                </a:lnTo>
                <a:cubicBezTo>
                  <a:pt x="6644" y="126393"/>
                  <a:pt x="6684" y="126314"/>
                  <a:pt x="6664" y="126234"/>
                </a:cubicBezTo>
                <a:cubicBezTo>
                  <a:pt x="6647" y="126148"/>
                  <a:pt x="6584" y="126092"/>
                  <a:pt x="6503" y="126092"/>
                </a:cubicBezTo>
                <a:close/>
                <a:moveTo>
                  <a:pt x="2103" y="127221"/>
                </a:moveTo>
                <a:cubicBezTo>
                  <a:pt x="2090" y="127221"/>
                  <a:pt x="2076" y="127223"/>
                  <a:pt x="2063" y="127226"/>
                </a:cubicBezTo>
                <a:lnTo>
                  <a:pt x="140" y="127623"/>
                </a:lnTo>
                <a:cubicBezTo>
                  <a:pt x="60" y="127642"/>
                  <a:pt x="1" y="127722"/>
                  <a:pt x="21" y="127821"/>
                </a:cubicBezTo>
                <a:cubicBezTo>
                  <a:pt x="40" y="127880"/>
                  <a:pt x="100" y="127940"/>
                  <a:pt x="179" y="127940"/>
                </a:cubicBezTo>
                <a:lnTo>
                  <a:pt x="199" y="127940"/>
                </a:lnTo>
                <a:lnTo>
                  <a:pt x="2123" y="127523"/>
                </a:lnTo>
                <a:cubicBezTo>
                  <a:pt x="2202" y="127523"/>
                  <a:pt x="2262" y="127424"/>
                  <a:pt x="2262" y="127345"/>
                </a:cubicBezTo>
                <a:cubicBezTo>
                  <a:pt x="2229" y="127262"/>
                  <a:pt x="2168" y="127221"/>
                  <a:pt x="2103" y="12722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textbox 32"/>
          <p:cNvSpPr/>
          <p:nvPr/>
        </p:nvSpPr>
        <p:spPr>
          <a:xfrm>
            <a:off x="882015" y="526415"/>
            <a:ext cx="4730115" cy="646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lang="en-US" sz="3800" b="1" kern="0" spc="6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r>
              <a:rPr sz="3800" b="1" kern="0" spc="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sz="3800" b="1" kern="0" spc="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认识</a:t>
            </a:r>
            <a:r>
              <a:rPr sz="3800" b="1" kern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Matlab</a:t>
            </a:r>
            <a:r>
              <a:rPr sz="3800" b="1" kern="0" spc="6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lang="zh-CN" sz="3800" b="1" kern="0" spc="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界面</a:t>
            </a:r>
            <a:endParaRPr sz="3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9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1365" algn="l" rtl="0" eaLnBrk="0">
              <a:lnSpc>
                <a:spcPct val="95000"/>
              </a:lnSpc>
              <a:spcBef>
                <a:spcPts val="725"/>
              </a:spcBef>
            </a:pP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4039870" y="5767070"/>
            <a:ext cx="4112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保存后的文件</a:t>
            </a:r>
            <a:r>
              <a:rPr lang="en-US" altLang="zh-CN" sz="2400" b="1" spc="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spc="2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4" descr="0db881096c1afba4c5db87ebf915e2c9"/>
          <p:cNvPicPr>
            <a:picLocks noChangeAspect="1"/>
          </p:cNvPicPr>
          <p:nvPr/>
        </p:nvPicPr>
        <p:blipFill>
          <a:blip r:embed="rId1"/>
          <a:srcRect l="2111" t="3674"/>
          <a:stretch>
            <a:fillRect/>
          </a:stretch>
        </p:blipFill>
        <p:spPr>
          <a:xfrm>
            <a:off x="2151380" y="1273175"/>
            <a:ext cx="7889875" cy="4530725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7" name="图片 6" descr="01标示标准彩色图形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8" name="图片 7" descr="679ea5b50a417660f7076eba1cf8bba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grpSp>
        <p:nvGrpSpPr>
          <p:cNvPr id="4521" name="Google Shape;4521;p69"/>
          <p:cNvGrpSpPr/>
          <p:nvPr/>
        </p:nvGrpSpPr>
        <p:grpSpPr>
          <a:xfrm flipH="1">
            <a:off x="10662061" y="2417375"/>
            <a:ext cx="1091382" cy="1155725"/>
            <a:chOff x="2958275" y="539500"/>
            <a:chExt cx="1091382" cy="1155725"/>
          </a:xfrm>
        </p:grpSpPr>
        <p:grpSp>
          <p:nvGrpSpPr>
            <p:cNvPr id="4522" name="Google Shape;4522;p69"/>
            <p:cNvGrpSpPr/>
            <p:nvPr/>
          </p:nvGrpSpPr>
          <p:grpSpPr>
            <a:xfrm>
              <a:off x="3170379" y="1212137"/>
              <a:ext cx="879278" cy="483088"/>
              <a:chOff x="2296950" y="3661600"/>
              <a:chExt cx="616475" cy="338700"/>
            </a:xfrm>
          </p:grpSpPr>
          <p:sp>
            <p:nvSpPr>
              <p:cNvPr id="4523" name="Google Shape;4523;p69"/>
              <p:cNvSpPr/>
              <p:nvPr/>
            </p:nvSpPr>
            <p:spPr>
              <a:xfrm>
                <a:off x="2510075" y="3661600"/>
                <a:ext cx="402675" cy="97750"/>
              </a:xfrm>
              <a:custGeom>
                <a:avLst/>
                <a:gdLst/>
                <a:ahLst/>
                <a:cxnLst/>
                <a:rect l="l" t="t" r="r" b="b"/>
                <a:pathLst>
                  <a:path w="16107" h="3910" extrusionOk="0">
                    <a:moveTo>
                      <a:pt x="4306" y="700"/>
                    </a:moveTo>
                    <a:lnTo>
                      <a:pt x="13180" y="2635"/>
                    </a:lnTo>
                    <a:lnTo>
                      <a:pt x="1346" y="3189"/>
                    </a:lnTo>
                    <a:lnTo>
                      <a:pt x="4306" y="700"/>
                    </a:lnTo>
                    <a:close/>
                    <a:moveTo>
                      <a:pt x="4216" y="0"/>
                    </a:moveTo>
                    <a:cubicBezTo>
                      <a:pt x="4136" y="0"/>
                      <a:pt x="4058" y="29"/>
                      <a:pt x="3998" y="83"/>
                    </a:cubicBezTo>
                    <a:lnTo>
                      <a:pt x="152" y="3314"/>
                    </a:lnTo>
                    <a:cubicBezTo>
                      <a:pt x="42" y="3405"/>
                      <a:pt x="0" y="3560"/>
                      <a:pt x="56" y="3696"/>
                    </a:cubicBezTo>
                    <a:cubicBezTo>
                      <a:pt x="103" y="3823"/>
                      <a:pt x="227" y="3909"/>
                      <a:pt x="368" y="3909"/>
                    </a:cubicBezTo>
                    <a:lnTo>
                      <a:pt x="385" y="3909"/>
                    </a:lnTo>
                    <a:lnTo>
                      <a:pt x="15768" y="3189"/>
                    </a:lnTo>
                    <a:cubicBezTo>
                      <a:pt x="15937" y="3184"/>
                      <a:pt x="16078" y="3051"/>
                      <a:pt x="16092" y="2882"/>
                    </a:cubicBezTo>
                    <a:cubicBezTo>
                      <a:pt x="16106" y="2713"/>
                      <a:pt x="15990" y="2558"/>
                      <a:pt x="15824" y="2525"/>
                    </a:cubicBezTo>
                    <a:lnTo>
                      <a:pt x="4286" y="8"/>
                    </a:lnTo>
                    <a:cubicBezTo>
                      <a:pt x="4263" y="3"/>
                      <a:pt x="4240" y="0"/>
                      <a:pt x="42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69"/>
              <p:cNvSpPr/>
              <p:nvPr/>
            </p:nvSpPr>
            <p:spPr>
              <a:xfrm>
                <a:off x="2296950" y="3724500"/>
                <a:ext cx="616275" cy="210650"/>
              </a:xfrm>
              <a:custGeom>
                <a:avLst/>
                <a:gdLst/>
                <a:ahLst/>
                <a:cxnLst/>
                <a:rect l="l" t="t" r="r" b="b"/>
                <a:pathLst>
                  <a:path w="24651" h="8426" extrusionOk="0">
                    <a:moveTo>
                      <a:pt x="20027" y="1363"/>
                    </a:moveTo>
                    <a:lnTo>
                      <a:pt x="2334" y="7100"/>
                    </a:lnTo>
                    <a:lnTo>
                      <a:pt x="7528" y="3373"/>
                    </a:lnTo>
                    <a:lnTo>
                      <a:pt x="20027" y="1363"/>
                    </a:lnTo>
                    <a:close/>
                    <a:moveTo>
                      <a:pt x="24283" y="1"/>
                    </a:moveTo>
                    <a:cubicBezTo>
                      <a:pt x="24264" y="1"/>
                      <a:pt x="24244" y="3"/>
                      <a:pt x="24224" y="6"/>
                    </a:cubicBezTo>
                    <a:lnTo>
                      <a:pt x="7346" y="2722"/>
                    </a:lnTo>
                    <a:cubicBezTo>
                      <a:pt x="7293" y="2730"/>
                      <a:pt x="7243" y="2750"/>
                      <a:pt x="7204" y="2780"/>
                    </a:cubicBezTo>
                    <a:lnTo>
                      <a:pt x="180" y="7817"/>
                    </a:lnTo>
                    <a:cubicBezTo>
                      <a:pt x="44" y="7914"/>
                      <a:pt x="0" y="8094"/>
                      <a:pt x="78" y="8243"/>
                    </a:cubicBezTo>
                    <a:cubicBezTo>
                      <a:pt x="136" y="8354"/>
                      <a:pt x="252" y="8426"/>
                      <a:pt x="379" y="8426"/>
                    </a:cubicBezTo>
                    <a:cubicBezTo>
                      <a:pt x="413" y="8426"/>
                      <a:pt x="449" y="8420"/>
                      <a:pt x="482" y="8409"/>
                    </a:cubicBezTo>
                    <a:lnTo>
                      <a:pt x="24385" y="657"/>
                    </a:lnTo>
                    <a:cubicBezTo>
                      <a:pt x="24551" y="601"/>
                      <a:pt x="24651" y="427"/>
                      <a:pt x="24606" y="255"/>
                    </a:cubicBezTo>
                    <a:cubicBezTo>
                      <a:pt x="24569" y="103"/>
                      <a:pt x="24435" y="1"/>
                      <a:pt x="242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69"/>
              <p:cNvSpPr/>
              <p:nvPr/>
            </p:nvSpPr>
            <p:spPr>
              <a:xfrm>
                <a:off x="2510825" y="3724575"/>
                <a:ext cx="401925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16077" h="3146" extrusionOk="0">
                    <a:moveTo>
                      <a:pt x="9783" y="950"/>
                    </a:moveTo>
                    <a:lnTo>
                      <a:pt x="676" y="2415"/>
                    </a:lnTo>
                    <a:lnTo>
                      <a:pt x="676" y="1376"/>
                    </a:lnTo>
                    <a:lnTo>
                      <a:pt x="9783" y="950"/>
                    </a:lnTo>
                    <a:close/>
                    <a:moveTo>
                      <a:pt x="15719" y="0"/>
                    </a:moveTo>
                    <a:cubicBezTo>
                      <a:pt x="15715" y="0"/>
                      <a:pt x="15712" y="0"/>
                      <a:pt x="15708" y="0"/>
                    </a:cubicBezTo>
                    <a:lnTo>
                      <a:pt x="325" y="720"/>
                    </a:lnTo>
                    <a:cubicBezTo>
                      <a:pt x="142" y="726"/>
                      <a:pt x="1" y="875"/>
                      <a:pt x="1" y="1055"/>
                    </a:cubicBezTo>
                    <a:lnTo>
                      <a:pt x="1" y="2811"/>
                    </a:lnTo>
                    <a:cubicBezTo>
                      <a:pt x="1" y="2907"/>
                      <a:pt x="42" y="3002"/>
                      <a:pt x="120" y="3065"/>
                    </a:cubicBezTo>
                    <a:cubicBezTo>
                      <a:pt x="181" y="3118"/>
                      <a:pt x="258" y="3146"/>
                      <a:pt x="338" y="3146"/>
                    </a:cubicBezTo>
                    <a:lnTo>
                      <a:pt x="394" y="3143"/>
                    </a:lnTo>
                    <a:lnTo>
                      <a:pt x="15777" y="667"/>
                    </a:lnTo>
                    <a:cubicBezTo>
                      <a:pt x="15954" y="640"/>
                      <a:pt x="16076" y="476"/>
                      <a:pt x="16057" y="299"/>
                    </a:cubicBezTo>
                    <a:cubicBezTo>
                      <a:pt x="16035" y="128"/>
                      <a:pt x="15891" y="0"/>
                      <a:pt x="157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69"/>
              <p:cNvSpPr/>
              <p:nvPr/>
            </p:nvSpPr>
            <p:spPr>
              <a:xfrm>
                <a:off x="2482025" y="3724450"/>
                <a:ext cx="431400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11034" extrusionOk="0">
                    <a:moveTo>
                      <a:pt x="14387" y="1500"/>
                    </a:moveTo>
                    <a:lnTo>
                      <a:pt x="676" y="10089"/>
                    </a:lnTo>
                    <a:lnTo>
                      <a:pt x="676" y="5947"/>
                    </a:lnTo>
                    <a:lnTo>
                      <a:pt x="14387" y="1500"/>
                    </a:lnTo>
                    <a:close/>
                    <a:moveTo>
                      <a:pt x="16882" y="1"/>
                    </a:moveTo>
                    <a:cubicBezTo>
                      <a:pt x="16846" y="1"/>
                      <a:pt x="16810" y="7"/>
                      <a:pt x="16774" y="19"/>
                    </a:cubicBezTo>
                    <a:lnTo>
                      <a:pt x="236" y="5382"/>
                    </a:lnTo>
                    <a:cubicBezTo>
                      <a:pt x="98" y="5426"/>
                      <a:pt x="4" y="5554"/>
                      <a:pt x="1" y="5701"/>
                    </a:cubicBezTo>
                    <a:lnTo>
                      <a:pt x="1" y="10695"/>
                    </a:lnTo>
                    <a:cubicBezTo>
                      <a:pt x="1" y="10817"/>
                      <a:pt x="70" y="10931"/>
                      <a:pt x="178" y="10989"/>
                    </a:cubicBezTo>
                    <a:cubicBezTo>
                      <a:pt x="222" y="11017"/>
                      <a:pt x="275" y="11034"/>
                      <a:pt x="329" y="11034"/>
                    </a:cubicBezTo>
                    <a:cubicBezTo>
                      <a:pt x="333" y="11034"/>
                      <a:pt x="337" y="11033"/>
                      <a:pt x="341" y="11033"/>
                    </a:cubicBezTo>
                    <a:cubicBezTo>
                      <a:pt x="402" y="11033"/>
                      <a:pt x="463" y="11017"/>
                      <a:pt x="516" y="10983"/>
                    </a:cubicBezTo>
                    <a:lnTo>
                      <a:pt x="17054" y="623"/>
                    </a:lnTo>
                    <a:cubicBezTo>
                      <a:pt x="17200" y="534"/>
                      <a:pt x="17256" y="351"/>
                      <a:pt x="17184" y="196"/>
                    </a:cubicBezTo>
                    <a:cubicBezTo>
                      <a:pt x="17128" y="73"/>
                      <a:pt x="17008" y="1"/>
                      <a:pt x="16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27" name="Google Shape;4527;p69"/>
            <p:cNvSpPr/>
            <p:nvPr/>
          </p:nvSpPr>
          <p:spPr>
            <a:xfrm>
              <a:off x="2958275" y="539500"/>
              <a:ext cx="562425" cy="897575"/>
            </a:xfrm>
            <a:custGeom>
              <a:avLst/>
              <a:gdLst/>
              <a:ahLst/>
              <a:cxnLst/>
              <a:rect l="l" t="t" r="r" b="b"/>
              <a:pathLst>
                <a:path w="22497" h="35903" extrusionOk="0">
                  <a:moveTo>
                    <a:pt x="20015" y="1"/>
                  </a:moveTo>
                  <a:cubicBezTo>
                    <a:pt x="19867" y="1"/>
                    <a:pt x="19729" y="176"/>
                    <a:pt x="19849" y="335"/>
                  </a:cubicBezTo>
                  <a:cubicBezTo>
                    <a:pt x="20176" y="761"/>
                    <a:pt x="20470" y="1210"/>
                    <a:pt x="20733" y="1680"/>
                  </a:cubicBezTo>
                  <a:cubicBezTo>
                    <a:pt x="20766" y="1747"/>
                    <a:pt x="20832" y="1788"/>
                    <a:pt x="20907" y="1788"/>
                  </a:cubicBezTo>
                  <a:cubicBezTo>
                    <a:pt x="20943" y="1788"/>
                    <a:pt x="20976" y="1777"/>
                    <a:pt x="21010" y="1761"/>
                  </a:cubicBezTo>
                  <a:cubicBezTo>
                    <a:pt x="21109" y="1705"/>
                    <a:pt x="21145" y="1581"/>
                    <a:pt x="21087" y="1484"/>
                  </a:cubicBezTo>
                  <a:cubicBezTo>
                    <a:pt x="20818" y="994"/>
                    <a:pt x="20514" y="526"/>
                    <a:pt x="20173" y="86"/>
                  </a:cubicBezTo>
                  <a:cubicBezTo>
                    <a:pt x="20128" y="26"/>
                    <a:pt x="20071" y="1"/>
                    <a:pt x="20015" y="1"/>
                  </a:cubicBezTo>
                  <a:close/>
                  <a:moveTo>
                    <a:pt x="22064" y="4439"/>
                  </a:moveTo>
                  <a:cubicBezTo>
                    <a:pt x="22050" y="4439"/>
                    <a:pt x="22035" y="4440"/>
                    <a:pt x="22020" y="4444"/>
                  </a:cubicBezTo>
                  <a:cubicBezTo>
                    <a:pt x="21909" y="4469"/>
                    <a:pt x="21837" y="4577"/>
                    <a:pt x="21860" y="4687"/>
                  </a:cubicBezTo>
                  <a:cubicBezTo>
                    <a:pt x="21973" y="5213"/>
                    <a:pt x="22048" y="5745"/>
                    <a:pt x="22081" y="6279"/>
                  </a:cubicBezTo>
                  <a:cubicBezTo>
                    <a:pt x="22087" y="6390"/>
                    <a:pt x="22175" y="6473"/>
                    <a:pt x="22286" y="6473"/>
                  </a:cubicBezTo>
                  <a:lnTo>
                    <a:pt x="22300" y="6473"/>
                  </a:lnTo>
                  <a:cubicBezTo>
                    <a:pt x="22413" y="6468"/>
                    <a:pt x="22496" y="6368"/>
                    <a:pt x="22491" y="6257"/>
                  </a:cubicBezTo>
                  <a:cubicBezTo>
                    <a:pt x="22455" y="5701"/>
                    <a:pt x="22380" y="5147"/>
                    <a:pt x="22261" y="4601"/>
                  </a:cubicBezTo>
                  <a:cubicBezTo>
                    <a:pt x="22242" y="4506"/>
                    <a:pt x="22158" y="4439"/>
                    <a:pt x="22064" y="4439"/>
                  </a:cubicBezTo>
                  <a:close/>
                  <a:moveTo>
                    <a:pt x="21969" y="9334"/>
                  </a:moveTo>
                  <a:cubicBezTo>
                    <a:pt x="21889" y="9334"/>
                    <a:pt x="21810" y="9377"/>
                    <a:pt x="21776" y="9475"/>
                  </a:cubicBezTo>
                  <a:cubicBezTo>
                    <a:pt x="21646" y="9998"/>
                    <a:pt x="21477" y="10507"/>
                    <a:pt x="21273" y="11006"/>
                  </a:cubicBezTo>
                  <a:cubicBezTo>
                    <a:pt x="21228" y="11108"/>
                    <a:pt x="21278" y="11227"/>
                    <a:pt x="21383" y="11271"/>
                  </a:cubicBezTo>
                  <a:cubicBezTo>
                    <a:pt x="21408" y="11283"/>
                    <a:pt x="21433" y="11288"/>
                    <a:pt x="21461" y="11288"/>
                  </a:cubicBezTo>
                  <a:cubicBezTo>
                    <a:pt x="21544" y="11285"/>
                    <a:pt x="21619" y="11235"/>
                    <a:pt x="21652" y="11161"/>
                  </a:cubicBezTo>
                  <a:cubicBezTo>
                    <a:pt x="21862" y="10643"/>
                    <a:pt x="22039" y="10114"/>
                    <a:pt x="22178" y="9574"/>
                  </a:cubicBezTo>
                  <a:cubicBezTo>
                    <a:pt x="22203" y="9426"/>
                    <a:pt x="22086" y="9334"/>
                    <a:pt x="21969" y="9334"/>
                  </a:cubicBezTo>
                  <a:close/>
                  <a:moveTo>
                    <a:pt x="19769" y="13698"/>
                  </a:moveTo>
                  <a:cubicBezTo>
                    <a:pt x="19720" y="13698"/>
                    <a:pt x="19669" y="13717"/>
                    <a:pt x="19625" y="13761"/>
                  </a:cubicBezTo>
                  <a:cubicBezTo>
                    <a:pt x="19285" y="14176"/>
                    <a:pt x="18914" y="14564"/>
                    <a:pt x="18512" y="14921"/>
                  </a:cubicBezTo>
                  <a:cubicBezTo>
                    <a:pt x="18376" y="15051"/>
                    <a:pt x="18465" y="15281"/>
                    <a:pt x="18651" y="15283"/>
                  </a:cubicBezTo>
                  <a:cubicBezTo>
                    <a:pt x="18700" y="15283"/>
                    <a:pt x="18750" y="15264"/>
                    <a:pt x="18786" y="15231"/>
                  </a:cubicBezTo>
                  <a:cubicBezTo>
                    <a:pt x="19201" y="14857"/>
                    <a:pt x="19589" y="14453"/>
                    <a:pt x="19944" y="14021"/>
                  </a:cubicBezTo>
                  <a:cubicBezTo>
                    <a:pt x="20045" y="13865"/>
                    <a:pt x="19915" y="13698"/>
                    <a:pt x="19769" y="13698"/>
                  </a:cubicBezTo>
                  <a:close/>
                  <a:moveTo>
                    <a:pt x="15938" y="16706"/>
                  </a:moveTo>
                  <a:cubicBezTo>
                    <a:pt x="15907" y="16706"/>
                    <a:pt x="15875" y="16713"/>
                    <a:pt x="15846" y="16729"/>
                  </a:cubicBezTo>
                  <a:cubicBezTo>
                    <a:pt x="15389" y="16967"/>
                    <a:pt x="14907" y="17194"/>
                    <a:pt x="14370" y="17418"/>
                  </a:cubicBezTo>
                  <a:cubicBezTo>
                    <a:pt x="14265" y="17460"/>
                    <a:pt x="14215" y="17579"/>
                    <a:pt x="14259" y="17684"/>
                  </a:cubicBezTo>
                  <a:cubicBezTo>
                    <a:pt x="14292" y="17761"/>
                    <a:pt x="14367" y="17811"/>
                    <a:pt x="14450" y="17811"/>
                  </a:cubicBezTo>
                  <a:cubicBezTo>
                    <a:pt x="14478" y="17811"/>
                    <a:pt x="14503" y="17806"/>
                    <a:pt x="14531" y="17795"/>
                  </a:cubicBezTo>
                  <a:cubicBezTo>
                    <a:pt x="15076" y="17568"/>
                    <a:pt x="15569" y="17338"/>
                    <a:pt x="16031" y="17097"/>
                  </a:cubicBezTo>
                  <a:cubicBezTo>
                    <a:pt x="16134" y="17044"/>
                    <a:pt x="16172" y="16920"/>
                    <a:pt x="16120" y="16820"/>
                  </a:cubicBezTo>
                  <a:cubicBezTo>
                    <a:pt x="16085" y="16748"/>
                    <a:pt x="16012" y="16706"/>
                    <a:pt x="15938" y="16706"/>
                  </a:cubicBezTo>
                  <a:close/>
                  <a:moveTo>
                    <a:pt x="11369" y="18532"/>
                  </a:moveTo>
                  <a:cubicBezTo>
                    <a:pt x="11348" y="18532"/>
                    <a:pt x="11326" y="18535"/>
                    <a:pt x="11305" y="18542"/>
                  </a:cubicBezTo>
                  <a:lnTo>
                    <a:pt x="10782" y="18714"/>
                  </a:lnTo>
                  <a:lnTo>
                    <a:pt x="9743" y="19060"/>
                  </a:lnTo>
                  <a:cubicBezTo>
                    <a:pt x="9533" y="19143"/>
                    <a:pt x="9583" y="19453"/>
                    <a:pt x="9807" y="19462"/>
                  </a:cubicBezTo>
                  <a:cubicBezTo>
                    <a:pt x="9832" y="19462"/>
                    <a:pt x="9854" y="19459"/>
                    <a:pt x="9879" y="19453"/>
                  </a:cubicBezTo>
                  <a:lnTo>
                    <a:pt x="10912" y="19102"/>
                  </a:lnTo>
                  <a:lnTo>
                    <a:pt x="11432" y="18930"/>
                  </a:lnTo>
                  <a:cubicBezTo>
                    <a:pt x="11538" y="18894"/>
                    <a:pt x="11598" y="18778"/>
                    <a:pt x="11562" y="18670"/>
                  </a:cubicBezTo>
                  <a:cubicBezTo>
                    <a:pt x="11534" y="18586"/>
                    <a:pt x="11454" y="18532"/>
                    <a:pt x="11369" y="18532"/>
                  </a:cubicBezTo>
                  <a:close/>
                  <a:moveTo>
                    <a:pt x="6751" y="20236"/>
                  </a:moveTo>
                  <a:cubicBezTo>
                    <a:pt x="6722" y="20236"/>
                    <a:pt x="6691" y="20242"/>
                    <a:pt x="6662" y="20256"/>
                  </a:cubicBezTo>
                  <a:cubicBezTo>
                    <a:pt x="6141" y="20494"/>
                    <a:pt x="5646" y="20752"/>
                    <a:pt x="5186" y="21009"/>
                  </a:cubicBezTo>
                  <a:cubicBezTo>
                    <a:pt x="5086" y="21067"/>
                    <a:pt x="5053" y="21192"/>
                    <a:pt x="5108" y="21289"/>
                  </a:cubicBezTo>
                  <a:cubicBezTo>
                    <a:pt x="5143" y="21353"/>
                    <a:pt x="5209" y="21394"/>
                    <a:pt x="5281" y="21394"/>
                  </a:cubicBezTo>
                  <a:cubicBezTo>
                    <a:pt x="5284" y="21394"/>
                    <a:pt x="5286" y="21394"/>
                    <a:pt x="5288" y="21394"/>
                  </a:cubicBezTo>
                  <a:cubicBezTo>
                    <a:pt x="5324" y="21394"/>
                    <a:pt x="5358" y="21386"/>
                    <a:pt x="5388" y="21369"/>
                  </a:cubicBezTo>
                  <a:cubicBezTo>
                    <a:pt x="5837" y="21114"/>
                    <a:pt x="6324" y="20865"/>
                    <a:pt x="6836" y="20630"/>
                  </a:cubicBezTo>
                  <a:cubicBezTo>
                    <a:pt x="6936" y="20580"/>
                    <a:pt x="6980" y="20458"/>
                    <a:pt x="6936" y="20356"/>
                  </a:cubicBezTo>
                  <a:cubicBezTo>
                    <a:pt x="6902" y="20280"/>
                    <a:pt x="6829" y="20236"/>
                    <a:pt x="6751" y="20236"/>
                  </a:cubicBezTo>
                  <a:close/>
                  <a:moveTo>
                    <a:pt x="2649" y="22927"/>
                  </a:moveTo>
                  <a:cubicBezTo>
                    <a:pt x="2598" y="22927"/>
                    <a:pt x="2547" y="22945"/>
                    <a:pt x="2506" y="22983"/>
                  </a:cubicBezTo>
                  <a:cubicBezTo>
                    <a:pt x="2104" y="23374"/>
                    <a:pt x="1736" y="23797"/>
                    <a:pt x="1409" y="24254"/>
                  </a:cubicBezTo>
                  <a:cubicBezTo>
                    <a:pt x="1343" y="24346"/>
                    <a:pt x="1365" y="24470"/>
                    <a:pt x="1456" y="24537"/>
                  </a:cubicBezTo>
                  <a:cubicBezTo>
                    <a:pt x="1492" y="24562"/>
                    <a:pt x="1534" y="24575"/>
                    <a:pt x="1578" y="24575"/>
                  </a:cubicBezTo>
                  <a:cubicBezTo>
                    <a:pt x="1645" y="24575"/>
                    <a:pt x="1706" y="24545"/>
                    <a:pt x="1744" y="24492"/>
                  </a:cubicBezTo>
                  <a:cubicBezTo>
                    <a:pt x="2057" y="24058"/>
                    <a:pt x="2406" y="23651"/>
                    <a:pt x="2788" y="23277"/>
                  </a:cubicBezTo>
                  <a:cubicBezTo>
                    <a:pt x="2871" y="23199"/>
                    <a:pt x="2874" y="23069"/>
                    <a:pt x="2796" y="22986"/>
                  </a:cubicBezTo>
                  <a:cubicBezTo>
                    <a:pt x="2756" y="22947"/>
                    <a:pt x="2703" y="22927"/>
                    <a:pt x="2649" y="22927"/>
                  </a:cubicBezTo>
                  <a:close/>
                  <a:moveTo>
                    <a:pt x="304" y="27162"/>
                  </a:moveTo>
                  <a:cubicBezTo>
                    <a:pt x="205" y="27162"/>
                    <a:pt x="117" y="27233"/>
                    <a:pt x="100" y="27333"/>
                  </a:cubicBezTo>
                  <a:cubicBezTo>
                    <a:pt x="33" y="27735"/>
                    <a:pt x="0" y="28139"/>
                    <a:pt x="0" y="28546"/>
                  </a:cubicBezTo>
                  <a:cubicBezTo>
                    <a:pt x="0" y="28701"/>
                    <a:pt x="3" y="28859"/>
                    <a:pt x="14" y="29017"/>
                  </a:cubicBezTo>
                  <a:cubicBezTo>
                    <a:pt x="22" y="29122"/>
                    <a:pt x="111" y="29208"/>
                    <a:pt x="219" y="29210"/>
                  </a:cubicBezTo>
                  <a:lnTo>
                    <a:pt x="233" y="29205"/>
                  </a:lnTo>
                  <a:cubicBezTo>
                    <a:pt x="346" y="29199"/>
                    <a:pt x="432" y="29105"/>
                    <a:pt x="426" y="28992"/>
                  </a:cubicBezTo>
                  <a:cubicBezTo>
                    <a:pt x="415" y="28842"/>
                    <a:pt x="410" y="28693"/>
                    <a:pt x="413" y="28546"/>
                  </a:cubicBezTo>
                  <a:cubicBezTo>
                    <a:pt x="413" y="28161"/>
                    <a:pt x="443" y="27779"/>
                    <a:pt x="507" y="27400"/>
                  </a:cubicBezTo>
                  <a:cubicBezTo>
                    <a:pt x="526" y="27286"/>
                    <a:pt x="449" y="27178"/>
                    <a:pt x="335" y="27164"/>
                  </a:cubicBezTo>
                  <a:cubicBezTo>
                    <a:pt x="325" y="27163"/>
                    <a:pt x="314" y="27162"/>
                    <a:pt x="304" y="27162"/>
                  </a:cubicBezTo>
                  <a:close/>
                  <a:moveTo>
                    <a:pt x="1122" y="31929"/>
                  </a:moveTo>
                  <a:cubicBezTo>
                    <a:pt x="1089" y="31929"/>
                    <a:pt x="1055" y="31937"/>
                    <a:pt x="1024" y="31954"/>
                  </a:cubicBezTo>
                  <a:cubicBezTo>
                    <a:pt x="925" y="32007"/>
                    <a:pt x="889" y="32131"/>
                    <a:pt x="941" y="32231"/>
                  </a:cubicBezTo>
                  <a:cubicBezTo>
                    <a:pt x="1210" y="32727"/>
                    <a:pt x="1537" y="33189"/>
                    <a:pt x="1910" y="33613"/>
                  </a:cubicBezTo>
                  <a:cubicBezTo>
                    <a:pt x="1949" y="33654"/>
                    <a:pt x="2005" y="33679"/>
                    <a:pt x="2063" y="33682"/>
                  </a:cubicBezTo>
                  <a:cubicBezTo>
                    <a:pt x="2113" y="33682"/>
                    <a:pt x="2162" y="33660"/>
                    <a:pt x="2198" y="33627"/>
                  </a:cubicBezTo>
                  <a:cubicBezTo>
                    <a:pt x="2284" y="33552"/>
                    <a:pt x="2290" y="33422"/>
                    <a:pt x="2215" y="33339"/>
                  </a:cubicBezTo>
                  <a:cubicBezTo>
                    <a:pt x="1861" y="32940"/>
                    <a:pt x="1556" y="32505"/>
                    <a:pt x="1301" y="32037"/>
                  </a:cubicBezTo>
                  <a:cubicBezTo>
                    <a:pt x="1265" y="31969"/>
                    <a:pt x="1195" y="31929"/>
                    <a:pt x="1122" y="31929"/>
                  </a:cubicBezTo>
                  <a:close/>
                  <a:moveTo>
                    <a:pt x="11080" y="34552"/>
                  </a:moveTo>
                  <a:cubicBezTo>
                    <a:pt x="11045" y="34552"/>
                    <a:pt x="11009" y="34562"/>
                    <a:pt x="10975" y="34582"/>
                  </a:cubicBezTo>
                  <a:cubicBezTo>
                    <a:pt x="10521" y="34856"/>
                    <a:pt x="10034" y="35077"/>
                    <a:pt x="9527" y="35238"/>
                  </a:cubicBezTo>
                  <a:cubicBezTo>
                    <a:pt x="9419" y="35269"/>
                    <a:pt x="9358" y="35385"/>
                    <a:pt x="9392" y="35496"/>
                  </a:cubicBezTo>
                  <a:cubicBezTo>
                    <a:pt x="9419" y="35579"/>
                    <a:pt x="9500" y="35637"/>
                    <a:pt x="9588" y="35637"/>
                  </a:cubicBezTo>
                  <a:cubicBezTo>
                    <a:pt x="9608" y="35637"/>
                    <a:pt x="9630" y="35634"/>
                    <a:pt x="9649" y="35628"/>
                  </a:cubicBezTo>
                  <a:cubicBezTo>
                    <a:pt x="10189" y="35460"/>
                    <a:pt x="10704" y="35224"/>
                    <a:pt x="11186" y="34931"/>
                  </a:cubicBezTo>
                  <a:cubicBezTo>
                    <a:pt x="11280" y="34870"/>
                    <a:pt x="11310" y="34748"/>
                    <a:pt x="11252" y="34651"/>
                  </a:cubicBezTo>
                  <a:cubicBezTo>
                    <a:pt x="11214" y="34587"/>
                    <a:pt x="11148" y="34552"/>
                    <a:pt x="11080" y="34552"/>
                  </a:cubicBezTo>
                  <a:close/>
                  <a:moveTo>
                    <a:pt x="4752" y="35094"/>
                  </a:moveTo>
                  <a:cubicBezTo>
                    <a:pt x="4669" y="35094"/>
                    <a:pt x="4593" y="35146"/>
                    <a:pt x="4563" y="35227"/>
                  </a:cubicBezTo>
                  <a:cubicBezTo>
                    <a:pt x="4521" y="35335"/>
                    <a:pt x="4577" y="35451"/>
                    <a:pt x="4682" y="35490"/>
                  </a:cubicBezTo>
                  <a:cubicBezTo>
                    <a:pt x="5211" y="35687"/>
                    <a:pt x="5756" y="35825"/>
                    <a:pt x="6313" y="35903"/>
                  </a:cubicBezTo>
                  <a:lnTo>
                    <a:pt x="6343" y="35903"/>
                  </a:lnTo>
                  <a:cubicBezTo>
                    <a:pt x="6446" y="35903"/>
                    <a:pt x="6532" y="35828"/>
                    <a:pt x="6545" y="35725"/>
                  </a:cubicBezTo>
                  <a:cubicBezTo>
                    <a:pt x="6562" y="35615"/>
                    <a:pt x="6484" y="35509"/>
                    <a:pt x="6371" y="35496"/>
                  </a:cubicBezTo>
                  <a:cubicBezTo>
                    <a:pt x="5842" y="35421"/>
                    <a:pt x="5324" y="35291"/>
                    <a:pt x="4826" y="35108"/>
                  </a:cubicBezTo>
                  <a:cubicBezTo>
                    <a:pt x="4802" y="35099"/>
                    <a:pt x="4777" y="35094"/>
                    <a:pt x="4752" y="350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/>
        </p:nvSpPr>
        <p:spPr>
          <a:xfrm>
            <a:off x="0" y="3641552"/>
            <a:ext cx="2997200" cy="3216448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 rot="5400000" flipH="1">
            <a:off x="8512238" y="866077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5"/>
          <p:cNvSpPr/>
          <p:nvPr/>
        </p:nvSpPr>
        <p:spPr bwMode="auto">
          <a:xfrm rot="5400000" flipH="1">
            <a:off x="8808994" y="246686"/>
            <a:ext cx="4868287" cy="3184014"/>
          </a:xfrm>
          <a:custGeom>
            <a:avLst/>
            <a:gdLst>
              <a:gd name="T0" fmla="*/ 18 w 1619"/>
              <a:gd name="T1" fmla="*/ 36 h 1181"/>
              <a:gd name="T2" fmla="*/ 14 w 1619"/>
              <a:gd name="T3" fmla="*/ 108 h 1181"/>
              <a:gd name="T4" fmla="*/ 30 w 1619"/>
              <a:gd name="T5" fmla="*/ 285 h 1181"/>
              <a:gd name="T6" fmla="*/ 84 w 1619"/>
              <a:gd name="T7" fmla="*/ 425 h 1181"/>
              <a:gd name="T8" fmla="*/ 99 w 1619"/>
              <a:gd name="T9" fmla="*/ 448 h 1181"/>
              <a:gd name="T10" fmla="*/ 114 w 1619"/>
              <a:gd name="T11" fmla="*/ 469 h 1181"/>
              <a:gd name="T12" fmla="*/ 174 w 1619"/>
              <a:gd name="T13" fmla="*/ 519 h 1181"/>
              <a:gd name="T14" fmla="*/ 306 w 1619"/>
              <a:gd name="T15" fmla="*/ 572 h 1181"/>
              <a:gd name="T16" fmla="*/ 444 w 1619"/>
              <a:gd name="T17" fmla="*/ 615 h 1181"/>
              <a:gd name="T18" fmla="*/ 571 w 1619"/>
              <a:gd name="T19" fmla="*/ 681 h 1181"/>
              <a:gd name="T20" fmla="*/ 661 w 1619"/>
              <a:gd name="T21" fmla="*/ 794 h 1181"/>
              <a:gd name="T22" fmla="*/ 728 w 1619"/>
              <a:gd name="T23" fmla="*/ 921 h 1181"/>
              <a:gd name="T24" fmla="*/ 876 w 1619"/>
              <a:gd name="T25" fmla="*/ 1072 h 1181"/>
              <a:gd name="T26" fmla="*/ 907 w 1619"/>
              <a:gd name="T27" fmla="*/ 1090 h 1181"/>
              <a:gd name="T28" fmla="*/ 1003 w 1619"/>
              <a:gd name="T29" fmla="*/ 1135 h 1181"/>
              <a:gd name="T30" fmla="*/ 1054 w 1619"/>
              <a:gd name="T31" fmla="*/ 1150 h 1181"/>
              <a:gd name="T32" fmla="*/ 1353 w 1619"/>
              <a:gd name="T33" fmla="*/ 1143 h 1181"/>
              <a:gd name="T34" fmla="*/ 1554 w 1619"/>
              <a:gd name="T35" fmla="*/ 1068 h 1181"/>
              <a:gd name="T36" fmla="*/ 1619 w 1619"/>
              <a:gd name="T37" fmla="*/ 1037 h 1181"/>
              <a:gd name="T38" fmla="*/ 1491 w 1619"/>
              <a:gd name="T39" fmla="*/ 1104 h 1181"/>
              <a:gd name="T40" fmla="*/ 1356 w 1619"/>
              <a:gd name="T41" fmla="*/ 1154 h 1181"/>
              <a:gd name="T42" fmla="*/ 1068 w 1619"/>
              <a:gd name="T43" fmla="*/ 1168 h 1181"/>
              <a:gd name="T44" fmla="*/ 1051 w 1619"/>
              <a:gd name="T45" fmla="*/ 1164 h 1181"/>
              <a:gd name="T46" fmla="*/ 998 w 1619"/>
              <a:gd name="T47" fmla="*/ 1149 h 1181"/>
              <a:gd name="T48" fmla="*/ 899 w 1619"/>
              <a:gd name="T49" fmla="*/ 1102 h 1181"/>
              <a:gd name="T50" fmla="*/ 869 w 1619"/>
              <a:gd name="T51" fmla="*/ 1083 h 1181"/>
              <a:gd name="T52" fmla="*/ 760 w 1619"/>
              <a:gd name="T53" fmla="*/ 986 h 1181"/>
              <a:gd name="T54" fmla="*/ 654 w 1619"/>
              <a:gd name="T55" fmla="*/ 798 h 1181"/>
              <a:gd name="T56" fmla="*/ 606 w 1619"/>
              <a:gd name="T57" fmla="*/ 723 h 1181"/>
              <a:gd name="T58" fmla="*/ 595 w 1619"/>
              <a:gd name="T59" fmla="*/ 709 h 1181"/>
              <a:gd name="T60" fmla="*/ 442 w 1619"/>
              <a:gd name="T61" fmla="*/ 619 h 1181"/>
              <a:gd name="T62" fmla="*/ 304 w 1619"/>
              <a:gd name="T63" fmla="*/ 580 h 1181"/>
              <a:gd name="T64" fmla="*/ 168 w 1619"/>
              <a:gd name="T65" fmla="*/ 530 h 1181"/>
              <a:gd name="T66" fmla="*/ 104 w 1619"/>
              <a:gd name="T67" fmla="*/ 477 h 1181"/>
              <a:gd name="T68" fmla="*/ 88 w 1619"/>
              <a:gd name="T69" fmla="*/ 455 h 1181"/>
              <a:gd name="T70" fmla="*/ 74 w 1619"/>
              <a:gd name="T71" fmla="*/ 432 h 1181"/>
              <a:gd name="T72" fmla="*/ 60 w 1619"/>
              <a:gd name="T73" fmla="*/ 408 h 1181"/>
              <a:gd name="T74" fmla="*/ 49 w 1619"/>
              <a:gd name="T75" fmla="*/ 383 h 1181"/>
              <a:gd name="T76" fmla="*/ 39 w 1619"/>
              <a:gd name="T77" fmla="*/ 357 h 1181"/>
              <a:gd name="T78" fmla="*/ 28 w 1619"/>
              <a:gd name="T79" fmla="*/ 323 h 1181"/>
              <a:gd name="T80" fmla="*/ 21 w 1619"/>
              <a:gd name="T81" fmla="*/ 296 h 1181"/>
              <a:gd name="T82" fmla="*/ 21 w 1619"/>
              <a:gd name="T83" fmla="*/ 0 h 1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619" h="1181">
                <a:moveTo>
                  <a:pt x="22" y="0"/>
                </a:moveTo>
                <a:cubicBezTo>
                  <a:pt x="18" y="36"/>
                  <a:pt x="18" y="36"/>
                  <a:pt x="18" y="36"/>
                </a:cubicBezTo>
                <a:cubicBezTo>
                  <a:pt x="16" y="72"/>
                  <a:pt x="16" y="72"/>
                  <a:pt x="16" y="72"/>
                </a:cubicBezTo>
                <a:cubicBezTo>
                  <a:pt x="15" y="84"/>
                  <a:pt x="14" y="96"/>
                  <a:pt x="14" y="108"/>
                </a:cubicBezTo>
                <a:cubicBezTo>
                  <a:pt x="14" y="120"/>
                  <a:pt x="14" y="132"/>
                  <a:pt x="14" y="143"/>
                </a:cubicBezTo>
                <a:cubicBezTo>
                  <a:pt x="15" y="191"/>
                  <a:pt x="20" y="239"/>
                  <a:pt x="30" y="285"/>
                </a:cubicBezTo>
                <a:cubicBezTo>
                  <a:pt x="40" y="332"/>
                  <a:pt x="57" y="376"/>
                  <a:pt x="80" y="418"/>
                </a:cubicBezTo>
                <a:cubicBezTo>
                  <a:pt x="84" y="425"/>
                  <a:pt x="84" y="425"/>
                  <a:pt x="84" y="425"/>
                </a:cubicBezTo>
                <a:cubicBezTo>
                  <a:pt x="86" y="428"/>
                  <a:pt x="87" y="430"/>
                  <a:pt x="89" y="433"/>
                </a:cubicBezTo>
                <a:cubicBezTo>
                  <a:pt x="99" y="448"/>
                  <a:pt x="99" y="448"/>
                  <a:pt x="99" y="448"/>
                </a:cubicBezTo>
                <a:cubicBezTo>
                  <a:pt x="102" y="453"/>
                  <a:pt x="106" y="457"/>
                  <a:pt x="109" y="462"/>
                </a:cubicBezTo>
                <a:cubicBezTo>
                  <a:pt x="114" y="469"/>
                  <a:pt x="114" y="469"/>
                  <a:pt x="114" y="469"/>
                </a:cubicBezTo>
                <a:cubicBezTo>
                  <a:pt x="116" y="472"/>
                  <a:pt x="118" y="474"/>
                  <a:pt x="120" y="476"/>
                </a:cubicBezTo>
                <a:cubicBezTo>
                  <a:pt x="135" y="493"/>
                  <a:pt x="154" y="508"/>
                  <a:pt x="174" y="519"/>
                </a:cubicBezTo>
                <a:cubicBezTo>
                  <a:pt x="194" y="531"/>
                  <a:pt x="216" y="541"/>
                  <a:pt x="238" y="549"/>
                </a:cubicBezTo>
                <a:cubicBezTo>
                  <a:pt x="260" y="558"/>
                  <a:pt x="283" y="565"/>
                  <a:pt x="306" y="572"/>
                </a:cubicBezTo>
                <a:cubicBezTo>
                  <a:pt x="375" y="593"/>
                  <a:pt x="375" y="593"/>
                  <a:pt x="375" y="593"/>
                </a:cubicBezTo>
                <a:cubicBezTo>
                  <a:pt x="398" y="600"/>
                  <a:pt x="421" y="607"/>
                  <a:pt x="444" y="615"/>
                </a:cubicBezTo>
                <a:cubicBezTo>
                  <a:pt x="466" y="623"/>
                  <a:pt x="488" y="633"/>
                  <a:pt x="510" y="643"/>
                </a:cubicBezTo>
                <a:cubicBezTo>
                  <a:pt x="532" y="654"/>
                  <a:pt x="552" y="666"/>
                  <a:pt x="571" y="681"/>
                </a:cubicBezTo>
                <a:cubicBezTo>
                  <a:pt x="590" y="696"/>
                  <a:pt x="607" y="714"/>
                  <a:pt x="622" y="733"/>
                </a:cubicBezTo>
                <a:cubicBezTo>
                  <a:pt x="637" y="752"/>
                  <a:pt x="649" y="773"/>
                  <a:pt x="661" y="794"/>
                </a:cubicBezTo>
                <a:cubicBezTo>
                  <a:pt x="672" y="816"/>
                  <a:pt x="683" y="837"/>
                  <a:pt x="694" y="858"/>
                </a:cubicBezTo>
                <a:cubicBezTo>
                  <a:pt x="705" y="880"/>
                  <a:pt x="716" y="901"/>
                  <a:pt x="728" y="921"/>
                </a:cubicBezTo>
                <a:cubicBezTo>
                  <a:pt x="753" y="961"/>
                  <a:pt x="784" y="998"/>
                  <a:pt x="819" y="1029"/>
                </a:cubicBezTo>
                <a:cubicBezTo>
                  <a:pt x="837" y="1045"/>
                  <a:pt x="856" y="1059"/>
                  <a:pt x="876" y="1072"/>
                </a:cubicBezTo>
                <a:cubicBezTo>
                  <a:pt x="891" y="1081"/>
                  <a:pt x="891" y="1081"/>
                  <a:pt x="891" y="1081"/>
                </a:cubicBezTo>
                <a:cubicBezTo>
                  <a:pt x="896" y="1084"/>
                  <a:pt x="901" y="1087"/>
                  <a:pt x="907" y="1090"/>
                </a:cubicBezTo>
                <a:cubicBezTo>
                  <a:pt x="917" y="1096"/>
                  <a:pt x="927" y="1101"/>
                  <a:pt x="938" y="1107"/>
                </a:cubicBezTo>
                <a:cubicBezTo>
                  <a:pt x="959" y="1117"/>
                  <a:pt x="981" y="1127"/>
                  <a:pt x="1003" y="1135"/>
                </a:cubicBezTo>
                <a:cubicBezTo>
                  <a:pt x="1014" y="1139"/>
                  <a:pt x="1026" y="1142"/>
                  <a:pt x="1037" y="1145"/>
                </a:cubicBezTo>
                <a:cubicBezTo>
                  <a:pt x="1043" y="1147"/>
                  <a:pt x="1048" y="1148"/>
                  <a:pt x="1054" y="1150"/>
                </a:cubicBezTo>
                <a:cubicBezTo>
                  <a:pt x="1060" y="1151"/>
                  <a:pt x="1066" y="1153"/>
                  <a:pt x="1071" y="1154"/>
                </a:cubicBezTo>
                <a:cubicBezTo>
                  <a:pt x="1164" y="1174"/>
                  <a:pt x="1261" y="1167"/>
                  <a:pt x="1353" y="1143"/>
                </a:cubicBezTo>
                <a:cubicBezTo>
                  <a:pt x="1399" y="1132"/>
                  <a:pt x="1444" y="1116"/>
                  <a:pt x="1489" y="1097"/>
                </a:cubicBezTo>
                <a:cubicBezTo>
                  <a:pt x="1511" y="1088"/>
                  <a:pt x="1532" y="1078"/>
                  <a:pt x="1554" y="1068"/>
                </a:cubicBezTo>
                <a:cubicBezTo>
                  <a:pt x="1576" y="1058"/>
                  <a:pt x="1597" y="1047"/>
                  <a:pt x="1618" y="1036"/>
                </a:cubicBezTo>
                <a:cubicBezTo>
                  <a:pt x="1619" y="1037"/>
                  <a:pt x="1619" y="1037"/>
                  <a:pt x="1619" y="1037"/>
                </a:cubicBezTo>
                <a:cubicBezTo>
                  <a:pt x="1598" y="1049"/>
                  <a:pt x="1577" y="1061"/>
                  <a:pt x="1556" y="1072"/>
                </a:cubicBezTo>
                <a:cubicBezTo>
                  <a:pt x="1535" y="1083"/>
                  <a:pt x="1513" y="1094"/>
                  <a:pt x="1491" y="1104"/>
                </a:cubicBezTo>
                <a:cubicBezTo>
                  <a:pt x="1469" y="1114"/>
                  <a:pt x="1447" y="1123"/>
                  <a:pt x="1425" y="1132"/>
                </a:cubicBezTo>
                <a:cubicBezTo>
                  <a:pt x="1402" y="1140"/>
                  <a:pt x="1379" y="1148"/>
                  <a:pt x="1356" y="1154"/>
                </a:cubicBezTo>
                <a:cubicBezTo>
                  <a:pt x="1309" y="1167"/>
                  <a:pt x="1262" y="1175"/>
                  <a:pt x="1213" y="1178"/>
                </a:cubicBezTo>
                <a:cubicBezTo>
                  <a:pt x="1165" y="1181"/>
                  <a:pt x="1116" y="1178"/>
                  <a:pt x="1068" y="1168"/>
                </a:cubicBezTo>
                <a:cubicBezTo>
                  <a:pt x="1065" y="1168"/>
                  <a:pt x="1062" y="1167"/>
                  <a:pt x="1059" y="1166"/>
                </a:cubicBezTo>
                <a:cubicBezTo>
                  <a:pt x="1051" y="1164"/>
                  <a:pt x="1051" y="1164"/>
                  <a:pt x="1051" y="1164"/>
                </a:cubicBezTo>
                <a:cubicBezTo>
                  <a:pt x="1045" y="1163"/>
                  <a:pt x="1039" y="1161"/>
                  <a:pt x="1033" y="1160"/>
                </a:cubicBezTo>
                <a:cubicBezTo>
                  <a:pt x="1021" y="1156"/>
                  <a:pt x="1010" y="1153"/>
                  <a:pt x="998" y="1149"/>
                </a:cubicBezTo>
                <a:cubicBezTo>
                  <a:pt x="975" y="1141"/>
                  <a:pt x="953" y="1131"/>
                  <a:pt x="931" y="1120"/>
                </a:cubicBezTo>
                <a:cubicBezTo>
                  <a:pt x="921" y="1114"/>
                  <a:pt x="910" y="1109"/>
                  <a:pt x="899" y="1102"/>
                </a:cubicBezTo>
                <a:cubicBezTo>
                  <a:pt x="894" y="1099"/>
                  <a:pt x="889" y="1096"/>
                  <a:pt x="884" y="1093"/>
                </a:cubicBezTo>
                <a:cubicBezTo>
                  <a:pt x="869" y="1083"/>
                  <a:pt x="869" y="1083"/>
                  <a:pt x="869" y="1083"/>
                </a:cubicBezTo>
                <a:cubicBezTo>
                  <a:pt x="848" y="1070"/>
                  <a:pt x="829" y="1055"/>
                  <a:pt x="811" y="1039"/>
                </a:cubicBezTo>
                <a:cubicBezTo>
                  <a:pt x="793" y="1023"/>
                  <a:pt x="776" y="1005"/>
                  <a:pt x="760" y="986"/>
                </a:cubicBezTo>
                <a:cubicBezTo>
                  <a:pt x="745" y="967"/>
                  <a:pt x="731" y="947"/>
                  <a:pt x="719" y="927"/>
                </a:cubicBezTo>
                <a:cubicBezTo>
                  <a:pt x="694" y="885"/>
                  <a:pt x="675" y="840"/>
                  <a:pt x="654" y="798"/>
                </a:cubicBezTo>
                <a:cubicBezTo>
                  <a:pt x="643" y="777"/>
                  <a:pt x="631" y="756"/>
                  <a:pt x="617" y="737"/>
                </a:cubicBezTo>
                <a:cubicBezTo>
                  <a:pt x="614" y="732"/>
                  <a:pt x="610" y="727"/>
                  <a:pt x="606" y="723"/>
                </a:cubicBezTo>
                <a:cubicBezTo>
                  <a:pt x="601" y="716"/>
                  <a:pt x="601" y="716"/>
                  <a:pt x="601" y="716"/>
                </a:cubicBezTo>
                <a:cubicBezTo>
                  <a:pt x="595" y="709"/>
                  <a:pt x="595" y="709"/>
                  <a:pt x="595" y="709"/>
                </a:cubicBezTo>
                <a:cubicBezTo>
                  <a:pt x="586" y="701"/>
                  <a:pt x="578" y="693"/>
                  <a:pt x="568" y="685"/>
                </a:cubicBezTo>
                <a:cubicBezTo>
                  <a:pt x="531" y="655"/>
                  <a:pt x="487" y="635"/>
                  <a:pt x="442" y="619"/>
                </a:cubicBezTo>
                <a:cubicBezTo>
                  <a:pt x="419" y="612"/>
                  <a:pt x="397" y="605"/>
                  <a:pt x="373" y="598"/>
                </a:cubicBezTo>
                <a:cubicBezTo>
                  <a:pt x="304" y="580"/>
                  <a:pt x="304" y="580"/>
                  <a:pt x="304" y="580"/>
                </a:cubicBezTo>
                <a:cubicBezTo>
                  <a:pt x="281" y="573"/>
                  <a:pt x="258" y="567"/>
                  <a:pt x="235" y="559"/>
                </a:cubicBezTo>
                <a:cubicBezTo>
                  <a:pt x="212" y="551"/>
                  <a:pt x="189" y="542"/>
                  <a:pt x="168" y="530"/>
                </a:cubicBezTo>
                <a:cubicBezTo>
                  <a:pt x="147" y="518"/>
                  <a:pt x="127" y="503"/>
                  <a:pt x="110" y="484"/>
                </a:cubicBezTo>
                <a:cubicBezTo>
                  <a:pt x="108" y="482"/>
                  <a:pt x="106" y="479"/>
                  <a:pt x="104" y="477"/>
                </a:cubicBezTo>
                <a:cubicBezTo>
                  <a:pt x="99" y="470"/>
                  <a:pt x="99" y="470"/>
                  <a:pt x="99" y="470"/>
                </a:cubicBezTo>
                <a:cubicBezTo>
                  <a:pt x="95" y="465"/>
                  <a:pt x="92" y="460"/>
                  <a:pt x="88" y="455"/>
                </a:cubicBezTo>
                <a:cubicBezTo>
                  <a:pt x="78" y="439"/>
                  <a:pt x="78" y="439"/>
                  <a:pt x="78" y="439"/>
                </a:cubicBezTo>
                <a:cubicBezTo>
                  <a:pt x="77" y="437"/>
                  <a:pt x="75" y="434"/>
                  <a:pt x="74" y="432"/>
                </a:cubicBezTo>
                <a:cubicBezTo>
                  <a:pt x="69" y="424"/>
                  <a:pt x="69" y="424"/>
                  <a:pt x="69" y="424"/>
                </a:cubicBezTo>
                <a:cubicBezTo>
                  <a:pt x="60" y="408"/>
                  <a:pt x="60" y="408"/>
                  <a:pt x="60" y="408"/>
                </a:cubicBezTo>
                <a:cubicBezTo>
                  <a:pt x="53" y="391"/>
                  <a:pt x="53" y="391"/>
                  <a:pt x="53" y="391"/>
                </a:cubicBezTo>
                <a:cubicBezTo>
                  <a:pt x="49" y="383"/>
                  <a:pt x="49" y="383"/>
                  <a:pt x="49" y="383"/>
                </a:cubicBezTo>
                <a:cubicBezTo>
                  <a:pt x="48" y="380"/>
                  <a:pt x="47" y="377"/>
                  <a:pt x="46" y="374"/>
                </a:cubicBezTo>
                <a:cubicBezTo>
                  <a:pt x="39" y="357"/>
                  <a:pt x="39" y="357"/>
                  <a:pt x="39" y="357"/>
                </a:cubicBezTo>
                <a:cubicBezTo>
                  <a:pt x="37" y="352"/>
                  <a:pt x="35" y="346"/>
                  <a:pt x="33" y="340"/>
                </a:cubicBezTo>
                <a:cubicBezTo>
                  <a:pt x="32" y="334"/>
                  <a:pt x="30" y="329"/>
                  <a:pt x="28" y="323"/>
                </a:cubicBezTo>
                <a:cubicBezTo>
                  <a:pt x="24" y="305"/>
                  <a:pt x="24" y="305"/>
                  <a:pt x="24" y="305"/>
                </a:cubicBezTo>
                <a:cubicBezTo>
                  <a:pt x="23" y="302"/>
                  <a:pt x="22" y="299"/>
                  <a:pt x="21" y="296"/>
                </a:cubicBezTo>
                <a:cubicBezTo>
                  <a:pt x="20" y="287"/>
                  <a:pt x="20" y="287"/>
                  <a:pt x="20" y="287"/>
                </a:cubicBezTo>
                <a:cubicBezTo>
                  <a:pt x="0" y="192"/>
                  <a:pt x="4" y="94"/>
                  <a:pt x="21" y="0"/>
                </a:cubicBezTo>
                <a:lnTo>
                  <a:pt x="22" y="0"/>
                </a:lnTo>
                <a:close/>
              </a:path>
            </a:pathLst>
          </a:custGeom>
          <a:solidFill>
            <a:srgbClr val="56342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3232785" y="1772920"/>
            <a:ext cx="572897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基础矩阵</a:t>
            </a:r>
            <a:r>
              <a:rPr lang="zh-CN" altLang="en-US" sz="7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lang="zh-CN" altLang="en-US" sz="72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72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4955540" y="4157980"/>
            <a:ext cx="2282825" cy="523875"/>
          </a:xfrm>
          <a:prstGeom prst="roundRect">
            <a:avLst>
              <a:gd name="adj" fmla="val 50000"/>
            </a:avLst>
          </a:prstGeom>
          <a:solidFill>
            <a:srgbClr val="56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spc="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PART.02</a:t>
            </a:r>
            <a:endParaRPr lang="zh-CN" altLang="en-US" sz="2400" spc="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961429" y="3244611"/>
            <a:ext cx="427041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初识矩阵</a:t>
            </a:r>
            <a:endParaRPr lang="zh-CN" altLang="en-US" sz="24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43" name="组合 542"/>
          <p:cNvGrpSpPr/>
          <p:nvPr/>
        </p:nvGrpSpPr>
        <p:grpSpPr>
          <a:xfrm>
            <a:off x="-510540" y="-236220"/>
            <a:ext cx="3208020" cy="1842135"/>
            <a:chOff x="-804" y="-372"/>
            <a:chExt cx="5052" cy="2901"/>
          </a:xfrm>
        </p:grpSpPr>
        <p:pic>
          <p:nvPicPr>
            <p:cNvPr id="541" name="图片 540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804" y="-372"/>
              <a:ext cx="4099" cy="2901"/>
            </a:xfrm>
            <a:prstGeom prst="rect">
              <a:avLst/>
            </a:prstGeom>
          </p:spPr>
        </p:pic>
        <p:pic>
          <p:nvPicPr>
            <p:cNvPr id="542" name="图片 541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sp>
        <p:nvSpPr>
          <p:cNvPr id="303" name="椭圆 302"/>
          <p:cNvSpPr/>
          <p:nvPr/>
        </p:nvSpPr>
        <p:spPr>
          <a:xfrm>
            <a:off x="8231516" y="4549806"/>
            <a:ext cx="1122794" cy="1122793"/>
          </a:xfrm>
          <a:prstGeom prst="ellipse">
            <a:avLst/>
          </a:pr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4" name="椭圆 303"/>
          <p:cNvSpPr/>
          <p:nvPr/>
        </p:nvSpPr>
        <p:spPr>
          <a:xfrm>
            <a:off x="2450610" y="1282611"/>
            <a:ext cx="463831" cy="463831"/>
          </a:xfrm>
          <a:prstGeom prst="ellipse">
            <a:avLst/>
          </a:pr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08" name="Google Shape;2208;p36"/>
          <p:cNvGrpSpPr/>
          <p:nvPr/>
        </p:nvGrpSpPr>
        <p:grpSpPr>
          <a:xfrm>
            <a:off x="10050931" y="3217844"/>
            <a:ext cx="879232" cy="657377"/>
            <a:chOff x="4030925" y="2186525"/>
            <a:chExt cx="944700" cy="706325"/>
          </a:xfrm>
        </p:grpSpPr>
        <p:sp>
          <p:nvSpPr>
            <p:cNvPr id="2209" name="Google Shape;2209;p36"/>
            <p:cNvSpPr/>
            <p:nvPr/>
          </p:nvSpPr>
          <p:spPr>
            <a:xfrm>
              <a:off x="4030925" y="2186525"/>
              <a:ext cx="944700" cy="281675"/>
            </a:xfrm>
            <a:custGeom>
              <a:avLst/>
              <a:gdLst/>
              <a:ahLst/>
              <a:cxnLst/>
              <a:rect l="l" t="t" r="r" b="b"/>
              <a:pathLst>
                <a:path w="37788" h="11267" extrusionOk="0">
                  <a:moveTo>
                    <a:pt x="33327" y="1430"/>
                  </a:moveTo>
                  <a:lnTo>
                    <a:pt x="9699" y="10348"/>
                  </a:lnTo>
                  <a:lnTo>
                    <a:pt x="1770" y="6049"/>
                  </a:lnTo>
                  <a:lnTo>
                    <a:pt x="33327" y="1430"/>
                  </a:lnTo>
                  <a:close/>
                  <a:moveTo>
                    <a:pt x="37185" y="0"/>
                  </a:moveTo>
                  <a:cubicBezTo>
                    <a:pt x="37164" y="0"/>
                    <a:pt x="37142" y="1"/>
                    <a:pt x="37120" y="5"/>
                  </a:cubicBezTo>
                  <a:lnTo>
                    <a:pt x="391" y="5383"/>
                  </a:lnTo>
                  <a:cubicBezTo>
                    <a:pt x="207" y="5406"/>
                    <a:pt x="69" y="5544"/>
                    <a:pt x="23" y="5728"/>
                  </a:cubicBezTo>
                  <a:cubicBezTo>
                    <a:pt x="0" y="5912"/>
                    <a:pt x="92" y="6095"/>
                    <a:pt x="253" y="6187"/>
                  </a:cubicBezTo>
                  <a:lnTo>
                    <a:pt x="9447" y="11221"/>
                  </a:lnTo>
                  <a:lnTo>
                    <a:pt x="9653" y="11267"/>
                  </a:lnTo>
                  <a:lnTo>
                    <a:pt x="9814" y="11244"/>
                  </a:lnTo>
                  <a:lnTo>
                    <a:pt x="37327" y="855"/>
                  </a:lnTo>
                  <a:cubicBezTo>
                    <a:pt x="37788" y="679"/>
                    <a:pt x="37641" y="0"/>
                    <a:pt x="371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0" name="Google Shape;2210;p36"/>
            <p:cNvSpPr/>
            <p:nvPr/>
          </p:nvSpPr>
          <p:spPr>
            <a:xfrm>
              <a:off x="4423950" y="2187475"/>
              <a:ext cx="547625" cy="512875"/>
            </a:xfrm>
            <a:custGeom>
              <a:avLst/>
              <a:gdLst/>
              <a:ahLst/>
              <a:cxnLst/>
              <a:rect l="l" t="t" r="r" b="b"/>
              <a:pathLst>
                <a:path w="21905" h="20515" extrusionOk="0">
                  <a:moveTo>
                    <a:pt x="19882" y="2104"/>
                  </a:moveTo>
                  <a:lnTo>
                    <a:pt x="8918" y="19572"/>
                  </a:lnTo>
                  <a:lnTo>
                    <a:pt x="1265" y="15918"/>
                  </a:lnTo>
                  <a:lnTo>
                    <a:pt x="19882" y="2104"/>
                  </a:lnTo>
                  <a:close/>
                  <a:moveTo>
                    <a:pt x="21443" y="0"/>
                  </a:moveTo>
                  <a:cubicBezTo>
                    <a:pt x="21354" y="0"/>
                    <a:pt x="21266" y="29"/>
                    <a:pt x="21192" y="81"/>
                  </a:cubicBezTo>
                  <a:lnTo>
                    <a:pt x="184" y="15688"/>
                  </a:lnTo>
                  <a:cubicBezTo>
                    <a:pt x="69" y="15780"/>
                    <a:pt x="0" y="15941"/>
                    <a:pt x="23" y="16102"/>
                  </a:cubicBezTo>
                  <a:cubicBezTo>
                    <a:pt x="23" y="16240"/>
                    <a:pt x="115" y="16378"/>
                    <a:pt x="253" y="16446"/>
                  </a:cubicBezTo>
                  <a:lnTo>
                    <a:pt x="8918" y="20515"/>
                  </a:lnTo>
                  <a:lnTo>
                    <a:pt x="9102" y="20515"/>
                  </a:lnTo>
                  <a:cubicBezTo>
                    <a:pt x="9240" y="20515"/>
                    <a:pt x="9378" y="20469"/>
                    <a:pt x="9470" y="20354"/>
                  </a:cubicBezTo>
                  <a:lnTo>
                    <a:pt x="21813" y="656"/>
                  </a:lnTo>
                  <a:cubicBezTo>
                    <a:pt x="21905" y="472"/>
                    <a:pt x="21882" y="265"/>
                    <a:pt x="21744" y="127"/>
                  </a:cubicBezTo>
                  <a:cubicBezTo>
                    <a:pt x="21656" y="40"/>
                    <a:pt x="21549" y="0"/>
                    <a:pt x="214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1" name="Google Shape;2211;p36"/>
            <p:cNvSpPr/>
            <p:nvPr/>
          </p:nvSpPr>
          <p:spPr>
            <a:xfrm>
              <a:off x="4261325" y="2186625"/>
              <a:ext cx="710825" cy="706225"/>
            </a:xfrm>
            <a:custGeom>
              <a:avLst/>
              <a:gdLst/>
              <a:ahLst/>
              <a:cxnLst/>
              <a:rect l="l" t="t" r="r" b="b"/>
              <a:pathLst>
                <a:path w="28433" h="28249" extrusionOk="0">
                  <a:moveTo>
                    <a:pt x="25261" y="1908"/>
                  </a:moveTo>
                  <a:lnTo>
                    <a:pt x="6689" y="15699"/>
                  </a:lnTo>
                  <a:cubicBezTo>
                    <a:pt x="6620" y="15745"/>
                    <a:pt x="6551" y="15837"/>
                    <a:pt x="6528" y="15929"/>
                  </a:cubicBezTo>
                  <a:lnTo>
                    <a:pt x="3196" y="25973"/>
                  </a:lnTo>
                  <a:lnTo>
                    <a:pt x="920" y="11102"/>
                  </a:lnTo>
                  <a:lnTo>
                    <a:pt x="25261" y="1908"/>
                  </a:lnTo>
                  <a:close/>
                  <a:moveTo>
                    <a:pt x="27953" y="1"/>
                  </a:moveTo>
                  <a:cubicBezTo>
                    <a:pt x="27906" y="1"/>
                    <a:pt x="27859" y="8"/>
                    <a:pt x="27812" y="24"/>
                  </a:cubicBezTo>
                  <a:lnTo>
                    <a:pt x="300" y="10436"/>
                  </a:lnTo>
                  <a:cubicBezTo>
                    <a:pt x="116" y="10504"/>
                    <a:pt x="1" y="10711"/>
                    <a:pt x="24" y="10895"/>
                  </a:cubicBezTo>
                  <a:lnTo>
                    <a:pt x="2621" y="27881"/>
                  </a:lnTo>
                  <a:cubicBezTo>
                    <a:pt x="2644" y="28065"/>
                    <a:pt x="2805" y="28226"/>
                    <a:pt x="3012" y="28249"/>
                  </a:cubicBezTo>
                  <a:lnTo>
                    <a:pt x="3058" y="28249"/>
                  </a:lnTo>
                  <a:cubicBezTo>
                    <a:pt x="3242" y="28249"/>
                    <a:pt x="3402" y="28111"/>
                    <a:pt x="3448" y="27927"/>
                  </a:cubicBezTo>
                  <a:lnTo>
                    <a:pt x="7310" y="16297"/>
                  </a:lnTo>
                  <a:lnTo>
                    <a:pt x="28226" y="782"/>
                  </a:lnTo>
                  <a:cubicBezTo>
                    <a:pt x="28387" y="667"/>
                    <a:pt x="28433" y="414"/>
                    <a:pt x="28341" y="230"/>
                  </a:cubicBezTo>
                  <a:cubicBezTo>
                    <a:pt x="28269" y="88"/>
                    <a:pt x="28115" y="1"/>
                    <a:pt x="279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2" name="Google Shape;2212;p36"/>
            <p:cNvSpPr/>
            <p:nvPr/>
          </p:nvSpPr>
          <p:spPr>
            <a:xfrm>
              <a:off x="4325700" y="2577225"/>
              <a:ext cx="236750" cy="315625"/>
            </a:xfrm>
            <a:custGeom>
              <a:avLst/>
              <a:gdLst/>
              <a:ahLst/>
              <a:cxnLst/>
              <a:rect l="l" t="t" r="r" b="b"/>
              <a:pathLst>
                <a:path w="9470" h="12625" extrusionOk="0">
                  <a:moveTo>
                    <a:pt x="4620" y="1017"/>
                  </a:moveTo>
                  <a:lnTo>
                    <a:pt x="8343" y="2764"/>
                  </a:lnTo>
                  <a:lnTo>
                    <a:pt x="1540" y="10395"/>
                  </a:lnTo>
                  <a:lnTo>
                    <a:pt x="4620" y="1017"/>
                  </a:lnTo>
                  <a:close/>
                  <a:moveTo>
                    <a:pt x="4379" y="0"/>
                  </a:moveTo>
                  <a:cubicBezTo>
                    <a:pt x="4321" y="0"/>
                    <a:pt x="4264" y="18"/>
                    <a:pt x="4206" y="52"/>
                  </a:cubicBezTo>
                  <a:cubicBezTo>
                    <a:pt x="4091" y="98"/>
                    <a:pt x="3999" y="190"/>
                    <a:pt x="3953" y="305"/>
                  </a:cubicBezTo>
                  <a:lnTo>
                    <a:pt x="69" y="12050"/>
                  </a:lnTo>
                  <a:cubicBezTo>
                    <a:pt x="0" y="12257"/>
                    <a:pt x="92" y="12464"/>
                    <a:pt x="276" y="12579"/>
                  </a:cubicBezTo>
                  <a:lnTo>
                    <a:pt x="483" y="12625"/>
                  </a:lnTo>
                  <a:cubicBezTo>
                    <a:pt x="598" y="12625"/>
                    <a:pt x="713" y="12579"/>
                    <a:pt x="781" y="12487"/>
                  </a:cubicBezTo>
                  <a:lnTo>
                    <a:pt x="9355" y="2925"/>
                  </a:lnTo>
                  <a:cubicBezTo>
                    <a:pt x="9424" y="2810"/>
                    <a:pt x="9470" y="2672"/>
                    <a:pt x="9470" y="2534"/>
                  </a:cubicBezTo>
                  <a:cubicBezTo>
                    <a:pt x="9447" y="2396"/>
                    <a:pt x="9332" y="2304"/>
                    <a:pt x="9217" y="2259"/>
                  </a:cubicBezTo>
                  <a:lnTo>
                    <a:pt x="4551" y="52"/>
                  </a:lnTo>
                  <a:cubicBezTo>
                    <a:pt x="4493" y="18"/>
                    <a:pt x="4436" y="0"/>
                    <a:pt x="43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521" name="Google Shape;4521;p69"/>
          <p:cNvGrpSpPr/>
          <p:nvPr/>
        </p:nvGrpSpPr>
        <p:grpSpPr>
          <a:xfrm flipH="1">
            <a:off x="7386096" y="-70"/>
            <a:ext cx="1091382" cy="1155725"/>
            <a:chOff x="2958275" y="539500"/>
            <a:chExt cx="1091382" cy="1155725"/>
          </a:xfrm>
        </p:grpSpPr>
        <p:grpSp>
          <p:nvGrpSpPr>
            <p:cNvPr id="4522" name="Google Shape;4522;p69"/>
            <p:cNvGrpSpPr/>
            <p:nvPr/>
          </p:nvGrpSpPr>
          <p:grpSpPr>
            <a:xfrm>
              <a:off x="3170379" y="1212137"/>
              <a:ext cx="879278" cy="483088"/>
              <a:chOff x="2296950" y="3661600"/>
              <a:chExt cx="616475" cy="338700"/>
            </a:xfrm>
          </p:grpSpPr>
          <p:sp>
            <p:nvSpPr>
              <p:cNvPr id="4523" name="Google Shape;4523;p69"/>
              <p:cNvSpPr/>
              <p:nvPr/>
            </p:nvSpPr>
            <p:spPr>
              <a:xfrm>
                <a:off x="2510075" y="3661600"/>
                <a:ext cx="402675" cy="97750"/>
              </a:xfrm>
              <a:custGeom>
                <a:avLst/>
                <a:gdLst/>
                <a:ahLst/>
                <a:cxnLst/>
                <a:rect l="l" t="t" r="r" b="b"/>
                <a:pathLst>
                  <a:path w="16107" h="3910" extrusionOk="0">
                    <a:moveTo>
                      <a:pt x="4306" y="700"/>
                    </a:moveTo>
                    <a:lnTo>
                      <a:pt x="13180" y="2635"/>
                    </a:lnTo>
                    <a:lnTo>
                      <a:pt x="1346" y="3189"/>
                    </a:lnTo>
                    <a:lnTo>
                      <a:pt x="4306" y="700"/>
                    </a:lnTo>
                    <a:close/>
                    <a:moveTo>
                      <a:pt x="4216" y="0"/>
                    </a:moveTo>
                    <a:cubicBezTo>
                      <a:pt x="4136" y="0"/>
                      <a:pt x="4058" y="29"/>
                      <a:pt x="3998" y="83"/>
                    </a:cubicBezTo>
                    <a:lnTo>
                      <a:pt x="152" y="3314"/>
                    </a:lnTo>
                    <a:cubicBezTo>
                      <a:pt x="42" y="3405"/>
                      <a:pt x="0" y="3560"/>
                      <a:pt x="56" y="3696"/>
                    </a:cubicBezTo>
                    <a:cubicBezTo>
                      <a:pt x="103" y="3823"/>
                      <a:pt x="227" y="3909"/>
                      <a:pt x="368" y="3909"/>
                    </a:cubicBezTo>
                    <a:lnTo>
                      <a:pt x="385" y="3909"/>
                    </a:lnTo>
                    <a:lnTo>
                      <a:pt x="15768" y="3189"/>
                    </a:lnTo>
                    <a:cubicBezTo>
                      <a:pt x="15937" y="3184"/>
                      <a:pt x="16078" y="3051"/>
                      <a:pt x="16092" y="2882"/>
                    </a:cubicBezTo>
                    <a:cubicBezTo>
                      <a:pt x="16106" y="2713"/>
                      <a:pt x="15990" y="2558"/>
                      <a:pt x="15824" y="2525"/>
                    </a:cubicBezTo>
                    <a:lnTo>
                      <a:pt x="4286" y="8"/>
                    </a:lnTo>
                    <a:cubicBezTo>
                      <a:pt x="4263" y="3"/>
                      <a:pt x="4240" y="0"/>
                      <a:pt x="42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69"/>
              <p:cNvSpPr/>
              <p:nvPr/>
            </p:nvSpPr>
            <p:spPr>
              <a:xfrm>
                <a:off x="2296950" y="3724500"/>
                <a:ext cx="616275" cy="210650"/>
              </a:xfrm>
              <a:custGeom>
                <a:avLst/>
                <a:gdLst/>
                <a:ahLst/>
                <a:cxnLst/>
                <a:rect l="l" t="t" r="r" b="b"/>
                <a:pathLst>
                  <a:path w="24651" h="8426" extrusionOk="0">
                    <a:moveTo>
                      <a:pt x="20027" y="1363"/>
                    </a:moveTo>
                    <a:lnTo>
                      <a:pt x="2334" y="7100"/>
                    </a:lnTo>
                    <a:lnTo>
                      <a:pt x="7528" y="3373"/>
                    </a:lnTo>
                    <a:lnTo>
                      <a:pt x="20027" y="1363"/>
                    </a:lnTo>
                    <a:close/>
                    <a:moveTo>
                      <a:pt x="24283" y="1"/>
                    </a:moveTo>
                    <a:cubicBezTo>
                      <a:pt x="24264" y="1"/>
                      <a:pt x="24244" y="3"/>
                      <a:pt x="24224" y="6"/>
                    </a:cubicBezTo>
                    <a:lnTo>
                      <a:pt x="7346" y="2722"/>
                    </a:lnTo>
                    <a:cubicBezTo>
                      <a:pt x="7293" y="2730"/>
                      <a:pt x="7243" y="2750"/>
                      <a:pt x="7204" y="2780"/>
                    </a:cubicBezTo>
                    <a:lnTo>
                      <a:pt x="180" y="7817"/>
                    </a:lnTo>
                    <a:cubicBezTo>
                      <a:pt x="44" y="7914"/>
                      <a:pt x="0" y="8094"/>
                      <a:pt x="78" y="8243"/>
                    </a:cubicBezTo>
                    <a:cubicBezTo>
                      <a:pt x="136" y="8354"/>
                      <a:pt x="252" y="8426"/>
                      <a:pt x="379" y="8426"/>
                    </a:cubicBezTo>
                    <a:cubicBezTo>
                      <a:pt x="413" y="8426"/>
                      <a:pt x="449" y="8420"/>
                      <a:pt x="482" y="8409"/>
                    </a:cubicBezTo>
                    <a:lnTo>
                      <a:pt x="24385" y="657"/>
                    </a:lnTo>
                    <a:cubicBezTo>
                      <a:pt x="24551" y="601"/>
                      <a:pt x="24651" y="427"/>
                      <a:pt x="24606" y="255"/>
                    </a:cubicBezTo>
                    <a:cubicBezTo>
                      <a:pt x="24569" y="103"/>
                      <a:pt x="24435" y="1"/>
                      <a:pt x="242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69"/>
              <p:cNvSpPr/>
              <p:nvPr/>
            </p:nvSpPr>
            <p:spPr>
              <a:xfrm>
                <a:off x="2510825" y="3724575"/>
                <a:ext cx="401925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16077" h="3146" extrusionOk="0">
                    <a:moveTo>
                      <a:pt x="9783" y="950"/>
                    </a:moveTo>
                    <a:lnTo>
                      <a:pt x="676" y="2415"/>
                    </a:lnTo>
                    <a:lnTo>
                      <a:pt x="676" y="1376"/>
                    </a:lnTo>
                    <a:lnTo>
                      <a:pt x="9783" y="950"/>
                    </a:lnTo>
                    <a:close/>
                    <a:moveTo>
                      <a:pt x="15719" y="0"/>
                    </a:moveTo>
                    <a:cubicBezTo>
                      <a:pt x="15715" y="0"/>
                      <a:pt x="15712" y="0"/>
                      <a:pt x="15708" y="0"/>
                    </a:cubicBezTo>
                    <a:lnTo>
                      <a:pt x="325" y="720"/>
                    </a:lnTo>
                    <a:cubicBezTo>
                      <a:pt x="142" y="726"/>
                      <a:pt x="1" y="875"/>
                      <a:pt x="1" y="1055"/>
                    </a:cubicBezTo>
                    <a:lnTo>
                      <a:pt x="1" y="2811"/>
                    </a:lnTo>
                    <a:cubicBezTo>
                      <a:pt x="1" y="2907"/>
                      <a:pt x="42" y="3002"/>
                      <a:pt x="120" y="3065"/>
                    </a:cubicBezTo>
                    <a:cubicBezTo>
                      <a:pt x="181" y="3118"/>
                      <a:pt x="258" y="3146"/>
                      <a:pt x="338" y="3146"/>
                    </a:cubicBezTo>
                    <a:lnTo>
                      <a:pt x="394" y="3143"/>
                    </a:lnTo>
                    <a:lnTo>
                      <a:pt x="15777" y="667"/>
                    </a:lnTo>
                    <a:cubicBezTo>
                      <a:pt x="15954" y="640"/>
                      <a:pt x="16076" y="476"/>
                      <a:pt x="16057" y="299"/>
                    </a:cubicBezTo>
                    <a:cubicBezTo>
                      <a:pt x="16035" y="128"/>
                      <a:pt x="15891" y="0"/>
                      <a:pt x="157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69"/>
              <p:cNvSpPr/>
              <p:nvPr/>
            </p:nvSpPr>
            <p:spPr>
              <a:xfrm>
                <a:off x="2482025" y="3724450"/>
                <a:ext cx="431400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11034" extrusionOk="0">
                    <a:moveTo>
                      <a:pt x="14387" y="1500"/>
                    </a:moveTo>
                    <a:lnTo>
                      <a:pt x="676" y="10089"/>
                    </a:lnTo>
                    <a:lnTo>
                      <a:pt x="676" y="5947"/>
                    </a:lnTo>
                    <a:lnTo>
                      <a:pt x="14387" y="1500"/>
                    </a:lnTo>
                    <a:close/>
                    <a:moveTo>
                      <a:pt x="16882" y="1"/>
                    </a:moveTo>
                    <a:cubicBezTo>
                      <a:pt x="16846" y="1"/>
                      <a:pt x="16810" y="7"/>
                      <a:pt x="16774" y="19"/>
                    </a:cubicBezTo>
                    <a:lnTo>
                      <a:pt x="236" y="5382"/>
                    </a:lnTo>
                    <a:cubicBezTo>
                      <a:pt x="98" y="5426"/>
                      <a:pt x="4" y="5554"/>
                      <a:pt x="1" y="5701"/>
                    </a:cubicBezTo>
                    <a:lnTo>
                      <a:pt x="1" y="10695"/>
                    </a:lnTo>
                    <a:cubicBezTo>
                      <a:pt x="1" y="10817"/>
                      <a:pt x="70" y="10931"/>
                      <a:pt x="178" y="10989"/>
                    </a:cubicBezTo>
                    <a:cubicBezTo>
                      <a:pt x="222" y="11017"/>
                      <a:pt x="275" y="11034"/>
                      <a:pt x="329" y="11034"/>
                    </a:cubicBezTo>
                    <a:cubicBezTo>
                      <a:pt x="333" y="11034"/>
                      <a:pt x="337" y="11033"/>
                      <a:pt x="341" y="11033"/>
                    </a:cubicBezTo>
                    <a:cubicBezTo>
                      <a:pt x="402" y="11033"/>
                      <a:pt x="463" y="11017"/>
                      <a:pt x="516" y="10983"/>
                    </a:cubicBezTo>
                    <a:lnTo>
                      <a:pt x="17054" y="623"/>
                    </a:lnTo>
                    <a:cubicBezTo>
                      <a:pt x="17200" y="534"/>
                      <a:pt x="17256" y="351"/>
                      <a:pt x="17184" y="196"/>
                    </a:cubicBezTo>
                    <a:cubicBezTo>
                      <a:pt x="17128" y="73"/>
                      <a:pt x="17008" y="1"/>
                      <a:pt x="16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27" name="Google Shape;4527;p69"/>
            <p:cNvSpPr/>
            <p:nvPr/>
          </p:nvSpPr>
          <p:spPr>
            <a:xfrm>
              <a:off x="2958275" y="539500"/>
              <a:ext cx="562425" cy="897575"/>
            </a:xfrm>
            <a:custGeom>
              <a:avLst/>
              <a:gdLst/>
              <a:ahLst/>
              <a:cxnLst/>
              <a:rect l="l" t="t" r="r" b="b"/>
              <a:pathLst>
                <a:path w="22497" h="35903" extrusionOk="0">
                  <a:moveTo>
                    <a:pt x="20015" y="1"/>
                  </a:moveTo>
                  <a:cubicBezTo>
                    <a:pt x="19867" y="1"/>
                    <a:pt x="19729" y="176"/>
                    <a:pt x="19849" y="335"/>
                  </a:cubicBezTo>
                  <a:cubicBezTo>
                    <a:pt x="20176" y="761"/>
                    <a:pt x="20470" y="1210"/>
                    <a:pt x="20733" y="1680"/>
                  </a:cubicBezTo>
                  <a:cubicBezTo>
                    <a:pt x="20766" y="1747"/>
                    <a:pt x="20832" y="1788"/>
                    <a:pt x="20907" y="1788"/>
                  </a:cubicBezTo>
                  <a:cubicBezTo>
                    <a:pt x="20943" y="1788"/>
                    <a:pt x="20976" y="1777"/>
                    <a:pt x="21010" y="1761"/>
                  </a:cubicBezTo>
                  <a:cubicBezTo>
                    <a:pt x="21109" y="1705"/>
                    <a:pt x="21145" y="1581"/>
                    <a:pt x="21087" y="1484"/>
                  </a:cubicBezTo>
                  <a:cubicBezTo>
                    <a:pt x="20818" y="994"/>
                    <a:pt x="20514" y="526"/>
                    <a:pt x="20173" y="86"/>
                  </a:cubicBezTo>
                  <a:cubicBezTo>
                    <a:pt x="20128" y="26"/>
                    <a:pt x="20071" y="1"/>
                    <a:pt x="20015" y="1"/>
                  </a:cubicBezTo>
                  <a:close/>
                  <a:moveTo>
                    <a:pt x="22064" y="4439"/>
                  </a:moveTo>
                  <a:cubicBezTo>
                    <a:pt x="22050" y="4439"/>
                    <a:pt x="22035" y="4440"/>
                    <a:pt x="22020" y="4444"/>
                  </a:cubicBezTo>
                  <a:cubicBezTo>
                    <a:pt x="21909" y="4469"/>
                    <a:pt x="21837" y="4577"/>
                    <a:pt x="21860" y="4687"/>
                  </a:cubicBezTo>
                  <a:cubicBezTo>
                    <a:pt x="21973" y="5213"/>
                    <a:pt x="22048" y="5745"/>
                    <a:pt x="22081" y="6279"/>
                  </a:cubicBezTo>
                  <a:cubicBezTo>
                    <a:pt x="22087" y="6390"/>
                    <a:pt x="22175" y="6473"/>
                    <a:pt x="22286" y="6473"/>
                  </a:cubicBezTo>
                  <a:lnTo>
                    <a:pt x="22300" y="6473"/>
                  </a:lnTo>
                  <a:cubicBezTo>
                    <a:pt x="22413" y="6468"/>
                    <a:pt x="22496" y="6368"/>
                    <a:pt x="22491" y="6257"/>
                  </a:cubicBezTo>
                  <a:cubicBezTo>
                    <a:pt x="22455" y="5701"/>
                    <a:pt x="22380" y="5147"/>
                    <a:pt x="22261" y="4601"/>
                  </a:cubicBezTo>
                  <a:cubicBezTo>
                    <a:pt x="22242" y="4506"/>
                    <a:pt x="22158" y="4439"/>
                    <a:pt x="22064" y="4439"/>
                  </a:cubicBezTo>
                  <a:close/>
                  <a:moveTo>
                    <a:pt x="21969" y="9334"/>
                  </a:moveTo>
                  <a:cubicBezTo>
                    <a:pt x="21889" y="9334"/>
                    <a:pt x="21810" y="9377"/>
                    <a:pt x="21776" y="9475"/>
                  </a:cubicBezTo>
                  <a:cubicBezTo>
                    <a:pt x="21646" y="9998"/>
                    <a:pt x="21477" y="10507"/>
                    <a:pt x="21273" y="11006"/>
                  </a:cubicBezTo>
                  <a:cubicBezTo>
                    <a:pt x="21228" y="11108"/>
                    <a:pt x="21278" y="11227"/>
                    <a:pt x="21383" y="11271"/>
                  </a:cubicBezTo>
                  <a:cubicBezTo>
                    <a:pt x="21408" y="11283"/>
                    <a:pt x="21433" y="11288"/>
                    <a:pt x="21461" y="11288"/>
                  </a:cubicBezTo>
                  <a:cubicBezTo>
                    <a:pt x="21544" y="11285"/>
                    <a:pt x="21619" y="11235"/>
                    <a:pt x="21652" y="11161"/>
                  </a:cubicBezTo>
                  <a:cubicBezTo>
                    <a:pt x="21862" y="10643"/>
                    <a:pt x="22039" y="10114"/>
                    <a:pt x="22178" y="9574"/>
                  </a:cubicBezTo>
                  <a:cubicBezTo>
                    <a:pt x="22203" y="9426"/>
                    <a:pt x="22086" y="9334"/>
                    <a:pt x="21969" y="9334"/>
                  </a:cubicBezTo>
                  <a:close/>
                  <a:moveTo>
                    <a:pt x="19769" y="13698"/>
                  </a:moveTo>
                  <a:cubicBezTo>
                    <a:pt x="19720" y="13698"/>
                    <a:pt x="19669" y="13717"/>
                    <a:pt x="19625" y="13761"/>
                  </a:cubicBezTo>
                  <a:cubicBezTo>
                    <a:pt x="19285" y="14176"/>
                    <a:pt x="18914" y="14564"/>
                    <a:pt x="18512" y="14921"/>
                  </a:cubicBezTo>
                  <a:cubicBezTo>
                    <a:pt x="18376" y="15051"/>
                    <a:pt x="18465" y="15281"/>
                    <a:pt x="18651" y="15283"/>
                  </a:cubicBezTo>
                  <a:cubicBezTo>
                    <a:pt x="18700" y="15283"/>
                    <a:pt x="18750" y="15264"/>
                    <a:pt x="18786" y="15231"/>
                  </a:cubicBezTo>
                  <a:cubicBezTo>
                    <a:pt x="19201" y="14857"/>
                    <a:pt x="19589" y="14453"/>
                    <a:pt x="19944" y="14021"/>
                  </a:cubicBezTo>
                  <a:cubicBezTo>
                    <a:pt x="20045" y="13865"/>
                    <a:pt x="19915" y="13698"/>
                    <a:pt x="19769" y="13698"/>
                  </a:cubicBezTo>
                  <a:close/>
                  <a:moveTo>
                    <a:pt x="15938" y="16706"/>
                  </a:moveTo>
                  <a:cubicBezTo>
                    <a:pt x="15907" y="16706"/>
                    <a:pt x="15875" y="16713"/>
                    <a:pt x="15846" y="16729"/>
                  </a:cubicBezTo>
                  <a:cubicBezTo>
                    <a:pt x="15389" y="16967"/>
                    <a:pt x="14907" y="17194"/>
                    <a:pt x="14370" y="17418"/>
                  </a:cubicBezTo>
                  <a:cubicBezTo>
                    <a:pt x="14265" y="17460"/>
                    <a:pt x="14215" y="17579"/>
                    <a:pt x="14259" y="17684"/>
                  </a:cubicBezTo>
                  <a:cubicBezTo>
                    <a:pt x="14292" y="17761"/>
                    <a:pt x="14367" y="17811"/>
                    <a:pt x="14450" y="17811"/>
                  </a:cubicBezTo>
                  <a:cubicBezTo>
                    <a:pt x="14478" y="17811"/>
                    <a:pt x="14503" y="17806"/>
                    <a:pt x="14531" y="17795"/>
                  </a:cubicBezTo>
                  <a:cubicBezTo>
                    <a:pt x="15076" y="17568"/>
                    <a:pt x="15569" y="17338"/>
                    <a:pt x="16031" y="17097"/>
                  </a:cubicBezTo>
                  <a:cubicBezTo>
                    <a:pt x="16134" y="17044"/>
                    <a:pt x="16172" y="16920"/>
                    <a:pt x="16120" y="16820"/>
                  </a:cubicBezTo>
                  <a:cubicBezTo>
                    <a:pt x="16085" y="16748"/>
                    <a:pt x="16012" y="16706"/>
                    <a:pt x="15938" y="16706"/>
                  </a:cubicBezTo>
                  <a:close/>
                  <a:moveTo>
                    <a:pt x="11369" y="18532"/>
                  </a:moveTo>
                  <a:cubicBezTo>
                    <a:pt x="11348" y="18532"/>
                    <a:pt x="11326" y="18535"/>
                    <a:pt x="11305" y="18542"/>
                  </a:cubicBezTo>
                  <a:lnTo>
                    <a:pt x="10782" y="18714"/>
                  </a:lnTo>
                  <a:lnTo>
                    <a:pt x="9743" y="19060"/>
                  </a:lnTo>
                  <a:cubicBezTo>
                    <a:pt x="9533" y="19143"/>
                    <a:pt x="9583" y="19453"/>
                    <a:pt x="9807" y="19462"/>
                  </a:cubicBezTo>
                  <a:cubicBezTo>
                    <a:pt x="9832" y="19462"/>
                    <a:pt x="9854" y="19459"/>
                    <a:pt x="9879" y="19453"/>
                  </a:cubicBezTo>
                  <a:lnTo>
                    <a:pt x="10912" y="19102"/>
                  </a:lnTo>
                  <a:lnTo>
                    <a:pt x="11432" y="18930"/>
                  </a:lnTo>
                  <a:cubicBezTo>
                    <a:pt x="11538" y="18894"/>
                    <a:pt x="11598" y="18778"/>
                    <a:pt x="11562" y="18670"/>
                  </a:cubicBezTo>
                  <a:cubicBezTo>
                    <a:pt x="11534" y="18586"/>
                    <a:pt x="11454" y="18532"/>
                    <a:pt x="11369" y="18532"/>
                  </a:cubicBezTo>
                  <a:close/>
                  <a:moveTo>
                    <a:pt x="6751" y="20236"/>
                  </a:moveTo>
                  <a:cubicBezTo>
                    <a:pt x="6722" y="20236"/>
                    <a:pt x="6691" y="20242"/>
                    <a:pt x="6662" y="20256"/>
                  </a:cubicBezTo>
                  <a:cubicBezTo>
                    <a:pt x="6141" y="20494"/>
                    <a:pt x="5646" y="20752"/>
                    <a:pt x="5186" y="21009"/>
                  </a:cubicBezTo>
                  <a:cubicBezTo>
                    <a:pt x="5086" y="21067"/>
                    <a:pt x="5053" y="21192"/>
                    <a:pt x="5108" y="21289"/>
                  </a:cubicBezTo>
                  <a:cubicBezTo>
                    <a:pt x="5143" y="21353"/>
                    <a:pt x="5209" y="21394"/>
                    <a:pt x="5281" y="21394"/>
                  </a:cubicBezTo>
                  <a:cubicBezTo>
                    <a:pt x="5284" y="21394"/>
                    <a:pt x="5286" y="21394"/>
                    <a:pt x="5288" y="21394"/>
                  </a:cubicBezTo>
                  <a:cubicBezTo>
                    <a:pt x="5324" y="21394"/>
                    <a:pt x="5358" y="21386"/>
                    <a:pt x="5388" y="21369"/>
                  </a:cubicBezTo>
                  <a:cubicBezTo>
                    <a:pt x="5837" y="21114"/>
                    <a:pt x="6324" y="20865"/>
                    <a:pt x="6836" y="20630"/>
                  </a:cubicBezTo>
                  <a:cubicBezTo>
                    <a:pt x="6936" y="20580"/>
                    <a:pt x="6980" y="20458"/>
                    <a:pt x="6936" y="20356"/>
                  </a:cubicBezTo>
                  <a:cubicBezTo>
                    <a:pt x="6902" y="20280"/>
                    <a:pt x="6829" y="20236"/>
                    <a:pt x="6751" y="20236"/>
                  </a:cubicBezTo>
                  <a:close/>
                  <a:moveTo>
                    <a:pt x="2649" y="22927"/>
                  </a:moveTo>
                  <a:cubicBezTo>
                    <a:pt x="2598" y="22927"/>
                    <a:pt x="2547" y="22945"/>
                    <a:pt x="2506" y="22983"/>
                  </a:cubicBezTo>
                  <a:cubicBezTo>
                    <a:pt x="2104" y="23374"/>
                    <a:pt x="1736" y="23797"/>
                    <a:pt x="1409" y="24254"/>
                  </a:cubicBezTo>
                  <a:cubicBezTo>
                    <a:pt x="1343" y="24346"/>
                    <a:pt x="1365" y="24470"/>
                    <a:pt x="1456" y="24537"/>
                  </a:cubicBezTo>
                  <a:cubicBezTo>
                    <a:pt x="1492" y="24562"/>
                    <a:pt x="1534" y="24575"/>
                    <a:pt x="1578" y="24575"/>
                  </a:cubicBezTo>
                  <a:cubicBezTo>
                    <a:pt x="1645" y="24575"/>
                    <a:pt x="1706" y="24545"/>
                    <a:pt x="1744" y="24492"/>
                  </a:cubicBezTo>
                  <a:cubicBezTo>
                    <a:pt x="2057" y="24058"/>
                    <a:pt x="2406" y="23651"/>
                    <a:pt x="2788" y="23277"/>
                  </a:cubicBezTo>
                  <a:cubicBezTo>
                    <a:pt x="2871" y="23199"/>
                    <a:pt x="2874" y="23069"/>
                    <a:pt x="2796" y="22986"/>
                  </a:cubicBezTo>
                  <a:cubicBezTo>
                    <a:pt x="2756" y="22947"/>
                    <a:pt x="2703" y="22927"/>
                    <a:pt x="2649" y="22927"/>
                  </a:cubicBezTo>
                  <a:close/>
                  <a:moveTo>
                    <a:pt x="304" y="27162"/>
                  </a:moveTo>
                  <a:cubicBezTo>
                    <a:pt x="205" y="27162"/>
                    <a:pt x="117" y="27233"/>
                    <a:pt x="100" y="27333"/>
                  </a:cubicBezTo>
                  <a:cubicBezTo>
                    <a:pt x="33" y="27735"/>
                    <a:pt x="0" y="28139"/>
                    <a:pt x="0" y="28546"/>
                  </a:cubicBezTo>
                  <a:cubicBezTo>
                    <a:pt x="0" y="28701"/>
                    <a:pt x="3" y="28859"/>
                    <a:pt x="14" y="29017"/>
                  </a:cubicBezTo>
                  <a:cubicBezTo>
                    <a:pt x="22" y="29122"/>
                    <a:pt x="111" y="29208"/>
                    <a:pt x="219" y="29210"/>
                  </a:cubicBezTo>
                  <a:lnTo>
                    <a:pt x="233" y="29205"/>
                  </a:lnTo>
                  <a:cubicBezTo>
                    <a:pt x="346" y="29199"/>
                    <a:pt x="432" y="29105"/>
                    <a:pt x="426" y="28992"/>
                  </a:cubicBezTo>
                  <a:cubicBezTo>
                    <a:pt x="415" y="28842"/>
                    <a:pt x="410" y="28693"/>
                    <a:pt x="413" y="28546"/>
                  </a:cubicBezTo>
                  <a:cubicBezTo>
                    <a:pt x="413" y="28161"/>
                    <a:pt x="443" y="27779"/>
                    <a:pt x="507" y="27400"/>
                  </a:cubicBezTo>
                  <a:cubicBezTo>
                    <a:pt x="526" y="27286"/>
                    <a:pt x="449" y="27178"/>
                    <a:pt x="335" y="27164"/>
                  </a:cubicBezTo>
                  <a:cubicBezTo>
                    <a:pt x="325" y="27163"/>
                    <a:pt x="314" y="27162"/>
                    <a:pt x="304" y="27162"/>
                  </a:cubicBezTo>
                  <a:close/>
                  <a:moveTo>
                    <a:pt x="1122" y="31929"/>
                  </a:moveTo>
                  <a:cubicBezTo>
                    <a:pt x="1089" y="31929"/>
                    <a:pt x="1055" y="31937"/>
                    <a:pt x="1024" y="31954"/>
                  </a:cubicBezTo>
                  <a:cubicBezTo>
                    <a:pt x="925" y="32007"/>
                    <a:pt x="889" y="32131"/>
                    <a:pt x="941" y="32231"/>
                  </a:cubicBezTo>
                  <a:cubicBezTo>
                    <a:pt x="1210" y="32727"/>
                    <a:pt x="1537" y="33189"/>
                    <a:pt x="1910" y="33613"/>
                  </a:cubicBezTo>
                  <a:cubicBezTo>
                    <a:pt x="1949" y="33654"/>
                    <a:pt x="2005" y="33679"/>
                    <a:pt x="2063" y="33682"/>
                  </a:cubicBezTo>
                  <a:cubicBezTo>
                    <a:pt x="2113" y="33682"/>
                    <a:pt x="2162" y="33660"/>
                    <a:pt x="2198" y="33627"/>
                  </a:cubicBezTo>
                  <a:cubicBezTo>
                    <a:pt x="2284" y="33552"/>
                    <a:pt x="2290" y="33422"/>
                    <a:pt x="2215" y="33339"/>
                  </a:cubicBezTo>
                  <a:cubicBezTo>
                    <a:pt x="1861" y="32940"/>
                    <a:pt x="1556" y="32505"/>
                    <a:pt x="1301" y="32037"/>
                  </a:cubicBezTo>
                  <a:cubicBezTo>
                    <a:pt x="1265" y="31969"/>
                    <a:pt x="1195" y="31929"/>
                    <a:pt x="1122" y="31929"/>
                  </a:cubicBezTo>
                  <a:close/>
                  <a:moveTo>
                    <a:pt x="11080" y="34552"/>
                  </a:moveTo>
                  <a:cubicBezTo>
                    <a:pt x="11045" y="34552"/>
                    <a:pt x="11009" y="34562"/>
                    <a:pt x="10975" y="34582"/>
                  </a:cubicBezTo>
                  <a:cubicBezTo>
                    <a:pt x="10521" y="34856"/>
                    <a:pt x="10034" y="35077"/>
                    <a:pt x="9527" y="35238"/>
                  </a:cubicBezTo>
                  <a:cubicBezTo>
                    <a:pt x="9419" y="35269"/>
                    <a:pt x="9358" y="35385"/>
                    <a:pt x="9392" y="35496"/>
                  </a:cubicBezTo>
                  <a:cubicBezTo>
                    <a:pt x="9419" y="35579"/>
                    <a:pt x="9500" y="35637"/>
                    <a:pt x="9588" y="35637"/>
                  </a:cubicBezTo>
                  <a:cubicBezTo>
                    <a:pt x="9608" y="35637"/>
                    <a:pt x="9630" y="35634"/>
                    <a:pt x="9649" y="35628"/>
                  </a:cubicBezTo>
                  <a:cubicBezTo>
                    <a:pt x="10189" y="35460"/>
                    <a:pt x="10704" y="35224"/>
                    <a:pt x="11186" y="34931"/>
                  </a:cubicBezTo>
                  <a:cubicBezTo>
                    <a:pt x="11280" y="34870"/>
                    <a:pt x="11310" y="34748"/>
                    <a:pt x="11252" y="34651"/>
                  </a:cubicBezTo>
                  <a:cubicBezTo>
                    <a:pt x="11214" y="34587"/>
                    <a:pt x="11148" y="34552"/>
                    <a:pt x="11080" y="34552"/>
                  </a:cubicBezTo>
                  <a:close/>
                  <a:moveTo>
                    <a:pt x="4752" y="35094"/>
                  </a:moveTo>
                  <a:cubicBezTo>
                    <a:pt x="4669" y="35094"/>
                    <a:pt x="4593" y="35146"/>
                    <a:pt x="4563" y="35227"/>
                  </a:cubicBezTo>
                  <a:cubicBezTo>
                    <a:pt x="4521" y="35335"/>
                    <a:pt x="4577" y="35451"/>
                    <a:pt x="4682" y="35490"/>
                  </a:cubicBezTo>
                  <a:cubicBezTo>
                    <a:pt x="5211" y="35687"/>
                    <a:pt x="5756" y="35825"/>
                    <a:pt x="6313" y="35903"/>
                  </a:cubicBezTo>
                  <a:lnTo>
                    <a:pt x="6343" y="35903"/>
                  </a:lnTo>
                  <a:cubicBezTo>
                    <a:pt x="6446" y="35903"/>
                    <a:pt x="6532" y="35828"/>
                    <a:pt x="6545" y="35725"/>
                  </a:cubicBezTo>
                  <a:cubicBezTo>
                    <a:pt x="6562" y="35615"/>
                    <a:pt x="6484" y="35509"/>
                    <a:pt x="6371" y="35496"/>
                  </a:cubicBezTo>
                  <a:cubicBezTo>
                    <a:pt x="5842" y="35421"/>
                    <a:pt x="5324" y="35291"/>
                    <a:pt x="4826" y="35108"/>
                  </a:cubicBezTo>
                  <a:cubicBezTo>
                    <a:pt x="4802" y="35099"/>
                    <a:pt x="4777" y="35094"/>
                    <a:pt x="4752" y="350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561" name="Google Shape;4561;p69"/>
          <p:cNvSpPr/>
          <p:nvPr/>
        </p:nvSpPr>
        <p:spPr>
          <a:xfrm>
            <a:off x="8912362" y="1155453"/>
            <a:ext cx="3279652" cy="4554024"/>
          </a:xfrm>
          <a:custGeom>
            <a:avLst/>
            <a:gdLst/>
            <a:ahLst/>
            <a:cxnLst/>
            <a:rect l="l" t="t" r="r" b="b"/>
            <a:pathLst>
              <a:path w="92138" h="127940" extrusionOk="0">
                <a:moveTo>
                  <a:pt x="85073" y="0"/>
                </a:moveTo>
                <a:cubicBezTo>
                  <a:pt x="85013" y="0"/>
                  <a:pt x="84958" y="40"/>
                  <a:pt x="84958" y="108"/>
                </a:cubicBezTo>
                <a:cubicBezTo>
                  <a:pt x="84899" y="167"/>
                  <a:pt x="84919" y="266"/>
                  <a:pt x="84998" y="326"/>
                </a:cubicBezTo>
                <a:cubicBezTo>
                  <a:pt x="85573" y="603"/>
                  <a:pt x="86128" y="940"/>
                  <a:pt x="86644" y="1337"/>
                </a:cubicBezTo>
                <a:lnTo>
                  <a:pt x="86743" y="1337"/>
                </a:lnTo>
                <a:cubicBezTo>
                  <a:pt x="86783" y="1337"/>
                  <a:pt x="86842" y="1317"/>
                  <a:pt x="86882" y="1297"/>
                </a:cubicBezTo>
                <a:cubicBezTo>
                  <a:pt x="86922" y="1218"/>
                  <a:pt x="86902" y="1119"/>
                  <a:pt x="86842" y="1059"/>
                </a:cubicBezTo>
                <a:cubicBezTo>
                  <a:pt x="86307" y="663"/>
                  <a:pt x="85732" y="326"/>
                  <a:pt x="85157" y="28"/>
                </a:cubicBezTo>
                <a:cubicBezTo>
                  <a:pt x="85131" y="9"/>
                  <a:pt x="85102" y="0"/>
                  <a:pt x="85073" y="0"/>
                </a:cubicBezTo>
                <a:close/>
                <a:moveTo>
                  <a:pt x="88675" y="2762"/>
                </a:moveTo>
                <a:cubicBezTo>
                  <a:pt x="88636" y="2762"/>
                  <a:pt x="88595" y="2777"/>
                  <a:pt x="88568" y="2805"/>
                </a:cubicBezTo>
                <a:cubicBezTo>
                  <a:pt x="88488" y="2844"/>
                  <a:pt x="88488" y="2963"/>
                  <a:pt x="88548" y="3023"/>
                </a:cubicBezTo>
                <a:cubicBezTo>
                  <a:pt x="88984" y="3499"/>
                  <a:pt x="89381" y="4014"/>
                  <a:pt x="89738" y="4570"/>
                </a:cubicBezTo>
                <a:cubicBezTo>
                  <a:pt x="89777" y="4609"/>
                  <a:pt x="89817" y="4629"/>
                  <a:pt x="89877" y="4629"/>
                </a:cubicBezTo>
                <a:lnTo>
                  <a:pt x="89956" y="4609"/>
                </a:lnTo>
                <a:cubicBezTo>
                  <a:pt x="90035" y="4550"/>
                  <a:pt x="90055" y="4451"/>
                  <a:pt x="89996" y="4371"/>
                </a:cubicBezTo>
                <a:cubicBezTo>
                  <a:pt x="89658" y="3816"/>
                  <a:pt x="89242" y="3300"/>
                  <a:pt x="88786" y="2824"/>
                </a:cubicBezTo>
                <a:cubicBezTo>
                  <a:pt x="88765" y="2782"/>
                  <a:pt x="88721" y="2762"/>
                  <a:pt x="88675" y="2762"/>
                </a:cubicBezTo>
                <a:close/>
                <a:moveTo>
                  <a:pt x="91110" y="6597"/>
                </a:moveTo>
                <a:cubicBezTo>
                  <a:pt x="91089" y="6597"/>
                  <a:pt x="91068" y="6602"/>
                  <a:pt x="91047" y="6612"/>
                </a:cubicBezTo>
                <a:cubicBezTo>
                  <a:pt x="90967" y="6632"/>
                  <a:pt x="90908" y="6731"/>
                  <a:pt x="90947" y="6810"/>
                </a:cubicBezTo>
                <a:cubicBezTo>
                  <a:pt x="91185" y="7425"/>
                  <a:pt x="91384" y="8040"/>
                  <a:pt x="91523" y="8675"/>
                </a:cubicBezTo>
                <a:cubicBezTo>
                  <a:pt x="91542" y="8754"/>
                  <a:pt x="91622" y="8794"/>
                  <a:pt x="91701" y="8794"/>
                </a:cubicBezTo>
                <a:lnTo>
                  <a:pt x="91721" y="8794"/>
                </a:lnTo>
                <a:cubicBezTo>
                  <a:pt x="91800" y="8774"/>
                  <a:pt x="91860" y="8694"/>
                  <a:pt x="91840" y="8595"/>
                </a:cubicBezTo>
                <a:cubicBezTo>
                  <a:pt x="91681" y="7941"/>
                  <a:pt x="91483" y="7306"/>
                  <a:pt x="91245" y="6692"/>
                </a:cubicBezTo>
                <a:cubicBezTo>
                  <a:pt x="91216" y="6633"/>
                  <a:pt x="91166" y="6597"/>
                  <a:pt x="91110" y="6597"/>
                </a:cubicBezTo>
                <a:close/>
                <a:moveTo>
                  <a:pt x="91959" y="11054"/>
                </a:moveTo>
                <a:cubicBezTo>
                  <a:pt x="91879" y="11054"/>
                  <a:pt x="91800" y="11114"/>
                  <a:pt x="91780" y="11213"/>
                </a:cubicBezTo>
                <a:cubicBezTo>
                  <a:pt x="91800" y="11848"/>
                  <a:pt x="91741" y="12502"/>
                  <a:pt x="91622" y="13137"/>
                </a:cubicBezTo>
                <a:cubicBezTo>
                  <a:pt x="91622" y="13236"/>
                  <a:pt x="91681" y="13315"/>
                  <a:pt x="91760" y="13335"/>
                </a:cubicBezTo>
                <a:lnTo>
                  <a:pt x="91800" y="13335"/>
                </a:lnTo>
                <a:cubicBezTo>
                  <a:pt x="91879" y="13335"/>
                  <a:pt x="91939" y="13275"/>
                  <a:pt x="91939" y="13196"/>
                </a:cubicBezTo>
                <a:cubicBezTo>
                  <a:pt x="92058" y="12542"/>
                  <a:pt x="92117" y="11887"/>
                  <a:pt x="92137" y="11233"/>
                </a:cubicBezTo>
                <a:cubicBezTo>
                  <a:pt x="92137" y="11134"/>
                  <a:pt x="92058" y="11054"/>
                  <a:pt x="91959" y="11054"/>
                </a:cubicBezTo>
                <a:close/>
                <a:moveTo>
                  <a:pt x="91092" y="15504"/>
                </a:moveTo>
                <a:cubicBezTo>
                  <a:pt x="91027" y="15504"/>
                  <a:pt x="90963" y="15554"/>
                  <a:pt x="90947" y="15616"/>
                </a:cubicBezTo>
                <a:cubicBezTo>
                  <a:pt x="90709" y="16211"/>
                  <a:pt x="90432" y="16786"/>
                  <a:pt x="90134" y="17381"/>
                </a:cubicBezTo>
                <a:cubicBezTo>
                  <a:pt x="90095" y="17460"/>
                  <a:pt x="90114" y="17539"/>
                  <a:pt x="90174" y="17599"/>
                </a:cubicBezTo>
                <a:lnTo>
                  <a:pt x="90253" y="17599"/>
                </a:lnTo>
                <a:cubicBezTo>
                  <a:pt x="90313" y="17599"/>
                  <a:pt x="90372" y="17579"/>
                  <a:pt x="90412" y="17519"/>
                </a:cubicBezTo>
                <a:cubicBezTo>
                  <a:pt x="90729" y="16944"/>
                  <a:pt x="91007" y="16349"/>
                  <a:pt x="91245" y="15735"/>
                </a:cubicBezTo>
                <a:cubicBezTo>
                  <a:pt x="91265" y="15635"/>
                  <a:pt x="91245" y="15536"/>
                  <a:pt x="91146" y="15516"/>
                </a:cubicBezTo>
                <a:cubicBezTo>
                  <a:pt x="91128" y="15508"/>
                  <a:pt x="91110" y="15504"/>
                  <a:pt x="91092" y="15504"/>
                </a:cubicBezTo>
                <a:close/>
                <a:moveTo>
                  <a:pt x="88856" y="19462"/>
                </a:moveTo>
                <a:cubicBezTo>
                  <a:pt x="88802" y="19462"/>
                  <a:pt x="88752" y="19484"/>
                  <a:pt x="88726" y="19522"/>
                </a:cubicBezTo>
                <a:cubicBezTo>
                  <a:pt x="88330" y="20018"/>
                  <a:pt x="87893" y="20514"/>
                  <a:pt x="87457" y="20990"/>
                </a:cubicBezTo>
                <a:cubicBezTo>
                  <a:pt x="87378" y="21049"/>
                  <a:pt x="87378" y="21168"/>
                  <a:pt x="87457" y="21208"/>
                </a:cubicBezTo>
                <a:lnTo>
                  <a:pt x="87576" y="21267"/>
                </a:lnTo>
                <a:lnTo>
                  <a:pt x="87675" y="21208"/>
                </a:lnTo>
                <a:cubicBezTo>
                  <a:pt x="88131" y="20752"/>
                  <a:pt x="88568" y="20256"/>
                  <a:pt x="88964" y="19721"/>
                </a:cubicBezTo>
                <a:cubicBezTo>
                  <a:pt x="89024" y="19661"/>
                  <a:pt x="89004" y="19542"/>
                  <a:pt x="88944" y="19483"/>
                </a:cubicBezTo>
                <a:cubicBezTo>
                  <a:pt x="88916" y="19469"/>
                  <a:pt x="88886" y="19462"/>
                  <a:pt x="88856" y="19462"/>
                </a:cubicBezTo>
                <a:close/>
                <a:moveTo>
                  <a:pt x="85625" y="22735"/>
                </a:moveTo>
                <a:cubicBezTo>
                  <a:pt x="85601" y="22735"/>
                  <a:pt x="85577" y="22741"/>
                  <a:pt x="85553" y="22755"/>
                </a:cubicBezTo>
                <a:cubicBezTo>
                  <a:pt x="85057" y="23151"/>
                  <a:pt x="84522" y="23548"/>
                  <a:pt x="83987" y="23925"/>
                </a:cubicBezTo>
                <a:cubicBezTo>
                  <a:pt x="83907" y="23965"/>
                  <a:pt x="83887" y="24084"/>
                  <a:pt x="83967" y="24143"/>
                </a:cubicBezTo>
                <a:cubicBezTo>
                  <a:pt x="83987" y="24183"/>
                  <a:pt x="84026" y="24222"/>
                  <a:pt x="84086" y="24222"/>
                </a:cubicBezTo>
                <a:lnTo>
                  <a:pt x="84185" y="24183"/>
                </a:lnTo>
                <a:cubicBezTo>
                  <a:pt x="84720" y="23826"/>
                  <a:pt x="85256" y="23429"/>
                  <a:pt x="85771" y="22993"/>
                </a:cubicBezTo>
                <a:cubicBezTo>
                  <a:pt x="85837" y="22878"/>
                  <a:pt x="85739" y="22735"/>
                  <a:pt x="85625" y="22735"/>
                </a:cubicBezTo>
                <a:close/>
                <a:moveTo>
                  <a:pt x="81855" y="25254"/>
                </a:moveTo>
                <a:cubicBezTo>
                  <a:pt x="81829" y="25254"/>
                  <a:pt x="81805" y="25260"/>
                  <a:pt x="81785" y="25273"/>
                </a:cubicBezTo>
                <a:lnTo>
                  <a:pt x="81706" y="25273"/>
                </a:lnTo>
                <a:lnTo>
                  <a:pt x="80020" y="26106"/>
                </a:lnTo>
                <a:cubicBezTo>
                  <a:pt x="79834" y="26144"/>
                  <a:pt x="79893" y="26407"/>
                  <a:pt x="80064" y="26407"/>
                </a:cubicBezTo>
                <a:cubicBezTo>
                  <a:pt x="80075" y="26407"/>
                  <a:pt x="80087" y="26406"/>
                  <a:pt x="80100" y="26404"/>
                </a:cubicBezTo>
                <a:lnTo>
                  <a:pt x="80159" y="26424"/>
                </a:lnTo>
                <a:lnTo>
                  <a:pt x="81845" y="25611"/>
                </a:lnTo>
                <a:lnTo>
                  <a:pt x="81924" y="25551"/>
                </a:lnTo>
                <a:cubicBezTo>
                  <a:pt x="82023" y="25531"/>
                  <a:pt x="82043" y="25412"/>
                  <a:pt x="82003" y="25333"/>
                </a:cubicBezTo>
                <a:cubicBezTo>
                  <a:pt x="81964" y="25280"/>
                  <a:pt x="81907" y="25254"/>
                  <a:pt x="81855" y="25254"/>
                </a:cubicBezTo>
                <a:close/>
                <a:moveTo>
                  <a:pt x="77650" y="27033"/>
                </a:moveTo>
                <a:cubicBezTo>
                  <a:pt x="77634" y="27033"/>
                  <a:pt x="77618" y="27035"/>
                  <a:pt x="77601" y="27038"/>
                </a:cubicBezTo>
                <a:cubicBezTo>
                  <a:pt x="77026" y="27257"/>
                  <a:pt x="76391" y="27455"/>
                  <a:pt x="75757" y="27653"/>
                </a:cubicBezTo>
                <a:cubicBezTo>
                  <a:pt x="75677" y="27693"/>
                  <a:pt x="75638" y="27772"/>
                  <a:pt x="75657" y="27851"/>
                </a:cubicBezTo>
                <a:cubicBezTo>
                  <a:pt x="75657" y="27931"/>
                  <a:pt x="75737" y="27990"/>
                  <a:pt x="75796" y="27990"/>
                </a:cubicBezTo>
                <a:lnTo>
                  <a:pt x="75856" y="27970"/>
                </a:lnTo>
                <a:lnTo>
                  <a:pt x="77720" y="27376"/>
                </a:lnTo>
                <a:cubicBezTo>
                  <a:pt x="77819" y="27316"/>
                  <a:pt x="77859" y="27237"/>
                  <a:pt x="77819" y="27138"/>
                </a:cubicBezTo>
                <a:cubicBezTo>
                  <a:pt x="77786" y="27072"/>
                  <a:pt x="77726" y="27033"/>
                  <a:pt x="77650" y="27033"/>
                </a:cubicBezTo>
                <a:close/>
                <a:moveTo>
                  <a:pt x="73289" y="28343"/>
                </a:moveTo>
                <a:cubicBezTo>
                  <a:pt x="73279" y="28343"/>
                  <a:pt x="73268" y="28345"/>
                  <a:pt x="73258" y="28347"/>
                </a:cubicBezTo>
                <a:lnTo>
                  <a:pt x="71374" y="28823"/>
                </a:lnTo>
                <a:cubicBezTo>
                  <a:pt x="71275" y="28843"/>
                  <a:pt x="71215" y="28942"/>
                  <a:pt x="71235" y="29022"/>
                </a:cubicBezTo>
                <a:cubicBezTo>
                  <a:pt x="71252" y="29090"/>
                  <a:pt x="71299" y="29144"/>
                  <a:pt x="71363" y="29144"/>
                </a:cubicBezTo>
                <a:cubicBezTo>
                  <a:pt x="71373" y="29144"/>
                  <a:pt x="71383" y="29143"/>
                  <a:pt x="71394" y="29141"/>
                </a:cubicBezTo>
                <a:lnTo>
                  <a:pt x="71433" y="29141"/>
                </a:lnTo>
                <a:lnTo>
                  <a:pt x="73317" y="28684"/>
                </a:lnTo>
                <a:cubicBezTo>
                  <a:pt x="73416" y="28665"/>
                  <a:pt x="73456" y="28565"/>
                  <a:pt x="73456" y="28486"/>
                </a:cubicBezTo>
                <a:cubicBezTo>
                  <a:pt x="73439" y="28400"/>
                  <a:pt x="73361" y="28343"/>
                  <a:pt x="73289" y="28343"/>
                </a:cubicBezTo>
                <a:close/>
                <a:moveTo>
                  <a:pt x="68816" y="29398"/>
                </a:moveTo>
                <a:lnTo>
                  <a:pt x="66912" y="29815"/>
                </a:lnTo>
                <a:cubicBezTo>
                  <a:pt x="66813" y="29835"/>
                  <a:pt x="66753" y="29934"/>
                  <a:pt x="66773" y="30013"/>
                </a:cubicBezTo>
                <a:cubicBezTo>
                  <a:pt x="66790" y="30082"/>
                  <a:pt x="66837" y="30136"/>
                  <a:pt x="66901" y="30136"/>
                </a:cubicBezTo>
                <a:cubicBezTo>
                  <a:pt x="66911" y="30136"/>
                  <a:pt x="66921" y="30135"/>
                  <a:pt x="66932" y="30132"/>
                </a:cubicBezTo>
                <a:lnTo>
                  <a:pt x="66971" y="30132"/>
                </a:lnTo>
                <a:lnTo>
                  <a:pt x="68895" y="29716"/>
                </a:lnTo>
                <a:cubicBezTo>
                  <a:pt x="68974" y="29716"/>
                  <a:pt x="69034" y="29616"/>
                  <a:pt x="69014" y="29517"/>
                </a:cubicBezTo>
                <a:cubicBezTo>
                  <a:pt x="68974" y="29438"/>
                  <a:pt x="68895" y="29398"/>
                  <a:pt x="68816" y="29398"/>
                </a:cubicBezTo>
                <a:close/>
                <a:moveTo>
                  <a:pt x="64396" y="30405"/>
                </a:moveTo>
                <a:cubicBezTo>
                  <a:pt x="64381" y="30405"/>
                  <a:pt x="64367" y="30406"/>
                  <a:pt x="64354" y="30410"/>
                </a:cubicBezTo>
                <a:lnTo>
                  <a:pt x="64135" y="30469"/>
                </a:lnTo>
                <a:lnTo>
                  <a:pt x="62470" y="30886"/>
                </a:lnTo>
                <a:cubicBezTo>
                  <a:pt x="62370" y="30886"/>
                  <a:pt x="62311" y="30985"/>
                  <a:pt x="62351" y="31084"/>
                </a:cubicBezTo>
                <a:cubicBezTo>
                  <a:pt x="62351" y="31163"/>
                  <a:pt x="62410" y="31203"/>
                  <a:pt x="62489" y="31203"/>
                </a:cubicBezTo>
                <a:lnTo>
                  <a:pt x="62549" y="31183"/>
                </a:lnTo>
                <a:lnTo>
                  <a:pt x="64195" y="30787"/>
                </a:lnTo>
                <a:lnTo>
                  <a:pt x="64433" y="30707"/>
                </a:lnTo>
                <a:cubicBezTo>
                  <a:pt x="64512" y="30707"/>
                  <a:pt x="64572" y="30608"/>
                  <a:pt x="64552" y="30509"/>
                </a:cubicBezTo>
                <a:cubicBezTo>
                  <a:pt x="64535" y="30443"/>
                  <a:pt x="64465" y="30405"/>
                  <a:pt x="64396" y="30405"/>
                </a:cubicBezTo>
                <a:close/>
                <a:moveTo>
                  <a:pt x="59994" y="31567"/>
                </a:moveTo>
                <a:cubicBezTo>
                  <a:pt x="59974" y="31567"/>
                  <a:pt x="59952" y="31571"/>
                  <a:pt x="59931" y="31580"/>
                </a:cubicBezTo>
                <a:lnTo>
                  <a:pt x="58087" y="32195"/>
                </a:lnTo>
                <a:cubicBezTo>
                  <a:pt x="57988" y="32234"/>
                  <a:pt x="57948" y="32333"/>
                  <a:pt x="57988" y="32413"/>
                </a:cubicBezTo>
                <a:cubicBezTo>
                  <a:pt x="57988" y="32478"/>
                  <a:pt x="58042" y="32517"/>
                  <a:pt x="58095" y="32517"/>
                </a:cubicBezTo>
                <a:cubicBezTo>
                  <a:pt x="58106" y="32517"/>
                  <a:pt x="58116" y="32515"/>
                  <a:pt x="58127" y="32512"/>
                </a:cubicBezTo>
                <a:lnTo>
                  <a:pt x="58186" y="32512"/>
                </a:lnTo>
                <a:lnTo>
                  <a:pt x="60030" y="31897"/>
                </a:lnTo>
                <a:cubicBezTo>
                  <a:pt x="60110" y="31877"/>
                  <a:pt x="60149" y="31778"/>
                  <a:pt x="60129" y="31699"/>
                </a:cubicBezTo>
                <a:cubicBezTo>
                  <a:pt x="60129" y="31621"/>
                  <a:pt x="60068" y="31567"/>
                  <a:pt x="59994" y="31567"/>
                </a:cubicBezTo>
                <a:close/>
                <a:moveTo>
                  <a:pt x="55702" y="33154"/>
                </a:moveTo>
                <a:cubicBezTo>
                  <a:pt x="55683" y="33154"/>
                  <a:pt x="55665" y="33158"/>
                  <a:pt x="55648" y="33166"/>
                </a:cubicBezTo>
                <a:cubicBezTo>
                  <a:pt x="55033" y="33444"/>
                  <a:pt x="54438" y="33741"/>
                  <a:pt x="53863" y="34039"/>
                </a:cubicBezTo>
                <a:cubicBezTo>
                  <a:pt x="53783" y="34059"/>
                  <a:pt x="53744" y="34158"/>
                  <a:pt x="53783" y="34237"/>
                </a:cubicBezTo>
                <a:cubicBezTo>
                  <a:pt x="53803" y="34297"/>
                  <a:pt x="53863" y="34336"/>
                  <a:pt x="53942" y="34336"/>
                </a:cubicBezTo>
                <a:lnTo>
                  <a:pt x="54021" y="34316"/>
                </a:lnTo>
                <a:lnTo>
                  <a:pt x="55767" y="33464"/>
                </a:lnTo>
                <a:cubicBezTo>
                  <a:pt x="55846" y="33424"/>
                  <a:pt x="55886" y="33345"/>
                  <a:pt x="55846" y="33265"/>
                </a:cubicBezTo>
                <a:cubicBezTo>
                  <a:pt x="55830" y="33203"/>
                  <a:pt x="55767" y="33154"/>
                  <a:pt x="55702" y="33154"/>
                </a:cubicBezTo>
                <a:close/>
                <a:moveTo>
                  <a:pt x="51683" y="35303"/>
                </a:moveTo>
                <a:cubicBezTo>
                  <a:pt x="51654" y="35303"/>
                  <a:pt x="51626" y="35316"/>
                  <a:pt x="51602" y="35348"/>
                </a:cubicBezTo>
                <a:cubicBezTo>
                  <a:pt x="51047" y="35705"/>
                  <a:pt x="50511" y="36081"/>
                  <a:pt x="49996" y="36518"/>
                </a:cubicBezTo>
                <a:cubicBezTo>
                  <a:pt x="49916" y="36557"/>
                  <a:pt x="49916" y="36676"/>
                  <a:pt x="49976" y="36736"/>
                </a:cubicBezTo>
                <a:lnTo>
                  <a:pt x="50095" y="36795"/>
                </a:lnTo>
                <a:lnTo>
                  <a:pt x="50194" y="36756"/>
                </a:lnTo>
                <a:cubicBezTo>
                  <a:pt x="50690" y="36359"/>
                  <a:pt x="51245" y="36002"/>
                  <a:pt x="51780" y="35625"/>
                </a:cubicBezTo>
                <a:cubicBezTo>
                  <a:pt x="51960" y="35593"/>
                  <a:pt x="51816" y="35303"/>
                  <a:pt x="51683" y="35303"/>
                </a:cubicBezTo>
                <a:close/>
                <a:moveTo>
                  <a:pt x="48182" y="38228"/>
                </a:moveTo>
                <a:cubicBezTo>
                  <a:pt x="48145" y="38228"/>
                  <a:pt x="48106" y="38244"/>
                  <a:pt x="48072" y="38283"/>
                </a:cubicBezTo>
                <a:lnTo>
                  <a:pt x="47775" y="38580"/>
                </a:lnTo>
                <a:cubicBezTo>
                  <a:pt x="47418" y="38937"/>
                  <a:pt x="47100" y="39334"/>
                  <a:pt x="46783" y="39770"/>
                </a:cubicBezTo>
                <a:cubicBezTo>
                  <a:pt x="46704" y="39830"/>
                  <a:pt x="46723" y="39929"/>
                  <a:pt x="46803" y="39988"/>
                </a:cubicBezTo>
                <a:lnTo>
                  <a:pt x="46902" y="40028"/>
                </a:lnTo>
                <a:cubicBezTo>
                  <a:pt x="46942" y="40028"/>
                  <a:pt x="47001" y="40008"/>
                  <a:pt x="47021" y="39968"/>
                </a:cubicBezTo>
                <a:cubicBezTo>
                  <a:pt x="47338" y="39572"/>
                  <a:pt x="47675" y="39175"/>
                  <a:pt x="48013" y="38798"/>
                </a:cubicBezTo>
                <a:lnTo>
                  <a:pt x="48290" y="38501"/>
                </a:lnTo>
                <a:cubicBezTo>
                  <a:pt x="48395" y="38381"/>
                  <a:pt x="48296" y="38228"/>
                  <a:pt x="48182" y="38228"/>
                </a:cubicBezTo>
                <a:close/>
                <a:moveTo>
                  <a:pt x="45430" y="41892"/>
                </a:moveTo>
                <a:cubicBezTo>
                  <a:pt x="45373" y="41892"/>
                  <a:pt x="45315" y="41918"/>
                  <a:pt x="45276" y="41971"/>
                </a:cubicBezTo>
                <a:cubicBezTo>
                  <a:pt x="44958" y="42546"/>
                  <a:pt x="44661" y="43122"/>
                  <a:pt x="44383" y="43716"/>
                </a:cubicBezTo>
                <a:cubicBezTo>
                  <a:pt x="44364" y="43796"/>
                  <a:pt x="44383" y="43895"/>
                  <a:pt x="44463" y="43935"/>
                </a:cubicBezTo>
                <a:lnTo>
                  <a:pt x="44542" y="43935"/>
                </a:lnTo>
                <a:cubicBezTo>
                  <a:pt x="44602" y="43935"/>
                  <a:pt x="44661" y="43895"/>
                  <a:pt x="44701" y="43855"/>
                </a:cubicBezTo>
                <a:cubicBezTo>
                  <a:pt x="44958" y="43260"/>
                  <a:pt x="45256" y="42685"/>
                  <a:pt x="45593" y="42150"/>
                </a:cubicBezTo>
                <a:cubicBezTo>
                  <a:pt x="45633" y="42051"/>
                  <a:pt x="45613" y="41952"/>
                  <a:pt x="45514" y="41912"/>
                </a:cubicBezTo>
                <a:cubicBezTo>
                  <a:pt x="45487" y="41899"/>
                  <a:pt x="45459" y="41892"/>
                  <a:pt x="45430" y="41892"/>
                </a:cubicBezTo>
                <a:close/>
                <a:moveTo>
                  <a:pt x="43607" y="46032"/>
                </a:moveTo>
                <a:cubicBezTo>
                  <a:pt x="43538" y="46032"/>
                  <a:pt x="43464" y="46070"/>
                  <a:pt x="43431" y="46136"/>
                </a:cubicBezTo>
                <a:cubicBezTo>
                  <a:pt x="43233" y="46751"/>
                  <a:pt x="43055" y="47365"/>
                  <a:pt x="42876" y="48040"/>
                </a:cubicBezTo>
                <a:cubicBezTo>
                  <a:pt x="42876" y="48119"/>
                  <a:pt x="42936" y="48198"/>
                  <a:pt x="43015" y="48238"/>
                </a:cubicBezTo>
                <a:lnTo>
                  <a:pt x="43055" y="48238"/>
                </a:lnTo>
                <a:cubicBezTo>
                  <a:pt x="43134" y="48238"/>
                  <a:pt x="43194" y="48179"/>
                  <a:pt x="43213" y="48119"/>
                </a:cubicBezTo>
                <a:cubicBezTo>
                  <a:pt x="43372" y="47465"/>
                  <a:pt x="43550" y="46850"/>
                  <a:pt x="43749" y="46235"/>
                </a:cubicBezTo>
                <a:cubicBezTo>
                  <a:pt x="43769" y="46156"/>
                  <a:pt x="43729" y="46057"/>
                  <a:pt x="43650" y="46037"/>
                </a:cubicBezTo>
                <a:cubicBezTo>
                  <a:pt x="43636" y="46033"/>
                  <a:pt x="43622" y="46032"/>
                  <a:pt x="43607" y="46032"/>
                </a:cubicBezTo>
                <a:close/>
                <a:moveTo>
                  <a:pt x="42528" y="50475"/>
                </a:moveTo>
                <a:cubicBezTo>
                  <a:pt x="42460" y="50475"/>
                  <a:pt x="42398" y="50529"/>
                  <a:pt x="42380" y="50598"/>
                </a:cubicBezTo>
                <a:cubicBezTo>
                  <a:pt x="42281" y="51233"/>
                  <a:pt x="42182" y="51887"/>
                  <a:pt x="42142" y="52561"/>
                </a:cubicBezTo>
                <a:cubicBezTo>
                  <a:pt x="42123" y="52641"/>
                  <a:pt x="42202" y="52720"/>
                  <a:pt x="42281" y="52720"/>
                </a:cubicBezTo>
                <a:cubicBezTo>
                  <a:pt x="42380" y="52720"/>
                  <a:pt x="42460" y="52680"/>
                  <a:pt x="42460" y="52581"/>
                </a:cubicBezTo>
                <a:cubicBezTo>
                  <a:pt x="42539" y="51927"/>
                  <a:pt x="42618" y="51292"/>
                  <a:pt x="42718" y="50638"/>
                </a:cubicBezTo>
                <a:cubicBezTo>
                  <a:pt x="42718" y="50558"/>
                  <a:pt x="42638" y="50479"/>
                  <a:pt x="42559" y="50479"/>
                </a:cubicBezTo>
                <a:cubicBezTo>
                  <a:pt x="42548" y="50476"/>
                  <a:pt x="42538" y="50475"/>
                  <a:pt x="42528" y="50475"/>
                </a:cubicBezTo>
                <a:close/>
                <a:moveTo>
                  <a:pt x="42142" y="55000"/>
                </a:moveTo>
                <a:cubicBezTo>
                  <a:pt x="42063" y="55000"/>
                  <a:pt x="41964" y="55080"/>
                  <a:pt x="41964" y="55159"/>
                </a:cubicBezTo>
                <a:lnTo>
                  <a:pt x="41964" y="57142"/>
                </a:lnTo>
                <a:cubicBezTo>
                  <a:pt x="41964" y="57222"/>
                  <a:pt x="42023" y="57281"/>
                  <a:pt x="42123" y="57281"/>
                </a:cubicBezTo>
                <a:cubicBezTo>
                  <a:pt x="42202" y="57281"/>
                  <a:pt x="42281" y="57202"/>
                  <a:pt x="42281" y="57122"/>
                </a:cubicBezTo>
                <a:lnTo>
                  <a:pt x="42281" y="55179"/>
                </a:lnTo>
                <a:cubicBezTo>
                  <a:pt x="42301" y="55080"/>
                  <a:pt x="42222" y="55000"/>
                  <a:pt x="42142" y="55000"/>
                </a:cubicBezTo>
                <a:close/>
                <a:moveTo>
                  <a:pt x="42221" y="59619"/>
                </a:moveTo>
                <a:cubicBezTo>
                  <a:pt x="42152" y="59619"/>
                  <a:pt x="42084" y="59658"/>
                  <a:pt x="42063" y="59740"/>
                </a:cubicBezTo>
                <a:cubicBezTo>
                  <a:pt x="42123" y="60395"/>
                  <a:pt x="42162" y="61029"/>
                  <a:pt x="42242" y="61703"/>
                </a:cubicBezTo>
                <a:cubicBezTo>
                  <a:pt x="42242" y="61783"/>
                  <a:pt x="42321" y="61842"/>
                  <a:pt x="42420" y="61842"/>
                </a:cubicBezTo>
                <a:cubicBezTo>
                  <a:pt x="42519" y="61822"/>
                  <a:pt x="42579" y="61743"/>
                  <a:pt x="42559" y="61684"/>
                </a:cubicBezTo>
                <a:cubicBezTo>
                  <a:pt x="42519" y="61009"/>
                  <a:pt x="42440" y="60355"/>
                  <a:pt x="42380" y="59720"/>
                </a:cubicBezTo>
                <a:cubicBezTo>
                  <a:pt x="42352" y="59653"/>
                  <a:pt x="42286" y="59619"/>
                  <a:pt x="42221" y="59619"/>
                </a:cubicBezTo>
                <a:close/>
                <a:moveTo>
                  <a:pt x="42718" y="64103"/>
                </a:moveTo>
                <a:cubicBezTo>
                  <a:pt x="42618" y="64123"/>
                  <a:pt x="42559" y="64202"/>
                  <a:pt x="42559" y="64301"/>
                </a:cubicBezTo>
                <a:lnTo>
                  <a:pt x="42856" y="66245"/>
                </a:lnTo>
                <a:cubicBezTo>
                  <a:pt x="42876" y="66304"/>
                  <a:pt x="42956" y="66364"/>
                  <a:pt x="43035" y="66364"/>
                </a:cubicBezTo>
                <a:lnTo>
                  <a:pt x="43055" y="66364"/>
                </a:lnTo>
                <a:cubicBezTo>
                  <a:pt x="43134" y="66344"/>
                  <a:pt x="43194" y="66265"/>
                  <a:pt x="43174" y="66185"/>
                </a:cubicBezTo>
                <a:lnTo>
                  <a:pt x="42876" y="64262"/>
                </a:lnTo>
                <a:cubicBezTo>
                  <a:pt x="42876" y="64163"/>
                  <a:pt x="42797" y="64103"/>
                  <a:pt x="42718" y="64103"/>
                </a:cubicBezTo>
                <a:close/>
                <a:moveTo>
                  <a:pt x="43471" y="68650"/>
                </a:moveTo>
                <a:cubicBezTo>
                  <a:pt x="43389" y="68650"/>
                  <a:pt x="43312" y="68709"/>
                  <a:pt x="43312" y="68803"/>
                </a:cubicBezTo>
                <a:lnTo>
                  <a:pt x="43610" y="70548"/>
                </a:lnTo>
                <a:lnTo>
                  <a:pt x="43650" y="70727"/>
                </a:lnTo>
                <a:cubicBezTo>
                  <a:pt x="43650" y="70806"/>
                  <a:pt x="43709" y="70866"/>
                  <a:pt x="43808" y="70866"/>
                </a:cubicBezTo>
                <a:lnTo>
                  <a:pt x="43828" y="70866"/>
                </a:lnTo>
                <a:cubicBezTo>
                  <a:pt x="43907" y="70846"/>
                  <a:pt x="43967" y="70766"/>
                  <a:pt x="43967" y="70667"/>
                </a:cubicBezTo>
                <a:lnTo>
                  <a:pt x="43927" y="70489"/>
                </a:lnTo>
                <a:lnTo>
                  <a:pt x="43630" y="68744"/>
                </a:lnTo>
                <a:cubicBezTo>
                  <a:pt x="43589" y="68679"/>
                  <a:pt x="43529" y="68650"/>
                  <a:pt x="43471" y="68650"/>
                </a:cubicBezTo>
                <a:close/>
                <a:moveTo>
                  <a:pt x="44225" y="73106"/>
                </a:moveTo>
                <a:cubicBezTo>
                  <a:pt x="44126" y="73126"/>
                  <a:pt x="44086" y="73206"/>
                  <a:pt x="44106" y="73305"/>
                </a:cubicBezTo>
                <a:cubicBezTo>
                  <a:pt x="44205" y="73939"/>
                  <a:pt x="44324" y="74594"/>
                  <a:pt x="44423" y="75228"/>
                </a:cubicBezTo>
                <a:cubicBezTo>
                  <a:pt x="44423" y="75308"/>
                  <a:pt x="44502" y="75367"/>
                  <a:pt x="44562" y="75367"/>
                </a:cubicBezTo>
                <a:lnTo>
                  <a:pt x="44602" y="75367"/>
                </a:lnTo>
                <a:cubicBezTo>
                  <a:pt x="44681" y="75347"/>
                  <a:pt x="44740" y="75268"/>
                  <a:pt x="44740" y="75189"/>
                </a:cubicBezTo>
                <a:cubicBezTo>
                  <a:pt x="44641" y="74534"/>
                  <a:pt x="44522" y="73900"/>
                  <a:pt x="44423" y="73245"/>
                </a:cubicBezTo>
                <a:cubicBezTo>
                  <a:pt x="44403" y="73166"/>
                  <a:pt x="44304" y="73106"/>
                  <a:pt x="44225" y="73106"/>
                </a:cubicBezTo>
                <a:close/>
                <a:moveTo>
                  <a:pt x="44939" y="77608"/>
                </a:moveTo>
                <a:cubicBezTo>
                  <a:pt x="44840" y="77628"/>
                  <a:pt x="44780" y="77727"/>
                  <a:pt x="44780" y="77806"/>
                </a:cubicBezTo>
                <a:cubicBezTo>
                  <a:pt x="44879" y="78481"/>
                  <a:pt x="44958" y="79135"/>
                  <a:pt x="45038" y="79750"/>
                </a:cubicBezTo>
                <a:cubicBezTo>
                  <a:pt x="45038" y="79829"/>
                  <a:pt x="45097" y="79889"/>
                  <a:pt x="45177" y="79889"/>
                </a:cubicBezTo>
                <a:lnTo>
                  <a:pt x="45216" y="79889"/>
                </a:lnTo>
                <a:cubicBezTo>
                  <a:pt x="45296" y="79869"/>
                  <a:pt x="45355" y="79790"/>
                  <a:pt x="45355" y="79690"/>
                </a:cubicBezTo>
                <a:cubicBezTo>
                  <a:pt x="45276" y="79076"/>
                  <a:pt x="45216" y="78421"/>
                  <a:pt x="45117" y="77767"/>
                </a:cubicBezTo>
                <a:cubicBezTo>
                  <a:pt x="45117" y="77668"/>
                  <a:pt x="45038" y="77608"/>
                  <a:pt x="44939" y="77608"/>
                </a:cubicBezTo>
                <a:close/>
                <a:moveTo>
                  <a:pt x="45415" y="82150"/>
                </a:moveTo>
                <a:cubicBezTo>
                  <a:pt x="45335" y="82169"/>
                  <a:pt x="45276" y="82249"/>
                  <a:pt x="45256" y="82328"/>
                </a:cubicBezTo>
                <a:cubicBezTo>
                  <a:pt x="45315" y="83002"/>
                  <a:pt x="45335" y="83657"/>
                  <a:pt x="45355" y="84291"/>
                </a:cubicBezTo>
                <a:cubicBezTo>
                  <a:pt x="45355" y="84371"/>
                  <a:pt x="45434" y="84430"/>
                  <a:pt x="45514" y="84430"/>
                </a:cubicBezTo>
                <a:cubicBezTo>
                  <a:pt x="45593" y="84430"/>
                  <a:pt x="45672" y="84371"/>
                  <a:pt x="45672" y="84291"/>
                </a:cubicBezTo>
                <a:cubicBezTo>
                  <a:pt x="45653" y="83637"/>
                  <a:pt x="45633" y="82963"/>
                  <a:pt x="45573" y="82308"/>
                </a:cubicBezTo>
                <a:cubicBezTo>
                  <a:pt x="45573" y="82209"/>
                  <a:pt x="45494" y="82150"/>
                  <a:pt x="45415" y="82150"/>
                </a:cubicBezTo>
                <a:close/>
                <a:moveTo>
                  <a:pt x="45514" y="86711"/>
                </a:moveTo>
                <a:cubicBezTo>
                  <a:pt x="45415" y="86711"/>
                  <a:pt x="45335" y="86790"/>
                  <a:pt x="45335" y="86889"/>
                </a:cubicBezTo>
                <a:cubicBezTo>
                  <a:pt x="45315" y="87524"/>
                  <a:pt x="45256" y="88198"/>
                  <a:pt x="45196" y="88813"/>
                </a:cubicBezTo>
                <a:cubicBezTo>
                  <a:pt x="45196" y="88912"/>
                  <a:pt x="45236" y="88991"/>
                  <a:pt x="45335" y="88991"/>
                </a:cubicBezTo>
                <a:lnTo>
                  <a:pt x="45355" y="88991"/>
                </a:lnTo>
                <a:cubicBezTo>
                  <a:pt x="45434" y="88991"/>
                  <a:pt x="45514" y="88932"/>
                  <a:pt x="45514" y="88852"/>
                </a:cubicBezTo>
                <a:cubicBezTo>
                  <a:pt x="45573" y="88218"/>
                  <a:pt x="45633" y="87563"/>
                  <a:pt x="45653" y="86889"/>
                </a:cubicBezTo>
                <a:cubicBezTo>
                  <a:pt x="45653" y="86810"/>
                  <a:pt x="45593" y="86731"/>
                  <a:pt x="45514" y="86711"/>
                </a:cubicBezTo>
                <a:close/>
                <a:moveTo>
                  <a:pt x="45018" y="91252"/>
                </a:moveTo>
                <a:cubicBezTo>
                  <a:pt x="44919" y="91252"/>
                  <a:pt x="44859" y="91312"/>
                  <a:pt x="44840" y="91391"/>
                </a:cubicBezTo>
                <a:cubicBezTo>
                  <a:pt x="44721" y="92025"/>
                  <a:pt x="44602" y="92660"/>
                  <a:pt x="44423" y="93315"/>
                </a:cubicBezTo>
                <a:cubicBezTo>
                  <a:pt x="44403" y="93394"/>
                  <a:pt x="44463" y="93473"/>
                  <a:pt x="44542" y="93513"/>
                </a:cubicBezTo>
                <a:lnTo>
                  <a:pt x="44602" y="93513"/>
                </a:lnTo>
                <a:cubicBezTo>
                  <a:pt x="44661" y="93513"/>
                  <a:pt x="44721" y="93453"/>
                  <a:pt x="44740" y="93374"/>
                </a:cubicBezTo>
                <a:cubicBezTo>
                  <a:pt x="44879" y="92739"/>
                  <a:pt x="45038" y="92085"/>
                  <a:pt x="45157" y="91450"/>
                </a:cubicBezTo>
                <a:cubicBezTo>
                  <a:pt x="45157" y="91351"/>
                  <a:pt x="45097" y="91272"/>
                  <a:pt x="45018" y="91252"/>
                </a:cubicBezTo>
                <a:close/>
                <a:moveTo>
                  <a:pt x="43854" y="95679"/>
                </a:moveTo>
                <a:cubicBezTo>
                  <a:pt x="43788" y="95679"/>
                  <a:pt x="43733" y="95720"/>
                  <a:pt x="43689" y="95793"/>
                </a:cubicBezTo>
                <a:cubicBezTo>
                  <a:pt x="43511" y="96408"/>
                  <a:pt x="43273" y="97023"/>
                  <a:pt x="43055" y="97618"/>
                </a:cubicBezTo>
                <a:cubicBezTo>
                  <a:pt x="43015" y="97697"/>
                  <a:pt x="43055" y="97796"/>
                  <a:pt x="43134" y="97836"/>
                </a:cubicBezTo>
                <a:lnTo>
                  <a:pt x="43213" y="97836"/>
                </a:lnTo>
                <a:cubicBezTo>
                  <a:pt x="43273" y="97836"/>
                  <a:pt x="43332" y="97796"/>
                  <a:pt x="43352" y="97737"/>
                </a:cubicBezTo>
                <a:cubicBezTo>
                  <a:pt x="43590" y="97122"/>
                  <a:pt x="43828" y="96507"/>
                  <a:pt x="44026" y="95893"/>
                </a:cubicBezTo>
                <a:cubicBezTo>
                  <a:pt x="44046" y="95793"/>
                  <a:pt x="44007" y="95714"/>
                  <a:pt x="43927" y="95694"/>
                </a:cubicBezTo>
                <a:cubicBezTo>
                  <a:pt x="43902" y="95684"/>
                  <a:pt x="43877" y="95679"/>
                  <a:pt x="43854" y="95679"/>
                </a:cubicBezTo>
                <a:close/>
                <a:moveTo>
                  <a:pt x="42153" y="99929"/>
                </a:moveTo>
                <a:cubicBezTo>
                  <a:pt x="42092" y="99929"/>
                  <a:pt x="42030" y="99965"/>
                  <a:pt x="42004" y="100017"/>
                </a:cubicBezTo>
                <a:cubicBezTo>
                  <a:pt x="41746" y="100593"/>
                  <a:pt x="41448" y="101188"/>
                  <a:pt x="41111" y="101763"/>
                </a:cubicBezTo>
                <a:cubicBezTo>
                  <a:pt x="41091" y="101842"/>
                  <a:pt x="41111" y="101941"/>
                  <a:pt x="41191" y="101981"/>
                </a:cubicBezTo>
                <a:lnTo>
                  <a:pt x="41270" y="101981"/>
                </a:lnTo>
                <a:cubicBezTo>
                  <a:pt x="41329" y="101981"/>
                  <a:pt x="41389" y="101961"/>
                  <a:pt x="41409" y="101901"/>
                </a:cubicBezTo>
                <a:cubicBezTo>
                  <a:pt x="41706" y="101326"/>
                  <a:pt x="42043" y="100751"/>
                  <a:pt x="42301" y="100176"/>
                </a:cubicBezTo>
                <a:cubicBezTo>
                  <a:pt x="42341" y="100077"/>
                  <a:pt x="42301" y="99978"/>
                  <a:pt x="42242" y="99958"/>
                </a:cubicBezTo>
                <a:cubicBezTo>
                  <a:pt x="42215" y="99938"/>
                  <a:pt x="42184" y="99929"/>
                  <a:pt x="42153" y="99929"/>
                </a:cubicBezTo>
                <a:close/>
                <a:moveTo>
                  <a:pt x="39901" y="103899"/>
                </a:moveTo>
                <a:cubicBezTo>
                  <a:pt x="39853" y="103899"/>
                  <a:pt x="39813" y="103923"/>
                  <a:pt x="39802" y="103984"/>
                </a:cubicBezTo>
                <a:cubicBezTo>
                  <a:pt x="39465" y="104539"/>
                  <a:pt x="39088" y="105074"/>
                  <a:pt x="38712" y="105630"/>
                </a:cubicBezTo>
                <a:cubicBezTo>
                  <a:pt x="38672" y="105709"/>
                  <a:pt x="38692" y="105788"/>
                  <a:pt x="38771" y="105848"/>
                </a:cubicBezTo>
                <a:lnTo>
                  <a:pt x="38870" y="105848"/>
                </a:lnTo>
                <a:cubicBezTo>
                  <a:pt x="38910" y="105848"/>
                  <a:pt x="38969" y="105828"/>
                  <a:pt x="38989" y="105808"/>
                </a:cubicBezTo>
                <a:cubicBezTo>
                  <a:pt x="39366" y="105273"/>
                  <a:pt x="39743" y="104717"/>
                  <a:pt x="40080" y="104162"/>
                </a:cubicBezTo>
                <a:cubicBezTo>
                  <a:pt x="40209" y="104062"/>
                  <a:pt x="40027" y="103899"/>
                  <a:pt x="39901" y="103899"/>
                </a:cubicBezTo>
                <a:close/>
                <a:moveTo>
                  <a:pt x="37289" y="107605"/>
                </a:moveTo>
                <a:cubicBezTo>
                  <a:pt x="37242" y="107605"/>
                  <a:pt x="37198" y="107620"/>
                  <a:pt x="37165" y="107653"/>
                </a:cubicBezTo>
                <a:cubicBezTo>
                  <a:pt x="36768" y="108188"/>
                  <a:pt x="36332" y="108684"/>
                  <a:pt x="35915" y="109180"/>
                </a:cubicBezTo>
                <a:cubicBezTo>
                  <a:pt x="35856" y="109239"/>
                  <a:pt x="35876" y="109338"/>
                  <a:pt x="35935" y="109398"/>
                </a:cubicBezTo>
                <a:cubicBezTo>
                  <a:pt x="35955" y="109418"/>
                  <a:pt x="35995" y="109437"/>
                  <a:pt x="36034" y="109437"/>
                </a:cubicBezTo>
                <a:cubicBezTo>
                  <a:pt x="36094" y="109437"/>
                  <a:pt x="36134" y="109418"/>
                  <a:pt x="36173" y="109378"/>
                </a:cubicBezTo>
                <a:cubicBezTo>
                  <a:pt x="36590" y="108882"/>
                  <a:pt x="37026" y="108386"/>
                  <a:pt x="37423" y="107890"/>
                </a:cubicBezTo>
                <a:cubicBezTo>
                  <a:pt x="37482" y="107811"/>
                  <a:pt x="37462" y="107692"/>
                  <a:pt x="37403" y="107633"/>
                </a:cubicBezTo>
                <a:cubicBezTo>
                  <a:pt x="37367" y="107615"/>
                  <a:pt x="37327" y="107605"/>
                  <a:pt x="37289" y="107605"/>
                </a:cubicBezTo>
                <a:close/>
                <a:moveTo>
                  <a:pt x="34266" y="111031"/>
                </a:moveTo>
                <a:cubicBezTo>
                  <a:pt x="34228" y="111031"/>
                  <a:pt x="34188" y="111046"/>
                  <a:pt x="34150" y="111083"/>
                </a:cubicBezTo>
                <a:cubicBezTo>
                  <a:pt x="33714" y="111520"/>
                  <a:pt x="33238" y="111996"/>
                  <a:pt x="32742" y="112452"/>
                </a:cubicBezTo>
                <a:cubicBezTo>
                  <a:pt x="32683" y="112511"/>
                  <a:pt x="32683" y="112591"/>
                  <a:pt x="32742" y="112670"/>
                </a:cubicBezTo>
                <a:lnTo>
                  <a:pt x="32861" y="112709"/>
                </a:lnTo>
                <a:lnTo>
                  <a:pt x="32961" y="112670"/>
                </a:lnTo>
                <a:cubicBezTo>
                  <a:pt x="33456" y="112214"/>
                  <a:pt x="33932" y="111777"/>
                  <a:pt x="34388" y="111301"/>
                </a:cubicBezTo>
                <a:cubicBezTo>
                  <a:pt x="34495" y="111195"/>
                  <a:pt x="34392" y="111031"/>
                  <a:pt x="34266" y="111031"/>
                </a:cubicBezTo>
                <a:close/>
                <a:moveTo>
                  <a:pt x="30919" y="114115"/>
                </a:moveTo>
                <a:cubicBezTo>
                  <a:pt x="30883" y="114115"/>
                  <a:pt x="30846" y="114130"/>
                  <a:pt x="30819" y="114157"/>
                </a:cubicBezTo>
                <a:lnTo>
                  <a:pt x="29292" y="115367"/>
                </a:lnTo>
                <a:cubicBezTo>
                  <a:pt x="29232" y="115426"/>
                  <a:pt x="29193" y="115526"/>
                  <a:pt x="29252" y="115625"/>
                </a:cubicBezTo>
                <a:lnTo>
                  <a:pt x="29391" y="115664"/>
                </a:lnTo>
                <a:lnTo>
                  <a:pt x="29490" y="115645"/>
                </a:lnTo>
                <a:cubicBezTo>
                  <a:pt x="30025" y="115248"/>
                  <a:pt x="30521" y="114831"/>
                  <a:pt x="31017" y="114395"/>
                </a:cubicBezTo>
                <a:cubicBezTo>
                  <a:pt x="31077" y="114355"/>
                  <a:pt x="31096" y="114237"/>
                  <a:pt x="31037" y="114177"/>
                </a:cubicBezTo>
                <a:cubicBezTo>
                  <a:pt x="31005" y="114135"/>
                  <a:pt x="30962" y="114115"/>
                  <a:pt x="30919" y="114115"/>
                </a:cubicBezTo>
                <a:close/>
                <a:moveTo>
                  <a:pt x="27278" y="116860"/>
                </a:moveTo>
                <a:cubicBezTo>
                  <a:pt x="27247" y="116860"/>
                  <a:pt x="27216" y="116876"/>
                  <a:pt x="27190" y="116914"/>
                </a:cubicBezTo>
                <a:lnTo>
                  <a:pt x="25563" y="117965"/>
                </a:lnTo>
                <a:cubicBezTo>
                  <a:pt x="25484" y="118024"/>
                  <a:pt x="25464" y="118143"/>
                  <a:pt x="25504" y="118223"/>
                </a:cubicBezTo>
                <a:cubicBezTo>
                  <a:pt x="25544" y="118262"/>
                  <a:pt x="25603" y="118282"/>
                  <a:pt x="25663" y="118302"/>
                </a:cubicBezTo>
                <a:lnTo>
                  <a:pt x="25722" y="118262"/>
                </a:lnTo>
                <a:lnTo>
                  <a:pt x="27368" y="117172"/>
                </a:lnTo>
                <a:cubicBezTo>
                  <a:pt x="27545" y="117139"/>
                  <a:pt x="27409" y="116860"/>
                  <a:pt x="27278" y="116860"/>
                </a:cubicBezTo>
                <a:close/>
                <a:moveTo>
                  <a:pt x="23367" y="119328"/>
                </a:moveTo>
                <a:cubicBezTo>
                  <a:pt x="23353" y="119328"/>
                  <a:pt x="23338" y="119329"/>
                  <a:pt x="23322" y="119333"/>
                </a:cubicBezTo>
                <a:lnTo>
                  <a:pt x="21617" y="120245"/>
                </a:lnTo>
                <a:cubicBezTo>
                  <a:pt x="21538" y="120305"/>
                  <a:pt x="21518" y="120384"/>
                  <a:pt x="21538" y="120483"/>
                </a:cubicBezTo>
                <a:cubicBezTo>
                  <a:pt x="21557" y="120523"/>
                  <a:pt x="21617" y="120563"/>
                  <a:pt x="21696" y="120583"/>
                </a:cubicBezTo>
                <a:lnTo>
                  <a:pt x="21756" y="120543"/>
                </a:lnTo>
                <a:cubicBezTo>
                  <a:pt x="22351" y="120245"/>
                  <a:pt x="22926" y="119928"/>
                  <a:pt x="23501" y="119611"/>
                </a:cubicBezTo>
                <a:cubicBezTo>
                  <a:pt x="23573" y="119485"/>
                  <a:pt x="23499" y="119328"/>
                  <a:pt x="23367" y="119328"/>
                </a:cubicBezTo>
                <a:close/>
                <a:moveTo>
                  <a:pt x="19343" y="121409"/>
                </a:moveTo>
                <a:cubicBezTo>
                  <a:pt x="19321" y="121409"/>
                  <a:pt x="19299" y="121411"/>
                  <a:pt x="19277" y="121415"/>
                </a:cubicBezTo>
                <a:cubicBezTo>
                  <a:pt x="18722" y="121713"/>
                  <a:pt x="18127" y="121991"/>
                  <a:pt x="17532" y="122229"/>
                </a:cubicBezTo>
                <a:cubicBezTo>
                  <a:pt x="17452" y="122288"/>
                  <a:pt x="17413" y="122367"/>
                  <a:pt x="17433" y="122466"/>
                </a:cubicBezTo>
                <a:cubicBezTo>
                  <a:pt x="17472" y="122506"/>
                  <a:pt x="17532" y="122546"/>
                  <a:pt x="17591" y="122566"/>
                </a:cubicBezTo>
                <a:lnTo>
                  <a:pt x="17651" y="122526"/>
                </a:lnTo>
                <a:cubicBezTo>
                  <a:pt x="18246" y="122288"/>
                  <a:pt x="18841" y="122010"/>
                  <a:pt x="19436" y="121713"/>
                </a:cubicBezTo>
                <a:cubicBezTo>
                  <a:pt x="19515" y="121673"/>
                  <a:pt x="19535" y="121594"/>
                  <a:pt x="19515" y="121515"/>
                </a:cubicBezTo>
                <a:cubicBezTo>
                  <a:pt x="19484" y="121438"/>
                  <a:pt x="19418" y="121409"/>
                  <a:pt x="19343" y="121409"/>
                </a:cubicBezTo>
                <a:close/>
                <a:moveTo>
                  <a:pt x="15196" y="123240"/>
                </a:moveTo>
                <a:cubicBezTo>
                  <a:pt x="15167" y="123240"/>
                  <a:pt x="15139" y="123247"/>
                  <a:pt x="15112" y="123260"/>
                </a:cubicBezTo>
                <a:lnTo>
                  <a:pt x="13288" y="123954"/>
                </a:lnTo>
                <a:cubicBezTo>
                  <a:pt x="13208" y="123974"/>
                  <a:pt x="13169" y="124053"/>
                  <a:pt x="13189" y="124152"/>
                </a:cubicBezTo>
                <a:cubicBezTo>
                  <a:pt x="13208" y="124212"/>
                  <a:pt x="13288" y="124271"/>
                  <a:pt x="13367" y="124271"/>
                </a:cubicBezTo>
                <a:lnTo>
                  <a:pt x="13407" y="124251"/>
                </a:lnTo>
                <a:lnTo>
                  <a:pt x="15251" y="123557"/>
                </a:lnTo>
                <a:cubicBezTo>
                  <a:pt x="15330" y="123498"/>
                  <a:pt x="15370" y="123418"/>
                  <a:pt x="15350" y="123319"/>
                </a:cubicBezTo>
                <a:cubicBezTo>
                  <a:pt x="15311" y="123266"/>
                  <a:pt x="15253" y="123240"/>
                  <a:pt x="15196" y="123240"/>
                </a:cubicBezTo>
                <a:close/>
                <a:moveTo>
                  <a:pt x="10871" y="124782"/>
                </a:moveTo>
                <a:cubicBezTo>
                  <a:pt x="10857" y="124782"/>
                  <a:pt x="10842" y="124783"/>
                  <a:pt x="10829" y="124787"/>
                </a:cubicBezTo>
                <a:lnTo>
                  <a:pt x="8965" y="125382"/>
                </a:lnTo>
                <a:cubicBezTo>
                  <a:pt x="8885" y="125421"/>
                  <a:pt x="8846" y="125501"/>
                  <a:pt x="8865" y="125580"/>
                </a:cubicBezTo>
                <a:cubicBezTo>
                  <a:pt x="8885" y="125659"/>
                  <a:pt x="8945" y="125699"/>
                  <a:pt x="9024" y="125699"/>
                </a:cubicBezTo>
                <a:lnTo>
                  <a:pt x="9064" y="125699"/>
                </a:lnTo>
                <a:lnTo>
                  <a:pt x="10928" y="125104"/>
                </a:lnTo>
                <a:cubicBezTo>
                  <a:pt x="11027" y="125084"/>
                  <a:pt x="11087" y="124985"/>
                  <a:pt x="11047" y="124886"/>
                </a:cubicBezTo>
                <a:cubicBezTo>
                  <a:pt x="11014" y="124820"/>
                  <a:pt x="10940" y="124782"/>
                  <a:pt x="10871" y="124782"/>
                </a:cubicBezTo>
                <a:close/>
                <a:moveTo>
                  <a:pt x="6503" y="126092"/>
                </a:moveTo>
                <a:cubicBezTo>
                  <a:pt x="6491" y="126092"/>
                  <a:pt x="6479" y="126093"/>
                  <a:pt x="6466" y="126096"/>
                </a:cubicBezTo>
                <a:lnTo>
                  <a:pt x="4582" y="126591"/>
                </a:lnTo>
                <a:cubicBezTo>
                  <a:pt x="4503" y="126611"/>
                  <a:pt x="4443" y="126710"/>
                  <a:pt x="4463" y="126790"/>
                </a:cubicBezTo>
                <a:cubicBezTo>
                  <a:pt x="4483" y="126869"/>
                  <a:pt x="4562" y="126909"/>
                  <a:pt x="4641" y="126929"/>
                </a:cubicBezTo>
                <a:lnTo>
                  <a:pt x="4661" y="126929"/>
                </a:lnTo>
                <a:lnTo>
                  <a:pt x="6565" y="126433"/>
                </a:lnTo>
                <a:cubicBezTo>
                  <a:pt x="6644" y="126393"/>
                  <a:pt x="6684" y="126314"/>
                  <a:pt x="6664" y="126234"/>
                </a:cubicBezTo>
                <a:cubicBezTo>
                  <a:pt x="6647" y="126148"/>
                  <a:pt x="6584" y="126092"/>
                  <a:pt x="6503" y="126092"/>
                </a:cubicBezTo>
                <a:close/>
                <a:moveTo>
                  <a:pt x="2103" y="127221"/>
                </a:moveTo>
                <a:cubicBezTo>
                  <a:pt x="2090" y="127221"/>
                  <a:pt x="2076" y="127223"/>
                  <a:pt x="2063" y="127226"/>
                </a:cubicBezTo>
                <a:lnTo>
                  <a:pt x="140" y="127623"/>
                </a:lnTo>
                <a:cubicBezTo>
                  <a:pt x="60" y="127642"/>
                  <a:pt x="1" y="127722"/>
                  <a:pt x="21" y="127821"/>
                </a:cubicBezTo>
                <a:cubicBezTo>
                  <a:pt x="40" y="127880"/>
                  <a:pt x="100" y="127940"/>
                  <a:pt x="179" y="127940"/>
                </a:cubicBezTo>
                <a:lnTo>
                  <a:pt x="199" y="127940"/>
                </a:lnTo>
                <a:lnTo>
                  <a:pt x="2123" y="127523"/>
                </a:lnTo>
                <a:cubicBezTo>
                  <a:pt x="2202" y="127523"/>
                  <a:pt x="2262" y="127424"/>
                  <a:pt x="2262" y="127345"/>
                </a:cubicBezTo>
                <a:cubicBezTo>
                  <a:pt x="2229" y="127262"/>
                  <a:pt x="2168" y="127221"/>
                  <a:pt x="2103" y="12722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1" name="Google Shape;1908;p36"/>
          <p:cNvGrpSpPr/>
          <p:nvPr/>
        </p:nvGrpSpPr>
        <p:grpSpPr>
          <a:xfrm>
            <a:off x="222387" y="2267513"/>
            <a:ext cx="2761954" cy="4001808"/>
            <a:chOff x="713232" y="1274373"/>
            <a:chExt cx="2761954" cy="4001808"/>
          </a:xfrm>
        </p:grpSpPr>
        <p:sp>
          <p:nvSpPr>
            <p:cNvPr id="50" name="Google Shape;1909;p36"/>
            <p:cNvSpPr/>
            <p:nvPr/>
          </p:nvSpPr>
          <p:spPr>
            <a:xfrm>
              <a:off x="1128978" y="1282624"/>
              <a:ext cx="1817826" cy="2659779"/>
            </a:xfrm>
            <a:custGeom>
              <a:avLst/>
              <a:gdLst/>
              <a:ahLst/>
              <a:cxnLst/>
              <a:rect l="l" t="t" r="r" b="b"/>
              <a:pathLst>
                <a:path w="64992" h="95094" extrusionOk="0">
                  <a:moveTo>
                    <a:pt x="24797" y="0"/>
                  </a:moveTo>
                  <a:cubicBezTo>
                    <a:pt x="24005" y="0"/>
                    <a:pt x="23542" y="573"/>
                    <a:pt x="23847" y="1542"/>
                  </a:cubicBezTo>
                  <a:cubicBezTo>
                    <a:pt x="24400" y="3282"/>
                    <a:pt x="27508" y="4569"/>
                    <a:pt x="28428" y="7137"/>
                  </a:cubicBezTo>
                  <a:cubicBezTo>
                    <a:pt x="28342" y="7111"/>
                    <a:pt x="26935" y="6697"/>
                    <a:pt x="24817" y="6697"/>
                  </a:cubicBezTo>
                  <a:cubicBezTo>
                    <a:pt x="21522" y="6697"/>
                    <a:pt x="16505" y="7699"/>
                    <a:pt x="12064" y="12725"/>
                  </a:cubicBezTo>
                  <a:cubicBezTo>
                    <a:pt x="4768" y="20987"/>
                    <a:pt x="8536" y="35277"/>
                    <a:pt x="9129" y="41152"/>
                  </a:cubicBezTo>
                  <a:cubicBezTo>
                    <a:pt x="9723" y="47027"/>
                    <a:pt x="10577" y="50615"/>
                    <a:pt x="7629" y="55843"/>
                  </a:cubicBezTo>
                  <a:cubicBezTo>
                    <a:pt x="4675" y="61064"/>
                    <a:pt x="0" y="67026"/>
                    <a:pt x="2934" y="78302"/>
                  </a:cubicBezTo>
                  <a:cubicBezTo>
                    <a:pt x="2934" y="78302"/>
                    <a:pt x="2388" y="69927"/>
                    <a:pt x="7429" y="65085"/>
                  </a:cubicBezTo>
                  <a:lnTo>
                    <a:pt x="7429" y="65085"/>
                  </a:lnTo>
                  <a:cubicBezTo>
                    <a:pt x="7429" y="65086"/>
                    <a:pt x="3762" y="71601"/>
                    <a:pt x="7429" y="81423"/>
                  </a:cubicBezTo>
                  <a:cubicBezTo>
                    <a:pt x="11097" y="91239"/>
                    <a:pt x="16892" y="95000"/>
                    <a:pt x="30682" y="95093"/>
                  </a:cubicBezTo>
                  <a:cubicBezTo>
                    <a:pt x="30746" y="95094"/>
                    <a:pt x="30810" y="95094"/>
                    <a:pt x="30874" y="95094"/>
                  </a:cubicBezTo>
                  <a:cubicBezTo>
                    <a:pt x="41889" y="95094"/>
                    <a:pt x="55401" y="88826"/>
                    <a:pt x="58723" y="75201"/>
                  </a:cubicBezTo>
                  <a:cubicBezTo>
                    <a:pt x="59556" y="71787"/>
                    <a:pt x="59750" y="67899"/>
                    <a:pt x="59103" y="63545"/>
                  </a:cubicBezTo>
                  <a:lnTo>
                    <a:pt x="59103" y="63545"/>
                  </a:lnTo>
                  <a:cubicBezTo>
                    <a:pt x="59103" y="63545"/>
                    <a:pt x="62184" y="64732"/>
                    <a:pt x="63471" y="68953"/>
                  </a:cubicBezTo>
                  <a:cubicBezTo>
                    <a:pt x="63471" y="68953"/>
                    <a:pt x="64991" y="63552"/>
                    <a:pt x="61710" y="56850"/>
                  </a:cubicBezTo>
                  <a:cubicBezTo>
                    <a:pt x="58423" y="50148"/>
                    <a:pt x="57936" y="43086"/>
                    <a:pt x="57356" y="31903"/>
                  </a:cubicBezTo>
                  <a:cubicBezTo>
                    <a:pt x="56869" y="22547"/>
                    <a:pt x="55602" y="9551"/>
                    <a:pt x="41351" y="7183"/>
                  </a:cubicBezTo>
                  <a:cubicBezTo>
                    <a:pt x="39881" y="6938"/>
                    <a:pt x="38271" y="6809"/>
                    <a:pt x="36509" y="6809"/>
                  </a:cubicBezTo>
                  <a:cubicBezTo>
                    <a:pt x="34915" y="6809"/>
                    <a:pt x="33195" y="6915"/>
                    <a:pt x="31342" y="7137"/>
                  </a:cubicBezTo>
                  <a:cubicBezTo>
                    <a:pt x="31342" y="7137"/>
                    <a:pt x="30969" y="5850"/>
                    <a:pt x="32176" y="4476"/>
                  </a:cubicBezTo>
                  <a:cubicBezTo>
                    <a:pt x="33383" y="3102"/>
                    <a:pt x="33443" y="2182"/>
                    <a:pt x="32176" y="2182"/>
                  </a:cubicBezTo>
                  <a:cubicBezTo>
                    <a:pt x="30909" y="2182"/>
                    <a:pt x="29442" y="3742"/>
                    <a:pt x="29982" y="7130"/>
                  </a:cubicBezTo>
                  <a:cubicBezTo>
                    <a:pt x="29928" y="6877"/>
                    <a:pt x="28961" y="3009"/>
                    <a:pt x="27094" y="1175"/>
                  </a:cubicBezTo>
                  <a:cubicBezTo>
                    <a:pt x="26267" y="363"/>
                    <a:pt x="25428" y="0"/>
                    <a:pt x="24797" y="0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1910;p36"/>
            <p:cNvSpPr/>
            <p:nvPr/>
          </p:nvSpPr>
          <p:spPr>
            <a:xfrm>
              <a:off x="1128978" y="1274373"/>
              <a:ext cx="1825658" cy="2676226"/>
            </a:xfrm>
            <a:custGeom>
              <a:avLst/>
              <a:gdLst/>
              <a:ahLst/>
              <a:cxnLst/>
              <a:rect l="l" t="t" r="r" b="b"/>
              <a:pathLst>
                <a:path w="65272" h="95682" extrusionOk="0">
                  <a:moveTo>
                    <a:pt x="24802" y="583"/>
                  </a:moveTo>
                  <a:cubicBezTo>
                    <a:pt x="25345" y="583"/>
                    <a:pt x="26113" y="914"/>
                    <a:pt x="26881" y="1677"/>
                  </a:cubicBezTo>
                  <a:cubicBezTo>
                    <a:pt x="28675" y="3437"/>
                    <a:pt x="29688" y="7445"/>
                    <a:pt x="29708" y="7485"/>
                  </a:cubicBezTo>
                  <a:cubicBezTo>
                    <a:pt x="29737" y="7618"/>
                    <a:pt x="29852" y="7711"/>
                    <a:pt x="29982" y="7711"/>
                  </a:cubicBezTo>
                  <a:cubicBezTo>
                    <a:pt x="30002" y="7711"/>
                    <a:pt x="30022" y="7709"/>
                    <a:pt x="30042" y="7705"/>
                  </a:cubicBezTo>
                  <a:cubicBezTo>
                    <a:pt x="30195" y="7678"/>
                    <a:pt x="30302" y="7525"/>
                    <a:pt x="30275" y="7372"/>
                  </a:cubicBezTo>
                  <a:cubicBezTo>
                    <a:pt x="29902" y="5044"/>
                    <a:pt x="30589" y="3831"/>
                    <a:pt x="30942" y="3411"/>
                  </a:cubicBezTo>
                  <a:cubicBezTo>
                    <a:pt x="31289" y="2997"/>
                    <a:pt x="31842" y="2770"/>
                    <a:pt x="32176" y="2770"/>
                  </a:cubicBezTo>
                  <a:cubicBezTo>
                    <a:pt x="32509" y="2770"/>
                    <a:pt x="32702" y="2770"/>
                    <a:pt x="32789" y="2970"/>
                  </a:cubicBezTo>
                  <a:cubicBezTo>
                    <a:pt x="32883" y="3171"/>
                    <a:pt x="32716" y="3711"/>
                    <a:pt x="31956" y="4578"/>
                  </a:cubicBezTo>
                  <a:cubicBezTo>
                    <a:pt x="30655" y="6051"/>
                    <a:pt x="31049" y="7452"/>
                    <a:pt x="31069" y="7512"/>
                  </a:cubicBezTo>
                  <a:cubicBezTo>
                    <a:pt x="31105" y="7633"/>
                    <a:pt x="31213" y="7721"/>
                    <a:pt x="31338" y="7721"/>
                  </a:cubicBezTo>
                  <a:cubicBezTo>
                    <a:pt x="31350" y="7721"/>
                    <a:pt x="31363" y="7720"/>
                    <a:pt x="31375" y="7718"/>
                  </a:cubicBezTo>
                  <a:cubicBezTo>
                    <a:pt x="33166" y="7502"/>
                    <a:pt x="34872" y="7394"/>
                    <a:pt x="36484" y="7394"/>
                  </a:cubicBezTo>
                  <a:cubicBezTo>
                    <a:pt x="38203" y="7394"/>
                    <a:pt x="39814" y="7517"/>
                    <a:pt x="41305" y="7765"/>
                  </a:cubicBezTo>
                  <a:cubicBezTo>
                    <a:pt x="47540" y="8799"/>
                    <a:pt x="51774" y="11933"/>
                    <a:pt x="54248" y="17341"/>
                  </a:cubicBezTo>
                  <a:cubicBezTo>
                    <a:pt x="56375" y="21975"/>
                    <a:pt x="56816" y="27444"/>
                    <a:pt x="57062" y="32212"/>
                  </a:cubicBezTo>
                  <a:cubicBezTo>
                    <a:pt x="57662" y="43728"/>
                    <a:pt x="58156" y="50576"/>
                    <a:pt x="61450" y="57265"/>
                  </a:cubicBezTo>
                  <a:cubicBezTo>
                    <a:pt x="63817" y="62093"/>
                    <a:pt x="63631" y="66281"/>
                    <a:pt x="63377" y="68134"/>
                  </a:cubicBezTo>
                  <a:cubicBezTo>
                    <a:pt x="61930" y="64653"/>
                    <a:pt x="59323" y="63613"/>
                    <a:pt x="59210" y="63560"/>
                  </a:cubicBezTo>
                  <a:cubicBezTo>
                    <a:pt x="59178" y="63549"/>
                    <a:pt x="59144" y="63544"/>
                    <a:pt x="59111" y="63544"/>
                  </a:cubicBezTo>
                  <a:cubicBezTo>
                    <a:pt x="59041" y="63544"/>
                    <a:pt x="58971" y="63568"/>
                    <a:pt x="58916" y="63613"/>
                  </a:cubicBezTo>
                  <a:cubicBezTo>
                    <a:pt x="58836" y="63680"/>
                    <a:pt x="58803" y="63780"/>
                    <a:pt x="58816" y="63880"/>
                  </a:cubicBezTo>
                  <a:cubicBezTo>
                    <a:pt x="59423" y="68014"/>
                    <a:pt x="59296" y="71895"/>
                    <a:pt x="58443" y="75423"/>
                  </a:cubicBezTo>
                  <a:cubicBezTo>
                    <a:pt x="56922" y="81631"/>
                    <a:pt x="53121" y="86793"/>
                    <a:pt x="47440" y="90360"/>
                  </a:cubicBezTo>
                  <a:cubicBezTo>
                    <a:pt x="42625" y="93381"/>
                    <a:pt x="36604" y="95095"/>
                    <a:pt x="30875" y="95095"/>
                  </a:cubicBezTo>
                  <a:lnTo>
                    <a:pt x="30682" y="95095"/>
                  </a:lnTo>
                  <a:cubicBezTo>
                    <a:pt x="23767" y="95042"/>
                    <a:pt x="18845" y="94008"/>
                    <a:pt x="15411" y="91954"/>
                  </a:cubicBezTo>
                  <a:cubicBezTo>
                    <a:pt x="11977" y="89894"/>
                    <a:pt x="9603" y="86699"/>
                    <a:pt x="7702" y="81618"/>
                  </a:cubicBezTo>
                  <a:cubicBezTo>
                    <a:pt x="4128" y="72055"/>
                    <a:pt x="7642" y="65587"/>
                    <a:pt x="7682" y="65520"/>
                  </a:cubicBezTo>
                  <a:cubicBezTo>
                    <a:pt x="7749" y="65394"/>
                    <a:pt x="7722" y="65240"/>
                    <a:pt x="7609" y="65147"/>
                  </a:cubicBezTo>
                  <a:cubicBezTo>
                    <a:pt x="7556" y="65107"/>
                    <a:pt x="7496" y="65087"/>
                    <a:pt x="7429" y="65087"/>
                  </a:cubicBezTo>
                  <a:cubicBezTo>
                    <a:pt x="7349" y="65087"/>
                    <a:pt x="7282" y="65120"/>
                    <a:pt x="7229" y="65174"/>
                  </a:cubicBezTo>
                  <a:cubicBezTo>
                    <a:pt x="3808" y="68448"/>
                    <a:pt x="2908" y="73229"/>
                    <a:pt x="2681" y="76123"/>
                  </a:cubicBezTo>
                  <a:cubicBezTo>
                    <a:pt x="1174" y="67641"/>
                    <a:pt x="4195" y="62540"/>
                    <a:pt x="6882" y="57992"/>
                  </a:cubicBezTo>
                  <a:cubicBezTo>
                    <a:pt x="7236" y="57398"/>
                    <a:pt x="7569" y="56838"/>
                    <a:pt x="7882" y="56278"/>
                  </a:cubicBezTo>
                  <a:cubicBezTo>
                    <a:pt x="10537" y="51577"/>
                    <a:pt x="10163" y="48142"/>
                    <a:pt x="9636" y="43388"/>
                  </a:cubicBezTo>
                  <a:cubicBezTo>
                    <a:pt x="9563" y="42754"/>
                    <a:pt x="9483" y="42107"/>
                    <a:pt x="9416" y="41414"/>
                  </a:cubicBezTo>
                  <a:cubicBezTo>
                    <a:pt x="9330" y="40480"/>
                    <a:pt x="9149" y="39347"/>
                    <a:pt x="8949" y="38040"/>
                  </a:cubicBezTo>
                  <a:cubicBezTo>
                    <a:pt x="7936" y="31311"/>
                    <a:pt x="6229" y="20068"/>
                    <a:pt x="12277" y="13213"/>
                  </a:cubicBezTo>
                  <a:cubicBezTo>
                    <a:pt x="16636" y="8277"/>
                    <a:pt x="21655" y="7313"/>
                    <a:pt x="24910" y="7313"/>
                  </a:cubicBezTo>
                  <a:cubicBezTo>
                    <a:pt x="26884" y="7313"/>
                    <a:pt x="28210" y="7667"/>
                    <a:pt x="28348" y="7705"/>
                  </a:cubicBezTo>
                  <a:cubicBezTo>
                    <a:pt x="28375" y="7714"/>
                    <a:pt x="28403" y="7718"/>
                    <a:pt x="28431" y="7718"/>
                  </a:cubicBezTo>
                  <a:cubicBezTo>
                    <a:pt x="28510" y="7718"/>
                    <a:pt x="28587" y="7683"/>
                    <a:pt x="28641" y="7618"/>
                  </a:cubicBezTo>
                  <a:cubicBezTo>
                    <a:pt x="28708" y="7538"/>
                    <a:pt x="28735" y="7432"/>
                    <a:pt x="28701" y="7332"/>
                  </a:cubicBezTo>
                  <a:cubicBezTo>
                    <a:pt x="28175" y="5871"/>
                    <a:pt x="26988" y="4818"/>
                    <a:pt x="25954" y="3897"/>
                  </a:cubicBezTo>
                  <a:cubicBezTo>
                    <a:pt x="25134" y="3164"/>
                    <a:pt x="24347" y="2470"/>
                    <a:pt x="24120" y="1743"/>
                  </a:cubicBezTo>
                  <a:cubicBezTo>
                    <a:pt x="24033" y="1463"/>
                    <a:pt x="23847" y="1003"/>
                    <a:pt x="24320" y="703"/>
                  </a:cubicBezTo>
                  <a:cubicBezTo>
                    <a:pt x="24446" y="625"/>
                    <a:pt x="24610" y="583"/>
                    <a:pt x="24802" y="583"/>
                  </a:cubicBezTo>
                  <a:close/>
                  <a:moveTo>
                    <a:pt x="24797" y="1"/>
                  </a:moveTo>
                  <a:cubicBezTo>
                    <a:pt x="24490" y="1"/>
                    <a:pt x="24223" y="73"/>
                    <a:pt x="24013" y="203"/>
                  </a:cubicBezTo>
                  <a:cubicBezTo>
                    <a:pt x="23500" y="516"/>
                    <a:pt x="23333" y="1163"/>
                    <a:pt x="23567" y="1917"/>
                  </a:cubicBezTo>
                  <a:cubicBezTo>
                    <a:pt x="23847" y="2804"/>
                    <a:pt x="24707" y="3564"/>
                    <a:pt x="25567" y="4331"/>
                  </a:cubicBezTo>
                  <a:cubicBezTo>
                    <a:pt x="26427" y="5098"/>
                    <a:pt x="27381" y="5945"/>
                    <a:pt x="27935" y="7012"/>
                  </a:cubicBezTo>
                  <a:cubicBezTo>
                    <a:pt x="27336" y="6895"/>
                    <a:pt x="26306" y="6747"/>
                    <a:pt x="24999" y="6747"/>
                  </a:cubicBezTo>
                  <a:cubicBezTo>
                    <a:pt x="21605" y="6747"/>
                    <a:pt x="16333" y="7740"/>
                    <a:pt x="11837" y="12833"/>
                  </a:cubicBezTo>
                  <a:cubicBezTo>
                    <a:pt x="5609" y="19882"/>
                    <a:pt x="7342" y="31305"/>
                    <a:pt x="8376" y="38120"/>
                  </a:cubicBezTo>
                  <a:cubicBezTo>
                    <a:pt x="8576" y="39427"/>
                    <a:pt x="8756" y="40554"/>
                    <a:pt x="8843" y="41474"/>
                  </a:cubicBezTo>
                  <a:cubicBezTo>
                    <a:pt x="8909" y="42161"/>
                    <a:pt x="8983" y="42821"/>
                    <a:pt x="9056" y="43448"/>
                  </a:cubicBezTo>
                  <a:cubicBezTo>
                    <a:pt x="9590" y="48262"/>
                    <a:pt x="9943" y="51450"/>
                    <a:pt x="7376" y="55985"/>
                  </a:cubicBezTo>
                  <a:cubicBezTo>
                    <a:pt x="7062" y="56545"/>
                    <a:pt x="6735" y="57098"/>
                    <a:pt x="6389" y="57692"/>
                  </a:cubicBezTo>
                  <a:cubicBezTo>
                    <a:pt x="3541" y="62506"/>
                    <a:pt x="0" y="68488"/>
                    <a:pt x="2648" y="78677"/>
                  </a:cubicBezTo>
                  <a:cubicBezTo>
                    <a:pt x="2683" y="78832"/>
                    <a:pt x="2805" y="78902"/>
                    <a:pt x="2928" y="78902"/>
                  </a:cubicBezTo>
                  <a:cubicBezTo>
                    <a:pt x="3086" y="78902"/>
                    <a:pt x="3247" y="78786"/>
                    <a:pt x="3228" y="78584"/>
                  </a:cubicBezTo>
                  <a:cubicBezTo>
                    <a:pt x="3221" y="78510"/>
                    <a:pt x="2814" y="71595"/>
                    <a:pt x="6509" y="66827"/>
                  </a:cubicBezTo>
                  <a:lnTo>
                    <a:pt x="6509" y="66827"/>
                  </a:lnTo>
                  <a:cubicBezTo>
                    <a:pt x="5655" y="69381"/>
                    <a:pt x="4535" y="74796"/>
                    <a:pt x="7162" y="81825"/>
                  </a:cubicBezTo>
                  <a:cubicBezTo>
                    <a:pt x="10943" y="91961"/>
                    <a:pt x="17105" y="95588"/>
                    <a:pt x="30682" y="95682"/>
                  </a:cubicBezTo>
                  <a:lnTo>
                    <a:pt x="30875" y="95682"/>
                  </a:lnTo>
                  <a:cubicBezTo>
                    <a:pt x="36710" y="95682"/>
                    <a:pt x="42852" y="93928"/>
                    <a:pt x="47746" y="90854"/>
                  </a:cubicBezTo>
                  <a:cubicBezTo>
                    <a:pt x="53568" y="87199"/>
                    <a:pt x="57456" y="81918"/>
                    <a:pt x="59010" y="75563"/>
                  </a:cubicBezTo>
                  <a:cubicBezTo>
                    <a:pt x="59850" y="72122"/>
                    <a:pt x="60003" y="68348"/>
                    <a:pt x="59470" y="64347"/>
                  </a:cubicBezTo>
                  <a:lnTo>
                    <a:pt x="59470" y="64347"/>
                  </a:lnTo>
                  <a:cubicBezTo>
                    <a:pt x="60350" y="64860"/>
                    <a:pt x="62257" y="66287"/>
                    <a:pt x="63184" y="69328"/>
                  </a:cubicBezTo>
                  <a:cubicBezTo>
                    <a:pt x="63224" y="69455"/>
                    <a:pt x="63337" y="69535"/>
                    <a:pt x="63471" y="69541"/>
                  </a:cubicBezTo>
                  <a:cubicBezTo>
                    <a:pt x="63597" y="69535"/>
                    <a:pt x="63704" y="69455"/>
                    <a:pt x="63744" y="69328"/>
                  </a:cubicBezTo>
                  <a:cubicBezTo>
                    <a:pt x="63811" y="69108"/>
                    <a:pt x="65271" y="63727"/>
                    <a:pt x="61970" y="57011"/>
                  </a:cubicBezTo>
                  <a:cubicBezTo>
                    <a:pt x="58736" y="50423"/>
                    <a:pt x="58243" y="43621"/>
                    <a:pt x="57642" y="32178"/>
                  </a:cubicBezTo>
                  <a:cubicBezTo>
                    <a:pt x="57236" y="24316"/>
                    <a:pt x="56476" y="9699"/>
                    <a:pt x="41405" y="7185"/>
                  </a:cubicBezTo>
                  <a:cubicBezTo>
                    <a:pt x="39880" y="6937"/>
                    <a:pt x="38232" y="6811"/>
                    <a:pt x="36473" y="6811"/>
                  </a:cubicBezTo>
                  <a:cubicBezTo>
                    <a:pt x="34926" y="6811"/>
                    <a:pt x="33293" y="6908"/>
                    <a:pt x="31582" y="7105"/>
                  </a:cubicBezTo>
                  <a:cubicBezTo>
                    <a:pt x="31549" y="6711"/>
                    <a:pt x="31542" y="5931"/>
                    <a:pt x="32396" y="4964"/>
                  </a:cubicBezTo>
                  <a:cubicBezTo>
                    <a:pt x="33243" y="3997"/>
                    <a:pt x="33563" y="3244"/>
                    <a:pt x="33329" y="2730"/>
                  </a:cubicBezTo>
                  <a:cubicBezTo>
                    <a:pt x="33209" y="2484"/>
                    <a:pt x="32916" y="2184"/>
                    <a:pt x="32176" y="2184"/>
                  </a:cubicBezTo>
                  <a:cubicBezTo>
                    <a:pt x="31562" y="2184"/>
                    <a:pt x="30969" y="2484"/>
                    <a:pt x="30502" y="3037"/>
                  </a:cubicBezTo>
                  <a:cubicBezTo>
                    <a:pt x="30182" y="3404"/>
                    <a:pt x="29748" y="4111"/>
                    <a:pt x="29615" y="5304"/>
                  </a:cubicBezTo>
                  <a:cubicBezTo>
                    <a:pt x="29115" y="3971"/>
                    <a:pt x="28341" y="2284"/>
                    <a:pt x="27294" y="1263"/>
                  </a:cubicBezTo>
                  <a:cubicBezTo>
                    <a:pt x="26377" y="364"/>
                    <a:pt x="25485" y="1"/>
                    <a:pt x="2479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1911;p36"/>
            <p:cNvSpPr/>
            <p:nvPr/>
          </p:nvSpPr>
          <p:spPr>
            <a:xfrm>
              <a:off x="1128978" y="1282624"/>
              <a:ext cx="1642482" cy="2659779"/>
            </a:xfrm>
            <a:custGeom>
              <a:avLst/>
              <a:gdLst/>
              <a:ahLst/>
              <a:cxnLst/>
              <a:rect l="l" t="t" r="r" b="b"/>
              <a:pathLst>
                <a:path w="58723" h="95094" extrusionOk="0">
                  <a:moveTo>
                    <a:pt x="24797" y="0"/>
                  </a:moveTo>
                  <a:cubicBezTo>
                    <a:pt x="24005" y="0"/>
                    <a:pt x="23542" y="573"/>
                    <a:pt x="23847" y="1542"/>
                  </a:cubicBezTo>
                  <a:cubicBezTo>
                    <a:pt x="24400" y="3282"/>
                    <a:pt x="27508" y="4569"/>
                    <a:pt x="28428" y="7137"/>
                  </a:cubicBezTo>
                  <a:cubicBezTo>
                    <a:pt x="28342" y="7111"/>
                    <a:pt x="26935" y="6697"/>
                    <a:pt x="24817" y="6697"/>
                  </a:cubicBezTo>
                  <a:cubicBezTo>
                    <a:pt x="21522" y="6697"/>
                    <a:pt x="16505" y="7699"/>
                    <a:pt x="12064" y="12725"/>
                  </a:cubicBezTo>
                  <a:cubicBezTo>
                    <a:pt x="4768" y="20987"/>
                    <a:pt x="8536" y="35277"/>
                    <a:pt x="9129" y="41152"/>
                  </a:cubicBezTo>
                  <a:cubicBezTo>
                    <a:pt x="9723" y="47027"/>
                    <a:pt x="10577" y="50615"/>
                    <a:pt x="7629" y="55843"/>
                  </a:cubicBezTo>
                  <a:cubicBezTo>
                    <a:pt x="4675" y="61064"/>
                    <a:pt x="0" y="67026"/>
                    <a:pt x="2934" y="78302"/>
                  </a:cubicBezTo>
                  <a:cubicBezTo>
                    <a:pt x="2934" y="78302"/>
                    <a:pt x="2388" y="69927"/>
                    <a:pt x="7429" y="65085"/>
                  </a:cubicBezTo>
                  <a:lnTo>
                    <a:pt x="7429" y="65085"/>
                  </a:lnTo>
                  <a:cubicBezTo>
                    <a:pt x="7429" y="65086"/>
                    <a:pt x="3762" y="71601"/>
                    <a:pt x="7429" y="81423"/>
                  </a:cubicBezTo>
                  <a:cubicBezTo>
                    <a:pt x="11097" y="91239"/>
                    <a:pt x="16892" y="95000"/>
                    <a:pt x="30682" y="95093"/>
                  </a:cubicBezTo>
                  <a:cubicBezTo>
                    <a:pt x="30746" y="95094"/>
                    <a:pt x="30810" y="95094"/>
                    <a:pt x="30874" y="95094"/>
                  </a:cubicBezTo>
                  <a:cubicBezTo>
                    <a:pt x="41889" y="95094"/>
                    <a:pt x="55401" y="88826"/>
                    <a:pt x="58723" y="75201"/>
                  </a:cubicBezTo>
                  <a:cubicBezTo>
                    <a:pt x="54188" y="69900"/>
                    <a:pt x="50114" y="69947"/>
                    <a:pt x="47820" y="69246"/>
                  </a:cubicBezTo>
                  <a:cubicBezTo>
                    <a:pt x="45306" y="68460"/>
                    <a:pt x="47807" y="62698"/>
                    <a:pt x="40711" y="60164"/>
                  </a:cubicBezTo>
                  <a:cubicBezTo>
                    <a:pt x="36734" y="58744"/>
                    <a:pt x="29168" y="58291"/>
                    <a:pt x="22643" y="58291"/>
                  </a:cubicBezTo>
                  <a:cubicBezTo>
                    <a:pt x="17528" y="58291"/>
                    <a:pt x="13053" y="58569"/>
                    <a:pt x="11450" y="58877"/>
                  </a:cubicBezTo>
                  <a:cubicBezTo>
                    <a:pt x="11034" y="58957"/>
                    <a:pt x="10706" y="58996"/>
                    <a:pt x="10453" y="58996"/>
                  </a:cubicBezTo>
                  <a:cubicBezTo>
                    <a:pt x="8500" y="58996"/>
                    <a:pt x="11071" y="56689"/>
                    <a:pt x="12064" y="53536"/>
                  </a:cubicBezTo>
                  <a:cubicBezTo>
                    <a:pt x="13177" y="49981"/>
                    <a:pt x="10230" y="36651"/>
                    <a:pt x="9770" y="33017"/>
                  </a:cubicBezTo>
                  <a:cubicBezTo>
                    <a:pt x="9310" y="29383"/>
                    <a:pt x="8443" y="22614"/>
                    <a:pt x="13811" y="14445"/>
                  </a:cubicBezTo>
                  <a:cubicBezTo>
                    <a:pt x="17143" y="9375"/>
                    <a:pt x="20868" y="8520"/>
                    <a:pt x="24139" y="8520"/>
                  </a:cubicBezTo>
                  <a:cubicBezTo>
                    <a:pt x="25802" y="8520"/>
                    <a:pt x="27348" y="8741"/>
                    <a:pt x="28665" y="8741"/>
                  </a:cubicBezTo>
                  <a:cubicBezTo>
                    <a:pt x="28931" y="8741"/>
                    <a:pt x="29188" y="8732"/>
                    <a:pt x="29435" y="8710"/>
                  </a:cubicBezTo>
                  <a:cubicBezTo>
                    <a:pt x="33303" y="8370"/>
                    <a:pt x="41351" y="7183"/>
                    <a:pt x="41351" y="7183"/>
                  </a:cubicBezTo>
                  <a:cubicBezTo>
                    <a:pt x="39881" y="6938"/>
                    <a:pt x="38271" y="6809"/>
                    <a:pt x="36509" y="6809"/>
                  </a:cubicBezTo>
                  <a:cubicBezTo>
                    <a:pt x="34915" y="6809"/>
                    <a:pt x="33195" y="6915"/>
                    <a:pt x="31342" y="7137"/>
                  </a:cubicBezTo>
                  <a:cubicBezTo>
                    <a:pt x="31342" y="7137"/>
                    <a:pt x="30969" y="5850"/>
                    <a:pt x="32176" y="4476"/>
                  </a:cubicBezTo>
                  <a:cubicBezTo>
                    <a:pt x="33383" y="3102"/>
                    <a:pt x="33443" y="2182"/>
                    <a:pt x="32176" y="2182"/>
                  </a:cubicBezTo>
                  <a:cubicBezTo>
                    <a:pt x="30909" y="2182"/>
                    <a:pt x="29442" y="3742"/>
                    <a:pt x="29982" y="7130"/>
                  </a:cubicBezTo>
                  <a:cubicBezTo>
                    <a:pt x="29928" y="6877"/>
                    <a:pt x="28961" y="3009"/>
                    <a:pt x="27094" y="1175"/>
                  </a:cubicBezTo>
                  <a:cubicBezTo>
                    <a:pt x="26267" y="363"/>
                    <a:pt x="25428" y="0"/>
                    <a:pt x="24797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1912;p36"/>
            <p:cNvSpPr/>
            <p:nvPr/>
          </p:nvSpPr>
          <p:spPr>
            <a:xfrm>
              <a:off x="1366779" y="1871476"/>
              <a:ext cx="16642" cy="275141"/>
            </a:xfrm>
            <a:custGeom>
              <a:avLst/>
              <a:gdLst/>
              <a:ahLst/>
              <a:cxnLst/>
              <a:rect l="l" t="t" r="r" b="b"/>
              <a:pathLst>
                <a:path w="595" h="9837" extrusionOk="0">
                  <a:moveTo>
                    <a:pt x="361" y="1"/>
                  </a:moveTo>
                  <a:lnTo>
                    <a:pt x="361" y="1"/>
                  </a:lnTo>
                  <a:cubicBezTo>
                    <a:pt x="107" y="1634"/>
                    <a:pt x="1" y="3282"/>
                    <a:pt x="54" y="4929"/>
                  </a:cubicBezTo>
                  <a:cubicBezTo>
                    <a:pt x="81" y="6576"/>
                    <a:pt x="261" y="8223"/>
                    <a:pt x="594" y="9837"/>
                  </a:cubicBezTo>
                  <a:cubicBezTo>
                    <a:pt x="474" y="8196"/>
                    <a:pt x="387" y="6556"/>
                    <a:pt x="341" y="4922"/>
                  </a:cubicBezTo>
                  <a:cubicBezTo>
                    <a:pt x="301" y="3288"/>
                    <a:pt x="327" y="1648"/>
                    <a:pt x="3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1913;p36"/>
            <p:cNvSpPr/>
            <p:nvPr/>
          </p:nvSpPr>
          <p:spPr>
            <a:xfrm>
              <a:off x="1390666" y="1769833"/>
              <a:ext cx="20530" cy="65674"/>
            </a:xfrm>
            <a:custGeom>
              <a:avLst/>
              <a:gdLst/>
              <a:ahLst/>
              <a:cxnLst/>
              <a:rect l="l" t="t" r="r" b="b"/>
              <a:pathLst>
                <a:path w="734" h="2348" extrusionOk="0">
                  <a:moveTo>
                    <a:pt x="734" y="0"/>
                  </a:moveTo>
                  <a:lnTo>
                    <a:pt x="734" y="0"/>
                  </a:lnTo>
                  <a:cubicBezTo>
                    <a:pt x="467" y="327"/>
                    <a:pt x="274" y="701"/>
                    <a:pt x="154" y="1101"/>
                  </a:cubicBezTo>
                  <a:cubicBezTo>
                    <a:pt x="34" y="1507"/>
                    <a:pt x="0" y="1928"/>
                    <a:pt x="47" y="2348"/>
                  </a:cubicBezTo>
                  <a:cubicBezTo>
                    <a:pt x="200" y="1968"/>
                    <a:pt x="334" y="1581"/>
                    <a:pt x="440" y="1187"/>
                  </a:cubicBezTo>
                  <a:cubicBezTo>
                    <a:pt x="560" y="801"/>
                    <a:pt x="654" y="400"/>
                    <a:pt x="7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1914;p36"/>
            <p:cNvSpPr/>
            <p:nvPr/>
          </p:nvSpPr>
          <p:spPr>
            <a:xfrm>
              <a:off x="1433544" y="1525319"/>
              <a:ext cx="255198" cy="231116"/>
            </a:xfrm>
            <a:custGeom>
              <a:avLst/>
              <a:gdLst/>
              <a:ahLst/>
              <a:cxnLst/>
              <a:rect l="l" t="t" r="r" b="b"/>
              <a:pathLst>
                <a:path w="9124" h="8263" extrusionOk="0">
                  <a:moveTo>
                    <a:pt x="9123" y="0"/>
                  </a:moveTo>
                  <a:lnTo>
                    <a:pt x="9123" y="0"/>
                  </a:lnTo>
                  <a:cubicBezTo>
                    <a:pt x="7170" y="767"/>
                    <a:pt x="5242" y="1761"/>
                    <a:pt x="3615" y="3121"/>
                  </a:cubicBezTo>
                  <a:cubicBezTo>
                    <a:pt x="1988" y="4475"/>
                    <a:pt x="614" y="6228"/>
                    <a:pt x="1" y="8262"/>
                  </a:cubicBezTo>
                  <a:cubicBezTo>
                    <a:pt x="834" y="6322"/>
                    <a:pt x="2195" y="4681"/>
                    <a:pt x="3809" y="3341"/>
                  </a:cubicBezTo>
                  <a:cubicBezTo>
                    <a:pt x="5416" y="2001"/>
                    <a:pt x="7256" y="974"/>
                    <a:pt x="91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" name="Google Shape;1915;p36"/>
            <p:cNvSpPr/>
            <p:nvPr/>
          </p:nvSpPr>
          <p:spPr>
            <a:xfrm>
              <a:off x="1747843" y="1495391"/>
              <a:ext cx="191762" cy="30879"/>
            </a:xfrm>
            <a:custGeom>
              <a:avLst/>
              <a:gdLst/>
              <a:ahLst/>
              <a:cxnLst/>
              <a:rect l="l" t="t" r="r" b="b"/>
              <a:pathLst>
                <a:path w="6856" h="1104" extrusionOk="0">
                  <a:moveTo>
                    <a:pt x="4657" y="0"/>
                  </a:moveTo>
                  <a:cubicBezTo>
                    <a:pt x="4216" y="0"/>
                    <a:pt x="3775" y="19"/>
                    <a:pt x="3335" y="56"/>
                  </a:cubicBezTo>
                  <a:cubicBezTo>
                    <a:pt x="2741" y="83"/>
                    <a:pt x="2154" y="163"/>
                    <a:pt x="1581" y="303"/>
                  </a:cubicBezTo>
                  <a:cubicBezTo>
                    <a:pt x="1007" y="457"/>
                    <a:pt x="440" y="703"/>
                    <a:pt x="0" y="1103"/>
                  </a:cubicBezTo>
                  <a:cubicBezTo>
                    <a:pt x="1021" y="497"/>
                    <a:pt x="2201" y="437"/>
                    <a:pt x="3355" y="343"/>
                  </a:cubicBezTo>
                  <a:cubicBezTo>
                    <a:pt x="4515" y="256"/>
                    <a:pt x="5682" y="210"/>
                    <a:pt x="6855" y="156"/>
                  </a:cubicBezTo>
                  <a:cubicBezTo>
                    <a:pt x="6126" y="52"/>
                    <a:pt x="5392" y="0"/>
                    <a:pt x="465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0" name="Google Shape;1916;p36"/>
            <p:cNvSpPr/>
            <p:nvPr/>
          </p:nvSpPr>
          <p:spPr>
            <a:xfrm>
              <a:off x="1820005" y="1306566"/>
              <a:ext cx="69785" cy="71240"/>
            </a:xfrm>
            <a:custGeom>
              <a:avLst/>
              <a:gdLst/>
              <a:ahLst/>
              <a:cxnLst/>
              <a:rect l="l" t="t" r="r" b="b"/>
              <a:pathLst>
                <a:path w="2495" h="2547" extrusionOk="0">
                  <a:moveTo>
                    <a:pt x="306" y="0"/>
                  </a:moveTo>
                  <a:cubicBezTo>
                    <a:pt x="232" y="0"/>
                    <a:pt x="163" y="68"/>
                    <a:pt x="134" y="126"/>
                  </a:cubicBezTo>
                  <a:cubicBezTo>
                    <a:pt x="81" y="206"/>
                    <a:pt x="48" y="286"/>
                    <a:pt x="34" y="379"/>
                  </a:cubicBezTo>
                  <a:cubicBezTo>
                    <a:pt x="1" y="552"/>
                    <a:pt x="21" y="739"/>
                    <a:pt x="88" y="906"/>
                  </a:cubicBezTo>
                  <a:cubicBezTo>
                    <a:pt x="208" y="1226"/>
                    <a:pt x="421" y="1513"/>
                    <a:pt x="695" y="1726"/>
                  </a:cubicBezTo>
                  <a:cubicBezTo>
                    <a:pt x="1221" y="2146"/>
                    <a:pt x="1841" y="2453"/>
                    <a:pt x="2495" y="2546"/>
                  </a:cubicBezTo>
                  <a:cubicBezTo>
                    <a:pt x="1921" y="2253"/>
                    <a:pt x="1388" y="1899"/>
                    <a:pt x="888" y="1506"/>
                  </a:cubicBezTo>
                  <a:cubicBezTo>
                    <a:pt x="641" y="1319"/>
                    <a:pt x="441" y="1079"/>
                    <a:pt x="294" y="813"/>
                  </a:cubicBezTo>
                  <a:cubicBezTo>
                    <a:pt x="214" y="679"/>
                    <a:pt x="174" y="532"/>
                    <a:pt x="174" y="386"/>
                  </a:cubicBezTo>
                  <a:cubicBezTo>
                    <a:pt x="174" y="312"/>
                    <a:pt x="181" y="232"/>
                    <a:pt x="201" y="159"/>
                  </a:cubicBezTo>
                  <a:cubicBezTo>
                    <a:pt x="221" y="92"/>
                    <a:pt x="254" y="12"/>
                    <a:pt x="341" y="6"/>
                  </a:cubicBezTo>
                  <a:cubicBezTo>
                    <a:pt x="329" y="2"/>
                    <a:pt x="318" y="0"/>
                    <a:pt x="30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4" name="Google Shape;1917;p36"/>
            <p:cNvSpPr/>
            <p:nvPr/>
          </p:nvSpPr>
          <p:spPr>
            <a:xfrm>
              <a:off x="1983042" y="1367345"/>
              <a:ext cx="40109" cy="84497"/>
            </a:xfrm>
            <a:custGeom>
              <a:avLst/>
              <a:gdLst/>
              <a:ahLst/>
              <a:cxnLst/>
              <a:rect l="l" t="t" r="r" b="b"/>
              <a:pathLst>
                <a:path w="1434" h="3021" extrusionOk="0">
                  <a:moveTo>
                    <a:pt x="1233" y="0"/>
                  </a:moveTo>
                  <a:cubicBezTo>
                    <a:pt x="1141" y="0"/>
                    <a:pt x="1051" y="29"/>
                    <a:pt x="974" y="87"/>
                  </a:cubicBezTo>
                  <a:cubicBezTo>
                    <a:pt x="840" y="180"/>
                    <a:pt x="727" y="293"/>
                    <a:pt x="640" y="420"/>
                  </a:cubicBezTo>
                  <a:cubicBezTo>
                    <a:pt x="467" y="673"/>
                    <a:pt x="334" y="940"/>
                    <a:pt x="234" y="1227"/>
                  </a:cubicBezTo>
                  <a:cubicBezTo>
                    <a:pt x="20" y="1807"/>
                    <a:pt x="0" y="2434"/>
                    <a:pt x="167" y="3021"/>
                  </a:cubicBezTo>
                  <a:cubicBezTo>
                    <a:pt x="207" y="2441"/>
                    <a:pt x="327" y="1874"/>
                    <a:pt x="507" y="1320"/>
                  </a:cubicBezTo>
                  <a:cubicBezTo>
                    <a:pt x="594" y="1053"/>
                    <a:pt x="707" y="787"/>
                    <a:pt x="840" y="540"/>
                  </a:cubicBezTo>
                  <a:cubicBezTo>
                    <a:pt x="900" y="413"/>
                    <a:pt x="974" y="300"/>
                    <a:pt x="1067" y="200"/>
                  </a:cubicBezTo>
                  <a:cubicBezTo>
                    <a:pt x="1145" y="98"/>
                    <a:pt x="1266" y="45"/>
                    <a:pt x="1392" y="45"/>
                  </a:cubicBezTo>
                  <a:cubicBezTo>
                    <a:pt x="1406" y="45"/>
                    <a:pt x="1420" y="45"/>
                    <a:pt x="1434" y="47"/>
                  </a:cubicBezTo>
                  <a:cubicBezTo>
                    <a:pt x="1369" y="16"/>
                    <a:pt x="1301" y="0"/>
                    <a:pt x="123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5" name="Google Shape;1918;p36"/>
            <p:cNvSpPr/>
            <p:nvPr/>
          </p:nvSpPr>
          <p:spPr>
            <a:xfrm>
              <a:off x="1302448" y="2802933"/>
              <a:ext cx="99797" cy="208572"/>
            </a:xfrm>
            <a:custGeom>
              <a:avLst/>
              <a:gdLst/>
              <a:ahLst/>
              <a:cxnLst/>
              <a:rect l="l" t="t" r="r" b="b"/>
              <a:pathLst>
                <a:path w="3568" h="7457" extrusionOk="0">
                  <a:moveTo>
                    <a:pt x="3568" y="1"/>
                  </a:moveTo>
                  <a:lnTo>
                    <a:pt x="3568" y="1"/>
                  </a:lnTo>
                  <a:cubicBezTo>
                    <a:pt x="3054" y="1301"/>
                    <a:pt x="2207" y="2395"/>
                    <a:pt x="1440" y="3562"/>
                  </a:cubicBezTo>
                  <a:cubicBezTo>
                    <a:pt x="1054" y="4142"/>
                    <a:pt x="714" y="4762"/>
                    <a:pt x="433" y="5402"/>
                  </a:cubicBezTo>
                  <a:cubicBezTo>
                    <a:pt x="153" y="6049"/>
                    <a:pt x="7" y="6749"/>
                    <a:pt x="0" y="7456"/>
                  </a:cubicBezTo>
                  <a:cubicBezTo>
                    <a:pt x="220" y="6062"/>
                    <a:pt x="934" y="4869"/>
                    <a:pt x="1680" y="3715"/>
                  </a:cubicBezTo>
                  <a:cubicBezTo>
                    <a:pt x="2067" y="3135"/>
                    <a:pt x="2447" y="2562"/>
                    <a:pt x="2794" y="1941"/>
                  </a:cubicBezTo>
                  <a:cubicBezTo>
                    <a:pt x="3148" y="1335"/>
                    <a:pt x="3408" y="681"/>
                    <a:pt x="356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6" name="Google Shape;1919;p36"/>
            <p:cNvSpPr/>
            <p:nvPr/>
          </p:nvSpPr>
          <p:spPr>
            <a:xfrm>
              <a:off x="1418832" y="2634330"/>
              <a:ext cx="17369" cy="144018"/>
            </a:xfrm>
            <a:custGeom>
              <a:avLst/>
              <a:gdLst/>
              <a:ahLst/>
              <a:cxnLst/>
              <a:rect l="l" t="t" r="r" b="b"/>
              <a:pathLst>
                <a:path w="621" h="5149" extrusionOk="0">
                  <a:moveTo>
                    <a:pt x="407" y="1"/>
                  </a:moveTo>
                  <a:cubicBezTo>
                    <a:pt x="347" y="867"/>
                    <a:pt x="307" y="1728"/>
                    <a:pt x="247" y="2581"/>
                  </a:cubicBezTo>
                  <a:cubicBezTo>
                    <a:pt x="194" y="3428"/>
                    <a:pt x="80" y="4282"/>
                    <a:pt x="0" y="5149"/>
                  </a:cubicBezTo>
                  <a:cubicBezTo>
                    <a:pt x="294" y="4322"/>
                    <a:pt x="480" y="3468"/>
                    <a:pt x="540" y="2595"/>
                  </a:cubicBezTo>
                  <a:cubicBezTo>
                    <a:pt x="620" y="1728"/>
                    <a:pt x="574" y="854"/>
                    <a:pt x="40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7" name="Google Shape;1920;p36"/>
            <p:cNvSpPr/>
            <p:nvPr/>
          </p:nvSpPr>
          <p:spPr>
            <a:xfrm>
              <a:off x="2207418" y="2891150"/>
              <a:ext cx="23523" cy="76694"/>
            </a:xfrm>
            <a:custGeom>
              <a:avLst/>
              <a:gdLst/>
              <a:ahLst/>
              <a:cxnLst/>
              <a:rect l="l" t="t" r="r" b="b"/>
              <a:pathLst>
                <a:path w="841" h="2742" extrusionOk="0">
                  <a:moveTo>
                    <a:pt x="280" y="1"/>
                  </a:moveTo>
                  <a:cubicBezTo>
                    <a:pt x="87" y="474"/>
                    <a:pt x="0" y="988"/>
                    <a:pt x="20" y="1508"/>
                  </a:cubicBezTo>
                  <a:cubicBezTo>
                    <a:pt x="27" y="1775"/>
                    <a:pt x="87" y="2042"/>
                    <a:pt x="207" y="2282"/>
                  </a:cubicBezTo>
                  <a:cubicBezTo>
                    <a:pt x="320" y="2522"/>
                    <a:pt x="574" y="2742"/>
                    <a:pt x="841" y="2742"/>
                  </a:cubicBezTo>
                  <a:cubicBezTo>
                    <a:pt x="627" y="2622"/>
                    <a:pt x="474" y="2422"/>
                    <a:pt x="414" y="2188"/>
                  </a:cubicBezTo>
                  <a:cubicBezTo>
                    <a:pt x="347" y="1962"/>
                    <a:pt x="307" y="1728"/>
                    <a:pt x="307" y="1488"/>
                  </a:cubicBezTo>
                  <a:cubicBezTo>
                    <a:pt x="287" y="1008"/>
                    <a:pt x="307" y="508"/>
                    <a:pt x="2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" name="Google Shape;1921;p36"/>
            <p:cNvSpPr/>
            <p:nvPr/>
          </p:nvSpPr>
          <p:spPr>
            <a:xfrm>
              <a:off x="2250883" y="2779998"/>
              <a:ext cx="301433" cy="111572"/>
            </a:xfrm>
            <a:custGeom>
              <a:avLst/>
              <a:gdLst/>
              <a:ahLst/>
              <a:cxnLst/>
              <a:rect l="l" t="t" r="r" b="b"/>
              <a:pathLst>
                <a:path w="10777" h="3989" extrusionOk="0">
                  <a:moveTo>
                    <a:pt x="10776" y="1"/>
                  </a:moveTo>
                  <a:cubicBezTo>
                    <a:pt x="9189" y="1114"/>
                    <a:pt x="7462" y="2014"/>
                    <a:pt x="5642" y="2688"/>
                  </a:cubicBezTo>
                  <a:cubicBezTo>
                    <a:pt x="3828" y="3361"/>
                    <a:pt x="1927" y="3795"/>
                    <a:pt x="0" y="3988"/>
                  </a:cubicBezTo>
                  <a:cubicBezTo>
                    <a:pt x="36" y="3989"/>
                    <a:pt x="71" y="3989"/>
                    <a:pt x="107" y="3989"/>
                  </a:cubicBezTo>
                  <a:cubicBezTo>
                    <a:pt x="2031" y="3989"/>
                    <a:pt x="3941" y="3636"/>
                    <a:pt x="5742" y="2961"/>
                  </a:cubicBezTo>
                  <a:cubicBezTo>
                    <a:pt x="7582" y="2281"/>
                    <a:pt x="9309" y="1294"/>
                    <a:pt x="1077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9" name="Google Shape;1922;p36"/>
            <p:cNvSpPr/>
            <p:nvPr/>
          </p:nvSpPr>
          <p:spPr>
            <a:xfrm>
              <a:off x="2569629" y="2704283"/>
              <a:ext cx="44780" cy="54486"/>
            </a:xfrm>
            <a:custGeom>
              <a:avLst/>
              <a:gdLst/>
              <a:ahLst/>
              <a:cxnLst/>
              <a:rect l="l" t="t" r="r" b="b"/>
              <a:pathLst>
                <a:path w="1601" h="1948" extrusionOk="0">
                  <a:moveTo>
                    <a:pt x="1601" y="0"/>
                  </a:moveTo>
                  <a:cubicBezTo>
                    <a:pt x="921" y="514"/>
                    <a:pt x="367" y="1181"/>
                    <a:pt x="1" y="1947"/>
                  </a:cubicBezTo>
                  <a:cubicBezTo>
                    <a:pt x="341" y="1694"/>
                    <a:pt x="647" y="1394"/>
                    <a:pt x="907" y="1061"/>
                  </a:cubicBezTo>
                  <a:cubicBezTo>
                    <a:pt x="1187" y="740"/>
                    <a:pt x="1414" y="387"/>
                    <a:pt x="16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0" name="Google Shape;1923;p36"/>
            <p:cNvSpPr/>
            <p:nvPr/>
          </p:nvSpPr>
          <p:spPr>
            <a:xfrm>
              <a:off x="2299915" y="3009044"/>
              <a:ext cx="125557" cy="160240"/>
            </a:xfrm>
            <a:custGeom>
              <a:avLst/>
              <a:gdLst/>
              <a:ahLst/>
              <a:cxnLst/>
              <a:rect l="l" t="t" r="r" b="b"/>
              <a:pathLst>
                <a:path w="4489" h="5729" extrusionOk="0">
                  <a:moveTo>
                    <a:pt x="1" y="0"/>
                  </a:moveTo>
                  <a:cubicBezTo>
                    <a:pt x="968" y="821"/>
                    <a:pt x="1941" y="1621"/>
                    <a:pt x="2875" y="2461"/>
                  </a:cubicBezTo>
                  <a:cubicBezTo>
                    <a:pt x="3108" y="2661"/>
                    <a:pt x="3315" y="2881"/>
                    <a:pt x="3509" y="3128"/>
                  </a:cubicBezTo>
                  <a:cubicBezTo>
                    <a:pt x="3695" y="3368"/>
                    <a:pt x="3849" y="3635"/>
                    <a:pt x="3969" y="3921"/>
                  </a:cubicBezTo>
                  <a:cubicBezTo>
                    <a:pt x="4209" y="4488"/>
                    <a:pt x="4342" y="5108"/>
                    <a:pt x="4489" y="5729"/>
                  </a:cubicBezTo>
                  <a:cubicBezTo>
                    <a:pt x="4455" y="5095"/>
                    <a:pt x="4389" y="4455"/>
                    <a:pt x="4182" y="3835"/>
                  </a:cubicBezTo>
                  <a:cubicBezTo>
                    <a:pt x="4075" y="3521"/>
                    <a:pt x="3922" y="3228"/>
                    <a:pt x="3735" y="2961"/>
                  </a:cubicBezTo>
                  <a:cubicBezTo>
                    <a:pt x="3535" y="2701"/>
                    <a:pt x="3315" y="2461"/>
                    <a:pt x="3075" y="2241"/>
                  </a:cubicBezTo>
                  <a:cubicBezTo>
                    <a:pt x="2128" y="1394"/>
                    <a:pt x="1095" y="641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1" name="Google Shape;1924;p36"/>
            <p:cNvSpPr/>
            <p:nvPr/>
          </p:nvSpPr>
          <p:spPr>
            <a:xfrm>
              <a:off x="2378650" y="3041685"/>
              <a:ext cx="71631" cy="141221"/>
            </a:xfrm>
            <a:custGeom>
              <a:avLst/>
              <a:gdLst/>
              <a:ahLst/>
              <a:cxnLst/>
              <a:rect l="l" t="t" r="r" b="b"/>
              <a:pathLst>
                <a:path w="2561" h="5049" extrusionOk="0">
                  <a:moveTo>
                    <a:pt x="0" y="0"/>
                  </a:moveTo>
                  <a:lnTo>
                    <a:pt x="0" y="0"/>
                  </a:lnTo>
                  <a:cubicBezTo>
                    <a:pt x="807" y="561"/>
                    <a:pt x="1354" y="1374"/>
                    <a:pt x="1727" y="2261"/>
                  </a:cubicBezTo>
                  <a:cubicBezTo>
                    <a:pt x="2101" y="3141"/>
                    <a:pt x="2287" y="4102"/>
                    <a:pt x="2561" y="5048"/>
                  </a:cubicBezTo>
                  <a:cubicBezTo>
                    <a:pt x="2521" y="4068"/>
                    <a:pt x="2374" y="3075"/>
                    <a:pt x="1994" y="2141"/>
                  </a:cubicBezTo>
                  <a:cubicBezTo>
                    <a:pt x="1800" y="1674"/>
                    <a:pt x="1540" y="1247"/>
                    <a:pt x="1207" y="867"/>
                  </a:cubicBezTo>
                  <a:cubicBezTo>
                    <a:pt x="880" y="487"/>
                    <a:pt x="467" y="187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2" name="Google Shape;1925;p36"/>
            <p:cNvSpPr/>
            <p:nvPr/>
          </p:nvSpPr>
          <p:spPr>
            <a:xfrm>
              <a:off x="1404455" y="2011354"/>
              <a:ext cx="21677" cy="142535"/>
            </a:xfrm>
            <a:custGeom>
              <a:avLst/>
              <a:gdLst/>
              <a:ahLst/>
              <a:cxnLst/>
              <a:rect l="l" t="t" r="r" b="b"/>
              <a:pathLst>
                <a:path w="775" h="5096" extrusionOk="0">
                  <a:moveTo>
                    <a:pt x="374" y="1"/>
                  </a:moveTo>
                  <a:cubicBezTo>
                    <a:pt x="1" y="1701"/>
                    <a:pt x="141" y="3475"/>
                    <a:pt x="774" y="5096"/>
                  </a:cubicBezTo>
                  <a:cubicBezTo>
                    <a:pt x="661" y="4249"/>
                    <a:pt x="547" y="3415"/>
                    <a:pt x="481" y="2562"/>
                  </a:cubicBezTo>
                  <a:cubicBezTo>
                    <a:pt x="414" y="1715"/>
                    <a:pt x="394" y="868"/>
                    <a:pt x="37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" name="Google Shape;1926;p36"/>
            <p:cNvSpPr/>
            <p:nvPr/>
          </p:nvSpPr>
          <p:spPr>
            <a:xfrm>
              <a:off x="1435614" y="2067881"/>
              <a:ext cx="24446" cy="97755"/>
            </a:xfrm>
            <a:custGeom>
              <a:avLst/>
              <a:gdLst/>
              <a:ahLst/>
              <a:cxnLst/>
              <a:rect l="l" t="t" r="r" b="b"/>
              <a:pathLst>
                <a:path w="874" h="3495" extrusionOk="0">
                  <a:moveTo>
                    <a:pt x="114" y="1"/>
                  </a:moveTo>
                  <a:lnTo>
                    <a:pt x="114" y="1"/>
                  </a:lnTo>
                  <a:cubicBezTo>
                    <a:pt x="0" y="601"/>
                    <a:pt x="14" y="1221"/>
                    <a:pt x="147" y="1814"/>
                  </a:cubicBezTo>
                  <a:cubicBezTo>
                    <a:pt x="267" y="2421"/>
                    <a:pt x="514" y="2988"/>
                    <a:pt x="874" y="3495"/>
                  </a:cubicBezTo>
                  <a:cubicBezTo>
                    <a:pt x="714" y="2901"/>
                    <a:pt x="567" y="2334"/>
                    <a:pt x="434" y="1761"/>
                  </a:cubicBezTo>
                  <a:cubicBezTo>
                    <a:pt x="300" y="1181"/>
                    <a:pt x="214" y="601"/>
                    <a:pt x="11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4" name="Google Shape;1927;p36"/>
            <p:cNvSpPr/>
            <p:nvPr/>
          </p:nvSpPr>
          <p:spPr>
            <a:xfrm>
              <a:off x="1349802" y="2873445"/>
              <a:ext cx="66429" cy="103741"/>
            </a:xfrm>
            <a:custGeom>
              <a:avLst/>
              <a:gdLst/>
              <a:ahLst/>
              <a:cxnLst/>
              <a:rect l="l" t="t" r="r" b="b"/>
              <a:pathLst>
                <a:path w="2375" h="3709" extrusionOk="0">
                  <a:moveTo>
                    <a:pt x="2375" y="0"/>
                  </a:moveTo>
                  <a:lnTo>
                    <a:pt x="2375" y="0"/>
                  </a:lnTo>
                  <a:cubicBezTo>
                    <a:pt x="1655" y="301"/>
                    <a:pt x="1048" y="821"/>
                    <a:pt x="641" y="1488"/>
                  </a:cubicBezTo>
                  <a:cubicBezTo>
                    <a:pt x="234" y="2148"/>
                    <a:pt x="1" y="2941"/>
                    <a:pt x="67" y="3708"/>
                  </a:cubicBezTo>
                  <a:cubicBezTo>
                    <a:pt x="214" y="2975"/>
                    <a:pt x="494" y="2281"/>
                    <a:pt x="881" y="1648"/>
                  </a:cubicBezTo>
                  <a:cubicBezTo>
                    <a:pt x="1281" y="1014"/>
                    <a:pt x="1788" y="461"/>
                    <a:pt x="237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5" name="Google Shape;1928;p36"/>
            <p:cNvSpPr/>
            <p:nvPr/>
          </p:nvSpPr>
          <p:spPr>
            <a:xfrm>
              <a:off x="1404259" y="2898451"/>
              <a:ext cx="28026" cy="44976"/>
            </a:xfrm>
            <a:custGeom>
              <a:avLst/>
              <a:gdLst/>
              <a:ahLst/>
              <a:cxnLst/>
              <a:rect l="l" t="t" r="r" b="b"/>
              <a:pathLst>
                <a:path w="1002" h="1608" extrusionOk="0">
                  <a:moveTo>
                    <a:pt x="1001" y="0"/>
                  </a:moveTo>
                  <a:lnTo>
                    <a:pt x="1001" y="0"/>
                  </a:lnTo>
                  <a:cubicBezTo>
                    <a:pt x="361" y="247"/>
                    <a:pt x="1" y="934"/>
                    <a:pt x="161" y="1607"/>
                  </a:cubicBezTo>
                  <a:cubicBezTo>
                    <a:pt x="274" y="1320"/>
                    <a:pt x="394" y="1047"/>
                    <a:pt x="534" y="780"/>
                  </a:cubicBezTo>
                  <a:cubicBezTo>
                    <a:pt x="668" y="520"/>
                    <a:pt x="828" y="287"/>
                    <a:pt x="10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6" name="Google Shape;1929;p36"/>
            <p:cNvSpPr/>
            <p:nvPr/>
          </p:nvSpPr>
          <p:spPr>
            <a:xfrm>
              <a:off x="2716779" y="2683585"/>
              <a:ext cx="48920" cy="300118"/>
            </a:xfrm>
            <a:custGeom>
              <a:avLst/>
              <a:gdLst/>
              <a:ahLst/>
              <a:cxnLst/>
              <a:rect l="l" t="t" r="r" b="b"/>
              <a:pathLst>
                <a:path w="1749" h="10730" extrusionOk="0">
                  <a:moveTo>
                    <a:pt x="581" y="0"/>
                  </a:moveTo>
                  <a:lnTo>
                    <a:pt x="581" y="0"/>
                  </a:lnTo>
                  <a:cubicBezTo>
                    <a:pt x="188" y="1827"/>
                    <a:pt x="1" y="3688"/>
                    <a:pt x="21" y="5548"/>
                  </a:cubicBezTo>
                  <a:cubicBezTo>
                    <a:pt x="21" y="6475"/>
                    <a:pt x="108" y="7429"/>
                    <a:pt x="341" y="8336"/>
                  </a:cubicBezTo>
                  <a:cubicBezTo>
                    <a:pt x="574" y="9242"/>
                    <a:pt x="1035" y="10129"/>
                    <a:pt x="1748" y="10730"/>
                  </a:cubicBezTo>
                  <a:cubicBezTo>
                    <a:pt x="1115" y="10043"/>
                    <a:pt x="754" y="9176"/>
                    <a:pt x="554" y="8289"/>
                  </a:cubicBezTo>
                  <a:cubicBezTo>
                    <a:pt x="354" y="7395"/>
                    <a:pt x="314" y="6468"/>
                    <a:pt x="308" y="5555"/>
                  </a:cubicBezTo>
                  <a:cubicBezTo>
                    <a:pt x="301" y="3701"/>
                    <a:pt x="414" y="1854"/>
                    <a:pt x="58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7" name="Google Shape;1930;p36"/>
            <p:cNvSpPr/>
            <p:nvPr/>
          </p:nvSpPr>
          <p:spPr>
            <a:xfrm>
              <a:off x="1761828" y="1725249"/>
              <a:ext cx="63072" cy="86959"/>
            </a:xfrm>
            <a:custGeom>
              <a:avLst/>
              <a:gdLst/>
              <a:ahLst/>
              <a:cxnLst/>
              <a:rect l="l" t="t" r="r" b="b"/>
              <a:pathLst>
                <a:path w="2255" h="3109" extrusionOk="0">
                  <a:moveTo>
                    <a:pt x="2254" y="1"/>
                  </a:moveTo>
                  <a:lnTo>
                    <a:pt x="2254" y="1"/>
                  </a:lnTo>
                  <a:cubicBezTo>
                    <a:pt x="1694" y="347"/>
                    <a:pt x="1207" y="794"/>
                    <a:pt x="821" y="1328"/>
                  </a:cubicBezTo>
                  <a:cubicBezTo>
                    <a:pt x="427" y="1861"/>
                    <a:pt x="147" y="2461"/>
                    <a:pt x="0" y="3108"/>
                  </a:cubicBezTo>
                  <a:cubicBezTo>
                    <a:pt x="347" y="2555"/>
                    <a:pt x="681" y="2021"/>
                    <a:pt x="1054" y="1501"/>
                  </a:cubicBezTo>
                  <a:cubicBezTo>
                    <a:pt x="1434" y="988"/>
                    <a:pt x="1841" y="514"/>
                    <a:pt x="225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8" name="Google Shape;1931;p36"/>
            <p:cNvSpPr/>
            <p:nvPr/>
          </p:nvSpPr>
          <p:spPr>
            <a:xfrm>
              <a:off x="1989000" y="1686650"/>
              <a:ext cx="9929" cy="83770"/>
            </a:xfrm>
            <a:custGeom>
              <a:avLst/>
              <a:gdLst/>
              <a:ahLst/>
              <a:cxnLst/>
              <a:rect l="l" t="t" r="r" b="b"/>
              <a:pathLst>
                <a:path w="355" h="2995" extrusionOk="0">
                  <a:moveTo>
                    <a:pt x="354" y="0"/>
                  </a:moveTo>
                  <a:cubicBezTo>
                    <a:pt x="141" y="467"/>
                    <a:pt x="27" y="974"/>
                    <a:pt x="21" y="1487"/>
                  </a:cubicBezTo>
                  <a:cubicBezTo>
                    <a:pt x="1" y="2001"/>
                    <a:pt x="87" y="2514"/>
                    <a:pt x="281" y="2994"/>
                  </a:cubicBezTo>
                  <a:cubicBezTo>
                    <a:pt x="301" y="2474"/>
                    <a:pt x="301" y="1987"/>
                    <a:pt x="314" y="1494"/>
                  </a:cubicBezTo>
                  <a:cubicBezTo>
                    <a:pt x="321" y="1001"/>
                    <a:pt x="354" y="507"/>
                    <a:pt x="35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9" name="Google Shape;1932;p36"/>
            <p:cNvSpPr/>
            <p:nvPr/>
          </p:nvSpPr>
          <p:spPr>
            <a:xfrm>
              <a:off x="2264477" y="1666120"/>
              <a:ext cx="58038" cy="108775"/>
            </a:xfrm>
            <a:custGeom>
              <a:avLst/>
              <a:gdLst/>
              <a:ahLst/>
              <a:cxnLst/>
              <a:rect l="l" t="t" r="r" b="b"/>
              <a:pathLst>
                <a:path w="2075" h="3889" extrusionOk="0">
                  <a:moveTo>
                    <a:pt x="1" y="1"/>
                  </a:moveTo>
                  <a:lnTo>
                    <a:pt x="1" y="1"/>
                  </a:lnTo>
                  <a:cubicBezTo>
                    <a:pt x="274" y="267"/>
                    <a:pt x="448" y="574"/>
                    <a:pt x="588" y="908"/>
                  </a:cubicBezTo>
                  <a:cubicBezTo>
                    <a:pt x="734" y="1241"/>
                    <a:pt x="874" y="1594"/>
                    <a:pt x="1021" y="1928"/>
                  </a:cubicBezTo>
                  <a:cubicBezTo>
                    <a:pt x="1321" y="2601"/>
                    <a:pt x="1675" y="3262"/>
                    <a:pt x="2075" y="3888"/>
                  </a:cubicBezTo>
                  <a:cubicBezTo>
                    <a:pt x="1861" y="3175"/>
                    <a:pt x="1601" y="2481"/>
                    <a:pt x="1288" y="1808"/>
                  </a:cubicBezTo>
                  <a:cubicBezTo>
                    <a:pt x="1135" y="1468"/>
                    <a:pt x="981" y="1134"/>
                    <a:pt x="788" y="808"/>
                  </a:cubicBezTo>
                  <a:cubicBezTo>
                    <a:pt x="601" y="488"/>
                    <a:pt x="341" y="167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" name="Google Shape;1933;p36"/>
            <p:cNvSpPr/>
            <p:nvPr/>
          </p:nvSpPr>
          <p:spPr>
            <a:xfrm>
              <a:off x="2532709" y="1709949"/>
              <a:ext cx="112663" cy="121278"/>
            </a:xfrm>
            <a:custGeom>
              <a:avLst/>
              <a:gdLst/>
              <a:ahLst/>
              <a:cxnLst/>
              <a:rect l="l" t="t" r="r" b="b"/>
              <a:pathLst>
                <a:path w="4028" h="4336" extrusionOk="0">
                  <a:moveTo>
                    <a:pt x="0" y="1"/>
                  </a:moveTo>
                  <a:lnTo>
                    <a:pt x="0" y="1"/>
                  </a:lnTo>
                  <a:cubicBezTo>
                    <a:pt x="894" y="474"/>
                    <a:pt x="1694" y="1088"/>
                    <a:pt x="2387" y="1821"/>
                  </a:cubicBezTo>
                  <a:cubicBezTo>
                    <a:pt x="3061" y="2561"/>
                    <a:pt x="3614" y="3415"/>
                    <a:pt x="4028" y="4335"/>
                  </a:cubicBezTo>
                  <a:cubicBezTo>
                    <a:pt x="3828" y="3328"/>
                    <a:pt x="3301" y="2388"/>
                    <a:pt x="2594" y="1628"/>
                  </a:cubicBezTo>
                  <a:cubicBezTo>
                    <a:pt x="1887" y="868"/>
                    <a:pt x="987" y="274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" name="Google Shape;1934;p36"/>
            <p:cNvSpPr/>
            <p:nvPr/>
          </p:nvSpPr>
          <p:spPr>
            <a:xfrm>
              <a:off x="1438578" y="1575665"/>
              <a:ext cx="268624" cy="362603"/>
            </a:xfrm>
            <a:custGeom>
              <a:avLst/>
              <a:gdLst/>
              <a:ahLst/>
              <a:cxnLst/>
              <a:rect l="l" t="t" r="r" b="b"/>
              <a:pathLst>
                <a:path w="9604" h="12964" extrusionOk="0">
                  <a:moveTo>
                    <a:pt x="9604" y="1"/>
                  </a:moveTo>
                  <a:cubicBezTo>
                    <a:pt x="8310" y="501"/>
                    <a:pt x="7123" y="1268"/>
                    <a:pt x="6069" y="2181"/>
                  </a:cubicBezTo>
                  <a:cubicBezTo>
                    <a:pt x="5022" y="3115"/>
                    <a:pt x="4109" y="4175"/>
                    <a:pt x="3335" y="5342"/>
                  </a:cubicBezTo>
                  <a:cubicBezTo>
                    <a:pt x="1795" y="7676"/>
                    <a:pt x="775" y="10303"/>
                    <a:pt x="1" y="12964"/>
                  </a:cubicBezTo>
                  <a:cubicBezTo>
                    <a:pt x="995" y="10377"/>
                    <a:pt x="2062" y="7796"/>
                    <a:pt x="3575" y="5509"/>
                  </a:cubicBezTo>
                  <a:cubicBezTo>
                    <a:pt x="5096" y="3228"/>
                    <a:pt x="7103" y="1214"/>
                    <a:pt x="960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" name="Google Shape;1935;p36"/>
            <p:cNvSpPr/>
            <p:nvPr/>
          </p:nvSpPr>
          <p:spPr>
            <a:xfrm>
              <a:off x="1840731" y="1642821"/>
              <a:ext cx="67548" cy="61394"/>
            </a:xfrm>
            <a:custGeom>
              <a:avLst/>
              <a:gdLst/>
              <a:ahLst/>
              <a:cxnLst/>
              <a:rect l="l" t="t" r="r" b="b"/>
              <a:pathLst>
                <a:path w="2415" h="2195" extrusionOk="0">
                  <a:moveTo>
                    <a:pt x="2414" y="0"/>
                  </a:moveTo>
                  <a:lnTo>
                    <a:pt x="2414" y="0"/>
                  </a:lnTo>
                  <a:cubicBezTo>
                    <a:pt x="1901" y="214"/>
                    <a:pt x="1427" y="514"/>
                    <a:pt x="1020" y="894"/>
                  </a:cubicBezTo>
                  <a:cubicBezTo>
                    <a:pt x="607" y="1260"/>
                    <a:pt x="260" y="1701"/>
                    <a:pt x="0" y="2194"/>
                  </a:cubicBezTo>
                  <a:cubicBezTo>
                    <a:pt x="434" y="1834"/>
                    <a:pt x="827" y="1474"/>
                    <a:pt x="1221" y="1107"/>
                  </a:cubicBezTo>
                  <a:cubicBezTo>
                    <a:pt x="1614" y="740"/>
                    <a:pt x="2021" y="400"/>
                    <a:pt x="24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" name="Google Shape;1936;p36"/>
            <p:cNvSpPr/>
            <p:nvPr/>
          </p:nvSpPr>
          <p:spPr>
            <a:xfrm>
              <a:off x="2222158" y="1575302"/>
              <a:ext cx="45535" cy="61954"/>
            </a:xfrm>
            <a:custGeom>
              <a:avLst/>
              <a:gdLst/>
              <a:ahLst/>
              <a:cxnLst/>
              <a:rect l="l" t="t" r="r" b="b"/>
              <a:pathLst>
                <a:path w="1628" h="2215" extrusionOk="0">
                  <a:moveTo>
                    <a:pt x="0" y="0"/>
                  </a:moveTo>
                  <a:lnTo>
                    <a:pt x="0" y="0"/>
                  </a:lnTo>
                  <a:cubicBezTo>
                    <a:pt x="387" y="840"/>
                    <a:pt x="940" y="1594"/>
                    <a:pt x="1627" y="2214"/>
                  </a:cubicBezTo>
                  <a:cubicBezTo>
                    <a:pt x="1254" y="1367"/>
                    <a:pt x="700" y="607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" name="Google Shape;1937;p36"/>
            <p:cNvSpPr/>
            <p:nvPr/>
          </p:nvSpPr>
          <p:spPr>
            <a:xfrm>
              <a:off x="2016411" y="1492119"/>
              <a:ext cx="173134" cy="16418"/>
            </a:xfrm>
            <a:custGeom>
              <a:avLst/>
              <a:gdLst/>
              <a:ahLst/>
              <a:cxnLst/>
              <a:rect l="l" t="t" r="r" b="b"/>
              <a:pathLst>
                <a:path w="6190" h="587" extrusionOk="0">
                  <a:moveTo>
                    <a:pt x="4340" y="1"/>
                  </a:moveTo>
                  <a:cubicBezTo>
                    <a:pt x="3917" y="1"/>
                    <a:pt x="3495" y="18"/>
                    <a:pt x="3075" y="53"/>
                  </a:cubicBezTo>
                  <a:cubicBezTo>
                    <a:pt x="2035" y="127"/>
                    <a:pt x="1001" y="307"/>
                    <a:pt x="1" y="587"/>
                  </a:cubicBezTo>
                  <a:cubicBezTo>
                    <a:pt x="1041" y="520"/>
                    <a:pt x="2075" y="427"/>
                    <a:pt x="3102" y="347"/>
                  </a:cubicBezTo>
                  <a:cubicBezTo>
                    <a:pt x="4122" y="260"/>
                    <a:pt x="5149" y="207"/>
                    <a:pt x="6189" y="113"/>
                  </a:cubicBezTo>
                  <a:cubicBezTo>
                    <a:pt x="5575" y="38"/>
                    <a:pt x="4957" y="1"/>
                    <a:pt x="434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" name="Google Shape;1938;p36"/>
            <p:cNvSpPr/>
            <p:nvPr/>
          </p:nvSpPr>
          <p:spPr>
            <a:xfrm>
              <a:off x="1758108" y="1541878"/>
              <a:ext cx="119376" cy="23187"/>
            </a:xfrm>
            <a:custGeom>
              <a:avLst/>
              <a:gdLst/>
              <a:ahLst/>
              <a:cxnLst/>
              <a:rect l="l" t="t" r="r" b="b"/>
              <a:pathLst>
                <a:path w="4268" h="829" extrusionOk="0">
                  <a:moveTo>
                    <a:pt x="2900" y="0"/>
                  </a:moveTo>
                  <a:cubicBezTo>
                    <a:pt x="2621" y="0"/>
                    <a:pt x="2342" y="23"/>
                    <a:pt x="2067" y="68"/>
                  </a:cubicBezTo>
                  <a:cubicBezTo>
                    <a:pt x="1327" y="175"/>
                    <a:pt x="627" y="428"/>
                    <a:pt x="0" y="828"/>
                  </a:cubicBezTo>
                  <a:cubicBezTo>
                    <a:pt x="687" y="628"/>
                    <a:pt x="1394" y="468"/>
                    <a:pt x="2107" y="362"/>
                  </a:cubicBezTo>
                  <a:cubicBezTo>
                    <a:pt x="2821" y="255"/>
                    <a:pt x="3541" y="202"/>
                    <a:pt x="4268" y="182"/>
                  </a:cubicBezTo>
                  <a:cubicBezTo>
                    <a:pt x="3820" y="61"/>
                    <a:pt x="3359" y="0"/>
                    <a:pt x="29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" name="Google Shape;1939;p36"/>
            <p:cNvSpPr/>
            <p:nvPr/>
          </p:nvSpPr>
          <p:spPr>
            <a:xfrm>
              <a:off x="2329031" y="1539109"/>
              <a:ext cx="217495" cy="98874"/>
            </a:xfrm>
            <a:custGeom>
              <a:avLst/>
              <a:gdLst/>
              <a:ahLst/>
              <a:cxnLst/>
              <a:rect l="l" t="t" r="r" b="b"/>
              <a:pathLst>
                <a:path w="7776" h="3535" extrusionOk="0">
                  <a:moveTo>
                    <a:pt x="0" y="1"/>
                  </a:moveTo>
                  <a:lnTo>
                    <a:pt x="0" y="1"/>
                  </a:lnTo>
                  <a:cubicBezTo>
                    <a:pt x="1374" y="461"/>
                    <a:pt x="2748" y="861"/>
                    <a:pt x="4075" y="1394"/>
                  </a:cubicBezTo>
                  <a:cubicBezTo>
                    <a:pt x="5402" y="1928"/>
                    <a:pt x="6669" y="2608"/>
                    <a:pt x="7776" y="3535"/>
                  </a:cubicBezTo>
                  <a:cubicBezTo>
                    <a:pt x="6815" y="2434"/>
                    <a:pt x="5522" y="1668"/>
                    <a:pt x="4181" y="1127"/>
                  </a:cubicBezTo>
                  <a:cubicBezTo>
                    <a:pt x="2834" y="594"/>
                    <a:pt x="1427" y="22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" name="Google Shape;1940;p36"/>
            <p:cNvSpPr/>
            <p:nvPr/>
          </p:nvSpPr>
          <p:spPr>
            <a:xfrm>
              <a:off x="2360917" y="2950475"/>
              <a:ext cx="176463" cy="290608"/>
            </a:xfrm>
            <a:custGeom>
              <a:avLst/>
              <a:gdLst/>
              <a:ahLst/>
              <a:cxnLst/>
              <a:rect l="l" t="t" r="r" b="b"/>
              <a:pathLst>
                <a:path w="6309" h="10390" extrusionOk="0">
                  <a:moveTo>
                    <a:pt x="1" y="1"/>
                  </a:moveTo>
                  <a:cubicBezTo>
                    <a:pt x="521" y="101"/>
                    <a:pt x="934" y="427"/>
                    <a:pt x="1294" y="794"/>
                  </a:cubicBezTo>
                  <a:cubicBezTo>
                    <a:pt x="1654" y="1161"/>
                    <a:pt x="1941" y="1594"/>
                    <a:pt x="2254" y="2014"/>
                  </a:cubicBezTo>
                  <a:cubicBezTo>
                    <a:pt x="4048" y="4568"/>
                    <a:pt x="5415" y="7396"/>
                    <a:pt x="6309" y="10390"/>
                  </a:cubicBezTo>
                  <a:cubicBezTo>
                    <a:pt x="5902" y="8329"/>
                    <a:pt x="5182" y="6349"/>
                    <a:pt x="4162" y="4515"/>
                  </a:cubicBezTo>
                  <a:cubicBezTo>
                    <a:pt x="3648" y="3595"/>
                    <a:pt x="3068" y="2715"/>
                    <a:pt x="2434" y="1881"/>
                  </a:cubicBezTo>
                  <a:cubicBezTo>
                    <a:pt x="2101" y="1468"/>
                    <a:pt x="1774" y="1054"/>
                    <a:pt x="1394" y="694"/>
                  </a:cubicBezTo>
                  <a:cubicBezTo>
                    <a:pt x="1007" y="334"/>
                    <a:pt x="527" y="47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" name="Google Shape;1941;p36"/>
            <p:cNvSpPr/>
            <p:nvPr/>
          </p:nvSpPr>
          <p:spPr>
            <a:xfrm>
              <a:off x="2597040" y="2837084"/>
              <a:ext cx="132662" cy="428081"/>
            </a:xfrm>
            <a:custGeom>
              <a:avLst/>
              <a:gdLst/>
              <a:ahLst/>
              <a:cxnLst/>
              <a:rect l="l" t="t" r="r" b="b"/>
              <a:pathLst>
                <a:path w="4743" h="15305" extrusionOk="0">
                  <a:moveTo>
                    <a:pt x="288" y="0"/>
                  </a:moveTo>
                  <a:cubicBezTo>
                    <a:pt x="87" y="654"/>
                    <a:pt x="34" y="1341"/>
                    <a:pt x="54" y="2034"/>
                  </a:cubicBezTo>
                  <a:cubicBezTo>
                    <a:pt x="67" y="2721"/>
                    <a:pt x="141" y="3408"/>
                    <a:pt x="201" y="4081"/>
                  </a:cubicBezTo>
                  <a:cubicBezTo>
                    <a:pt x="328" y="5442"/>
                    <a:pt x="494" y="6809"/>
                    <a:pt x="808" y="8149"/>
                  </a:cubicBezTo>
                  <a:cubicBezTo>
                    <a:pt x="1108" y="9503"/>
                    <a:pt x="1621" y="10796"/>
                    <a:pt x="2328" y="11983"/>
                  </a:cubicBezTo>
                  <a:cubicBezTo>
                    <a:pt x="3028" y="13170"/>
                    <a:pt x="3875" y="14251"/>
                    <a:pt x="4742" y="15304"/>
                  </a:cubicBezTo>
                  <a:cubicBezTo>
                    <a:pt x="3969" y="14177"/>
                    <a:pt x="3182" y="13057"/>
                    <a:pt x="2521" y="11870"/>
                  </a:cubicBezTo>
                  <a:cubicBezTo>
                    <a:pt x="1868" y="10676"/>
                    <a:pt x="1388" y="9403"/>
                    <a:pt x="1094" y="8082"/>
                  </a:cubicBezTo>
                  <a:cubicBezTo>
                    <a:pt x="774" y="6769"/>
                    <a:pt x="574" y="5408"/>
                    <a:pt x="428" y="4055"/>
                  </a:cubicBezTo>
                  <a:cubicBezTo>
                    <a:pt x="281" y="2708"/>
                    <a:pt x="1" y="1347"/>
                    <a:pt x="2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" name="Google Shape;1942;p36"/>
            <p:cNvSpPr/>
            <p:nvPr/>
          </p:nvSpPr>
          <p:spPr>
            <a:xfrm>
              <a:off x="2593879" y="3130825"/>
              <a:ext cx="95322" cy="154842"/>
            </a:xfrm>
            <a:custGeom>
              <a:avLst/>
              <a:gdLst/>
              <a:ahLst/>
              <a:cxnLst/>
              <a:rect l="l" t="t" r="r" b="b"/>
              <a:pathLst>
                <a:path w="3408" h="5536" extrusionOk="0">
                  <a:moveTo>
                    <a:pt x="60" y="1"/>
                  </a:moveTo>
                  <a:lnTo>
                    <a:pt x="60" y="1"/>
                  </a:lnTo>
                  <a:cubicBezTo>
                    <a:pt x="0" y="1121"/>
                    <a:pt x="341" y="2275"/>
                    <a:pt x="934" y="3248"/>
                  </a:cubicBezTo>
                  <a:cubicBezTo>
                    <a:pt x="1527" y="4222"/>
                    <a:pt x="2381" y="5056"/>
                    <a:pt x="3408" y="5536"/>
                  </a:cubicBezTo>
                  <a:cubicBezTo>
                    <a:pt x="2514" y="4869"/>
                    <a:pt x="1754" y="4042"/>
                    <a:pt x="1174" y="3102"/>
                  </a:cubicBezTo>
                  <a:cubicBezTo>
                    <a:pt x="607" y="2148"/>
                    <a:pt x="227" y="1095"/>
                    <a:pt x="6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" name="Google Shape;1943;p36"/>
            <p:cNvSpPr/>
            <p:nvPr/>
          </p:nvSpPr>
          <p:spPr>
            <a:xfrm>
              <a:off x="2819933" y="2905527"/>
              <a:ext cx="65114" cy="177777"/>
            </a:xfrm>
            <a:custGeom>
              <a:avLst/>
              <a:gdLst/>
              <a:ahLst/>
              <a:cxnLst/>
              <a:rect l="l" t="t" r="r" b="b"/>
              <a:pathLst>
                <a:path w="2328" h="6356" extrusionOk="0">
                  <a:moveTo>
                    <a:pt x="1" y="0"/>
                  </a:moveTo>
                  <a:lnTo>
                    <a:pt x="1" y="0"/>
                  </a:lnTo>
                  <a:cubicBezTo>
                    <a:pt x="427" y="1054"/>
                    <a:pt x="847" y="2101"/>
                    <a:pt x="1234" y="3155"/>
                  </a:cubicBezTo>
                  <a:cubicBezTo>
                    <a:pt x="1628" y="4202"/>
                    <a:pt x="1968" y="5269"/>
                    <a:pt x="2328" y="6355"/>
                  </a:cubicBezTo>
                  <a:cubicBezTo>
                    <a:pt x="2188" y="5222"/>
                    <a:pt x="1914" y="4115"/>
                    <a:pt x="1514" y="3055"/>
                  </a:cubicBezTo>
                  <a:cubicBezTo>
                    <a:pt x="1128" y="1981"/>
                    <a:pt x="621" y="954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" name="Google Shape;1944;p36"/>
            <p:cNvSpPr/>
            <p:nvPr/>
          </p:nvSpPr>
          <p:spPr>
            <a:xfrm>
              <a:off x="2812101" y="2992989"/>
              <a:ext cx="23159" cy="67380"/>
            </a:xfrm>
            <a:custGeom>
              <a:avLst/>
              <a:gdLst/>
              <a:ahLst/>
              <a:cxnLst/>
              <a:rect l="l" t="t" r="r" b="b"/>
              <a:pathLst>
                <a:path w="828" h="2409" extrusionOk="0">
                  <a:moveTo>
                    <a:pt x="67" y="1"/>
                  </a:moveTo>
                  <a:cubicBezTo>
                    <a:pt x="1" y="434"/>
                    <a:pt x="41" y="875"/>
                    <a:pt x="174" y="1295"/>
                  </a:cubicBezTo>
                  <a:cubicBezTo>
                    <a:pt x="294" y="1715"/>
                    <a:pt x="521" y="2095"/>
                    <a:pt x="827" y="2408"/>
                  </a:cubicBezTo>
                  <a:cubicBezTo>
                    <a:pt x="707" y="1981"/>
                    <a:pt x="574" y="1608"/>
                    <a:pt x="447" y="1208"/>
                  </a:cubicBezTo>
                  <a:cubicBezTo>
                    <a:pt x="327" y="808"/>
                    <a:pt x="214" y="414"/>
                    <a:pt x="6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" name="Google Shape;1945;p36"/>
            <p:cNvSpPr/>
            <p:nvPr/>
          </p:nvSpPr>
          <p:spPr>
            <a:xfrm>
              <a:off x="791940" y="3380010"/>
              <a:ext cx="327920" cy="1097739"/>
            </a:xfrm>
            <a:custGeom>
              <a:avLst/>
              <a:gdLst/>
              <a:ahLst/>
              <a:cxnLst/>
              <a:rect l="l" t="t" r="r" b="b"/>
              <a:pathLst>
                <a:path w="11724" h="39247" extrusionOk="0">
                  <a:moveTo>
                    <a:pt x="7269" y="1"/>
                  </a:moveTo>
                  <a:lnTo>
                    <a:pt x="7269" y="1"/>
                  </a:lnTo>
                  <a:cubicBezTo>
                    <a:pt x="4682" y="648"/>
                    <a:pt x="2501" y="4375"/>
                    <a:pt x="1247" y="11351"/>
                  </a:cubicBezTo>
                  <a:cubicBezTo>
                    <a:pt x="0" y="18332"/>
                    <a:pt x="541" y="29189"/>
                    <a:pt x="3668" y="34277"/>
                  </a:cubicBezTo>
                  <a:cubicBezTo>
                    <a:pt x="6327" y="38606"/>
                    <a:pt x="9397" y="39247"/>
                    <a:pt x="10636" y="39247"/>
                  </a:cubicBezTo>
                  <a:cubicBezTo>
                    <a:pt x="10851" y="39247"/>
                    <a:pt x="11011" y="39227"/>
                    <a:pt x="11103" y="39205"/>
                  </a:cubicBezTo>
                  <a:cubicBezTo>
                    <a:pt x="11724" y="39045"/>
                    <a:pt x="6409" y="33630"/>
                    <a:pt x="5309" y="21873"/>
                  </a:cubicBezTo>
                  <a:cubicBezTo>
                    <a:pt x="4208" y="10110"/>
                    <a:pt x="7269" y="1"/>
                    <a:pt x="7269" y="1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3" name="Google Shape;1946;p36"/>
            <p:cNvSpPr/>
            <p:nvPr/>
          </p:nvSpPr>
          <p:spPr>
            <a:xfrm>
              <a:off x="782990" y="3371759"/>
              <a:ext cx="331081" cy="1113598"/>
            </a:xfrm>
            <a:custGeom>
              <a:avLst/>
              <a:gdLst/>
              <a:ahLst/>
              <a:cxnLst/>
              <a:rect l="l" t="t" r="r" b="b"/>
              <a:pathLst>
                <a:path w="11837" h="39814" extrusionOk="0">
                  <a:moveTo>
                    <a:pt x="7162" y="743"/>
                  </a:moveTo>
                  <a:lnTo>
                    <a:pt x="7162" y="743"/>
                  </a:lnTo>
                  <a:cubicBezTo>
                    <a:pt x="6562" y="2997"/>
                    <a:pt x="4395" y="12032"/>
                    <a:pt x="5342" y="22195"/>
                  </a:cubicBezTo>
                  <a:cubicBezTo>
                    <a:pt x="6162" y="30997"/>
                    <a:pt x="9303" y="36232"/>
                    <a:pt x="10643" y="38466"/>
                  </a:cubicBezTo>
                  <a:cubicBezTo>
                    <a:pt x="10823" y="38766"/>
                    <a:pt x="10997" y="39046"/>
                    <a:pt x="11097" y="39233"/>
                  </a:cubicBezTo>
                  <a:cubicBezTo>
                    <a:pt x="11059" y="39234"/>
                    <a:pt x="11018" y="39235"/>
                    <a:pt x="10972" y="39235"/>
                  </a:cubicBezTo>
                  <a:cubicBezTo>
                    <a:pt x="9929" y="39235"/>
                    <a:pt x="6926" y="38790"/>
                    <a:pt x="4235" y="34418"/>
                  </a:cubicBezTo>
                  <a:cubicBezTo>
                    <a:pt x="1828" y="30504"/>
                    <a:pt x="234" y="20708"/>
                    <a:pt x="1854" y="11699"/>
                  </a:cubicBezTo>
                  <a:cubicBezTo>
                    <a:pt x="2941" y="5604"/>
                    <a:pt x="4822" y="1756"/>
                    <a:pt x="7162" y="743"/>
                  </a:cubicBezTo>
                  <a:close/>
                  <a:moveTo>
                    <a:pt x="7591" y="0"/>
                  </a:moveTo>
                  <a:cubicBezTo>
                    <a:pt x="7568" y="0"/>
                    <a:pt x="7545" y="3"/>
                    <a:pt x="7522" y="9"/>
                  </a:cubicBezTo>
                  <a:cubicBezTo>
                    <a:pt x="5529" y="509"/>
                    <a:pt x="2834" y="2930"/>
                    <a:pt x="1274" y="11599"/>
                  </a:cubicBezTo>
                  <a:cubicBezTo>
                    <a:pt x="0" y="18714"/>
                    <a:pt x="574" y="29584"/>
                    <a:pt x="3741" y="34718"/>
                  </a:cubicBezTo>
                  <a:cubicBezTo>
                    <a:pt x="6569" y="39320"/>
                    <a:pt x="9763" y="39813"/>
                    <a:pt x="10977" y="39813"/>
                  </a:cubicBezTo>
                  <a:cubicBezTo>
                    <a:pt x="11150" y="39813"/>
                    <a:pt x="11323" y="39806"/>
                    <a:pt x="11497" y="39780"/>
                  </a:cubicBezTo>
                  <a:cubicBezTo>
                    <a:pt x="11603" y="39746"/>
                    <a:pt x="11690" y="39673"/>
                    <a:pt x="11737" y="39573"/>
                  </a:cubicBezTo>
                  <a:cubicBezTo>
                    <a:pt x="11837" y="39320"/>
                    <a:pt x="11677" y="39053"/>
                    <a:pt x="11143" y="38166"/>
                  </a:cubicBezTo>
                  <a:cubicBezTo>
                    <a:pt x="9823" y="35965"/>
                    <a:pt x="6729" y="30811"/>
                    <a:pt x="5922" y="22142"/>
                  </a:cubicBezTo>
                  <a:cubicBezTo>
                    <a:pt x="4842" y="10572"/>
                    <a:pt x="7836" y="476"/>
                    <a:pt x="7869" y="376"/>
                  </a:cubicBezTo>
                  <a:cubicBezTo>
                    <a:pt x="7896" y="276"/>
                    <a:pt x="7869" y="169"/>
                    <a:pt x="7796" y="96"/>
                  </a:cubicBezTo>
                  <a:cubicBezTo>
                    <a:pt x="7744" y="34"/>
                    <a:pt x="7669" y="0"/>
                    <a:pt x="759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" name="Google Shape;1947;p36"/>
            <p:cNvSpPr/>
            <p:nvPr/>
          </p:nvSpPr>
          <p:spPr>
            <a:xfrm>
              <a:off x="828693" y="2955397"/>
              <a:ext cx="1442357" cy="1707093"/>
            </a:xfrm>
            <a:custGeom>
              <a:avLst/>
              <a:gdLst/>
              <a:ahLst/>
              <a:cxnLst/>
              <a:rect l="l" t="t" r="r" b="b"/>
              <a:pathLst>
                <a:path w="51568" h="61033" extrusionOk="0">
                  <a:moveTo>
                    <a:pt x="28422" y="0"/>
                  </a:moveTo>
                  <a:cubicBezTo>
                    <a:pt x="23277" y="0"/>
                    <a:pt x="18984" y="1276"/>
                    <a:pt x="15444" y="3446"/>
                  </a:cubicBezTo>
                  <a:cubicBezTo>
                    <a:pt x="7969" y="8027"/>
                    <a:pt x="3895" y="16636"/>
                    <a:pt x="2367" y="25771"/>
                  </a:cubicBezTo>
                  <a:cubicBezTo>
                    <a:pt x="0" y="39875"/>
                    <a:pt x="2174" y="58780"/>
                    <a:pt x="21919" y="60774"/>
                  </a:cubicBezTo>
                  <a:cubicBezTo>
                    <a:pt x="23642" y="60947"/>
                    <a:pt x="25293" y="61033"/>
                    <a:pt x="26872" y="61033"/>
                  </a:cubicBezTo>
                  <a:cubicBezTo>
                    <a:pt x="33740" y="61033"/>
                    <a:pt x="39237" y="59413"/>
                    <a:pt x="43265" y="56333"/>
                  </a:cubicBezTo>
                  <a:cubicBezTo>
                    <a:pt x="44972" y="55039"/>
                    <a:pt x="46439" y="53452"/>
                    <a:pt x="47600" y="51652"/>
                  </a:cubicBezTo>
                  <a:cubicBezTo>
                    <a:pt x="50307" y="47457"/>
                    <a:pt x="51567" y="41949"/>
                    <a:pt x="51281" y="35287"/>
                  </a:cubicBezTo>
                  <a:cubicBezTo>
                    <a:pt x="50754" y="22637"/>
                    <a:pt x="49920" y="10981"/>
                    <a:pt x="43038" y="4746"/>
                  </a:cubicBezTo>
                  <a:cubicBezTo>
                    <a:pt x="42031" y="3839"/>
                    <a:pt x="40924" y="3059"/>
                    <a:pt x="39731" y="2425"/>
                  </a:cubicBezTo>
                  <a:cubicBezTo>
                    <a:pt x="37604" y="1312"/>
                    <a:pt x="35076" y="545"/>
                    <a:pt x="32062" y="198"/>
                  </a:cubicBezTo>
                  <a:cubicBezTo>
                    <a:pt x="31662" y="158"/>
                    <a:pt x="31262" y="118"/>
                    <a:pt x="30842" y="91"/>
                  </a:cubicBezTo>
                  <a:cubicBezTo>
                    <a:pt x="30015" y="30"/>
                    <a:pt x="29208" y="0"/>
                    <a:pt x="28422" y="0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" name="Google Shape;1948;p36"/>
            <p:cNvSpPr/>
            <p:nvPr/>
          </p:nvSpPr>
          <p:spPr>
            <a:xfrm>
              <a:off x="823826" y="2947286"/>
              <a:ext cx="1455251" cy="1723455"/>
            </a:xfrm>
            <a:custGeom>
              <a:avLst/>
              <a:gdLst/>
              <a:ahLst/>
              <a:cxnLst/>
              <a:rect l="l" t="t" r="r" b="b"/>
              <a:pathLst>
                <a:path w="52029" h="61618" extrusionOk="0">
                  <a:moveTo>
                    <a:pt x="28615" y="581"/>
                  </a:moveTo>
                  <a:cubicBezTo>
                    <a:pt x="29389" y="581"/>
                    <a:pt x="30189" y="608"/>
                    <a:pt x="30996" y="675"/>
                  </a:cubicBezTo>
                  <a:cubicBezTo>
                    <a:pt x="31403" y="701"/>
                    <a:pt x="31809" y="741"/>
                    <a:pt x="32189" y="781"/>
                  </a:cubicBezTo>
                  <a:lnTo>
                    <a:pt x="32209" y="781"/>
                  </a:lnTo>
                  <a:cubicBezTo>
                    <a:pt x="35084" y="1108"/>
                    <a:pt x="37624" y="1848"/>
                    <a:pt x="39758" y="2975"/>
                  </a:cubicBezTo>
                  <a:cubicBezTo>
                    <a:pt x="40938" y="3595"/>
                    <a:pt x="42032" y="4362"/>
                    <a:pt x="43019" y="5249"/>
                  </a:cubicBezTo>
                  <a:cubicBezTo>
                    <a:pt x="49634" y="11244"/>
                    <a:pt x="50594" y="22060"/>
                    <a:pt x="51168" y="35584"/>
                  </a:cubicBezTo>
                  <a:cubicBezTo>
                    <a:pt x="51448" y="42166"/>
                    <a:pt x="50221" y="47620"/>
                    <a:pt x="47527" y="51782"/>
                  </a:cubicBezTo>
                  <a:cubicBezTo>
                    <a:pt x="46387" y="53555"/>
                    <a:pt x="44939" y="55116"/>
                    <a:pt x="43259" y="56389"/>
                  </a:cubicBezTo>
                  <a:cubicBezTo>
                    <a:pt x="39225" y="59474"/>
                    <a:pt x="33795" y="61033"/>
                    <a:pt x="27090" y="61033"/>
                  </a:cubicBezTo>
                  <a:cubicBezTo>
                    <a:pt x="25504" y="61033"/>
                    <a:pt x="23847" y="60945"/>
                    <a:pt x="22120" y="60771"/>
                  </a:cubicBezTo>
                  <a:cubicBezTo>
                    <a:pt x="15585" y="60117"/>
                    <a:pt x="10544" y="57523"/>
                    <a:pt x="7143" y="53082"/>
                  </a:cubicBezTo>
                  <a:cubicBezTo>
                    <a:pt x="4969" y="50221"/>
                    <a:pt x="181" y="41879"/>
                    <a:pt x="2828" y="26108"/>
                  </a:cubicBezTo>
                  <a:cubicBezTo>
                    <a:pt x="4535" y="15912"/>
                    <a:pt x="9137" y="8063"/>
                    <a:pt x="15778" y="3982"/>
                  </a:cubicBezTo>
                  <a:cubicBezTo>
                    <a:pt x="19453" y="1728"/>
                    <a:pt x="23767" y="581"/>
                    <a:pt x="28615" y="581"/>
                  </a:cubicBezTo>
                  <a:close/>
                  <a:moveTo>
                    <a:pt x="28647" y="1"/>
                  </a:moveTo>
                  <a:cubicBezTo>
                    <a:pt x="23674" y="1"/>
                    <a:pt x="19250" y="1167"/>
                    <a:pt x="15472" y="3482"/>
                  </a:cubicBezTo>
                  <a:cubicBezTo>
                    <a:pt x="8683" y="7650"/>
                    <a:pt x="3982" y="15652"/>
                    <a:pt x="2248" y="26015"/>
                  </a:cubicBezTo>
                  <a:cubicBezTo>
                    <a:pt x="1354" y="31343"/>
                    <a:pt x="1" y="44680"/>
                    <a:pt x="6683" y="53429"/>
                  </a:cubicBezTo>
                  <a:cubicBezTo>
                    <a:pt x="10183" y="58017"/>
                    <a:pt x="15358" y="60677"/>
                    <a:pt x="22060" y="61351"/>
                  </a:cubicBezTo>
                  <a:cubicBezTo>
                    <a:pt x="23734" y="61524"/>
                    <a:pt x="25408" y="61618"/>
                    <a:pt x="27088" y="61618"/>
                  </a:cubicBezTo>
                  <a:cubicBezTo>
                    <a:pt x="33923" y="61618"/>
                    <a:pt x="39471" y="60024"/>
                    <a:pt x="43612" y="56850"/>
                  </a:cubicBezTo>
                  <a:cubicBezTo>
                    <a:pt x="45346" y="55529"/>
                    <a:pt x="46840" y="53922"/>
                    <a:pt x="48020" y="52088"/>
                  </a:cubicBezTo>
                  <a:cubicBezTo>
                    <a:pt x="50781" y="47821"/>
                    <a:pt x="52028" y="42259"/>
                    <a:pt x="51748" y="35551"/>
                  </a:cubicBezTo>
                  <a:cubicBezTo>
                    <a:pt x="51174" y="21894"/>
                    <a:pt x="50194" y="10951"/>
                    <a:pt x="43412" y="4809"/>
                  </a:cubicBezTo>
                  <a:cubicBezTo>
                    <a:pt x="42385" y="3889"/>
                    <a:pt x="41252" y="3095"/>
                    <a:pt x="40038" y="2449"/>
                  </a:cubicBezTo>
                  <a:cubicBezTo>
                    <a:pt x="37838" y="1288"/>
                    <a:pt x="35224" y="535"/>
                    <a:pt x="32289" y="201"/>
                  </a:cubicBezTo>
                  <a:lnTo>
                    <a:pt x="32243" y="201"/>
                  </a:lnTo>
                  <a:cubicBezTo>
                    <a:pt x="31849" y="155"/>
                    <a:pt x="31443" y="115"/>
                    <a:pt x="31042" y="88"/>
                  </a:cubicBezTo>
                  <a:cubicBezTo>
                    <a:pt x="30231" y="30"/>
                    <a:pt x="29432" y="1"/>
                    <a:pt x="2864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" name="Google Shape;1949;p36"/>
            <p:cNvSpPr/>
            <p:nvPr/>
          </p:nvSpPr>
          <p:spPr>
            <a:xfrm>
              <a:off x="828693" y="2948657"/>
              <a:ext cx="1493822" cy="1713834"/>
            </a:xfrm>
            <a:custGeom>
              <a:avLst/>
              <a:gdLst/>
              <a:ahLst/>
              <a:cxnLst/>
              <a:rect l="l" t="t" r="r" b="b"/>
              <a:pathLst>
                <a:path w="53408" h="61274" extrusionOk="0">
                  <a:moveTo>
                    <a:pt x="35139" y="0"/>
                  </a:moveTo>
                  <a:cubicBezTo>
                    <a:pt x="34082" y="0"/>
                    <a:pt x="33043" y="131"/>
                    <a:pt x="32062" y="446"/>
                  </a:cubicBezTo>
                  <a:cubicBezTo>
                    <a:pt x="31462" y="632"/>
                    <a:pt x="30895" y="892"/>
                    <a:pt x="30362" y="1219"/>
                  </a:cubicBezTo>
                  <a:cubicBezTo>
                    <a:pt x="26881" y="3353"/>
                    <a:pt x="25827" y="7848"/>
                    <a:pt x="23366" y="11095"/>
                  </a:cubicBezTo>
                  <a:cubicBezTo>
                    <a:pt x="22893" y="11722"/>
                    <a:pt x="22339" y="12315"/>
                    <a:pt x="21633" y="12636"/>
                  </a:cubicBezTo>
                  <a:cubicBezTo>
                    <a:pt x="20672" y="13076"/>
                    <a:pt x="19479" y="12989"/>
                    <a:pt x="18658" y="13629"/>
                  </a:cubicBezTo>
                  <a:cubicBezTo>
                    <a:pt x="17532" y="14503"/>
                    <a:pt x="17625" y="16203"/>
                    <a:pt x="17045" y="17504"/>
                  </a:cubicBezTo>
                  <a:cubicBezTo>
                    <a:pt x="16631" y="18417"/>
                    <a:pt x="15878" y="19131"/>
                    <a:pt x="15138" y="19817"/>
                  </a:cubicBezTo>
                  <a:cubicBezTo>
                    <a:pt x="13424" y="21425"/>
                    <a:pt x="11690" y="23038"/>
                    <a:pt x="9663" y="24232"/>
                  </a:cubicBezTo>
                  <a:cubicBezTo>
                    <a:pt x="9293" y="24459"/>
                    <a:pt x="8869" y="24674"/>
                    <a:pt x="8450" y="24674"/>
                  </a:cubicBezTo>
                  <a:cubicBezTo>
                    <a:pt x="8340" y="24674"/>
                    <a:pt x="8231" y="24659"/>
                    <a:pt x="8122" y="24625"/>
                  </a:cubicBezTo>
                  <a:cubicBezTo>
                    <a:pt x="7122" y="24325"/>
                    <a:pt x="7109" y="22918"/>
                    <a:pt x="7335" y="21898"/>
                  </a:cubicBezTo>
                  <a:cubicBezTo>
                    <a:pt x="8389" y="16977"/>
                    <a:pt x="9696" y="12035"/>
                    <a:pt x="12310" y="7741"/>
                  </a:cubicBezTo>
                  <a:cubicBezTo>
                    <a:pt x="13197" y="6274"/>
                    <a:pt x="14251" y="4914"/>
                    <a:pt x="15444" y="3687"/>
                  </a:cubicBezTo>
                  <a:lnTo>
                    <a:pt x="15444" y="3687"/>
                  </a:lnTo>
                  <a:cubicBezTo>
                    <a:pt x="7969" y="8268"/>
                    <a:pt x="3895" y="16877"/>
                    <a:pt x="2367" y="26012"/>
                  </a:cubicBezTo>
                  <a:cubicBezTo>
                    <a:pt x="0" y="40116"/>
                    <a:pt x="2174" y="59021"/>
                    <a:pt x="21919" y="61015"/>
                  </a:cubicBezTo>
                  <a:cubicBezTo>
                    <a:pt x="23639" y="61188"/>
                    <a:pt x="25287" y="61273"/>
                    <a:pt x="26863" y="61273"/>
                  </a:cubicBezTo>
                  <a:cubicBezTo>
                    <a:pt x="33735" y="61273"/>
                    <a:pt x="39235" y="59649"/>
                    <a:pt x="43265" y="56574"/>
                  </a:cubicBezTo>
                  <a:cubicBezTo>
                    <a:pt x="44559" y="55354"/>
                    <a:pt x="45786" y="54053"/>
                    <a:pt x="46933" y="52686"/>
                  </a:cubicBezTo>
                  <a:cubicBezTo>
                    <a:pt x="47153" y="52433"/>
                    <a:pt x="47380" y="52159"/>
                    <a:pt x="47600" y="51893"/>
                  </a:cubicBezTo>
                  <a:cubicBezTo>
                    <a:pt x="49887" y="49045"/>
                    <a:pt x="51874" y="45784"/>
                    <a:pt x="52621" y="42330"/>
                  </a:cubicBezTo>
                  <a:cubicBezTo>
                    <a:pt x="53374" y="38869"/>
                    <a:pt x="52954" y="35275"/>
                    <a:pt x="52901" y="31734"/>
                  </a:cubicBezTo>
                  <a:cubicBezTo>
                    <a:pt x="52808" y="26786"/>
                    <a:pt x="53408" y="21825"/>
                    <a:pt x="52914" y="16903"/>
                  </a:cubicBezTo>
                  <a:cubicBezTo>
                    <a:pt x="52421" y="11989"/>
                    <a:pt x="50634" y="6914"/>
                    <a:pt x="46733" y="3867"/>
                  </a:cubicBezTo>
                  <a:cubicBezTo>
                    <a:pt x="44812" y="2366"/>
                    <a:pt x="42498" y="1453"/>
                    <a:pt x="40151" y="786"/>
                  </a:cubicBezTo>
                  <a:cubicBezTo>
                    <a:pt x="38542" y="331"/>
                    <a:pt x="36818" y="0"/>
                    <a:pt x="35139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" name="Google Shape;1950;p36"/>
            <p:cNvSpPr/>
            <p:nvPr/>
          </p:nvSpPr>
          <p:spPr>
            <a:xfrm>
              <a:off x="896576" y="3639292"/>
              <a:ext cx="27075" cy="251618"/>
            </a:xfrm>
            <a:custGeom>
              <a:avLst/>
              <a:gdLst/>
              <a:ahLst/>
              <a:cxnLst/>
              <a:rect l="l" t="t" r="r" b="b"/>
              <a:pathLst>
                <a:path w="968" h="8996" extrusionOk="0">
                  <a:moveTo>
                    <a:pt x="967" y="0"/>
                  </a:moveTo>
                  <a:cubicBezTo>
                    <a:pt x="514" y="1447"/>
                    <a:pt x="234" y="2941"/>
                    <a:pt x="127" y="4461"/>
                  </a:cubicBezTo>
                  <a:cubicBezTo>
                    <a:pt x="0" y="5968"/>
                    <a:pt x="40" y="7489"/>
                    <a:pt x="261" y="8996"/>
                  </a:cubicBezTo>
                  <a:cubicBezTo>
                    <a:pt x="261" y="7475"/>
                    <a:pt x="294" y="5982"/>
                    <a:pt x="407" y="4481"/>
                  </a:cubicBezTo>
                  <a:cubicBezTo>
                    <a:pt x="527" y="2981"/>
                    <a:pt x="727" y="1500"/>
                    <a:pt x="9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" name="Google Shape;1951;p36"/>
            <p:cNvSpPr/>
            <p:nvPr/>
          </p:nvSpPr>
          <p:spPr>
            <a:xfrm>
              <a:off x="935734" y="3412651"/>
              <a:ext cx="48892" cy="177973"/>
            </a:xfrm>
            <a:custGeom>
              <a:avLst/>
              <a:gdLst/>
              <a:ahLst/>
              <a:cxnLst/>
              <a:rect l="l" t="t" r="r" b="b"/>
              <a:pathLst>
                <a:path w="1748" h="6363" extrusionOk="0">
                  <a:moveTo>
                    <a:pt x="1748" y="1"/>
                  </a:moveTo>
                  <a:cubicBezTo>
                    <a:pt x="1275" y="1001"/>
                    <a:pt x="881" y="2035"/>
                    <a:pt x="568" y="3102"/>
                  </a:cubicBezTo>
                  <a:cubicBezTo>
                    <a:pt x="254" y="4162"/>
                    <a:pt x="28" y="5249"/>
                    <a:pt x="1" y="6363"/>
                  </a:cubicBezTo>
                  <a:cubicBezTo>
                    <a:pt x="254" y="5282"/>
                    <a:pt x="548" y="4229"/>
                    <a:pt x="848" y="3175"/>
                  </a:cubicBezTo>
                  <a:cubicBezTo>
                    <a:pt x="1148" y="2121"/>
                    <a:pt x="1495" y="1081"/>
                    <a:pt x="174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" name="Google Shape;1952;p36"/>
            <p:cNvSpPr/>
            <p:nvPr/>
          </p:nvSpPr>
          <p:spPr>
            <a:xfrm>
              <a:off x="1019867" y="3126182"/>
              <a:ext cx="204433" cy="243619"/>
            </a:xfrm>
            <a:custGeom>
              <a:avLst/>
              <a:gdLst/>
              <a:ahLst/>
              <a:cxnLst/>
              <a:rect l="l" t="t" r="r" b="b"/>
              <a:pathLst>
                <a:path w="7309" h="8710" extrusionOk="0">
                  <a:moveTo>
                    <a:pt x="7309" y="0"/>
                  </a:moveTo>
                  <a:lnTo>
                    <a:pt x="7309" y="0"/>
                  </a:lnTo>
                  <a:cubicBezTo>
                    <a:pt x="5588" y="914"/>
                    <a:pt x="4061" y="2154"/>
                    <a:pt x="2821" y="3655"/>
                  </a:cubicBezTo>
                  <a:cubicBezTo>
                    <a:pt x="1567" y="5148"/>
                    <a:pt x="574" y="6869"/>
                    <a:pt x="0" y="8709"/>
                  </a:cubicBezTo>
                  <a:cubicBezTo>
                    <a:pt x="781" y="6955"/>
                    <a:pt x="1801" y="5315"/>
                    <a:pt x="3034" y="3841"/>
                  </a:cubicBezTo>
                  <a:cubicBezTo>
                    <a:pt x="4275" y="2368"/>
                    <a:pt x="5715" y="1074"/>
                    <a:pt x="730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" name="Google Shape;1953;p36"/>
            <p:cNvSpPr/>
            <p:nvPr/>
          </p:nvSpPr>
          <p:spPr>
            <a:xfrm>
              <a:off x="1117035" y="3343090"/>
              <a:ext cx="100748" cy="317487"/>
            </a:xfrm>
            <a:custGeom>
              <a:avLst/>
              <a:gdLst/>
              <a:ahLst/>
              <a:cxnLst/>
              <a:rect l="l" t="t" r="r" b="b"/>
              <a:pathLst>
                <a:path w="3602" h="11351" extrusionOk="0">
                  <a:moveTo>
                    <a:pt x="3602" y="1"/>
                  </a:moveTo>
                  <a:lnTo>
                    <a:pt x="3602" y="1"/>
                  </a:lnTo>
                  <a:cubicBezTo>
                    <a:pt x="2408" y="1621"/>
                    <a:pt x="1501" y="3462"/>
                    <a:pt x="907" y="5389"/>
                  </a:cubicBezTo>
                  <a:cubicBezTo>
                    <a:pt x="321" y="7316"/>
                    <a:pt x="1" y="9330"/>
                    <a:pt x="61" y="11350"/>
                  </a:cubicBezTo>
                  <a:cubicBezTo>
                    <a:pt x="221" y="9350"/>
                    <a:pt x="601" y="7383"/>
                    <a:pt x="1194" y="5469"/>
                  </a:cubicBezTo>
                  <a:cubicBezTo>
                    <a:pt x="1801" y="3568"/>
                    <a:pt x="2608" y="1734"/>
                    <a:pt x="360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" name="Google Shape;1954;p36"/>
            <p:cNvSpPr/>
            <p:nvPr/>
          </p:nvSpPr>
          <p:spPr>
            <a:xfrm>
              <a:off x="1162179" y="3388233"/>
              <a:ext cx="48136" cy="209300"/>
            </a:xfrm>
            <a:custGeom>
              <a:avLst/>
              <a:gdLst/>
              <a:ahLst/>
              <a:cxnLst/>
              <a:rect l="l" t="t" r="r" b="b"/>
              <a:pathLst>
                <a:path w="1721" h="7483" extrusionOk="0">
                  <a:moveTo>
                    <a:pt x="1721" y="0"/>
                  </a:moveTo>
                  <a:cubicBezTo>
                    <a:pt x="527" y="2301"/>
                    <a:pt x="0" y="4895"/>
                    <a:pt x="200" y="7482"/>
                  </a:cubicBezTo>
                  <a:cubicBezTo>
                    <a:pt x="387" y="4935"/>
                    <a:pt x="901" y="2414"/>
                    <a:pt x="172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" name="Google Shape;1955;p36"/>
            <p:cNvSpPr/>
            <p:nvPr/>
          </p:nvSpPr>
          <p:spPr>
            <a:xfrm>
              <a:off x="1214399" y="3374612"/>
              <a:ext cx="55996" cy="149807"/>
            </a:xfrm>
            <a:custGeom>
              <a:avLst/>
              <a:gdLst/>
              <a:ahLst/>
              <a:cxnLst/>
              <a:rect l="l" t="t" r="r" b="b"/>
              <a:pathLst>
                <a:path w="2002" h="5356" extrusionOk="0">
                  <a:moveTo>
                    <a:pt x="2001" y="1"/>
                  </a:moveTo>
                  <a:lnTo>
                    <a:pt x="2001" y="1"/>
                  </a:lnTo>
                  <a:cubicBezTo>
                    <a:pt x="641" y="1428"/>
                    <a:pt x="1" y="3395"/>
                    <a:pt x="254" y="5355"/>
                  </a:cubicBezTo>
                  <a:cubicBezTo>
                    <a:pt x="327" y="4408"/>
                    <a:pt x="514" y="3475"/>
                    <a:pt x="794" y="2568"/>
                  </a:cubicBezTo>
                  <a:cubicBezTo>
                    <a:pt x="1094" y="1668"/>
                    <a:pt x="1501" y="807"/>
                    <a:pt x="200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" name="Google Shape;1956;p36"/>
            <p:cNvSpPr/>
            <p:nvPr/>
          </p:nvSpPr>
          <p:spPr>
            <a:xfrm>
              <a:off x="1291065" y="3089430"/>
              <a:ext cx="302915" cy="204629"/>
            </a:xfrm>
            <a:custGeom>
              <a:avLst/>
              <a:gdLst/>
              <a:ahLst/>
              <a:cxnLst/>
              <a:rect l="l" t="t" r="r" b="b"/>
              <a:pathLst>
                <a:path w="10830" h="7316" extrusionOk="0">
                  <a:moveTo>
                    <a:pt x="10830" y="1"/>
                  </a:moveTo>
                  <a:cubicBezTo>
                    <a:pt x="8689" y="647"/>
                    <a:pt x="6642" y="1574"/>
                    <a:pt x="4748" y="2755"/>
                  </a:cubicBezTo>
                  <a:cubicBezTo>
                    <a:pt x="3801" y="3341"/>
                    <a:pt x="2894" y="3995"/>
                    <a:pt x="2027" y="4695"/>
                  </a:cubicBezTo>
                  <a:cubicBezTo>
                    <a:pt x="1587" y="5042"/>
                    <a:pt x="1187" y="5435"/>
                    <a:pt x="827" y="5862"/>
                  </a:cubicBezTo>
                  <a:cubicBezTo>
                    <a:pt x="454" y="6289"/>
                    <a:pt x="174" y="6782"/>
                    <a:pt x="0" y="7316"/>
                  </a:cubicBezTo>
                  <a:cubicBezTo>
                    <a:pt x="447" y="6282"/>
                    <a:pt x="1281" y="5535"/>
                    <a:pt x="2167" y="4868"/>
                  </a:cubicBezTo>
                  <a:cubicBezTo>
                    <a:pt x="3048" y="4202"/>
                    <a:pt x="3968" y="3581"/>
                    <a:pt x="4908" y="2995"/>
                  </a:cubicBezTo>
                  <a:cubicBezTo>
                    <a:pt x="6795" y="1834"/>
                    <a:pt x="8776" y="834"/>
                    <a:pt x="1083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" name="Google Shape;1957;p36"/>
            <p:cNvSpPr/>
            <p:nvPr/>
          </p:nvSpPr>
          <p:spPr>
            <a:xfrm>
              <a:off x="824385" y="3800064"/>
              <a:ext cx="19243" cy="206111"/>
            </a:xfrm>
            <a:custGeom>
              <a:avLst/>
              <a:gdLst/>
              <a:ahLst/>
              <a:cxnLst/>
              <a:rect l="l" t="t" r="r" b="b"/>
              <a:pathLst>
                <a:path w="688" h="7369" extrusionOk="0">
                  <a:moveTo>
                    <a:pt x="688" y="0"/>
                  </a:moveTo>
                  <a:lnTo>
                    <a:pt x="688" y="0"/>
                  </a:lnTo>
                  <a:cubicBezTo>
                    <a:pt x="54" y="2414"/>
                    <a:pt x="1" y="4935"/>
                    <a:pt x="528" y="7369"/>
                  </a:cubicBezTo>
                  <a:cubicBezTo>
                    <a:pt x="474" y="6135"/>
                    <a:pt x="448" y="4902"/>
                    <a:pt x="461" y="3675"/>
                  </a:cubicBezTo>
                  <a:cubicBezTo>
                    <a:pt x="481" y="2454"/>
                    <a:pt x="581" y="1234"/>
                    <a:pt x="6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" name="Google Shape;1958;p36"/>
            <p:cNvSpPr/>
            <p:nvPr/>
          </p:nvSpPr>
          <p:spPr>
            <a:xfrm>
              <a:off x="978584" y="2991870"/>
              <a:ext cx="1053910" cy="976684"/>
            </a:xfrm>
            <a:custGeom>
              <a:avLst/>
              <a:gdLst/>
              <a:ahLst/>
              <a:cxnLst/>
              <a:rect l="l" t="t" r="r" b="b"/>
              <a:pathLst>
                <a:path w="37680" h="34919" extrusionOk="0">
                  <a:moveTo>
                    <a:pt x="26166" y="0"/>
                  </a:moveTo>
                  <a:cubicBezTo>
                    <a:pt x="24242" y="0"/>
                    <a:pt x="22226" y="202"/>
                    <a:pt x="20201" y="714"/>
                  </a:cubicBezTo>
                  <a:cubicBezTo>
                    <a:pt x="10472" y="3182"/>
                    <a:pt x="6031" y="8296"/>
                    <a:pt x="3210" y="16359"/>
                  </a:cubicBezTo>
                  <a:cubicBezTo>
                    <a:pt x="13" y="25528"/>
                    <a:pt x="0" y="34918"/>
                    <a:pt x="1830" y="34918"/>
                  </a:cubicBezTo>
                  <a:cubicBezTo>
                    <a:pt x="1935" y="34918"/>
                    <a:pt x="2046" y="34887"/>
                    <a:pt x="2163" y="34824"/>
                  </a:cubicBezTo>
                  <a:cubicBezTo>
                    <a:pt x="3197" y="34257"/>
                    <a:pt x="2350" y="25961"/>
                    <a:pt x="5244" y="17219"/>
                  </a:cubicBezTo>
                  <a:cubicBezTo>
                    <a:pt x="8138" y="8477"/>
                    <a:pt x="14980" y="3369"/>
                    <a:pt x="23169" y="1888"/>
                  </a:cubicBezTo>
                  <a:cubicBezTo>
                    <a:pt x="25010" y="1556"/>
                    <a:pt x="26711" y="1411"/>
                    <a:pt x="28282" y="1411"/>
                  </a:cubicBezTo>
                  <a:cubicBezTo>
                    <a:pt x="32145" y="1411"/>
                    <a:pt x="35224" y="2290"/>
                    <a:pt x="37679" y="3442"/>
                  </a:cubicBezTo>
                  <a:cubicBezTo>
                    <a:pt x="36672" y="2535"/>
                    <a:pt x="35565" y="1755"/>
                    <a:pt x="34372" y="1121"/>
                  </a:cubicBezTo>
                  <a:cubicBezTo>
                    <a:pt x="32104" y="521"/>
                    <a:pt x="29254" y="0"/>
                    <a:pt x="261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" name="Google Shape;1959;p36"/>
            <p:cNvSpPr/>
            <p:nvPr/>
          </p:nvSpPr>
          <p:spPr>
            <a:xfrm>
              <a:off x="982360" y="2983927"/>
              <a:ext cx="1095641" cy="992795"/>
            </a:xfrm>
            <a:custGeom>
              <a:avLst/>
              <a:gdLst/>
              <a:ahLst/>
              <a:cxnLst/>
              <a:rect l="l" t="t" r="r" b="b"/>
              <a:pathLst>
                <a:path w="39172" h="35495" extrusionOk="0">
                  <a:moveTo>
                    <a:pt x="25873" y="584"/>
                  </a:moveTo>
                  <a:cubicBezTo>
                    <a:pt x="25927" y="584"/>
                    <a:pt x="25981" y="585"/>
                    <a:pt x="26035" y="585"/>
                  </a:cubicBezTo>
                  <a:cubicBezTo>
                    <a:pt x="29135" y="585"/>
                    <a:pt x="31970" y="1105"/>
                    <a:pt x="34123" y="1685"/>
                  </a:cubicBezTo>
                  <a:cubicBezTo>
                    <a:pt x="34690" y="1979"/>
                    <a:pt x="35244" y="2319"/>
                    <a:pt x="35771" y="2686"/>
                  </a:cubicBezTo>
                  <a:cubicBezTo>
                    <a:pt x="33372" y="1836"/>
                    <a:pt x="30809" y="1412"/>
                    <a:pt x="28098" y="1412"/>
                  </a:cubicBezTo>
                  <a:cubicBezTo>
                    <a:pt x="26446" y="1412"/>
                    <a:pt x="24738" y="1570"/>
                    <a:pt x="22980" y="1885"/>
                  </a:cubicBezTo>
                  <a:cubicBezTo>
                    <a:pt x="14185" y="3472"/>
                    <a:pt x="7570" y="9134"/>
                    <a:pt x="4836" y="17409"/>
                  </a:cubicBezTo>
                  <a:cubicBezTo>
                    <a:pt x="3082" y="22698"/>
                    <a:pt x="2695" y="27786"/>
                    <a:pt x="2435" y="31166"/>
                  </a:cubicBezTo>
                  <a:cubicBezTo>
                    <a:pt x="2302" y="32894"/>
                    <a:pt x="2082" y="34741"/>
                    <a:pt x="1895" y="34847"/>
                  </a:cubicBezTo>
                  <a:cubicBezTo>
                    <a:pt x="1815" y="34891"/>
                    <a:pt x="1751" y="34908"/>
                    <a:pt x="1696" y="34908"/>
                  </a:cubicBezTo>
                  <a:cubicBezTo>
                    <a:pt x="1617" y="34908"/>
                    <a:pt x="1559" y="34873"/>
                    <a:pt x="1508" y="34834"/>
                  </a:cubicBezTo>
                  <a:cubicBezTo>
                    <a:pt x="981" y="34381"/>
                    <a:pt x="561" y="32400"/>
                    <a:pt x="835" y="28599"/>
                  </a:cubicBezTo>
                  <a:cubicBezTo>
                    <a:pt x="1108" y="24798"/>
                    <a:pt x="2008" y="20590"/>
                    <a:pt x="3349" y="16736"/>
                  </a:cubicBezTo>
                  <a:cubicBezTo>
                    <a:pt x="6403" y="8007"/>
                    <a:pt x="11264" y="3532"/>
                    <a:pt x="20140" y="1285"/>
                  </a:cubicBezTo>
                  <a:cubicBezTo>
                    <a:pt x="22015" y="818"/>
                    <a:pt x="23940" y="584"/>
                    <a:pt x="25873" y="584"/>
                  </a:cubicBezTo>
                  <a:close/>
                  <a:moveTo>
                    <a:pt x="26042" y="0"/>
                  </a:moveTo>
                  <a:cubicBezTo>
                    <a:pt x="24101" y="0"/>
                    <a:pt x="22054" y="204"/>
                    <a:pt x="20000" y="725"/>
                  </a:cubicBezTo>
                  <a:cubicBezTo>
                    <a:pt x="10904" y="3026"/>
                    <a:pt x="5929" y="7607"/>
                    <a:pt x="2802" y="16543"/>
                  </a:cubicBezTo>
                  <a:cubicBezTo>
                    <a:pt x="1441" y="20444"/>
                    <a:pt x="534" y="24705"/>
                    <a:pt x="261" y="28559"/>
                  </a:cubicBezTo>
                  <a:cubicBezTo>
                    <a:pt x="1" y="32080"/>
                    <a:pt x="328" y="34594"/>
                    <a:pt x="1135" y="35274"/>
                  </a:cubicBezTo>
                  <a:cubicBezTo>
                    <a:pt x="1288" y="35414"/>
                    <a:pt x="1488" y="35488"/>
                    <a:pt x="1695" y="35494"/>
                  </a:cubicBezTo>
                  <a:cubicBezTo>
                    <a:pt x="1861" y="35488"/>
                    <a:pt x="2021" y="35441"/>
                    <a:pt x="2168" y="35361"/>
                  </a:cubicBezTo>
                  <a:cubicBezTo>
                    <a:pt x="2688" y="35074"/>
                    <a:pt x="2802" y="33947"/>
                    <a:pt x="3008" y="31206"/>
                  </a:cubicBezTo>
                  <a:cubicBezTo>
                    <a:pt x="3268" y="27866"/>
                    <a:pt x="3662" y="22804"/>
                    <a:pt x="5382" y="17596"/>
                  </a:cubicBezTo>
                  <a:cubicBezTo>
                    <a:pt x="8050" y="9527"/>
                    <a:pt x="14505" y="4006"/>
                    <a:pt x="23080" y="2459"/>
                  </a:cubicBezTo>
                  <a:cubicBezTo>
                    <a:pt x="24845" y="2141"/>
                    <a:pt x="26536" y="1982"/>
                    <a:pt x="28164" y="1982"/>
                  </a:cubicBezTo>
                  <a:cubicBezTo>
                    <a:pt x="31493" y="1982"/>
                    <a:pt x="34553" y="2649"/>
                    <a:pt x="37424" y="3993"/>
                  </a:cubicBezTo>
                  <a:lnTo>
                    <a:pt x="39171" y="4806"/>
                  </a:lnTo>
                  <a:lnTo>
                    <a:pt x="37744" y="3506"/>
                  </a:lnTo>
                  <a:cubicBezTo>
                    <a:pt x="36717" y="2586"/>
                    <a:pt x="35584" y="1792"/>
                    <a:pt x="34370" y="1152"/>
                  </a:cubicBezTo>
                  <a:lnTo>
                    <a:pt x="34310" y="1132"/>
                  </a:lnTo>
                  <a:cubicBezTo>
                    <a:pt x="32113" y="544"/>
                    <a:pt x="29217" y="0"/>
                    <a:pt x="2604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7" name="Google Shape;1960;p36"/>
            <p:cNvSpPr/>
            <p:nvPr/>
          </p:nvSpPr>
          <p:spPr>
            <a:xfrm>
              <a:off x="989660" y="3900448"/>
              <a:ext cx="74065" cy="16334"/>
            </a:xfrm>
            <a:custGeom>
              <a:avLst/>
              <a:gdLst/>
              <a:ahLst/>
              <a:cxnLst/>
              <a:rect l="l" t="t" r="r" b="b"/>
              <a:pathLst>
                <a:path w="2648" h="584" extrusionOk="0">
                  <a:moveTo>
                    <a:pt x="287" y="1"/>
                  </a:moveTo>
                  <a:cubicBezTo>
                    <a:pt x="130" y="1"/>
                    <a:pt x="0" y="130"/>
                    <a:pt x="0" y="292"/>
                  </a:cubicBezTo>
                  <a:cubicBezTo>
                    <a:pt x="0" y="454"/>
                    <a:pt x="130" y="584"/>
                    <a:pt x="287" y="584"/>
                  </a:cubicBezTo>
                  <a:cubicBezTo>
                    <a:pt x="304" y="584"/>
                    <a:pt x="322" y="582"/>
                    <a:pt x="340" y="579"/>
                  </a:cubicBezTo>
                  <a:lnTo>
                    <a:pt x="2307" y="579"/>
                  </a:lnTo>
                  <a:cubicBezTo>
                    <a:pt x="2325" y="582"/>
                    <a:pt x="2342" y="584"/>
                    <a:pt x="2359" y="584"/>
                  </a:cubicBezTo>
                  <a:cubicBezTo>
                    <a:pt x="2512" y="584"/>
                    <a:pt x="2647" y="454"/>
                    <a:pt x="2647" y="292"/>
                  </a:cubicBezTo>
                  <a:cubicBezTo>
                    <a:pt x="2647" y="130"/>
                    <a:pt x="2512" y="1"/>
                    <a:pt x="2359" y="1"/>
                  </a:cubicBezTo>
                  <a:cubicBezTo>
                    <a:pt x="2342" y="1"/>
                    <a:pt x="2325" y="2"/>
                    <a:pt x="2307" y="6"/>
                  </a:cubicBezTo>
                  <a:lnTo>
                    <a:pt x="340" y="6"/>
                  </a:lnTo>
                  <a:cubicBezTo>
                    <a:pt x="322" y="2"/>
                    <a:pt x="304" y="1"/>
                    <a:pt x="28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" name="Google Shape;1961;p36"/>
            <p:cNvSpPr/>
            <p:nvPr/>
          </p:nvSpPr>
          <p:spPr>
            <a:xfrm>
              <a:off x="990024" y="3809937"/>
              <a:ext cx="81644" cy="31942"/>
            </a:xfrm>
            <a:custGeom>
              <a:avLst/>
              <a:gdLst/>
              <a:ahLst/>
              <a:cxnLst/>
              <a:rect l="l" t="t" r="r" b="b"/>
              <a:pathLst>
                <a:path w="2919" h="1142" extrusionOk="0">
                  <a:moveTo>
                    <a:pt x="329" y="1"/>
                  </a:moveTo>
                  <a:cubicBezTo>
                    <a:pt x="194" y="1"/>
                    <a:pt x="75" y="88"/>
                    <a:pt x="40" y="221"/>
                  </a:cubicBezTo>
                  <a:cubicBezTo>
                    <a:pt x="0" y="381"/>
                    <a:pt x="94" y="534"/>
                    <a:pt x="247" y="574"/>
                  </a:cubicBezTo>
                  <a:lnTo>
                    <a:pt x="2441" y="1134"/>
                  </a:lnTo>
                  <a:lnTo>
                    <a:pt x="2508" y="1134"/>
                  </a:lnTo>
                  <a:lnTo>
                    <a:pt x="2508" y="1141"/>
                  </a:lnTo>
                  <a:cubicBezTo>
                    <a:pt x="2510" y="1141"/>
                    <a:pt x="2512" y="1141"/>
                    <a:pt x="2515" y="1141"/>
                  </a:cubicBezTo>
                  <a:cubicBezTo>
                    <a:pt x="2862" y="1141"/>
                    <a:pt x="2919" y="647"/>
                    <a:pt x="2581" y="568"/>
                  </a:cubicBezTo>
                  <a:lnTo>
                    <a:pt x="394" y="7"/>
                  </a:lnTo>
                  <a:cubicBezTo>
                    <a:pt x="372" y="3"/>
                    <a:pt x="350" y="1"/>
                    <a:pt x="32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" name="Google Shape;1962;p36"/>
            <p:cNvSpPr/>
            <p:nvPr/>
          </p:nvSpPr>
          <p:spPr>
            <a:xfrm>
              <a:off x="992457" y="3740935"/>
              <a:ext cx="83574" cy="17565"/>
            </a:xfrm>
            <a:custGeom>
              <a:avLst/>
              <a:gdLst/>
              <a:ahLst/>
              <a:cxnLst/>
              <a:rect l="l" t="t" r="r" b="b"/>
              <a:pathLst>
                <a:path w="2988" h="628" extrusionOk="0">
                  <a:moveTo>
                    <a:pt x="300" y="0"/>
                  </a:moveTo>
                  <a:cubicBezTo>
                    <a:pt x="140" y="0"/>
                    <a:pt x="7" y="127"/>
                    <a:pt x="7" y="280"/>
                  </a:cubicBezTo>
                  <a:cubicBezTo>
                    <a:pt x="0" y="441"/>
                    <a:pt x="127" y="574"/>
                    <a:pt x="287" y="574"/>
                  </a:cubicBezTo>
                  <a:lnTo>
                    <a:pt x="2687" y="627"/>
                  </a:lnTo>
                  <a:lnTo>
                    <a:pt x="2701" y="627"/>
                  </a:lnTo>
                  <a:cubicBezTo>
                    <a:pt x="2854" y="627"/>
                    <a:pt x="2988" y="501"/>
                    <a:pt x="2988" y="340"/>
                  </a:cubicBezTo>
                  <a:cubicBezTo>
                    <a:pt x="2988" y="180"/>
                    <a:pt x="2867" y="47"/>
                    <a:pt x="2707" y="40"/>
                  </a:cubicBezTo>
                  <a:lnTo>
                    <a:pt x="300" y="0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" name="Google Shape;1963;p36"/>
            <p:cNvSpPr/>
            <p:nvPr/>
          </p:nvSpPr>
          <p:spPr>
            <a:xfrm>
              <a:off x="1001407" y="3668017"/>
              <a:ext cx="82260" cy="37704"/>
            </a:xfrm>
            <a:custGeom>
              <a:avLst/>
              <a:gdLst/>
              <a:ahLst/>
              <a:cxnLst/>
              <a:rect l="l" t="t" r="r" b="b"/>
              <a:pathLst>
                <a:path w="2941" h="1348" extrusionOk="0">
                  <a:moveTo>
                    <a:pt x="331" y="0"/>
                  </a:moveTo>
                  <a:cubicBezTo>
                    <a:pt x="207" y="0"/>
                    <a:pt x="91" y="76"/>
                    <a:pt x="53" y="200"/>
                  </a:cubicBezTo>
                  <a:cubicBezTo>
                    <a:pt x="0" y="353"/>
                    <a:pt x="80" y="513"/>
                    <a:pt x="234" y="574"/>
                  </a:cubicBezTo>
                  <a:lnTo>
                    <a:pt x="2521" y="1327"/>
                  </a:lnTo>
                  <a:lnTo>
                    <a:pt x="2614" y="1347"/>
                  </a:lnTo>
                  <a:cubicBezTo>
                    <a:pt x="2734" y="1347"/>
                    <a:pt x="2848" y="1267"/>
                    <a:pt x="2888" y="1147"/>
                  </a:cubicBezTo>
                  <a:cubicBezTo>
                    <a:pt x="2941" y="994"/>
                    <a:pt x="2854" y="827"/>
                    <a:pt x="2701" y="780"/>
                  </a:cubicBezTo>
                  <a:lnTo>
                    <a:pt x="420" y="13"/>
                  </a:lnTo>
                  <a:cubicBezTo>
                    <a:pt x="391" y="4"/>
                    <a:pt x="361" y="0"/>
                    <a:pt x="33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" name="Google Shape;1964;p36"/>
            <p:cNvSpPr/>
            <p:nvPr/>
          </p:nvSpPr>
          <p:spPr>
            <a:xfrm>
              <a:off x="1017434" y="3623685"/>
              <a:ext cx="74065" cy="31858"/>
            </a:xfrm>
            <a:custGeom>
              <a:avLst/>
              <a:gdLst/>
              <a:ahLst/>
              <a:cxnLst/>
              <a:rect l="l" t="t" r="r" b="b"/>
              <a:pathLst>
                <a:path w="2648" h="1139" extrusionOk="0">
                  <a:moveTo>
                    <a:pt x="333" y="0"/>
                  </a:moveTo>
                  <a:cubicBezTo>
                    <a:pt x="231" y="0"/>
                    <a:pt x="193" y="30"/>
                    <a:pt x="147" y="65"/>
                  </a:cubicBezTo>
                  <a:cubicBezTo>
                    <a:pt x="21" y="165"/>
                    <a:pt x="1" y="351"/>
                    <a:pt x="107" y="471"/>
                  </a:cubicBezTo>
                  <a:cubicBezTo>
                    <a:pt x="160" y="541"/>
                    <a:pt x="238" y="581"/>
                    <a:pt x="323" y="581"/>
                  </a:cubicBezTo>
                  <a:cubicBezTo>
                    <a:pt x="335" y="581"/>
                    <a:pt x="348" y="580"/>
                    <a:pt x="361" y="578"/>
                  </a:cubicBezTo>
                  <a:cubicBezTo>
                    <a:pt x="561" y="611"/>
                    <a:pt x="1454" y="872"/>
                    <a:pt x="2228" y="1125"/>
                  </a:cubicBezTo>
                  <a:lnTo>
                    <a:pt x="2321" y="1138"/>
                  </a:lnTo>
                  <a:cubicBezTo>
                    <a:pt x="2326" y="1138"/>
                    <a:pt x="2330" y="1139"/>
                    <a:pt x="2335" y="1139"/>
                  </a:cubicBezTo>
                  <a:cubicBezTo>
                    <a:pt x="2456" y="1139"/>
                    <a:pt x="2563" y="1054"/>
                    <a:pt x="2595" y="938"/>
                  </a:cubicBezTo>
                  <a:cubicBezTo>
                    <a:pt x="2648" y="785"/>
                    <a:pt x="2561" y="625"/>
                    <a:pt x="2415" y="571"/>
                  </a:cubicBezTo>
                  <a:cubicBezTo>
                    <a:pt x="1025" y="123"/>
                    <a:pt x="543" y="0"/>
                    <a:pt x="33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" name="Google Shape;1965;p36"/>
            <p:cNvSpPr/>
            <p:nvPr/>
          </p:nvSpPr>
          <p:spPr>
            <a:xfrm>
              <a:off x="1022133" y="3554543"/>
              <a:ext cx="84302" cy="25257"/>
            </a:xfrm>
            <a:custGeom>
              <a:avLst/>
              <a:gdLst/>
              <a:ahLst/>
              <a:cxnLst/>
              <a:rect l="l" t="t" r="r" b="b"/>
              <a:pathLst>
                <a:path w="3014" h="903" extrusionOk="0">
                  <a:moveTo>
                    <a:pt x="400" y="0"/>
                  </a:moveTo>
                  <a:cubicBezTo>
                    <a:pt x="56" y="0"/>
                    <a:pt x="1" y="565"/>
                    <a:pt x="393" y="589"/>
                  </a:cubicBezTo>
                  <a:lnTo>
                    <a:pt x="2660" y="903"/>
                  </a:lnTo>
                  <a:lnTo>
                    <a:pt x="2707" y="903"/>
                  </a:lnTo>
                  <a:cubicBezTo>
                    <a:pt x="2847" y="903"/>
                    <a:pt x="2967" y="796"/>
                    <a:pt x="2987" y="656"/>
                  </a:cubicBezTo>
                  <a:cubicBezTo>
                    <a:pt x="3013" y="496"/>
                    <a:pt x="2900" y="343"/>
                    <a:pt x="2740" y="329"/>
                  </a:cubicBezTo>
                  <a:lnTo>
                    <a:pt x="479" y="9"/>
                  </a:lnTo>
                  <a:cubicBezTo>
                    <a:pt x="452" y="3"/>
                    <a:pt x="425" y="0"/>
                    <a:pt x="4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" name="Google Shape;1966;p36"/>
            <p:cNvSpPr/>
            <p:nvPr/>
          </p:nvSpPr>
          <p:spPr>
            <a:xfrm>
              <a:off x="1044117" y="3486883"/>
              <a:ext cx="77057" cy="37899"/>
            </a:xfrm>
            <a:custGeom>
              <a:avLst/>
              <a:gdLst/>
              <a:ahLst/>
              <a:cxnLst/>
              <a:rect l="l" t="t" r="r" b="b"/>
              <a:pathLst>
                <a:path w="2755" h="1355" extrusionOk="0">
                  <a:moveTo>
                    <a:pt x="328" y="1"/>
                  </a:moveTo>
                  <a:cubicBezTo>
                    <a:pt x="208" y="1"/>
                    <a:pt x="96" y="76"/>
                    <a:pt x="60" y="194"/>
                  </a:cubicBezTo>
                  <a:cubicBezTo>
                    <a:pt x="0" y="341"/>
                    <a:pt x="74" y="514"/>
                    <a:pt x="227" y="561"/>
                  </a:cubicBezTo>
                  <a:lnTo>
                    <a:pt x="2327" y="1341"/>
                  </a:lnTo>
                  <a:lnTo>
                    <a:pt x="2428" y="1355"/>
                  </a:lnTo>
                  <a:cubicBezTo>
                    <a:pt x="2548" y="1348"/>
                    <a:pt x="2654" y="1275"/>
                    <a:pt x="2701" y="1161"/>
                  </a:cubicBezTo>
                  <a:cubicBezTo>
                    <a:pt x="2754" y="1008"/>
                    <a:pt x="2674" y="848"/>
                    <a:pt x="2528" y="788"/>
                  </a:cubicBezTo>
                  <a:lnTo>
                    <a:pt x="434" y="21"/>
                  </a:lnTo>
                  <a:cubicBezTo>
                    <a:pt x="399" y="7"/>
                    <a:pt x="363" y="1"/>
                    <a:pt x="32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" name="Google Shape;1967;p36"/>
            <p:cNvSpPr/>
            <p:nvPr/>
          </p:nvSpPr>
          <p:spPr>
            <a:xfrm>
              <a:off x="1065375" y="3424259"/>
              <a:ext cx="74065" cy="33200"/>
            </a:xfrm>
            <a:custGeom>
              <a:avLst/>
              <a:gdLst/>
              <a:ahLst/>
              <a:cxnLst/>
              <a:rect l="l" t="t" r="r" b="b"/>
              <a:pathLst>
                <a:path w="2648" h="1187" extrusionOk="0">
                  <a:moveTo>
                    <a:pt x="329" y="0"/>
                  </a:moveTo>
                  <a:cubicBezTo>
                    <a:pt x="204" y="0"/>
                    <a:pt x="85" y="82"/>
                    <a:pt x="47" y="213"/>
                  </a:cubicBezTo>
                  <a:cubicBezTo>
                    <a:pt x="0" y="359"/>
                    <a:pt x="87" y="526"/>
                    <a:pt x="240" y="566"/>
                  </a:cubicBezTo>
                  <a:lnTo>
                    <a:pt x="2234" y="1186"/>
                  </a:lnTo>
                  <a:lnTo>
                    <a:pt x="2328" y="1186"/>
                  </a:lnTo>
                  <a:cubicBezTo>
                    <a:pt x="2448" y="1186"/>
                    <a:pt x="2561" y="1113"/>
                    <a:pt x="2601" y="993"/>
                  </a:cubicBezTo>
                  <a:cubicBezTo>
                    <a:pt x="2648" y="840"/>
                    <a:pt x="2561" y="673"/>
                    <a:pt x="2408" y="626"/>
                  </a:cubicBezTo>
                  <a:lnTo>
                    <a:pt x="414" y="13"/>
                  </a:lnTo>
                  <a:cubicBezTo>
                    <a:pt x="386" y="4"/>
                    <a:pt x="357" y="0"/>
                    <a:pt x="32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" name="Google Shape;1968;p36"/>
            <p:cNvSpPr/>
            <p:nvPr/>
          </p:nvSpPr>
          <p:spPr>
            <a:xfrm>
              <a:off x="1090660" y="3355704"/>
              <a:ext cx="75351" cy="48416"/>
            </a:xfrm>
            <a:custGeom>
              <a:avLst/>
              <a:gdLst/>
              <a:ahLst/>
              <a:cxnLst/>
              <a:rect l="l" t="t" r="r" b="b"/>
              <a:pathLst>
                <a:path w="2694" h="1731" extrusionOk="0">
                  <a:moveTo>
                    <a:pt x="421" y="1"/>
                  </a:moveTo>
                  <a:cubicBezTo>
                    <a:pt x="166" y="1"/>
                    <a:pt x="0" y="369"/>
                    <a:pt x="270" y="543"/>
                  </a:cubicBezTo>
                  <a:lnTo>
                    <a:pt x="2131" y="1684"/>
                  </a:lnTo>
                  <a:cubicBezTo>
                    <a:pt x="2171" y="1717"/>
                    <a:pt x="2224" y="1730"/>
                    <a:pt x="2277" y="1730"/>
                  </a:cubicBezTo>
                  <a:cubicBezTo>
                    <a:pt x="2282" y="1730"/>
                    <a:pt x="2287" y="1731"/>
                    <a:pt x="2292" y="1731"/>
                  </a:cubicBezTo>
                  <a:cubicBezTo>
                    <a:pt x="2588" y="1731"/>
                    <a:pt x="2693" y="1334"/>
                    <a:pt x="2431" y="1190"/>
                  </a:cubicBezTo>
                  <a:lnTo>
                    <a:pt x="570" y="43"/>
                  </a:lnTo>
                  <a:cubicBezTo>
                    <a:pt x="519" y="14"/>
                    <a:pt x="468" y="1"/>
                    <a:pt x="42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" name="Google Shape;1969;p36"/>
            <p:cNvSpPr/>
            <p:nvPr/>
          </p:nvSpPr>
          <p:spPr>
            <a:xfrm>
              <a:off x="1120951" y="3303512"/>
              <a:ext cx="73337" cy="52472"/>
            </a:xfrm>
            <a:custGeom>
              <a:avLst/>
              <a:gdLst/>
              <a:ahLst/>
              <a:cxnLst/>
              <a:rect l="l" t="t" r="r" b="b"/>
              <a:pathLst>
                <a:path w="2622" h="1876" extrusionOk="0">
                  <a:moveTo>
                    <a:pt x="335" y="1"/>
                  </a:moveTo>
                  <a:cubicBezTo>
                    <a:pt x="241" y="1"/>
                    <a:pt x="149" y="47"/>
                    <a:pt x="94" y="135"/>
                  </a:cubicBezTo>
                  <a:cubicBezTo>
                    <a:pt x="1" y="262"/>
                    <a:pt x="41" y="449"/>
                    <a:pt x="181" y="535"/>
                  </a:cubicBezTo>
                  <a:lnTo>
                    <a:pt x="2128" y="1829"/>
                  </a:lnTo>
                  <a:cubicBezTo>
                    <a:pt x="2175" y="1856"/>
                    <a:pt x="2235" y="1876"/>
                    <a:pt x="2288" y="1876"/>
                  </a:cubicBezTo>
                  <a:cubicBezTo>
                    <a:pt x="2388" y="1876"/>
                    <a:pt x="2475" y="1822"/>
                    <a:pt x="2528" y="1742"/>
                  </a:cubicBezTo>
                  <a:cubicBezTo>
                    <a:pt x="2621" y="1609"/>
                    <a:pt x="2588" y="1429"/>
                    <a:pt x="2455" y="1342"/>
                  </a:cubicBezTo>
                  <a:lnTo>
                    <a:pt x="494" y="49"/>
                  </a:lnTo>
                  <a:cubicBezTo>
                    <a:pt x="445" y="17"/>
                    <a:pt x="389" y="1"/>
                    <a:pt x="3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" name="Google Shape;1970;p36"/>
            <p:cNvSpPr/>
            <p:nvPr/>
          </p:nvSpPr>
          <p:spPr>
            <a:xfrm>
              <a:off x="1165032" y="3227713"/>
              <a:ext cx="73841" cy="59296"/>
            </a:xfrm>
            <a:custGeom>
              <a:avLst/>
              <a:gdLst/>
              <a:ahLst/>
              <a:cxnLst/>
              <a:rect l="l" t="t" r="r" b="b"/>
              <a:pathLst>
                <a:path w="2640" h="2120" extrusionOk="0">
                  <a:moveTo>
                    <a:pt x="426" y="1"/>
                  </a:moveTo>
                  <a:cubicBezTo>
                    <a:pt x="185" y="1"/>
                    <a:pt x="0" y="333"/>
                    <a:pt x="245" y="525"/>
                  </a:cubicBezTo>
                  <a:lnTo>
                    <a:pt x="2132" y="2052"/>
                  </a:lnTo>
                  <a:cubicBezTo>
                    <a:pt x="2174" y="2094"/>
                    <a:pt x="2232" y="2119"/>
                    <a:pt x="2292" y="2119"/>
                  </a:cubicBezTo>
                  <a:cubicBezTo>
                    <a:pt x="2299" y="2119"/>
                    <a:pt x="2306" y="2119"/>
                    <a:pt x="2312" y="2118"/>
                  </a:cubicBezTo>
                  <a:cubicBezTo>
                    <a:pt x="2399" y="2118"/>
                    <a:pt x="2486" y="2078"/>
                    <a:pt x="2539" y="2012"/>
                  </a:cubicBezTo>
                  <a:cubicBezTo>
                    <a:pt x="2639" y="1885"/>
                    <a:pt x="2619" y="1705"/>
                    <a:pt x="2499" y="1605"/>
                  </a:cubicBezTo>
                  <a:lnTo>
                    <a:pt x="612" y="71"/>
                  </a:lnTo>
                  <a:cubicBezTo>
                    <a:pt x="550" y="22"/>
                    <a:pt x="486" y="1"/>
                    <a:pt x="42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" name="Google Shape;1971;p36"/>
            <p:cNvSpPr/>
            <p:nvPr/>
          </p:nvSpPr>
          <p:spPr>
            <a:xfrm>
              <a:off x="1217587" y="3166599"/>
              <a:ext cx="59884" cy="77505"/>
            </a:xfrm>
            <a:custGeom>
              <a:avLst/>
              <a:gdLst/>
              <a:ahLst/>
              <a:cxnLst/>
              <a:rect l="l" t="t" r="r" b="b"/>
              <a:pathLst>
                <a:path w="2141" h="2771" extrusionOk="0">
                  <a:moveTo>
                    <a:pt x="426" y="0"/>
                  </a:moveTo>
                  <a:cubicBezTo>
                    <a:pt x="215" y="0"/>
                    <a:pt x="1" y="241"/>
                    <a:pt x="180" y="476"/>
                  </a:cubicBezTo>
                  <a:lnTo>
                    <a:pt x="1560" y="2636"/>
                  </a:lnTo>
                  <a:cubicBezTo>
                    <a:pt x="1611" y="2718"/>
                    <a:pt x="1697" y="2770"/>
                    <a:pt x="1790" y="2770"/>
                  </a:cubicBezTo>
                  <a:cubicBezTo>
                    <a:pt x="1796" y="2770"/>
                    <a:pt x="1801" y="2770"/>
                    <a:pt x="1807" y="2770"/>
                  </a:cubicBezTo>
                  <a:cubicBezTo>
                    <a:pt x="1860" y="2770"/>
                    <a:pt x="1914" y="2756"/>
                    <a:pt x="1960" y="2730"/>
                  </a:cubicBezTo>
                  <a:cubicBezTo>
                    <a:pt x="2100" y="2643"/>
                    <a:pt x="2140" y="2463"/>
                    <a:pt x="2054" y="2330"/>
                  </a:cubicBezTo>
                  <a:lnTo>
                    <a:pt x="673" y="169"/>
                  </a:lnTo>
                  <a:cubicBezTo>
                    <a:pt x="615" y="49"/>
                    <a:pt x="521" y="0"/>
                    <a:pt x="42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9" name="Google Shape;1972;p36"/>
            <p:cNvSpPr/>
            <p:nvPr/>
          </p:nvSpPr>
          <p:spPr>
            <a:xfrm>
              <a:off x="1266031" y="3127413"/>
              <a:ext cx="65114" cy="63688"/>
            </a:xfrm>
            <a:custGeom>
              <a:avLst/>
              <a:gdLst/>
              <a:ahLst/>
              <a:cxnLst/>
              <a:rect l="l" t="t" r="r" b="b"/>
              <a:pathLst>
                <a:path w="2328" h="2277" extrusionOk="0">
                  <a:moveTo>
                    <a:pt x="392" y="1"/>
                  </a:moveTo>
                  <a:cubicBezTo>
                    <a:pt x="181" y="1"/>
                    <a:pt x="0" y="246"/>
                    <a:pt x="155" y="463"/>
                  </a:cubicBezTo>
                  <a:lnTo>
                    <a:pt x="1722" y="2190"/>
                  </a:lnTo>
                  <a:cubicBezTo>
                    <a:pt x="1775" y="2243"/>
                    <a:pt x="1855" y="2277"/>
                    <a:pt x="1936" y="2277"/>
                  </a:cubicBezTo>
                  <a:cubicBezTo>
                    <a:pt x="1938" y="2277"/>
                    <a:pt x="1941" y="2277"/>
                    <a:pt x="1944" y="2277"/>
                  </a:cubicBezTo>
                  <a:cubicBezTo>
                    <a:pt x="2198" y="2277"/>
                    <a:pt x="2327" y="1975"/>
                    <a:pt x="2156" y="1790"/>
                  </a:cubicBezTo>
                  <a:lnTo>
                    <a:pt x="575" y="70"/>
                  </a:lnTo>
                  <a:cubicBezTo>
                    <a:pt x="517" y="22"/>
                    <a:pt x="453" y="1"/>
                    <a:pt x="39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" name="Google Shape;1973;p36"/>
            <p:cNvSpPr/>
            <p:nvPr/>
          </p:nvSpPr>
          <p:spPr>
            <a:xfrm>
              <a:off x="1327621" y="3094772"/>
              <a:ext cx="40864" cy="67240"/>
            </a:xfrm>
            <a:custGeom>
              <a:avLst/>
              <a:gdLst/>
              <a:ahLst/>
              <a:cxnLst/>
              <a:rect l="l" t="t" r="r" b="b"/>
              <a:pathLst>
                <a:path w="1461" h="2404" extrusionOk="0">
                  <a:moveTo>
                    <a:pt x="329" y="1"/>
                  </a:moveTo>
                  <a:cubicBezTo>
                    <a:pt x="288" y="1"/>
                    <a:pt x="246" y="10"/>
                    <a:pt x="207" y="30"/>
                  </a:cubicBezTo>
                  <a:cubicBezTo>
                    <a:pt x="67" y="96"/>
                    <a:pt x="0" y="263"/>
                    <a:pt x="60" y="410"/>
                  </a:cubicBezTo>
                  <a:lnTo>
                    <a:pt x="840" y="2230"/>
                  </a:lnTo>
                  <a:cubicBezTo>
                    <a:pt x="887" y="2337"/>
                    <a:pt x="994" y="2404"/>
                    <a:pt x="1107" y="2404"/>
                  </a:cubicBezTo>
                  <a:cubicBezTo>
                    <a:pt x="1321" y="2404"/>
                    <a:pt x="1461" y="2190"/>
                    <a:pt x="1374" y="1997"/>
                  </a:cubicBezTo>
                  <a:lnTo>
                    <a:pt x="594" y="176"/>
                  </a:lnTo>
                  <a:cubicBezTo>
                    <a:pt x="550" y="69"/>
                    <a:pt x="442" y="1"/>
                    <a:pt x="32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" name="Google Shape;1974;p36"/>
            <p:cNvSpPr/>
            <p:nvPr/>
          </p:nvSpPr>
          <p:spPr>
            <a:xfrm>
              <a:off x="1374191" y="3060816"/>
              <a:ext cx="49507" cy="64443"/>
            </a:xfrm>
            <a:custGeom>
              <a:avLst/>
              <a:gdLst/>
              <a:ahLst/>
              <a:cxnLst/>
              <a:rect l="l" t="t" r="r" b="b"/>
              <a:pathLst>
                <a:path w="1770" h="2304" extrusionOk="0">
                  <a:moveTo>
                    <a:pt x="379" y="0"/>
                  </a:moveTo>
                  <a:cubicBezTo>
                    <a:pt x="186" y="0"/>
                    <a:pt x="1" y="202"/>
                    <a:pt x="109" y="423"/>
                  </a:cubicBezTo>
                  <a:lnTo>
                    <a:pt x="1196" y="2157"/>
                  </a:lnTo>
                  <a:cubicBezTo>
                    <a:pt x="1249" y="2244"/>
                    <a:pt x="1343" y="2297"/>
                    <a:pt x="1443" y="2304"/>
                  </a:cubicBezTo>
                  <a:cubicBezTo>
                    <a:pt x="1496" y="2297"/>
                    <a:pt x="1549" y="2284"/>
                    <a:pt x="1596" y="2251"/>
                  </a:cubicBezTo>
                  <a:cubicBezTo>
                    <a:pt x="1730" y="2164"/>
                    <a:pt x="1770" y="1984"/>
                    <a:pt x="1689" y="1850"/>
                  </a:cubicBezTo>
                  <a:lnTo>
                    <a:pt x="603" y="117"/>
                  </a:lnTo>
                  <a:cubicBezTo>
                    <a:pt x="540" y="35"/>
                    <a:pt x="459" y="0"/>
                    <a:pt x="37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" name="Google Shape;1975;p36"/>
            <p:cNvSpPr/>
            <p:nvPr/>
          </p:nvSpPr>
          <p:spPr>
            <a:xfrm>
              <a:off x="1426272" y="3037965"/>
              <a:ext cx="44416" cy="65506"/>
            </a:xfrm>
            <a:custGeom>
              <a:avLst/>
              <a:gdLst/>
              <a:ahLst/>
              <a:cxnLst/>
              <a:rect l="l" t="t" r="r" b="b"/>
              <a:pathLst>
                <a:path w="1588" h="2342" extrusionOk="0">
                  <a:moveTo>
                    <a:pt x="326" y="1"/>
                  </a:moveTo>
                  <a:cubicBezTo>
                    <a:pt x="282" y="1"/>
                    <a:pt x="236" y="11"/>
                    <a:pt x="194" y="33"/>
                  </a:cubicBezTo>
                  <a:cubicBezTo>
                    <a:pt x="54" y="113"/>
                    <a:pt x="1" y="287"/>
                    <a:pt x="74" y="427"/>
                  </a:cubicBezTo>
                  <a:lnTo>
                    <a:pt x="1001" y="2194"/>
                  </a:lnTo>
                  <a:cubicBezTo>
                    <a:pt x="1045" y="2283"/>
                    <a:pt x="1138" y="2341"/>
                    <a:pt x="1244" y="2341"/>
                  </a:cubicBezTo>
                  <a:cubicBezTo>
                    <a:pt x="1250" y="2341"/>
                    <a:pt x="1255" y="2341"/>
                    <a:pt x="1261" y="2341"/>
                  </a:cubicBezTo>
                  <a:cubicBezTo>
                    <a:pt x="1301" y="2341"/>
                    <a:pt x="1348" y="2334"/>
                    <a:pt x="1388" y="2307"/>
                  </a:cubicBezTo>
                  <a:cubicBezTo>
                    <a:pt x="1528" y="2234"/>
                    <a:pt x="1588" y="2061"/>
                    <a:pt x="1515" y="1921"/>
                  </a:cubicBezTo>
                  <a:lnTo>
                    <a:pt x="581" y="160"/>
                  </a:lnTo>
                  <a:cubicBezTo>
                    <a:pt x="530" y="58"/>
                    <a:pt x="430" y="1"/>
                    <a:pt x="32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3" name="Google Shape;1976;p36"/>
            <p:cNvSpPr/>
            <p:nvPr/>
          </p:nvSpPr>
          <p:spPr>
            <a:xfrm>
              <a:off x="1472058" y="3022358"/>
              <a:ext cx="43046" cy="56667"/>
            </a:xfrm>
            <a:custGeom>
              <a:avLst/>
              <a:gdLst/>
              <a:ahLst/>
              <a:cxnLst/>
              <a:rect l="l" t="t" r="r" b="b"/>
              <a:pathLst>
                <a:path w="1539" h="2026" extrusionOk="0">
                  <a:moveTo>
                    <a:pt x="367" y="0"/>
                  </a:moveTo>
                  <a:cubicBezTo>
                    <a:pt x="178" y="0"/>
                    <a:pt x="0" y="186"/>
                    <a:pt x="98" y="405"/>
                  </a:cubicBezTo>
                  <a:lnTo>
                    <a:pt x="958" y="1885"/>
                  </a:lnTo>
                  <a:cubicBezTo>
                    <a:pt x="1005" y="1972"/>
                    <a:pt x="1105" y="2025"/>
                    <a:pt x="1205" y="2025"/>
                  </a:cubicBezTo>
                  <a:cubicBezTo>
                    <a:pt x="1258" y="2025"/>
                    <a:pt x="1311" y="2012"/>
                    <a:pt x="1358" y="1985"/>
                  </a:cubicBezTo>
                  <a:cubicBezTo>
                    <a:pt x="1491" y="1898"/>
                    <a:pt x="1538" y="1718"/>
                    <a:pt x="1458" y="1585"/>
                  </a:cubicBezTo>
                  <a:lnTo>
                    <a:pt x="598" y="118"/>
                  </a:lnTo>
                  <a:cubicBezTo>
                    <a:pt x="533" y="35"/>
                    <a:pt x="449" y="0"/>
                    <a:pt x="3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4" name="Google Shape;1977;p36"/>
            <p:cNvSpPr/>
            <p:nvPr/>
          </p:nvSpPr>
          <p:spPr>
            <a:xfrm>
              <a:off x="1534264" y="3003897"/>
              <a:ext cx="43689" cy="61870"/>
            </a:xfrm>
            <a:custGeom>
              <a:avLst/>
              <a:gdLst/>
              <a:ahLst/>
              <a:cxnLst/>
              <a:rect l="l" t="t" r="r" b="b"/>
              <a:pathLst>
                <a:path w="1562" h="2212" extrusionOk="0">
                  <a:moveTo>
                    <a:pt x="332" y="0"/>
                  </a:moveTo>
                  <a:cubicBezTo>
                    <a:pt x="284" y="0"/>
                    <a:pt x="234" y="12"/>
                    <a:pt x="188" y="38"/>
                  </a:cubicBezTo>
                  <a:cubicBezTo>
                    <a:pt x="48" y="111"/>
                    <a:pt x="1" y="291"/>
                    <a:pt x="81" y="425"/>
                  </a:cubicBezTo>
                  <a:lnTo>
                    <a:pt x="975" y="2058"/>
                  </a:lnTo>
                  <a:cubicBezTo>
                    <a:pt x="1028" y="2152"/>
                    <a:pt x="1128" y="2205"/>
                    <a:pt x="1235" y="2212"/>
                  </a:cubicBezTo>
                  <a:cubicBezTo>
                    <a:pt x="1281" y="2212"/>
                    <a:pt x="1328" y="2192"/>
                    <a:pt x="1375" y="2172"/>
                  </a:cubicBezTo>
                  <a:cubicBezTo>
                    <a:pt x="1515" y="2092"/>
                    <a:pt x="1561" y="1918"/>
                    <a:pt x="1488" y="1778"/>
                  </a:cubicBezTo>
                  <a:lnTo>
                    <a:pt x="588" y="151"/>
                  </a:lnTo>
                  <a:cubicBezTo>
                    <a:pt x="533" y="56"/>
                    <a:pt x="435" y="0"/>
                    <a:pt x="33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" name="Google Shape;1978;p36"/>
            <p:cNvSpPr/>
            <p:nvPr/>
          </p:nvSpPr>
          <p:spPr>
            <a:xfrm>
              <a:off x="1583883" y="2993465"/>
              <a:ext cx="30627" cy="60919"/>
            </a:xfrm>
            <a:custGeom>
              <a:avLst/>
              <a:gdLst/>
              <a:ahLst/>
              <a:cxnLst/>
              <a:rect l="l" t="t" r="r" b="b"/>
              <a:pathLst>
                <a:path w="1095" h="2178" extrusionOk="0">
                  <a:moveTo>
                    <a:pt x="323" y="1"/>
                  </a:moveTo>
                  <a:cubicBezTo>
                    <a:pt x="298" y="1"/>
                    <a:pt x="273" y="4"/>
                    <a:pt x="247" y="11"/>
                  </a:cubicBezTo>
                  <a:cubicBezTo>
                    <a:pt x="94" y="51"/>
                    <a:pt x="1" y="211"/>
                    <a:pt x="47" y="364"/>
                  </a:cubicBezTo>
                  <a:lnTo>
                    <a:pt x="501" y="1964"/>
                  </a:lnTo>
                  <a:cubicBezTo>
                    <a:pt x="534" y="2091"/>
                    <a:pt x="648" y="2178"/>
                    <a:pt x="774" y="2178"/>
                  </a:cubicBezTo>
                  <a:lnTo>
                    <a:pt x="861" y="2165"/>
                  </a:lnTo>
                  <a:cubicBezTo>
                    <a:pt x="1008" y="2118"/>
                    <a:pt x="1094" y="1964"/>
                    <a:pt x="1061" y="1811"/>
                  </a:cubicBezTo>
                  <a:lnTo>
                    <a:pt x="608" y="211"/>
                  </a:lnTo>
                  <a:cubicBezTo>
                    <a:pt x="569" y="83"/>
                    <a:pt x="450" y="1"/>
                    <a:pt x="32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" name="Google Shape;1979;p36"/>
            <p:cNvSpPr/>
            <p:nvPr/>
          </p:nvSpPr>
          <p:spPr>
            <a:xfrm>
              <a:off x="1638312" y="2987423"/>
              <a:ext cx="29536" cy="60080"/>
            </a:xfrm>
            <a:custGeom>
              <a:avLst/>
              <a:gdLst/>
              <a:ahLst/>
              <a:cxnLst/>
              <a:rect l="l" t="t" r="r" b="b"/>
              <a:pathLst>
                <a:path w="1056" h="2148" extrusionOk="0">
                  <a:moveTo>
                    <a:pt x="323" y="1"/>
                  </a:moveTo>
                  <a:cubicBezTo>
                    <a:pt x="162" y="1"/>
                    <a:pt x="0" y="128"/>
                    <a:pt x="29" y="333"/>
                  </a:cubicBezTo>
                  <a:lnTo>
                    <a:pt x="455" y="1934"/>
                  </a:lnTo>
                  <a:cubicBezTo>
                    <a:pt x="482" y="2060"/>
                    <a:pt x="595" y="2147"/>
                    <a:pt x="729" y="2147"/>
                  </a:cubicBezTo>
                  <a:lnTo>
                    <a:pt x="802" y="2140"/>
                  </a:lnTo>
                  <a:cubicBezTo>
                    <a:pt x="962" y="2100"/>
                    <a:pt x="1056" y="1940"/>
                    <a:pt x="1009" y="1780"/>
                  </a:cubicBezTo>
                  <a:lnTo>
                    <a:pt x="589" y="180"/>
                  </a:lnTo>
                  <a:cubicBezTo>
                    <a:pt x="536" y="56"/>
                    <a:pt x="429" y="1"/>
                    <a:pt x="32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7" name="Google Shape;1980;p36"/>
            <p:cNvSpPr/>
            <p:nvPr/>
          </p:nvSpPr>
          <p:spPr>
            <a:xfrm>
              <a:off x="1688602" y="2983843"/>
              <a:ext cx="34655" cy="58989"/>
            </a:xfrm>
            <a:custGeom>
              <a:avLst/>
              <a:gdLst/>
              <a:ahLst/>
              <a:cxnLst/>
              <a:rect l="l" t="t" r="r" b="b"/>
              <a:pathLst>
                <a:path w="1239" h="2109" extrusionOk="0">
                  <a:moveTo>
                    <a:pt x="367" y="0"/>
                  </a:moveTo>
                  <a:cubicBezTo>
                    <a:pt x="185" y="0"/>
                    <a:pt x="1" y="165"/>
                    <a:pt x="84" y="395"/>
                  </a:cubicBezTo>
                  <a:lnTo>
                    <a:pt x="638" y="1922"/>
                  </a:lnTo>
                  <a:cubicBezTo>
                    <a:pt x="685" y="2035"/>
                    <a:pt x="791" y="2108"/>
                    <a:pt x="918" y="2108"/>
                  </a:cubicBezTo>
                  <a:lnTo>
                    <a:pt x="1018" y="2095"/>
                  </a:lnTo>
                  <a:cubicBezTo>
                    <a:pt x="1165" y="2035"/>
                    <a:pt x="1238" y="1868"/>
                    <a:pt x="1191" y="1722"/>
                  </a:cubicBezTo>
                  <a:lnTo>
                    <a:pt x="631" y="195"/>
                  </a:lnTo>
                  <a:cubicBezTo>
                    <a:pt x="582" y="58"/>
                    <a:pt x="474" y="0"/>
                    <a:pt x="3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8" name="Google Shape;1981;p36"/>
            <p:cNvSpPr/>
            <p:nvPr/>
          </p:nvSpPr>
          <p:spPr>
            <a:xfrm>
              <a:off x="1738333" y="2984598"/>
              <a:ext cx="27439" cy="53199"/>
            </a:xfrm>
            <a:custGeom>
              <a:avLst/>
              <a:gdLst/>
              <a:ahLst/>
              <a:cxnLst/>
              <a:rect l="l" t="t" r="r" b="b"/>
              <a:pathLst>
                <a:path w="981" h="1902" extrusionOk="0">
                  <a:moveTo>
                    <a:pt x="310" y="1"/>
                  </a:moveTo>
                  <a:cubicBezTo>
                    <a:pt x="289" y="1"/>
                    <a:pt x="268" y="3"/>
                    <a:pt x="247" y="8"/>
                  </a:cubicBezTo>
                  <a:cubicBezTo>
                    <a:pt x="94" y="54"/>
                    <a:pt x="0" y="208"/>
                    <a:pt x="40" y="368"/>
                  </a:cubicBezTo>
                  <a:lnTo>
                    <a:pt x="380" y="1681"/>
                  </a:lnTo>
                  <a:cubicBezTo>
                    <a:pt x="414" y="1808"/>
                    <a:pt x="527" y="1901"/>
                    <a:pt x="660" y="1901"/>
                  </a:cubicBezTo>
                  <a:lnTo>
                    <a:pt x="740" y="1895"/>
                  </a:lnTo>
                  <a:cubicBezTo>
                    <a:pt x="894" y="1848"/>
                    <a:pt x="980" y="1688"/>
                    <a:pt x="947" y="1535"/>
                  </a:cubicBezTo>
                  <a:lnTo>
                    <a:pt x="607" y="214"/>
                  </a:lnTo>
                  <a:cubicBezTo>
                    <a:pt x="561" y="88"/>
                    <a:pt x="440" y="1"/>
                    <a:pt x="31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9" name="Google Shape;1982;p36"/>
            <p:cNvSpPr/>
            <p:nvPr/>
          </p:nvSpPr>
          <p:spPr>
            <a:xfrm>
              <a:off x="1786441" y="2986472"/>
              <a:ext cx="29872" cy="51521"/>
            </a:xfrm>
            <a:custGeom>
              <a:avLst/>
              <a:gdLst/>
              <a:ahLst/>
              <a:cxnLst/>
              <a:rect l="l" t="t" r="r" b="b"/>
              <a:pathLst>
                <a:path w="1068" h="1842" extrusionOk="0">
                  <a:moveTo>
                    <a:pt x="322" y="1"/>
                  </a:moveTo>
                  <a:cubicBezTo>
                    <a:pt x="293" y="1"/>
                    <a:pt x="263" y="5"/>
                    <a:pt x="234" y="14"/>
                  </a:cubicBezTo>
                  <a:cubicBezTo>
                    <a:pt x="81" y="67"/>
                    <a:pt x="1" y="227"/>
                    <a:pt x="54" y="381"/>
                  </a:cubicBezTo>
                  <a:lnTo>
                    <a:pt x="461" y="1641"/>
                  </a:lnTo>
                  <a:cubicBezTo>
                    <a:pt x="501" y="1761"/>
                    <a:pt x="614" y="1841"/>
                    <a:pt x="741" y="1841"/>
                  </a:cubicBezTo>
                  <a:lnTo>
                    <a:pt x="834" y="1828"/>
                  </a:lnTo>
                  <a:cubicBezTo>
                    <a:pt x="988" y="1774"/>
                    <a:pt x="1068" y="1608"/>
                    <a:pt x="1021" y="1461"/>
                  </a:cubicBezTo>
                  <a:lnTo>
                    <a:pt x="601" y="201"/>
                  </a:lnTo>
                  <a:cubicBezTo>
                    <a:pt x="558" y="77"/>
                    <a:pt x="445" y="1"/>
                    <a:pt x="32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0" name="Google Shape;1983;p36"/>
            <p:cNvSpPr/>
            <p:nvPr/>
          </p:nvSpPr>
          <p:spPr>
            <a:xfrm>
              <a:off x="1827865" y="2993437"/>
              <a:ext cx="36585" cy="51633"/>
            </a:xfrm>
            <a:custGeom>
              <a:avLst/>
              <a:gdLst/>
              <a:ahLst/>
              <a:cxnLst/>
              <a:rect l="l" t="t" r="r" b="b"/>
              <a:pathLst>
                <a:path w="1308" h="1846" extrusionOk="0">
                  <a:moveTo>
                    <a:pt x="335" y="0"/>
                  </a:moveTo>
                  <a:cubicBezTo>
                    <a:pt x="291" y="0"/>
                    <a:pt x="248" y="10"/>
                    <a:pt x="207" y="32"/>
                  </a:cubicBezTo>
                  <a:cubicBezTo>
                    <a:pt x="60" y="105"/>
                    <a:pt x="0" y="285"/>
                    <a:pt x="80" y="425"/>
                  </a:cubicBezTo>
                  <a:lnTo>
                    <a:pt x="714" y="1679"/>
                  </a:lnTo>
                  <a:cubicBezTo>
                    <a:pt x="760" y="1779"/>
                    <a:pt x="860" y="1845"/>
                    <a:pt x="974" y="1845"/>
                  </a:cubicBezTo>
                  <a:cubicBezTo>
                    <a:pt x="1014" y="1839"/>
                    <a:pt x="1054" y="1825"/>
                    <a:pt x="1094" y="1812"/>
                  </a:cubicBezTo>
                  <a:cubicBezTo>
                    <a:pt x="1247" y="1739"/>
                    <a:pt x="1307" y="1559"/>
                    <a:pt x="1227" y="1419"/>
                  </a:cubicBezTo>
                  <a:lnTo>
                    <a:pt x="594" y="158"/>
                  </a:lnTo>
                  <a:cubicBezTo>
                    <a:pt x="542" y="59"/>
                    <a:pt x="440" y="0"/>
                    <a:pt x="33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1" name="Google Shape;1984;p36"/>
            <p:cNvSpPr/>
            <p:nvPr/>
          </p:nvSpPr>
          <p:spPr>
            <a:xfrm>
              <a:off x="1879525" y="3002974"/>
              <a:ext cx="29872" cy="49563"/>
            </a:xfrm>
            <a:custGeom>
              <a:avLst/>
              <a:gdLst/>
              <a:ahLst/>
              <a:cxnLst/>
              <a:rect l="l" t="t" r="r" b="b"/>
              <a:pathLst>
                <a:path w="1068" h="1772" extrusionOk="0">
                  <a:moveTo>
                    <a:pt x="330" y="1"/>
                  </a:moveTo>
                  <a:cubicBezTo>
                    <a:pt x="298" y="1"/>
                    <a:pt x="266" y="6"/>
                    <a:pt x="234" y="17"/>
                  </a:cubicBezTo>
                  <a:cubicBezTo>
                    <a:pt x="80" y="71"/>
                    <a:pt x="0" y="237"/>
                    <a:pt x="47" y="391"/>
                  </a:cubicBezTo>
                  <a:lnTo>
                    <a:pt x="467" y="1578"/>
                  </a:lnTo>
                  <a:cubicBezTo>
                    <a:pt x="507" y="1691"/>
                    <a:pt x="620" y="1771"/>
                    <a:pt x="740" y="1771"/>
                  </a:cubicBezTo>
                  <a:lnTo>
                    <a:pt x="834" y="1751"/>
                  </a:lnTo>
                  <a:cubicBezTo>
                    <a:pt x="987" y="1705"/>
                    <a:pt x="1067" y="1538"/>
                    <a:pt x="1014" y="1384"/>
                  </a:cubicBezTo>
                  <a:lnTo>
                    <a:pt x="600" y="204"/>
                  </a:lnTo>
                  <a:cubicBezTo>
                    <a:pt x="563" y="77"/>
                    <a:pt x="451" y="1"/>
                    <a:pt x="33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2" name="Google Shape;1985;p36"/>
            <p:cNvSpPr/>
            <p:nvPr/>
          </p:nvSpPr>
          <p:spPr>
            <a:xfrm>
              <a:off x="1922403" y="3011002"/>
              <a:ext cx="31746" cy="54765"/>
            </a:xfrm>
            <a:custGeom>
              <a:avLst/>
              <a:gdLst/>
              <a:ahLst/>
              <a:cxnLst/>
              <a:rect l="l" t="t" r="r" b="b"/>
              <a:pathLst>
                <a:path w="1135" h="1958" extrusionOk="0">
                  <a:moveTo>
                    <a:pt x="332" y="1"/>
                  </a:moveTo>
                  <a:cubicBezTo>
                    <a:pt x="299" y="1"/>
                    <a:pt x="267" y="6"/>
                    <a:pt x="234" y="17"/>
                  </a:cubicBezTo>
                  <a:cubicBezTo>
                    <a:pt x="81" y="70"/>
                    <a:pt x="1" y="237"/>
                    <a:pt x="61" y="391"/>
                  </a:cubicBezTo>
                  <a:lnTo>
                    <a:pt x="534" y="1758"/>
                  </a:lnTo>
                  <a:cubicBezTo>
                    <a:pt x="568" y="1878"/>
                    <a:pt x="681" y="1958"/>
                    <a:pt x="808" y="1958"/>
                  </a:cubicBezTo>
                  <a:lnTo>
                    <a:pt x="901" y="1938"/>
                  </a:lnTo>
                  <a:cubicBezTo>
                    <a:pt x="1055" y="1884"/>
                    <a:pt x="1135" y="1718"/>
                    <a:pt x="1081" y="1564"/>
                  </a:cubicBezTo>
                  <a:lnTo>
                    <a:pt x="608" y="197"/>
                  </a:lnTo>
                  <a:cubicBezTo>
                    <a:pt x="566" y="76"/>
                    <a:pt x="453" y="1"/>
                    <a:pt x="33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3" name="Google Shape;1986;p36"/>
            <p:cNvSpPr/>
            <p:nvPr/>
          </p:nvSpPr>
          <p:spPr>
            <a:xfrm>
              <a:off x="966836" y="3927215"/>
              <a:ext cx="117586" cy="195287"/>
            </a:xfrm>
            <a:custGeom>
              <a:avLst/>
              <a:gdLst/>
              <a:ahLst/>
              <a:cxnLst/>
              <a:rect l="l" t="t" r="r" b="b"/>
              <a:pathLst>
                <a:path w="4204" h="6982" extrusionOk="0">
                  <a:moveTo>
                    <a:pt x="2150" y="4090"/>
                  </a:moveTo>
                  <a:cubicBezTo>
                    <a:pt x="3097" y="4090"/>
                    <a:pt x="3323" y="5684"/>
                    <a:pt x="2250" y="5810"/>
                  </a:cubicBezTo>
                  <a:cubicBezTo>
                    <a:pt x="2212" y="5815"/>
                    <a:pt x="2176" y="5817"/>
                    <a:pt x="2140" y="5817"/>
                  </a:cubicBezTo>
                  <a:cubicBezTo>
                    <a:pt x="1157" y="5817"/>
                    <a:pt x="1004" y="4090"/>
                    <a:pt x="2150" y="4090"/>
                  </a:cubicBezTo>
                  <a:close/>
                  <a:moveTo>
                    <a:pt x="2244" y="0"/>
                  </a:moveTo>
                  <a:cubicBezTo>
                    <a:pt x="708" y="0"/>
                    <a:pt x="0" y="6593"/>
                    <a:pt x="469" y="6824"/>
                  </a:cubicBezTo>
                  <a:cubicBezTo>
                    <a:pt x="672" y="6924"/>
                    <a:pt x="1171" y="6981"/>
                    <a:pt x="1721" y="6981"/>
                  </a:cubicBezTo>
                  <a:cubicBezTo>
                    <a:pt x="2453" y="6981"/>
                    <a:pt x="3275" y="6880"/>
                    <a:pt x="3610" y="6644"/>
                  </a:cubicBezTo>
                  <a:cubicBezTo>
                    <a:pt x="4204" y="6224"/>
                    <a:pt x="3964" y="4557"/>
                    <a:pt x="3617" y="2523"/>
                  </a:cubicBezTo>
                  <a:cubicBezTo>
                    <a:pt x="3270" y="489"/>
                    <a:pt x="3183" y="76"/>
                    <a:pt x="2290" y="2"/>
                  </a:cubicBezTo>
                  <a:cubicBezTo>
                    <a:pt x="2274" y="1"/>
                    <a:pt x="2259" y="0"/>
                    <a:pt x="22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4" name="Google Shape;1987;p36"/>
            <p:cNvSpPr/>
            <p:nvPr/>
          </p:nvSpPr>
          <p:spPr>
            <a:xfrm>
              <a:off x="957578" y="3918936"/>
              <a:ext cx="135235" cy="211845"/>
            </a:xfrm>
            <a:custGeom>
              <a:avLst/>
              <a:gdLst/>
              <a:ahLst/>
              <a:cxnLst/>
              <a:rect l="l" t="t" r="r" b="b"/>
              <a:pathLst>
                <a:path w="4835" h="7574" extrusionOk="0">
                  <a:moveTo>
                    <a:pt x="2481" y="4679"/>
                  </a:moveTo>
                  <a:cubicBezTo>
                    <a:pt x="2834" y="4679"/>
                    <a:pt x="2994" y="5139"/>
                    <a:pt x="3001" y="5253"/>
                  </a:cubicBezTo>
                  <a:cubicBezTo>
                    <a:pt x="3014" y="5373"/>
                    <a:pt x="2994" y="5760"/>
                    <a:pt x="2547" y="5820"/>
                  </a:cubicBezTo>
                  <a:cubicBezTo>
                    <a:pt x="2524" y="5823"/>
                    <a:pt x="2501" y="5825"/>
                    <a:pt x="2479" y="5825"/>
                  </a:cubicBezTo>
                  <a:cubicBezTo>
                    <a:pt x="2323" y="5825"/>
                    <a:pt x="2175" y="5747"/>
                    <a:pt x="2094" y="5613"/>
                  </a:cubicBezTo>
                  <a:cubicBezTo>
                    <a:pt x="1954" y="5406"/>
                    <a:pt x="1927" y="5139"/>
                    <a:pt x="2034" y="4913"/>
                  </a:cubicBezTo>
                  <a:cubicBezTo>
                    <a:pt x="2121" y="4753"/>
                    <a:pt x="2267" y="4679"/>
                    <a:pt x="2481" y="4679"/>
                  </a:cubicBezTo>
                  <a:close/>
                  <a:moveTo>
                    <a:pt x="2445" y="4092"/>
                  </a:moveTo>
                  <a:cubicBezTo>
                    <a:pt x="2059" y="4092"/>
                    <a:pt x="1702" y="4303"/>
                    <a:pt x="1520" y="4639"/>
                  </a:cubicBezTo>
                  <a:cubicBezTo>
                    <a:pt x="1314" y="5059"/>
                    <a:pt x="1347" y="5560"/>
                    <a:pt x="1614" y="5946"/>
                  </a:cubicBezTo>
                  <a:cubicBezTo>
                    <a:pt x="1807" y="6233"/>
                    <a:pt x="2127" y="6406"/>
                    <a:pt x="2481" y="6406"/>
                  </a:cubicBezTo>
                  <a:lnTo>
                    <a:pt x="2481" y="6400"/>
                  </a:lnTo>
                  <a:lnTo>
                    <a:pt x="2614" y="6400"/>
                  </a:lnTo>
                  <a:cubicBezTo>
                    <a:pt x="3221" y="6320"/>
                    <a:pt x="3608" y="5753"/>
                    <a:pt x="3581" y="5213"/>
                  </a:cubicBezTo>
                  <a:cubicBezTo>
                    <a:pt x="3548" y="4673"/>
                    <a:pt x="3154" y="4092"/>
                    <a:pt x="2481" y="4092"/>
                  </a:cubicBezTo>
                  <a:cubicBezTo>
                    <a:pt x="2469" y="4092"/>
                    <a:pt x="2457" y="4092"/>
                    <a:pt x="2445" y="4092"/>
                  </a:cubicBezTo>
                  <a:close/>
                  <a:moveTo>
                    <a:pt x="2571" y="577"/>
                  </a:moveTo>
                  <a:cubicBezTo>
                    <a:pt x="2579" y="577"/>
                    <a:pt x="2586" y="577"/>
                    <a:pt x="2594" y="578"/>
                  </a:cubicBezTo>
                  <a:cubicBezTo>
                    <a:pt x="3234" y="638"/>
                    <a:pt x="3301" y="785"/>
                    <a:pt x="3661" y="2872"/>
                  </a:cubicBezTo>
                  <a:cubicBezTo>
                    <a:pt x="3894" y="4259"/>
                    <a:pt x="4248" y="6380"/>
                    <a:pt x="3781" y="6707"/>
                  </a:cubicBezTo>
                  <a:cubicBezTo>
                    <a:pt x="3496" y="6902"/>
                    <a:pt x="2710" y="6990"/>
                    <a:pt x="2025" y="6990"/>
                  </a:cubicBezTo>
                  <a:cubicBezTo>
                    <a:pt x="1588" y="6990"/>
                    <a:pt x="1191" y="6954"/>
                    <a:pt x="994" y="6887"/>
                  </a:cubicBezTo>
                  <a:cubicBezTo>
                    <a:pt x="800" y="6246"/>
                    <a:pt x="1214" y="2272"/>
                    <a:pt x="2127" y="938"/>
                  </a:cubicBezTo>
                  <a:cubicBezTo>
                    <a:pt x="2242" y="779"/>
                    <a:pt x="2406" y="577"/>
                    <a:pt x="2571" y="577"/>
                  </a:cubicBezTo>
                  <a:close/>
                  <a:moveTo>
                    <a:pt x="2566" y="1"/>
                  </a:moveTo>
                  <a:cubicBezTo>
                    <a:pt x="1921" y="1"/>
                    <a:pt x="1370" y="767"/>
                    <a:pt x="954" y="2259"/>
                  </a:cubicBezTo>
                  <a:cubicBezTo>
                    <a:pt x="620" y="3446"/>
                    <a:pt x="0" y="7047"/>
                    <a:pt x="667" y="7380"/>
                  </a:cubicBezTo>
                  <a:cubicBezTo>
                    <a:pt x="914" y="7507"/>
                    <a:pt x="1454" y="7573"/>
                    <a:pt x="2047" y="7573"/>
                  </a:cubicBezTo>
                  <a:cubicBezTo>
                    <a:pt x="2834" y="7573"/>
                    <a:pt x="3728" y="7447"/>
                    <a:pt x="4114" y="7180"/>
                  </a:cubicBezTo>
                  <a:cubicBezTo>
                    <a:pt x="4835" y="6673"/>
                    <a:pt x="4628" y="5106"/>
                    <a:pt x="4228" y="2772"/>
                  </a:cubicBezTo>
                  <a:cubicBezTo>
                    <a:pt x="3894" y="772"/>
                    <a:pt x="3781" y="91"/>
                    <a:pt x="2647" y="5"/>
                  </a:cubicBezTo>
                  <a:cubicBezTo>
                    <a:pt x="2620" y="2"/>
                    <a:pt x="2593" y="1"/>
                    <a:pt x="256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5" name="Google Shape;1988;p36"/>
            <p:cNvSpPr/>
            <p:nvPr/>
          </p:nvSpPr>
          <p:spPr>
            <a:xfrm>
              <a:off x="1579044" y="2787242"/>
              <a:ext cx="204629" cy="189693"/>
            </a:xfrm>
            <a:custGeom>
              <a:avLst/>
              <a:gdLst/>
              <a:ahLst/>
              <a:cxnLst/>
              <a:rect l="l" t="t" r="r" b="b"/>
              <a:pathLst>
                <a:path w="7316" h="6782" extrusionOk="0">
                  <a:moveTo>
                    <a:pt x="4629" y="0"/>
                  </a:moveTo>
                  <a:cubicBezTo>
                    <a:pt x="4018" y="0"/>
                    <a:pt x="3341" y="111"/>
                    <a:pt x="2641" y="422"/>
                  </a:cubicBezTo>
                  <a:cubicBezTo>
                    <a:pt x="154" y="1522"/>
                    <a:pt x="0" y="4103"/>
                    <a:pt x="154" y="6717"/>
                  </a:cubicBezTo>
                  <a:cubicBezTo>
                    <a:pt x="534" y="6760"/>
                    <a:pt x="914" y="6782"/>
                    <a:pt x="1294" y="6782"/>
                  </a:cubicBezTo>
                  <a:cubicBezTo>
                    <a:pt x="1674" y="6782"/>
                    <a:pt x="2054" y="6760"/>
                    <a:pt x="2434" y="6717"/>
                  </a:cubicBezTo>
                  <a:cubicBezTo>
                    <a:pt x="2434" y="6717"/>
                    <a:pt x="1821" y="3983"/>
                    <a:pt x="3034" y="2089"/>
                  </a:cubicBezTo>
                  <a:cubicBezTo>
                    <a:pt x="3825" y="849"/>
                    <a:pt x="4975" y="421"/>
                    <a:pt x="5963" y="421"/>
                  </a:cubicBezTo>
                  <a:cubicBezTo>
                    <a:pt x="6485" y="421"/>
                    <a:pt x="6961" y="540"/>
                    <a:pt x="7316" y="722"/>
                  </a:cubicBezTo>
                  <a:cubicBezTo>
                    <a:pt x="7316" y="722"/>
                    <a:pt x="6185" y="0"/>
                    <a:pt x="4629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6" name="Google Shape;1989;p36"/>
            <p:cNvSpPr/>
            <p:nvPr/>
          </p:nvSpPr>
          <p:spPr>
            <a:xfrm>
              <a:off x="1570821" y="2778963"/>
              <a:ext cx="221998" cy="206419"/>
            </a:xfrm>
            <a:custGeom>
              <a:avLst/>
              <a:gdLst/>
              <a:ahLst/>
              <a:cxnLst/>
              <a:rect l="l" t="t" r="r" b="b"/>
              <a:pathLst>
                <a:path w="7937" h="7380" extrusionOk="0">
                  <a:moveTo>
                    <a:pt x="4910" y="591"/>
                  </a:moveTo>
                  <a:cubicBezTo>
                    <a:pt x="4994" y="591"/>
                    <a:pt x="5078" y="593"/>
                    <a:pt x="5162" y="598"/>
                  </a:cubicBezTo>
                  <a:cubicBezTo>
                    <a:pt x="4402" y="831"/>
                    <a:pt x="3649" y="1345"/>
                    <a:pt x="3082" y="2225"/>
                  </a:cubicBezTo>
                  <a:cubicBezTo>
                    <a:pt x="2048" y="3832"/>
                    <a:pt x="2262" y="5959"/>
                    <a:pt x="2382" y="6759"/>
                  </a:cubicBezTo>
                  <a:cubicBezTo>
                    <a:pt x="2124" y="6781"/>
                    <a:pt x="1867" y="6791"/>
                    <a:pt x="1611" y="6791"/>
                  </a:cubicBezTo>
                  <a:cubicBezTo>
                    <a:pt x="1315" y="6791"/>
                    <a:pt x="1021" y="6778"/>
                    <a:pt x="728" y="6753"/>
                  </a:cubicBezTo>
                  <a:cubicBezTo>
                    <a:pt x="581" y="3959"/>
                    <a:pt x="961" y="1911"/>
                    <a:pt x="3048" y="985"/>
                  </a:cubicBezTo>
                  <a:cubicBezTo>
                    <a:pt x="3638" y="725"/>
                    <a:pt x="4269" y="591"/>
                    <a:pt x="4910" y="591"/>
                  </a:cubicBezTo>
                  <a:close/>
                  <a:moveTo>
                    <a:pt x="4932" y="1"/>
                  </a:moveTo>
                  <a:cubicBezTo>
                    <a:pt x="4285" y="1"/>
                    <a:pt x="3565" y="120"/>
                    <a:pt x="2815" y="451"/>
                  </a:cubicBezTo>
                  <a:cubicBezTo>
                    <a:pt x="208" y="1598"/>
                    <a:pt x="1" y="4292"/>
                    <a:pt x="161" y="7026"/>
                  </a:cubicBezTo>
                  <a:cubicBezTo>
                    <a:pt x="161" y="7166"/>
                    <a:pt x="268" y="7286"/>
                    <a:pt x="408" y="7300"/>
                  </a:cubicBezTo>
                  <a:cubicBezTo>
                    <a:pt x="808" y="7353"/>
                    <a:pt x="1208" y="7373"/>
                    <a:pt x="1608" y="7380"/>
                  </a:cubicBezTo>
                  <a:cubicBezTo>
                    <a:pt x="1995" y="7373"/>
                    <a:pt x="2375" y="7346"/>
                    <a:pt x="2762" y="7300"/>
                  </a:cubicBezTo>
                  <a:cubicBezTo>
                    <a:pt x="2842" y="7293"/>
                    <a:pt x="2915" y="7246"/>
                    <a:pt x="2962" y="7180"/>
                  </a:cubicBezTo>
                  <a:cubicBezTo>
                    <a:pt x="3008" y="7113"/>
                    <a:pt x="3028" y="7033"/>
                    <a:pt x="3008" y="6953"/>
                  </a:cubicBezTo>
                  <a:cubicBezTo>
                    <a:pt x="3002" y="6926"/>
                    <a:pt x="2495" y="4245"/>
                    <a:pt x="3575" y="2545"/>
                  </a:cubicBezTo>
                  <a:cubicBezTo>
                    <a:pt x="4298" y="1415"/>
                    <a:pt x="5356" y="1006"/>
                    <a:pt x="6268" y="1006"/>
                  </a:cubicBezTo>
                  <a:cubicBezTo>
                    <a:pt x="6729" y="1006"/>
                    <a:pt x="7152" y="1110"/>
                    <a:pt x="7476" y="1278"/>
                  </a:cubicBezTo>
                  <a:cubicBezTo>
                    <a:pt x="7517" y="1300"/>
                    <a:pt x="7562" y="1311"/>
                    <a:pt x="7606" y="1311"/>
                  </a:cubicBezTo>
                  <a:cubicBezTo>
                    <a:pt x="7707" y="1311"/>
                    <a:pt x="7808" y="1257"/>
                    <a:pt x="7863" y="1165"/>
                  </a:cubicBezTo>
                  <a:cubicBezTo>
                    <a:pt x="7936" y="1031"/>
                    <a:pt x="7896" y="864"/>
                    <a:pt x="7770" y="778"/>
                  </a:cubicBezTo>
                  <a:cubicBezTo>
                    <a:pt x="7698" y="735"/>
                    <a:pt x="6539" y="1"/>
                    <a:pt x="493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7" name="Google Shape;1990;p36"/>
            <p:cNvSpPr/>
            <p:nvPr/>
          </p:nvSpPr>
          <p:spPr>
            <a:xfrm>
              <a:off x="1730669" y="2798598"/>
              <a:ext cx="125362" cy="186979"/>
            </a:xfrm>
            <a:custGeom>
              <a:avLst/>
              <a:gdLst/>
              <a:ahLst/>
              <a:cxnLst/>
              <a:rect l="l" t="t" r="r" b="b"/>
              <a:pathLst>
                <a:path w="4482" h="6685" extrusionOk="0">
                  <a:moveTo>
                    <a:pt x="466" y="1"/>
                  </a:moveTo>
                  <a:cubicBezTo>
                    <a:pt x="162" y="1"/>
                    <a:pt x="1" y="56"/>
                    <a:pt x="1" y="56"/>
                  </a:cubicBezTo>
                  <a:cubicBezTo>
                    <a:pt x="3582" y="2190"/>
                    <a:pt x="761" y="6384"/>
                    <a:pt x="761" y="6384"/>
                  </a:cubicBezTo>
                  <a:cubicBezTo>
                    <a:pt x="1648" y="6644"/>
                    <a:pt x="2735" y="6684"/>
                    <a:pt x="2735" y="6684"/>
                  </a:cubicBezTo>
                  <a:cubicBezTo>
                    <a:pt x="4482" y="3917"/>
                    <a:pt x="3622" y="1023"/>
                    <a:pt x="1895" y="316"/>
                  </a:cubicBezTo>
                  <a:cubicBezTo>
                    <a:pt x="1271" y="62"/>
                    <a:pt x="788" y="1"/>
                    <a:pt x="466" y="1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8" name="Google Shape;1991;p36"/>
            <p:cNvSpPr/>
            <p:nvPr/>
          </p:nvSpPr>
          <p:spPr>
            <a:xfrm>
              <a:off x="1722474" y="2790626"/>
              <a:ext cx="126676" cy="203146"/>
            </a:xfrm>
            <a:custGeom>
              <a:avLst/>
              <a:gdLst/>
              <a:ahLst/>
              <a:cxnLst/>
              <a:rect l="l" t="t" r="r" b="b"/>
              <a:pathLst>
                <a:path w="4529" h="7263" extrusionOk="0">
                  <a:moveTo>
                    <a:pt x="1161" y="614"/>
                  </a:moveTo>
                  <a:lnTo>
                    <a:pt x="1161" y="614"/>
                  </a:lnTo>
                  <a:cubicBezTo>
                    <a:pt x="1481" y="661"/>
                    <a:pt x="1788" y="748"/>
                    <a:pt x="2081" y="874"/>
                  </a:cubicBezTo>
                  <a:cubicBezTo>
                    <a:pt x="2721" y="1134"/>
                    <a:pt x="3241" y="1761"/>
                    <a:pt x="3508" y="2575"/>
                  </a:cubicBezTo>
                  <a:cubicBezTo>
                    <a:pt x="3908" y="3835"/>
                    <a:pt x="3681" y="5315"/>
                    <a:pt x="2874" y="6669"/>
                  </a:cubicBezTo>
                  <a:cubicBezTo>
                    <a:pt x="2414" y="6636"/>
                    <a:pt x="1954" y="6576"/>
                    <a:pt x="1507" y="6482"/>
                  </a:cubicBezTo>
                  <a:cubicBezTo>
                    <a:pt x="1894" y="5782"/>
                    <a:pt x="2674" y="4135"/>
                    <a:pt x="2308" y="2515"/>
                  </a:cubicBezTo>
                  <a:cubicBezTo>
                    <a:pt x="2141" y="1775"/>
                    <a:pt x="1741" y="1108"/>
                    <a:pt x="1161" y="614"/>
                  </a:cubicBezTo>
                  <a:close/>
                  <a:moveTo>
                    <a:pt x="762" y="1"/>
                  </a:moveTo>
                  <a:cubicBezTo>
                    <a:pt x="416" y="1"/>
                    <a:pt x="224" y="64"/>
                    <a:pt x="207" y="67"/>
                  </a:cubicBezTo>
                  <a:cubicBezTo>
                    <a:pt x="94" y="107"/>
                    <a:pt x="20" y="201"/>
                    <a:pt x="14" y="314"/>
                  </a:cubicBezTo>
                  <a:cubicBezTo>
                    <a:pt x="0" y="427"/>
                    <a:pt x="54" y="534"/>
                    <a:pt x="154" y="594"/>
                  </a:cubicBezTo>
                  <a:cubicBezTo>
                    <a:pt x="1014" y="1108"/>
                    <a:pt x="1547" y="1801"/>
                    <a:pt x="1741" y="2641"/>
                  </a:cubicBezTo>
                  <a:cubicBezTo>
                    <a:pt x="2154" y="4475"/>
                    <a:pt x="827" y="6482"/>
                    <a:pt x="814" y="6502"/>
                  </a:cubicBezTo>
                  <a:cubicBezTo>
                    <a:pt x="761" y="6582"/>
                    <a:pt x="754" y="6682"/>
                    <a:pt x="787" y="6769"/>
                  </a:cubicBezTo>
                  <a:cubicBezTo>
                    <a:pt x="814" y="6849"/>
                    <a:pt x="887" y="6916"/>
                    <a:pt x="974" y="6943"/>
                  </a:cubicBezTo>
                  <a:cubicBezTo>
                    <a:pt x="1881" y="7216"/>
                    <a:pt x="2975" y="7263"/>
                    <a:pt x="3015" y="7263"/>
                  </a:cubicBezTo>
                  <a:lnTo>
                    <a:pt x="3028" y="7263"/>
                  </a:lnTo>
                  <a:cubicBezTo>
                    <a:pt x="3128" y="7263"/>
                    <a:pt x="3221" y="7209"/>
                    <a:pt x="3275" y="7129"/>
                  </a:cubicBezTo>
                  <a:cubicBezTo>
                    <a:pt x="4248" y="5596"/>
                    <a:pt x="4528" y="3868"/>
                    <a:pt x="4055" y="2401"/>
                  </a:cubicBezTo>
                  <a:cubicBezTo>
                    <a:pt x="3741" y="1408"/>
                    <a:pt x="3095" y="661"/>
                    <a:pt x="2294" y="334"/>
                  </a:cubicBezTo>
                  <a:cubicBezTo>
                    <a:pt x="1636" y="67"/>
                    <a:pt x="1118" y="1"/>
                    <a:pt x="76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9" name="Google Shape;1992;p36"/>
            <p:cNvSpPr/>
            <p:nvPr/>
          </p:nvSpPr>
          <p:spPr>
            <a:xfrm>
              <a:off x="2507340" y="3289555"/>
              <a:ext cx="957049" cy="1246595"/>
            </a:xfrm>
            <a:custGeom>
              <a:avLst/>
              <a:gdLst/>
              <a:ahLst/>
              <a:cxnLst/>
              <a:rect l="l" t="t" r="r" b="b"/>
              <a:pathLst>
                <a:path w="34217" h="44569" extrusionOk="0">
                  <a:moveTo>
                    <a:pt x="0" y="1"/>
                  </a:moveTo>
                  <a:cubicBezTo>
                    <a:pt x="0" y="1"/>
                    <a:pt x="787" y="2855"/>
                    <a:pt x="1807" y="6789"/>
                  </a:cubicBezTo>
                  <a:cubicBezTo>
                    <a:pt x="2834" y="10724"/>
                    <a:pt x="3635" y="20546"/>
                    <a:pt x="3975" y="20993"/>
                  </a:cubicBezTo>
                  <a:cubicBezTo>
                    <a:pt x="4321" y="21446"/>
                    <a:pt x="6602" y="22707"/>
                    <a:pt x="9509" y="23727"/>
                  </a:cubicBezTo>
                  <a:cubicBezTo>
                    <a:pt x="11423" y="24407"/>
                    <a:pt x="13937" y="24927"/>
                    <a:pt x="15444" y="25214"/>
                  </a:cubicBezTo>
                  <a:cubicBezTo>
                    <a:pt x="14758" y="25854"/>
                    <a:pt x="13030" y="29249"/>
                    <a:pt x="12197" y="30749"/>
                  </a:cubicBezTo>
                  <a:cubicBezTo>
                    <a:pt x="11277" y="32409"/>
                    <a:pt x="8309" y="36450"/>
                    <a:pt x="9169" y="37991"/>
                  </a:cubicBezTo>
                  <a:cubicBezTo>
                    <a:pt x="10030" y="39538"/>
                    <a:pt x="11457" y="40158"/>
                    <a:pt x="13737" y="40618"/>
                  </a:cubicBezTo>
                  <a:cubicBezTo>
                    <a:pt x="15939" y="41061"/>
                    <a:pt x="20878" y="44569"/>
                    <a:pt x="25212" y="44569"/>
                  </a:cubicBezTo>
                  <a:cubicBezTo>
                    <a:pt x="25380" y="44569"/>
                    <a:pt x="25547" y="44564"/>
                    <a:pt x="25714" y="44553"/>
                  </a:cubicBezTo>
                  <a:cubicBezTo>
                    <a:pt x="27428" y="44446"/>
                    <a:pt x="28848" y="43886"/>
                    <a:pt x="30008" y="42939"/>
                  </a:cubicBezTo>
                  <a:cubicBezTo>
                    <a:pt x="31869" y="41438"/>
                    <a:pt x="33016" y="38958"/>
                    <a:pt x="33476" y="35824"/>
                  </a:cubicBezTo>
                  <a:cubicBezTo>
                    <a:pt x="34216" y="30749"/>
                    <a:pt x="27828" y="23787"/>
                    <a:pt x="24860" y="20993"/>
                  </a:cubicBezTo>
                  <a:cubicBezTo>
                    <a:pt x="22493" y="18759"/>
                    <a:pt x="17158" y="13558"/>
                    <a:pt x="13204" y="9823"/>
                  </a:cubicBezTo>
                  <a:cubicBezTo>
                    <a:pt x="12204" y="8883"/>
                    <a:pt x="11290" y="8023"/>
                    <a:pt x="10536" y="7343"/>
                  </a:cubicBezTo>
                  <a:cubicBezTo>
                    <a:pt x="6835" y="3968"/>
                    <a:pt x="1361" y="174"/>
                    <a:pt x="0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0" name="Google Shape;1993;p36"/>
            <p:cNvSpPr/>
            <p:nvPr/>
          </p:nvSpPr>
          <p:spPr>
            <a:xfrm>
              <a:off x="2498250" y="3281332"/>
              <a:ext cx="976936" cy="1262957"/>
            </a:xfrm>
            <a:custGeom>
              <a:avLst/>
              <a:gdLst/>
              <a:ahLst/>
              <a:cxnLst/>
              <a:rect l="l" t="t" r="r" b="b"/>
              <a:pathLst>
                <a:path w="34928" h="45154" extrusionOk="0">
                  <a:moveTo>
                    <a:pt x="745" y="722"/>
                  </a:moveTo>
                  <a:lnTo>
                    <a:pt x="745" y="722"/>
                  </a:lnTo>
                  <a:cubicBezTo>
                    <a:pt x="2492" y="1428"/>
                    <a:pt x="7200" y="4696"/>
                    <a:pt x="10668" y="7857"/>
                  </a:cubicBezTo>
                  <a:cubicBezTo>
                    <a:pt x="11368" y="8497"/>
                    <a:pt x="12268" y="9330"/>
                    <a:pt x="13329" y="10331"/>
                  </a:cubicBezTo>
                  <a:cubicBezTo>
                    <a:pt x="15469" y="12358"/>
                    <a:pt x="18030" y="14825"/>
                    <a:pt x="20291" y="16999"/>
                  </a:cubicBezTo>
                  <a:cubicBezTo>
                    <a:pt x="22231" y="18866"/>
                    <a:pt x="23972" y="20547"/>
                    <a:pt x="24985" y="21500"/>
                  </a:cubicBezTo>
                  <a:cubicBezTo>
                    <a:pt x="25992" y="22447"/>
                    <a:pt x="28559" y="24981"/>
                    <a:pt x="30640" y="28015"/>
                  </a:cubicBezTo>
                  <a:cubicBezTo>
                    <a:pt x="32861" y="31236"/>
                    <a:pt x="33828" y="33944"/>
                    <a:pt x="33507" y="36078"/>
                  </a:cubicBezTo>
                  <a:cubicBezTo>
                    <a:pt x="33061" y="39205"/>
                    <a:pt x="31894" y="41599"/>
                    <a:pt x="30153" y="43006"/>
                  </a:cubicBezTo>
                  <a:cubicBezTo>
                    <a:pt x="29020" y="43940"/>
                    <a:pt x="27626" y="44453"/>
                    <a:pt x="26025" y="44567"/>
                  </a:cubicBezTo>
                  <a:cubicBezTo>
                    <a:pt x="25870" y="44576"/>
                    <a:pt x="25715" y="44581"/>
                    <a:pt x="25558" y="44581"/>
                  </a:cubicBezTo>
                  <a:cubicBezTo>
                    <a:pt x="22815" y="44581"/>
                    <a:pt x="19825" y="43140"/>
                    <a:pt x="17396" y="41979"/>
                  </a:cubicBezTo>
                  <a:cubicBezTo>
                    <a:pt x="16069" y="41339"/>
                    <a:pt x="14929" y="40799"/>
                    <a:pt x="14116" y="40632"/>
                  </a:cubicBezTo>
                  <a:cubicBezTo>
                    <a:pt x="12048" y="40212"/>
                    <a:pt x="10588" y="39652"/>
                    <a:pt x="9754" y="38145"/>
                  </a:cubicBezTo>
                  <a:cubicBezTo>
                    <a:pt x="9154" y="37071"/>
                    <a:pt x="10948" y="34170"/>
                    <a:pt x="12022" y="32443"/>
                  </a:cubicBezTo>
                  <a:cubicBezTo>
                    <a:pt x="12328" y="31950"/>
                    <a:pt x="12589" y="31516"/>
                    <a:pt x="12782" y="31183"/>
                  </a:cubicBezTo>
                  <a:lnTo>
                    <a:pt x="13402" y="30029"/>
                  </a:lnTo>
                  <a:cubicBezTo>
                    <a:pt x="14222" y="28502"/>
                    <a:pt x="15463" y="26195"/>
                    <a:pt x="15969" y="25715"/>
                  </a:cubicBezTo>
                  <a:cubicBezTo>
                    <a:pt x="16049" y="25641"/>
                    <a:pt x="16083" y="25528"/>
                    <a:pt x="16056" y="25428"/>
                  </a:cubicBezTo>
                  <a:cubicBezTo>
                    <a:pt x="16023" y="25315"/>
                    <a:pt x="15929" y="25241"/>
                    <a:pt x="15823" y="25215"/>
                  </a:cubicBezTo>
                  <a:cubicBezTo>
                    <a:pt x="14462" y="24968"/>
                    <a:pt x="11895" y="24441"/>
                    <a:pt x="9934" y="23748"/>
                  </a:cubicBezTo>
                  <a:cubicBezTo>
                    <a:pt x="6887" y="22674"/>
                    <a:pt x="4800" y="21467"/>
                    <a:pt x="4553" y="21134"/>
                  </a:cubicBezTo>
                  <a:cubicBezTo>
                    <a:pt x="4426" y="20874"/>
                    <a:pt x="4180" y="18840"/>
                    <a:pt x="3946" y="16873"/>
                  </a:cubicBezTo>
                  <a:cubicBezTo>
                    <a:pt x="3526" y="13505"/>
                    <a:pt x="3019" y="9324"/>
                    <a:pt x="2419" y="7010"/>
                  </a:cubicBezTo>
                  <a:cubicBezTo>
                    <a:pt x="1652" y="4069"/>
                    <a:pt x="1005" y="1708"/>
                    <a:pt x="745" y="722"/>
                  </a:cubicBezTo>
                  <a:close/>
                  <a:moveTo>
                    <a:pt x="338" y="1"/>
                  </a:moveTo>
                  <a:cubicBezTo>
                    <a:pt x="148" y="1"/>
                    <a:pt x="0" y="175"/>
                    <a:pt x="45" y="368"/>
                  </a:cubicBezTo>
                  <a:cubicBezTo>
                    <a:pt x="52" y="395"/>
                    <a:pt x="845" y="3269"/>
                    <a:pt x="1859" y="7163"/>
                  </a:cubicBezTo>
                  <a:cubicBezTo>
                    <a:pt x="2446" y="9431"/>
                    <a:pt x="2979" y="13772"/>
                    <a:pt x="3359" y="16939"/>
                  </a:cubicBezTo>
                  <a:cubicBezTo>
                    <a:pt x="3780" y="20347"/>
                    <a:pt x="3900" y="21240"/>
                    <a:pt x="4066" y="21467"/>
                  </a:cubicBezTo>
                  <a:cubicBezTo>
                    <a:pt x="4486" y="22014"/>
                    <a:pt x="6860" y="23281"/>
                    <a:pt x="9748" y="24301"/>
                  </a:cubicBezTo>
                  <a:cubicBezTo>
                    <a:pt x="11522" y="24935"/>
                    <a:pt x="13789" y="25415"/>
                    <a:pt x="15229" y="25702"/>
                  </a:cubicBezTo>
                  <a:cubicBezTo>
                    <a:pt x="14662" y="26475"/>
                    <a:pt x="13829" y="28002"/>
                    <a:pt x="12889" y="29749"/>
                  </a:cubicBezTo>
                  <a:lnTo>
                    <a:pt x="12262" y="30903"/>
                  </a:lnTo>
                  <a:cubicBezTo>
                    <a:pt x="12088" y="31223"/>
                    <a:pt x="11828" y="31650"/>
                    <a:pt x="11528" y="32137"/>
                  </a:cubicBezTo>
                  <a:cubicBezTo>
                    <a:pt x="10235" y="34210"/>
                    <a:pt x="8481" y="37051"/>
                    <a:pt x="9248" y="38432"/>
                  </a:cubicBezTo>
                  <a:cubicBezTo>
                    <a:pt x="10188" y="40125"/>
                    <a:pt x="11762" y="40752"/>
                    <a:pt x="14002" y="41206"/>
                  </a:cubicBezTo>
                  <a:cubicBezTo>
                    <a:pt x="14749" y="41346"/>
                    <a:pt x="15856" y="41879"/>
                    <a:pt x="17136" y="42499"/>
                  </a:cubicBezTo>
                  <a:cubicBezTo>
                    <a:pt x="19624" y="43686"/>
                    <a:pt x="22671" y="45153"/>
                    <a:pt x="25539" y="45153"/>
                  </a:cubicBezTo>
                  <a:cubicBezTo>
                    <a:pt x="25719" y="45153"/>
                    <a:pt x="25892" y="45153"/>
                    <a:pt x="26059" y="45140"/>
                  </a:cubicBezTo>
                  <a:cubicBezTo>
                    <a:pt x="27793" y="45033"/>
                    <a:pt x="29293" y="44466"/>
                    <a:pt x="30513" y="43466"/>
                  </a:cubicBezTo>
                  <a:cubicBezTo>
                    <a:pt x="32374" y="41952"/>
                    <a:pt x="33608" y="39432"/>
                    <a:pt x="34088" y="36164"/>
                  </a:cubicBezTo>
                  <a:cubicBezTo>
                    <a:pt x="34928" y="30409"/>
                    <a:pt x="26979" y="22581"/>
                    <a:pt x="25385" y="21074"/>
                  </a:cubicBezTo>
                  <a:cubicBezTo>
                    <a:pt x="24305" y="20060"/>
                    <a:pt x="22631" y="18446"/>
                    <a:pt x="20697" y="16579"/>
                  </a:cubicBezTo>
                  <a:cubicBezTo>
                    <a:pt x="18437" y="14405"/>
                    <a:pt x="15869" y="11938"/>
                    <a:pt x="13729" y="9911"/>
                  </a:cubicBezTo>
                  <a:cubicBezTo>
                    <a:pt x="12662" y="8904"/>
                    <a:pt x="11762" y="8070"/>
                    <a:pt x="11061" y="7430"/>
                  </a:cubicBezTo>
                  <a:cubicBezTo>
                    <a:pt x="7300" y="4002"/>
                    <a:pt x="1799" y="188"/>
                    <a:pt x="359" y="1"/>
                  </a:cubicBezTo>
                  <a:cubicBezTo>
                    <a:pt x="352" y="1"/>
                    <a:pt x="345" y="1"/>
                    <a:pt x="33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1" name="Google Shape;1994;p36"/>
            <p:cNvSpPr/>
            <p:nvPr/>
          </p:nvSpPr>
          <p:spPr>
            <a:xfrm>
              <a:off x="2507340" y="3289555"/>
              <a:ext cx="839352" cy="1246595"/>
            </a:xfrm>
            <a:custGeom>
              <a:avLst/>
              <a:gdLst/>
              <a:ahLst/>
              <a:cxnLst/>
              <a:rect l="l" t="t" r="r" b="b"/>
              <a:pathLst>
                <a:path w="30009" h="44569" extrusionOk="0">
                  <a:moveTo>
                    <a:pt x="0" y="1"/>
                  </a:moveTo>
                  <a:cubicBezTo>
                    <a:pt x="0" y="1"/>
                    <a:pt x="787" y="2862"/>
                    <a:pt x="1807" y="6796"/>
                  </a:cubicBezTo>
                  <a:cubicBezTo>
                    <a:pt x="2834" y="10730"/>
                    <a:pt x="3635" y="20546"/>
                    <a:pt x="3975" y="21000"/>
                  </a:cubicBezTo>
                  <a:cubicBezTo>
                    <a:pt x="4321" y="21446"/>
                    <a:pt x="6602" y="22707"/>
                    <a:pt x="9509" y="23734"/>
                  </a:cubicBezTo>
                  <a:cubicBezTo>
                    <a:pt x="11423" y="24407"/>
                    <a:pt x="13937" y="24927"/>
                    <a:pt x="15444" y="25214"/>
                  </a:cubicBezTo>
                  <a:cubicBezTo>
                    <a:pt x="14758" y="25854"/>
                    <a:pt x="13030" y="29249"/>
                    <a:pt x="12197" y="30749"/>
                  </a:cubicBezTo>
                  <a:cubicBezTo>
                    <a:pt x="11277" y="32409"/>
                    <a:pt x="8309" y="36450"/>
                    <a:pt x="9169" y="37991"/>
                  </a:cubicBezTo>
                  <a:cubicBezTo>
                    <a:pt x="10030" y="39538"/>
                    <a:pt x="11457" y="40158"/>
                    <a:pt x="13737" y="40618"/>
                  </a:cubicBezTo>
                  <a:cubicBezTo>
                    <a:pt x="15933" y="41061"/>
                    <a:pt x="20878" y="44569"/>
                    <a:pt x="25212" y="44569"/>
                  </a:cubicBezTo>
                  <a:cubicBezTo>
                    <a:pt x="25380" y="44569"/>
                    <a:pt x="25547" y="44564"/>
                    <a:pt x="25714" y="44553"/>
                  </a:cubicBezTo>
                  <a:cubicBezTo>
                    <a:pt x="27428" y="44446"/>
                    <a:pt x="28848" y="43886"/>
                    <a:pt x="30008" y="42939"/>
                  </a:cubicBezTo>
                  <a:lnTo>
                    <a:pt x="30008" y="42939"/>
                  </a:lnTo>
                  <a:cubicBezTo>
                    <a:pt x="29912" y="42940"/>
                    <a:pt x="29816" y="42941"/>
                    <a:pt x="29720" y="42941"/>
                  </a:cubicBezTo>
                  <a:cubicBezTo>
                    <a:pt x="29035" y="42941"/>
                    <a:pt x="28346" y="42899"/>
                    <a:pt x="27668" y="42805"/>
                  </a:cubicBezTo>
                  <a:cubicBezTo>
                    <a:pt x="25247" y="42499"/>
                    <a:pt x="22873" y="41925"/>
                    <a:pt x="20592" y="41092"/>
                  </a:cubicBezTo>
                  <a:cubicBezTo>
                    <a:pt x="18492" y="40325"/>
                    <a:pt x="16331" y="39205"/>
                    <a:pt x="15338" y="37204"/>
                  </a:cubicBezTo>
                  <a:cubicBezTo>
                    <a:pt x="13977" y="34457"/>
                    <a:pt x="15278" y="31209"/>
                    <a:pt x="16578" y="28442"/>
                  </a:cubicBezTo>
                  <a:cubicBezTo>
                    <a:pt x="16811" y="27935"/>
                    <a:pt x="17112" y="27375"/>
                    <a:pt x="17665" y="27241"/>
                  </a:cubicBezTo>
                  <a:cubicBezTo>
                    <a:pt x="17742" y="27222"/>
                    <a:pt x="17820" y="27214"/>
                    <a:pt x="17899" y="27214"/>
                  </a:cubicBezTo>
                  <a:cubicBezTo>
                    <a:pt x="18200" y="27214"/>
                    <a:pt x="18506" y="27338"/>
                    <a:pt x="18792" y="27455"/>
                  </a:cubicBezTo>
                  <a:lnTo>
                    <a:pt x="24100" y="29689"/>
                  </a:lnTo>
                  <a:cubicBezTo>
                    <a:pt x="21926" y="28308"/>
                    <a:pt x="19699" y="26875"/>
                    <a:pt x="18258" y="24741"/>
                  </a:cubicBezTo>
                  <a:cubicBezTo>
                    <a:pt x="17312" y="23354"/>
                    <a:pt x="16771" y="21747"/>
                    <a:pt x="16238" y="20166"/>
                  </a:cubicBezTo>
                  <a:cubicBezTo>
                    <a:pt x="15304" y="17419"/>
                    <a:pt x="12644" y="12797"/>
                    <a:pt x="13204" y="9830"/>
                  </a:cubicBezTo>
                  <a:cubicBezTo>
                    <a:pt x="12204" y="8883"/>
                    <a:pt x="11290" y="8030"/>
                    <a:pt x="10536" y="7343"/>
                  </a:cubicBezTo>
                  <a:cubicBezTo>
                    <a:pt x="6835" y="3968"/>
                    <a:pt x="1361" y="174"/>
                    <a:pt x="0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2" name="Google Shape;1995;p36"/>
            <p:cNvSpPr/>
            <p:nvPr/>
          </p:nvSpPr>
          <p:spPr>
            <a:xfrm>
              <a:off x="2507340" y="3289555"/>
              <a:ext cx="321571" cy="680622"/>
            </a:xfrm>
            <a:custGeom>
              <a:avLst/>
              <a:gdLst/>
              <a:ahLst/>
              <a:cxnLst/>
              <a:rect l="l" t="t" r="r" b="b"/>
              <a:pathLst>
                <a:path w="11497" h="24334" extrusionOk="0">
                  <a:moveTo>
                    <a:pt x="0" y="1"/>
                  </a:moveTo>
                  <a:cubicBezTo>
                    <a:pt x="0" y="1"/>
                    <a:pt x="147" y="534"/>
                    <a:pt x="394" y="1461"/>
                  </a:cubicBezTo>
                  <a:cubicBezTo>
                    <a:pt x="727" y="2675"/>
                    <a:pt x="1227" y="4562"/>
                    <a:pt x="1807" y="6796"/>
                  </a:cubicBezTo>
                  <a:cubicBezTo>
                    <a:pt x="2268" y="8516"/>
                    <a:pt x="2668" y="11397"/>
                    <a:pt x="3014" y="14098"/>
                  </a:cubicBezTo>
                  <a:cubicBezTo>
                    <a:pt x="3448" y="17545"/>
                    <a:pt x="3781" y="20740"/>
                    <a:pt x="3975" y="21000"/>
                  </a:cubicBezTo>
                  <a:cubicBezTo>
                    <a:pt x="4061" y="21106"/>
                    <a:pt x="4261" y="21266"/>
                    <a:pt x="4561" y="21453"/>
                  </a:cubicBezTo>
                  <a:cubicBezTo>
                    <a:pt x="5235" y="21900"/>
                    <a:pt x="6402" y="22500"/>
                    <a:pt x="7842" y="23100"/>
                  </a:cubicBezTo>
                  <a:cubicBezTo>
                    <a:pt x="8369" y="23314"/>
                    <a:pt x="8896" y="23514"/>
                    <a:pt x="9509" y="23734"/>
                  </a:cubicBezTo>
                  <a:cubicBezTo>
                    <a:pt x="10130" y="23947"/>
                    <a:pt x="10810" y="24154"/>
                    <a:pt x="11497" y="24334"/>
                  </a:cubicBezTo>
                  <a:cubicBezTo>
                    <a:pt x="11277" y="22413"/>
                    <a:pt x="11057" y="20279"/>
                    <a:pt x="10776" y="17946"/>
                  </a:cubicBezTo>
                  <a:cubicBezTo>
                    <a:pt x="10696" y="17219"/>
                    <a:pt x="10603" y="16498"/>
                    <a:pt x="10510" y="15738"/>
                  </a:cubicBezTo>
                  <a:cubicBezTo>
                    <a:pt x="10003" y="11611"/>
                    <a:pt x="9183" y="7783"/>
                    <a:pt x="8376" y="5496"/>
                  </a:cubicBezTo>
                  <a:cubicBezTo>
                    <a:pt x="4975" y="2708"/>
                    <a:pt x="1107" y="141"/>
                    <a:pt x="0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3" name="Google Shape;1996;p36"/>
            <p:cNvSpPr/>
            <p:nvPr/>
          </p:nvSpPr>
          <p:spPr>
            <a:xfrm>
              <a:off x="2498250" y="3281528"/>
              <a:ext cx="339052" cy="696677"/>
            </a:xfrm>
            <a:custGeom>
              <a:avLst/>
              <a:gdLst/>
              <a:ahLst/>
              <a:cxnLst/>
              <a:rect l="l" t="t" r="r" b="b"/>
              <a:pathLst>
                <a:path w="12122" h="24908" extrusionOk="0">
                  <a:moveTo>
                    <a:pt x="745" y="715"/>
                  </a:moveTo>
                  <a:lnTo>
                    <a:pt x="745" y="715"/>
                  </a:lnTo>
                  <a:cubicBezTo>
                    <a:pt x="2159" y="1288"/>
                    <a:pt x="5480" y="3522"/>
                    <a:pt x="8454" y="5949"/>
                  </a:cubicBezTo>
                  <a:cubicBezTo>
                    <a:pt x="9281" y="8317"/>
                    <a:pt x="10055" y="12084"/>
                    <a:pt x="10548" y="16059"/>
                  </a:cubicBezTo>
                  <a:cubicBezTo>
                    <a:pt x="10635" y="16812"/>
                    <a:pt x="10728" y="17552"/>
                    <a:pt x="10815" y="18266"/>
                  </a:cubicBezTo>
                  <a:cubicBezTo>
                    <a:pt x="11048" y="20213"/>
                    <a:pt x="11248" y="22040"/>
                    <a:pt x="11428" y="23707"/>
                  </a:cubicBezTo>
                  <a:lnTo>
                    <a:pt x="11488" y="24227"/>
                  </a:lnTo>
                  <a:cubicBezTo>
                    <a:pt x="10928" y="24074"/>
                    <a:pt x="10415" y="23907"/>
                    <a:pt x="9934" y="23741"/>
                  </a:cubicBezTo>
                  <a:cubicBezTo>
                    <a:pt x="9388" y="23547"/>
                    <a:pt x="8834" y="23341"/>
                    <a:pt x="8287" y="23120"/>
                  </a:cubicBezTo>
                  <a:cubicBezTo>
                    <a:pt x="6974" y="22574"/>
                    <a:pt x="5767" y="21967"/>
                    <a:pt x="5047" y="21500"/>
                  </a:cubicBezTo>
                  <a:cubicBezTo>
                    <a:pt x="4660" y="21253"/>
                    <a:pt x="4560" y="21133"/>
                    <a:pt x="4553" y="21127"/>
                  </a:cubicBezTo>
                  <a:cubicBezTo>
                    <a:pt x="4426" y="20867"/>
                    <a:pt x="4173" y="18806"/>
                    <a:pt x="3933" y="16825"/>
                  </a:cubicBezTo>
                  <a:cubicBezTo>
                    <a:pt x="3840" y="16039"/>
                    <a:pt x="3733" y="15198"/>
                    <a:pt x="3626" y="14351"/>
                  </a:cubicBezTo>
                  <a:cubicBezTo>
                    <a:pt x="3293" y="11717"/>
                    <a:pt x="2866" y="8737"/>
                    <a:pt x="2419" y="7003"/>
                  </a:cubicBezTo>
                  <a:cubicBezTo>
                    <a:pt x="1966" y="5269"/>
                    <a:pt x="1492" y="3482"/>
                    <a:pt x="999" y="1668"/>
                  </a:cubicBezTo>
                  <a:cubicBezTo>
                    <a:pt x="892" y="1281"/>
                    <a:pt x="812" y="955"/>
                    <a:pt x="745" y="715"/>
                  </a:cubicBezTo>
                  <a:close/>
                  <a:moveTo>
                    <a:pt x="338" y="0"/>
                  </a:moveTo>
                  <a:cubicBezTo>
                    <a:pt x="148" y="0"/>
                    <a:pt x="0" y="181"/>
                    <a:pt x="45" y="368"/>
                  </a:cubicBezTo>
                  <a:cubicBezTo>
                    <a:pt x="45" y="368"/>
                    <a:pt x="192" y="901"/>
                    <a:pt x="445" y="1828"/>
                  </a:cubicBezTo>
                  <a:cubicBezTo>
                    <a:pt x="925" y="3635"/>
                    <a:pt x="1399" y="5416"/>
                    <a:pt x="1859" y="7163"/>
                  </a:cubicBezTo>
                  <a:cubicBezTo>
                    <a:pt x="2319" y="8917"/>
                    <a:pt x="2719" y="11817"/>
                    <a:pt x="3053" y="14425"/>
                  </a:cubicBezTo>
                  <a:cubicBezTo>
                    <a:pt x="3159" y="15285"/>
                    <a:pt x="3259" y="16119"/>
                    <a:pt x="3359" y="16899"/>
                  </a:cubicBezTo>
                  <a:cubicBezTo>
                    <a:pt x="3780" y="20340"/>
                    <a:pt x="3900" y="21240"/>
                    <a:pt x="4080" y="21467"/>
                  </a:cubicBezTo>
                  <a:cubicBezTo>
                    <a:pt x="4180" y="21613"/>
                    <a:pt x="4393" y="21787"/>
                    <a:pt x="4726" y="21994"/>
                  </a:cubicBezTo>
                  <a:cubicBezTo>
                    <a:pt x="5480" y="22487"/>
                    <a:pt x="6727" y="23107"/>
                    <a:pt x="8061" y="23661"/>
                  </a:cubicBezTo>
                  <a:cubicBezTo>
                    <a:pt x="8621" y="23894"/>
                    <a:pt x="9148" y="24087"/>
                    <a:pt x="9748" y="24301"/>
                  </a:cubicBezTo>
                  <a:cubicBezTo>
                    <a:pt x="10341" y="24521"/>
                    <a:pt x="11021" y="24721"/>
                    <a:pt x="11748" y="24908"/>
                  </a:cubicBezTo>
                  <a:lnTo>
                    <a:pt x="11822" y="24908"/>
                  </a:lnTo>
                  <a:cubicBezTo>
                    <a:pt x="11888" y="24908"/>
                    <a:pt x="11955" y="24888"/>
                    <a:pt x="12015" y="24854"/>
                  </a:cubicBezTo>
                  <a:cubicBezTo>
                    <a:pt x="12082" y="24781"/>
                    <a:pt x="12122" y="24688"/>
                    <a:pt x="12115" y="24594"/>
                  </a:cubicBezTo>
                  <a:lnTo>
                    <a:pt x="12002" y="23654"/>
                  </a:lnTo>
                  <a:cubicBezTo>
                    <a:pt x="11822" y="21987"/>
                    <a:pt x="11622" y="20166"/>
                    <a:pt x="11388" y="18206"/>
                  </a:cubicBezTo>
                  <a:cubicBezTo>
                    <a:pt x="11302" y="17486"/>
                    <a:pt x="11215" y="16752"/>
                    <a:pt x="11121" y="15999"/>
                  </a:cubicBezTo>
                  <a:cubicBezTo>
                    <a:pt x="10621" y="11931"/>
                    <a:pt x="9821" y="8083"/>
                    <a:pt x="8981" y="5689"/>
                  </a:cubicBezTo>
                  <a:cubicBezTo>
                    <a:pt x="8961" y="5636"/>
                    <a:pt x="8928" y="5589"/>
                    <a:pt x="8888" y="5556"/>
                  </a:cubicBezTo>
                  <a:cubicBezTo>
                    <a:pt x="5780" y="3015"/>
                    <a:pt x="1632" y="168"/>
                    <a:pt x="359" y="1"/>
                  </a:cubicBezTo>
                  <a:cubicBezTo>
                    <a:pt x="352" y="1"/>
                    <a:pt x="345" y="0"/>
                    <a:pt x="33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4" name="Google Shape;1997;p36"/>
            <p:cNvSpPr/>
            <p:nvPr/>
          </p:nvSpPr>
          <p:spPr>
            <a:xfrm>
              <a:off x="2939309" y="3991602"/>
              <a:ext cx="36781" cy="9538"/>
            </a:xfrm>
            <a:custGeom>
              <a:avLst/>
              <a:gdLst/>
              <a:ahLst/>
              <a:cxnLst/>
              <a:rect l="l" t="t" r="r" b="b"/>
              <a:pathLst>
                <a:path w="1315" h="341" extrusionOk="0">
                  <a:moveTo>
                    <a:pt x="294" y="1"/>
                  </a:moveTo>
                  <a:cubicBezTo>
                    <a:pt x="256" y="1"/>
                    <a:pt x="218" y="3"/>
                    <a:pt x="180" y="7"/>
                  </a:cubicBezTo>
                  <a:cubicBezTo>
                    <a:pt x="107" y="21"/>
                    <a:pt x="47" y="61"/>
                    <a:pt x="0" y="114"/>
                  </a:cubicBezTo>
                  <a:cubicBezTo>
                    <a:pt x="754" y="254"/>
                    <a:pt x="1254" y="334"/>
                    <a:pt x="1314" y="341"/>
                  </a:cubicBezTo>
                  <a:cubicBezTo>
                    <a:pt x="1253" y="304"/>
                    <a:pt x="749" y="1"/>
                    <a:pt x="294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5" name="Google Shape;1998;p36"/>
            <p:cNvSpPr/>
            <p:nvPr/>
          </p:nvSpPr>
          <p:spPr>
            <a:xfrm>
              <a:off x="2930722" y="3983379"/>
              <a:ext cx="54318" cy="25984"/>
            </a:xfrm>
            <a:custGeom>
              <a:avLst/>
              <a:gdLst/>
              <a:ahLst/>
              <a:cxnLst/>
              <a:rect l="l" t="t" r="r" b="b"/>
              <a:pathLst>
                <a:path w="1942" h="929" extrusionOk="0">
                  <a:moveTo>
                    <a:pt x="577" y="1"/>
                  </a:moveTo>
                  <a:cubicBezTo>
                    <a:pt x="531" y="1"/>
                    <a:pt x="486" y="3"/>
                    <a:pt x="441" y="8"/>
                  </a:cubicBezTo>
                  <a:cubicBezTo>
                    <a:pt x="314" y="35"/>
                    <a:pt x="201" y="95"/>
                    <a:pt x="107" y="195"/>
                  </a:cubicBezTo>
                  <a:cubicBezTo>
                    <a:pt x="27" y="268"/>
                    <a:pt x="1" y="388"/>
                    <a:pt x="34" y="495"/>
                  </a:cubicBezTo>
                  <a:cubicBezTo>
                    <a:pt x="67" y="595"/>
                    <a:pt x="154" y="675"/>
                    <a:pt x="261" y="695"/>
                  </a:cubicBezTo>
                  <a:lnTo>
                    <a:pt x="1588" y="928"/>
                  </a:lnTo>
                  <a:lnTo>
                    <a:pt x="1628" y="928"/>
                  </a:lnTo>
                  <a:cubicBezTo>
                    <a:pt x="1748" y="922"/>
                    <a:pt x="1854" y="848"/>
                    <a:pt x="1894" y="735"/>
                  </a:cubicBezTo>
                  <a:cubicBezTo>
                    <a:pt x="1941" y="602"/>
                    <a:pt x="1894" y="455"/>
                    <a:pt x="1774" y="381"/>
                  </a:cubicBezTo>
                  <a:cubicBezTo>
                    <a:pt x="1615" y="290"/>
                    <a:pt x="1090" y="1"/>
                    <a:pt x="57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6" name="Google Shape;1999;p36"/>
            <p:cNvSpPr/>
            <p:nvPr/>
          </p:nvSpPr>
          <p:spPr>
            <a:xfrm>
              <a:off x="2591642" y="3676408"/>
              <a:ext cx="336871" cy="316341"/>
            </a:xfrm>
            <a:custGeom>
              <a:avLst/>
              <a:gdLst/>
              <a:ahLst/>
              <a:cxnLst/>
              <a:rect l="l" t="t" r="r" b="b"/>
              <a:pathLst>
                <a:path w="12044" h="11310" extrusionOk="0">
                  <a:moveTo>
                    <a:pt x="594" y="0"/>
                  </a:moveTo>
                  <a:cubicBezTo>
                    <a:pt x="387" y="53"/>
                    <a:pt x="187" y="140"/>
                    <a:pt x="0" y="267"/>
                  </a:cubicBezTo>
                  <a:cubicBezTo>
                    <a:pt x="434" y="3714"/>
                    <a:pt x="767" y="6909"/>
                    <a:pt x="961" y="7169"/>
                  </a:cubicBezTo>
                  <a:cubicBezTo>
                    <a:pt x="1301" y="7615"/>
                    <a:pt x="3588" y="8876"/>
                    <a:pt x="6495" y="9903"/>
                  </a:cubicBezTo>
                  <a:cubicBezTo>
                    <a:pt x="8249" y="10516"/>
                    <a:pt x="10503" y="11010"/>
                    <a:pt x="12044" y="11310"/>
                  </a:cubicBezTo>
                  <a:cubicBezTo>
                    <a:pt x="11810" y="11023"/>
                    <a:pt x="11637" y="10696"/>
                    <a:pt x="11530" y="10350"/>
                  </a:cubicBezTo>
                  <a:cubicBezTo>
                    <a:pt x="11043" y="8882"/>
                    <a:pt x="10597" y="3708"/>
                    <a:pt x="7389" y="1067"/>
                  </a:cubicBezTo>
                  <a:lnTo>
                    <a:pt x="7389" y="1067"/>
                  </a:lnTo>
                  <a:cubicBezTo>
                    <a:pt x="7389" y="1067"/>
                    <a:pt x="7502" y="1981"/>
                    <a:pt x="7629" y="3008"/>
                  </a:cubicBezTo>
                  <a:cubicBezTo>
                    <a:pt x="7629" y="3008"/>
                    <a:pt x="6113" y="3618"/>
                    <a:pt x="4349" y="3618"/>
                  </a:cubicBezTo>
                  <a:cubicBezTo>
                    <a:pt x="4223" y="3618"/>
                    <a:pt x="4096" y="3614"/>
                    <a:pt x="3968" y="3608"/>
                  </a:cubicBezTo>
                  <a:cubicBezTo>
                    <a:pt x="2921" y="3548"/>
                    <a:pt x="1828" y="3254"/>
                    <a:pt x="927" y="2481"/>
                  </a:cubicBezTo>
                  <a:cubicBezTo>
                    <a:pt x="927" y="2481"/>
                    <a:pt x="681" y="607"/>
                    <a:pt x="594" y="0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7" name="Google Shape;2000;p36"/>
            <p:cNvSpPr/>
            <p:nvPr/>
          </p:nvSpPr>
          <p:spPr>
            <a:xfrm>
              <a:off x="2583055" y="3668045"/>
              <a:ext cx="354044" cy="332563"/>
            </a:xfrm>
            <a:custGeom>
              <a:avLst/>
              <a:gdLst/>
              <a:ahLst/>
              <a:cxnLst/>
              <a:rect l="l" t="t" r="r" b="b"/>
              <a:pathLst>
                <a:path w="12658" h="11890" extrusionOk="0">
                  <a:moveTo>
                    <a:pt x="661" y="693"/>
                  </a:moveTo>
                  <a:cubicBezTo>
                    <a:pt x="768" y="1473"/>
                    <a:pt x="948" y="2813"/>
                    <a:pt x="948" y="2813"/>
                  </a:cubicBezTo>
                  <a:cubicBezTo>
                    <a:pt x="954" y="2886"/>
                    <a:pt x="988" y="2953"/>
                    <a:pt x="1048" y="2993"/>
                  </a:cubicBezTo>
                  <a:cubicBezTo>
                    <a:pt x="1888" y="3720"/>
                    <a:pt x="2968" y="4120"/>
                    <a:pt x="4262" y="4187"/>
                  </a:cubicBezTo>
                  <a:cubicBezTo>
                    <a:pt x="4403" y="4194"/>
                    <a:pt x="4543" y="4198"/>
                    <a:pt x="4681" y="4198"/>
                  </a:cubicBezTo>
                  <a:cubicBezTo>
                    <a:pt x="6465" y="4198"/>
                    <a:pt x="7975" y="3604"/>
                    <a:pt x="8049" y="3573"/>
                  </a:cubicBezTo>
                  <a:cubicBezTo>
                    <a:pt x="8163" y="3520"/>
                    <a:pt x="8236" y="3400"/>
                    <a:pt x="8223" y="3273"/>
                  </a:cubicBezTo>
                  <a:cubicBezTo>
                    <a:pt x="8170" y="2846"/>
                    <a:pt x="8123" y="2446"/>
                    <a:pt x="8083" y="2120"/>
                  </a:cubicBezTo>
                  <a:lnTo>
                    <a:pt x="8083" y="2120"/>
                  </a:lnTo>
                  <a:cubicBezTo>
                    <a:pt x="10117" y="4213"/>
                    <a:pt x="10804" y="7421"/>
                    <a:pt x="11230" y="9408"/>
                  </a:cubicBezTo>
                  <a:cubicBezTo>
                    <a:pt x="11357" y="9975"/>
                    <a:pt x="11457" y="10422"/>
                    <a:pt x="11557" y="10742"/>
                  </a:cubicBezTo>
                  <a:cubicBezTo>
                    <a:pt x="11617" y="10902"/>
                    <a:pt x="11670" y="11049"/>
                    <a:pt x="11737" y="11189"/>
                  </a:cubicBezTo>
                  <a:cubicBezTo>
                    <a:pt x="10257" y="10889"/>
                    <a:pt x="8396" y="10455"/>
                    <a:pt x="6902" y="9922"/>
                  </a:cubicBezTo>
                  <a:cubicBezTo>
                    <a:pt x="3855" y="8848"/>
                    <a:pt x="1768" y="7641"/>
                    <a:pt x="1521" y="7308"/>
                  </a:cubicBezTo>
                  <a:cubicBezTo>
                    <a:pt x="1394" y="7048"/>
                    <a:pt x="1148" y="4987"/>
                    <a:pt x="901" y="3006"/>
                  </a:cubicBezTo>
                  <a:cubicBezTo>
                    <a:pt x="814" y="2280"/>
                    <a:pt x="721" y="1506"/>
                    <a:pt x="621" y="713"/>
                  </a:cubicBezTo>
                  <a:lnTo>
                    <a:pt x="661" y="693"/>
                  </a:lnTo>
                  <a:close/>
                  <a:moveTo>
                    <a:pt x="902" y="1"/>
                  </a:moveTo>
                  <a:cubicBezTo>
                    <a:pt x="884" y="1"/>
                    <a:pt x="865" y="2"/>
                    <a:pt x="848" y="6"/>
                  </a:cubicBezTo>
                  <a:cubicBezTo>
                    <a:pt x="594" y="72"/>
                    <a:pt x="361" y="179"/>
                    <a:pt x="154" y="319"/>
                  </a:cubicBezTo>
                  <a:cubicBezTo>
                    <a:pt x="54" y="372"/>
                    <a:pt x="1" y="486"/>
                    <a:pt x="21" y="599"/>
                  </a:cubicBezTo>
                  <a:cubicBezTo>
                    <a:pt x="127" y="1453"/>
                    <a:pt x="227" y="2286"/>
                    <a:pt x="327" y="3073"/>
                  </a:cubicBezTo>
                  <a:cubicBezTo>
                    <a:pt x="748" y="6514"/>
                    <a:pt x="868" y="7414"/>
                    <a:pt x="1034" y="7641"/>
                  </a:cubicBezTo>
                  <a:cubicBezTo>
                    <a:pt x="1454" y="8188"/>
                    <a:pt x="3828" y="9455"/>
                    <a:pt x="6716" y="10475"/>
                  </a:cubicBezTo>
                  <a:cubicBezTo>
                    <a:pt x="8463" y="11102"/>
                    <a:pt x="10717" y="11589"/>
                    <a:pt x="12291" y="11889"/>
                  </a:cubicBezTo>
                  <a:lnTo>
                    <a:pt x="12351" y="11889"/>
                  </a:lnTo>
                  <a:cubicBezTo>
                    <a:pt x="12356" y="11889"/>
                    <a:pt x="12361" y="11889"/>
                    <a:pt x="12366" y="11889"/>
                  </a:cubicBezTo>
                  <a:cubicBezTo>
                    <a:pt x="12460" y="11889"/>
                    <a:pt x="12547" y="11831"/>
                    <a:pt x="12597" y="11749"/>
                  </a:cubicBezTo>
                  <a:cubicBezTo>
                    <a:pt x="12657" y="11642"/>
                    <a:pt x="12651" y="11509"/>
                    <a:pt x="12571" y="11415"/>
                  </a:cubicBezTo>
                  <a:cubicBezTo>
                    <a:pt x="12364" y="11162"/>
                    <a:pt x="12211" y="10869"/>
                    <a:pt x="12117" y="10555"/>
                  </a:cubicBezTo>
                  <a:cubicBezTo>
                    <a:pt x="11984" y="10135"/>
                    <a:pt x="11884" y="9715"/>
                    <a:pt x="11804" y="9281"/>
                  </a:cubicBezTo>
                  <a:cubicBezTo>
                    <a:pt x="11324" y="7048"/>
                    <a:pt x="10517" y="3307"/>
                    <a:pt x="7883" y="1139"/>
                  </a:cubicBezTo>
                  <a:cubicBezTo>
                    <a:pt x="7828" y="1093"/>
                    <a:pt x="7760" y="1069"/>
                    <a:pt x="7693" y="1069"/>
                  </a:cubicBezTo>
                  <a:cubicBezTo>
                    <a:pt x="7645" y="1069"/>
                    <a:pt x="7598" y="1081"/>
                    <a:pt x="7556" y="1106"/>
                  </a:cubicBezTo>
                  <a:cubicBezTo>
                    <a:pt x="7449" y="1159"/>
                    <a:pt x="7389" y="1279"/>
                    <a:pt x="7403" y="1399"/>
                  </a:cubicBezTo>
                  <a:lnTo>
                    <a:pt x="7623" y="3107"/>
                  </a:lnTo>
                  <a:cubicBezTo>
                    <a:pt x="7157" y="3266"/>
                    <a:pt x="5965" y="3622"/>
                    <a:pt x="4648" y="3622"/>
                  </a:cubicBezTo>
                  <a:cubicBezTo>
                    <a:pt x="4531" y="3622"/>
                    <a:pt x="4413" y="3619"/>
                    <a:pt x="4295" y="3613"/>
                  </a:cubicBezTo>
                  <a:cubicBezTo>
                    <a:pt x="3168" y="3553"/>
                    <a:pt x="2235" y="3220"/>
                    <a:pt x="1514" y="2633"/>
                  </a:cubicBezTo>
                  <a:cubicBezTo>
                    <a:pt x="1454" y="2213"/>
                    <a:pt x="1261" y="779"/>
                    <a:pt x="1188" y="252"/>
                  </a:cubicBezTo>
                  <a:cubicBezTo>
                    <a:pt x="1181" y="172"/>
                    <a:pt x="1134" y="99"/>
                    <a:pt x="1068" y="52"/>
                  </a:cubicBezTo>
                  <a:cubicBezTo>
                    <a:pt x="1017" y="17"/>
                    <a:pt x="959" y="1"/>
                    <a:pt x="90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8" name="Google Shape;2001;p36"/>
            <p:cNvSpPr/>
            <p:nvPr/>
          </p:nvSpPr>
          <p:spPr>
            <a:xfrm>
              <a:off x="2939309" y="3991602"/>
              <a:ext cx="36781" cy="9538"/>
            </a:xfrm>
            <a:custGeom>
              <a:avLst/>
              <a:gdLst/>
              <a:ahLst/>
              <a:cxnLst/>
              <a:rect l="l" t="t" r="r" b="b"/>
              <a:pathLst>
                <a:path w="1315" h="341" extrusionOk="0">
                  <a:moveTo>
                    <a:pt x="294" y="1"/>
                  </a:moveTo>
                  <a:cubicBezTo>
                    <a:pt x="256" y="1"/>
                    <a:pt x="218" y="3"/>
                    <a:pt x="180" y="7"/>
                  </a:cubicBezTo>
                  <a:cubicBezTo>
                    <a:pt x="107" y="21"/>
                    <a:pt x="47" y="61"/>
                    <a:pt x="0" y="114"/>
                  </a:cubicBezTo>
                  <a:cubicBezTo>
                    <a:pt x="754" y="254"/>
                    <a:pt x="1254" y="334"/>
                    <a:pt x="1314" y="341"/>
                  </a:cubicBezTo>
                  <a:cubicBezTo>
                    <a:pt x="1253" y="304"/>
                    <a:pt x="749" y="1"/>
                    <a:pt x="294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9" name="Google Shape;2002;p36"/>
            <p:cNvSpPr/>
            <p:nvPr/>
          </p:nvSpPr>
          <p:spPr>
            <a:xfrm>
              <a:off x="2930722" y="3983379"/>
              <a:ext cx="54318" cy="25984"/>
            </a:xfrm>
            <a:custGeom>
              <a:avLst/>
              <a:gdLst/>
              <a:ahLst/>
              <a:cxnLst/>
              <a:rect l="l" t="t" r="r" b="b"/>
              <a:pathLst>
                <a:path w="1942" h="929" extrusionOk="0">
                  <a:moveTo>
                    <a:pt x="577" y="1"/>
                  </a:moveTo>
                  <a:cubicBezTo>
                    <a:pt x="531" y="1"/>
                    <a:pt x="486" y="3"/>
                    <a:pt x="441" y="8"/>
                  </a:cubicBezTo>
                  <a:cubicBezTo>
                    <a:pt x="314" y="35"/>
                    <a:pt x="201" y="95"/>
                    <a:pt x="107" y="195"/>
                  </a:cubicBezTo>
                  <a:cubicBezTo>
                    <a:pt x="27" y="268"/>
                    <a:pt x="1" y="388"/>
                    <a:pt x="34" y="495"/>
                  </a:cubicBezTo>
                  <a:cubicBezTo>
                    <a:pt x="67" y="595"/>
                    <a:pt x="154" y="675"/>
                    <a:pt x="261" y="695"/>
                  </a:cubicBezTo>
                  <a:lnTo>
                    <a:pt x="1588" y="928"/>
                  </a:lnTo>
                  <a:lnTo>
                    <a:pt x="1628" y="928"/>
                  </a:lnTo>
                  <a:cubicBezTo>
                    <a:pt x="1748" y="922"/>
                    <a:pt x="1854" y="848"/>
                    <a:pt x="1894" y="735"/>
                  </a:cubicBezTo>
                  <a:cubicBezTo>
                    <a:pt x="1941" y="602"/>
                    <a:pt x="1894" y="455"/>
                    <a:pt x="1774" y="381"/>
                  </a:cubicBezTo>
                  <a:cubicBezTo>
                    <a:pt x="1615" y="290"/>
                    <a:pt x="1090" y="1"/>
                    <a:pt x="57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0" name="Google Shape;2003;p36"/>
            <p:cNvSpPr/>
            <p:nvPr/>
          </p:nvSpPr>
          <p:spPr>
            <a:xfrm>
              <a:off x="2796242" y="3548641"/>
              <a:ext cx="31187" cy="171065"/>
            </a:xfrm>
            <a:custGeom>
              <a:avLst/>
              <a:gdLst/>
              <a:ahLst/>
              <a:cxnLst/>
              <a:rect l="l" t="t" r="r" b="b"/>
              <a:pathLst>
                <a:path w="1115" h="6116" extrusionOk="0">
                  <a:moveTo>
                    <a:pt x="1" y="0"/>
                  </a:moveTo>
                  <a:lnTo>
                    <a:pt x="1" y="0"/>
                  </a:lnTo>
                  <a:cubicBezTo>
                    <a:pt x="81" y="1034"/>
                    <a:pt x="221" y="2061"/>
                    <a:pt x="414" y="3081"/>
                  </a:cubicBezTo>
                  <a:cubicBezTo>
                    <a:pt x="594" y="4101"/>
                    <a:pt x="828" y="5115"/>
                    <a:pt x="1114" y="6115"/>
                  </a:cubicBezTo>
                  <a:cubicBezTo>
                    <a:pt x="1034" y="5082"/>
                    <a:pt x="894" y="4048"/>
                    <a:pt x="701" y="3034"/>
                  </a:cubicBezTo>
                  <a:cubicBezTo>
                    <a:pt x="521" y="2007"/>
                    <a:pt x="287" y="994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1" name="Google Shape;2004;p36"/>
            <p:cNvSpPr/>
            <p:nvPr/>
          </p:nvSpPr>
          <p:spPr>
            <a:xfrm>
              <a:off x="2844183" y="3629027"/>
              <a:ext cx="36221" cy="125166"/>
            </a:xfrm>
            <a:custGeom>
              <a:avLst/>
              <a:gdLst/>
              <a:ahLst/>
              <a:cxnLst/>
              <a:rect l="l" t="t" r="r" b="b"/>
              <a:pathLst>
                <a:path w="1295" h="4475" extrusionOk="0">
                  <a:moveTo>
                    <a:pt x="0" y="0"/>
                  </a:moveTo>
                  <a:lnTo>
                    <a:pt x="0" y="0"/>
                  </a:lnTo>
                  <a:cubicBezTo>
                    <a:pt x="134" y="1561"/>
                    <a:pt x="574" y="3081"/>
                    <a:pt x="1294" y="4475"/>
                  </a:cubicBezTo>
                  <a:cubicBezTo>
                    <a:pt x="1134" y="3708"/>
                    <a:pt x="921" y="2968"/>
                    <a:pt x="701" y="2221"/>
                  </a:cubicBezTo>
                  <a:cubicBezTo>
                    <a:pt x="487" y="1481"/>
                    <a:pt x="281" y="734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2" name="Google Shape;2005;p36"/>
            <p:cNvSpPr/>
            <p:nvPr/>
          </p:nvSpPr>
          <p:spPr>
            <a:xfrm>
              <a:off x="2865999" y="4377141"/>
              <a:ext cx="131711" cy="35662"/>
            </a:xfrm>
            <a:custGeom>
              <a:avLst/>
              <a:gdLst/>
              <a:ahLst/>
              <a:cxnLst/>
              <a:rect l="l" t="t" r="r" b="b"/>
              <a:pathLst>
                <a:path w="4709" h="1275" extrusionOk="0">
                  <a:moveTo>
                    <a:pt x="1" y="0"/>
                  </a:moveTo>
                  <a:lnTo>
                    <a:pt x="1" y="0"/>
                  </a:lnTo>
                  <a:cubicBezTo>
                    <a:pt x="754" y="314"/>
                    <a:pt x="1528" y="567"/>
                    <a:pt x="2315" y="774"/>
                  </a:cubicBezTo>
                  <a:cubicBezTo>
                    <a:pt x="3102" y="1001"/>
                    <a:pt x="3902" y="1167"/>
                    <a:pt x="4709" y="1274"/>
                  </a:cubicBezTo>
                  <a:cubicBezTo>
                    <a:pt x="3195" y="667"/>
                    <a:pt x="1614" y="240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3" name="Google Shape;2006;p36"/>
            <p:cNvSpPr/>
            <p:nvPr/>
          </p:nvSpPr>
          <p:spPr>
            <a:xfrm>
              <a:off x="3039833" y="4429165"/>
              <a:ext cx="282413" cy="49059"/>
            </a:xfrm>
            <a:custGeom>
              <a:avLst/>
              <a:gdLst/>
              <a:ahLst/>
              <a:cxnLst/>
              <a:rect l="l" t="t" r="r" b="b"/>
              <a:pathLst>
                <a:path w="10097" h="1754" extrusionOk="0">
                  <a:moveTo>
                    <a:pt x="1" y="1"/>
                  </a:moveTo>
                  <a:cubicBezTo>
                    <a:pt x="434" y="61"/>
                    <a:pt x="834" y="221"/>
                    <a:pt x="1241" y="401"/>
                  </a:cubicBezTo>
                  <a:cubicBezTo>
                    <a:pt x="1654" y="574"/>
                    <a:pt x="2061" y="734"/>
                    <a:pt x="2468" y="894"/>
                  </a:cubicBezTo>
                  <a:cubicBezTo>
                    <a:pt x="3295" y="1208"/>
                    <a:pt x="4148" y="1455"/>
                    <a:pt x="5022" y="1628"/>
                  </a:cubicBezTo>
                  <a:cubicBezTo>
                    <a:pt x="5481" y="1712"/>
                    <a:pt x="5946" y="1753"/>
                    <a:pt x="6411" y="1753"/>
                  </a:cubicBezTo>
                  <a:cubicBezTo>
                    <a:pt x="6838" y="1753"/>
                    <a:pt x="7265" y="1718"/>
                    <a:pt x="7689" y="1648"/>
                  </a:cubicBezTo>
                  <a:cubicBezTo>
                    <a:pt x="8563" y="1501"/>
                    <a:pt x="9423" y="1148"/>
                    <a:pt x="10097" y="574"/>
                  </a:cubicBezTo>
                  <a:lnTo>
                    <a:pt x="10097" y="574"/>
                  </a:lnTo>
                  <a:cubicBezTo>
                    <a:pt x="9357" y="1035"/>
                    <a:pt x="8523" y="1328"/>
                    <a:pt x="7656" y="1421"/>
                  </a:cubicBezTo>
                  <a:cubicBezTo>
                    <a:pt x="7320" y="1463"/>
                    <a:pt x="6983" y="1483"/>
                    <a:pt x="6647" y="1483"/>
                  </a:cubicBezTo>
                  <a:cubicBezTo>
                    <a:pt x="6118" y="1483"/>
                    <a:pt x="5591" y="1433"/>
                    <a:pt x="5069" y="1335"/>
                  </a:cubicBezTo>
                  <a:cubicBezTo>
                    <a:pt x="4215" y="1168"/>
                    <a:pt x="3368" y="948"/>
                    <a:pt x="2541" y="674"/>
                  </a:cubicBezTo>
                  <a:lnTo>
                    <a:pt x="1294" y="274"/>
                  </a:lnTo>
                  <a:cubicBezTo>
                    <a:pt x="874" y="141"/>
                    <a:pt x="441" y="1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4" name="Google Shape;2007;p36"/>
            <p:cNvSpPr/>
            <p:nvPr/>
          </p:nvSpPr>
          <p:spPr>
            <a:xfrm>
              <a:off x="3176550" y="4372106"/>
              <a:ext cx="159513" cy="68666"/>
            </a:xfrm>
            <a:custGeom>
              <a:avLst/>
              <a:gdLst/>
              <a:ahLst/>
              <a:cxnLst/>
              <a:rect l="l" t="t" r="r" b="b"/>
              <a:pathLst>
                <a:path w="5703" h="2455" extrusionOk="0">
                  <a:moveTo>
                    <a:pt x="5702" y="0"/>
                  </a:moveTo>
                  <a:cubicBezTo>
                    <a:pt x="5355" y="420"/>
                    <a:pt x="4982" y="807"/>
                    <a:pt x="4575" y="1167"/>
                  </a:cubicBezTo>
                  <a:cubicBezTo>
                    <a:pt x="4168" y="1501"/>
                    <a:pt x="3702" y="1761"/>
                    <a:pt x="3202" y="1921"/>
                  </a:cubicBezTo>
                  <a:cubicBezTo>
                    <a:pt x="2188" y="2254"/>
                    <a:pt x="1088" y="2254"/>
                    <a:pt x="1" y="2341"/>
                  </a:cubicBezTo>
                  <a:cubicBezTo>
                    <a:pt x="488" y="2408"/>
                    <a:pt x="988" y="2455"/>
                    <a:pt x="1490" y="2455"/>
                  </a:cubicBezTo>
                  <a:cubicBezTo>
                    <a:pt x="2093" y="2455"/>
                    <a:pt x="2699" y="2387"/>
                    <a:pt x="3288" y="2201"/>
                  </a:cubicBezTo>
                  <a:cubicBezTo>
                    <a:pt x="3828" y="2028"/>
                    <a:pt x="4322" y="1727"/>
                    <a:pt x="4722" y="1334"/>
                  </a:cubicBezTo>
                  <a:cubicBezTo>
                    <a:pt x="5115" y="941"/>
                    <a:pt x="5449" y="487"/>
                    <a:pt x="570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5" name="Google Shape;2008;p36"/>
            <p:cNvSpPr/>
            <p:nvPr/>
          </p:nvSpPr>
          <p:spPr>
            <a:xfrm>
              <a:off x="3186452" y="4349171"/>
              <a:ext cx="119768" cy="50738"/>
            </a:xfrm>
            <a:custGeom>
              <a:avLst/>
              <a:gdLst/>
              <a:ahLst/>
              <a:cxnLst/>
              <a:rect l="l" t="t" r="r" b="b"/>
              <a:pathLst>
                <a:path w="4282" h="1814" extrusionOk="0">
                  <a:moveTo>
                    <a:pt x="4281" y="0"/>
                  </a:moveTo>
                  <a:cubicBezTo>
                    <a:pt x="3634" y="434"/>
                    <a:pt x="2948" y="814"/>
                    <a:pt x="2234" y="1120"/>
                  </a:cubicBezTo>
                  <a:cubicBezTo>
                    <a:pt x="1514" y="1421"/>
                    <a:pt x="767" y="1647"/>
                    <a:pt x="0" y="1807"/>
                  </a:cubicBezTo>
                  <a:cubicBezTo>
                    <a:pt x="88" y="1812"/>
                    <a:pt x="176" y="1814"/>
                    <a:pt x="263" y="1814"/>
                  </a:cubicBezTo>
                  <a:cubicBezTo>
                    <a:pt x="1796" y="1814"/>
                    <a:pt x="3259" y="1155"/>
                    <a:pt x="428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6" name="Google Shape;2009;p36"/>
            <p:cNvSpPr/>
            <p:nvPr/>
          </p:nvSpPr>
          <p:spPr>
            <a:xfrm>
              <a:off x="2458504" y="3260774"/>
              <a:ext cx="389986" cy="1410527"/>
            </a:xfrm>
            <a:custGeom>
              <a:avLst/>
              <a:gdLst/>
              <a:ahLst/>
              <a:cxnLst/>
              <a:rect l="l" t="t" r="r" b="b"/>
              <a:pathLst>
                <a:path w="13943" h="50430" extrusionOk="0">
                  <a:moveTo>
                    <a:pt x="885" y="1"/>
                  </a:moveTo>
                  <a:cubicBezTo>
                    <a:pt x="0" y="1"/>
                    <a:pt x="373" y="403"/>
                    <a:pt x="373" y="403"/>
                  </a:cubicBezTo>
                  <a:lnTo>
                    <a:pt x="1306" y="770"/>
                  </a:lnTo>
                  <a:lnTo>
                    <a:pt x="1339" y="830"/>
                  </a:lnTo>
                  <a:lnTo>
                    <a:pt x="1366" y="876"/>
                  </a:lnTo>
                  <a:lnTo>
                    <a:pt x="1606" y="1363"/>
                  </a:lnTo>
                  <a:lnTo>
                    <a:pt x="1733" y="1623"/>
                  </a:lnTo>
                  <a:cubicBezTo>
                    <a:pt x="1833" y="1810"/>
                    <a:pt x="1933" y="2037"/>
                    <a:pt x="2046" y="2277"/>
                  </a:cubicBezTo>
                  <a:cubicBezTo>
                    <a:pt x="2086" y="2363"/>
                    <a:pt x="2120" y="2443"/>
                    <a:pt x="2166" y="2537"/>
                  </a:cubicBezTo>
                  <a:cubicBezTo>
                    <a:pt x="2206" y="2630"/>
                    <a:pt x="2233" y="2677"/>
                    <a:pt x="2286" y="2810"/>
                  </a:cubicBezTo>
                  <a:cubicBezTo>
                    <a:pt x="2346" y="2944"/>
                    <a:pt x="2380" y="3044"/>
                    <a:pt x="2473" y="3244"/>
                  </a:cubicBezTo>
                  <a:cubicBezTo>
                    <a:pt x="2566" y="3444"/>
                    <a:pt x="2646" y="3657"/>
                    <a:pt x="2740" y="3871"/>
                  </a:cubicBezTo>
                  <a:lnTo>
                    <a:pt x="2773" y="3944"/>
                  </a:lnTo>
                  <a:lnTo>
                    <a:pt x="3013" y="4544"/>
                  </a:lnTo>
                  <a:lnTo>
                    <a:pt x="3147" y="4904"/>
                  </a:lnTo>
                  <a:cubicBezTo>
                    <a:pt x="3187" y="5011"/>
                    <a:pt x="3240" y="5131"/>
                    <a:pt x="3273" y="5238"/>
                  </a:cubicBezTo>
                  <a:cubicBezTo>
                    <a:pt x="3413" y="5624"/>
                    <a:pt x="3553" y="6004"/>
                    <a:pt x="3680" y="6411"/>
                  </a:cubicBezTo>
                  <a:cubicBezTo>
                    <a:pt x="3733" y="6538"/>
                    <a:pt x="3773" y="6671"/>
                    <a:pt x="3813" y="6805"/>
                  </a:cubicBezTo>
                  <a:lnTo>
                    <a:pt x="4067" y="7645"/>
                  </a:lnTo>
                  <a:cubicBezTo>
                    <a:pt x="4107" y="7805"/>
                    <a:pt x="4147" y="7972"/>
                    <a:pt x="4200" y="8145"/>
                  </a:cubicBezTo>
                  <a:cubicBezTo>
                    <a:pt x="4247" y="8325"/>
                    <a:pt x="4287" y="8498"/>
                    <a:pt x="4334" y="8678"/>
                  </a:cubicBezTo>
                  <a:lnTo>
                    <a:pt x="4434" y="9125"/>
                  </a:lnTo>
                  <a:cubicBezTo>
                    <a:pt x="4474" y="9305"/>
                    <a:pt x="4487" y="9372"/>
                    <a:pt x="4547" y="9679"/>
                  </a:cubicBezTo>
                  <a:cubicBezTo>
                    <a:pt x="4607" y="9992"/>
                    <a:pt x="4674" y="10339"/>
                    <a:pt x="4734" y="10726"/>
                  </a:cubicBezTo>
                  <a:cubicBezTo>
                    <a:pt x="4767" y="10906"/>
                    <a:pt x="4800" y="11106"/>
                    <a:pt x="4834" y="11312"/>
                  </a:cubicBezTo>
                  <a:lnTo>
                    <a:pt x="4854" y="11473"/>
                  </a:lnTo>
                  <a:lnTo>
                    <a:pt x="4934" y="11933"/>
                  </a:lnTo>
                  <a:cubicBezTo>
                    <a:pt x="5014" y="12493"/>
                    <a:pt x="5107" y="13080"/>
                    <a:pt x="5201" y="13706"/>
                  </a:cubicBezTo>
                  <a:lnTo>
                    <a:pt x="5247" y="14080"/>
                  </a:lnTo>
                  <a:lnTo>
                    <a:pt x="5267" y="14207"/>
                  </a:lnTo>
                  <a:cubicBezTo>
                    <a:pt x="5301" y="14413"/>
                    <a:pt x="5307" y="14513"/>
                    <a:pt x="5354" y="14860"/>
                  </a:cubicBezTo>
                  <a:cubicBezTo>
                    <a:pt x="5407" y="15200"/>
                    <a:pt x="5447" y="15547"/>
                    <a:pt x="5501" y="15907"/>
                  </a:cubicBezTo>
                  <a:cubicBezTo>
                    <a:pt x="5507" y="15980"/>
                    <a:pt x="5514" y="16054"/>
                    <a:pt x="5534" y="16127"/>
                  </a:cubicBezTo>
                  <a:cubicBezTo>
                    <a:pt x="5667" y="17161"/>
                    <a:pt x="5801" y="18228"/>
                    <a:pt x="5934" y="19295"/>
                  </a:cubicBezTo>
                  <a:cubicBezTo>
                    <a:pt x="5967" y="19535"/>
                    <a:pt x="5987" y="19781"/>
                    <a:pt x="6021" y="20028"/>
                  </a:cubicBezTo>
                  <a:cubicBezTo>
                    <a:pt x="6174" y="21262"/>
                    <a:pt x="6307" y="22469"/>
                    <a:pt x="6421" y="23596"/>
                  </a:cubicBezTo>
                  <a:lnTo>
                    <a:pt x="6501" y="24263"/>
                  </a:lnTo>
                  <a:cubicBezTo>
                    <a:pt x="6541" y="24696"/>
                    <a:pt x="6581" y="25109"/>
                    <a:pt x="6621" y="25510"/>
                  </a:cubicBezTo>
                  <a:lnTo>
                    <a:pt x="6621" y="25576"/>
                  </a:lnTo>
                  <a:lnTo>
                    <a:pt x="6674" y="26043"/>
                  </a:lnTo>
                  <a:lnTo>
                    <a:pt x="6721" y="26683"/>
                  </a:lnTo>
                  <a:cubicBezTo>
                    <a:pt x="6741" y="26830"/>
                    <a:pt x="6741" y="26950"/>
                    <a:pt x="6754" y="27083"/>
                  </a:cubicBezTo>
                  <a:cubicBezTo>
                    <a:pt x="6774" y="27217"/>
                    <a:pt x="6781" y="27303"/>
                    <a:pt x="6788" y="27470"/>
                  </a:cubicBezTo>
                  <a:cubicBezTo>
                    <a:pt x="6801" y="27637"/>
                    <a:pt x="6814" y="27770"/>
                    <a:pt x="6821" y="27944"/>
                  </a:cubicBezTo>
                  <a:cubicBezTo>
                    <a:pt x="6834" y="28117"/>
                    <a:pt x="6841" y="28330"/>
                    <a:pt x="6848" y="28430"/>
                  </a:cubicBezTo>
                  <a:cubicBezTo>
                    <a:pt x="6854" y="28530"/>
                    <a:pt x="6854" y="28650"/>
                    <a:pt x="6854" y="28697"/>
                  </a:cubicBezTo>
                  <a:cubicBezTo>
                    <a:pt x="6854" y="28737"/>
                    <a:pt x="6868" y="28777"/>
                    <a:pt x="6868" y="28810"/>
                  </a:cubicBezTo>
                  <a:lnTo>
                    <a:pt x="6868" y="29031"/>
                  </a:lnTo>
                  <a:cubicBezTo>
                    <a:pt x="6868" y="29637"/>
                    <a:pt x="6874" y="30284"/>
                    <a:pt x="6901" y="30951"/>
                  </a:cubicBezTo>
                  <a:cubicBezTo>
                    <a:pt x="6908" y="31218"/>
                    <a:pt x="6914" y="31498"/>
                    <a:pt x="6934" y="31771"/>
                  </a:cubicBezTo>
                  <a:cubicBezTo>
                    <a:pt x="6974" y="32745"/>
                    <a:pt x="7034" y="33752"/>
                    <a:pt x="7101" y="34779"/>
                  </a:cubicBezTo>
                  <a:cubicBezTo>
                    <a:pt x="7121" y="35212"/>
                    <a:pt x="7154" y="35639"/>
                    <a:pt x="7188" y="36079"/>
                  </a:cubicBezTo>
                  <a:cubicBezTo>
                    <a:pt x="7208" y="36239"/>
                    <a:pt x="7214" y="36406"/>
                    <a:pt x="7234" y="36559"/>
                  </a:cubicBezTo>
                  <a:lnTo>
                    <a:pt x="7308" y="37453"/>
                  </a:lnTo>
                  <a:cubicBezTo>
                    <a:pt x="7374" y="38300"/>
                    <a:pt x="7448" y="39133"/>
                    <a:pt x="7534" y="39953"/>
                  </a:cubicBezTo>
                  <a:cubicBezTo>
                    <a:pt x="7548" y="40153"/>
                    <a:pt x="7568" y="40347"/>
                    <a:pt x="7588" y="40547"/>
                  </a:cubicBezTo>
                  <a:cubicBezTo>
                    <a:pt x="7655" y="41274"/>
                    <a:pt x="7735" y="41974"/>
                    <a:pt x="7808" y="42654"/>
                  </a:cubicBezTo>
                  <a:cubicBezTo>
                    <a:pt x="7881" y="43381"/>
                    <a:pt x="7961" y="44075"/>
                    <a:pt x="8035" y="44728"/>
                  </a:cubicBezTo>
                  <a:cubicBezTo>
                    <a:pt x="8048" y="44915"/>
                    <a:pt x="8075" y="45088"/>
                    <a:pt x="8088" y="45262"/>
                  </a:cubicBezTo>
                  <a:cubicBezTo>
                    <a:pt x="8141" y="45688"/>
                    <a:pt x="8188" y="46108"/>
                    <a:pt x="8241" y="46495"/>
                  </a:cubicBezTo>
                  <a:cubicBezTo>
                    <a:pt x="8261" y="46682"/>
                    <a:pt x="8261" y="46809"/>
                    <a:pt x="8301" y="47022"/>
                  </a:cubicBezTo>
                  <a:cubicBezTo>
                    <a:pt x="8335" y="47242"/>
                    <a:pt x="8348" y="47442"/>
                    <a:pt x="8375" y="47629"/>
                  </a:cubicBezTo>
                  <a:lnTo>
                    <a:pt x="8448" y="48182"/>
                  </a:lnTo>
                  <a:cubicBezTo>
                    <a:pt x="8521" y="48822"/>
                    <a:pt x="8588" y="49343"/>
                    <a:pt x="8641" y="49723"/>
                  </a:cubicBezTo>
                  <a:cubicBezTo>
                    <a:pt x="8655" y="49816"/>
                    <a:pt x="8668" y="49883"/>
                    <a:pt x="8675" y="49963"/>
                  </a:cubicBezTo>
                  <a:cubicBezTo>
                    <a:pt x="8681" y="50049"/>
                    <a:pt x="8708" y="50143"/>
                    <a:pt x="8708" y="50189"/>
                  </a:cubicBezTo>
                  <a:cubicBezTo>
                    <a:pt x="8708" y="50243"/>
                    <a:pt x="8715" y="50283"/>
                    <a:pt x="8715" y="50310"/>
                  </a:cubicBezTo>
                  <a:cubicBezTo>
                    <a:pt x="8715" y="50336"/>
                    <a:pt x="8721" y="50363"/>
                    <a:pt x="8735" y="50390"/>
                  </a:cubicBezTo>
                  <a:lnTo>
                    <a:pt x="8735" y="50430"/>
                  </a:lnTo>
                  <a:cubicBezTo>
                    <a:pt x="9622" y="49876"/>
                    <a:pt x="10455" y="48329"/>
                    <a:pt x="11189" y="46322"/>
                  </a:cubicBezTo>
                  <a:cubicBezTo>
                    <a:pt x="11789" y="44688"/>
                    <a:pt x="12316" y="42748"/>
                    <a:pt x="12743" y="40780"/>
                  </a:cubicBezTo>
                  <a:cubicBezTo>
                    <a:pt x="11969" y="40394"/>
                    <a:pt x="11329" y="39780"/>
                    <a:pt x="10915" y="39020"/>
                  </a:cubicBezTo>
                  <a:cubicBezTo>
                    <a:pt x="10409" y="38113"/>
                    <a:pt x="11255" y="36306"/>
                    <a:pt x="12209" y="34645"/>
                  </a:cubicBezTo>
                  <a:cubicBezTo>
                    <a:pt x="12442" y="34245"/>
                    <a:pt x="12683" y="33852"/>
                    <a:pt x="12909" y="33505"/>
                  </a:cubicBezTo>
                  <a:cubicBezTo>
                    <a:pt x="13316" y="32832"/>
                    <a:pt x="13703" y="32238"/>
                    <a:pt x="13943" y="31805"/>
                  </a:cubicBezTo>
                  <a:cubicBezTo>
                    <a:pt x="13943" y="31731"/>
                    <a:pt x="13936" y="31665"/>
                    <a:pt x="13936" y="31585"/>
                  </a:cubicBezTo>
                  <a:cubicBezTo>
                    <a:pt x="13936" y="31518"/>
                    <a:pt x="13930" y="31451"/>
                    <a:pt x="13923" y="31384"/>
                  </a:cubicBezTo>
                  <a:cubicBezTo>
                    <a:pt x="13916" y="31211"/>
                    <a:pt x="13903" y="31098"/>
                    <a:pt x="13883" y="30911"/>
                  </a:cubicBezTo>
                  <a:cubicBezTo>
                    <a:pt x="13870" y="30731"/>
                    <a:pt x="13836" y="30538"/>
                    <a:pt x="13816" y="30344"/>
                  </a:cubicBezTo>
                  <a:cubicBezTo>
                    <a:pt x="13809" y="30338"/>
                    <a:pt x="13809" y="30324"/>
                    <a:pt x="13809" y="30311"/>
                  </a:cubicBezTo>
                  <a:cubicBezTo>
                    <a:pt x="13789" y="30151"/>
                    <a:pt x="13769" y="29984"/>
                    <a:pt x="13749" y="29817"/>
                  </a:cubicBezTo>
                  <a:cubicBezTo>
                    <a:pt x="13709" y="29504"/>
                    <a:pt x="13669" y="29164"/>
                    <a:pt x="13623" y="28817"/>
                  </a:cubicBezTo>
                  <a:cubicBezTo>
                    <a:pt x="13616" y="28710"/>
                    <a:pt x="13609" y="28604"/>
                    <a:pt x="13589" y="28497"/>
                  </a:cubicBezTo>
                  <a:cubicBezTo>
                    <a:pt x="13523" y="27950"/>
                    <a:pt x="13456" y="27377"/>
                    <a:pt x="13403" y="26783"/>
                  </a:cubicBezTo>
                  <a:cubicBezTo>
                    <a:pt x="13383" y="26670"/>
                    <a:pt x="13369" y="26543"/>
                    <a:pt x="13356" y="26430"/>
                  </a:cubicBezTo>
                  <a:cubicBezTo>
                    <a:pt x="13156" y="24636"/>
                    <a:pt x="12943" y="22629"/>
                    <a:pt x="12689" y="20428"/>
                  </a:cubicBezTo>
                  <a:cubicBezTo>
                    <a:pt x="12636" y="19961"/>
                    <a:pt x="12582" y="19475"/>
                    <a:pt x="12522" y="18995"/>
                  </a:cubicBezTo>
                  <a:cubicBezTo>
                    <a:pt x="12442" y="18268"/>
                    <a:pt x="12349" y="17541"/>
                    <a:pt x="12256" y="16781"/>
                  </a:cubicBezTo>
                  <a:cubicBezTo>
                    <a:pt x="11749" y="12660"/>
                    <a:pt x="10935" y="8832"/>
                    <a:pt x="10122" y="6538"/>
                  </a:cubicBezTo>
                  <a:cubicBezTo>
                    <a:pt x="9775" y="5544"/>
                    <a:pt x="9422" y="4837"/>
                    <a:pt x="9108" y="4524"/>
                  </a:cubicBezTo>
                  <a:cubicBezTo>
                    <a:pt x="8788" y="4204"/>
                    <a:pt x="8301" y="3757"/>
                    <a:pt x="7688" y="3244"/>
                  </a:cubicBezTo>
                  <a:cubicBezTo>
                    <a:pt x="6201" y="2010"/>
                    <a:pt x="4040" y="496"/>
                    <a:pt x="2240" y="163"/>
                  </a:cubicBezTo>
                  <a:cubicBezTo>
                    <a:pt x="1610" y="45"/>
                    <a:pt x="1178" y="1"/>
                    <a:pt x="885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7" name="Google Shape;2010;p36"/>
            <p:cNvSpPr/>
            <p:nvPr/>
          </p:nvSpPr>
          <p:spPr>
            <a:xfrm>
              <a:off x="2458281" y="3252355"/>
              <a:ext cx="399356" cy="1427113"/>
            </a:xfrm>
            <a:custGeom>
              <a:avLst/>
              <a:gdLst/>
              <a:ahLst/>
              <a:cxnLst/>
              <a:rect l="l" t="t" r="r" b="b"/>
              <a:pathLst>
                <a:path w="14278" h="51023" extrusionOk="0">
                  <a:moveTo>
                    <a:pt x="847" y="571"/>
                  </a:moveTo>
                  <a:cubicBezTo>
                    <a:pt x="1094" y="571"/>
                    <a:pt x="1488" y="604"/>
                    <a:pt x="2161" y="731"/>
                  </a:cubicBezTo>
                  <a:cubicBezTo>
                    <a:pt x="4042" y="1077"/>
                    <a:pt x="6295" y="2771"/>
                    <a:pt x="7482" y="3758"/>
                  </a:cubicBezTo>
                  <a:cubicBezTo>
                    <a:pt x="7996" y="4178"/>
                    <a:pt x="8509" y="4638"/>
                    <a:pt x="8876" y="5005"/>
                  </a:cubicBezTo>
                  <a:cubicBezTo>
                    <a:pt x="9063" y="5205"/>
                    <a:pt x="9390" y="5685"/>
                    <a:pt x="9823" y="6912"/>
                  </a:cubicBezTo>
                  <a:cubicBezTo>
                    <a:pt x="10657" y="9273"/>
                    <a:pt x="11444" y="13081"/>
                    <a:pt x="11944" y="17102"/>
                  </a:cubicBezTo>
                  <a:cubicBezTo>
                    <a:pt x="12030" y="17855"/>
                    <a:pt x="12124" y="18595"/>
                    <a:pt x="12210" y="19309"/>
                  </a:cubicBezTo>
                  <a:cubicBezTo>
                    <a:pt x="12264" y="19796"/>
                    <a:pt x="12324" y="20276"/>
                    <a:pt x="12377" y="20743"/>
                  </a:cubicBezTo>
                  <a:cubicBezTo>
                    <a:pt x="12577" y="22530"/>
                    <a:pt x="12764" y="24190"/>
                    <a:pt x="12931" y="25717"/>
                  </a:cubicBezTo>
                  <a:lnTo>
                    <a:pt x="13044" y="26738"/>
                  </a:lnTo>
                  <a:cubicBezTo>
                    <a:pt x="13051" y="26851"/>
                    <a:pt x="13064" y="26978"/>
                    <a:pt x="13084" y="27104"/>
                  </a:cubicBezTo>
                  <a:cubicBezTo>
                    <a:pt x="13151" y="27698"/>
                    <a:pt x="13211" y="28271"/>
                    <a:pt x="13277" y="28818"/>
                  </a:cubicBezTo>
                  <a:cubicBezTo>
                    <a:pt x="13291" y="28918"/>
                    <a:pt x="13297" y="29031"/>
                    <a:pt x="13317" y="29138"/>
                  </a:cubicBezTo>
                  <a:cubicBezTo>
                    <a:pt x="13357" y="29478"/>
                    <a:pt x="13391" y="29818"/>
                    <a:pt x="13431" y="30145"/>
                  </a:cubicBezTo>
                  <a:lnTo>
                    <a:pt x="13491" y="30619"/>
                  </a:lnTo>
                  <a:cubicBezTo>
                    <a:pt x="13497" y="30632"/>
                    <a:pt x="13497" y="30652"/>
                    <a:pt x="13497" y="30679"/>
                  </a:cubicBezTo>
                  <a:lnTo>
                    <a:pt x="13551" y="31032"/>
                  </a:lnTo>
                  <a:lnTo>
                    <a:pt x="13577" y="31232"/>
                  </a:lnTo>
                  <a:cubicBezTo>
                    <a:pt x="13591" y="31365"/>
                    <a:pt x="13597" y="31512"/>
                    <a:pt x="13611" y="31679"/>
                  </a:cubicBezTo>
                  <a:lnTo>
                    <a:pt x="13624" y="32012"/>
                  </a:lnTo>
                  <a:cubicBezTo>
                    <a:pt x="13451" y="32312"/>
                    <a:pt x="13224" y="32679"/>
                    <a:pt x="12957" y="33106"/>
                  </a:cubicBezTo>
                  <a:lnTo>
                    <a:pt x="12631" y="33639"/>
                  </a:lnTo>
                  <a:cubicBezTo>
                    <a:pt x="12404" y="34006"/>
                    <a:pt x="12164" y="34400"/>
                    <a:pt x="11930" y="34800"/>
                  </a:cubicBezTo>
                  <a:cubicBezTo>
                    <a:pt x="10563" y="37180"/>
                    <a:pt x="10163" y="38614"/>
                    <a:pt x="10643" y="39468"/>
                  </a:cubicBezTo>
                  <a:cubicBezTo>
                    <a:pt x="11037" y="40208"/>
                    <a:pt x="11644" y="40828"/>
                    <a:pt x="12384" y="41235"/>
                  </a:cubicBezTo>
                  <a:cubicBezTo>
                    <a:pt x="11937" y="43249"/>
                    <a:pt x="11424" y="45076"/>
                    <a:pt x="10890" y="46523"/>
                  </a:cubicBezTo>
                  <a:cubicBezTo>
                    <a:pt x="10250" y="48303"/>
                    <a:pt x="9570" y="49544"/>
                    <a:pt x="8930" y="50184"/>
                  </a:cubicBezTo>
                  <a:cubicBezTo>
                    <a:pt x="8923" y="50150"/>
                    <a:pt x="8923" y="50110"/>
                    <a:pt x="8916" y="50077"/>
                  </a:cubicBezTo>
                  <a:lnTo>
                    <a:pt x="8916" y="49984"/>
                  </a:lnTo>
                  <a:lnTo>
                    <a:pt x="8716" y="48450"/>
                  </a:lnTo>
                  <a:lnTo>
                    <a:pt x="8649" y="47903"/>
                  </a:lnTo>
                  <a:lnTo>
                    <a:pt x="8596" y="47483"/>
                  </a:lnTo>
                  <a:lnTo>
                    <a:pt x="8556" y="47156"/>
                  </a:lnTo>
                  <a:lnTo>
                    <a:pt x="8509" y="46769"/>
                  </a:lnTo>
                  <a:lnTo>
                    <a:pt x="8476" y="46483"/>
                  </a:lnTo>
                  <a:cubicBezTo>
                    <a:pt x="8436" y="46176"/>
                    <a:pt x="8396" y="45856"/>
                    <a:pt x="8363" y="45536"/>
                  </a:cubicBezTo>
                  <a:lnTo>
                    <a:pt x="8256" y="44576"/>
                  </a:lnTo>
                  <a:cubicBezTo>
                    <a:pt x="8196" y="44049"/>
                    <a:pt x="8149" y="43615"/>
                    <a:pt x="8069" y="42935"/>
                  </a:cubicBezTo>
                  <a:cubicBezTo>
                    <a:pt x="7996" y="42248"/>
                    <a:pt x="7929" y="41541"/>
                    <a:pt x="7856" y="40821"/>
                  </a:cubicBezTo>
                  <a:lnTo>
                    <a:pt x="7796" y="40221"/>
                  </a:lnTo>
                  <a:cubicBezTo>
                    <a:pt x="7723" y="39408"/>
                    <a:pt x="7649" y="38574"/>
                    <a:pt x="7576" y="37734"/>
                  </a:cubicBezTo>
                  <a:lnTo>
                    <a:pt x="7496" y="36847"/>
                  </a:lnTo>
                  <a:cubicBezTo>
                    <a:pt x="7489" y="36680"/>
                    <a:pt x="7482" y="36513"/>
                    <a:pt x="7462" y="36353"/>
                  </a:cubicBezTo>
                  <a:lnTo>
                    <a:pt x="7462" y="36240"/>
                  </a:lnTo>
                  <a:cubicBezTo>
                    <a:pt x="7429" y="35847"/>
                    <a:pt x="7409" y="35453"/>
                    <a:pt x="7382" y="35066"/>
                  </a:cubicBezTo>
                  <a:cubicBezTo>
                    <a:pt x="7309" y="33953"/>
                    <a:pt x="7249" y="32979"/>
                    <a:pt x="7216" y="32066"/>
                  </a:cubicBezTo>
                  <a:cubicBezTo>
                    <a:pt x="7196" y="31786"/>
                    <a:pt x="7189" y="31519"/>
                    <a:pt x="7182" y="31245"/>
                  </a:cubicBezTo>
                  <a:cubicBezTo>
                    <a:pt x="7156" y="30579"/>
                    <a:pt x="7149" y="29938"/>
                    <a:pt x="7149" y="29332"/>
                  </a:cubicBezTo>
                  <a:lnTo>
                    <a:pt x="7149" y="28951"/>
                  </a:lnTo>
                  <a:cubicBezTo>
                    <a:pt x="7149" y="28878"/>
                    <a:pt x="7149" y="28871"/>
                    <a:pt x="7142" y="28718"/>
                  </a:cubicBezTo>
                  <a:cubicBezTo>
                    <a:pt x="7129" y="28571"/>
                    <a:pt x="7122" y="28405"/>
                    <a:pt x="7116" y="28231"/>
                  </a:cubicBezTo>
                  <a:lnTo>
                    <a:pt x="7089" y="27851"/>
                  </a:lnTo>
                  <a:lnTo>
                    <a:pt x="7062" y="27578"/>
                  </a:lnTo>
                  <a:cubicBezTo>
                    <a:pt x="7062" y="27504"/>
                    <a:pt x="7056" y="27431"/>
                    <a:pt x="7049" y="27364"/>
                  </a:cubicBezTo>
                  <a:lnTo>
                    <a:pt x="7049" y="27211"/>
                  </a:lnTo>
                  <a:lnTo>
                    <a:pt x="7022" y="26964"/>
                  </a:lnTo>
                  <a:lnTo>
                    <a:pt x="7002" y="26804"/>
                  </a:lnTo>
                  <a:cubicBezTo>
                    <a:pt x="6996" y="26644"/>
                    <a:pt x="6982" y="26477"/>
                    <a:pt x="6962" y="26311"/>
                  </a:cubicBezTo>
                  <a:lnTo>
                    <a:pt x="6922" y="25877"/>
                  </a:lnTo>
                  <a:cubicBezTo>
                    <a:pt x="6922" y="25844"/>
                    <a:pt x="6922" y="25811"/>
                    <a:pt x="6916" y="25777"/>
                  </a:cubicBezTo>
                  <a:cubicBezTo>
                    <a:pt x="6889" y="25517"/>
                    <a:pt x="6862" y="25250"/>
                    <a:pt x="6836" y="24970"/>
                  </a:cubicBezTo>
                  <a:lnTo>
                    <a:pt x="6789" y="24530"/>
                  </a:lnTo>
                  <a:cubicBezTo>
                    <a:pt x="6769" y="24310"/>
                    <a:pt x="6749" y="24097"/>
                    <a:pt x="6722" y="23863"/>
                  </a:cubicBezTo>
                  <a:cubicBezTo>
                    <a:pt x="6596" y="22696"/>
                    <a:pt x="6462" y="21496"/>
                    <a:pt x="6315" y="20296"/>
                  </a:cubicBezTo>
                  <a:cubicBezTo>
                    <a:pt x="6289" y="20042"/>
                    <a:pt x="6255" y="19802"/>
                    <a:pt x="6229" y="19549"/>
                  </a:cubicBezTo>
                  <a:cubicBezTo>
                    <a:pt x="6095" y="18495"/>
                    <a:pt x="5962" y="17415"/>
                    <a:pt x="5822" y="16395"/>
                  </a:cubicBezTo>
                  <a:lnTo>
                    <a:pt x="5795" y="16175"/>
                  </a:lnTo>
                  <a:cubicBezTo>
                    <a:pt x="5762" y="15948"/>
                    <a:pt x="5729" y="15728"/>
                    <a:pt x="5702" y="15508"/>
                  </a:cubicBezTo>
                  <a:lnTo>
                    <a:pt x="5655" y="15114"/>
                  </a:lnTo>
                  <a:cubicBezTo>
                    <a:pt x="5629" y="14981"/>
                    <a:pt x="5615" y="14861"/>
                    <a:pt x="5595" y="14734"/>
                  </a:cubicBezTo>
                  <a:lnTo>
                    <a:pt x="5489" y="13967"/>
                  </a:lnTo>
                  <a:cubicBezTo>
                    <a:pt x="5395" y="13341"/>
                    <a:pt x="5315" y="12740"/>
                    <a:pt x="5222" y="12194"/>
                  </a:cubicBezTo>
                  <a:cubicBezTo>
                    <a:pt x="5202" y="12094"/>
                    <a:pt x="5195" y="12000"/>
                    <a:pt x="5182" y="11900"/>
                  </a:cubicBezTo>
                  <a:lnTo>
                    <a:pt x="5122" y="11573"/>
                  </a:lnTo>
                  <a:cubicBezTo>
                    <a:pt x="5088" y="11367"/>
                    <a:pt x="5062" y="11167"/>
                    <a:pt x="5028" y="10973"/>
                  </a:cubicBezTo>
                  <a:cubicBezTo>
                    <a:pt x="4962" y="10593"/>
                    <a:pt x="4895" y="10240"/>
                    <a:pt x="4835" y="9926"/>
                  </a:cubicBezTo>
                  <a:cubicBezTo>
                    <a:pt x="4802" y="9740"/>
                    <a:pt x="4748" y="9513"/>
                    <a:pt x="4722" y="9366"/>
                  </a:cubicBezTo>
                  <a:cubicBezTo>
                    <a:pt x="4695" y="9213"/>
                    <a:pt x="4662" y="9093"/>
                    <a:pt x="4622" y="8913"/>
                  </a:cubicBezTo>
                  <a:cubicBezTo>
                    <a:pt x="4582" y="8739"/>
                    <a:pt x="4528" y="8539"/>
                    <a:pt x="4488" y="8373"/>
                  </a:cubicBezTo>
                  <a:cubicBezTo>
                    <a:pt x="4448" y="8206"/>
                    <a:pt x="4422" y="8146"/>
                    <a:pt x="4348" y="7866"/>
                  </a:cubicBezTo>
                  <a:cubicBezTo>
                    <a:pt x="4268" y="7579"/>
                    <a:pt x="4188" y="7299"/>
                    <a:pt x="4095" y="7026"/>
                  </a:cubicBezTo>
                  <a:cubicBezTo>
                    <a:pt x="4055" y="6892"/>
                    <a:pt x="4015" y="6759"/>
                    <a:pt x="3962" y="6626"/>
                  </a:cubicBezTo>
                  <a:cubicBezTo>
                    <a:pt x="3841" y="6239"/>
                    <a:pt x="3708" y="5839"/>
                    <a:pt x="3555" y="5439"/>
                  </a:cubicBezTo>
                  <a:lnTo>
                    <a:pt x="3428" y="5105"/>
                  </a:lnTo>
                  <a:cubicBezTo>
                    <a:pt x="3381" y="4978"/>
                    <a:pt x="3355" y="4932"/>
                    <a:pt x="3288" y="4745"/>
                  </a:cubicBezTo>
                  <a:cubicBezTo>
                    <a:pt x="3221" y="4565"/>
                    <a:pt x="3148" y="4378"/>
                    <a:pt x="3081" y="4205"/>
                  </a:cubicBezTo>
                  <a:lnTo>
                    <a:pt x="3048" y="4138"/>
                  </a:lnTo>
                  <a:cubicBezTo>
                    <a:pt x="3048" y="4132"/>
                    <a:pt x="3041" y="4112"/>
                    <a:pt x="3041" y="4105"/>
                  </a:cubicBezTo>
                  <a:lnTo>
                    <a:pt x="3015" y="4065"/>
                  </a:lnTo>
                  <a:cubicBezTo>
                    <a:pt x="2928" y="3838"/>
                    <a:pt x="2841" y="3631"/>
                    <a:pt x="2755" y="3431"/>
                  </a:cubicBezTo>
                  <a:lnTo>
                    <a:pt x="2561" y="2998"/>
                  </a:lnTo>
                  <a:lnTo>
                    <a:pt x="2434" y="2711"/>
                  </a:lnTo>
                  <a:lnTo>
                    <a:pt x="2254" y="2324"/>
                  </a:lnTo>
                  <a:lnTo>
                    <a:pt x="2008" y="1798"/>
                  </a:lnTo>
                  <a:lnTo>
                    <a:pt x="1974" y="1798"/>
                  </a:lnTo>
                  <a:cubicBezTo>
                    <a:pt x="1974" y="1791"/>
                    <a:pt x="1974" y="1791"/>
                    <a:pt x="1961" y="1791"/>
                  </a:cubicBezTo>
                  <a:lnTo>
                    <a:pt x="1841" y="1524"/>
                  </a:lnTo>
                  <a:lnTo>
                    <a:pt x="1594" y="1037"/>
                  </a:lnTo>
                  <a:cubicBezTo>
                    <a:pt x="1588" y="1024"/>
                    <a:pt x="1581" y="1011"/>
                    <a:pt x="1574" y="997"/>
                  </a:cubicBezTo>
                  <a:cubicBezTo>
                    <a:pt x="1561" y="977"/>
                    <a:pt x="1548" y="957"/>
                    <a:pt x="1541" y="937"/>
                  </a:cubicBezTo>
                  <a:cubicBezTo>
                    <a:pt x="1508" y="864"/>
                    <a:pt x="1454" y="811"/>
                    <a:pt x="1381" y="791"/>
                  </a:cubicBezTo>
                  <a:lnTo>
                    <a:pt x="847" y="571"/>
                  </a:lnTo>
                  <a:close/>
                  <a:moveTo>
                    <a:pt x="925" y="1"/>
                  </a:moveTo>
                  <a:cubicBezTo>
                    <a:pt x="372" y="1"/>
                    <a:pt x="190" y="142"/>
                    <a:pt x="94" y="310"/>
                  </a:cubicBezTo>
                  <a:cubicBezTo>
                    <a:pt x="0" y="511"/>
                    <a:pt x="40" y="744"/>
                    <a:pt x="194" y="897"/>
                  </a:cubicBezTo>
                  <a:cubicBezTo>
                    <a:pt x="227" y="931"/>
                    <a:pt x="261" y="951"/>
                    <a:pt x="307" y="971"/>
                  </a:cubicBezTo>
                  <a:lnTo>
                    <a:pt x="1141" y="1297"/>
                  </a:lnTo>
                  <a:lnTo>
                    <a:pt x="1141" y="1311"/>
                  </a:lnTo>
                  <a:cubicBezTo>
                    <a:pt x="1187" y="1411"/>
                    <a:pt x="1274" y="1571"/>
                    <a:pt x="1374" y="1784"/>
                  </a:cubicBezTo>
                  <a:lnTo>
                    <a:pt x="1508" y="2044"/>
                  </a:lnTo>
                  <a:lnTo>
                    <a:pt x="1754" y="2571"/>
                  </a:lnTo>
                  <a:lnTo>
                    <a:pt x="1928" y="2951"/>
                  </a:lnTo>
                  <a:lnTo>
                    <a:pt x="2054" y="3231"/>
                  </a:lnTo>
                  <a:lnTo>
                    <a:pt x="2241" y="3651"/>
                  </a:lnTo>
                  <a:cubicBezTo>
                    <a:pt x="2328" y="3851"/>
                    <a:pt x="2414" y="4065"/>
                    <a:pt x="2494" y="4265"/>
                  </a:cubicBezTo>
                  <a:cubicBezTo>
                    <a:pt x="2508" y="4298"/>
                    <a:pt x="2521" y="4325"/>
                    <a:pt x="2541" y="4352"/>
                  </a:cubicBezTo>
                  <a:lnTo>
                    <a:pt x="2561" y="4432"/>
                  </a:lnTo>
                  <a:cubicBezTo>
                    <a:pt x="2628" y="4598"/>
                    <a:pt x="2721" y="4838"/>
                    <a:pt x="2775" y="4952"/>
                  </a:cubicBezTo>
                  <a:cubicBezTo>
                    <a:pt x="2821" y="5072"/>
                    <a:pt x="2861" y="5185"/>
                    <a:pt x="2915" y="5312"/>
                  </a:cubicBezTo>
                  <a:lnTo>
                    <a:pt x="3041" y="5639"/>
                  </a:lnTo>
                  <a:cubicBezTo>
                    <a:pt x="3181" y="6032"/>
                    <a:pt x="3315" y="6419"/>
                    <a:pt x="3441" y="6806"/>
                  </a:cubicBezTo>
                  <a:cubicBezTo>
                    <a:pt x="3481" y="6932"/>
                    <a:pt x="3475" y="6932"/>
                    <a:pt x="3561" y="7199"/>
                  </a:cubicBezTo>
                  <a:cubicBezTo>
                    <a:pt x="3655" y="7466"/>
                    <a:pt x="3761" y="7852"/>
                    <a:pt x="3815" y="8019"/>
                  </a:cubicBezTo>
                  <a:cubicBezTo>
                    <a:pt x="3861" y="8186"/>
                    <a:pt x="3908" y="8353"/>
                    <a:pt x="3955" y="8539"/>
                  </a:cubicBezTo>
                  <a:lnTo>
                    <a:pt x="4082" y="9046"/>
                  </a:lnTo>
                  <a:lnTo>
                    <a:pt x="4182" y="9486"/>
                  </a:lnTo>
                  <a:cubicBezTo>
                    <a:pt x="4222" y="9666"/>
                    <a:pt x="4242" y="9720"/>
                    <a:pt x="4295" y="10033"/>
                  </a:cubicBezTo>
                  <a:cubicBezTo>
                    <a:pt x="4355" y="10340"/>
                    <a:pt x="4415" y="10687"/>
                    <a:pt x="4482" y="11073"/>
                  </a:cubicBezTo>
                  <a:cubicBezTo>
                    <a:pt x="4515" y="11253"/>
                    <a:pt x="4542" y="11453"/>
                    <a:pt x="4575" y="11667"/>
                  </a:cubicBezTo>
                  <a:lnTo>
                    <a:pt x="4628" y="12000"/>
                  </a:lnTo>
                  <a:cubicBezTo>
                    <a:pt x="4648" y="12087"/>
                    <a:pt x="4655" y="12180"/>
                    <a:pt x="4675" y="12280"/>
                  </a:cubicBezTo>
                  <a:cubicBezTo>
                    <a:pt x="4762" y="12834"/>
                    <a:pt x="4848" y="13421"/>
                    <a:pt x="4942" y="14047"/>
                  </a:cubicBezTo>
                  <a:lnTo>
                    <a:pt x="5155" y="15581"/>
                  </a:lnTo>
                  <a:cubicBezTo>
                    <a:pt x="5182" y="15801"/>
                    <a:pt x="5215" y="16021"/>
                    <a:pt x="5249" y="16255"/>
                  </a:cubicBezTo>
                  <a:lnTo>
                    <a:pt x="5275" y="16468"/>
                  </a:lnTo>
                  <a:cubicBezTo>
                    <a:pt x="5415" y="17488"/>
                    <a:pt x="5549" y="18555"/>
                    <a:pt x="5675" y="19622"/>
                  </a:cubicBezTo>
                  <a:cubicBezTo>
                    <a:pt x="5709" y="19876"/>
                    <a:pt x="5742" y="20116"/>
                    <a:pt x="5762" y="20356"/>
                  </a:cubicBezTo>
                  <a:cubicBezTo>
                    <a:pt x="5909" y="21556"/>
                    <a:pt x="6049" y="22756"/>
                    <a:pt x="6175" y="23923"/>
                  </a:cubicBezTo>
                  <a:cubicBezTo>
                    <a:pt x="6189" y="24150"/>
                    <a:pt x="6215" y="24377"/>
                    <a:pt x="6242" y="24584"/>
                  </a:cubicBezTo>
                  <a:lnTo>
                    <a:pt x="6282" y="25024"/>
                  </a:lnTo>
                  <a:cubicBezTo>
                    <a:pt x="6315" y="25310"/>
                    <a:pt x="6342" y="25577"/>
                    <a:pt x="6362" y="25851"/>
                  </a:cubicBezTo>
                  <a:cubicBezTo>
                    <a:pt x="6369" y="25871"/>
                    <a:pt x="6375" y="25891"/>
                    <a:pt x="6375" y="25911"/>
                  </a:cubicBezTo>
                  <a:lnTo>
                    <a:pt x="6415" y="26371"/>
                  </a:lnTo>
                  <a:cubicBezTo>
                    <a:pt x="6429" y="26537"/>
                    <a:pt x="6442" y="26691"/>
                    <a:pt x="6456" y="26844"/>
                  </a:cubicBezTo>
                  <a:lnTo>
                    <a:pt x="6476" y="27018"/>
                  </a:lnTo>
                  <a:cubicBezTo>
                    <a:pt x="6482" y="27104"/>
                    <a:pt x="6482" y="27178"/>
                    <a:pt x="6489" y="27258"/>
                  </a:cubicBezTo>
                  <a:lnTo>
                    <a:pt x="6509" y="27411"/>
                  </a:lnTo>
                  <a:cubicBezTo>
                    <a:pt x="6509" y="27484"/>
                    <a:pt x="6516" y="27558"/>
                    <a:pt x="6522" y="27624"/>
                  </a:cubicBezTo>
                  <a:lnTo>
                    <a:pt x="6542" y="27891"/>
                  </a:lnTo>
                  <a:lnTo>
                    <a:pt x="6562" y="28258"/>
                  </a:lnTo>
                  <a:cubicBezTo>
                    <a:pt x="6576" y="28438"/>
                    <a:pt x="6582" y="28591"/>
                    <a:pt x="6589" y="28751"/>
                  </a:cubicBezTo>
                  <a:cubicBezTo>
                    <a:pt x="6596" y="28825"/>
                    <a:pt x="6596" y="28898"/>
                    <a:pt x="6596" y="28971"/>
                  </a:cubicBezTo>
                  <a:lnTo>
                    <a:pt x="6596" y="29325"/>
                  </a:lnTo>
                  <a:cubicBezTo>
                    <a:pt x="6596" y="29945"/>
                    <a:pt x="6616" y="30592"/>
                    <a:pt x="6629" y="31279"/>
                  </a:cubicBezTo>
                  <a:cubicBezTo>
                    <a:pt x="6642" y="31545"/>
                    <a:pt x="6649" y="31812"/>
                    <a:pt x="6662" y="32086"/>
                  </a:cubicBezTo>
                  <a:cubicBezTo>
                    <a:pt x="6696" y="33006"/>
                    <a:pt x="6756" y="33999"/>
                    <a:pt x="6829" y="35106"/>
                  </a:cubicBezTo>
                  <a:cubicBezTo>
                    <a:pt x="6856" y="35493"/>
                    <a:pt x="6889" y="35887"/>
                    <a:pt x="6916" y="36280"/>
                  </a:cubicBezTo>
                  <a:lnTo>
                    <a:pt x="6916" y="36407"/>
                  </a:lnTo>
                  <a:cubicBezTo>
                    <a:pt x="6929" y="36560"/>
                    <a:pt x="6942" y="36720"/>
                    <a:pt x="6956" y="36887"/>
                  </a:cubicBezTo>
                  <a:lnTo>
                    <a:pt x="7029" y="37780"/>
                  </a:lnTo>
                  <a:cubicBezTo>
                    <a:pt x="7096" y="38627"/>
                    <a:pt x="7176" y="39461"/>
                    <a:pt x="7256" y="40281"/>
                  </a:cubicBezTo>
                  <a:lnTo>
                    <a:pt x="7316" y="40875"/>
                  </a:lnTo>
                  <a:cubicBezTo>
                    <a:pt x="7382" y="41601"/>
                    <a:pt x="7476" y="42422"/>
                    <a:pt x="7529" y="42988"/>
                  </a:cubicBezTo>
                  <a:cubicBezTo>
                    <a:pt x="7589" y="43555"/>
                    <a:pt x="7656" y="44109"/>
                    <a:pt x="7716" y="44642"/>
                  </a:cubicBezTo>
                  <a:lnTo>
                    <a:pt x="7823" y="45603"/>
                  </a:lnTo>
                  <a:cubicBezTo>
                    <a:pt x="7856" y="45923"/>
                    <a:pt x="7896" y="46243"/>
                    <a:pt x="7929" y="46549"/>
                  </a:cubicBezTo>
                  <a:lnTo>
                    <a:pt x="7963" y="46843"/>
                  </a:lnTo>
                  <a:lnTo>
                    <a:pt x="8016" y="47223"/>
                  </a:lnTo>
                  <a:lnTo>
                    <a:pt x="8056" y="47556"/>
                  </a:lnTo>
                  <a:lnTo>
                    <a:pt x="8109" y="47976"/>
                  </a:lnTo>
                  <a:lnTo>
                    <a:pt x="8176" y="48523"/>
                  </a:lnTo>
                  <a:cubicBezTo>
                    <a:pt x="8249" y="49157"/>
                    <a:pt x="8316" y="49684"/>
                    <a:pt x="8376" y="50057"/>
                  </a:cubicBezTo>
                  <a:lnTo>
                    <a:pt x="8376" y="50144"/>
                  </a:lnTo>
                  <a:cubicBezTo>
                    <a:pt x="8383" y="50197"/>
                    <a:pt x="8389" y="50250"/>
                    <a:pt x="8389" y="50310"/>
                  </a:cubicBezTo>
                  <a:lnTo>
                    <a:pt x="8449" y="50724"/>
                  </a:lnTo>
                  <a:cubicBezTo>
                    <a:pt x="8449" y="50751"/>
                    <a:pt x="8456" y="50777"/>
                    <a:pt x="8463" y="50804"/>
                  </a:cubicBezTo>
                  <a:cubicBezTo>
                    <a:pt x="8489" y="50891"/>
                    <a:pt x="8556" y="50964"/>
                    <a:pt x="8643" y="51004"/>
                  </a:cubicBezTo>
                  <a:lnTo>
                    <a:pt x="8749" y="51017"/>
                  </a:lnTo>
                  <a:cubicBezTo>
                    <a:pt x="8764" y="51021"/>
                    <a:pt x="8780" y="51022"/>
                    <a:pt x="8795" y="51022"/>
                  </a:cubicBezTo>
                  <a:cubicBezTo>
                    <a:pt x="8842" y="51022"/>
                    <a:pt x="8889" y="51007"/>
                    <a:pt x="8930" y="50977"/>
                  </a:cubicBezTo>
                  <a:cubicBezTo>
                    <a:pt x="9810" y="50424"/>
                    <a:pt x="10677" y="48997"/>
                    <a:pt x="11510" y="46723"/>
                  </a:cubicBezTo>
                  <a:cubicBezTo>
                    <a:pt x="12064" y="45202"/>
                    <a:pt x="12597" y="43269"/>
                    <a:pt x="13064" y="41141"/>
                  </a:cubicBezTo>
                  <a:cubicBezTo>
                    <a:pt x="13091" y="41015"/>
                    <a:pt x="13031" y="40881"/>
                    <a:pt x="12917" y="40821"/>
                  </a:cubicBezTo>
                  <a:cubicBezTo>
                    <a:pt x="12190" y="40468"/>
                    <a:pt x="11597" y="39888"/>
                    <a:pt x="11217" y="39181"/>
                  </a:cubicBezTo>
                  <a:cubicBezTo>
                    <a:pt x="10690" y="38241"/>
                    <a:pt x="12057" y="35873"/>
                    <a:pt x="12510" y="35086"/>
                  </a:cubicBezTo>
                  <a:cubicBezTo>
                    <a:pt x="12731" y="34693"/>
                    <a:pt x="12964" y="34306"/>
                    <a:pt x="13197" y="33939"/>
                  </a:cubicBezTo>
                  <a:lnTo>
                    <a:pt x="13524" y="33413"/>
                  </a:lnTo>
                  <a:cubicBezTo>
                    <a:pt x="13811" y="32952"/>
                    <a:pt x="14058" y="32552"/>
                    <a:pt x="14231" y="32232"/>
                  </a:cubicBezTo>
                  <a:cubicBezTo>
                    <a:pt x="14258" y="32186"/>
                    <a:pt x="14271" y="32139"/>
                    <a:pt x="14278" y="32086"/>
                  </a:cubicBezTo>
                  <a:lnTo>
                    <a:pt x="14258" y="31652"/>
                  </a:lnTo>
                  <a:cubicBezTo>
                    <a:pt x="14251" y="31472"/>
                    <a:pt x="14231" y="31305"/>
                    <a:pt x="14218" y="31152"/>
                  </a:cubicBezTo>
                  <a:lnTo>
                    <a:pt x="14191" y="30952"/>
                  </a:lnTo>
                  <a:lnTo>
                    <a:pt x="14144" y="30585"/>
                  </a:lnTo>
                  <a:lnTo>
                    <a:pt x="14144" y="30572"/>
                  </a:lnTo>
                  <a:lnTo>
                    <a:pt x="14084" y="30078"/>
                  </a:lnTo>
                  <a:cubicBezTo>
                    <a:pt x="14044" y="29758"/>
                    <a:pt x="14004" y="29425"/>
                    <a:pt x="13958" y="29078"/>
                  </a:cubicBezTo>
                  <a:cubicBezTo>
                    <a:pt x="13951" y="28971"/>
                    <a:pt x="13931" y="28858"/>
                    <a:pt x="13918" y="28751"/>
                  </a:cubicBezTo>
                  <a:cubicBezTo>
                    <a:pt x="13857" y="28211"/>
                    <a:pt x="13791" y="27638"/>
                    <a:pt x="13724" y="27024"/>
                  </a:cubicBezTo>
                  <a:cubicBezTo>
                    <a:pt x="13717" y="26918"/>
                    <a:pt x="13697" y="26804"/>
                    <a:pt x="13691" y="26684"/>
                  </a:cubicBezTo>
                  <a:lnTo>
                    <a:pt x="13577" y="25657"/>
                  </a:lnTo>
                  <a:cubicBezTo>
                    <a:pt x="13411" y="24130"/>
                    <a:pt x="13224" y="22476"/>
                    <a:pt x="13017" y="20689"/>
                  </a:cubicBezTo>
                  <a:cubicBezTo>
                    <a:pt x="12964" y="20216"/>
                    <a:pt x="12911" y="19736"/>
                    <a:pt x="12851" y="19249"/>
                  </a:cubicBezTo>
                  <a:cubicBezTo>
                    <a:pt x="12764" y="18522"/>
                    <a:pt x="12677" y="17788"/>
                    <a:pt x="12584" y="17042"/>
                  </a:cubicBezTo>
                  <a:cubicBezTo>
                    <a:pt x="12084" y="12974"/>
                    <a:pt x="11283" y="9120"/>
                    <a:pt x="10443" y="6732"/>
                  </a:cubicBezTo>
                  <a:cubicBezTo>
                    <a:pt x="10056" y="5645"/>
                    <a:pt x="9723" y="4978"/>
                    <a:pt x="9350" y="4605"/>
                  </a:cubicBezTo>
                  <a:cubicBezTo>
                    <a:pt x="8976" y="4232"/>
                    <a:pt x="8449" y="3751"/>
                    <a:pt x="7916" y="3311"/>
                  </a:cubicBezTo>
                  <a:cubicBezTo>
                    <a:pt x="6689" y="2298"/>
                    <a:pt x="4342" y="544"/>
                    <a:pt x="2341" y="170"/>
                  </a:cubicBezTo>
                  <a:cubicBezTo>
                    <a:pt x="1702" y="50"/>
                    <a:pt x="1250" y="1"/>
                    <a:pt x="92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8" name="Google Shape;2011;p36"/>
            <p:cNvSpPr/>
            <p:nvPr/>
          </p:nvSpPr>
          <p:spPr>
            <a:xfrm>
              <a:off x="2458504" y="3260774"/>
              <a:ext cx="389986" cy="1410723"/>
            </a:xfrm>
            <a:custGeom>
              <a:avLst/>
              <a:gdLst/>
              <a:ahLst/>
              <a:cxnLst/>
              <a:rect l="l" t="t" r="r" b="b"/>
              <a:pathLst>
                <a:path w="13943" h="50437" extrusionOk="0">
                  <a:moveTo>
                    <a:pt x="885" y="1"/>
                  </a:moveTo>
                  <a:cubicBezTo>
                    <a:pt x="0" y="1"/>
                    <a:pt x="373" y="403"/>
                    <a:pt x="373" y="403"/>
                  </a:cubicBezTo>
                  <a:lnTo>
                    <a:pt x="1306" y="770"/>
                  </a:lnTo>
                  <a:lnTo>
                    <a:pt x="1339" y="830"/>
                  </a:lnTo>
                  <a:cubicBezTo>
                    <a:pt x="1346" y="843"/>
                    <a:pt x="1346" y="863"/>
                    <a:pt x="1366" y="876"/>
                  </a:cubicBezTo>
                  <a:lnTo>
                    <a:pt x="1606" y="1363"/>
                  </a:lnTo>
                  <a:cubicBezTo>
                    <a:pt x="1646" y="1437"/>
                    <a:pt x="1686" y="1530"/>
                    <a:pt x="1733" y="1623"/>
                  </a:cubicBezTo>
                  <a:cubicBezTo>
                    <a:pt x="1833" y="1810"/>
                    <a:pt x="1940" y="2037"/>
                    <a:pt x="2046" y="2277"/>
                  </a:cubicBezTo>
                  <a:cubicBezTo>
                    <a:pt x="2086" y="2363"/>
                    <a:pt x="2120" y="2443"/>
                    <a:pt x="2166" y="2537"/>
                  </a:cubicBezTo>
                  <a:cubicBezTo>
                    <a:pt x="2206" y="2630"/>
                    <a:pt x="2233" y="2677"/>
                    <a:pt x="2286" y="2810"/>
                  </a:cubicBezTo>
                  <a:cubicBezTo>
                    <a:pt x="2346" y="2944"/>
                    <a:pt x="2380" y="3044"/>
                    <a:pt x="2473" y="3244"/>
                  </a:cubicBezTo>
                  <a:cubicBezTo>
                    <a:pt x="2566" y="3444"/>
                    <a:pt x="2646" y="3657"/>
                    <a:pt x="2740" y="3871"/>
                  </a:cubicBezTo>
                  <a:lnTo>
                    <a:pt x="2773" y="3944"/>
                  </a:lnTo>
                  <a:lnTo>
                    <a:pt x="3013" y="4544"/>
                  </a:lnTo>
                  <a:lnTo>
                    <a:pt x="3147" y="4904"/>
                  </a:lnTo>
                  <a:lnTo>
                    <a:pt x="3273" y="5238"/>
                  </a:lnTo>
                  <a:cubicBezTo>
                    <a:pt x="3413" y="5624"/>
                    <a:pt x="3553" y="6004"/>
                    <a:pt x="3680" y="6411"/>
                  </a:cubicBezTo>
                  <a:cubicBezTo>
                    <a:pt x="3733" y="6538"/>
                    <a:pt x="3773" y="6671"/>
                    <a:pt x="3813" y="6805"/>
                  </a:cubicBezTo>
                  <a:lnTo>
                    <a:pt x="4067" y="7645"/>
                  </a:lnTo>
                  <a:cubicBezTo>
                    <a:pt x="4107" y="7805"/>
                    <a:pt x="4147" y="7972"/>
                    <a:pt x="4200" y="8145"/>
                  </a:cubicBezTo>
                  <a:cubicBezTo>
                    <a:pt x="4247" y="8325"/>
                    <a:pt x="4287" y="8498"/>
                    <a:pt x="4334" y="8678"/>
                  </a:cubicBezTo>
                  <a:lnTo>
                    <a:pt x="4434" y="9125"/>
                  </a:lnTo>
                  <a:cubicBezTo>
                    <a:pt x="4474" y="9305"/>
                    <a:pt x="4487" y="9372"/>
                    <a:pt x="4547" y="9679"/>
                  </a:cubicBezTo>
                  <a:cubicBezTo>
                    <a:pt x="4607" y="9992"/>
                    <a:pt x="4674" y="10339"/>
                    <a:pt x="4734" y="10726"/>
                  </a:cubicBezTo>
                  <a:cubicBezTo>
                    <a:pt x="4767" y="10906"/>
                    <a:pt x="4800" y="11106"/>
                    <a:pt x="4834" y="11312"/>
                  </a:cubicBezTo>
                  <a:lnTo>
                    <a:pt x="4854" y="11473"/>
                  </a:lnTo>
                  <a:lnTo>
                    <a:pt x="4934" y="11933"/>
                  </a:lnTo>
                  <a:cubicBezTo>
                    <a:pt x="5014" y="12493"/>
                    <a:pt x="5107" y="13080"/>
                    <a:pt x="5201" y="13706"/>
                  </a:cubicBezTo>
                  <a:lnTo>
                    <a:pt x="5247" y="14080"/>
                  </a:lnTo>
                  <a:lnTo>
                    <a:pt x="5267" y="14207"/>
                  </a:lnTo>
                  <a:cubicBezTo>
                    <a:pt x="5301" y="14413"/>
                    <a:pt x="5307" y="14513"/>
                    <a:pt x="5354" y="14860"/>
                  </a:cubicBezTo>
                  <a:cubicBezTo>
                    <a:pt x="5407" y="15200"/>
                    <a:pt x="5447" y="15547"/>
                    <a:pt x="5501" y="15907"/>
                  </a:cubicBezTo>
                  <a:cubicBezTo>
                    <a:pt x="5507" y="15980"/>
                    <a:pt x="5514" y="16054"/>
                    <a:pt x="5534" y="16127"/>
                  </a:cubicBezTo>
                  <a:cubicBezTo>
                    <a:pt x="5667" y="17161"/>
                    <a:pt x="5801" y="18228"/>
                    <a:pt x="5934" y="19295"/>
                  </a:cubicBezTo>
                  <a:cubicBezTo>
                    <a:pt x="5967" y="19535"/>
                    <a:pt x="5987" y="19781"/>
                    <a:pt x="6021" y="20028"/>
                  </a:cubicBezTo>
                  <a:cubicBezTo>
                    <a:pt x="6174" y="21262"/>
                    <a:pt x="6307" y="22469"/>
                    <a:pt x="6421" y="23596"/>
                  </a:cubicBezTo>
                  <a:lnTo>
                    <a:pt x="6501" y="24263"/>
                  </a:lnTo>
                  <a:cubicBezTo>
                    <a:pt x="6541" y="24696"/>
                    <a:pt x="6581" y="25109"/>
                    <a:pt x="6621" y="25510"/>
                  </a:cubicBezTo>
                  <a:lnTo>
                    <a:pt x="6621" y="25576"/>
                  </a:lnTo>
                  <a:cubicBezTo>
                    <a:pt x="6648" y="25736"/>
                    <a:pt x="6654" y="25896"/>
                    <a:pt x="6674" y="26043"/>
                  </a:cubicBezTo>
                  <a:lnTo>
                    <a:pt x="6721" y="26683"/>
                  </a:lnTo>
                  <a:cubicBezTo>
                    <a:pt x="6741" y="26830"/>
                    <a:pt x="6741" y="26950"/>
                    <a:pt x="6754" y="27083"/>
                  </a:cubicBezTo>
                  <a:cubicBezTo>
                    <a:pt x="6774" y="27217"/>
                    <a:pt x="6781" y="27303"/>
                    <a:pt x="6788" y="27470"/>
                  </a:cubicBezTo>
                  <a:cubicBezTo>
                    <a:pt x="6801" y="27637"/>
                    <a:pt x="6814" y="27770"/>
                    <a:pt x="6821" y="27944"/>
                  </a:cubicBezTo>
                  <a:cubicBezTo>
                    <a:pt x="6834" y="28117"/>
                    <a:pt x="6841" y="28330"/>
                    <a:pt x="6848" y="28430"/>
                  </a:cubicBezTo>
                  <a:cubicBezTo>
                    <a:pt x="6854" y="28530"/>
                    <a:pt x="6854" y="28650"/>
                    <a:pt x="6854" y="28697"/>
                  </a:cubicBezTo>
                  <a:cubicBezTo>
                    <a:pt x="6854" y="28737"/>
                    <a:pt x="6868" y="28777"/>
                    <a:pt x="6868" y="28810"/>
                  </a:cubicBezTo>
                  <a:lnTo>
                    <a:pt x="6868" y="29031"/>
                  </a:lnTo>
                  <a:cubicBezTo>
                    <a:pt x="6868" y="29637"/>
                    <a:pt x="6874" y="30284"/>
                    <a:pt x="6901" y="30951"/>
                  </a:cubicBezTo>
                  <a:cubicBezTo>
                    <a:pt x="6908" y="31218"/>
                    <a:pt x="6914" y="31498"/>
                    <a:pt x="6934" y="31771"/>
                  </a:cubicBezTo>
                  <a:cubicBezTo>
                    <a:pt x="6974" y="32745"/>
                    <a:pt x="7034" y="33752"/>
                    <a:pt x="7101" y="34779"/>
                  </a:cubicBezTo>
                  <a:cubicBezTo>
                    <a:pt x="7121" y="35212"/>
                    <a:pt x="7154" y="35646"/>
                    <a:pt x="7188" y="36079"/>
                  </a:cubicBezTo>
                  <a:cubicBezTo>
                    <a:pt x="7208" y="36239"/>
                    <a:pt x="7214" y="36406"/>
                    <a:pt x="7234" y="36566"/>
                  </a:cubicBezTo>
                  <a:lnTo>
                    <a:pt x="7308" y="37453"/>
                  </a:lnTo>
                  <a:cubicBezTo>
                    <a:pt x="7374" y="38300"/>
                    <a:pt x="7448" y="39133"/>
                    <a:pt x="7534" y="39953"/>
                  </a:cubicBezTo>
                  <a:cubicBezTo>
                    <a:pt x="7548" y="40153"/>
                    <a:pt x="7568" y="40347"/>
                    <a:pt x="7588" y="40547"/>
                  </a:cubicBezTo>
                  <a:cubicBezTo>
                    <a:pt x="7655" y="41274"/>
                    <a:pt x="7735" y="41974"/>
                    <a:pt x="7808" y="42654"/>
                  </a:cubicBezTo>
                  <a:cubicBezTo>
                    <a:pt x="7881" y="43381"/>
                    <a:pt x="7961" y="44075"/>
                    <a:pt x="8035" y="44735"/>
                  </a:cubicBezTo>
                  <a:cubicBezTo>
                    <a:pt x="8048" y="44915"/>
                    <a:pt x="8075" y="45088"/>
                    <a:pt x="8088" y="45268"/>
                  </a:cubicBezTo>
                  <a:cubicBezTo>
                    <a:pt x="8141" y="45688"/>
                    <a:pt x="8188" y="46108"/>
                    <a:pt x="8241" y="46502"/>
                  </a:cubicBezTo>
                  <a:cubicBezTo>
                    <a:pt x="8261" y="46682"/>
                    <a:pt x="8261" y="46809"/>
                    <a:pt x="8301" y="47022"/>
                  </a:cubicBezTo>
                  <a:cubicBezTo>
                    <a:pt x="8335" y="47242"/>
                    <a:pt x="8348" y="47442"/>
                    <a:pt x="8375" y="47635"/>
                  </a:cubicBezTo>
                  <a:lnTo>
                    <a:pt x="8448" y="48182"/>
                  </a:lnTo>
                  <a:cubicBezTo>
                    <a:pt x="8521" y="48822"/>
                    <a:pt x="8588" y="49343"/>
                    <a:pt x="8641" y="49723"/>
                  </a:cubicBezTo>
                  <a:cubicBezTo>
                    <a:pt x="8655" y="49816"/>
                    <a:pt x="8668" y="49883"/>
                    <a:pt x="8675" y="49969"/>
                  </a:cubicBezTo>
                  <a:cubicBezTo>
                    <a:pt x="8681" y="50049"/>
                    <a:pt x="8708" y="50143"/>
                    <a:pt x="8708" y="50189"/>
                  </a:cubicBezTo>
                  <a:cubicBezTo>
                    <a:pt x="8708" y="50243"/>
                    <a:pt x="8715" y="50283"/>
                    <a:pt x="8715" y="50310"/>
                  </a:cubicBezTo>
                  <a:cubicBezTo>
                    <a:pt x="8715" y="50336"/>
                    <a:pt x="8721" y="50363"/>
                    <a:pt x="8735" y="50390"/>
                  </a:cubicBezTo>
                  <a:lnTo>
                    <a:pt x="8735" y="50436"/>
                  </a:lnTo>
                  <a:cubicBezTo>
                    <a:pt x="9622" y="49876"/>
                    <a:pt x="10455" y="48336"/>
                    <a:pt x="11189" y="46322"/>
                  </a:cubicBezTo>
                  <a:cubicBezTo>
                    <a:pt x="10695" y="44521"/>
                    <a:pt x="10209" y="42721"/>
                    <a:pt x="9722" y="40920"/>
                  </a:cubicBezTo>
                  <a:cubicBezTo>
                    <a:pt x="9435" y="39853"/>
                    <a:pt x="9135" y="38766"/>
                    <a:pt x="9222" y="37653"/>
                  </a:cubicBezTo>
                  <a:cubicBezTo>
                    <a:pt x="9315" y="36546"/>
                    <a:pt x="9868" y="35412"/>
                    <a:pt x="10869" y="34932"/>
                  </a:cubicBezTo>
                  <a:cubicBezTo>
                    <a:pt x="11289" y="34739"/>
                    <a:pt x="11742" y="34645"/>
                    <a:pt x="12209" y="34645"/>
                  </a:cubicBezTo>
                  <a:cubicBezTo>
                    <a:pt x="12442" y="34245"/>
                    <a:pt x="12683" y="33852"/>
                    <a:pt x="12909" y="33485"/>
                  </a:cubicBezTo>
                  <a:cubicBezTo>
                    <a:pt x="13316" y="32812"/>
                    <a:pt x="13703" y="32218"/>
                    <a:pt x="13943" y="31785"/>
                  </a:cubicBezTo>
                  <a:cubicBezTo>
                    <a:pt x="13943" y="31711"/>
                    <a:pt x="13936" y="31645"/>
                    <a:pt x="13936" y="31585"/>
                  </a:cubicBezTo>
                  <a:cubicBezTo>
                    <a:pt x="13936" y="31518"/>
                    <a:pt x="13930" y="31451"/>
                    <a:pt x="13923" y="31384"/>
                  </a:cubicBezTo>
                  <a:cubicBezTo>
                    <a:pt x="13916" y="31211"/>
                    <a:pt x="13903" y="31098"/>
                    <a:pt x="13883" y="30911"/>
                  </a:cubicBezTo>
                  <a:cubicBezTo>
                    <a:pt x="13870" y="30731"/>
                    <a:pt x="13836" y="30538"/>
                    <a:pt x="13816" y="30344"/>
                  </a:cubicBezTo>
                  <a:cubicBezTo>
                    <a:pt x="13809" y="30338"/>
                    <a:pt x="13809" y="30324"/>
                    <a:pt x="13809" y="30311"/>
                  </a:cubicBezTo>
                  <a:cubicBezTo>
                    <a:pt x="13789" y="30151"/>
                    <a:pt x="13769" y="29984"/>
                    <a:pt x="13749" y="29817"/>
                  </a:cubicBezTo>
                  <a:cubicBezTo>
                    <a:pt x="13709" y="29504"/>
                    <a:pt x="13669" y="29164"/>
                    <a:pt x="13623" y="28817"/>
                  </a:cubicBezTo>
                  <a:cubicBezTo>
                    <a:pt x="13616" y="28710"/>
                    <a:pt x="13609" y="28604"/>
                    <a:pt x="13589" y="28497"/>
                  </a:cubicBezTo>
                  <a:cubicBezTo>
                    <a:pt x="13523" y="27950"/>
                    <a:pt x="13456" y="27377"/>
                    <a:pt x="13403" y="26783"/>
                  </a:cubicBezTo>
                  <a:cubicBezTo>
                    <a:pt x="13383" y="26670"/>
                    <a:pt x="13376" y="26543"/>
                    <a:pt x="13356" y="26430"/>
                  </a:cubicBezTo>
                  <a:cubicBezTo>
                    <a:pt x="13156" y="24636"/>
                    <a:pt x="12943" y="22629"/>
                    <a:pt x="12689" y="20428"/>
                  </a:cubicBezTo>
                  <a:cubicBezTo>
                    <a:pt x="12636" y="19961"/>
                    <a:pt x="12582" y="19475"/>
                    <a:pt x="12522" y="18995"/>
                  </a:cubicBezTo>
                  <a:cubicBezTo>
                    <a:pt x="11189" y="17567"/>
                    <a:pt x="9642" y="16327"/>
                    <a:pt x="8588" y="14693"/>
                  </a:cubicBezTo>
                  <a:cubicBezTo>
                    <a:pt x="6554" y="11506"/>
                    <a:pt x="5701" y="6605"/>
                    <a:pt x="7688" y="3244"/>
                  </a:cubicBezTo>
                  <a:cubicBezTo>
                    <a:pt x="6201" y="2010"/>
                    <a:pt x="4040" y="496"/>
                    <a:pt x="2240" y="163"/>
                  </a:cubicBezTo>
                  <a:cubicBezTo>
                    <a:pt x="1610" y="45"/>
                    <a:pt x="1178" y="1"/>
                    <a:pt x="885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9" name="Google Shape;2012;p36"/>
            <p:cNvSpPr/>
            <p:nvPr/>
          </p:nvSpPr>
          <p:spPr>
            <a:xfrm>
              <a:off x="2617570" y="3443810"/>
              <a:ext cx="55968" cy="293433"/>
            </a:xfrm>
            <a:custGeom>
              <a:avLst/>
              <a:gdLst/>
              <a:ahLst/>
              <a:cxnLst/>
              <a:rect l="l" t="t" r="r" b="b"/>
              <a:pathLst>
                <a:path w="2001" h="10491" extrusionOk="0">
                  <a:moveTo>
                    <a:pt x="0" y="1"/>
                  </a:moveTo>
                  <a:lnTo>
                    <a:pt x="0" y="1"/>
                  </a:lnTo>
                  <a:cubicBezTo>
                    <a:pt x="480" y="1728"/>
                    <a:pt x="887" y="3448"/>
                    <a:pt x="1214" y="5195"/>
                  </a:cubicBezTo>
                  <a:cubicBezTo>
                    <a:pt x="1534" y="6949"/>
                    <a:pt x="1747" y="8716"/>
                    <a:pt x="1921" y="10490"/>
                  </a:cubicBezTo>
                  <a:cubicBezTo>
                    <a:pt x="2001" y="6902"/>
                    <a:pt x="1347" y="3328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0" name="Google Shape;2013;p36"/>
            <p:cNvSpPr/>
            <p:nvPr/>
          </p:nvSpPr>
          <p:spPr>
            <a:xfrm>
              <a:off x="2680055" y="3576611"/>
              <a:ext cx="28921" cy="174617"/>
            </a:xfrm>
            <a:custGeom>
              <a:avLst/>
              <a:gdLst/>
              <a:ahLst/>
              <a:cxnLst/>
              <a:rect l="l" t="t" r="r" b="b"/>
              <a:pathLst>
                <a:path w="1034" h="6243" extrusionOk="0">
                  <a:moveTo>
                    <a:pt x="0" y="0"/>
                  </a:moveTo>
                  <a:lnTo>
                    <a:pt x="0" y="0"/>
                  </a:lnTo>
                  <a:cubicBezTo>
                    <a:pt x="134" y="1054"/>
                    <a:pt x="314" y="2081"/>
                    <a:pt x="487" y="3121"/>
                  </a:cubicBezTo>
                  <a:cubicBezTo>
                    <a:pt x="660" y="4168"/>
                    <a:pt x="820" y="5202"/>
                    <a:pt x="1021" y="6242"/>
                  </a:cubicBezTo>
                  <a:cubicBezTo>
                    <a:pt x="1034" y="5182"/>
                    <a:pt x="954" y="4122"/>
                    <a:pt x="780" y="3081"/>
                  </a:cubicBezTo>
                  <a:cubicBezTo>
                    <a:pt x="614" y="2034"/>
                    <a:pt x="354" y="1001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1" name="Google Shape;2014;p36"/>
            <p:cNvSpPr/>
            <p:nvPr/>
          </p:nvSpPr>
          <p:spPr>
            <a:xfrm>
              <a:off x="2727800" y="3670982"/>
              <a:ext cx="15691" cy="80246"/>
            </a:xfrm>
            <a:custGeom>
              <a:avLst/>
              <a:gdLst/>
              <a:ahLst/>
              <a:cxnLst/>
              <a:rect l="l" t="t" r="r" b="b"/>
              <a:pathLst>
                <a:path w="561" h="2869" extrusionOk="0">
                  <a:moveTo>
                    <a:pt x="14" y="1"/>
                  </a:moveTo>
                  <a:lnTo>
                    <a:pt x="14" y="1"/>
                  </a:lnTo>
                  <a:cubicBezTo>
                    <a:pt x="0" y="488"/>
                    <a:pt x="47" y="974"/>
                    <a:pt x="140" y="1461"/>
                  </a:cubicBezTo>
                  <a:cubicBezTo>
                    <a:pt x="220" y="1941"/>
                    <a:pt x="354" y="2415"/>
                    <a:pt x="547" y="2868"/>
                  </a:cubicBezTo>
                  <a:cubicBezTo>
                    <a:pt x="561" y="2375"/>
                    <a:pt x="521" y="1888"/>
                    <a:pt x="420" y="1408"/>
                  </a:cubicBezTo>
                  <a:cubicBezTo>
                    <a:pt x="340" y="921"/>
                    <a:pt x="200" y="448"/>
                    <a:pt x="1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2" name="Google Shape;2015;p36"/>
            <p:cNvSpPr/>
            <p:nvPr/>
          </p:nvSpPr>
          <p:spPr>
            <a:xfrm>
              <a:off x="2686572" y="4215418"/>
              <a:ext cx="44808" cy="284091"/>
            </a:xfrm>
            <a:custGeom>
              <a:avLst/>
              <a:gdLst/>
              <a:ahLst/>
              <a:cxnLst/>
              <a:rect l="l" t="t" r="r" b="b"/>
              <a:pathLst>
                <a:path w="1602" h="10157" extrusionOk="0">
                  <a:moveTo>
                    <a:pt x="1" y="1"/>
                  </a:moveTo>
                  <a:cubicBezTo>
                    <a:pt x="114" y="1715"/>
                    <a:pt x="314" y="3422"/>
                    <a:pt x="534" y="5136"/>
                  </a:cubicBezTo>
                  <a:cubicBezTo>
                    <a:pt x="654" y="5982"/>
                    <a:pt x="768" y="6836"/>
                    <a:pt x="914" y="7683"/>
                  </a:cubicBezTo>
                  <a:cubicBezTo>
                    <a:pt x="981" y="8110"/>
                    <a:pt x="1048" y="8543"/>
                    <a:pt x="1128" y="8957"/>
                  </a:cubicBezTo>
                  <a:cubicBezTo>
                    <a:pt x="1214" y="9377"/>
                    <a:pt x="1334" y="9810"/>
                    <a:pt x="1601" y="10157"/>
                  </a:cubicBezTo>
                  <a:cubicBezTo>
                    <a:pt x="1388" y="9783"/>
                    <a:pt x="1314" y="9357"/>
                    <a:pt x="1261" y="8937"/>
                  </a:cubicBezTo>
                  <a:lnTo>
                    <a:pt x="1134" y="7650"/>
                  </a:lnTo>
                  <a:cubicBezTo>
                    <a:pt x="1048" y="6803"/>
                    <a:pt x="934" y="5942"/>
                    <a:pt x="828" y="5089"/>
                  </a:cubicBezTo>
                  <a:cubicBezTo>
                    <a:pt x="594" y="3382"/>
                    <a:pt x="347" y="1681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3" name="Google Shape;2016;p36"/>
            <p:cNvSpPr/>
            <p:nvPr/>
          </p:nvSpPr>
          <p:spPr>
            <a:xfrm>
              <a:off x="2719772" y="4243780"/>
              <a:ext cx="23159" cy="122005"/>
            </a:xfrm>
            <a:custGeom>
              <a:avLst/>
              <a:gdLst/>
              <a:ahLst/>
              <a:cxnLst/>
              <a:rect l="l" t="t" r="r" b="b"/>
              <a:pathLst>
                <a:path w="828" h="4362" extrusionOk="0">
                  <a:moveTo>
                    <a:pt x="7" y="0"/>
                  </a:moveTo>
                  <a:lnTo>
                    <a:pt x="7" y="0"/>
                  </a:lnTo>
                  <a:cubicBezTo>
                    <a:pt x="1" y="747"/>
                    <a:pt x="74" y="1488"/>
                    <a:pt x="227" y="2214"/>
                  </a:cubicBezTo>
                  <a:cubicBezTo>
                    <a:pt x="354" y="2948"/>
                    <a:pt x="554" y="3668"/>
                    <a:pt x="828" y="4362"/>
                  </a:cubicBezTo>
                  <a:cubicBezTo>
                    <a:pt x="754" y="3621"/>
                    <a:pt x="654" y="2895"/>
                    <a:pt x="507" y="2168"/>
                  </a:cubicBezTo>
                  <a:cubicBezTo>
                    <a:pt x="374" y="1434"/>
                    <a:pt x="207" y="714"/>
                    <a:pt x="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4" name="Google Shape;2017;p36"/>
            <p:cNvSpPr/>
            <p:nvPr/>
          </p:nvSpPr>
          <p:spPr>
            <a:xfrm>
              <a:off x="2765279" y="4275106"/>
              <a:ext cx="10657" cy="38459"/>
            </a:xfrm>
            <a:custGeom>
              <a:avLst/>
              <a:gdLst/>
              <a:ahLst/>
              <a:cxnLst/>
              <a:rect l="l" t="t" r="r" b="b"/>
              <a:pathLst>
                <a:path w="381" h="1375" extrusionOk="0">
                  <a:moveTo>
                    <a:pt x="74" y="1"/>
                  </a:moveTo>
                  <a:cubicBezTo>
                    <a:pt x="7" y="228"/>
                    <a:pt x="1" y="474"/>
                    <a:pt x="47" y="708"/>
                  </a:cubicBezTo>
                  <a:cubicBezTo>
                    <a:pt x="81" y="948"/>
                    <a:pt x="174" y="1174"/>
                    <a:pt x="314" y="1374"/>
                  </a:cubicBezTo>
                  <a:cubicBezTo>
                    <a:pt x="374" y="1141"/>
                    <a:pt x="381" y="894"/>
                    <a:pt x="334" y="654"/>
                  </a:cubicBezTo>
                  <a:cubicBezTo>
                    <a:pt x="294" y="421"/>
                    <a:pt x="207" y="194"/>
                    <a:pt x="7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5" name="Google Shape;2018;p36"/>
            <p:cNvSpPr/>
            <p:nvPr/>
          </p:nvSpPr>
          <p:spPr>
            <a:xfrm>
              <a:off x="2506948" y="3676212"/>
              <a:ext cx="428081" cy="521165"/>
            </a:xfrm>
            <a:custGeom>
              <a:avLst/>
              <a:gdLst/>
              <a:ahLst/>
              <a:cxnLst/>
              <a:rect l="l" t="t" r="r" b="b"/>
              <a:pathLst>
                <a:path w="15305" h="18633" extrusionOk="0">
                  <a:moveTo>
                    <a:pt x="3622" y="0"/>
                  </a:moveTo>
                  <a:cubicBezTo>
                    <a:pt x="3415" y="60"/>
                    <a:pt x="3215" y="147"/>
                    <a:pt x="3035" y="267"/>
                  </a:cubicBezTo>
                  <a:cubicBezTo>
                    <a:pt x="2648" y="514"/>
                    <a:pt x="2188" y="974"/>
                    <a:pt x="1915" y="1814"/>
                  </a:cubicBezTo>
                  <a:cubicBezTo>
                    <a:pt x="1421" y="3328"/>
                    <a:pt x="1888" y="4808"/>
                    <a:pt x="1915" y="4895"/>
                  </a:cubicBezTo>
                  <a:cubicBezTo>
                    <a:pt x="1900" y="4883"/>
                    <a:pt x="1836" y="4819"/>
                    <a:pt x="1730" y="4819"/>
                  </a:cubicBezTo>
                  <a:cubicBezTo>
                    <a:pt x="1549" y="4819"/>
                    <a:pt x="1244" y="5006"/>
                    <a:pt x="848" y="5962"/>
                  </a:cubicBezTo>
                  <a:cubicBezTo>
                    <a:pt x="221" y="7482"/>
                    <a:pt x="848" y="8463"/>
                    <a:pt x="848" y="8463"/>
                  </a:cubicBezTo>
                  <a:cubicBezTo>
                    <a:pt x="848" y="8463"/>
                    <a:pt x="34" y="8496"/>
                    <a:pt x="14" y="9790"/>
                  </a:cubicBezTo>
                  <a:cubicBezTo>
                    <a:pt x="1" y="11083"/>
                    <a:pt x="908" y="11990"/>
                    <a:pt x="908" y="11990"/>
                  </a:cubicBezTo>
                  <a:cubicBezTo>
                    <a:pt x="908" y="11990"/>
                    <a:pt x="281" y="12324"/>
                    <a:pt x="955" y="14291"/>
                  </a:cubicBezTo>
                  <a:cubicBezTo>
                    <a:pt x="1635" y="16258"/>
                    <a:pt x="6109" y="18119"/>
                    <a:pt x="8970" y="18285"/>
                  </a:cubicBezTo>
                  <a:cubicBezTo>
                    <a:pt x="9710" y="18325"/>
                    <a:pt x="10450" y="18439"/>
                    <a:pt x="11177" y="18632"/>
                  </a:cubicBezTo>
                  <a:cubicBezTo>
                    <a:pt x="11591" y="17959"/>
                    <a:pt x="11971" y="17358"/>
                    <a:pt x="12211" y="16925"/>
                  </a:cubicBezTo>
                  <a:cubicBezTo>
                    <a:pt x="12984" y="15525"/>
                    <a:pt x="14545" y="12484"/>
                    <a:pt x="15305" y="11557"/>
                  </a:cubicBezTo>
                  <a:cubicBezTo>
                    <a:pt x="15218" y="11483"/>
                    <a:pt x="15138" y="11403"/>
                    <a:pt x="15072" y="11317"/>
                  </a:cubicBezTo>
                  <a:cubicBezTo>
                    <a:pt x="14838" y="11030"/>
                    <a:pt x="14665" y="10703"/>
                    <a:pt x="14558" y="10357"/>
                  </a:cubicBezTo>
                  <a:cubicBezTo>
                    <a:pt x="14071" y="8889"/>
                    <a:pt x="13625" y="3715"/>
                    <a:pt x="10417" y="1067"/>
                  </a:cubicBezTo>
                  <a:lnTo>
                    <a:pt x="10417" y="1067"/>
                  </a:lnTo>
                  <a:cubicBezTo>
                    <a:pt x="10417" y="1068"/>
                    <a:pt x="10537" y="1988"/>
                    <a:pt x="10657" y="3015"/>
                  </a:cubicBezTo>
                  <a:cubicBezTo>
                    <a:pt x="10657" y="3015"/>
                    <a:pt x="9141" y="3625"/>
                    <a:pt x="7383" y="3625"/>
                  </a:cubicBezTo>
                  <a:cubicBezTo>
                    <a:pt x="7257" y="3625"/>
                    <a:pt x="7130" y="3621"/>
                    <a:pt x="7003" y="3615"/>
                  </a:cubicBezTo>
                  <a:cubicBezTo>
                    <a:pt x="5949" y="3555"/>
                    <a:pt x="4856" y="3261"/>
                    <a:pt x="3955" y="2488"/>
                  </a:cubicBezTo>
                  <a:cubicBezTo>
                    <a:pt x="3955" y="2488"/>
                    <a:pt x="3709" y="614"/>
                    <a:pt x="3622" y="0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6" name="Google Shape;2019;p36"/>
            <p:cNvSpPr/>
            <p:nvPr/>
          </p:nvSpPr>
          <p:spPr>
            <a:xfrm>
              <a:off x="2498949" y="3666507"/>
              <a:ext cx="447464" cy="540185"/>
            </a:xfrm>
            <a:custGeom>
              <a:avLst/>
              <a:gdLst/>
              <a:ahLst/>
              <a:cxnLst/>
              <a:rect l="l" t="t" r="r" b="b"/>
              <a:pathLst>
                <a:path w="15998" h="19313" extrusionOk="0">
                  <a:moveTo>
                    <a:pt x="3668" y="748"/>
                  </a:moveTo>
                  <a:cubicBezTo>
                    <a:pt x="3775" y="1528"/>
                    <a:pt x="3948" y="2868"/>
                    <a:pt x="3948" y="2868"/>
                  </a:cubicBezTo>
                  <a:lnTo>
                    <a:pt x="3968" y="2975"/>
                  </a:lnTo>
                  <a:lnTo>
                    <a:pt x="4048" y="3048"/>
                  </a:lnTo>
                  <a:cubicBezTo>
                    <a:pt x="4895" y="3775"/>
                    <a:pt x="5975" y="4175"/>
                    <a:pt x="7269" y="4242"/>
                  </a:cubicBezTo>
                  <a:cubicBezTo>
                    <a:pt x="7410" y="4249"/>
                    <a:pt x="7550" y="4253"/>
                    <a:pt x="7688" y="4253"/>
                  </a:cubicBezTo>
                  <a:cubicBezTo>
                    <a:pt x="9472" y="4253"/>
                    <a:pt x="10982" y="3659"/>
                    <a:pt x="11050" y="3628"/>
                  </a:cubicBezTo>
                  <a:lnTo>
                    <a:pt x="11250" y="3542"/>
                  </a:lnTo>
                  <a:lnTo>
                    <a:pt x="11230" y="3328"/>
                  </a:lnTo>
                  <a:cubicBezTo>
                    <a:pt x="11177" y="2901"/>
                    <a:pt x="11130" y="2501"/>
                    <a:pt x="11083" y="2175"/>
                  </a:cubicBezTo>
                  <a:lnTo>
                    <a:pt x="11083" y="2175"/>
                  </a:lnTo>
                  <a:cubicBezTo>
                    <a:pt x="13117" y="4268"/>
                    <a:pt x="13811" y="7476"/>
                    <a:pt x="14237" y="9463"/>
                  </a:cubicBezTo>
                  <a:cubicBezTo>
                    <a:pt x="14364" y="10030"/>
                    <a:pt x="14464" y="10477"/>
                    <a:pt x="14564" y="10797"/>
                  </a:cubicBezTo>
                  <a:cubicBezTo>
                    <a:pt x="14691" y="11177"/>
                    <a:pt x="14877" y="11530"/>
                    <a:pt x="15131" y="11844"/>
                  </a:cubicBezTo>
                  <a:lnTo>
                    <a:pt x="15204" y="11931"/>
                  </a:lnTo>
                  <a:cubicBezTo>
                    <a:pt x="14577" y="12784"/>
                    <a:pt x="13630" y="14565"/>
                    <a:pt x="12844" y="16012"/>
                  </a:cubicBezTo>
                  <a:cubicBezTo>
                    <a:pt x="12617" y="16438"/>
                    <a:pt x="12410" y="16805"/>
                    <a:pt x="12237" y="17132"/>
                  </a:cubicBezTo>
                  <a:cubicBezTo>
                    <a:pt x="12063" y="17452"/>
                    <a:pt x="11803" y="17879"/>
                    <a:pt x="11503" y="18366"/>
                  </a:cubicBezTo>
                  <a:lnTo>
                    <a:pt x="11330" y="18646"/>
                  </a:lnTo>
                  <a:cubicBezTo>
                    <a:pt x="10656" y="18479"/>
                    <a:pt x="9963" y="18379"/>
                    <a:pt x="9269" y="18346"/>
                  </a:cubicBezTo>
                  <a:cubicBezTo>
                    <a:pt x="6395" y="18172"/>
                    <a:pt x="2114" y="16305"/>
                    <a:pt x="1521" y="14545"/>
                  </a:cubicBezTo>
                  <a:cubicBezTo>
                    <a:pt x="1060" y="13204"/>
                    <a:pt x="1241" y="12671"/>
                    <a:pt x="1327" y="12591"/>
                  </a:cubicBezTo>
                  <a:lnTo>
                    <a:pt x="1667" y="12404"/>
                  </a:lnTo>
                  <a:lnTo>
                    <a:pt x="1394" y="12131"/>
                  </a:lnTo>
                  <a:cubicBezTo>
                    <a:pt x="1381" y="12117"/>
                    <a:pt x="580" y="11297"/>
                    <a:pt x="594" y="10137"/>
                  </a:cubicBezTo>
                  <a:cubicBezTo>
                    <a:pt x="600" y="9176"/>
                    <a:pt x="1094" y="9103"/>
                    <a:pt x="1140" y="9103"/>
                  </a:cubicBezTo>
                  <a:lnTo>
                    <a:pt x="1634" y="9076"/>
                  </a:lnTo>
                  <a:lnTo>
                    <a:pt x="1374" y="8656"/>
                  </a:lnTo>
                  <a:cubicBezTo>
                    <a:pt x="1361" y="8623"/>
                    <a:pt x="854" y="7769"/>
                    <a:pt x="1401" y="6422"/>
                  </a:cubicBezTo>
                  <a:cubicBezTo>
                    <a:pt x="1767" y="5522"/>
                    <a:pt x="2021" y="5475"/>
                    <a:pt x="2007" y="5462"/>
                  </a:cubicBezTo>
                  <a:lnTo>
                    <a:pt x="2007" y="5462"/>
                  </a:lnTo>
                  <a:lnTo>
                    <a:pt x="2768" y="6109"/>
                  </a:lnTo>
                  <a:lnTo>
                    <a:pt x="2474" y="5149"/>
                  </a:lnTo>
                  <a:cubicBezTo>
                    <a:pt x="2401" y="4902"/>
                    <a:pt x="2041" y="3595"/>
                    <a:pt x="2474" y="2241"/>
                  </a:cubicBezTo>
                  <a:cubicBezTo>
                    <a:pt x="2728" y="1468"/>
                    <a:pt x="3161" y="1068"/>
                    <a:pt x="3474" y="861"/>
                  </a:cubicBezTo>
                  <a:lnTo>
                    <a:pt x="3668" y="748"/>
                  </a:lnTo>
                  <a:close/>
                  <a:moveTo>
                    <a:pt x="4155" y="1"/>
                  </a:moveTo>
                  <a:lnTo>
                    <a:pt x="3855" y="61"/>
                  </a:lnTo>
                  <a:cubicBezTo>
                    <a:pt x="3601" y="127"/>
                    <a:pt x="3368" y="234"/>
                    <a:pt x="3161" y="374"/>
                  </a:cubicBezTo>
                  <a:cubicBezTo>
                    <a:pt x="2761" y="628"/>
                    <a:pt x="2227" y="1128"/>
                    <a:pt x="1927" y="2068"/>
                  </a:cubicBezTo>
                  <a:cubicBezTo>
                    <a:pt x="1561" y="3208"/>
                    <a:pt x="1694" y="4328"/>
                    <a:pt x="1814" y="4929"/>
                  </a:cubicBezTo>
                  <a:cubicBezTo>
                    <a:pt x="1474" y="5055"/>
                    <a:pt x="1160" y="5469"/>
                    <a:pt x="860" y="6202"/>
                  </a:cubicBezTo>
                  <a:cubicBezTo>
                    <a:pt x="400" y="7329"/>
                    <a:pt x="574" y="8190"/>
                    <a:pt x="734" y="8630"/>
                  </a:cubicBezTo>
                  <a:cubicBezTo>
                    <a:pt x="387" y="8810"/>
                    <a:pt x="20" y="9256"/>
                    <a:pt x="7" y="10137"/>
                  </a:cubicBezTo>
                  <a:cubicBezTo>
                    <a:pt x="0" y="11177"/>
                    <a:pt x="527" y="11977"/>
                    <a:pt x="807" y="12337"/>
                  </a:cubicBezTo>
                  <a:cubicBezTo>
                    <a:pt x="627" y="12664"/>
                    <a:pt x="494" y="13338"/>
                    <a:pt x="967" y="14738"/>
                  </a:cubicBezTo>
                  <a:cubicBezTo>
                    <a:pt x="1721" y="16925"/>
                    <a:pt x="6429" y="18759"/>
                    <a:pt x="9229" y="18926"/>
                  </a:cubicBezTo>
                  <a:cubicBezTo>
                    <a:pt x="9956" y="18966"/>
                    <a:pt x="10683" y="19079"/>
                    <a:pt x="11390" y="19266"/>
                  </a:cubicBezTo>
                  <a:lnTo>
                    <a:pt x="11597" y="19312"/>
                  </a:lnTo>
                  <a:lnTo>
                    <a:pt x="11997" y="18672"/>
                  </a:lnTo>
                  <a:cubicBezTo>
                    <a:pt x="12303" y="18172"/>
                    <a:pt x="12564" y="17745"/>
                    <a:pt x="12757" y="17412"/>
                  </a:cubicBezTo>
                  <a:lnTo>
                    <a:pt x="13364" y="16292"/>
                  </a:lnTo>
                  <a:cubicBezTo>
                    <a:pt x="14157" y="14805"/>
                    <a:pt x="15238" y="12791"/>
                    <a:pt x="15811" y="12091"/>
                  </a:cubicBezTo>
                  <a:lnTo>
                    <a:pt x="15998" y="11870"/>
                  </a:lnTo>
                  <a:lnTo>
                    <a:pt x="15778" y="11690"/>
                  </a:lnTo>
                  <a:cubicBezTo>
                    <a:pt x="15704" y="11624"/>
                    <a:pt x="15638" y="11550"/>
                    <a:pt x="15578" y="11470"/>
                  </a:cubicBezTo>
                  <a:cubicBezTo>
                    <a:pt x="15371" y="11217"/>
                    <a:pt x="15218" y="10924"/>
                    <a:pt x="15124" y="10610"/>
                  </a:cubicBezTo>
                  <a:cubicBezTo>
                    <a:pt x="14991" y="10190"/>
                    <a:pt x="14891" y="9770"/>
                    <a:pt x="14811" y="9336"/>
                  </a:cubicBezTo>
                  <a:cubicBezTo>
                    <a:pt x="14331" y="7103"/>
                    <a:pt x="13524" y="3362"/>
                    <a:pt x="10890" y="1194"/>
                  </a:cubicBezTo>
                  <a:lnTo>
                    <a:pt x="10323" y="728"/>
                  </a:lnTo>
                  <a:lnTo>
                    <a:pt x="10410" y="1454"/>
                  </a:lnTo>
                  <a:lnTo>
                    <a:pt x="10630" y="3162"/>
                  </a:lnTo>
                  <a:cubicBezTo>
                    <a:pt x="10164" y="3321"/>
                    <a:pt x="8972" y="3677"/>
                    <a:pt x="7655" y="3677"/>
                  </a:cubicBezTo>
                  <a:cubicBezTo>
                    <a:pt x="7538" y="3677"/>
                    <a:pt x="7420" y="3674"/>
                    <a:pt x="7302" y="3668"/>
                  </a:cubicBezTo>
                  <a:cubicBezTo>
                    <a:pt x="6175" y="3608"/>
                    <a:pt x="5242" y="3275"/>
                    <a:pt x="4521" y="2688"/>
                  </a:cubicBezTo>
                  <a:cubicBezTo>
                    <a:pt x="4461" y="2268"/>
                    <a:pt x="4268" y="834"/>
                    <a:pt x="4195" y="307"/>
                  </a:cubicBezTo>
                  <a:lnTo>
                    <a:pt x="4155" y="1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7" name="Google Shape;2020;p36"/>
            <p:cNvSpPr/>
            <p:nvPr/>
          </p:nvSpPr>
          <p:spPr>
            <a:xfrm>
              <a:off x="2506948" y="3676017"/>
              <a:ext cx="348087" cy="521165"/>
            </a:xfrm>
            <a:custGeom>
              <a:avLst/>
              <a:gdLst/>
              <a:ahLst/>
              <a:cxnLst/>
              <a:rect l="l" t="t" r="r" b="b"/>
              <a:pathLst>
                <a:path w="12445" h="18633" extrusionOk="0">
                  <a:moveTo>
                    <a:pt x="3622" y="1"/>
                  </a:moveTo>
                  <a:cubicBezTo>
                    <a:pt x="3415" y="54"/>
                    <a:pt x="3215" y="147"/>
                    <a:pt x="3035" y="268"/>
                  </a:cubicBezTo>
                  <a:cubicBezTo>
                    <a:pt x="2648" y="508"/>
                    <a:pt x="2188" y="968"/>
                    <a:pt x="1915" y="1808"/>
                  </a:cubicBezTo>
                  <a:cubicBezTo>
                    <a:pt x="1421" y="3328"/>
                    <a:pt x="1888" y="4802"/>
                    <a:pt x="1915" y="4895"/>
                  </a:cubicBezTo>
                  <a:cubicBezTo>
                    <a:pt x="1900" y="4883"/>
                    <a:pt x="1836" y="4817"/>
                    <a:pt x="1728" y="4817"/>
                  </a:cubicBezTo>
                  <a:cubicBezTo>
                    <a:pt x="1547" y="4817"/>
                    <a:pt x="1242" y="5006"/>
                    <a:pt x="848" y="5962"/>
                  </a:cubicBezTo>
                  <a:cubicBezTo>
                    <a:pt x="221" y="7476"/>
                    <a:pt x="848" y="8463"/>
                    <a:pt x="848" y="8463"/>
                  </a:cubicBezTo>
                  <a:cubicBezTo>
                    <a:pt x="848" y="8463"/>
                    <a:pt x="34" y="8496"/>
                    <a:pt x="14" y="9790"/>
                  </a:cubicBezTo>
                  <a:cubicBezTo>
                    <a:pt x="1" y="11077"/>
                    <a:pt x="908" y="11991"/>
                    <a:pt x="908" y="11991"/>
                  </a:cubicBezTo>
                  <a:cubicBezTo>
                    <a:pt x="908" y="11991"/>
                    <a:pt x="281" y="12324"/>
                    <a:pt x="955" y="14291"/>
                  </a:cubicBezTo>
                  <a:cubicBezTo>
                    <a:pt x="1375" y="15498"/>
                    <a:pt x="3208" y="16659"/>
                    <a:pt x="5216" y="17412"/>
                  </a:cubicBezTo>
                  <a:cubicBezTo>
                    <a:pt x="6503" y="17899"/>
                    <a:pt x="7850" y="18212"/>
                    <a:pt x="8970" y="18279"/>
                  </a:cubicBezTo>
                  <a:cubicBezTo>
                    <a:pt x="9710" y="18326"/>
                    <a:pt x="10450" y="18439"/>
                    <a:pt x="11177" y="18632"/>
                  </a:cubicBezTo>
                  <a:cubicBezTo>
                    <a:pt x="11584" y="17959"/>
                    <a:pt x="11971" y="17365"/>
                    <a:pt x="12211" y="16932"/>
                  </a:cubicBezTo>
                  <a:lnTo>
                    <a:pt x="12444" y="16505"/>
                  </a:lnTo>
                  <a:lnTo>
                    <a:pt x="12184" y="16365"/>
                  </a:lnTo>
                  <a:cubicBezTo>
                    <a:pt x="10917" y="15738"/>
                    <a:pt x="9724" y="15065"/>
                    <a:pt x="9017" y="13878"/>
                  </a:cubicBezTo>
                  <a:cubicBezTo>
                    <a:pt x="8503" y="13011"/>
                    <a:pt x="8316" y="11997"/>
                    <a:pt x="8156" y="10997"/>
                  </a:cubicBezTo>
                  <a:lnTo>
                    <a:pt x="7856" y="9270"/>
                  </a:lnTo>
                  <a:cubicBezTo>
                    <a:pt x="7543" y="7389"/>
                    <a:pt x="7223" y="5496"/>
                    <a:pt x="7003" y="3608"/>
                  </a:cubicBezTo>
                  <a:cubicBezTo>
                    <a:pt x="5949" y="3555"/>
                    <a:pt x="4856" y="3262"/>
                    <a:pt x="3955" y="2488"/>
                  </a:cubicBezTo>
                  <a:cubicBezTo>
                    <a:pt x="3955" y="2488"/>
                    <a:pt x="3889" y="2008"/>
                    <a:pt x="3822" y="1468"/>
                  </a:cubicBezTo>
                  <a:lnTo>
                    <a:pt x="3802" y="1268"/>
                  </a:lnTo>
                  <a:cubicBezTo>
                    <a:pt x="3782" y="1201"/>
                    <a:pt x="3775" y="1128"/>
                    <a:pt x="3769" y="1054"/>
                  </a:cubicBezTo>
                  <a:cubicBezTo>
                    <a:pt x="3749" y="954"/>
                    <a:pt x="3742" y="888"/>
                    <a:pt x="3722" y="761"/>
                  </a:cubicBezTo>
                  <a:cubicBezTo>
                    <a:pt x="3709" y="634"/>
                    <a:pt x="3689" y="508"/>
                    <a:pt x="3682" y="394"/>
                  </a:cubicBezTo>
                  <a:cubicBezTo>
                    <a:pt x="3669" y="334"/>
                    <a:pt x="3662" y="281"/>
                    <a:pt x="3655" y="221"/>
                  </a:cubicBezTo>
                  <a:cubicBezTo>
                    <a:pt x="3642" y="134"/>
                    <a:pt x="3635" y="61"/>
                    <a:pt x="3622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8" name="Google Shape;2021;p36"/>
            <p:cNvSpPr/>
            <p:nvPr/>
          </p:nvSpPr>
          <p:spPr>
            <a:xfrm>
              <a:off x="2690683" y="4124404"/>
              <a:ext cx="115097" cy="18153"/>
            </a:xfrm>
            <a:custGeom>
              <a:avLst/>
              <a:gdLst/>
              <a:ahLst/>
              <a:cxnLst/>
              <a:rect l="l" t="t" r="r" b="b"/>
              <a:pathLst>
                <a:path w="4115" h="649" extrusionOk="0">
                  <a:moveTo>
                    <a:pt x="4115" y="1"/>
                  </a:moveTo>
                  <a:lnTo>
                    <a:pt x="4115" y="1"/>
                  </a:lnTo>
                  <a:cubicBezTo>
                    <a:pt x="3431" y="240"/>
                    <a:pt x="2717" y="360"/>
                    <a:pt x="2004" y="360"/>
                  </a:cubicBezTo>
                  <a:cubicBezTo>
                    <a:pt x="1327" y="360"/>
                    <a:pt x="650" y="252"/>
                    <a:pt x="0" y="34"/>
                  </a:cubicBezTo>
                  <a:lnTo>
                    <a:pt x="0" y="34"/>
                  </a:lnTo>
                  <a:cubicBezTo>
                    <a:pt x="562" y="447"/>
                    <a:pt x="1293" y="648"/>
                    <a:pt x="1999" y="648"/>
                  </a:cubicBezTo>
                  <a:cubicBezTo>
                    <a:pt x="2022" y="648"/>
                    <a:pt x="2045" y="648"/>
                    <a:pt x="2068" y="648"/>
                  </a:cubicBezTo>
                  <a:cubicBezTo>
                    <a:pt x="2788" y="641"/>
                    <a:pt x="3541" y="434"/>
                    <a:pt x="411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9" name="Google Shape;2022;p36"/>
            <p:cNvSpPr/>
            <p:nvPr/>
          </p:nvSpPr>
          <p:spPr>
            <a:xfrm>
              <a:off x="2708584" y="4085413"/>
              <a:ext cx="87882" cy="14013"/>
            </a:xfrm>
            <a:custGeom>
              <a:avLst/>
              <a:gdLst/>
              <a:ahLst/>
              <a:cxnLst/>
              <a:rect l="l" t="t" r="r" b="b"/>
              <a:pathLst>
                <a:path w="3142" h="501" extrusionOk="0">
                  <a:moveTo>
                    <a:pt x="3141" y="1"/>
                  </a:moveTo>
                  <a:cubicBezTo>
                    <a:pt x="2608" y="74"/>
                    <a:pt x="2094" y="161"/>
                    <a:pt x="1574" y="201"/>
                  </a:cubicBezTo>
                  <a:cubicBezTo>
                    <a:pt x="1189" y="231"/>
                    <a:pt x="800" y="235"/>
                    <a:pt x="402" y="235"/>
                  </a:cubicBezTo>
                  <a:cubicBezTo>
                    <a:pt x="269" y="235"/>
                    <a:pt x="136" y="234"/>
                    <a:pt x="1" y="234"/>
                  </a:cubicBezTo>
                  <a:cubicBezTo>
                    <a:pt x="409" y="414"/>
                    <a:pt x="854" y="501"/>
                    <a:pt x="1301" y="501"/>
                  </a:cubicBezTo>
                  <a:cubicBezTo>
                    <a:pt x="1401" y="501"/>
                    <a:pt x="1501" y="496"/>
                    <a:pt x="1601" y="488"/>
                  </a:cubicBezTo>
                  <a:cubicBezTo>
                    <a:pt x="2148" y="454"/>
                    <a:pt x="2675" y="288"/>
                    <a:pt x="314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0" name="Google Shape;2023;p36"/>
            <p:cNvSpPr/>
            <p:nvPr/>
          </p:nvSpPr>
          <p:spPr>
            <a:xfrm>
              <a:off x="2715297" y="4045332"/>
              <a:ext cx="69981" cy="11020"/>
            </a:xfrm>
            <a:custGeom>
              <a:avLst/>
              <a:gdLst/>
              <a:ahLst/>
              <a:cxnLst/>
              <a:rect l="l" t="t" r="r" b="b"/>
              <a:pathLst>
                <a:path w="2502" h="394" extrusionOk="0">
                  <a:moveTo>
                    <a:pt x="2501" y="0"/>
                  </a:moveTo>
                  <a:cubicBezTo>
                    <a:pt x="2068" y="7"/>
                    <a:pt x="1661" y="47"/>
                    <a:pt x="1254" y="87"/>
                  </a:cubicBezTo>
                  <a:cubicBezTo>
                    <a:pt x="841" y="127"/>
                    <a:pt x="434" y="147"/>
                    <a:pt x="1" y="214"/>
                  </a:cubicBezTo>
                  <a:cubicBezTo>
                    <a:pt x="321" y="334"/>
                    <a:pt x="658" y="393"/>
                    <a:pt x="998" y="393"/>
                  </a:cubicBezTo>
                  <a:cubicBezTo>
                    <a:pt x="1090" y="393"/>
                    <a:pt x="1182" y="389"/>
                    <a:pt x="1274" y="380"/>
                  </a:cubicBezTo>
                  <a:cubicBezTo>
                    <a:pt x="1701" y="334"/>
                    <a:pt x="2134" y="234"/>
                    <a:pt x="25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1" name="Google Shape;2024;p36"/>
            <p:cNvSpPr/>
            <p:nvPr/>
          </p:nvSpPr>
          <p:spPr>
            <a:xfrm>
              <a:off x="1205812" y="3146041"/>
              <a:ext cx="1600527" cy="2122084"/>
            </a:xfrm>
            <a:custGeom>
              <a:avLst/>
              <a:gdLst/>
              <a:ahLst/>
              <a:cxnLst/>
              <a:rect l="l" t="t" r="r" b="b"/>
              <a:pathLst>
                <a:path w="57223" h="75870" extrusionOk="0">
                  <a:moveTo>
                    <a:pt x="30635" y="1"/>
                  </a:moveTo>
                  <a:cubicBezTo>
                    <a:pt x="29618" y="1"/>
                    <a:pt x="28459" y="83"/>
                    <a:pt x="27121" y="277"/>
                  </a:cubicBezTo>
                  <a:cubicBezTo>
                    <a:pt x="24114" y="711"/>
                    <a:pt x="22427" y="1024"/>
                    <a:pt x="20300" y="2438"/>
                  </a:cubicBezTo>
                  <a:cubicBezTo>
                    <a:pt x="18179" y="3858"/>
                    <a:pt x="15558" y="5078"/>
                    <a:pt x="12204" y="6459"/>
                  </a:cubicBezTo>
                  <a:cubicBezTo>
                    <a:pt x="8856" y="7832"/>
                    <a:pt x="6869" y="8706"/>
                    <a:pt x="4682" y="14801"/>
                  </a:cubicBezTo>
                  <a:cubicBezTo>
                    <a:pt x="2488" y="20896"/>
                    <a:pt x="4115" y="32119"/>
                    <a:pt x="3788" y="39247"/>
                  </a:cubicBezTo>
                  <a:cubicBezTo>
                    <a:pt x="3462" y="46376"/>
                    <a:pt x="4535" y="56525"/>
                    <a:pt x="2268" y="61707"/>
                  </a:cubicBezTo>
                  <a:cubicBezTo>
                    <a:pt x="1" y="66881"/>
                    <a:pt x="654" y="71309"/>
                    <a:pt x="2815" y="73463"/>
                  </a:cubicBezTo>
                  <a:cubicBezTo>
                    <a:pt x="4519" y="75173"/>
                    <a:pt x="10876" y="75870"/>
                    <a:pt x="15494" y="75870"/>
                  </a:cubicBezTo>
                  <a:cubicBezTo>
                    <a:pt x="16135" y="75870"/>
                    <a:pt x="16742" y="75857"/>
                    <a:pt x="17299" y="75831"/>
                  </a:cubicBezTo>
                  <a:cubicBezTo>
                    <a:pt x="17799" y="75811"/>
                    <a:pt x="18266" y="75777"/>
                    <a:pt x="18672" y="75730"/>
                  </a:cubicBezTo>
                  <a:cubicBezTo>
                    <a:pt x="21401" y="75443"/>
                    <a:pt x="26501" y="75299"/>
                    <a:pt x="31388" y="75299"/>
                  </a:cubicBezTo>
                  <a:cubicBezTo>
                    <a:pt x="33870" y="75299"/>
                    <a:pt x="36297" y="75336"/>
                    <a:pt x="38331" y="75410"/>
                  </a:cubicBezTo>
                  <a:cubicBezTo>
                    <a:pt x="39248" y="75443"/>
                    <a:pt x="40241" y="75463"/>
                    <a:pt x="41273" y="75463"/>
                  </a:cubicBezTo>
                  <a:cubicBezTo>
                    <a:pt x="47041" y="75463"/>
                    <a:pt x="54007" y="74840"/>
                    <a:pt x="55489" y="72283"/>
                  </a:cubicBezTo>
                  <a:cubicBezTo>
                    <a:pt x="57223" y="69255"/>
                    <a:pt x="56029" y="64614"/>
                    <a:pt x="54735" y="60727"/>
                  </a:cubicBezTo>
                  <a:cubicBezTo>
                    <a:pt x="53442" y="56845"/>
                    <a:pt x="53122" y="49717"/>
                    <a:pt x="52468" y="44856"/>
                  </a:cubicBezTo>
                  <a:cubicBezTo>
                    <a:pt x="51821" y="40001"/>
                    <a:pt x="51288" y="20996"/>
                    <a:pt x="50201" y="15228"/>
                  </a:cubicBezTo>
                  <a:cubicBezTo>
                    <a:pt x="49121" y="9460"/>
                    <a:pt x="48307" y="5672"/>
                    <a:pt x="45740" y="4705"/>
                  </a:cubicBezTo>
                  <a:cubicBezTo>
                    <a:pt x="45353" y="4558"/>
                    <a:pt x="44953" y="4412"/>
                    <a:pt x="44553" y="4278"/>
                  </a:cubicBezTo>
                  <a:cubicBezTo>
                    <a:pt x="42352" y="3531"/>
                    <a:pt x="40105" y="2938"/>
                    <a:pt x="38258" y="2111"/>
                  </a:cubicBezTo>
                  <a:cubicBezTo>
                    <a:pt x="36501" y="1331"/>
                    <a:pt x="34719" y="1"/>
                    <a:pt x="30635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2" name="Google Shape;2025;p36"/>
            <p:cNvSpPr/>
            <p:nvPr/>
          </p:nvSpPr>
          <p:spPr>
            <a:xfrm>
              <a:off x="1189785" y="3137902"/>
              <a:ext cx="1624945" cy="2138279"/>
            </a:xfrm>
            <a:custGeom>
              <a:avLst/>
              <a:gdLst/>
              <a:ahLst/>
              <a:cxnLst/>
              <a:rect l="l" t="t" r="r" b="b"/>
              <a:pathLst>
                <a:path w="58096" h="76449" extrusionOk="0">
                  <a:moveTo>
                    <a:pt x="31195" y="588"/>
                  </a:moveTo>
                  <a:cubicBezTo>
                    <a:pt x="34490" y="588"/>
                    <a:pt x="36257" y="1462"/>
                    <a:pt x="37737" y="2202"/>
                  </a:cubicBezTo>
                  <a:cubicBezTo>
                    <a:pt x="38070" y="2369"/>
                    <a:pt x="38391" y="2529"/>
                    <a:pt x="38711" y="2669"/>
                  </a:cubicBezTo>
                  <a:cubicBezTo>
                    <a:pt x="39971" y="3229"/>
                    <a:pt x="41391" y="3682"/>
                    <a:pt x="42878" y="4149"/>
                  </a:cubicBezTo>
                  <a:lnTo>
                    <a:pt x="45032" y="4849"/>
                  </a:lnTo>
                  <a:lnTo>
                    <a:pt x="46213" y="5263"/>
                  </a:lnTo>
                  <a:cubicBezTo>
                    <a:pt x="48613" y="6170"/>
                    <a:pt x="49407" y="9771"/>
                    <a:pt x="50494" y="15565"/>
                  </a:cubicBezTo>
                  <a:cubicBezTo>
                    <a:pt x="51114" y="18926"/>
                    <a:pt x="51561" y="26828"/>
                    <a:pt x="51961" y="33804"/>
                  </a:cubicBezTo>
                  <a:cubicBezTo>
                    <a:pt x="52241" y="38832"/>
                    <a:pt x="52481" y="43166"/>
                    <a:pt x="52748" y="45193"/>
                  </a:cubicBezTo>
                  <a:cubicBezTo>
                    <a:pt x="52941" y="46627"/>
                    <a:pt x="53108" y="48247"/>
                    <a:pt x="53275" y="49968"/>
                  </a:cubicBezTo>
                  <a:cubicBezTo>
                    <a:pt x="53695" y="54082"/>
                    <a:pt x="54108" y="58343"/>
                    <a:pt x="55035" y="61111"/>
                  </a:cubicBezTo>
                  <a:cubicBezTo>
                    <a:pt x="56275" y="64839"/>
                    <a:pt x="57482" y="69500"/>
                    <a:pt x="55802" y="72421"/>
                  </a:cubicBezTo>
                  <a:cubicBezTo>
                    <a:pt x="54299" y="75035"/>
                    <a:pt x="46589" y="75459"/>
                    <a:pt x="41794" y="75459"/>
                  </a:cubicBezTo>
                  <a:cubicBezTo>
                    <a:pt x="40609" y="75459"/>
                    <a:pt x="39602" y="75433"/>
                    <a:pt x="38911" y="75408"/>
                  </a:cubicBezTo>
                  <a:cubicBezTo>
                    <a:pt x="36968" y="75339"/>
                    <a:pt x="34605" y="75305"/>
                    <a:pt x="32161" y="75305"/>
                  </a:cubicBezTo>
                  <a:cubicBezTo>
                    <a:pt x="27249" y="75305"/>
                    <a:pt x="22013" y="75445"/>
                    <a:pt x="19225" y="75735"/>
                  </a:cubicBezTo>
                  <a:cubicBezTo>
                    <a:pt x="18805" y="75775"/>
                    <a:pt x="18352" y="75815"/>
                    <a:pt x="17858" y="75835"/>
                  </a:cubicBezTo>
                  <a:cubicBezTo>
                    <a:pt x="17314" y="75860"/>
                    <a:pt x="16728" y="75872"/>
                    <a:pt x="16115" y="75872"/>
                  </a:cubicBezTo>
                  <a:cubicBezTo>
                    <a:pt x="11445" y="75872"/>
                    <a:pt x="5186" y="75145"/>
                    <a:pt x="3595" y="73548"/>
                  </a:cubicBezTo>
                  <a:cubicBezTo>
                    <a:pt x="1281" y="71234"/>
                    <a:pt x="1087" y="66739"/>
                    <a:pt x="3114" y="62111"/>
                  </a:cubicBezTo>
                  <a:cubicBezTo>
                    <a:pt x="4735" y="58383"/>
                    <a:pt x="4668" y="52295"/>
                    <a:pt x="4602" y="46394"/>
                  </a:cubicBezTo>
                  <a:cubicBezTo>
                    <a:pt x="4581" y="43940"/>
                    <a:pt x="4555" y="41632"/>
                    <a:pt x="4648" y="39545"/>
                  </a:cubicBezTo>
                  <a:cubicBezTo>
                    <a:pt x="4755" y="37178"/>
                    <a:pt x="4655" y="34397"/>
                    <a:pt x="4535" y="31456"/>
                  </a:cubicBezTo>
                  <a:cubicBezTo>
                    <a:pt x="4328" y="25721"/>
                    <a:pt x="4081" y="19220"/>
                    <a:pt x="5528" y="15192"/>
                  </a:cubicBezTo>
                  <a:cubicBezTo>
                    <a:pt x="7702" y="9150"/>
                    <a:pt x="9656" y="8350"/>
                    <a:pt x="12890" y="7017"/>
                  </a:cubicBezTo>
                  <a:cubicBezTo>
                    <a:pt x="16758" y="5423"/>
                    <a:pt x="19119" y="4256"/>
                    <a:pt x="21033" y="2969"/>
                  </a:cubicBezTo>
                  <a:cubicBezTo>
                    <a:pt x="23126" y="1568"/>
                    <a:pt x="24774" y="1288"/>
                    <a:pt x="27734" y="855"/>
                  </a:cubicBezTo>
                  <a:cubicBezTo>
                    <a:pt x="28881" y="682"/>
                    <a:pt x="30035" y="595"/>
                    <a:pt x="31195" y="588"/>
                  </a:cubicBezTo>
                  <a:close/>
                  <a:moveTo>
                    <a:pt x="31221" y="1"/>
                  </a:moveTo>
                  <a:cubicBezTo>
                    <a:pt x="30189" y="1"/>
                    <a:pt x="29012" y="85"/>
                    <a:pt x="27654" y="281"/>
                  </a:cubicBezTo>
                  <a:cubicBezTo>
                    <a:pt x="24694" y="715"/>
                    <a:pt x="22906" y="1022"/>
                    <a:pt x="20706" y="2489"/>
                  </a:cubicBezTo>
                  <a:cubicBezTo>
                    <a:pt x="18825" y="3749"/>
                    <a:pt x="16498" y="4903"/>
                    <a:pt x="12664" y="6483"/>
                  </a:cubicBezTo>
                  <a:cubicBezTo>
                    <a:pt x="9403" y="7823"/>
                    <a:pt x="7249" y="8704"/>
                    <a:pt x="4988" y="14992"/>
                  </a:cubicBezTo>
                  <a:cubicBezTo>
                    <a:pt x="3495" y="19126"/>
                    <a:pt x="3728" y="25401"/>
                    <a:pt x="3961" y="31470"/>
                  </a:cubicBezTo>
                  <a:cubicBezTo>
                    <a:pt x="4068" y="34410"/>
                    <a:pt x="4168" y="37178"/>
                    <a:pt x="4068" y="39525"/>
                  </a:cubicBezTo>
                  <a:cubicBezTo>
                    <a:pt x="3968" y="41626"/>
                    <a:pt x="3995" y="43940"/>
                    <a:pt x="4028" y="46400"/>
                  </a:cubicBezTo>
                  <a:cubicBezTo>
                    <a:pt x="4088" y="52235"/>
                    <a:pt x="4155" y="58270"/>
                    <a:pt x="2581" y="61878"/>
                  </a:cubicBezTo>
                  <a:cubicBezTo>
                    <a:pt x="0" y="67773"/>
                    <a:pt x="1294" y="72074"/>
                    <a:pt x="3181" y="73968"/>
                  </a:cubicBezTo>
                  <a:cubicBezTo>
                    <a:pt x="4335" y="75121"/>
                    <a:pt x="7316" y="75735"/>
                    <a:pt x="9603" y="76035"/>
                  </a:cubicBezTo>
                  <a:cubicBezTo>
                    <a:pt x="11763" y="76308"/>
                    <a:pt x="13937" y="76448"/>
                    <a:pt x="16118" y="76448"/>
                  </a:cubicBezTo>
                  <a:cubicBezTo>
                    <a:pt x="16731" y="76448"/>
                    <a:pt x="17325" y="76442"/>
                    <a:pt x="17885" y="76415"/>
                  </a:cubicBezTo>
                  <a:cubicBezTo>
                    <a:pt x="18385" y="76395"/>
                    <a:pt x="18852" y="76362"/>
                    <a:pt x="19285" y="76315"/>
                  </a:cubicBezTo>
                  <a:cubicBezTo>
                    <a:pt x="22041" y="76023"/>
                    <a:pt x="27215" y="75883"/>
                    <a:pt x="32088" y="75883"/>
                  </a:cubicBezTo>
                  <a:cubicBezTo>
                    <a:pt x="34550" y="75883"/>
                    <a:pt x="36934" y="75919"/>
                    <a:pt x="38891" y="75988"/>
                  </a:cubicBezTo>
                  <a:cubicBezTo>
                    <a:pt x="39716" y="76018"/>
                    <a:pt x="40746" y="76043"/>
                    <a:pt x="41891" y="76043"/>
                  </a:cubicBezTo>
                  <a:cubicBezTo>
                    <a:pt x="47096" y="76043"/>
                    <a:pt x="54685" y="75534"/>
                    <a:pt x="56309" y="72714"/>
                  </a:cubicBezTo>
                  <a:cubicBezTo>
                    <a:pt x="58096" y="69606"/>
                    <a:pt x="56942" y="65012"/>
                    <a:pt x="55582" y="60931"/>
                  </a:cubicBezTo>
                  <a:cubicBezTo>
                    <a:pt x="54682" y="58230"/>
                    <a:pt x="54268" y="53996"/>
                    <a:pt x="53861" y="49908"/>
                  </a:cubicBezTo>
                  <a:cubicBezTo>
                    <a:pt x="53681" y="48181"/>
                    <a:pt x="53528" y="46560"/>
                    <a:pt x="53335" y="45113"/>
                  </a:cubicBezTo>
                  <a:cubicBezTo>
                    <a:pt x="53068" y="43113"/>
                    <a:pt x="52808" y="38572"/>
                    <a:pt x="52534" y="33770"/>
                  </a:cubicBezTo>
                  <a:cubicBezTo>
                    <a:pt x="52141" y="26775"/>
                    <a:pt x="51694" y="18860"/>
                    <a:pt x="51061" y="15459"/>
                  </a:cubicBezTo>
                  <a:cubicBezTo>
                    <a:pt x="49940" y="9464"/>
                    <a:pt x="49113" y="5736"/>
                    <a:pt x="46413" y="4723"/>
                  </a:cubicBezTo>
                  <a:cubicBezTo>
                    <a:pt x="45999" y="4563"/>
                    <a:pt x="45599" y="4423"/>
                    <a:pt x="45212" y="4296"/>
                  </a:cubicBezTo>
                  <a:cubicBezTo>
                    <a:pt x="44499" y="4049"/>
                    <a:pt x="43765" y="3822"/>
                    <a:pt x="43058" y="3596"/>
                  </a:cubicBezTo>
                  <a:cubicBezTo>
                    <a:pt x="41578" y="3129"/>
                    <a:pt x="40178" y="2689"/>
                    <a:pt x="38944" y="2135"/>
                  </a:cubicBezTo>
                  <a:cubicBezTo>
                    <a:pt x="38637" y="2002"/>
                    <a:pt x="38331" y="1848"/>
                    <a:pt x="37997" y="1682"/>
                  </a:cubicBezTo>
                  <a:cubicBezTo>
                    <a:pt x="36456" y="914"/>
                    <a:pt x="34629" y="1"/>
                    <a:pt x="3122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3" name="Google Shape;2026;p36"/>
            <p:cNvSpPr/>
            <p:nvPr/>
          </p:nvSpPr>
          <p:spPr>
            <a:xfrm>
              <a:off x="1205812" y="3146041"/>
              <a:ext cx="1246147" cy="2122084"/>
            </a:xfrm>
            <a:custGeom>
              <a:avLst/>
              <a:gdLst/>
              <a:ahLst/>
              <a:cxnLst/>
              <a:rect l="l" t="t" r="r" b="b"/>
              <a:pathLst>
                <a:path w="44553" h="75870" extrusionOk="0">
                  <a:moveTo>
                    <a:pt x="30635" y="1"/>
                  </a:moveTo>
                  <a:cubicBezTo>
                    <a:pt x="29618" y="1"/>
                    <a:pt x="28459" y="83"/>
                    <a:pt x="27121" y="277"/>
                  </a:cubicBezTo>
                  <a:cubicBezTo>
                    <a:pt x="24114" y="711"/>
                    <a:pt x="22427" y="1024"/>
                    <a:pt x="20300" y="2438"/>
                  </a:cubicBezTo>
                  <a:cubicBezTo>
                    <a:pt x="18179" y="3858"/>
                    <a:pt x="15558" y="5078"/>
                    <a:pt x="12204" y="6459"/>
                  </a:cubicBezTo>
                  <a:cubicBezTo>
                    <a:pt x="8856" y="7832"/>
                    <a:pt x="6869" y="8706"/>
                    <a:pt x="4682" y="14801"/>
                  </a:cubicBezTo>
                  <a:cubicBezTo>
                    <a:pt x="2488" y="20889"/>
                    <a:pt x="4115" y="32119"/>
                    <a:pt x="3788" y="39247"/>
                  </a:cubicBezTo>
                  <a:cubicBezTo>
                    <a:pt x="3462" y="46376"/>
                    <a:pt x="4535" y="56525"/>
                    <a:pt x="2268" y="61707"/>
                  </a:cubicBezTo>
                  <a:cubicBezTo>
                    <a:pt x="1" y="66881"/>
                    <a:pt x="654" y="71303"/>
                    <a:pt x="2815" y="73463"/>
                  </a:cubicBezTo>
                  <a:cubicBezTo>
                    <a:pt x="4519" y="75173"/>
                    <a:pt x="10876" y="75870"/>
                    <a:pt x="15494" y="75870"/>
                  </a:cubicBezTo>
                  <a:cubicBezTo>
                    <a:pt x="16135" y="75870"/>
                    <a:pt x="16742" y="75857"/>
                    <a:pt x="17299" y="75831"/>
                  </a:cubicBezTo>
                  <a:cubicBezTo>
                    <a:pt x="14331" y="66681"/>
                    <a:pt x="14491" y="56532"/>
                    <a:pt x="17752" y="47483"/>
                  </a:cubicBezTo>
                  <a:cubicBezTo>
                    <a:pt x="19186" y="43535"/>
                    <a:pt x="21166" y="39788"/>
                    <a:pt x="22487" y="35807"/>
                  </a:cubicBezTo>
                  <a:cubicBezTo>
                    <a:pt x="23800" y="31819"/>
                    <a:pt x="24401" y="27404"/>
                    <a:pt x="22987" y="23443"/>
                  </a:cubicBezTo>
                  <a:cubicBezTo>
                    <a:pt x="22447" y="21936"/>
                    <a:pt x="21620" y="20509"/>
                    <a:pt x="21266" y="18942"/>
                  </a:cubicBezTo>
                  <a:cubicBezTo>
                    <a:pt x="20920" y="17375"/>
                    <a:pt x="21160" y="15515"/>
                    <a:pt x="22420" y="14508"/>
                  </a:cubicBezTo>
                  <a:cubicBezTo>
                    <a:pt x="23064" y="13992"/>
                    <a:pt x="23776" y="13796"/>
                    <a:pt x="24532" y="13796"/>
                  </a:cubicBezTo>
                  <a:cubicBezTo>
                    <a:pt x="26525" y="13796"/>
                    <a:pt x="28818" y="15163"/>
                    <a:pt x="30936" y="15661"/>
                  </a:cubicBezTo>
                  <a:cubicBezTo>
                    <a:pt x="31567" y="15805"/>
                    <a:pt x="32186" y="15873"/>
                    <a:pt x="32792" y="15873"/>
                  </a:cubicBezTo>
                  <a:cubicBezTo>
                    <a:pt x="38629" y="15873"/>
                    <a:pt x="43151" y="9553"/>
                    <a:pt x="44553" y="4278"/>
                  </a:cubicBezTo>
                  <a:cubicBezTo>
                    <a:pt x="42352" y="3531"/>
                    <a:pt x="40105" y="2938"/>
                    <a:pt x="38258" y="2111"/>
                  </a:cubicBezTo>
                  <a:cubicBezTo>
                    <a:pt x="36501" y="1331"/>
                    <a:pt x="34719" y="1"/>
                    <a:pt x="30635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4" name="Google Shape;2027;p36"/>
            <p:cNvSpPr/>
            <p:nvPr/>
          </p:nvSpPr>
          <p:spPr>
            <a:xfrm>
              <a:off x="1704014" y="3482968"/>
              <a:ext cx="37144" cy="212488"/>
            </a:xfrm>
            <a:custGeom>
              <a:avLst/>
              <a:gdLst/>
              <a:ahLst/>
              <a:cxnLst/>
              <a:rect l="l" t="t" r="r" b="b"/>
              <a:pathLst>
                <a:path w="1328" h="7597" extrusionOk="0">
                  <a:moveTo>
                    <a:pt x="0" y="1"/>
                  </a:moveTo>
                  <a:lnTo>
                    <a:pt x="0" y="1"/>
                  </a:lnTo>
                  <a:cubicBezTo>
                    <a:pt x="274" y="1261"/>
                    <a:pt x="534" y="2522"/>
                    <a:pt x="747" y="3782"/>
                  </a:cubicBezTo>
                  <a:cubicBezTo>
                    <a:pt x="967" y="5036"/>
                    <a:pt x="1114" y="6316"/>
                    <a:pt x="1254" y="7596"/>
                  </a:cubicBezTo>
                  <a:cubicBezTo>
                    <a:pt x="1327" y="6303"/>
                    <a:pt x="1254" y="5002"/>
                    <a:pt x="1040" y="3729"/>
                  </a:cubicBezTo>
                  <a:cubicBezTo>
                    <a:pt x="834" y="2448"/>
                    <a:pt x="487" y="120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5" name="Google Shape;2028;p36"/>
            <p:cNvSpPr/>
            <p:nvPr/>
          </p:nvSpPr>
          <p:spPr>
            <a:xfrm>
              <a:off x="1775449" y="3510938"/>
              <a:ext cx="276064" cy="47605"/>
            </a:xfrm>
            <a:custGeom>
              <a:avLst/>
              <a:gdLst/>
              <a:ahLst/>
              <a:cxnLst/>
              <a:rect l="l" t="t" r="r" b="b"/>
              <a:pathLst>
                <a:path w="9870" h="1702" extrusionOk="0">
                  <a:moveTo>
                    <a:pt x="3134" y="0"/>
                  </a:moveTo>
                  <a:cubicBezTo>
                    <a:pt x="2058" y="0"/>
                    <a:pt x="984" y="169"/>
                    <a:pt x="0" y="588"/>
                  </a:cubicBezTo>
                  <a:cubicBezTo>
                    <a:pt x="875" y="352"/>
                    <a:pt x="1769" y="252"/>
                    <a:pt x="2665" y="252"/>
                  </a:cubicBezTo>
                  <a:cubicBezTo>
                    <a:pt x="3442" y="252"/>
                    <a:pt x="4220" y="328"/>
                    <a:pt x="4988" y="455"/>
                  </a:cubicBezTo>
                  <a:cubicBezTo>
                    <a:pt x="6635" y="728"/>
                    <a:pt x="8236" y="1255"/>
                    <a:pt x="9870" y="1702"/>
                  </a:cubicBezTo>
                  <a:cubicBezTo>
                    <a:pt x="8322" y="1048"/>
                    <a:pt x="6695" y="435"/>
                    <a:pt x="5028" y="161"/>
                  </a:cubicBezTo>
                  <a:cubicBezTo>
                    <a:pt x="4408" y="60"/>
                    <a:pt x="3770" y="0"/>
                    <a:pt x="31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6" name="Google Shape;2029;p36"/>
            <p:cNvSpPr/>
            <p:nvPr/>
          </p:nvSpPr>
          <p:spPr>
            <a:xfrm>
              <a:off x="1466381" y="4212062"/>
              <a:ext cx="261352" cy="327361"/>
            </a:xfrm>
            <a:custGeom>
              <a:avLst/>
              <a:gdLst/>
              <a:ahLst/>
              <a:cxnLst/>
              <a:rect l="l" t="t" r="r" b="b"/>
              <a:pathLst>
                <a:path w="9344" h="11704" extrusionOk="0">
                  <a:moveTo>
                    <a:pt x="9276" y="1"/>
                  </a:moveTo>
                  <a:cubicBezTo>
                    <a:pt x="9236" y="1301"/>
                    <a:pt x="8923" y="2575"/>
                    <a:pt x="8370" y="3755"/>
                  </a:cubicBezTo>
                  <a:cubicBezTo>
                    <a:pt x="7816" y="4922"/>
                    <a:pt x="7002" y="5936"/>
                    <a:pt x="6096" y="6856"/>
                  </a:cubicBezTo>
                  <a:cubicBezTo>
                    <a:pt x="5182" y="7770"/>
                    <a:pt x="4175" y="8576"/>
                    <a:pt x="3148" y="9397"/>
                  </a:cubicBezTo>
                  <a:cubicBezTo>
                    <a:pt x="2121" y="10210"/>
                    <a:pt x="1121" y="11037"/>
                    <a:pt x="1" y="11704"/>
                  </a:cubicBezTo>
                  <a:cubicBezTo>
                    <a:pt x="1181" y="11137"/>
                    <a:pt x="2235" y="10364"/>
                    <a:pt x="3281" y="9577"/>
                  </a:cubicBezTo>
                  <a:cubicBezTo>
                    <a:pt x="4335" y="8797"/>
                    <a:pt x="5375" y="7990"/>
                    <a:pt x="6302" y="7063"/>
                  </a:cubicBezTo>
                  <a:cubicBezTo>
                    <a:pt x="7229" y="6136"/>
                    <a:pt x="8049" y="5062"/>
                    <a:pt x="8576" y="3855"/>
                  </a:cubicBezTo>
                  <a:cubicBezTo>
                    <a:pt x="9103" y="2642"/>
                    <a:pt x="9343" y="1321"/>
                    <a:pt x="927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7" name="Google Shape;2030;p36"/>
            <p:cNvSpPr/>
            <p:nvPr/>
          </p:nvSpPr>
          <p:spPr>
            <a:xfrm>
              <a:off x="1565422" y="4299915"/>
              <a:ext cx="178141" cy="227956"/>
            </a:xfrm>
            <a:custGeom>
              <a:avLst/>
              <a:gdLst/>
              <a:ahLst/>
              <a:cxnLst/>
              <a:rect l="l" t="t" r="r" b="b"/>
              <a:pathLst>
                <a:path w="6369" h="8150" extrusionOk="0">
                  <a:moveTo>
                    <a:pt x="6369" y="1"/>
                  </a:moveTo>
                  <a:lnTo>
                    <a:pt x="6369" y="1"/>
                  </a:lnTo>
                  <a:cubicBezTo>
                    <a:pt x="5335" y="3415"/>
                    <a:pt x="3061" y="6316"/>
                    <a:pt x="1" y="8150"/>
                  </a:cubicBezTo>
                  <a:cubicBezTo>
                    <a:pt x="1634" y="7429"/>
                    <a:pt x="3068" y="6256"/>
                    <a:pt x="4168" y="4849"/>
                  </a:cubicBezTo>
                  <a:cubicBezTo>
                    <a:pt x="5269" y="3435"/>
                    <a:pt x="6069" y="1761"/>
                    <a:pt x="636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8" name="Google Shape;2031;p36"/>
            <p:cNvSpPr/>
            <p:nvPr/>
          </p:nvSpPr>
          <p:spPr>
            <a:xfrm>
              <a:off x="1684043" y="4354932"/>
              <a:ext cx="87518" cy="152604"/>
            </a:xfrm>
            <a:custGeom>
              <a:avLst/>
              <a:gdLst/>
              <a:ahLst/>
              <a:cxnLst/>
              <a:rect l="l" t="t" r="r" b="b"/>
              <a:pathLst>
                <a:path w="3129" h="5456" extrusionOk="0">
                  <a:moveTo>
                    <a:pt x="3082" y="1"/>
                  </a:moveTo>
                  <a:lnTo>
                    <a:pt x="3082" y="1"/>
                  </a:lnTo>
                  <a:cubicBezTo>
                    <a:pt x="2901" y="1054"/>
                    <a:pt x="2548" y="2068"/>
                    <a:pt x="2028" y="3002"/>
                  </a:cubicBezTo>
                  <a:cubicBezTo>
                    <a:pt x="1501" y="3929"/>
                    <a:pt x="814" y="4762"/>
                    <a:pt x="1" y="5456"/>
                  </a:cubicBezTo>
                  <a:cubicBezTo>
                    <a:pt x="961" y="4929"/>
                    <a:pt x="1748" y="4095"/>
                    <a:pt x="2281" y="3148"/>
                  </a:cubicBezTo>
                  <a:cubicBezTo>
                    <a:pt x="2815" y="2195"/>
                    <a:pt x="3128" y="1094"/>
                    <a:pt x="308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9" name="Google Shape;2032;p36"/>
            <p:cNvSpPr/>
            <p:nvPr/>
          </p:nvSpPr>
          <p:spPr>
            <a:xfrm>
              <a:off x="2308501" y="3312882"/>
              <a:ext cx="167904" cy="167317"/>
            </a:xfrm>
            <a:custGeom>
              <a:avLst/>
              <a:gdLst/>
              <a:ahLst/>
              <a:cxnLst/>
              <a:rect l="l" t="t" r="r" b="b"/>
              <a:pathLst>
                <a:path w="6003" h="5982" extrusionOk="0">
                  <a:moveTo>
                    <a:pt x="6002" y="0"/>
                  </a:moveTo>
                  <a:lnTo>
                    <a:pt x="6002" y="0"/>
                  </a:lnTo>
                  <a:cubicBezTo>
                    <a:pt x="4869" y="861"/>
                    <a:pt x="3728" y="1707"/>
                    <a:pt x="2668" y="2661"/>
                  </a:cubicBezTo>
                  <a:cubicBezTo>
                    <a:pt x="1608" y="3608"/>
                    <a:pt x="614" y="4695"/>
                    <a:pt x="1" y="5982"/>
                  </a:cubicBezTo>
                  <a:cubicBezTo>
                    <a:pt x="808" y="4815"/>
                    <a:pt x="1808" y="3828"/>
                    <a:pt x="2861" y="2874"/>
                  </a:cubicBezTo>
                  <a:cubicBezTo>
                    <a:pt x="3908" y="1928"/>
                    <a:pt x="5015" y="1034"/>
                    <a:pt x="600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0" name="Google Shape;2033;p36"/>
            <p:cNvSpPr/>
            <p:nvPr/>
          </p:nvSpPr>
          <p:spPr>
            <a:xfrm>
              <a:off x="2524877" y="3436342"/>
              <a:ext cx="73869" cy="339304"/>
            </a:xfrm>
            <a:custGeom>
              <a:avLst/>
              <a:gdLst/>
              <a:ahLst/>
              <a:cxnLst/>
              <a:rect l="l" t="t" r="r" b="b"/>
              <a:pathLst>
                <a:path w="2641" h="12131" extrusionOk="0">
                  <a:moveTo>
                    <a:pt x="0" y="1"/>
                  </a:moveTo>
                  <a:lnTo>
                    <a:pt x="0" y="1"/>
                  </a:lnTo>
                  <a:cubicBezTo>
                    <a:pt x="607" y="1988"/>
                    <a:pt x="1154" y="3982"/>
                    <a:pt x="1601" y="6002"/>
                  </a:cubicBezTo>
                  <a:cubicBezTo>
                    <a:pt x="2041" y="8030"/>
                    <a:pt x="2367" y="10070"/>
                    <a:pt x="2641" y="12131"/>
                  </a:cubicBezTo>
                  <a:cubicBezTo>
                    <a:pt x="2601" y="10057"/>
                    <a:pt x="2314" y="7976"/>
                    <a:pt x="1881" y="5942"/>
                  </a:cubicBezTo>
                  <a:cubicBezTo>
                    <a:pt x="1447" y="3909"/>
                    <a:pt x="814" y="192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1" name="Google Shape;2034;p36"/>
            <p:cNvSpPr/>
            <p:nvPr/>
          </p:nvSpPr>
          <p:spPr>
            <a:xfrm>
              <a:off x="2589040" y="3835110"/>
              <a:ext cx="14377" cy="83602"/>
            </a:xfrm>
            <a:custGeom>
              <a:avLst/>
              <a:gdLst/>
              <a:ahLst/>
              <a:cxnLst/>
              <a:rect l="l" t="t" r="r" b="b"/>
              <a:pathLst>
                <a:path w="514" h="2989" extrusionOk="0">
                  <a:moveTo>
                    <a:pt x="0" y="1"/>
                  </a:moveTo>
                  <a:lnTo>
                    <a:pt x="0" y="1"/>
                  </a:lnTo>
                  <a:cubicBezTo>
                    <a:pt x="13" y="514"/>
                    <a:pt x="73" y="1001"/>
                    <a:pt x="147" y="1501"/>
                  </a:cubicBezTo>
                  <a:cubicBezTo>
                    <a:pt x="220" y="2001"/>
                    <a:pt x="287" y="2488"/>
                    <a:pt x="413" y="2988"/>
                  </a:cubicBezTo>
                  <a:cubicBezTo>
                    <a:pt x="507" y="2488"/>
                    <a:pt x="514" y="1975"/>
                    <a:pt x="440" y="1468"/>
                  </a:cubicBezTo>
                  <a:cubicBezTo>
                    <a:pt x="373" y="955"/>
                    <a:pt x="227" y="46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2" name="Google Shape;2035;p36"/>
            <p:cNvSpPr/>
            <p:nvPr/>
          </p:nvSpPr>
          <p:spPr>
            <a:xfrm>
              <a:off x="2587166" y="4020887"/>
              <a:ext cx="55241" cy="484972"/>
            </a:xfrm>
            <a:custGeom>
              <a:avLst/>
              <a:gdLst/>
              <a:ahLst/>
              <a:cxnLst/>
              <a:rect l="l" t="t" r="r" b="b"/>
              <a:pathLst>
                <a:path w="1975" h="17339" extrusionOk="0">
                  <a:moveTo>
                    <a:pt x="0" y="1"/>
                  </a:moveTo>
                  <a:cubicBezTo>
                    <a:pt x="414" y="1401"/>
                    <a:pt x="514" y="2841"/>
                    <a:pt x="574" y="4302"/>
                  </a:cubicBezTo>
                  <a:cubicBezTo>
                    <a:pt x="634" y="5762"/>
                    <a:pt x="707" y="7216"/>
                    <a:pt x="821" y="8670"/>
                  </a:cubicBezTo>
                  <a:cubicBezTo>
                    <a:pt x="1047" y="11577"/>
                    <a:pt x="1434" y="14471"/>
                    <a:pt x="1974" y="17339"/>
                  </a:cubicBezTo>
                  <a:cubicBezTo>
                    <a:pt x="1654" y="14445"/>
                    <a:pt x="1347" y="11544"/>
                    <a:pt x="1114" y="8643"/>
                  </a:cubicBezTo>
                  <a:cubicBezTo>
                    <a:pt x="987" y="7196"/>
                    <a:pt x="907" y="5742"/>
                    <a:pt x="801" y="4295"/>
                  </a:cubicBezTo>
                  <a:cubicBezTo>
                    <a:pt x="687" y="2841"/>
                    <a:pt x="520" y="1368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3" name="Google Shape;2036;p36"/>
            <p:cNvSpPr/>
            <p:nvPr/>
          </p:nvSpPr>
          <p:spPr>
            <a:xfrm>
              <a:off x="1237726" y="3311763"/>
              <a:ext cx="483461" cy="1193788"/>
            </a:xfrm>
            <a:custGeom>
              <a:avLst/>
              <a:gdLst/>
              <a:ahLst/>
              <a:cxnLst/>
              <a:rect l="l" t="t" r="r" b="b"/>
              <a:pathLst>
                <a:path w="17285" h="42681" extrusionOk="0">
                  <a:moveTo>
                    <a:pt x="9650" y="1"/>
                  </a:moveTo>
                  <a:cubicBezTo>
                    <a:pt x="8887" y="1"/>
                    <a:pt x="8037" y="174"/>
                    <a:pt x="7082" y="534"/>
                  </a:cubicBezTo>
                  <a:cubicBezTo>
                    <a:pt x="2407" y="2301"/>
                    <a:pt x="3008" y="5822"/>
                    <a:pt x="3008" y="5822"/>
                  </a:cubicBezTo>
                  <a:cubicBezTo>
                    <a:pt x="3539" y="5235"/>
                    <a:pt x="4376" y="4735"/>
                    <a:pt x="5258" y="4735"/>
                  </a:cubicBezTo>
                  <a:cubicBezTo>
                    <a:pt x="6779" y="4735"/>
                    <a:pt x="8433" y="6221"/>
                    <a:pt x="8876" y="11303"/>
                  </a:cubicBezTo>
                  <a:cubicBezTo>
                    <a:pt x="9356" y="16838"/>
                    <a:pt x="10323" y="27108"/>
                    <a:pt x="8409" y="31342"/>
                  </a:cubicBezTo>
                  <a:cubicBezTo>
                    <a:pt x="6882" y="34696"/>
                    <a:pt x="614" y="35143"/>
                    <a:pt x="614" y="35143"/>
                  </a:cubicBezTo>
                  <a:cubicBezTo>
                    <a:pt x="0" y="38050"/>
                    <a:pt x="987" y="42198"/>
                    <a:pt x="987" y="42198"/>
                  </a:cubicBezTo>
                  <a:cubicBezTo>
                    <a:pt x="1820" y="42530"/>
                    <a:pt x="2710" y="42681"/>
                    <a:pt x="3626" y="42681"/>
                  </a:cubicBezTo>
                  <a:cubicBezTo>
                    <a:pt x="8832" y="42681"/>
                    <a:pt x="14888" y="37804"/>
                    <a:pt x="16084" y="33376"/>
                  </a:cubicBezTo>
                  <a:cubicBezTo>
                    <a:pt x="17078" y="29722"/>
                    <a:pt x="17285" y="20993"/>
                    <a:pt x="16738" y="14184"/>
                  </a:cubicBezTo>
                  <a:cubicBezTo>
                    <a:pt x="16504" y="11283"/>
                    <a:pt x="16138" y="8723"/>
                    <a:pt x="15618" y="7069"/>
                  </a:cubicBezTo>
                  <a:cubicBezTo>
                    <a:pt x="15551" y="6842"/>
                    <a:pt x="15484" y="6615"/>
                    <a:pt x="15411" y="6409"/>
                  </a:cubicBezTo>
                  <a:cubicBezTo>
                    <a:pt x="14098" y="2376"/>
                    <a:pt x="12475" y="1"/>
                    <a:pt x="9650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4" name="Google Shape;2037;p36"/>
            <p:cNvSpPr/>
            <p:nvPr/>
          </p:nvSpPr>
          <p:spPr>
            <a:xfrm>
              <a:off x="1229503" y="3303680"/>
              <a:ext cx="498957" cy="1210206"/>
            </a:xfrm>
            <a:custGeom>
              <a:avLst/>
              <a:gdLst/>
              <a:ahLst/>
              <a:cxnLst/>
              <a:rect l="l" t="t" r="r" b="b"/>
              <a:pathLst>
                <a:path w="17839" h="43268" extrusionOk="0">
                  <a:moveTo>
                    <a:pt x="9946" y="581"/>
                  </a:moveTo>
                  <a:cubicBezTo>
                    <a:pt x="10574" y="581"/>
                    <a:pt x="11143" y="705"/>
                    <a:pt x="11657" y="956"/>
                  </a:cubicBezTo>
                  <a:cubicBezTo>
                    <a:pt x="13191" y="1690"/>
                    <a:pt x="14351" y="3490"/>
                    <a:pt x="15425" y="6778"/>
                  </a:cubicBezTo>
                  <a:cubicBezTo>
                    <a:pt x="15505" y="6998"/>
                    <a:pt x="15571" y="7224"/>
                    <a:pt x="15638" y="7438"/>
                  </a:cubicBezTo>
                  <a:cubicBezTo>
                    <a:pt x="16112" y="8992"/>
                    <a:pt x="16492" y="11432"/>
                    <a:pt x="16745" y="14500"/>
                  </a:cubicBezTo>
                  <a:cubicBezTo>
                    <a:pt x="17319" y="21608"/>
                    <a:pt x="17025" y="30171"/>
                    <a:pt x="16105" y="33585"/>
                  </a:cubicBezTo>
                  <a:cubicBezTo>
                    <a:pt x="15331" y="36432"/>
                    <a:pt x="12364" y="39640"/>
                    <a:pt x="8876" y="41380"/>
                  </a:cubicBezTo>
                  <a:cubicBezTo>
                    <a:pt x="7153" y="42244"/>
                    <a:pt x="5459" y="42684"/>
                    <a:pt x="3920" y="42684"/>
                  </a:cubicBezTo>
                  <a:cubicBezTo>
                    <a:pt x="3071" y="42684"/>
                    <a:pt x="2269" y="42551"/>
                    <a:pt x="1534" y="42280"/>
                  </a:cubicBezTo>
                  <a:cubicBezTo>
                    <a:pt x="1368" y="41540"/>
                    <a:pt x="701" y="38199"/>
                    <a:pt x="1148" y="35699"/>
                  </a:cubicBezTo>
                  <a:cubicBezTo>
                    <a:pt x="2315" y="35585"/>
                    <a:pt x="7536" y="34905"/>
                    <a:pt x="8970" y="31751"/>
                  </a:cubicBezTo>
                  <a:cubicBezTo>
                    <a:pt x="10857" y="27577"/>
                    <a:pt x="10010" y="17874"/>
                    <a:pt x="9503" y="12079"/>
                  </a:cubicBezTo>
                  <a:lnTo>
                    <a:pt x="9457" y="11566"/>
                  </a:lnTo>
                  <a:cubicBezTo>
                    <a:pt x="9036" y="6744"/>
                    <a:pt x="7543" y="5264"/>
                    <a:pt x="6369" y="4864"/>
                  </a:cubicBezTo>
                  <a:cubicBezTo>
                    <a:pt x="6091" y="4771"/>
                    <a:pt x="5816" y="4729"/>
                    <a:pt x="5549" y="4729"/>
                  </a:cubicBezTo>
                  <a:cubicBezTo>
                    <a:pt x="4801" y="4729"/>
                    <a:pt x="4110" y="5052"/>
                    <a:pt x="3575" y="5464"/>
                  </a:cubicBezTo>
                  <a:cubicBezTo>
                    <a:pt x="3648" y="4437"/>
                    <a:pt x="4215" y="2323"/>
                    <a:pt x="7476" y="1096"/>
                  </a:cubicBezTo>
                  <a:cubicBezTo>
                    <a:pt x="8385" y="754"/>
                    <a:pt x="9206" y="581"/>
                    <a:pt x="9946" y="581"/>
                  </a:cubicBezTo>
                  <a:close/>
                  <a:moveTo>
                    <a:pt x="9946" y="1"/>
                  </a:moveTo>
                  <a:cubicBezTo>
                    <a:pt x="9139" y="1"/>
                    <a:pt x="8253" y="185"/>
                    <a:pt x="7276" y="556"/>
                  </a:cubicBezTo>
                  <a:cubicBezTo>
                    <a:pt x="4755" y="1496"/>
                    <a:pt x="3775" y="2857"/>
                    <a:pt x="3315" y="4024"/>
                  </a:cubicBezTo>
                  <a:cubicBezTo>
                    <a:pt x="2855" y="5191"/>
                    <a:pt x="3008" y="6124"/>
                    <a:pt x="3015" y="6158"/>
                  </a:cubicBezTo>
                  <a:cubicBezTo>
                    <a:pt x="3035" y="6264"/>
                    <a:pt x="3115" y="6358"/>
                    <a:pt x="3222" y="6391"/>
                  </a:cubicBezTo>
                  <a:cubicBezTo>
                    <a:pt x="3246" y="6397"/>
                    <a:pt x="3271" y="6400"/>
                    <a:pt x="3295" y="6400"/>
                  </a:cubicBezTo>
                  <a:cubicBezTo>
                    <a:pt x="3378" y="6400"/>
                    <a:pt x="3458" y="6366"/>
                    <a:pt x="3515" y="6304"/>
                  </a:cubicBezTo>
                  <a:cubicBezTo>
                    <a:pt x="4004" y="5767"/>
                    <a:pt x="4772" y="5322"/>
                    <a:pt x="5553" y="5322"/>
                  </a:cubicBezTo>
                  <a:cubicBezTo>
                    <a:pt x="5761" y="5322"/>
                    <a:pt x="5970" y="5354"/>
                    <a:pt x="6176" y="5424"/>
                  </a:cubicBezTo>
                  <a:cubicBezTo>
                    <a:pt x="7609" y="5904"/>
                    <a:pt x="8570" y="8105"/>
                    <a:pt x="8876" y="11612"/>
                  </a:cubicBezTo>
                  <a:lnTo>
                    <a:pt x="8923" y="12132"/>
                  </a:lnTo>
                  <a:cubicBezTo>
                    <a:pt x="9390" y="17494"/>
                    <a:pt x="10270" y="27477"/>
                    <a:pt x="8436" y="31511"/>
                  </a:cubicBezTo>
                  <a:cubicBezTo>
                    <a:pt x="7003" y="34672"/>
                    <a:pt x="948" y="35139"/>
                    <a:pt x="881" y="35139"/>
                  </a:cubicBezTo>
                  <a:cubicBezTo>
                    <a:pt x="754" y="35145"/>
                    <a:pt x="647" y="35245"/>
                    <a:pt x="627" y="35372"/>
                  </a:cubicBezTo>
                  <a:cubicBezTo>
                    <a:pt x="1" y="38313"/>
                    <a:pt x="961" y="42387"/>
                    <a:pt x="1001" y="42567"/>
                  </a:cubicBezTo>
                  <a:cubicBezTo>
                    <a:pt x="1021" y="42654"/>
                    <a:pt x="1088" y="42727"/>
                    <a:pt x="1174" y="42767"/>
                  </a:cubicBezTo>
                  <a:cubicBezTo>
                    <a:pt x="2032" y="43094"/>
                    <a:pt x="2947" y="43268"/>
                    <a:pt x="3863" y="43268"/>
                  </a:cubicBezTo>
                  <a:cubicBezTo>
                    <a:pt x="3880" y="43268"/>
                    <a:pt x="3898" y="43268"/>
                    <a:pt x="3915" y="43267"/>
                  </a:cubicBezTo>
                  <a:cubicBezTo>
                    <a:pt x="5549" y="43267"/>
                    <a:pt x="7336" y="42807"/>
                    <a:pt x="9136" y="41900"/>
                  </a:cubicBezTo>
                  <a:cubicBezTo>
                    <a:pt x="12811" y="40067"/>
                    <a:pt x="15838" y="36779"/>
                    <a:pt x="16658" y="33738"/>
                  </a:cubicBezTo>
                  <a:cubicBezTo>
                    <a:pt x="17732" y="29804"/>
                    <a:pt x="17839" y="20841"/>
                    <a:pt x="17319" y="14460"/>
                  </a:cubicBezTo>
                  <a:cubicBezTo>
                    <a:pt x="17072" y="11339"/>
                    <a:pt x="16678" y="8858"/>
                    <a:pt x="16192" y="7264"/>
                  </a:cubicBezTo>
                  <a:cubicBezTo>
                    <a:pt x="16118" y="7044"/>
                    <a:pt x="16052" y="6824"/>
                    <a:pt x="15985" y="6604"/>
                  </a:cubicBezTo>
                  <a:cubicBezTo>
                    <a:pt x="14851" y="3143"/>
                    <a:pt x="13591" y="1236"/>
                    <a:pt x="11911" y="429"/>
                  </a:cubicBezTo>
                  <a:cubicBezTo>
                    <a:pt x="11313" y="145"/>
                    <a:pt x="10661" y="1"/>
                    <a:pt x="994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5" name="Google Shape;2038;p36"/>
            <p:cNvSpPr/>
            <p:nvPr/>
          </p:nvSpPr>
          <p:spPr>
            <a:xfrm>
              <a:off x="1237726" y="3311763"/>
              <a:ext cx="483461" cy="1193788"/>
            </a:xfrm>
            <a:custGeom>
              <a:avLst/>
              <a:gdLst/>
              <a:ahLst/>
              <a:cxnLst/>
              <a:rect l="l" t="t" r="r" b="b"/>
              <a:pathLst>
                <a:path w="17285" h="42681" extrusionOk="0">
                  <a:moveTo>
                    <a:pt x="9650" y="1"/>
                  </a:moveTo>
                  <a:cubicBezTo>
                    <a:pt x="8887" y="1"/>
                    <a:pt x="8037" y="174"/>
                    <a:pt x="7082" y="534"/>
                  </a:cubicBezTo>
                  <a:cubicBezTo>
                    <a:pt x="2407" y="2301"/>
                    <a:pt x="3008" y="5822"/>
                    <a:pt x="3008" y="5822"/>
                  </a:cubicBezTo>
                  <a:cubicBezTo>
                    <a:pt x="3539" y="5235"/>
                    <a:pt x="4376" y="4735"/>
                    <a:pt x="5258" y="4735"/>
                  </a:cubicBezTo>
                  <a:cubicBezTo>
                    <a:pt x="6779" y="4735"/>
                    <a:pt x="8433" y="6221"/>
                    <a:pt x="8876" y="11303"/>
                  </a:cubicBezTo>
                  <a:cubicBezTo>
                    <a:pt x="9356" y="16838"/>
                    <a:pt x="10323" y="27108"/>
                    <a:pt x="8409" y="31342"/>
                  </a:cubicBezTo>
                  <a:cubicBezTo>
                    <a:pt x="6882" y="34696"/>
                    <a:pt x="614" y="35143"/>
                    <a:pt x="614" y="35143"/>
                  </a:cubicBezTo>
                  <a:cubicBezTo>
                    <a:pt x="0" y="38050"/>
                    <a:pt x="987" y="42198"/>
                    <a:pt x="987" y="42198"/>
                  </a:cubicBezTo>
                  <a:cubicBezTo>
                    <a:pt x="1820" y="42530"/>
                    <a:pt x="2710" y="42681"/>
                    <a:pt x="3626" y="42681"/>
                  </a:cubicBezTo>
                  <a:cubicBezTo>
                    <a:pt x="8832" y="42681"/>
                    <a:pt x="14888" y="37804"/>
                    <a:pt x="16084" y="33376"/>
                  </a:cubicBezTo>
                  <a:cubicBezTo>
                    <a:pt x="17078" y="29722"/>
                    <a:pt x="17285" y="20993"/>
                    <a:pt x="16738" y="14184"/>
                  </a:cubicBezTo>
                  <a:cubicBezTo>
                    <a:pt x="16684" y="14181"/>
                    <a:pt x="16630" y="14179"/>
                    <a:pt x="16577" y="14179"/>
                  </a:cubicBezTo>
                  <a:cubicBezTo>
                    <a:pt x="16105" y="14179"/>
                    <a:pt x="15645" y="14313"/>
                    <a:pt x="15304" y="14624"/>
                  </a:cubicBezTo>
                  <a:cubicBezTo>
                    <a:pt x="14751" y="15124"/>
                    <a:pt x="14484" y="16018"/>
                    <a:pt x="13757" y="16171"/>
                  </a:cubicBezTo>
                  <a:cubicBezTo>
                    <a:pt x="13686" y="16186"/>
                    <a:pt x="13617" y="16193"/>
                    <a:pt x="13551" y="16193"/>
                  </a:cubicBezTo>
                  <a:cubicBezTo>
                    <a:pt x="12698" y="16193"/>
                    <a:pt x="12205" y="15020"/>
                    <a:pt x="12057" y="14104"/>
                  </a:cubicBezTo>
                  <a:cubicBezTo>
                    <a:pt x="11843" y="12744"/>
                    <a:pt x="11617" y="11370"/>
                    <a:pt x="11823" y="10010"/>
                  </a:cubicBezTo>
                  <a:cubicBezTo>
                    <a:pt x="12177" y="7689"/>
                    <a:pt x="13617" y="6509"/>
                    <a:pt x="15411" y="6409"/>
                  </a:cubicBezTo>
                  <a:cubicBezTo>
                    <a:pt x="14098" y="2376"/>
                    <a:pt x="12475" y="1"/>
                    <a:pt x="9650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6" name="Google Shape;2039;p36"/>
            <p:cNvSpPr/>
            <p:nvPr/>
          </p:nvSpPr>
          <p:spPr>
            <a:xfrm>
              <a:off x="1377240" y="3357047"/>
              <a:ext cx="102986" cy="38123"/>
            </a:xfrm>
            <a:custGeom>
              <a:avLst/>
              <a:gdLst/>
              <a:ahLst/>
              <a:cxnLst/>
              <a:rect l="l" t="t" r="r" b="b"/>
              <a:pathLst>
                <a:path w="3682" h="1363" extrusionOk="0">
                  <a:moveTo>
                    <a:pt x="2939" y="1"/>
                  </a:moveTo>
                  <a:cubicBezTo>
                    <a:pt x="2873" y="1"/>
                    <a:pt x="2807" y="5"/>
                    <a:pt x="2741" y="15"/>
                  </a:cubicBezTo>
                  <a:cubicBezTo>
                    <a:pt x="2401" y="48"/>
                    <a:pt x="2054" y="122"/>
                    <a:pt x="1727" y="228"/>
                  </a:cubicBezTo>
                  <a:cubicBezTo>
                    <a:pt x="1067" y="462"/>
                    <a:pt x="454" y="835"/>
                    <a:pt x="0" y="1362"/>
                  </a:cubicBezTo>
                  <a:cubicBezTo>
                    <a:pt x="580" y="1022"/>
                    <a:pt x="1187" y="735"/>
                    <a:pt x="1821" y="502"/>
                  </a:cubicBezTo>
                  <a:cubicBezTo>
                    <a:pt x="2134" y="395"/>
                    <a:pt x="2454" y="308"/>
                    <a:pt x="2774" y="235"/>
                  </a:cubicBezTo>
                  <a:cubicBezTo>
                    <a:pt x="2914" y="200"/>
                    <a:pt x="3059" y="181"/>
                    <a:pt x="3200" y="181"/>
                  </a:cubicBezTo>
                  <a:cubicBezTo>
                    <a:pt x="3220" y="181"/>
                    <a:pt x="3241" y="181"/>
                    <a:pt x="3261" y="182"/>
                  </a:cubicBezTo>
                  <a:cubicBezTo>
                    <a:pt x="3268" y="181"/>
                    <a:pt x="3276" y="181"/>
                    <a:pt x="3283" y="181"/>
                  </a:cubicBezTo>
                  <a:cubicBezTo>
                    <a:pt x="3435" y="181"/>
                    <a:pt x="3579" y="248"/>
                    <a:pt x="3681" y="369"/>
                  </a:cubicBezTo>
                  <a:cubicBezTo>
                    <a:pt x="3634" y="195"/>
                    <a:pt x="3454" y="82"/>
                    <a:pt x="3274" y="35"/>
                  </a:cubicBezTo>
                  <a:cubicBezTo>
                    <a:pt x="3165" y="14"/>
                    <a:pt x="3052" y="1"/>
                    <a:pt x="293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7" name="Google Shape;2040;p36"/>
            <p:cNvSpPr/>
            <p:nvPr/>
          </p:nvSpPr>
          <p:spPr>
            <a:xfrm>
              <a:off x="1524950" y="3696910"/>
              <a:ext cx="30431" cy="126480"/>
            </a:xfrm>
            <a:custGeom>
              <a:avLst/>
              <a:gdLst/>
              <a:ahLst/>
              <a:cxnLst/>
              <a:rect l="l" t="t" r="r" b="b"/>
              <a:pathLst>
                <a:path w="1088" h="4522" extrusionOk="0">
                  <a:moveTo>
                    <a:pt x="0" y="1"/>
                  </a:moveTo>
                  <a:lnTo>
                    <a:pt x="0" y="1"/>
                  </a:lnTo>
                  <a:cubicBezTo>
                    <a:pt x="174" y="1548"/>
                    <a:pt x="541" y="3068"/>
                    <a:pt x="1087" y="4522"/>
                  </a:cubicBezTo>
                  <a:cubicBezTo>
                    <a:pt x="1007" y="3748"/>
                    <a:pt x="874" y="2981"/>
                    <a:pt x="687" y="2221"/>
                  </a:cubicBezTo>
                  <a:cubicBezTo>
                    <a:pt x="507" y="1468"/>
                    <a:pt x="274" y="72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8" name="Google Shape;2041;p36"/>
            <p:cNvSpPr/>
            <p:nvPr/>
          </p:nvSpPr>
          <p:spPr>
            <a:xfrm>
              <a:off x="1493064" y="3427587"/>
              <a:ext cx="78344" cy="248290"/>
            </a:xfrm>
            <a:custGeom>
              <a:avLst/>
              <a:gdLst/>
              <a:ahLst/>
              <a:cxnLst/>
              <a:rect l="l" t="t" r="r" b="b"/>
              <a:pathLst>
                <a:path w="2801" h="8877" extrusionOk="0">
                  <a:moveTo>
                    <a:pt x="0" y="0"/>
                  </a:moveTo>
                  <a:lnTo>
                    <a:pt x="0" y="0"/>
                  </a:lnTo>
                  <a:cubicBezTo>
                    <a:pt x="620" y="514"/>
                    <a:pt x="1047" y="1174"/>
                    <a:pt x="1361" y="1901"/>
                  </a:cubicBezTo>
                  <a:cubicBezTo>
                    <a:pt x="1681" y="2628"/>
                    <a:pt x="1861" y="3395"/>
                    <a:pt x="2014" y="4168"/>
                  </a:cubicBezTo>
                  <a:cubicBezTo>
                    <a:pt x="2294" y="5735"/>
                    <a:pt x="2661" y="7276"/>
                    <a:pt x="2728" y="8876"/>
                  </a:cubicBezTo>
                  <a:cubicBezTo>
                    <a:pt x="2801" y="8076"/>
                    <a:pt x="2781" y="7269"/>
                    <a:pt x="2681" y="6475"/>
                  </a:cubicBezTo>
                  <a:cubicBezTo>
                    <a:pt x="2581" y="5682"/>
                    <a:pt x="2454" y="4895"/>
                    <a:pt x="2294" y="4108"/>
                  </a:cubicBezTo>
                  <a:cubicBezTo>
                    <a:pt x="2141" y="3328"/>
                    <a:pt x="1927" y="2534"/>
                    <a:pt x="1574" y="1808"/>
                  </a:cubicBezTo>
                  <a:cubicBezTo>
                    <a:pt x="1214" y="1081"/>
                    <a:pt x="687" y="414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9" name="Google Shape;2042;p36"/>
            <p:cNvSpPr/>
            <p:nvPr/>
          </p:nvSpPr>
          <p:spPr>
            <a:xfrm>
              <a:off x="1431306" y="3673779"/>
              <a:ext cx="394517" cy="556044"/>
            </a:xfrm>
            <a:custGeom>
              <a:avLst/>
              <a:gdLst/>
              <a:ahLst/>
              <a:cxnLst/>
              <a:rect l="l" t="t" r="r" b="b"/>
              <a:pathLst>
                <a:path w="14105" h="19880" extrusionOk="0">
                  <a:moveTo>
                    <a:pt x="9704" y="1"/>
                  </a:moveTo>
                  <a:cubicBezTo>
                    <a:pt x="9724" y="147"/>
                    <a:pt x="9730" y="274"/>
                    <a:pt x="9750" y="401"/>
                  </a:cubicBezTo>
                  <a:cubicBezTo>
                    <a:pt x="9824" y="1108"/>
                    <a:pt x="9624" y="1815"/>
                    <a:pt x="9197" y="2381"/>
                  </a:cubicBezTo>
                  <a:cubicBezTo>
                    <a:pt x="7450" y="4662"/>
                    <a:pt x="3989" y="6462"/>
                    <a:pt x="3495" y="6462"/>
                  </a:cubicBezTo>
                  <a:cubicBezTo>
                    <a:pt x="3002" y="6462"/>
                    <a:pt x="2435" y="4482"/>
                    <a:pt x="2435" y="4482"/>
                  </a:cubicBezTo>
                  <a:cubicBezTo>
                    <a:pt x="1" y="6703"/>
                    <a:pt x="294" y="8436"/>
                    <a:pt x="534" y="9603"/>
                  </a:cubicBezTo>
                  <a:cubicBezTo>
                    <a:pt x="781" y="10770"/>
                    <a:pt x="534" y="12084"/>
                    <a:pt x="534" y="12084"/>
                  </a:cubicBezTo>
                  <a:lnTo>
                    <a:pt x="5462" y="19879"/>
                  </a:lnTo>
                  <a:cubicBezTo>
                    <a:pt x="6543" y="19579"/>
                    <a:pt x="7603" y="19193"/>
                    <a:pt x="8623" y="18719"/>
                  </a:cubicBezTo>
                  <a:cubicBezTo>
                    <a:pt x="10884" y="17665"/>
                    <a:pt x="12424" y="16378"/>
                    <a:pt x="12918" y="15438"/>
                  </a:cubicBezTo>
                  <a:cubicBezTo>
                    <a:pt x="13605" y="14104"/>
                    <a:pt x="13158" y="13738"/>
                    <a:pt x="13158" y="13738"/>
                  </a:cubicBezTo>
                  <a:cubicBezTo>
                    <a:pt x="13158" y="13738"/>
                    <a:pt x="14105" y="12484"/>
                    <a:pt x="13758" y="10950"/>
                  </a:cubicBezTo>
                  <a:cubicBezTo>
                    <a:pt x="13474" y="9717"/>
                    <a:pt x="12974" y="9596"/>
                    <a:pt x="12789" y="9596"/>
                  </a:cubicBezTo>
                  <a:cubicBezTo>
                    <a:pt x="12744" y="9596"/>
                    <a:pt x="12718" y="9603"/>
                    <a:pt x="12718" y="9603"/>
                  </a:cubicBezTo>
                  <a:cubicBezTo>
                    <a:pt x="12718" y="9603"/>
                    <a:pt x="13358" y="8336"/>
                    <a:pt x="12718" y="6462"/>
                  </a:cubicBezTo>
                  <a:cubicBezTo>
                    <a:pt x="12311" y="5279"/>
                    <a:pt x="11869" y="5059"/>
                    <a:pt x="11598" y="5059"/>
                  </a:cubicBezTo>
                  <a:cubicBezTo>
                    <a:pt x="11438" y="5059"/>
                    <a:pt x="11337" y="5135"/>
                    <a:pt x="11337" y="5135"/>
                  </a:cubicBezTo>
                  <a:cubicBezTo>
                    <a:pt x="11531" y="4635"/>
                    <a:pt x="11631" y="3348"/>
                    <a:pt x="10937" y="1675"/>
                  </a:cubicBezTo>
                  <a:cubicBezTo>
                    <a:pt x="10717" y="1128"/>
                    <a:pt x="10504" y="748"/>
                    <a:pt x="10324" y="508"/>
                  </a:cubicBezTo>
                  <a:cubicBezTo>
                    <a:pt x="9957" y="1"/>
                    <a:pt x="9717" y="1"/>
                    <a:pt x="9704" y="1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0" name="Google Shape;2043;p36"/>
            <p:cNvSpPr/>
            <p:nvPr/>
          </p:nvSpPr>
          <p:spPr>
            <a:xfrm>
              <a:off x="1420678" y="3665584"/>
              <a:ext cx="411690" cy="573553"/>
            </a:xfrm>
            <a:custGeom>
              <a:avLst/>
              <a:gdLst/>
              <a:ahLst/>
              <a:cxnLst/>
              <a:rect l="l" t="t" r="r" b="b"/>
              <a:pathLst>
                <a:path w="14719" h="20506" extrusionOk="0">
                  <a:moveTo>
                    <a:pt x="10430" y="914"/>
                  </a:moveTo>
                  <a:lnTo>
                    <a:pt x="10470" y="967"/>
                  </a:lnTo>
                  <a:cubicBezTo>
                    <a:pt x="10704" y="1314"/>
                    <a:pt x="10897" y="1687"/>
                    <a:pt x="11050" y="2074"/>
                  </a:cubicBezTo>
                  <a:cubicBezTo>
                    <a:pt x="11731" y="3728"/>
                    <a:pt x="11604" y="4915"/>
                    <a:pt x="11444" y="5315"/>
                  </a:cubicBezTo>
                  <a:lnTo>
                    <a:pt x="11130" y="6129"/>
                  </a:lnTo>
                  <a:lnTo>
                    <a:pt x="11877" y="5662"/>
                  </a:lnTo>
                  <a:cubicBezTo>
                    <a:pt x="11907" y="5649"/>
                    <a:pt x="11939" y="5642"/>
                    <a:pt x="11971" y="5642"/>
                  </a:cubicBezTo>
                  <a:cubicBezTo>
                    <a:pt x="12002" y="5642"/>
                    <a:pt x="12034" y="5649"/>
                    <a:pt x="12064" y="5662"/>
                  </a:cubicBezTo>
                  <a:cubicBezTo>
                    <a:pt x="12184" y="5702"/>
                    <a:pt x="12491" y="5902"/>
                    <a:pt x="12818" y="6849"/>
                  </a:cubicBezTo>
                  <a:cubicBezTo>
                    <a:pt x="13411" y="8569"/>
                    <a:pt x="12844" y="9750"/>
                    <a:pt x="12838" y="9763"/>
                  </a:cubicBezTo>
                  <a:lnTo>
                    <a:pt x="12524" y="10343"/>
                  </a:lnTo>
                  <a:lnTo>
                    <a:pt x="13151" y="10176"/>
                  </a:lnTo>
                  <a:cubicBezTo>
                    <a:pt x="13158" y="10175"/>
                    <a:pt x="13166" y="10174"/>
                    <a:pt x="13174" y="10174"/>
                  </a:cubicBezTo>
                  <a:cubicBezTo>
                    <a:pt x="13312" y="10174"/>
                    <a:pt x="13644" y="10393"/>
                    <a:pt x="13851" y="11310"/>
                  </a:cubicBezTo>
                  <a:cubicBezTo>
                    <a:pt x="14165" y="12677"/>
                    <a:pt x="13311" y="13844"/>
                    <a:pt x="13304" y="13851"/>
                  </a:cubicBezTo>
                  <a:lnTo>
                    <a:pt x="13051" y="14071"/>
                  </a:lnTo>
                  <a:lnTo>
                    <a:pt x="13338" y="14237"/>
                  </a:lnTo>
                  <a:cubicBezTo>
                    <a:pt x="13404" y="14317"/>
                    <a:pt x="13484" y="14731"/>
                    <a:pt x="13038" y="15598"/>
                  </a:cubicBezTo>
                  <a:cubicBezTo>
                    <a:pt x="12651" y="16331"/>
                    <a:pt x="11337" y="17598"/>
                    <a:pt x="8877" y="18752"/>
                  </a:cubicBezTo>
                  <a:cubicBezTo>
                    <a:pt x="7936" y="19185"/>
                    <a:pt x="6969" y="19546"/>
                    <a:pt x="5976" y="19832"/>
                  </a:cubicBezTo>
                  <a:lnTo>
                    <a:pt x="1214" y="12317"/>
                  </a:lnTo>
                  <a:cubicBezTo>
                    <a:pt x="1274" y="11964"/>
                    <a:pt x="1401" y="10783"/>
                    <a:pt x="1201" y="9836"/>
                  </a:cubicBezTo>
                  <a:cubicBezTo>
                    <a:pt x="1001" y="8883"/>
                    <a:pt x="674" y="7316"/>
                    <a:pt x="2675" y="5308"/>
                  </a:cubicBezTo>
                  <a:cubicBezTo>
                    <a:pt x="2968" y="6182"/>
                    <a:pt x="3502" y="7042"/>
                    <a:pt x="3875" y="7042"/>
                  </a:cubicBezTo>
                  <a:cubicBezTo>
                    <a:pt x="4249" y="7042"/>
                    <a:pt x="5362" y="6475"/>
                    <a:pt x="6383" y="5815"/>
                  </a:cubicBezTo>
                  <a:cubicBezTo>
                    <a:pt x="7409" y="5162"/>
                    <a:pt x="8837" y="4115"/>
                    <a:pt x="9810" y="2861"/>
                  </a:cubicBezTo>
                  <a:cubicBezTo>
                    <a:pt x="10230" y="2301"/>
                    <a:pt x="10450" y="1614"/>
                    <a:pt x="10430" y="914"/>
                  </a:cubicBezTo>
                  <a:close/>
                  <a:moveTo>
                    <a:pt x="9770" y="0"/>
                  </a:moveTo>
                  <a:lnTo>
                    <a:pt x="9803" y="327"/>
                  </a:lnTo>
                  <a:cubicBezTo>
                    <a:pt x="9817" y="447"/>
                    <a:pt x="9823" y="560"/>
                    <a:pt x="9837" y="661"/>
                  </a:cubicBezTo>
                  <a:lnTo>
                    <a:pt x="9837" y="714"/>
                  </a:lnTo>
                  <a:cubicBezTo>
                    <a:pt x="9910" y="1354"/>
                    <a:pt x="9737" y="1988"/>
                    <a:pt x="9350" y="2501"/>
                  </a:cubicBezTo>
                  <a:cubicBezTo>
                    <a:pt x="7710" y="4635"/>
                    <a:pt x="4382" y="6375"/>
                    <a:pt x="3889" y="6462"/>
                  </a:cubicBezTo>
                  <a:cubicBezTo>
                    <a:pt x="3702" y="6342"/>
                    <a:pt x="3335" y="5535"/>
                    <a:pt x="3102" y="4702"/>
                  </a:cubicBezTo>
                  <a:lnTo>
                    <a:pt x="2968" y="4241"/>
                  </a:lnTo>
                  <a:lnTo>
                    <a:pt x="2622" y="4562"/>
                  </a:lnTo>
                  <a:cubicBezTo>
                    <a:pt x="1" y="6956"/>
                    <a:pt x="408" y="8863"/>
                    <a:pt x="634" y="9956"/>
                  </a:cubicBezTo>
                  <a:cubicBezTo>
                    <a:pt x="854" y="11043"/>
                    <a:pt x="634" y="12310"/>
                    <a:pt x="621" y="12330"/>
                  </a:cubicBezTo>
                  <a:lnTo>
                    <a:pt x="608" y="12437"/>
                  </a:lnTo>
                  <a:lnTo>
                    <a:pt x="5716" y="20506"/>
                  </a:lnTo>
                  <a:lnTo>
                    <a:pt x="5936" y="20446"/>
                  </a:lnTo>
                  <a:cubicBezTo>
                    <a:pt x="7029" y="20146"/>
                    <a:pt x="8103" y="19759"/>
                    <a:pt x="9137" y="19279"/>
                  </a:cubicBezTo>
                  <a:cubicBezTo>
                    <a:pt x="11297" y="18265"/>
                    <a:pt x="12991" y="16951"/>
                    <a:pt x="13564" y="15865"/>
                  </a:cubicBezTo>
                  <a:cubicBezTo>
                    <a:pt x="14078" y="14864"/>
                    <a:pt x="14018" y="14311"/>
                    <a:pt x="13898" y="14031"/>
                  </a:cubicBezTo>
                  <a:cubicBezTo>
                    <a:pt x="14151" y="13617"/>
                    <a:pt x="14718" y="12497"/>
                    <a:pt x="14431" y="11177"/>
                  </a:cubicBezTo>
                  <a:cubicBezTo>
                    <a:pt x="14265" y="10443"/>
                    <a:pt x="13985" y="9950"/>
                    <a:pt x="13611" y="9730"/>
                  </a:cubicBezTo>
                  <a:lnTo>
                    <a:pt x="13504" y="9670"/>
                  </a:lnTo>
                  <a:cubicBezTo>
                    <a:pt x="13658" y="9136"/>
                    <a:pt x="13858" y="8062"/>
                    <a:pt x="13378" y="6662"/>
                  </a:cubicBezTo>
                  <a:cubicBezTo>
                    <a:pt x="13078" y="5769"/>
                    <a:pt x="12684" y="5242"/>
                    <a:pt x="12224" y="5102"/>
                  </a:cubicBezTo>
                  <a:lnTo>
                    <a:pt x="12111" y="5068"/>
                  </a:lnTo>
                  <a:cubicBezTo>
                    <a:pt x="12217" y="4395"/>
                    <a:pt x="12177" y="3268"/>
                    <a:pt x="11591" y="1847"/>
                  </a:cubicBezTo>
                  <a:cubicBezTo>
                    <a:pt x="11431" y="1414"/>
                    <a:pt x="11210" y="1007"/>
                    <a:pt x="10944" y="627"/>
                  </a:cubicBezTo>
                  <a:cubicBezTo>
                    <a:pt x="10537" y="67"/>
                    <a:pt x="10210" y="0"/>
                    <a:pt x="1009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1" name="Google Shape;2044;p36"/>
            <p:cNvSpPr/>
            <p:nvPr/>
          </p:nvSpPr>
          <p:spPr>
            <a:xfrm>
              <a:off x="1431306" y="3673779"/>
              <a:ext cx="296426" cy="556044"/>
            </a:xfrm>
            <a:custGeom>
              <a:avLst/>
              <a:gdLst/>
              <a:ahLst/>
              <a:cxnLst/>
              <a:rect l="l" t="t" r="r" b="b"/>
              <a:pathLst>
                <a:path w="10598" h="19880" extrusionOk="0">
                  <a:moveTo>
                    <a:pt x="9704" y="1"/>
                  </a:moveTo>
                  <a:cubicBezTo>
                    <a:pt x="9724" y="147"/>
                    <a:pt x="9730" y="274"/>
                    <a:pt x="9750" y="401"/>
                  </a:cubicBezTo>
                  <a:cubicBezTo>
                    <a:pt x="9824" y="1108"/>
                    <a:pt x="9624" y="1815"/>
                    <a:pt x="9197" y="2381"/>
                  </a:cubicBezTo>
                  <a:cubicBezTo>
                    <a:pt x="7450" y="4662"/>
                    <a:pt x="3989" y="6456"/>
                    <a:pt x="3495" y="6456"/>
                  </a:cubicBezTo>
                  <a:cubicBezTo>
                    <a:pt x="3002" y="6456"/>
                    <a:pt x="2435" y="4482"/>
                    <a:pt x="2435" y="4482"/>
                  </a:cubicBezTo>
                  <a:cubicBezTo>
                    <a:pt x="1" y="6703"/>
                    <a:pt x="294" y="8436"/>
                    <a:pt x="534" y="9603"/>
                  </a:cubicBezTo>
                  <a:cubicBezTo>
                    <a:pt x="781" y="10770"/>
                    <a:pt x="534" y="12084"/>
                    <a:pt x="534" y="12084"/>
                  </a:cubicBezTo>
                  <a:lnTo>
                    <a:pt x="5462" y="19879"/>
                  </a:lnTo>
                  <a:cubicBezTo>
                    <a:pt x="6543" y="19579"/>
                    <a:pt x="7603" y="19193"/>
                    <a:pt x="8623" y="18719"/>
                  </a:cubicBezTo>
                  <a:cubicBezTo>
                    <a:pt x="8210" y="17285"/>
                    <a:pt x="7563" y="15925"/>
                    <a:pt x="6696" y="14711"/>
                  </a:cubicBezTo>
                  <a:cubicBezTo>
                    <a:pt x="5569" y="13111"/>
                    <a:pt x="4015" y="11164"/>
                    <a:pt x="4989" y="9470"/>
                  </a:cubicBezTo>
                  <a:cubicBezTo>
                    <a:pt x="5476" y="8616"/>
                    <a:pt x="6469" y="8216"/>
                    <a:pt x="7296" y="7683"/>
                  </a:cubicBezTo>
                  <a:cubicBezTo>
                    <a:pt x="9837" y="6042"/>
                    <a:pt x="10597" y="3322"/>
                    <a:pt x="10324" y="508"/>
                  </a:cubicBezTo>
                  <a:cubicBezTo>
                    <a:pt x="9957" y="1"/>
                    <a:pt x="9717" y="1"/>
                    <a:pt x="9704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2" name="Google Shape;2045;p36"/>
            <p:cNvSpPr/>
            <p:nvPr/>
          </p:nvSpPr>
          <p:spPr>
            <a:xfrm>
              <a:off x="1465625" y="3858633"/>
              <a:ext cx="48528" cy="107069"/>
            </a:xfrm>
            <a:custGeom>
              <a:avLst/>
              <a:gdLst/>
              <a:ahLst/>
              <a:cxnLst/>
              <a:rect l="l" t="t" r="r" b="b"/>
              <a:pathLst>
                <a:path w="1735" h="3828" extrusionOk="0">
                  <a:moveTo>
                    <a:pt x="648" y="0"/>
                  </a:moveTo>
                  <a:cubicBezTo>
                    <a:pt x="161" y="587"/>
                    <a:pt x="1" y="1441"/>
                    <a:pt x="221" y="2194"/>
                  </a:cubicBezTo>
                  <a:cubicBezTo>
                    <a:pt x="434" y="2941"/>
                    <a:pt x="1021" y="3594"/>
                    <a:pt x="1735" y="3828"/>
                  </a:cubicBezTo>
                  <a:cubicBezTo>
                    <a:pt x="488" y="2988"/>
                    <a:pt x="34" y="1367"/>
                    <a:pt x="64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" name="Google Shape;2046;p36"/>
            <p:cNvSpPr/>
            <p:nvPr/>
          </p:nvSpPr>
          <p:spPr>
            <a:xfrm>
              <a:off x="1528670" y="4026481"/>
              <a:ext cx="100384" cy="148129"/>
            </a:xfrm>
            <a:custGeom>
              <a:avLst/>
              <a:gdLst/>
              <a:ahLst/>
              <a:cxnLst/>
              <a:rect l="l" t="t" r="r" b="b"/>
              <a:pathLst>
                <a:path w="3589" h="5296" extrusionOk="0">
                  <a:moveTo>
                    <a:pt x="1" y="1"/>
                  </a:moveTo>
                  <a:lnTo>
                    <a:pt x="1" y="1"/>
                  </a:lnTo>
                  <a:cubicBezTo>
                    <a:pt x="148" y="528"/>
                    <a:pt x="521" y="954"/>
                    <a:pt x="868" y="1361"/>
                  </a:cubicBezTo>
                  <a:cubicBezTo>
                    <a:pt x="1208" y="1768"/>
                    <a:pt x="1541" y="2188"/>
                    <a:pt x="1841" y="2621"/>
                  </a:cubicBezTo>
                  <a:cubicBezTo>
                    <a:pt x="2148" y="3048"/>
                    <a:pt x="2428" y="3495"/>
                    <a:pt x="2688" y="3962"/>
                  </a:cubicBezTo>
                  <a:lnTo>
                    <a:pt x="3082" y="4662"/>
                  </a:lnTo>
                  <a:cubicBezTo>
                    <a:pt x="3208" y="4902"/>
                    <a:pt x="3382" y="5115"/>
                    <a:pt x="3588" y="5295"/>
                  </a:cubicBezTo>
                  <a:cubicBezTo>
                    <a:pt x="3422" y="5082"/>
                    <a:pt x="3295" y="4849"/>
                    <a:pt x="3215" y="4595"/>
                  </a:cubicBezTo>
                  <a:cubicBezTo>
                    <a:pt x="3115" y="4355"/>
                    <a:pt x="3015" y="4095"/>
                    <a:pt x="2902" y="3855"/>
                  </a:cubicBezTo>
                  <a:cubicBezTo>
                    <a:pt x="2662" y="3362"/>
                    <a:pt x="2388" y="2895"/>
                    <a:pt x="2075" y="2455"/>
                  </a:cubicBezTo>
                  <a:cubicBezTo>
                    <a:pt x="1761" y="2008"/>
                    <a:pt x="1415" y="1595"/>
                    <a:pt x="1034" y="1208"/>
                  </a:cubicBezTo>
                  <a:cubicBezTo>
                    <a:pt x="654" y="828"/>
                    <a:pt x="254" y="474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4" name="Google Shape;2047;p36"/>
            <p:cNvSpPr/>
            <p:nvPr/>
          </p:nvSpPr>
          <p:spPr>
            <a:xfrm>
              <a:off x="1653276" y="4075344"/>
              <a:ext cx="110454" cy="81533"/>
            </a:xfrm>
            <a:custGeom>
              <a:avLst/>
              <a:gdLst/>
              <a:ahLst/>
              <a:cxnLst/>
              <a:rect l="l" t="t" r="r" b="b"/>
              <a:pathLst>
                <a:path w="3949" h="2915" extrusionOk="0">
                  <a:moveTo>
                    <a:pt x="3948" y="1"/>
                  </a:moveTo>
                  <a:lnTo>
                    <a:pt x="3948" y="1"/>
                  </a:lnTo>
                  <a:cubicBezTo>
                    <a:pt x="3475" y="694"/>
                    <a:pt x="2894" y="1301"/>
                    <a:pt x="2221" y="1795"/>
                  </a:cubicBezTo>
                  <a:cubicBezTo>
                    <a:pt x="1547" y="2288"/>
                    <a:pt x="801" y="2668"/>
                    <a:pt x="0" y="2915"/>
                  </a:cubicBezTo>
                  <a:cubicBezTo>
                    <a:pt x="861" y="2882"/>
                    <a:pt x="1701" y="2535"/>
                    <a:pt x="2394" y="2028"/>
                  </a:cubicBezTo>
                  <a:cubicBezTo>
                    <a:pt x="3088" y="1521"/>
                    <a:pt x="3661" y="814"/>
                    <a:pt x="394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5" name="Google Shape;2048;p36"/>
            <p:cNvSpPr/>
            <p:nvPr/>
          </p:nvSpPr>
          <p:spPr>
            <a:xfrm>
              <a:off x="1655514" y="4048129"/>
              <a:ext cx="72023" cy="56919"/>
            </a:xfrm>
            <a:custGeom>
              <a:avLst/>
              <a:gdLst/>
              <a:ahLst/>
              <a:cxnLst/>
              <a:rect l="l" t="t" r="r" b="b"/>
              <a:pathLst>
                <a:path w="2575" h="2035" extrusionOk="0">
                  <a:moveTo>
                    <a:pt x="2574" y="0"/>
                  </a:moveTo>
                  <a:lnTo>
                    <a:pt x="2574" y="0"/>
                  </a:lnTo>
                  <a:cubicBezTo>
                    <a:pt x="2201" y="407"/>
                    <a:pt x="1801" y="787"/>
                    <a:pt x="1374" y="1127"/>
                  </a:cubicBezTo>
                  <a:cubicBezTo>
                    <a:pt x="941" y="1467"/>
                    <a:pt x="481" y="1767"/>
                    <a:pt x="0" y="2034"/>
                  </a:cubicBezTo>
                  <a:cubicBezTo>
                    <a:pt x="567" y="1967"/>
                    <a:pt x="1114" y="1721"/>
                    <a:pt x="1554" y="1361"/>
                  </a:cubicBezTo>
                  <a:cubicBezTo>
                    <a:pt x="2001" y="1001"/>
                    <a:pt x="2381" y="540"/>
                    <a:pt x="257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6" name="Google Shape;2049;p36"/>
            <p:cNvSpPr/>
            <p:nvPr/>
          </p:nvSpPr>
          <p:spPr>
            <a:xfrm>
              <a:off x="1651039" y="4026313"/>
              <a:ext cx="35270" cy="37312"/>
            </a:xfrm>
            <a:custGeom>
              <a:avLst/>
              <a:gdLst/>
              <a:ahLst/>
              <a:cxnLst/>
              <a:rect l="l" t="t" r="r" b="b"/>
              <a:pathLst>
                <a:path w="1261" h="1334" extrusionOk="0">
                  <a:moveTo>
                    <a:pt x="1261" y="0"/>
                  </a:moveTo>
                  <a:cubicBezTo>
                    <a:pt x="707" y="300"/>
                    <a:pt x="267" y="767"/>
                    <a:pt x="0" y="1334"/>
                  </a:cubicBezTo>
                  <a:cubicBezTo>
                    <a:pt x="274" y="1194"/>
                    <a:pt x="527" y="1000"/>
                    <a:pt x="734" y="767"/>
                  </a:cubicBezTo>
                  <a:cubicBezTo>
                    <a:pt x="954" y="540"/>
                    <a:pt x="1127" y="280"/>
                    <a:pt x="126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7" name="Google Shape;2050;p36"/>
            <p:cNvSpPr/>
            <p:nvPr/>
          </p:nvSpPr>
          <p:spPr>
            <a:xfrm>
              <a:off x="727973" y="3414385"/>
              <a:ext cx="911710" cy="1226736"/>
            </a:xfrm>
            <a:custGeom>
              <a:avLst/>
              <a:gdLst/>
              <a:ahLst/>
              <a:cxnLst/>
              <a:rect l="l" t="t" r="r" b="b"/>
              <a:pathLst>
                <a:path w="32596" h="43859" extrusionOk="0">
                  <a:moveTo>
                    <a:pt x="24853" y="0"/>
                  </a:moveTo>
                  <a:cubicBezTo>
                    <a:pt x="24005" y="0"/>
                    <a:pt x="22951" y="499"/>
                    <a:pt x="21653" y="1733"/>
                  </a:cubicBezTo>
                  <a:cubicBezTo>
                    <a:pt x="19585" y="3707"/>
                    <a:pt x="16405" y="8254"/>
                    <a:pt x="13297" y="10949"/>
                  </a:cubicBezTo>
                  <a:cubicBezTo>
                    <a:pt x="10183" y="13643"/>
                    <a:pt x="6649" y="18471"/>
                    <a:pt x="4295" y="22005"/>
                  </a:cubicBezTo>
                  <a:cubicBezTo>
                    <a:pt x="1934" y="25539"/>
                    <a:pt x="1607" y="30027"/>
                    <a:pt x="1074" y="32928"/>
                  </a:cubicBezTo>
                  <a:cubicBezTo>
                    <a:pt x="540" y="35828"/>
                    <a:pt x="0" y="41510"/>
                    <a:pt x="4295" y="43444"/>
                  </a:cubicBezTo>
                  <a:cubicBezTo>
                    <a:pt x="4935" y="43732"/>
                    <a:pt x="5689" y="43859"/>
                    <a:pt x="6521" y="43859"/>
                  </a:cubicBezTo>
                  <a:cubicBezTo>
                    <a:pt x="8695" y="43859"/>
                    <a:pt x="11402" y="42990"/>
                    <a:pt x="13997" y="41857"/>
                  </a:cubicBezTo>
                  <a:cubicBezTo>
                    <a:pt x="17038" y="40530"/>
                    <a:pt x="19939" y="38843"/>
                    <a:pt x="21653" y="37756"/>
                  </a:cubicBezTo>
                  <a:cubicBezTo>
                    <a:pt x="25407" y="35395"/>
                    <a:pt x="30875" y="33474"/>
                    <a:pt x="31735" y="32394"/>
                  </a:cubicBezTo>
                  <a:cubicBezTo>
                    <a:pt x="32596" y="31321"/>
                    <a:pt x="31942" y="30027"/>
                    <a:pt x="30662" y="27680"/>
                  </a:cubicBezTo>
                  <a:cubicBezTo>
                    <a:pt x="29375" y="25326"/>
                    <a:pt x="26907" y="21785"/>
                    <a:pt x="25407" y="19958"/>
                  </a:cubicBezTo>
                  <a:cubicBezTo>
                    <a:pt x="24958" y="19411"/>
                    <a:pt x="24426" y="19210"/>
                    <a:pt x="23880" y="19210"/>
                  </a:cubicBezTo>
                  <a:cubicBezTo>
                    <a:pt x="23008" y="19210"/>
                    <a:pt x="22102" y="19723"/>
                    <a:pt x="21446" y="20158"/>
                  </a:cubicBezTo>
                  <a:cubicBezTo>
                    <a:pt x="22273" y="19457"/>
                    <a:pt x="23020" y="18671"/>
                    <a:pt x="23693" y="17817"/>
                  </a:cubicBezTo>
                  <a:cubicBezTo>
                    <a:pt x="25840" y="15143"/>
                    <a:pt x="27074" y="12736"/>
                    <a:pt x="27874" y="8068"/>
                  </a:cubicBezTo>
                  <a:cubicBezTo>
                    <a:pt x="27981" y="7401"/>
                    <a:pt x="28021" y="6414"/>
                    <a:pt x="27934" y="5347"/>
                  </a:cubicBezTo>
                  <a:cubicBezTo>
                    <a:pt x="27737" y="2871"/>
                    <a:pt x="26888" y="0"/>
                    <a:pt x="24853" y="0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8" name="Google Shape;2051;p36"/>
            <p:cNvSpPr/>
            <p:nvPr/>
          </p:nvSpPr>
          <p:spPr>
            <a:xfrm>
              <a:off x="713232" y="3406358"/>
              <a:ext cx="937079" cy="1242931"/>
            </a:xfrm>
            <a:custGeom>
              <a:avLst/>
              <a:gdLst/>
              <a:ahLst/>
              <a:cxnLst/>
              <a:rect l="l" t="t" r="r" b="b"/>
              <a:pathLst>
                <a:path w="33503" h="44438" extrusionOk="0">
                  <a:moveTo>
                    <a:pt x="25374" y="573"/>
                  </a:moveTo>
                  <a:cubicBezTo>
                    <a:pt x="25587" y="573"/>
                    <a:pt x="25794" y="613"/>
                    <a:pt x="25994" y="693"/>
                  </a:cubicBezTo>
                  <a:cubicBezTo>
                    <a:pt x="27148" y="1133"/>
                    <a:pt x="27961" y="2993"/>
                    <a:pt x="28175" y="5661"/>
                  </a:cubicBezTo>
                  <a:cubicBezTo>
                    <a:pt x="28248" y="6634"/>
                    <a:pt x="28228" y="7628"/>
                    <a:pt x="28108" y="8301"/>
                  </a:cubicBezTo>
                  <a:cubicBezTo>
                    <a:pt x="27294" y="13089"/>
                    <a:pt x="26034" y="15377"/>
                    <a:pt x="23993" y="17924"/>
                  </a:cubicBezTo>
                  <a:cubicBezTo>
                    <a:pt x="23333" y="18758"/>
                    <a:pt x="22600" y="19531"/>
                    <a:pt x="21793" y="20225"/>
                  </a:cubicBezTo>
                  <a:cubicBezTo>
                    <a:pt x="21586" y="20420"/>
                    <a:pt x="21754" y="20729"/>
                    <a:pt x="21991" y="20729"/>
                  </a:cubicBezTo>
                  <a:cubicBezTo>
                    <a:pt x="22036" y="20729"/>
                    <a:pt x="22085" y="20717"/>
                    <a:pt x="22133" y="20691"/>
                  </a:cubicBezTo>
                  <a:cubicBezTo>
                    <a:pt x="23037" y="20090"/>
                    <a:pt x="23783" y="19792"/>
                    <a:pt x="24399" y="19792"/>
                  </a:cubicBezTo>
                  <a:cubicBezTo>
                    <a:pt x="24924" y="19792"/>
                    <a:pt x="25354" y="20008"/>
                    <a:pt x="25707" y="20438"/>
                  </a:cubicBezTo>
                  <a:cubicBezTo>
                    <a:pt x="27194" y="22232"/>
                    <a:pt x="29675" y="25793"/>
                    <a:pt x="30935" y="28107"/>
                  </a:cubicBezTo>
                  <a:cubicBezTo>
                    <a:pt x="32196" y="30427"/>
                    <a:pt x="32769" y="31581"/>
                    <a:pt x="32036" y="32501"/>
                  </a:cubicBezTo>
                  <a:cubicBezTo>
                    <a:pt x="31636" y="33001"/>
                    <a:pt x="29962" y="33775"/>
                    <a:pt x="28015" y="34695"/>
                  </a:cubicBezTo>
                  <a:cubicBezTo>
                    <a:pt x="26074" y="35609"/>
                    <a:pt x="23867" y="36642"/>
                    <a:pt x="22033" y="37803"/>
                  </a:cubicBezTo>
                  <a:cubicBezTo>
                    <a:pt x="20559" y="38716"/>
                    <a:pt x="17625" y="40477"/>
                    <a:pt x="14404" y="41877"/>
                  </a:cubicBezTo>
                  <a:cubicBezTo>
                    <a:pt x="11413" y="43187"/>
                    <a:pt x="8920" y="43852"/>
                    <a:pt x="7044" y="43852"/>
                  </a:cubicBezTo>
                  <a:cubicBezTo>
                    <a:pt x="6218" y="43852"/>
                    <a:pt x="5512" y="43723"/>
                    <a:pt x="4935" y="43464"/>
                  </a:cubicBezTo>
                  <a:cubicBezTo>
                    <a:pt x="1174" y="41770"/>
                    <a:pt x="1201" y="36982"/>
                    <a:pt x="1888" y="33275"/>
                  </a:cubicBezTo>
                  <a:cubicBezTo>
                    <a:pt x="1988" y="32761"/>
                    <a:pt x="2068" y="32201"/>
                    <a:pt x="2161" y="31608"/>
                  </a:cubicBezTo>
                  <a:cubicBezTo>
                    <a:pt x="2601" y="28807"/>
                    <a:pt x="3155" y="25306"/>
                    <a:pt x="5062" y="22445"/>
                  </a:cubicBezTo>
                  <a:cubicBezTo>
                    <a:pt x="6969" y="19584"/>
                    <a:pt x="10663" y="14350"/>
                    <a:pt x="14011" y="11456"/>
                  </a:cubicBezTo>
                  <a:cubicBezTo>
                    <a:pt x="15858" y="9862"/>
                    <a:pt x="17712" y="7628"/>
                    <a:pt x="19359" y="5661"/>
                  </a:cubicBezTo>
                  <a:cubicBezTo>
                    <a:pt x="20473" y="4307"/>
                    <a:pt x="21539" y="3033"/>
                    <a:pt x="22380" y="2233"/>
                  </a:cubicBezTo>
                  <a:cubicBezTo>
                    <a:pt x="23540" y="1133"/>
                    <a:pt x="24540" y="573"/>
                    <a:pt x="25374" y="573"/>
                  </a:cubicBezTo>
                  <a:close/>
                  <a:moveTo>
                    <a:pt x="25378" y="0"/>
                  </a:moveTo>
                  <a:cubicBezTo>
                    <a:pt x="24388" y="0"/>
                    <a:pt x="23254" y="606"/>
                    <a:pt x="21986" y="1806"/>
                  </a:cubicBezTo>
                  <a:cubicBezTo>
                    <a:pt x="21119" y="2633"/>
                    <a:pt x="20039" y="3927"/>
                    <a:pt x="18905" y="5287"/>
                  </a:cubicBezTo>
                  <a:cubicBezTo>
                    <a:pt x="17285" y="7234"/>
                    <a:pt x="15438" y="9455"/>
                    <a:pt x="13631" y="11009"/>
                  </a:cubicBezTo>
                  <a:cubicBezTo>
                    <a:pt x="10230" y="13956"/>
                    <a:pt x="6562" y="19144"/>
                    <a:pt x="4582" y="22125"/>
                  </a:cubicBezTo>
                  <a:cubicBezTo>
                    <a:pt x="2594" y="25099"/>
                    <a:pt x="2034" y="28660"/>
                    <a:pt x="1587" y="31514"/>
                  </a:cubicBezTo>
                  <a:cubicBezTo>
                    <a:pt x="1494" y="32108"/>
                    <a:pt x="1414" y="32668"/>
                    <a:pt x="1321" y="33168"/>
                  </a:cubicBezTo>
                  <a:cubicBezTo>
                    <a:pt x="0" y="40270"/>
                    <a:pt x="2428" y="42971"/>
                    <a:pt x="4702" y="43998"/>
                  </a:cubicBezTo>
                  <a:cubicBezTo>
                    <a:pt x="5362" y="44284"/>
                    <a:pt x="6149" y="44438"/>
                    <a:pt x="7062" y="44438"/>
                  </a:cubicBezTo>
                  <a:cubicBezTo>
                    <a:pt x="9023" y="44438"/>
                    <a:pt x="11557" y="43764"/>
                    <a:pt x="14638" y="42410"/>
                  </a:cubicBezTo>
                  <a:cubicBezTo>
                    <a:pt x="17892" y="40990"/>
                    <a:pt x="20859" y="39216"/>
                    <a:pt x="22340" y="38289"/>
                  </a:cubicBezTo>
                  <a:cubicBezTo>
                    <a:pt x="24147" y="37149"/>
                    <a:pt x="26334" y="36122"/>
                    <a:pt x="28268" y="35222"/>
                  </a:cubicBezTo>
                  <a:cubicBezTo>
                    <a:pt x="30362" y="34242"/>
                    <a:pt x="32002" y="33468"/>
                    <a:pt x="32482" y="32868"/>
                  </a:cubicBezTo>
                  <a:cubicBezTo>
                    <a:pt x="33503" y="31601"/>
                    <a:pt x="32756" y="30214"/>
                    <a:pt x="31442" y="27820"/>
                  </a:cubicBezTo>
                  <a:cubicBezTo>
                    <a:pt x="30135" y="25433"/>
                    <a:pt x="27661" y="21878"/>
                    <a:pt x="26161" y="20065"/>
                  </a:cubicBezTo>
                  <a:cubicBezTo>
                    <a:pt x="25633" y="19429"/>
                    <a:pt x="25014" y="19204"/>
                    <a:pt x="24404" y="19204"/>
                  </a:cubicBezTo>
                  <a:cubicBezTo>
                    <a:pt x="24112" y="19204"/>
                    <a:pt x="23823" y="19256"/>
                    <a:pt x="23547" y="19338"/>
                  </a:cubicBezTo>
                  <a:cubicBezTo>
                    <a:pt x="23833" y="19024"/>
                    <a:pt x="24134" y="18677"/>
                    <a:pt x="24447" y="18291"/>
                  </a:cubicBezTo>
                  <a:cubicBezTo>
                    <a:pt x="26501" y="15730"/>
                    <a:pt x="27848" y="13289"/>
                    <a:pt x="28681" y="8401"/>
                  </a:cubicBezTo>
                  <a:cubicBezTo>
                    <a:pt x="28808" y="7668"/>
                    <a:pt x="28835" y="6654"/>
                    <a:pt x="28755" y="5621"/>
                  </a:cubicBezTo>
                  <a:cubicBezTo>
                    <a:pt x="28641" y="4227"/>
                    <a:pt x="28175" y="899"/>
                    <a:pt x="26201" y="153"/>
                  </a:cubicBezTo>
                  <a:cubicBezTo>
                    <a:pt x="25939" y="51"/>
                    <a:pt x="25665" y="0"/>
                    <a:pt x="2537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9" name="Google Shape;2052;p36"/>
            <p:cNvSpPr/>
            <p:nvPr/>
          </p:nvSpPr>
          <p:spPr>
            <a:xfrm>
              <a:off x="1068927" y="3947941"/>
              <a:ext cx="296566" cy="231508"/>
            </a:xfrm>
            <a:custGeom>
              <a:avLst/>
              <a:gdLst/>
              <a:ahLst/>
              <a:cxnLst/>
              <a:rect l="l" t="t" r="r" b="b"/>
              <a:pathLst>
                <a:path w="10603" h="8277" extrusionOk="0">
                  <a:moveTo>
                    <a:pt x="10275" y="0"/>
                  </a:moveTo>
                  <a:cubicBezTo>
                    <a:pt x="10228" y="0"/>
                    <a:pt x="10181" y="11"/>
                    <a:pt x="10136" y="35"/>
                  </a:cubicBezTo>
                  <a:cubicBezTo>
                    <a:pt x="10083" y="68"/>
                    <a:pt x="4868" y="3002"/>
                    <a:pt x="173" y="7783"/>
                  </a:cubicBezTo>
                  <a:cubicBezTo>
                    <a:pt x="0" y="7970"/>
                    <a:pt x="127" y="8270"/>
                    <a:pt x="380" y="8277"/>
                  </a:cubicBezTo>
                  <a:cubicBezTo>
                    <a:pt x="460" y="8277"/>
                    <a:pt x="534" y="8250"/>
                    <a:pt x="587" y="8197"/>
                  </a:cubicBezTo>
                  <a:cubicBezTo>
                    <a:pt x="5215" y="3476"/>
                    <a:pt x="10370" y="575"/>
                    <a:pt x="10416" y="541"/>
                  </a:cubicBezTo>
                  <a:cubicBezTo>
                    <a:pt x="10556" y="461"/>
                    <a:pt x="10603" y="288"/>
                    <a:pt x="10523" y="148"/>
                  </a:cubicBezTo>
                  <a:cubicBezTo>
                    <a:pt x="10473" y="52"/>
                    <a:pt x="10376" y="0"/>
                    <a:pt x="1027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0" name="Google Shape;2053;p36"/>
            <p:cNvSpPr/>
            <p:nvPr/>
          </p:nvSpPr>
          <p:spPr>
            <a:xfrm>
              <a:off x="727973" y="3414385"/>
              <a:ext cx="781342" cy="1226736"/>
            </a:xfrm>
            <a:custGeom>
              <a:avLst/>
              <a:gdLst/>
              <a:ahLst/>
              <a:cxnLst/>
              <a:rect l="l" t="t" r="r" b="b"/>
              <a:pathLst>
                <a:path w="27935" h="43859" extrusionOk="0">
                  <a:moveTo>
                    <a:pt x="24857" y="0"/>
                  </a:moveTo>
                  <a:cubicBezTo>
                    <a:pt x="24009" y="0"/>
                    <a:pt x="22956" y="499"/>
                    <a:pt x="21659" y="1733"/>
                  </a:cubicBezTo>
                  <a:cubicBezTo>
                    <a:pt x="19592" y="3707"/>
                    <a:pt x="16405" y="8254"/>
                    <a:pt x="13297" y="10949"/>
                  </a:cubicBezTo>
                  <a:cubicBezTo>
                    <a:pt x="10183" y="13643"/>
                    <a:pt x="6649" y="18471"/>
                    <a:pt x="4295" y="22005"/>
                  </a:cubicBezTo>
                  <a:cubicBezTo>
                    <a:pt x="1934" y="25539"/>
                    <a:pt x="1607" y="30027"/>
                    <a:pt x="1074" y="32928"/>
                  </a:cubicBezTo>
                  <a:cubicBezTo>
                    <a:pt x="540" y="35828"/>
                    <a:pt x="0" y="41510"/>
                    <a:pt x="4295" y="43444"/>
                  </a:cubicBezTo>
                  <a:cubicBezTo>
                    <a:pt x="4935" y="43732"/>
                    <a:pt x="5689" y="43859"/>
                    <a:pt x="6521" y="43859"/>
                  </a:cubicBezTo>
                  <a:cubicBezTo>
                    <a:pt x="8695" y="43859"/>
                    <a:pt x="11402" y="42990"/>
                    <a:pt x="13997" y="41857"/>
                  </a:cubicBezTo>
                  <a:lnTo>
                    <a:pt x="13997" y="41857"/>
                  </a:lnTo>
                  <a:cubicBezTo>
                    <a:pt x="13717" y="41858"/>
                    <a:pt x="13437" y="41861"/>
                    <a:pt x="13157" y="41861"/>
                  </a:cubicBezTo>
                  <a:cubicBezTo>
                    <a:pt x="12016" y="41861"/>
                    <a:pt x="10888" y="41805"/>
                    <a:pt x="9876" y="41323"/>
                  </a:cubicBezTo>
                  <a:cubicBezTo>
                    <a:pt x="7162" y="40056"/>
                    <a:pt x="6555" y="36482"/>
                    <a:pt x="6695" y="33495"/>
                  </a:cubicBezTo>
                  <a:cubicBezTo>
                    <a:pt x="7229" y="22898"/>
                    <a:pt x="13124" y="12716"/>
                    <a:pt x="22046" y="6981"/>
                  </a:cubicBezTo>
                  <a:cubicBezTo>
                    <a:pt x="23480" y="6067"/>
                    <a:pt x="25067" y="5220"/>
                    <a:pt x="26774" y="5187"/>
                  </a:cubicBezTo>
                  <a:cubicBezTo>
                    <a:pt x="26796" y="5187"/>
                    <a:pt x="26818" y="5186"/>
                    <a:pt x="26840" y="5186"/>
                  </a:cubicBezTo>
                  <a:cubicBezTo>
                    <a:pt x="27210" y="5186"/>
                    <a:pt x="27575" y="5240"/>
                    <a:pt x="27934" y="5347"/>
                  </a:cubicBezTo>
                  <a:cubicBezTo>
                    <a:pt x="27741" y="2871"/>
                    <a:pt x="26891" y="0"/>
                    <a:pt x="24857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1" name="Google Shape;2054;p36"/>
            <p:cNvSpPr/>
            <p:nvPr/>
          </p:nvSpPr>
          <p:spPr>
            <a:xfrm>
              <a:off x="822707" y="3959912"/>
              <a:ext cx="122565" cy="341709"/>
            </a:xfrm>
            <a:custGeom>
              <a:avLst/>
              <a:gdLst/>
              <a:ahLst/>
              <a:cxnLst/>
              <a:rect l="l" t="t" r="r" b="b"/>
              <a:pathLst>
                <a:path w="4382" h="12217" extrusionOk="0">
                  <a:moveTo>
                    <a:pt x="4382" y="0"/>
                  </a:moveTo>
                  <a:cubicBezTo>
                    <a:pt x="4109" y="53"/>
                    <a:pt x="3882" y="254"/>
                    <a:pt x="3688" y="454"/>
                  </a:cubicBezTo>
                  <a:cubicBezTo>
                    <a:pt x="3502" y="654"/>
                    <a:pt x="3315" y="860"/>
                    <a:pt x="3128" y="1087"/>
                  </a:cubicBezTo>
                  <a:cubicBezTo>
                    <a:pt x="2781" y="1527"/>
                    <a:pt x="2468" y="1994"/>
                    <a:pt x="2188" y="2481"/>
                  </a:cubicBezTo>
                  <a:cubicBezTo>
                    <a:pt x="1635" y="3461"/>
                    <a:pt x="1201" y="4501"/>
                    <a:pt x="888" y="5582"/>
                  </a:cubicBezTo>
                  <a:cubicBezTo>
                    <a:pt x="274" y="7749"/>
                    <a:pt x="67" y="9989"/>
                    <a:pt x="1" y="12217"/>
                  </a:cubicBezTo>
                  <a:cubicBezTo>
                    <a:pt x="294" y="10009"/>
                    <a:pt x="548" y="7789"/>
                    <a:pt x="1174" y="5668"/>
                  </a:cubicBezTo>
                  <a:cubicBezTo>
                    <a:pt x="1474" y="4601"/>
                    <a:pt x="1881" y="3568"/>
                    <a:pt x="2388" y="2587"/>
                  </a:cubicBezTo>
                  <a:cubicBezTo>
                    <a:pt x="2648" y="2101"/>
                    <a:pt x="2935" y="1627"/>
                    <a:pt x="3248" y="1174"/>
                  </a:cubicBezTo>
                  <a:cubicBezTo>
                    <a:pt x="3408" y="947"/>
                    <a:pt x="3575" y="714"/>
                    <a:pt x="3748" y="507"/>
                  </a:cubicBezTo>
                  <a:cubicBezTo>
                    <a:pt x="3922" y="294"/>
                    <a:pt x="4115" y="87"/>
                    <a:pt x="438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2" name="Google Shape;2055;p36"/>
            <p:cNvSpPr/>
            <p:nvPr/>
          </p:nvSpPr>
          <p:spPr>
            <a:xfrm>
              <a:off x="789143" y="4378623"/>
              <a:ext cx="102986" cy="206335"/>
            </a:xfrm>
            <a:custGeom>
              <a:avLst/>
              <a:gdLst/>
              <a:ahLst/>
              <a:cxnLst/>
              <a:rect l="l" t="t" r="r" b="b"/>
              <a:pathLst>
                <a:path w="3682" h="7377" extrusionOk="0">
                  <a:moveTo>
                    <a:pt x="180" y="1"/>
                  </a:moveTo>
                  <a:cubicBezTo>
                    <a:pt x="67" y="748"/>
                    <a:pt x="7" y="1508"/>
                    <a:pt x="7" y="2268"/>
                  </a:cubicBezTo>
                  <a:cubicBezTo>
                    <a:pt x="0" y="3035"/>
                    <a:pt x="120" y="3802"/>
                    <a:pt x="354" y="4542"/>
                  </a:cubicBezTo>
                  <a:cubicBezTo>
                    <a:pt x="601" y="5282"/>
                    <a:pt x="1027" y="5949"/>
                    <a:pt x="1601" y="6482"/>
                  </a:cubicBezTo>
                  <a:cubicBezTo>
                    <a:pt x="2168" y="7009"/>
                    <a:pt x="2915" y="7369"/>
                    <a:pt x="3681" y="7376"/>
                  </a:cubicBezTo>
                  <a:cubicBezTo>
                    <a:pt x="2921" y="7249"/>
                    <a:pt x="2268" y="6843"/>
                    <a:pt x="1754" y="6316"/>
                  </a:cubicBezTo>
                  <a:cubicBezTo>
                    <a:pt x="1247" y="5782"/>
                    <a:pt x="861" y="5142"/>
                    <a:pt x="634" y="4442"/>
                  </a:cubicBezTo>
                  <a:cubicBezTo>
                    <a:pt x="147" y="3042"/>
                    <a:pt x="207" y="1508"/>
                    <a:pt x="1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3" name="Google Shape;2056;p36"/>
            <p:cNvSpPr/>
            <p:nvPr/>
          </p:nvSpPr>
          <p:spPr>
            <a:xfrm>
              <a:off x="823658" y="4409418"/>
              <a:ext cx="105223" cy="133753"/>
            </a:xfrm>
            <a:custGeom>
              <a:avLst/>
              <a:gdLst/>
              <a:ahLst/>
              <a:cxnLst/>
              <a:rect l="l" t="t" r="r" b="b"/>
              <a:pathLst>
                <a:path w="3762" h="4782" extrusionOk="0">
                  <a:moveTo>
                    <a:pt x="47" y="0"/>
                  </a:moveTo>
                  <a:lnTo>
                    <a:pt x="47" y="0"/>
                  </a:lnTo>
                  <a:cubicBezTo>
                    <a:pt x="0" y="1080"/>
                    <a:pt x="394" y="2181"/>
                    <a:pt x="1074" y="3041"/>
                  </a:cubicBezTo>
                  <a:cubicBezTo>
                    <a:pt x="1747" y="3901"/>
                    <a:pt x="2707" y="4568"/>
                    <a:pt x="3761" y="4781"/>
                  </a:cubicBezTo>
                  <a:cubicBezTo>
                    <a:pt x="2794" y="4355"/>
                    <a:pt x="1947" y="3694"/>
                    <a:pt x="1307" y="2854"/>
                  </a:cubicBezTo>
                  <a:cubicBezTo>
                    <a:pt x="654" y="2021"/>
                    <a:pt x="220" y="1040"/>
                    <a:pt x="4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4" name="Google Shape;2057;p36"/>
            <p:cNvSpPr/>
            <p:nvPr/>
          </p:nvSpPr>
          <p:spPr>
            <a:xfrm>
              <a:off x="943202" y="4494838"/>
              <a:ext cx="256317" cy="89224"/>
            </a:xfrm>
            <a:custGeom>
              <a:avLst/>
              <a:gdLst/>
              <a:ahLst/>
              <a:cxnLst/>
              <a:rect l="l" t="t" r="r" b="b"/>
              <a:pathLst>
                <a:path w="9164" h="3190" extrusionOk="0">
                  <a:moveTo>
                    <a:pt x="9163" y="0"/>
                  </a:moveTo>
                  <a:cubicBezTo>
                    <a:pt x="7863" y="1020"/>
                    <a:pt x="6402" y="1807"/>
                    <a:pt x="4842" y="2327"/>
                  </a:cubicBezTo>
                  <a:cubicBezTo>
                    <a:pt x="3320" y="2835"/>
                    <a:pt x="1723" y="3088"/>
                    <a:pt x="124" y="3088"/>
                  </a:cubicBezTo>
                  <a:cubicBezTo>
                    <a:pt x="83" y="3088"/>
                    <a:pt x="42" y="3088"/>
                    <a:pt x="1" y="3088"/>
                  </a:cubicBezTo>
                  <a:lnTo>
                    <a:pt x="1" y="3088"/>
                  </a:lnTo>
                  <a:cubicBezTo>
                    <a:pt x="469" y="3156"/>
                    <a:pt x="943" y="3189"/>
                    <a:pt x="1419" y="3189"/>
                  </a:cubicBezTo>
                  <a:cubicBezTo>
                    <a:pt x="2607" y="3189"/>
                    <a:pt x="3802" y="2982"/>
                    <a:pt x="4935" y="2601"/>
                  </a:cubicBezTo>
                  <a:cubicBezTo>
                    <a:pt x="6516" y="2067"/>
                    <a:pt x="8003" y="1194"/>
                    <a:pt x="916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5" name="Google Shape;2058;p36"/>
            <p:cNvSpPr/>
            <p:nvPr/>
          </p:nvSpPr>
          <p:spPr>
            <a:xfrm>
              <a:off x="1018189" y="4489804"/>
              <a:ext cx="127599" cy="49255"/>
            </a:xfrm>
            <a:custGeom>
              <a:avLst/>
              <a:gdLst/>
              <a:ahLst/>
              <a:cxnLst/>
              <a:rect l="l" t="t" r="r" b="b"/>
              <a:pathLst>
                <a:path w="4562" h="1761" extrusionOk="0">
                  <a:moveTo>
                    <a:pt x="4562" y="0"/>
                  </a:moveTo>
                  <a:lnTo>
                    <a:pt x="4562" y="0"/>
                  </a:lnTo>
                  <a:cubicBezTo>
                    <a:pt x="3795" y="300"/>
                    <a:pt x="3054" y="607"/>
                    <a:pt x="2294" y="907"/>
                  </a:cubicBezTo>
                  <a:cubicBezTo>
                    <a:pt x="1534" y="1207"/>
                    <a:pt x="767" y="1467"/>
                    <a:pt x="0" y="1761"/>
                  </a:cubicBezTo>
                  <a:cubicBezTo>
                    <a:pt x="1647" y="1587"/>
                    <a:pt x="3221" y="980"/>
                    <a:pt x="456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6" name="Google Shape;2059;p36"/>
            <p:cNvSpPr/>
            <p:nvPr/>
          </p:nvSpPr>
          <p:spPr>
            <a:xfrm>
              <a:off x="1311567" y="4338150"/>
              <a:ext cx="215453" cy="103181"/>
            </a:xfrm>
            <a:custGeom>
              <a:avLst/>
              <a:gdLst/>
              <a:ahLst/>
              <a:cxnLst/>
              <a:rect l="l" t="t" r="r" b="b"/>
              <a:pathLst>
                <a:path w="7703" h="3689" extrusionOk="0">
                  <a:moveTo>
                    <a:pt x="7703" y="1"/>
                  </a:moveTo>
                  <a:cubicBezTo>
                    <a:pt x="6249" y="134"/>
                    <a:pt x="4835" y="528"/>
                    <a:pt x="3528" y="1161"/>
                  </a:cubicBezTo>
                  <a:cubicBezTo>
                    <a:pt x="2208" y="1788"/>
                    <a:pt x="1014" y="2641"/>
                    <a:pt x="1" y="3688"/>
                  </a:cubicBezTo>
                  <a:cubicBezTo>
                    <a:pt x="1134" y="2808"/>
                    <a:pt x="2355" y="2048"/>
                    <a:pt x="3648" y="1421"/>
                  </a:cubicBezTo>
                  <a:cubicBezTo>
                    <a:pt x="4949" y="808"/>
                    <a:pt x="6302" y="334"/>
                    <a:pt x="770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7" name="Google Shape;2060;p36"/>
            <p:cNvSpPr/>
            <p:nvPr/>
          </p:nvSpPr>
          <p:spPr>
            <a:xfrm>
              <a:off x="962054" y="3860479"/>
              <a:ext cx="49255" cy="60667"/>
            </a:xfrm>
            <a:custGeom>
              <a:avLst/>
              <a:gdLst/>
              <a:ahLst/>
              <a:cxnLst/>
              <a:rect l="l" t="t" r="r" b="b"/>
              <a:pathLst>
                <a:path w="1761" h="2169" extrusionOk="0">
                  <a:moveTo>
                    <a:pt x="1761" y="1"/>
                  </a:moveTo>
                  <a:lnTo>
                    <a:pt x="1761" y="1"/>
                  </a:lnTo>
                  <a:cubicBezTo>
                    <a:pt x="1420" y="321"/>
                    <a:pt x="1107" y="668"/>
                    <a:pt x="820" y="1034"/>
                  </a:cubicBezTo>
                  <a:cubicBezTo>
                    <a:pt x="514" y="1395"/>
                    <a:pt x="247" y="1768"/>
                    <a:pt x="0" y="2168"/>
                  </a:cubicBezTo>
                  <a:cubicBezTo>
                    <a:pt x="394" y="1908"/>
                    <a:pt x="747" y="1588"/>
                    <a:pt x="1040" y="1221"/>
                  </a:cubicBezTo>
                  <a:cubicBezTo>
                    <a:pt x="1347" y="854"/>
                    <a:pt x="1587" y="441"/>
                    <a:pt x="17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8" name="Google Shape;2061;p36"/>
            <p:cNvSpPr/>
            <p:nvPr/>
          </p:nvSpPr>
          <p:spPr>
            <a:xfrm>
              <a:off x="1065179" y="3706616"/>
              <a:ext cx="128354" cy="105027"/>
            </a:xfrm>
            <a:custGeom>
              <a:avLst/>
              <a:gdLst/>
              <a:ahLst/>
              <a:cxnLst/>
              <a:rect l="l" t="t" r="r" b="b"/>
              <a:pathLst>
                <a:path w="4589" h="3755" extrusionOk="0">
                  <a:moveTo>
                    <a:pt x="4589" y="0"/>
                  </a:moveTo>
                  <a:lnTo>
                    <a:pt x="4589" y="0"/>
                  </a:lnTo>
                  <a:cubicBezTo>
                    <a:pt x="3682" y="427"/>
                    <a:pt x="2835" y="961"/>
                    <a:pt x="2068" y="1601"/>
                  </a:cubicBezTo>
                  <a:cubicBezTo>
                    <a:pt x="1288" y="2228"/>
                    <a:pt x="594" y="2948"/>
                    <a:pt x="1" y="3755"/>
                  </a:cubicBezTo>
                  <a:cubicBezTo>
                    <a:pt x="748" y="3101"/>
                    <a:pt x="1488" y="2454"/>
                    <a:pt x="2248" y="1828"/>
                  </a:cubicBezTo>
                  <a:cubicBezTo>
                    <a:pt x="3008" y="1201"/>
                    <a:pt x="3802" y="621"/>
                    <a:pt x="458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9" name="Google Shape;2062;p36"/>
            <p:cNvSpPr/>
            <p:nvPr/>
          </p:nvSpPr>
          <p:spPr>
            <a:xfrm>
              <a:off x="1297582" y="3452704"/>
              <a:ext cx="175903" cy="119823"/>
            </a:xfrm>
            <a:custGeom>
              <a:avLst/>
              <a:gdLst/>
              <a:ahLst/>
              <a:cxnLst/>
              <a:rect l="l" t="t" r="r" b="b"/>
              <a:pathLst>
                <a:path w="6289" h="4284" extrusionOk="0">
                  <a:moveTo>
                    <a:pt x="5092" y="1"/>
                  </a:moveTo>
                  <a:cubicBezTo>
                    <a:pt x="4995" y="1"/>
                    <a:pt x="4899" y="13"/>
                    <a:pt x="4802" y="36"/>
                  </a:cubicBezTo>
                  <a:cubicBezTo>
                    <a:pt x="4082" y="223"/>
                    <a:pt x="3415" y="543"/>
                    <a:pt x="2828" y="996"/>
                  </a:cubicBezTo>
                  <a:cubicBezTo>
                    <a:pt x="1648" y="1883"/>
                    <a:pt x="774" y="3070"/>
                    <a:pt x="1" y="4284"/>
                  </a:cubicBezTo>
                  <a:cubicBezTo>
                    <a:pt x="961" y="3203"/>
                    <a:pt x="1861" y="2077"/>
                    <a:pt x="3001" y="1230"/>
                  </a:cubicBezTo>
                  <a:cubicBezTo>
                    <a:pt x="3555" y="803"/>
                    <a:pt x="4182" y="476"/>
                    <a:pt x="4849" y="263"/>
                  </a:cubicBezTo>
                  <a:cubicBezTo>
                    <a:pt x="4958" y="232"/>
                    <a:pt x="5070" y="214"/>
                    <a:pt x="5180" y="214"/>
                  </a:cubicBezTo>
                  <a:cubicBezTo>
                    <a:pt x="5398" y="214"/>
                    <a:pt x="5604" y="285"/>
                    <a:pt x="5742" y="463"/>
                  </a:cubicBezTo>
                  <a:cubicBezTo>
                    <a:pt x="5949" y="730"/>
                    <a:pt x="6036" y="1116"/>
                    <a:pt x="6289" y="1376"/>
                  </a:cubicBezTo>
                  <a:cubicBezTo>
                    <a:pt x="6076" y="1076"/>
                    <a:pt x="6069" y="710"/>
                    <a:pt x="5862" y="376"/>
                  </a:cubicBezTo>
                  <a:cubicBezTo>
                    <a:pt x="5756" y="203"/>
                    <a:pt x="5582" y="76"/>
                    <a:pt x="5382" y="36"/>
                  </a:cubicBezTo>
                  <a:cubicBezTo>
                    <a:pt x="5285" y="13"/>
                    <a:pt x="5189" y="1"/>
                    <a:pt x="509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0" name="Google Shape;2063;p36"/>
            <p:cNvSpPr/>
            <p:nvPr/>
          </p:nvSpPr>
          <p:spPr>
            <a:xfrm>
              <a:off x="1094463" y="4028355"/>
              <a:ext cx="234109" cy="156324"/>
            </a:xfrm>
            <a:custGeom>
              <a:avLst/>
              <a:gdLst/>
              <a:ahLst/>
              <a:cxnLst/>
              <a:rect l="l" t="t" r="r" b="b"/>
              <a:pathLst>
                <a:path w="8370" h="5589" extrusionOk="0">
                  <a:moveTo>
                    <a:pt x="8370" y="0"/>
                  </a:moveTo>
                  <a:lnTo>
                    <a:pt x="8370" y="0"/>
                  </a:lnTo>
                  <a:cubicBezTo>
                    <a:pt x="6816" y="654"/>
                    <a:pt x="5322" y="1454"/>
                    <a:pt x="3928" y="2401"/>
                  </a:cubicBezTo>
                  <a:cubicBezTo>
                    <a:pt x="2515" y="3328"/>
                    <a:pt x="1201" y="4395"/>
                    <a:pt x="1" y="5589"/>
                  </a:cubicBezTo>
                  <a:cubicBezTo>
                    <a:pt x="1341" y="4562"/>
                    <a:pt x="2695" y="3575"/>
                    <a:pt x="4082" y="2641"/>
                  </a:cubicBezTo>
                  <a:cubicBezTo>
                    <a:pt x="5475" y="1708"/>
                    <a:pt x="6909" y="841"/>
                    <a:pt x="837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1" name="Google Shape;2064;p36"/>
            <p:cNvSpPr/>
            <p:nvPr/>
          </p:nvSpPr>
          <p:spPr>
            <a:xfrm>
              <a:off x="1491554" y="2957747"/>
              <a:ext cx="932072" cy="614221"/>
            </a:xfrm>
            <a:custGeom>
              <a:avLst/>
              <a:gdLst/>
              <a:ahLst/>
              <a:cxnLst/>
              <a:rect l="l" t="t" r="r" b="b"/>
              <a:pathLst>
                <a:path w="33324" h="21960" extrusionOk="0">
                  <a:moveTo>
                    <a:pt x="18688" y="1"/>
                  </a:moveTo>
                  <a:cubicBezTo>
                    <a:pt x="17979" y="1"/>
                    <a:pt x="17270" y="43"/>
                    <a:pt x="16565" y="127"/>
                  </a:cubicBezTo>
                  <a:cubicBezTo>
                    <a:pt x="9337" y="968"/>
                    <a:pt x="9483" y="2568"/>
                    <a:pt x="9483" y="2568"/>
                  </a:cubicBezTo>
                  <a:cubicBezTo>
                    <a:pt x="4615" y="3235"/>
                    <a:pt x="3975" y="7656"/>
                    <a:pt x="3975" y="7656"/>
                  </a:cubicBezTo>
                  <a:cubicBezTo>
                    <a:pt x="1475" y="8436"/>
                    <a:pt x="1" y="11577"/>
                    <a:pt x="1375" y="14631"/>
                  </a:cubicBezTo>
                  <a:cubicBezTo>
                    <a:pt x="2748" y="17679"/>
                    <a:pt x="9383" y="17825"/>
                    <a:pt x="14985" y="18125"/>
                  </a:cubicBezTo>
                  <a:cubicBezTo>
                    <a:pt x="18186" y="18292"/>
                    <a:pt x="20853" y="19506"/>
                    <a:pt x="22554" y="20533"/>
                  </a:cubicBezTo>
                  <a:cubicBezTo>
                    <a:pt x="23841" y="21300"/>
                    <a:pt x="24574" y="21960"/>
                    <a:pt x="24574" y="21960"/>
                  </a:cubicBezTo>
                  <a:cubicBezTo>
                    <a:pt x="26441" y="17379"/>
                    <a:pt x="32443" y="13898"/>
                    <a:pt x="32883" y="11337"/>
                  </a:cubicBezTo>
                  <a:cubicBezTo>
                    <a:pt x="33323" y="8776"/>
                    <a:pt x="31849" y="8330"/>
                    <a:pt x="31849" y="8330"/>
                  </a:cubicBezTo>
                  <a:cubicBezTo>
                    <a:pt x="31849" y="8330"/>
                    <a:pt x="31649" y="6722"/>
                    <a:pt x="30376" y="4802"/>
                  </a:cubicBezTo>
                  <a:cubicBezTo>
                    <a:pt x="29435" y="3388"/>
                    <a:pt x="26275" y="1041"/>
                    <a:pt x="21767" y="267"/>
                  </a:cubicBezTo>
                  <a:cubicBezTo>
                    <a:pt x="20748" y="90"/>
                    <a:pt x="19718" y="1"/>
                    <a:pt x="18688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2" name="Google Shape;2065;p36"/>
            <p:cNvSpPr/>
            <p:nvPr/>
          </p:nvSpPr>
          <p:spPr>
            <a:xfrm>
              <a:off x="1502014" y="2949720"/>
              <a:ext cx="928129" cy="630080"/>
            </a:xfrm>
            <a:custGeom>
              <a:avLst/>
              <a:gdLst/>
              <a:ahLst/>
              <a:cxnLst/>
              <a:rect l="l" t="t" r="r" b="b"/>
              <a:pathLst>
                <a:path w="33183" h="22527" extrusionOk="0">
                  <a:moveTo>
                    <a:pt x="18312" y="581"/>
                  </a:moveTo>
                  <a:cubicBezTo>
                    <a:pt x="19325" y="581"/>
                    <a:pt x="20339" y="668"/>
                    <a:pt x="21339" y="841"/>
                  </a:cubicBezTo>
                  <a:cubicBezTo>
                    <a:pt x="25861" y="1621"/>
                    <a:pt x="28901" y="3955"/>
                    <a:pt x="29762" y="5249"/>
                  </a:cubicBezTo>
                  <a:cubicBezTo>
                    <a:pt x="30975" y="7083"/>
                    <a:pt x="31182" y="8643"/>
                    <a:pt x="31182" y="8650"/>
                  </a:cubicBezTo>
                  <a:cubicBezTo>
                    <a:pt x="31202" y="8763"/>
                    <a:pt x="31275" y="8857"/>
                    <a:pt x="31382" y="8890"/>
                  </a:cubicBezTo>
                  <a:cubicBezTo>
                    <a:pt x="31435" y="8910"/>
                    <a:pt x="32609" y="9323"/>
                    <a:pt x="32216" y="11577"/>
                  </a:cubicBezTo>
                  <a:cubicBezTo>
                    <a:pt x="32029" y="12684"/>
                    <a:pt x="30635" y="14051"/>
                    <a:pt x="29028" y="15645"/>
                  </a:cubicBezTo>
                  <a:cubicBezTo>
                    <a:pt x="27208" y="17426"/>
                    <a:pt x="25160" y="19433"/>
                    <a:pt x="24093" y="21767"/>
                  </a:cubicBezTo>
                  <a:cubicBezTo>
                    <a:pt x="23533" y="21327"/>
                    <a:pt x="22946" y="20926"/>
                    <a:pt x="22333" y="20566"/>
                  </a:cubicBezTo>
                  <a:cubicBezTo>
                    <a:pt x="20626" y="19546"/>
                    <a:pt x="17905" y="18292"/>
                    <a:pt x="14631" y="18119"/>
                  </a:cubicBezTo>
                  <a:lnTo>
                    <a:pt x="13637" y="18066"/>
                  </a:lnTo>
                  <a:cubicBezTo>
                    <a:pt x="8409" y="17799"/>
                    <a:pt x="2488" y="17499"/>
                    <a:pt x="1267" y="14798"/>
                  </a:cubicBezTo>
                  <a:cubicBezTo>
                    <a:pt x="634" y="13391"/>
                    <a:pt x="600" y="11831"/>
                    <a:pt x="1194" y="10524"/>
                  </a:cubicBezTo>
                  <a:cubicBezTo>
                    <a:pt x="1694" y="9397"/>
                    <a:pt x="2601" y="8556"/>
                    <a:pt x="3695" y="8216"/>
                  </a:cubicBezTo>
                  <a:cubicBezTo>
                    <a:pt x="3801" y="8183"/>
                    <a:pt x="3875" y="8090"/>
                    <a:pt x="3895" y="7983"/>
                  </a:cubicBezTo>
                  <a:cubicBezTo>
                    <a:pt x="3901" y="7943"/>
                    <a:pt x="4555" y="3775"/>
                    <a:pt x="9156" y="3142"/>
                  </a:cubicBezTo>
                  <a:cubicBezTo>
                    <a:pt x="9303" y="3115"/>
                    <a:pt x="9416" y="2982"/>
                    <a:pt x="9403" y="2828"/>
                  </a:cubicBezTo>
                  <a:cubicBezTo>
                    <a:pt x="9403" y="2815"/>
                    <a:pt x="9796" y="1448"/>
                    <a:pt x="16225" y="708"/>
                  </a:cubicBezTo>
                  <a:cubicBezTo>
                    <a:pt x="16918" y="621"/>
                    <a:pt x="17612" y="581"/>
                    <a:pt x="18312" y="581"/>
                  </a:cubicBezTo>
                  <a:close/>
                  <a:moveTo>
                    <a:pt x="18325" y="1"/>
                  </a:moveTo>
                  <a:cubicBezTo>
                    <a:pt x="17601" y="1"/>
                    <a:pt x="16877" y="43"/>
                    <a:pt x="16158" y="128"/>
                  </a:cubicBezTo>
                  <a:cubicBezTo>
                    <a:pt x="10296" y="808"/>
                    <a:pt x="9096" y="2015"/>
                    <a:pt x="8869" y="2595"/>
                  </a:cubicBezTo>
                  <a:cubicBezTo>
                    <a:pt x="4588" y="3288"/>
                    <a:pt x="3541" y="6863"/>
                    <a:pt x="3354" y="7716"/>
                  </a:cubicBezTo>
                  <a:cubicBezTo>
                    <a:pt x="2174" y="8143"/>
                    <a:pt x="1201" y="9063"/>
                    <a:pt x="660" y="10284"/>
                  </a:cubicBezTo>
                  <a:cubicBezTo>
                    <a:pt x="0" y="11744"/>
                    <a:pt x="34" y="13478"/>
                    <a:pt x="734" y="15032"/>
                  </a:cubicBezTo>
                  <a:cubicBezTo>
                    <a:pt x="2101" y="18066"/>
                    <a:pt x="8222" y="18372"/>
                    <a:pt x="13604" y="18646"/>
                  </a:cubicBezTo>
                  <a:lnTo>
                    <a:pt x="14604" y="18693"/>
                  </a:lnTo>
                  <a:cubicBezTo>
                    <a:pt x="17758" y="18859"/>
                    <a:pt x="20379" y="20080"/>
                    <a:pt x="22033" y="21066"/>
                  </a:cubicBezTo>
                  <a:cubicBezTo>
                    <a:pt x="22726" y="21473"/>
                    <a:pt x="23387" y="21940"/>
                    <a:pt x="24007" y="22460"/>
                  </a:cubicBezTo>
                  <a:cubicBezTo>
                    <a:pt x="24060" y="22500"/>
                    <a:pt x="24127" y="22527"/>
                    <a:pt x="24200" y="22527"/>
                  </a:cubicBezTo>
                  <a:lnTo>
                    <a:pt x="24267" y="22520"/>
                  </a:lnTo>
                  <a:cubicBezTo>
                    <a:pt x="24360" y="22500"/>
                    <a:pt x="24433" y="22440"/>
                    <a:pt x="24473" y="22353"/>
                  </a:cubicBezTo>
                  <a:cubicBezTo>
                    <a:pt x="25440" y="19980"/>
                    <a:pt x="27561" y="17892"/>
                    <a:pt x="29428" y="16052"/>
                  </a:cubicBezTo>
                  <a:cubicBezTo>
                    <a:pt x="31115" y="14391"/>
                    <a:pt x="32569" y="12964"/>
                    <a:pt x="32796" y="11677"/>
                  </a:cubicBezTo>
                  <a:cubicBezTo>
                    <a:pt x="33183" y="9410"/>
                    <a:pt x="32169" y="8630"/>
                    <a:pt x="31735" y="8416"/>
                  </a:cubicBezTo>
                  <a:cubicBezTo>
                    <a:pt x="31649" y="7943"/>
                    <a:pt x="31315" y="6543"/>
                    <a:pt x="30242" y="4922"/>
                  </a:cubicBezTo>
                  <a:cubicBezTo>
                    <a:pt x="29695" y="4095"/>
                    <a:pt x="28541" y="3128"/>
                    <a:pt x="27174" y="2328"/>
                  </a:cubicBezTo>
                  <a:cubicBezTo>
                    <a:pt x="25400" y="1308"/>
                    <a:pt x="23460" y="608"/>
                    <a:pt x="21439" y="261"/>
                  </a:cubicBezTo>
                  <a:cubicBezTo>
                    <a:pt x="20409" y="88"/>
                    <a:pt x="19367" y="1"/>
                    <a:pt x="1832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3" name="Google Shape;2066;p36"/>
            <p:cNvSpPr/>
            <p:nvPr/>
          </p:nvSpPr>
          <p:spPr>
            <a:xfrm>
              <a:off x="1491554" y="2957747"/>
              <a:ext cx="630835" cy="574308"/>
            </a:xfrm>
            <a:custGeom>
              <a:avLst/>
              <a:gdLst/>
              <a:ahLst/>
              <a:cxnLst/>
              <a:rect l="l" t="t" r="r" b="b"/>
              <a:pathLst>
                <a:path w="22554" h="20533" extrusionOk="0">
                  <a:moveTo>
                    <a:pt x="18686" y="1"/>
                  </a:moveTo>
                  <a:cubicBezTo>
                    <a:pt x="17976" y="1"/>
                    <a:pt x="17266" y="43"/>
                    <a:pt x="16559" y="127"/>
                  </a:cubicBezTo>
                  <a:cubicBezTo>
                    <a:pt x="9337" y="968"/>
                    <a:pt x="9483" y="2568"/>
                    <a:pt x="9483" y="2568"/>
                  </a:cubicBezTo>
                  <a:cubicBezTo>
                    <a:pt x="4615" y="3235"/>
                    <a:pt x="3975" y="7656"/>
                    <a:pt x="3975" y="7656"/>
                  </a:cubicBezTo>
                  <a:cubicBezTo>
                    <a:pt x="1475" y="8436"/>
                    <a:pt x="1" y="11577"/>
                    <a:pt x="1375" y="14631"/>
                  </a:cubicBezTo>
                  <a:cubicBezTo>
                    <a:pt x="2748" y="17679"/>
                    <a:pt x="9383" y="17825"/>
                    <a:pt x="14985" y="18125"/>
                  </a:cubicBezTo>
                  <a:cubicBezTo>
                    <a:pt x="18186" y="18292"/>
                    <a:pt x="20853" y="19506"/>
                    <a:pt x="22554" y="20533"/>
                  </a:cubicBezTo>
                  <a:cubicBezTo>
                    <a:pt x="22107" y="20186"/>
                    <a:pt x="21633" y="19879"/>
                    <a:pt x="21140" y="19606"/>
                  </a:cubicBezTo>
                  <a:cubicBezTo>
                    <a:pt x="17659" y="17625"/>
                    <a:pt x="13931" y="16138"/>
                    <a:pt x="10044" y="15191"/>
                  </a:cubicBezTo>
                  <a:cubicBezTo>
                    <a:pt x="8543" y="14825"/>
                    <a:pt x="6936" y="14491"/>
                    <a:pt x="5816" y="13431"/>
                  </a:cubicBezTo>
                  <a:cubicBezTo>
                    <a:pt x="4702" y="12371"/>
                    <a:pt x="4389" y="10277"/>
                    <a:pt x="5649" y="9376"/>
                  </a:cubicBezTo>
                  <a:cubicBezTo>
                    <a:pt x="6176" y="6142"/>
                    <a:pt x="8483" y="2895"/>
                    <a:pt x="11484" y="1488"/>
                  </a:cubicBezTo>
                  <a:cubicBezTo>
                    <a:pt x="12245" y="1131"/>
                    <a:pt x="12925" y="1003"/>
                    <a:pt x="13570" y="1003"/>
                  </a:cubicBezTo>
                  <a:cubicBezTo>
                    <a:pt x="15096" y="1003"/>
                    <a:pt x="16428" y="1720"/>
                    <a:pt x="18186" y="1828"/>
                  </a:cubicBezTo>
                  <a:cubicBezTo>
                    <a:pt x="18266" y="1832"/>
                    <a:pt x="18347" y="1835"/>
                    <a:pt x="18426" y="1835"/>
                  </a:cubicBezTo>
                  <a:cubicBezTo>
                    <a:pt x="19758" y="1835"/>
                    <a:pt x="20910" y="1211"/>
                    <a:pt x="21760" y="267"/>
                  </a:cubicBezTo>
                  <a:cubicBezTo>
                    <a:pt x="20745" y="90"/>
                    <a:pt x="19716" y="1"/>
                    <a:pt x="18686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4" name="Google Shape;2067;p36"/>
            <p:cNvSpPr/>
            <p:nvPr/>
          </p:nvSpPr>
          <p:spPr>
            <a:xfrm>
              <a:off x="1639851" y="3078605"/>
              <a:ext cx="53926" cy="114369"/>
            </a:xfrm>
            <a:custGeom>
              <a:avLst/>
              <a:gdLst/>
              <a:ahLst/>
              <a:cxnLst/>
              <a:rect l="l" t="t" r="r" b="b"/>
              <a:pathLst>
                <a:path w="1928" h="4089" extrusionOk="0">
                  <a:moveTo>
                    <a:pt x="1927" y="1"/>
                  </a:moveTo>
                  <a:lnTo>
                    <a:pt x="1927" y="1"/>
                  </a:lnTo>
                  <a:cubicBezTo>
                    <a:pt x="1201" y="334"/>
                    <a:pt x="634" y="988"/>
                    <a:pt x="340" y="1741"/>
                  </a:cubicBezTo>
                  <a:cubicBezTo>
                    <a:pt x="47" y="2488"/>
                    <a:pt x="0" y="3355"/>
                    <a:pt x="307" y="4089"/>
                  </a:cubicBezTo>
                  <a:cubicBezTo>
                    <a:pt x="227" y="3328"/>
                    <a:pt x="334" y="2561"/>
                    <a:pt x="614" y="1848"/>
                  </a:cubicBezTo>
                  <a:cubicBezTo>
                    <a:pt x="900" y="1134"/>
                    <a:pt x="1347" y="501"/>
                    <a:pt x="192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5" name="Google Shape;2068;p36"/>
            <p:cNvSpPr/>
            <p:nvPr/>
          </p:nvSpPr>
          <p:spPr>
            <a:xfrm>
              <a:off x="1546039" y="3223154"/>
              <a:ext cx="97755" cy="174980"/>
            </a:xfrm>
            <a:custGeom>
              <a:avLst/>
              <a:gdLst/>
              <a:ahLst/>
              <a:cxnLst/>
              <a:rect l="l" t="t" r="r" b="b"/>
              <a:pathLst>
                <a:path w="3495" h="6256" extrusionOk="0">
                  <a:moveTo>
                    <a:pt x="1614" y="1"/>
                  </a:moveTo>
                  <a:lnTo>
                    <a:pt x="1614" y="1"/>
                  </a:lnTo>
                  <a:cubicBezTo>
                    <a:pt x="1434" y="34"/>
                    <a:pt x="1274" y="114"/>
                    <a:pt x="1147" y="234"/>
                  </a:cubicBezTo>
                  <a:lnTo>
                    <a:pt x="940" y="408"/>
                  </a:lnTo>
                  <a:lnTo>
                    <a:pt x="760" y="601"/>
                  </a:lnTo>
                  <a:cubicBezTo>
                    <a:pt x="527" y="874"/>
                    <a:pt x="347" y="1188"/>
                    <a:pt x="233" y="1528"/>
                  </a:cubicBezTo>
                  <a:cubicBezTo>
                    <a:pt x="0" y="2228"/>
                    <a:pt x="20" y="2982"/>
                    <a:pt x="287" y="3662"/>
                  </a:cubicBezTo>
                  <a:cubicBezTo>
                    <a:pt x="420" y="4002"/>
                    <a:pt x="620" y="4309"/>
                    <a:pt x="867" y="4575"/>
                  </a:cubicBezTo>
                  <a:cubicBezTo>
                    <a:pt x="1114" y="4829"/>
                    <a:pt x="1374" y="5069"/>
                    <a:pt x="1654" y="5282"/>
                  </a:cubicBezTo>
                  <a:cubicBezTo>
                    <a:pt x="2187" y="5709"/>
                    <a:pt x="2787" y="6176"/>
                    <a:pt x="3494" y="6256"/>
                  </a:cubicBezTo>
                  <a:cubicBezTo>
                    <a:pt x="2821" y="6056"/>
                    <a:pt x="2307" y="5562"/>
                    <a:pt x="1801" y="5109"/>
                  </a:cubicBezTo>
                  <a:cubicBezTo>
                    <a:pt x="1294" y="4649"/>
                    <a:pt x="787" y="4175"/>
                    <a:pt x="554" y="3555"/>
                  </a:cubicBezTo>
                  <a:cubicBezTo>
                    <a:pt x="307" y="2935"/>
                    <a:pt x="273" y="2241"/>
                    <a:pt x="453" y="1595"/>
                  </a:cubicBezTo>
                  <a:cubicBezTo>
                    <a:pt x="540" y="1274"/>
                    <a:pt x="680" y="961"/>
                    <a:pt x="867" y="681"/>
                  </a:cubicBezTo>
                  <a:lnTo>
                    <a:pt x="1020" y="481"/>
                  </a:lnTo>
                  <a:lnTo>
                    <a:pt x="1194" y="288"/>
                  </a:lnTo>
                  <a:cubicBezTo>
                    <a:pt x="1307" y="154"/>
                    <a:pt x="1447" y="54"/>
                    <a:pt x="161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6" name="Google Shape;2069;p36"/>
            <p:cNvSpPr/>
            <p:nvPr/>
          </p:nvSpPr>
          <p:spPr>
            <a:xfrm>
              <a:off x="1699902" y="3400736"/>
              <a:ext cx="183371" cy="19775"/>
            </a:xfrm>
            <a:custGeom>
              <a:avLst/>
              <a:gdLst/>
              <a:ahLst/>
              <a:cxnLst/>
              <a:rect l="l" t="t" r="r" b="b"/>
              <a:pathLst>
                <a:path w="6556" h="707" extrusionOk="0">
                  <a:moveTo>
                    <a:pt x="0" y="0"/>
                  </a:moveTo>
                  <a:cubicBezTo>
                    <a:pt x="454" y="347"/>
                    <a:pt x="994" y="567"/>
                    <a:pt x="1561" y="640"/>
                  </a:cubicBezTo>
                  <a:cubicBezTo>
                    <a:pt x="1874" y="685"/>
                    <a:pt x="2190" y="707"/>
                    <a:pt x="2507" y="707"/>
                  </a:cubicBezTo>
                  <a:cubicBezTo>
                    <a:pt x="2756" y="707"/>
                    <a:pt x="3005" y="693"/>
                    <a:pt x="3255" y="667"/>
                  </a:cubicBezTo>
                  <a:cubicBezTo>
                    <a:pt x="4093" y="591"/>
                    <a:pt x="4921" y="450"/>
                    <a:pt x="5754" y="450"/>
                  </a:cubicBezTo>
                  <a:cubicBezTo>
                    <a:pt x="6020" y="450"/>
                    <a:pt x="6287" y="465"/>
                    <a:pt x="6556" y="500"/>
                  </a:cubicBezTo>
                  <a:cubicBezTo>
                    <a:pt x="6070" y="344"/>
                    <a:pt x="5567" y="264"/>
                    <a:pt x="5064" y="264"/>
                  </a:cubicBezTo>
                  <a:cubicBezTo>
                    <a:pt x="5008" y="264"/>
                    <a:pt x="4951" y="265"/>
                    <a:pt x="4895" y="267"/>
                  </a:cubicBezTo>
                  <a:cubicBezTo>
                    <a:pt x="4328" y="274"/>
                    <a:pt x="3768" y="334"/>
                    <a:pt x="3221" y="387"/>
                  </a:cubicBezTo>
                  <a:cubicBezTo>
                    <a:pt x="2867" y="415"/>
                    <a:pt x="2508" y="438"/>
                    <a:pt x="2151" y="438"/>
                  </a:cubicBezTo>
                  <a:cubicBezTo>
                    <a:pt x="1414" y="438"/>
                    <a:pt x="683" y="342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7" name="Google Shape;2070;p36"/>
            <p:cNvSpPr/>
            <p:nvPr/>
          </p:nvSpPr>
          <p:spPr>
            <a:xfrm>
              <a:off x="1589113" y="3264186"/>
              <a:ext cx="37899" cy="100384"/>
            </a:xfrm>
            <a:custGeom>
              <a:avLst/>
              <a:gdLst/>
              <a:ahLst/>
              <a:cxnLst/>
              <a:rect l="l" t="t" r="r" b="b"/>
              <a:pathLst>
                <a:path w="1355" h="3589" extrusionOk="0">
                  <a:moveTo>
                    <a:pt x="454" y="1"/>
                  </a:moveTo>
                  <a:cubicBezTo>
                    <a:pt x="301" y="81"/>
                    <a:pt x="174" y="214"/>
                    <a:pt x="107" y="381"/>
                  </a:cubicBezTo>
                  <a:cubicBezTo>
                    <a:pt x="34" y="541"/>
                    <a:pt x="0" y="721"/>
                    <a:pt x="7" y="901"/>
                  </a:cubicBezTo>
                  <a:cubicBezTo>
                    <a:pt x="7" y="1248"/>
                    <a:pt x="87" y="1595"/>
                    <a:pt x="227" y="1915"/>
                  </a:cubicBezTo>
                  <a:cubicBezTo>
                    <a:pt x="481" y="2548"/>
                    <a:pt x="861" y="3122"/>
                    <a:pt x="1354" y="3588"/>
                  </a:cubicBezTo>
                  <a:cubicBezTo>
                    <a:pt x="1034" y="3015"/>
                    <a:pt x="747" y="2415"/>
                    <a:pt x="494" y="1808"/>
                  </a:cubicBezTo>
                  <a:cubicBezTo>
                    <a:pt x="367" y="1515"/>
                    <a:pt x="281" y="1208"/>
                    <a:pt x="227" y="888"/>
                  </a:cubicBezTo>
                  <a:cubicBezTo>
                    <a:pt x="194" y="581"/>
                    <a:pt x="220" y="248"/>
                    <a:pt x="45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8" name="Google Shape;2071;p36"/>
            <p:cNvSpPr/>
            <p:nvPr/>
          </p:nvSpPr>
          <p:spPr>
            <a:xfrm>
              <a:off x="1626789" y="3269976"/>
              <a:ext cx="39578" cy="70345"/>
            </a:xfrm>
            <a:custGeom>
              <a:avLst/>
              <a:gdLst/>
              <a:ahLst/>
              <a:cxnLst/>
              <a:rect l="l" t="t" r="r" b="b"/>
              <a:pathLst>
                <a:path w="1415" h="2515" extrusionOk="0">
                  <a:moveTo>
                    <a:pt x="267" y="1"/>
                  </a:moveTo>
                  <a:lnTo>
                    <a:pt x="267" y="1"/>
                  </a:lnTo>
                  <a:cubicBezTo>
                    <a:pt x="0" y="447"/>
                    <a:pt x="14" y="1048"/>
                    <a:pt x="241" y="1534"/>
                  </a:cubicBezTo>
                  <a:cubicBezTo>
                    <a:pt x="467" y="2014"/>
                    <a:pt x="901" y="2428"/>
                    <a:pt x="1414" y="2515"/>
                  </a:cubicBezTo>
                  <a:cubicBezTo>
                    <a:pt x="614" y="1941"/>
                    <a:pt x="181" y="981"/>
                    <a:pt x="26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9" name="Google Shape;2072;p36"/>
            <p:cNvSpPr/>
            <p:nvPr/>
          </p:nvSpPr>
          <p:spPr>
            <a:xfrm>
              <a:off x="1939577" y="3430384"/>
              <a:ext cx="213411" cy="96077"/>
            </a:xfrm>
            <a:custGeom>
              <a:avLst/>
              <a:gdLst/>
              <a:ahLst/>
              <a:cxnLst/>
              <a:rect l="l" t="t" r="r" b="b"/>
              <a:pathLst>
                <a:path w="7630" h="3435" extrusionOk="0">
                  <a:moveTo>
                    <a:pt x="573" y="1"/>
                  </a:moveTo>
                  <a:cubicBezTo>
                    <a:pt x="380" y="1"/>
                    <a:pt x="188" y="19"/>
                    <a:pt x="0" y="60"/>
                  </a:cubicBezTo>
                  <a:cubicBezTo>
                    <a:pt x="50" y="58"/>
                    <a:pt x="100" y="57"/>
                    <a:pt x="149" y="57"/>
                  </a:cubicBezTo>
                  <a:cubicBezTo>
                    <a:pt x="814" y="57"/>
                    <a:pt x="1438" y="261"/>
                    <a:pt x="2028" y="541"/>
                  </a:cubicBezTo>
                  <a:cubicBezTo>
                    <a:pt x="2661" y="841"/>
                    <a:pt x="3268" y="1207"/>
                    <a:pt x="3908" y="1534"/>
                  </a:cubicBezTo>
                  <a:cubicBezTo>
                    <a:pt x="4555" y="1854"/>
                    <a:pt x="5222" y="2121"/>
                    <a:pt x="5902" y="2341"/>
                  </a:cubicBezTo>
                  <a:cubicBezTo>
                    <a:pt x="6235" y="2448"/>
                    <a:pt x="6562" y="2574"/>
                    <a:pt x="6876" y="2734"/>
                  </a:cubicBezTo>
                  <a:cubicBezTo>
                    <a:pt x="7196" y="2888"/>
                    <a:pt x="7456" y="3128"/>
                    <a:pt x="7629" y="3435"/>
                  </a:cubicBezTo>
                  <a:cubicBezTo>
                    <a:pt x="7522" y="3095"/>
                    <a:pt x="7256" y="2808"/>
                    <a:pt x="6956" y="2608"/>
                  </a:cubicBezTo>
                  <a:cubicBezTo>
                    <a:pt x="6642" y="2421"/>
                    <a:pt x="6315" y="2261"/>
                    <a:pt x="5975" y="2134"/>
                  </a:cubicBezTo>
                  <a:cubicBezTo>
                    <a:pt x="5322" y="1868"/>
                    <a:pt x="4682" y="1574"/>
                    <a:pt x="4048" y="1267"/>
                  </a:cubicBezTo>
                  <a:cubicBezTo>
                    <a:pt x="3415" y="961"/>
                    <a:pt x="2788" y="601"/>
                    <a:pt x="2121" y="334"/>
                  </a:cubicBezTo>
                  <a:cubicBezTo>
                    <a:pt x="1633" y="139"/>
                    <a:pt x="1099" y="1"/>
                    <a:pt x="57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0" name="Google Shape;2073;p36"/>
            <p:cNvSpPr/>
            <p:nvPr/>
          </p:nvSpPr>
          <p:spPr>
            <a:xfrm>
              <a:off x="2195111" y="3368095"/>
              <a:ext cx="123683" cy="126676"/>
            </a:xfrm>
            <a:custGeom>
              <a:avLst/>
              <a:gdLst/>
              <a:ahLst/>
              <a:cxnLst/>
              <a:rect l="l" t="t" r="r" b="b"/>
              <a:pathLst>
                <a:path w="4422" h="4529" extrusionOk="0">
                  <a:moveTo>
                    <a:pt x="4421" y="0"/>
                  </a:moveTo>
                  <a:lnTo>
                    <a:pt x="4421" y="0"/>
                  </a:lnTo>
                  <a:cubicBezTo>
                    <a:pt x="3495" y="540"/>
                    <a:pt x="2661" y="1227"/>
                    <a:pt x="1887" y="1961"/>
                  </a:cubicBezTo>
                  <a:cubicBezTo>
                    <a:pt x="1501" y="2334"/>
                    <a:pt x="1134" y="2734"/>
                    <a:pt x="794" y="3134"/>
                  </a:cubicBezTo>
                  <a:cubicBezTo>
                    <a:pt x="454" y="3534"/>
                    <a:pt x="94" y="3988"/>
                    <a:pt x="0" y="4528"/>
                  </a:cubicBezTo>
                  <a:cubicBezTo>
                    <a:pt x="214" y="4028"/>
                    <a:pt x="587" y="3661"/>
                    <a:pt x="961" y="3281"/>
                  </a:cubicBezTo>
                  <a:cubicBezTo>
                    <a:pt x="1334" y="2908"/>
                    <a:pt x="1714" y="2534"/>
                    <a:pt x="2094" y="2167"/>
                  </a:cubicBezTo>
                  <a:cubicBezTo>
                    <a:pt x="2854" y="1434"/>
                    <a:pt x="3635" y="734"/>
                    <a:pt x="442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1" name="Google Shape;2074;p36"/>
            <p:cNvSpPr/>
            <p:nvPr/>
          </p:nvSpPr>
          <p:spPr>
            <a:xfrm>
              <a:off x="2328276" y="3253390"/>
              <a:ext cx="42738" cy="81141"/>
            </a:xfrm>
            <a:custGeom>
              <a:avLst/>
              <a:gdLst/>
              <a:ahLst/>
              <a:cxnLst/>
              <a:rect l="l" t="t" r="r" b="b"/>
              <a:pathLst>
                <a:path w="1528" h="2901" extrusionOk="0">
                  <a:moveTo>
                    <a:pt x="1301" y="0"/>
                  </a:moveTo>
                  <a:lnTo>
                    <a:pt x="1301" y="0"/>
                  </a:lnTo>
                  <a:cubicBezTo>
                    <a:pt x="1288" y="534"/>
                    <a:pt x="1147" y="1060"/>
                    <a:pt x="894" y="1534"/>
                  </a:cubicBezTo>
                  <a:cubicBezTo>
                    <a:pt x="654" y="2007"/>
                    <a:pt x="307" y="2427"/>
                    <a:pt x="1" y="2901"/>
                  </a:cubicBezTo>
                  <a:cubicBezTo>
                    <a:pt x="481" y="2587"/>
                    <a:pt x="874" y="2167"/>
                    <a:pt x="1154" y="1667"/>
                  </a:cubicBezTo>
                  <a:cubicBezTo>
                    <a:pt x="1408" y="1167"/>
                    <a:pt x="1528" y="534"/>
                    <a:pt x="13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2" name="Google Shape;2075;p36"/>
            <p:cNvSpPr/>
            <p:nvPr/>
          </p:nvSpPr>
          <p:spPr>
            <a:xfrm>
              <a:off x="1970736" y="3462829"/>
              <a:ext cx="136745" cy="595202"/>
            </a:xfrm>
            <a:custGeom>
              <a:avLst/>
              <a:gdLst/>
              <a:ahLst/>
              <a:cxnLst/>
              <a:rect l="l" t="t" r="r" b="b"/>
              <a:pathLst>
                <a:path w="4889" h="21280" extrusionOk="0">
                  <a:moveTo>
                    <a:pt x="3743" y="1"/>
                  </a:moveTo>
                  <a:cubicBezTo>
                    <a:pt x="3672" y="1"/>
                    <a:pt x="3600" y="18"/>
                    <a:pt x="3534" y="54"/>
                  </a:cubicBezTo>
                  <a:cubicBezTo>
                    <a:pt x="3328" y="174"/>
                    <a:pt x="3254" y="441"/>
                    <a:pt x="3368" y="648"/>
                  </a:cubicBezTo>
                  <a:cubicBezTo>
                    <a:pt x="3374" y="654"/>
                    <a:pt x="3808" y="1621"/>
                    <a:pt x="2087" y="3608"/>
                  </a:cubicBezTo>
                  <a:cubicBezTo>
                    <a:pt x="240" y="5742"/>
                    <a:pt x="0" y="8976"/>
                    <a:pt x="1334" y="13498"/>
                  </a:cubicBezTo>
                  <a:cubicBezTo>
                    <a:pt x="2374" y="17025"/>
                    <a:pt x="1400" y="20693"/>
                    <a:pt x="1387" y="20726"/>
                  </a:cubicBezTo>
                  <a:cubicBezTo>
                    <a:pt x="1327" y="20960"/>
                    <a:pt x="1467" y="21200"/>
                    <a:pt x="1701" y="21260"/>
                  </a:cubicBezTo>
                  <a:cubicBezTo>
                    <a:pt x="1734" y="21273"/>
                    <a:pt x="1774" y="21280"/>
                    <a:pt x="1814" y="21280"/>
                  </a:cubicBezTo>
                  <a:cubicBezTo>
                    <a:pt x="2007" y="21280"/>
                    <a:pt x="2181" y="21153"/>
                    <a:pt x="2234" y="20960"/>
                  </a:cubicBezTo>
                  <a:cubicBezTo>
                    <a:pt x="2274" y="20800"/>
                    <a:pt x="3281" y="17019"/>
                    <a:pt x="2167" y="13251"/>
                  </a:cubicBezTo>
                  <a:cubicBezTo>
                    <a:pt x="920" y="9030"/>
                    <a:pt x="1114" y="6062"/>
                    <a:pt x="2747" y="4182"/>
                  </a:cubicBezTo>
                  <a:cubicBezTo>
                    <a:pt x="4888" y="1695"/>
                    <a:pt x="4215" y="361"/>
                    <a:pt x="4135" y="221"/>
                  </a:cubicBezTo>
                  <a:cubicBezTo>
                    <a:pt x="4048" y="80"/>
                    <a:pt x="3897" y="1"/>
                    <a:pt x="374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3" name="Google Shape;2076;p36"/>
            <p:cNvSpPr/>
            <p:nvPr/>
          </p:nvSpPr>
          <p:spPr>
            <a:xfrm>
              <a:off x="2199810" y="3449236"/>
              <a:ext cx="227536" cy="542590"/>
            </a:xfrm>
            <a:custGeom>
              <a:avLst/>
              <a:gdLst/>
              <a:ahLst/>
              <a:cxnLst/>
              <a:rect l="l" t="t" r="r" b="b"/>
              <a:pathLst>
                <a:path w="8135" h="19399" extrusionOk="0">
                  <a:moveTo>
                    <a:pt x="612" y="1"/>
                  </a:moveTo>
                  <a:cubicBezTo>
                    <a:pt x="295" y="1"/>
                    <a:pt x="1" y="375"/>
                    <a:pt x="259" y="707"/>
                  </a:cubicBezTo>
                  <a:cubicBezTo>
                    <a:pt x="286" y="740"/>
                    <a:pt x="919" y="1574"/>
                    <a:pt x="3420" y="5828"/>
                  </a:cubicBezTo>
                  <a:cubicBezTo>
                    <a:pt x="4780" y="8115"/>
                    <a:pt x="5220" y="10763"/>
                    <a:pt x="5647" y="13303"/>
                  </a:cubicBezTo>
                  <a:cubicBezTo>
                    <a:pt x="6014" y="15484"/>
                    <a:pt x="6361" y="17545"/>
                    <a:pt x="7261" y="19172"/>
                  </a:cubicBezTo>
                  <a:cubicBezTo>
                    <a:pt x="7334" y="19312"/>
                    <a:pt x="7488" y="19398"/>
                    <a:pt x="7648" y="19398"/>
                  </a:cubicBezTo>
                  <a:cubicBezTo>
                    <a:pt x="7714" y="19398"/>
                    <a:pt x="7788" y="19378"/>
                    <a:pt x="7854" y="19345"/>
                  </a:cubicBezTo>
                  <a:cubicBezTo>
                    <a:pt x="8061" y="19225"/>
                    <a:pt x="8134" y="18958"/>
                    <a:pt x="8021" y="18745"/>
                  </a:cubicBezTo>
                  <a:cubicBezTo>
                    <a:pt x="7194" y="17251"/>
                    <a:pt x="6861" y="15271"/>
                    <a:pt x="6501" y="13163"/>
                  </a:cubicBezTo>
                  <a:cubicBezTo>
                    <a:pt x="6087" y="10663"/>
                    <a:pt x="5614" y="7815"/>
                    <a:pt x="4180" y="5381"/>
                  </a:cubicBezTo>
                  <a:cubicBezTo>
                    <a:pt x="1619" y="1034"/>
                    <a:pt x="966" y="200"/>
                    <a:pt x="946" y="173"/>
                  </a:cubicBezTo>
                  <a:cubicBezTo>
                    <a:pt x="849" y="51"/>
                    <a:pt x="729" y="1"/>
                    <a:pt x="61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4" name="Google Shape;2077;p36"/>
            <p:cNvSpPr/>
            <p:nvPr/>
          </p:nvSpPr>
          <p:spPr>
            <a:xfrm>
              <a:off x="1703454" y="3029658"/>
              <a:ext cx="610865" cy="465281"/>
            </a:xfrm>
            <a:custGeom>
              <a:avLst/>
              <a:gdLst/>
              <a:ahLst/>
              <a:cxnLst/>
              <a:rect l="l" t="t" r="r" b="b"/>
              <a:pathLst>
                <a:path w="21840" h="16635" extrusionOk="0">
                  <a:moveTo>
                    <a:pt x="11930" y="1"/>
                  </a:moveTo>
                  <a:cubicBezTo>
                    <a:pt x="11615" y="1"/>
                    <a:pt x="11294" y="8"/>
                    <a:pt x="10970" y="24"/>
                  </a:cubicBezTo>
                  <a:cubicBezTo>
                    <a:pt x="9563" y="90"/>
                    <a:pt x="8396" y="197"/>
                    <a:pt x="7402" y="330"/>
                  </a:cubicBezTo>
                  <a:cubicBezTo>
                    <a:pt x="5408" y="604"/>
                    <a:pt x="4168" y="1024"/>
                    <a:pt x="3294" y="1571"/>
                  </a:cubicBezTo>
                  <a:cubicBezTo>
                    <a:pt x="1994" y="2398"/>
                    <a:pt x="2221" y="3698"/>
                    <a:pt x="2221" y="3698"/>
                  </a:cubicBezTo>
                  <a:cubicBezTo>
                    <a:pt x="660" y="3971"/>
                    <a:pt x="0" y="5658"/>
                    <a:pt x="800" y="6799"/>
                  </a:cubicBezTo>
                  <a:cubicBezTo>
                    <a:pt x="1601" y="7939"/>
                    <a:pt x="5842" y="8919"/>
                    <a:pt x="9309" y="10940"/>
                  </a:cubicBezTo>
                  <a:cubicBezTo>
                    <a:pt x="12777" y="12967"/>
                    <a:pt x="16198" y="16635"/>
                    <a:pt x="16198" y="16635"/>
                  </a:cubicBezTo>
                  <a:cubicBezTo>
                    <a:pt x="17392" y="13227"/>
                    <a:pt x="21839" y="8459"/>
                    <a:pt x="21533" y="5759"/>
                  </a:cubicBezTo>
                  <a:cubicBezTo>
                    <a:pt x="21493" y="5398"/>
                    <a:pt x="21419" y="5045"/>
                    <a:pt x="21306" y="4705"/>
                  </a:cubicBezTo>
                  <a:cubicBezTo>
                    <a:pt x="20811" y="3171"/>
                    <a:pt x="19800" y="3124"/>
                    <a:pt x="19678" y="3124"/>
                  </a:cubicBezTo>
                  <a:cubicBezTo>
                    <a:pt x="19670" y="3124"/>
                    <a:pt x="19665" y="3124"/>
                    <a:pt x="19665" y="3124"/>
                  </a:cubicBezTo>
                  <a:cubicBezTo>
                    <a:pt x="19952" y="1565"/>
                    <a:pt x="16478" y="1"/>
                    <a:pt x="11930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5" name="Google Shape;2078;p36"/>
            <p:cNvSpPr/>
            <p:nvPr/>
          </p:nvSpPr>
          <p:spPr>
            <a:xfrm>
              <a:off x="1704573" y="3021435"/>
              <a:ext cx="614585" cy="481727"/>
            </a:xfrm>
            <a:custGeom>
              <a:avLst/>
              <a:gdLst/>
              <a:ahLst/>
              <a:cxnLst/>
              <a:rect l="l" t="t" r="r" b="b"/>
              <a:pathLst>
                <a:path w="21973" h="17223" extrusionOk="0">
                  <a:moveTo>
                    <a:pt x="11897" y="584"/>
                  </a:moveTo>
                  <a:cubicBezTo>
                    <a:pt x="15431" y="584"/>
                    <a:pt x="18172" y="1551"/>
                    <a:pt x="19045" y="2552"/>
                  </a:cubicBezTo>
                  <a:cubicBezTo>
                    <a:pt x="19292" y="2832"/>
                    <a:pt x="19392" y="3098"/>
                    <a:pt x="19339" y="3358"/>
                  </a:cubicBezTo>
                  <a:cubicBezTo>
                    <a:pt x="19325" y="3445"/>
                    <a:pt x="19345" y="3532"/>
                    <a:pt x="19405" y="3599"/>
                  </a:cubicBezTo>
                  <a:cubicBezTo>
                    <a:pt x="19461" y="3660"/>
                    <a:pt x="19534" y="3699"/>
                    <a:pt x="19613" y="3699"/>
                  </a:cubicBezTo>
                  <a:cubicBezTo>
                    <a:pt x="19620" y="3699"/>
                    <a:pt x="19626" y="3699"/>
                    <a:pt x="19632" y="3699"/>
                  </a:cubicBezTo>
                  <a:cubicBezTo>
                    <a:pt x="19672" y="3699"/>
                    <a:pt x="20546" y="3712"/>
                    <a:pt x="20993" y="5092"/>
                  </a:cubicBezTo>
                  <a:cubicBezTo>
                    <a:pt x="21093" y="5412"/>
                    <a:pt x="21166" y="5746"/>
                    <a:pt x="21199" y="6086"/>
                  </a:cubicBezTo>
                  <a:cubicBezTo>
                    <a:pt x="21366" y="7580"/>
                    <a:pt x="19899" y="9887"/>
                    <a:pt x="18472" y="12127"/>
                  </a:cubicBezTo>
                  <a:cubicBezTo>
                    <a:pt x="17552" y="13581"/>
                    <a:pt x="16591" y="15068"/>
                    <a:pt x="16051" y="16402"/>
                  </a:cubicBezTo>
                  <a:cubicBezTo>
                    <a:pt x="15104" y="15448"/>
                    <a:pt x="12263" y="12648"/>
                    <a:pt x="9423" y="10987"/>
                  </a:cubicBezTo>
                  <a:cubicBezTo>
                    <a:pt x="7782" y="10034"/>
                    <a:pt x="6082" y="9353"/>
                    <a:pt x="4435" y="8693"/>
                  </a:cubicBezTo>
                  <a:cubicBezTo>
                    <a:pt x="2794" y="8033"/>
                    <a:pt x="1374" y="7460"/>
                    <a:pt x="994" y="6926"/>
                  </a:cubicBezTo>
                  <a:cubicBezTo>
                    <a:pt x="674" y="6473"/>
                    <a:pt x="614" y="5886"/>
                    <a:pt x="834" y="5379"/>
                  </a:cubicBezTo>
                  <a:cubicBezTo>
                    <a:pt x="1074" y="4792"/>
                    <a:pt x="1601" y="4372"/>
                    <a:pt x="2227" y="4272"/>
                  </a:cubicBezTo>
                  <a:cubicBezTo>
                    <a:pt x="2388" y="4252"/>
                    <a:pt x="2494" y="4099"/>
                    <a:pt x="2461" y="3939"/>
                  </a:cubicBezTo>
                  <a:cubicBezTo>
                    <a:pt x="2461" y="3925"/>
                    <a:pt x="2287" y="2825"/>
                    <a:pt x="3414" y="2118"/>
                  </a:cubicBezTo>
                  <a:cubicBezTo>
                    <a:pt x="4301" y="1545"/>
                    <a:pt x="5582" y="1165"/>
                    <a:pt x="7402" y="918"/>
                  </a:cubicBezTo>
                  <a:cubicBezTo>
                    <a:pt x="8402" y="771"/>
                    <a:pt x="9596" y="671"/>
                    <a:pt x="10936" y="604"/>
                  </a:cubicBezTo>
                  <a:lnTo>
                    <a:pt x="11897" y="584"/>
                  </a:lnTo>
                  <a:close/>
                  <a:moveTo>
                    <a:pt x="11881" y="0"/>
                  </a:moveTo>
                  <a:cubicBezTo>
                    <a:pt x="11561" y="0"/>
                    <a:pt x="11239" y="8"/>
                    <a:pt x="10916" y="24"/>
                  </a:cubicBezTo>
                  <a:cubicBezTo>
                    <a:pt x="9556" y="91"/>
                    <a:pt x="8342" y="191"/>
                    <a:pt x="7329" y="331"/>
                  </a:cubicBezTo>
                  <a:cubicBezTo>
                    <a:pt x="5415" y="598"/>
                    <a:pt x="4175" y="938"/>
                    <a:pt x="3094" y="1625"/>
                  </a:cubicBezTo>
                  <a:cubicBezTo>
                    <a:pt x="2007" y="2305"/>
                    <a:pt x="1867" y="3292"/>
                    <a:pt x="1867" y="3759"/>
                  </a:cubicBezTo>
                  <a:cubicBezTo>
                    <a:pt x="1161" y="3959"/>
                    <a:pt x="580" y="4472"/>
                    <a:pt x="294" y="5152"/>
                  </a:cubicBezTo>
                  <a:cubicBezTo>
                    <a:pt x="0" y="5846"/>
                    <a:pt x="87" y="6646"/>
                    <a:pt x="520" y="7266"/>
                  </a:cubicBezTo>
                  <a:cubicBezTo>
                    <a:pt x="1000" y="7940"/>
                    <a:pt x="2421" y="8506"/>
                    <a:pt x="4221" y="9233"/>
                  </a:cubicBezTo>
                  <a:cubicBezTo>
                    <a:pt x="5768" y="9854"/>
                    <a:pt x="7522" y="10554"/>
                    <a:pt x="9123" y="11487"/>
                  </a:cubicBezTo>
                  <a:cubicBezTo>
                    <a:pt x="12517" y="13461"/>
                    <a:pt x="15904" y="17095"/>
                    <a:pt x="15938" y="17129"/>
                  </a:cubicBezTo>
                  <a:cubicBezTo>
                    <a:pt x="15998" y="17189"/>
                    <a:pt x="16071" y="17222"/>
                    <a:pt x="16158" y="17222"/>
                  </a:cubicBezTo>
                  <a:lnTo>
                    <a:pt x="16211" y="17222"/>
                  </a:lnTo>
                  <a:cubicBezTo>
                    <a:pt x="16318" y="17195"/>
                    <a:pt x="16398" y="17129"/>
                    <a:pt x="16431" y="17029"/>
                  </a:cubicBezTo>
                  <a:cubicBezTo>
                    <a:pt x="16905" y="15662"/>
                    <a:pt x="17952" y="14021"/>
                    <a:pt x="18959" y="12434"/>
                  </a:cubicBezTo>
                  <a:cubicBezTo>
                    <a:pt x="20506" y="10007"/>
                    <a:pt x="21973" y="7706"/>
                    <a:pt x="21773" y="6019"/>
                  </a:cubicBezTo>
                  <a:cubicBezTo>
                    <a:pt x="21733" y="5639"/>
                    <a:pt x="21659" y="5272"/>
                    <a:pt x="21553" y="4906"/>
                  </a:cubicBezTo>
                  <a:cubicBezTo>
                    <a:pt x="21133" y="3619"/>
                    <a:pt x="20366" y="3258"/>
                    <a:pt x="19932" y="3158"/>
                  </a:cubicBezTo>
                  <a:cubicBezTo>
                    <a:pt x="19892" y="2792"/>
                    <a:pt x="19739" y="2445"/>
                    <a:pt x="19485" y="2171"/>
                  </a:cubicBezTo>
                  <a:cubicBezTo>
                    <a:pt x="18347" y="875"/>
                    <a:pt x="15240" y="0"/>
                    <a:pt x="1188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6" name="Google Shape;2079;p36"/>
            <p:cNvSpPr/>
            <p:nvPr/>
          </p:nvSpPr>
          <p:spPr>
            <a:xfrm>
              <a:off x="1703454" y="3038888"/>
              <a:ext cx="610865" cy="456051"/>
            </a:xfrm>
            <a:custGeom>
              <a:avLst/>
              <a:gdLst/>
              <a:ahLst/>
              <a:cxnLst/>
              <a:rect l="l" t="t" r="r" b="b"/>
              <a:pathLst>
                <a:path w="21840" h="16305" extrusionOk="0">
                  <a:moveTo>
                    <a:pt x="7402" y="0"/>
                  </a:moveTo>
                  <a:lnTo>
                    <a:pt x="7402" y="0"/>
                  </a:lnTo>
                  <a:cubicBezTo>
                    <a:pt x="5408" y="274"/>
                    <a:pt x="4168" y="694"/>
                    <a:pt x="3294" y="1241"/>
                  </a:cubicBezTo>
                  <a:cubicBezTo>
                    <a:pt x="1994" y="2068"/>
                    <a:pt x="2221" y="3368"/>
                    <a:pt x="2221" y="3368"/>
                  </a:cubicBezTo>
                  <a:cubicBezTo>
                    <a:pt x="660" y="3641"/>
                    <a:pt x="0" y="5328"/>
                    <a:pt x="800" y="6469"/>
                  </a:cubicBezTo>
                  <a:cubicBezTo>
                    <a:pt x="1601" y="7609"/>
                    <a:pt x="5842" y="8589"/>
                    <a:pt x="9309" y="10610"/>
                  </a:cubicBezTo>
                  <a:cubicBezTo>
                    <a:pt x="12777" y="12637"/>
                    <a:pt x="16198" y="16305"/>
                    <a:pt x="16198" y="16305"/>
                  </a:cubicBezTo>
                  <a:cubicBezTo>
                    <a:pt x="17392" y="12897"/>
                    <a:pt x="21839" y="8129"/>
                    <a:pt x="21533" y="5429"/>
                  </a:cubicBezTo>
                  <a:cubicBezTo>
                    <a:pt x="21493" y="5068"/>
                    <a:pt x="21419" y="4715"/>
                    <a:pt x="21306" y="4375"/>
                  </a:cubicBezTo>
                  <a:cubicBezTo>
                    <a:pt x="21139" y="4755"/>
                    <a:pt x="21013" y="5162"/>
                    <a:pt x="20879" y="5535"/>
                  </a:cubicBezTo>
                  <a:cubicBezTo>
                    <a:pt x="19932" y="8243"/>
                    <a:pt x="18265" y="10630"/>
                    <a:pt x="16611" y="12977"/>
                  </a:cubicBezTo>
                  <a:cubicBezTo>
                    <a:pt x="16338" y="13371"/>
                    <a:pt x="16071" y="13804"/>
                    <a:pt x="15491" y="13824"/>
                  </a:cubicBezTo>
                  <a:cubicBezTo>
                    <a:pt x="15485" y="13824"/>
                    <a:pt x="15478" y="13824"/>
                    <a:pt x="15472" y="13824"/>
                  </a:cubicBezTo>
                  <a:cubicBezTo>
                    <a:pt x="14896" y="13824"/>
                    <a:pt x="14527" y="13232"/>
                    <a:pt x="14231" y="12730"/>
                  </a:cubicBezTo>
                  <a:cubicBezTo>
                    <a:pt x="12297" y="9456"/>
                    <a:pt x="8743" y="7189"/>
                    <a:pt x="4955" y="6802"/>
                  </a:cubicBezTo>
                  <a:cubicBezTo>
                    <a:pt x="4228" y="6729"/>
                    <a:pt x="3408" y="6696"/>
                    <a:pt x="2874" y="6202"/>
                  </a:cubicBezTo>
                  <a:cubicBezTo>
                    <a:pt x="2341" y="5709"/>
                    <a:pt x="2428" y="4568"/>
                    <a:pt x="3154" y="4475"/>
                  </a:cubicBezTo>
                  <a:cubicBezTo>
                    <a:pt x="2874" y="3595"/>
                    <a:pt x="3234" y="2428"/>
                    <a:pt x="4001" y="1888"/>
                  </a:cubicBezTo>
                  <a:cubicBezTo>
                    <a:pt x="4621" y="1434"/>
                    <a:pt x="5368" y="1627"/>
                    <a:pt x="6002" y="1387"/>
                  </a:cubicBezTo>
                  <a:cubicBezTo>
                    <a:pt x="6635" y="1141"/>
                    <a:pt x="7095" y="634"/>
                    <a:pt x="7402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7" name="Google Shape;2080;p36"/>
            <p:cNvSpPr/>
            <p:nvPr/>
          </p:nvSpPr>
          <p:spPr>
            <a:xfrm>
              <a:off x="1740738" y="3163662"/>
              <a:ext cx="52276" cy="52723"/>
            </a:xfrm>
            <a:custGeom>
              <a:avLst/>
              <a:gdLst/>
              <a:ahLst/>
              <a:cxnLst/>
              <a:rect l="l" t="t" r="r" b="b"/>
              <a:pathLst>
                <a:path w="1869" h="1885" extrusionOk="0">
                  <a:moveTo>
                    <a:pt x="661" y="1"/>
                  </a:moveTo>
                  <a:lnTo>
                    <a:pt x="661" y="1"/>
                  </a:lnTo>
                  <a:cubicBezTo>
                    <a:pt x="388" y="14"/>
                    <a:pt x="154" y="267"/>
                    <a:pt x="74" y="567"/>
                  </a:cubicBezTo>
                  <a:cubicBezTo>
                    <a:pt x="1" y="867"/>
                    <a:pt x="128" y="1194"/>
                    <a:pt x="321" y="1408"/>
                  </a:cubicBezTo>
                  <a:cubicBezTo>
                    <a:pt x="508" y="1628"/>
                    <a:pt x="768" y="1774"/>
                    <a:pt x="1055" y="1834"/>
                  </a:cubicBezTo>
                  <a:cubicBezTo>
                    <a:pt x="1216" y="1867"/>
                    <a:pt x="1380" y="1884"/>
                    <a:pt x="1545" y="1884"/>
                  </a:cubicBezTo>
                  <a:cubicBezTo>
                    <a:pt x="1652" y="1884"/>
                    <a:pt x="1760" y="1877"/>
                    <a:pt x="1868" y="1861"/>
                  </a:cubicBezTo>
                  <a:cubicBezTo>
                    <a:pt x="1355" y="1708"/>
                    <a:pt x="841" y="1574"/>
                    <a:pt x="534" y="1214"/>
                  </a:cubicBezTo>
                  <a:cubicBezTo>
                    <a:pt x="381" y="1048"/>
                    <a:pt x="294" y="827"/>
                    <a:pt x="301" y="601"/>
                  </a:cubicBezTo>
                  <a:cubicBezTo>
                    <a:pt x="314" y="354"/>
                    <a:pt x="448" y="127"/>
                    <a:pt x="6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8" name="Google Shape;2081;p36"/>
            <p:cNvSpPr/>
            <p:nvPr/>
          </p:nvSpPr>
          <p:spPr>
            <a:xfrm>
              <a:off x="1830830" y="3248719"/>
              <a:ext cx="85840" cy="31550"/>
            </a:xfrm>
            <a:custGeom>
              <a:avLst/>
              <a:gdLst/>
              <a:ahLst/>
              <a:cxnLst/>
              <a:rect l="l" t="t" r="r" b="b"/>
              <a:pathLst>
                <a:path w="3069" h="1128" extrusionOk="0">
                  <a:moveTo>
                    <a:pt x="1" y="0"/>
                  </a:moveTo>
                  <a:cubicBezTo>
                    <a:pt x="888" y="674"/>
                    <a:pt x="1955" y="1067"/>
                    <a:pt x="3068" y="1127"/>
                  </a:cubicBezTo>
                  <a:cubicBezTo>
                    <a:pt x="2568" y="894"/>
                    <a:pt x="2055" y="701"/>
                    <a:pt x="1548" y="521"/>
                  </a:cubicBezTo>
                  <a:cubicBezTo>
                    <a:pt x="1041" y="334"/>
                    <a:pt x="541" y="140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9" name="Google Shape;2082;p36"/>
            <p:cNvSpPr/>
            <p:nvPr/>
          </p:nvSpPr>
          <p:spPr>
            <a:xfrm>
              <a:off x="1952247" y="3290870"/>
              <a:ext cx="190280" cy="131151"/>
            </a:xfrm>
            <a:custGeom>
              <a:avLst/>
              <a:gdLst/>
              <a:ahLst/>
              <a:cxnLst/>
              <a:rect l="l" t="t" r="r" b="b"/>
              <a:pathLst>
                <a:path w="6803" h="4689" extrusionOk="0">
                  <a:moveTo>
                    <a:pt x="1" y="0"/>
                  </a:moveTo>
                  <a:lnTo>
                    <a:pt x="1" y="0"/>
                  </a:lnTo>
                  <a:cubicBezTo>
                    <a:pt x="1221" y="647"/>
                    <a:pt x="2408" y="1361"/>
                    <a:pt x="3549" y="2134"/>
                  </a:cubicBezTo>
                  <a:cubicBezTo>
                    <a:pt x="4682" y="2921"/>
                    <a:pt x="5769" y="3775"/>
                    <a:pt x="6803" y="4688"/>
                  </a:cubicBezTo>
                  <a:cubicBezTo>
                    <a:pt x="5903" y="3615"/>
                    <a:pt x="4862" y="2674"/>
                    <a:pt x="3709" y="1894"/>
                  </a:cubicBezTo>
                  <a:cubicBezTo>
                    <a:pt x="2562" y="1101"/>
                    <a:pt x="1315" y="467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0" name="Google Shape;2083;p36"/>
            <p:cNvSpPr/>
            <p:nvPr/>
          </p:nvSpPr>
          <p:spPr>
            <a:xfrm>
              <a:off x="2161351" y="3355033"/>
              <a:ext cx="41060" cy="66233"/>
            </a:xfrm>
            <a:custGeom>
              <a:avLst/>
              <a:gdLst/>
              <a:ahLst/>
              <a:cxnLst/>
              <a:rect l="l" t="t" r="r" b="b"/>
              <a:pathLst>
                <a:path w="1468" h="2368" extrusionOk="0">
                  <a:moveTo>
                    <a:pt x="1467" y="0"/>
                  </a:moveTo>
                  <a:lnTo>
                    <a:pt x="1467" y="0"/>
                  </a:lnTo>
                  <a:cubicBezTo>
                    <a:pt x="1021" y="200"/>
                    <a:pt x="640" y="534"/>
                    <a:pt x="394" y="961"/>
                  </a:cubicBezTo>
                  <a:cubicBezTo>
                    <a:pt x="154" y="1387"/>
                    <a:pt x="0" y="1874"/>
                    <a:pt x="54" y="2368"/>
                  </a:cubicBezTo>
                  <a:cubicBezTo>
                    <a:pt x="214" y="1934"/>
                    <a:pt x="414" y="1514"/>
                    <a:pt x="640" y="1107"/>
                  </a:cubicBezTo>
                  <a:cubicBezTo>
                    <a:pt x="880" y="714"/>
                    <a:pt x="1161" y="347"/>
                    <a:pt x="14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1" name="Google Shape;2084;p36"/>
            <p:cNvSpPr/>
            <p:nvPr/>
          </p:nvSpPr>
          <p:spPr>
            <a:xfrm>
              <a:off x="1779169" y="2975060"/>
              <a:ext cx="485335" cy="283756"/>
            </a:xfrm>
            <a:custGeom>
              <a:avLst/>
              <a:gdLst/>
              <a:ahLst/>
              <a:cxnLst/>
              <a:rect l="l" t="t" r="r" b="b"/>
              <a:pathLst>
                <a:path w="17352" h="10145" extrusionOk="0">
                  <a:moveTo>
                    <a:pt x="7228" y="0"/>
                  </a:moveTo>
                  <a:cubicBezTo>
                    <a:pt x="6864" y="0"/>
                    <a:pt x="6496" y="5"/>
                    <a:pt x="6129" y="22"/>
                  </a:cubicBezTo>
                  <a:cubicBezTo>
                    <a:pt x="4955" y="75"/>
                    <a:pt x="3768" y="215"/>
                    <a:pt x="2708" y="589"/>
                  </a:cubicBezTo>
                  <a:cubicBezTo>
                    <a:pt x="981" y="1215"/>
                    <a:pt x="1688" y="2983"/>
                    <a:pt x="1861" y="3776"/>
                  </a:cubicBezTo>
                  <a:cubicBezTo>
                    <a:pt x="2034" y="4570"/>
                    <a:pt x="1" y="5817"/>
                    <a:pt x="754" y="7711"/>
                  </a:cubicBezTo>
                  <a:cubicBezTo>
                    <a:pt x="1399" y="9345"/>
                    <a:pt x="5241" y="10145"/>
                    <a:pt x="9115" y="10145"/>
                  </a:cubicBezTo>
                  <a:cubicBezTo>
                    <a:pt x="9730" y="10145"/>
                    <a:pt x="10346" y="10125"/>
                    <a:pt x="10950" y="10084"/>
                  </a:cubicBezTo>
                  <a:cubicBezTo>
                    <a:pt x="14564" y="9844"/>
                    <a:pt x="16572" y="8457"/>
                    <a:pt x="17139" y="7257"/>
                  </a:cubicBezTo>
                  <a:cubicBezTo>
                    <a:pt x="17299" y="6904"/>
                    <a:pt x="17352" y="6557"/>
                    <a:pt x="17265" y="6263"/>
                  </a:cubicBezTo>
                  <a:cubicBezTo>
                    <a:pt x="16905" y="4983"/>
                    <a:pt x="15858" y="4616"/>
                    <a:pt x="16072" y="3329"/>
                  </a:cubicBezTo>
                  <a:cubicBezTo>
                    <a:pt x="16292" y="2049"/>
                    <a:pt x="14438" y="95"/>
                    <a:pt x="8303" y="8"/>
                  </a:cubicBezTo>
                  <a:cubicBezTo>
                    <a:pt x="7953" y="5"/>
                    <a:pt x="7593" y="0"/>
                    <a:pt x="7228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2" name="Google Shape;2085;p36"/>
            <p:cNvSpPr/>
            <p:nvPr/>
          </p:nvSpPr>
          <p:spPr>
            <a:xfrm>
              <a:off x="1778050" y="2967033"/>
              <a:ext cx="494482" cy="299978"/>
            </a:xfrm>
            <a:custGeom>
              <a:avLst/>
              <a:gdLst/>
              <a:ahLst/>
              <a:cxnLst/>
              <a:rect l="l" t="t" r="r" b="b"/>
              <a:pathLst>
                <a:path w="17679" h="10725" extrusionOk="0">
                  <a:moveTo>
                    <a:pt x="7323" y="576"/>
                  </a:moveTo>
                  <a:lnTo>
                    <a:pt x="8336" y="582"/>
                  </a:lnTo>
                  <a:cubicBezTo>
                    <a:pt x="13371" y="662"/>
                    <a:pt x="15005" y="1989"/>
                    <a:pt x="15478" y="2549"/>
                  </a:cubicBezTo>
                  <a:cubicBezTo>
                    <a:pt x="15765" y="2896"/>
                    <a:pt x="15878" y="3243"/>
                    <a:pt x="15825" y="3570"/>
                  </a:cubicBezTo>
                  <a:cubicBezTo>
                    <a:pt x="15671" y="4437"/>
                    <a:pt x="16045" y="4963"/>
                    <a:pt x="16405" y="5470"/>
                  </a:cubicBezTo>
                  <a:cubicBezTo>
                    <a:pt x="16645" y="5810"/>
                    <a:pt x="16892" y="6157"/>
                    <a:pt x="17025" y="6637"/>
                  </a:cubicBezTo>
                  <a:cubicBezTo>
                    <a:pt x="17092" y="6857"/>
                    <a:pt x="17045" y="7131"/>
                    <a:pt x="16912" y="7417"/>
                  </a:cubicBezTo>
                  <a:cubicBezTo>
                    <a:pt x="16412" y="8498"/>
                    <a:pt x="14544" y="9845"/>
                    <a:pt x="10970" y="10078"/>
                  </a:cubicBezTo>
                  <a:cubicBezTo>
                    <a:pt x="10387" y="10118"/>
                    <a:pt x="9789" y="10137"/>
                    <a:pt x="9191" y="10137"/>
                  </a:cubicBezTo>
                  <a:cubicBezTo>
                    <a:pt x="5442" y="10137"/>
                    <a:pt x="1648" y="9368"/>
                    <a:pt x="1068" y="7884"/>
                  </a:cubicBezTo>
                  <a:cubicBezTo>
                    <a:pt x="654" y="6844"/>
                    <a:pt x="1194" y="6030"/>
                    <a:pt x="1674" y="5303"/>
                  </a:cubicBezTo>
                  <a:cubicBezTo>
                    <a:pt x="2001" y="4830"/>
                    <a:pt x="2275" y="4410"/>
                    <a:pt x="2188" y="3996"/>
                  </a:cubicBezTo>
                  <a:cubicBezTo>
                    <a:pt x="2161" y="3903"/>
                    <a:pt x="2134" y="3796"/>
                    <a:pt x="2101" y="3676"/>
                  </a:cubicBezTo>
                  <a:cubicBezTo>
                    <a:pt x="1821" y="2596"/>
                    <a:pt x="1661" y="1576"/>
                    <a:pt x="2841" y="1156"/>
                  </a:cubicBezTo>
                  <a:cubicBezTo>
                    <a:pt x="3742" y="836"/>
                    <a:pt x="4802" y="662"/>
                    <a:pt x="6176" y="602"/>
                  </a:cubicBezTo>
                  <a:lnTo>
                    <a:pt x="7323" y="576"/>
                  </a:lnTo>
                  <a:close/>
                  <a:moveTo>
                    <a:pt x="7282" y="0"/>
                  </a:moveTo>
                  <a:cubicBezTo>
                    <a:pt x="6912" y="0"/>
                    <a:pt x="6532" y="5"/>
                    <a:pt x="6156" y="22"/>
                  </a:cubicBezTo>
                  <a:cubicBezTo>
                    <a:pt x="4722" y="75"/>
                    <a:pt x="3608" y="269"/>
                    <a:pt x="2655" y="602"/>
                  </a:cubicBezTo>
                  <a:cubicBezTo>
                    <a:pt x="861" y="1242"/>
                    <a:pt x="1321" y="2990"/>
                    <a:pt x="1541" y="3830"/>
                  </a:cubicBezTo>
                  <a:cubicBezTo>
                    <a:pt x="1568" y="3936"/>
                    <a:pt x="1568" y="3943"/>
                    <a:pt x="1608" y="4123"/>
                  </a:cubicBezTo>
                  <a:cubicBezTo>
                    <a:pt x="1654" y="4297"/>
                    <a:pt x="1414" y="4643"/>
                    <a:pt x="1194" y="4990"/>
                  </a:cubicBezTo>
                  <a:cubicBezTo>
                    <a:pt x="687" y="5737"/>
                    <a:pt x="1" y="6777"/>
                    <a:pt x="527" y="8104"/>
                  </a:cubicBezTo>
                  <a:cubicBezTo>
                    <a:pt x="1234" y="9891"/>
                    <a:pt x="5222" y="10725"/>
                    <a:pt x="9190" y="10725"/>
                  </a:cubicBezTo>
                  <a:cubicBezTo>
                    <a:pt x="9797" y="10725"/>
                    <a:pt x="10410" y="10698"/>
                    <a:pt x="11010" y="10665"/>
                  </a:cubicBezTo>
                  <a:cubicBezTo>
                    <a:pt x="14845" y="10405"/>
                    <a:pt x="16872" y="8891"/>
                    <a:pt x="17439" y="7664"/>
                  </a:cubicBezTo>
                  <a:lnTo>
                    <a:pt x="17445" y="7664"/>
                  </a:lnTo>
                  <a:cubicBezTo>
                    <a:pt x="17639" y="7244"/>
                    <a:pt x="17679" y="6837"/>
                    <a:pt x="17579" y="6477"/>
                  </a:cubicBezTo>
                  <a:cubicBezTo>
                    <a:pt x="17425" y="5904"/>
                    <a:pt x="17139" y="5497"/>
                    <a:pt x="16878" y="5137"/>
                  </a:cubicBezTo>
                  <a:cubicBezTo>
                    <a:pt x="16538" y="4657"/>
                    <a:pt x="16292" y="4297"/>
                    <a:pt x="16398" y="3670"/>
                  </a:cubicBezTo>
                  <a:cubicBezTo>
                    <a:pt x="16478" y="3176"/>
                    <a:pt x="16312" y="2643"/>
                    <a:pt x="15925" y="2176"/>
                  </a:cubicBezTo>
                  <a:cubicBezTo>
                    <a:pt x="15278" y="1396"/>
                    <a:pt x="13431" y="75"/>
                    <a:pt x="8343" y="9"/>
                  </a:cubicBezTo>
                  <a:cubicBezTo>
                    <a:pt x="8009" y="5"/>
                    <a:pt x="7651" y="0"/>
                    <a:pt x="728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3" name="Google Shape;2086;p36"/>
            <p:cNvSpPr/>
            <p:nvPr/>
          </p:nvSpPr>
          <p:spPr>
            <a:xfrm>
              <a:off x="1779169" y="2975648"/>
              <a:ext cx="479378" cy="283168"/>
            </a:xfrm>
            <a:custGeom>
              <a:avLst/>
              <a:gdLst/>
              <a:ahLst/>
              <a:cxnLst/>
              <a:rect l="l" t="t" r="r" b="b"/>
              <a:pathLst>
                <a:path w="17139" h="10124" extrusionOk="0">
                  <a:moveTo>
                    <a:pt x="6129" y="1"/>
                  </a:moveTo>
                  <a:cubicBezTo>
                    <a:pt x="4955" y="54"/>
                    <a:pt x="3768" y="194"/>
                    <a:pt x="2708" y="568"/>
                  </a:cubicBezTo>
                  <a:cubicBezTo>
                    <a:pt x="981" y="1194"/>
                    <a:pt x="1688" y="2962"/>
                    <a:pt x="1861" y="3755"/>
                  </a:cubicBezTo>
                  <a:cubicBezTo>
                    <a:pt x="2034" y="4549"/>
                    <a:pt x="1" y="5796"/>
                    <a:pt x="754" y="7690"/>
                  </a:cubicBezTo>
                  <a:cubicBezTo>
                    <a:pt x="1399" y="9324"/>
                    <a:pt x="5241" y="10124"/>
                    <a:pt x="9115" y="10124"/>
                  </a:cubicBezTo>
                  <a:cubicBezTo>
                    <a:pt x="9730" y="10124"/>
                    <a:pt x="10346" y="10104"/>
                    <a:pt x="10950" y="10063"/>
                  </a:cubicBezTo>
                  <a:cubicBezTo>
                    <a:pt x="14564" y="9823"/>
                    <a:pt x="16572" y="8436"/>
                    <a:pt x="17139" y="7236"/>
                  </a:cubicBezTo>
                  <a:lnTo>
                    <a:pt x="17139" y="7236"/>
                  </a:lnTo>
                  <a:lnTo>
                    <a:pt x="16598" y="7523"/>
                  </a:lnTo>
                  <a:cubicBezTo>
                    <a:pt x="14443" y="8642"/>
                    <a:pt x="12007" y="9212"/>
                    <a:pt x="9572" y="9212"/>
                  </a:cubicBezTo>
                  <a:cubicBezTo>
                    <a:pt x="7930" y="9212"/>
                    <a:pt x="6290" y="8953"/>
                    <a:pt x="4735" y="8430"/>
                  </a:cubicBezTo>
                  <a:cubicBezTo>
                    <a:pt x="427" y="6969"/>
                    <a:pt x="4568" y="2428"/>
                    <a:pt x="6029" y="161"/>
                  </a:cubicBezTo>
                  <a:lnTo>
                    <a:pt x="6129" y="1"/>
                  </a:ln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4" name="Google Shape;2087;p36"/>
            <p:cNvSpPr/>
            <p:nvPr/>
          </p:nvSpPr>
          <p:spPr>
            <a:xfrm>
              <a:off x="1836619" y="3033098"/>
              <a:ext cx="24642" cy="53367"/>
            </a:xfrm>
            <a:custGeom>
              <a:avLst/>
              <a:gdLst/>
              <a:ahLst/>
              <a:cxnLst/>
              <a:rect l="l" t="t" r="r" b="b"/>
              <a:pathLst>
                <a:path w="881" h="1908" extrusionOk="0">
                  <a:moveTo>
                    <a:pt x="294" y="1"/>
                  </a:moveTo>
                  <a:cubicBezTo>
                    <a:pt x="40" y="294"/>
                    <a:pt x="0" y="728"/>
                    <a:pt x="114" y="1101"/>
                  </a:cubicBezTo>
                  <a:cubicBezTo>
                    <a:pt x="234" y="1474"/>
                    <a:pt x="507" y="1808"/>
                    <a:pt x="881" y="1908"/>
                  </a:cubicBezTo>
                  <a:cubicBezTo>
                    <a:pt x="661" y="1641"/>
                    <a:pt x="494" y="1341"/>
                    <a:pt x="394" y="1014"/>
                  </a:cubicBezTo>
                  <a:cubicBezTo>
                    <a:pt x="287" y="688"/>
                    <a:pt x="254" y="341"/>
                    <a:pt x="29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5" name="Google Shape;2088;p36"/>
            <p:cNvSpPr/>
            <p:nvPr/>
          </p:nvSpPr>
          <p:spPr>
            <a:xfrm>
              <a:off x="1814411" y="3123945"/>
              <a:ext cx="51884" cy="89280"/>
            </a:xfrm>
            <a:custGeom>
              <a:avLst/>
              <a:gdLst/>
              <a:ahLst/>
              <a:cxnLst/>
              <a:rect l="l" t="t" r="r" b="b"/>
              <a:pathLst>
                <a:path w="1855" h="3192" extrusionOk="0">
                  <a:moveTo>
                    <a:pt x="1141" y="0"/>
                  </a:moveTo>
                  <a:cubicBezTo>
                    <a:pt x="441" y="260"/>
                    <a:pt x="1" y="1107"/>
                    <a:pt x="174" y="1887"/>
                  </a:cubicBezTo>
                  <a:cubicBezTo>
                    <a:pt x="346" y="2624"/>
                    <a:pt x="1038" y="3192"/>
                    <a:pt x="1749" y="3192"/>
                  </a:cubicBezTo>
                  <a:cubicBezTo>
                    <a:pt x="1784" y="3192"/>
                    <a:pt x="1820" y="3191"/>
                    <a:pt x="1855" y="3188"/>
                  </a:cubicBezTo>
                  <a:cubicBezTo>
                    <a:pt x="1155" y="3008"/>
                    <a:pt x="601" y="2461"/>
                    <a:pt x="461" y="1821"/>
                  </a:cubicBezTo>
                  <a:cubicBezTo>
                    <a:pt x="321" y="1181"/>
                    <a:pt x="574" y="460"/>
                    <a:pt x="114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6" name="Google Shape;2089;p36"/>
            <p:cNvSpPr/>
            <p:nvPr/>
          </p:nvSpPr>
          <p:spPr>
            <a:xfrm>
              <a:off x="1914404" y="3211603"/>
              <a:ext cx="220488" cy="18404"/>
            </a:xfrm>
            <a:custGeom>
              <a:avLst/>
              <a:gdLst/>
              <a:ahLst/>
              <a:cxnLst/>
              <a:rect l="l" t="t" r="r" b="b"/>
              <a:pathLst>
                <a:path w="7883" h="658" extrusionOk="0">
                  <a:moveTo>
                    <a:pt x="7882" y="0"/>
                  </a:moveTo>
                  <a:lnTo>
                    <a:pt x="7882" y="0"/>
                  </a:lnTo>
                  <a:cubicBezTo>
                    <a:pt x="6433" y="249"/>
                    <a:pt x="4970" y="373"/>
                    <a:pt x="3506" y="373"/>
                  </a:cubicBezTo>
                  <a:cubicBezTo>
                    <a:pt x="2335" y="373"/>
                    <a:pt x="1164" y="294"/>
                    <a:pt x="0" y="134"/>
                  </a:cubicBezTo>
                  <a:lnTo>
                    <a:pt x="0" y="134"/>
                  </a:lnTo>
                  <a:cubicBezTo>
                    <a:pt x="1177" y="483"/>
                    <a:pt x="2399" y="658"/>
                    <a:pt x="3625" y="658"/>
                  </a:cubicBezTo>
                  <a:cubicBezTo>
                    <a:pt x="3733" y="658"/>
                    <a:pt x="3840" y="657"/>
                    <a:pt x="3948" y="654"/>
                  </a:cubicBezTo>
                  <a:cubicBezTo>
                    <a:pt x="5282" y="627"/>
                    <a:pt x="6622" y="434"/>
                    <a:pt x="788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7" name="Google Shape;2090;p36"/>
            <p:cNvSpPr/>
            <p:nvPr/>
          </p:nvSpPr>
          <p:spPr>
            <a:xfrm>
              <a:off x="2160037" y="3173731"/>
              <a:ext cx="50010" cy="33788"/>
            </a:xfrm>
            <a:custGeom>
              <a:avLst/>
              <a:gdLst/>
              <a:ahLst/>
              <a:cxnLst/>
              <a:rect l="l" t="t" r="r" b="b"/>
              <a:pathLst>
                <a:path w="1788" h="1208" extrusionOk="0">
                  <a:moveTo>
                    <a:pt x="1788" y="1"/>
                  </a:moveTo>
                  <a:lnTo>
                    <a:pt x="1788" y="1"/>
                  </a:lnTo>
                  <a:cubicBezTo>
                    <a:pt x="1468" y="207"/>
                    <a:pt x="1188" y="407"/>
                    <a:pt x="901" y="608"/>
                  </a:cubicBezTo>
                  <a:cubicBezTo>
                    <a:pt x="607" y="808"/>
                    <a:pt x="307" y="988"/>
                    <a:pt x="1" y="1208"/>
                  </a:cubicBezTo>
                  <a:cubicBezTo>
                    <a:pt x="767" y="1161"/>
                    <a:pt x="1454" y="694"/>
                    <a:pt x="178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8" name="Google Shape;2091;p36"/>
            <p:cNvSpPr/>
            <p:nvPr/>
          </p:nvSpPr>
          <p:spPr>
            <a:xfrm>
              <a:off x="2656364" y="2141163"/>
              <a:ext cx="243619" cy="376448"/>
            </a:xfrm>
            <a:custGeom>
              <a:avLst/>
              <a:gdLst/>
              <a:ahLst/>
              <a:cxnLst/>
              <a:rect l="l" t="t" r="r" b="b"/>
              <a:pathLst>
                <a:path w="8710" h="13459" extrusionOk="0">
                  <a:moveTo>
                    <a:pt x="5053" y="0"/>
                  </a:moveTo>
                  <a:cubicBezTo>
                    <a:pt x="4802" y="0"/>
                    <a:pt x="4551" y="21"/>
                    <a:pt x="4301" y="61"/>
                  </a:cubicBezTo>
                  <a:cubicBezTo>
                    <a:pt x="1934" y="475"/>
                    <a:pt x="661" y="2715"/>
                    <a:pt x="661" y="2715"/>
                  </a:cubicBezTo>
                  <a:cubicBezTo>
                    <a:pt x="894" y="8270"/>
                    <a:pt x="0" y="13458"/>
                    <a:pt x="0" y="13458"/>
                  </a:cubicBezTo>
                  <a:cubicBezTo>
                    <a:pt x="0" y="13458"/>
                    <a:pt x="3061" y="12151"/>
                    <a:pt x="5262" y="9977"/>
                  </a:cubicBezTo>
                  <a:cubicBezTo>
                    <a:pt x="5809" y="9444"/>
                    <a:pt x="6289" y="8844"/>
                    <a:pt x="6682" y="8190"/>
                  </a:cubicBezTo>
                  <a:cubicBezTo>
                    <a:pt x="8596" y="4963"/>
                    <a:pt x="8709" y="381"/>
                    <a:pt x="5549" y="28"/>
                  </a:cubicBezTo>
                  <a:cubicBezTo>
                    <a:pt x="5384" y="9"/>
                    <a:pt x="5219" y="0"/>
                    <a:pt x="5053" y="0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9" name="Google Shape;2092;p36"/>
            <p:cNvSpPr/>
            <p:nvPr/>
          </p:nvSpPr>
          <p:spPr>
            <a:xfrm>
              <a:off x="2645903" y="2132940"/>
              <a:ext cx="255002" cy="397901"/>
            </a:xfrm>
            <a:custGeom>
              <a:avLst/>
              <a:gdLst/>
              <a:ahLst/>
              <a:cxnLst/>
              <a:rect l="l" t="t" r="r" b="b"/>
              <a:pathLst>
                <a:path w="9117" h="14226" extrusionOk="0">
                  <a:moveTo>
                    <a:pt x="5425" y="581"/>
                  </a:moveTo>
                  <a:cubicBezTo>
                    <a:pt x="5580" y="581"/>
                    <a:pt x="5735" y="590"/>
                    <a:pt x="5889" y="609"/>
                  </a:cubicBezTo>
                  <a:cubicBezTo>
                    <a:pt x="6736" y="709"/>
                    <a:pt x="7356" y="1135"/>
                    <a:pt x="7723" y="1882"/>
                  </a:cubicBezTo>
                  <a:cubicBezTo>
                    <a:pt x="8490" y="3423"/>
                    <a:pt x="8110" y="6137"/>
                    <a:pt x="6809" y="8344"/>
                  </a:cubicBezTo>
                  <a:cubicBezTo>
                    <a:pt x="6423" y="8971"/>
                    <a:pt x="5963" y="9544"/>
                    <a:pt x="5436" y="10058"/>
                  </a:cubicBezTo>
                  <a:cubicBezTo>
                    <a:pt x="3809" y="11672"/>
                    <a:pt x="1681" y="12805"/>
                    <a:pt x="741" y="13252"/>
                  </a:cubicBezTo>
                  <a:cubicBezTo>
                    <a:pt x="955" y="11785"/>
                    <a:pt x="1501" y="7544"/>
                    <a:pt x="1321" y="3083"/>
                  </a:cubicBezTo>
                  <a:cubicBezTo>
                    <a:pt x="1555" y="2716"/>
                    <a:pt x="2742" y="982"/>
                    <a:pt x="4722" y="642"/>
                  </a:cubicBezTo>
                  <a:cubicBezTo>
                    <a:pt x="4955" y="602"/>
                    <a:pt x="5191" y="581"/>
                    <a:pt x="5425" y="581"/>
                  </a:cubicBezTo>
                  <a:close/>
                  <a:moveTo>
                    <a:pt x="5401" y="1"/>
                  </a:moveTo>
                  <a:cubicBezTo>
                    <a:pt x="5144" y="1"/>
                    <a:pt x="4889" y="22"/>
                    <a:pt x="4635" y="68"/>
                  </a:cubicBezTo>
                  <a:cubicBezTo>
                    <a:pt x="2155" y="489"/>
                    <a:pt x="841" y="2769"/>
                    <a:pt x="781" y="2869"/>
                  </a:cubicBezTo>
                  <a:lnTo>
                    <a:pt x="741" y="2943"/>
                  </a:lnTo>
                  <a:lnTo>
                    <a:pt x="741" y="3023"/>
                  </a:lnTo>
                  <a:cubicBezTo>
                    <a:pt x="975" y="8484"/>
                    <a:pt x="88" y="13645"/>
                    <a:pt x="81" y="13705"/>
                  </a:cubicBezTo>
                  <a:lnTo>
                    <a:pt x="1" y="14226"/>
                  </a:lnTo>
                  <a:lnTo>
                    <a:pt x="488" y="14019"/>
                  </a:lnTo>
                  <a:cubicBezTo>
                    <a:pt x="621" y="13959"/>
                    <a:pt x="3635" y="12672"/>
                    <a:pt x="5849" y="10478"/>
                  </a:cubicBezTo>
                  <a:cubicBezTo>
                    <a:pt x="6416" y="9924"/>
                    <a:pt x="6909" y="9311"/>
                    <a:pt x="7316" y="8637"/>
                  </a:cubicBezTo>
                  <a:cubicBezTo>
                    <a:pt x="8730" y="6237"/>
                    <a:pt x="9117" y="3356"/>
                    <a:pt x="8256" y="1622"/>
                  </a:cubicBezTo>
                  <a:cubicBezTo>
                    <a:pt x="7803" y="702"/>
                    <a:pt x="7003" y="149"/>
                    <a:pt x="5969" y="35"/>
                  </a:cubicBezTo>
                  <a:cubicBezTo>
                    <a:pt x="5780" y="13"/>
                    <a:pt x="5590" y="1"/>
                    <a:pt x="540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0" name="Google Shape;2093;p36"/>
            <p:cNvSpPr/>
            <p:nvPr/>
          </p:nvSpPr>
          <p:spPr>
            <a:xfrm>
              <a:off x="2656364" y="2142869"/>
              <a:ext cx="147178" cy="374742"/>
            </a:xfrm>
            <a:custGeom>
              <a:avLst/>
              <a:gdLst/>
              <a:ahLst/>
              <a:cxnLst/>
              <a:rect l="l" t="t" r="r" b="b"/>
              <a:pathLst>
                <a:path w="5262" h="13398" extrusionOk="0">
                  <a:moveTo>
                    <a:pt x="4301" y="0"/>
                  </a:moveTo>
                  <a:cubicBezTo>
                    <a:pt x="1934" y="414"/>
                    <a:pt x="661" y="2654"/>
                    <a:pt x="661" y="2654"/>
                  </a:cubicBezTo>
                  <a:cubicBezTo>
                    <a:pt x="894" y="8216"/>
                    <a:pt x="0" y="13397"/>
                    <a:pt x="0" y="13397"/>
                  </a:cubicBezTo>
                  <a:cubicBezTo>
                    <a:pt x="0" y="13397"/>
                    <a:pt x="3061" y="12090"/>
                    <a:pt x="5262" y="9916"/>
                  </a:cubicBezTo>
                  <a:cubicBezTo>
                    <a:pt x="5068" y="9736"/>
                    <a:pt x="4848" y="9589"/>
                    <a:pt x="4702" y="9383"/>
                  </a:cubicBezTo>
                  <a:cubicBezTo>
                    <a:pt x="4428" y="9003"/>
                    <a:pt x="4402" y="8516"/>
                    <a:pt x="4395" y="8049"/>
                  </a:cubicBezTo>
                  <a:cubicBezTo>
                    <a:pt x="4328" y="5882"/>
                    <a:pt x="4268" y="3701"/>
                    <a:pt x="4201" y="1534"/>
                  </a:cubicBezTo>
                  <a:cubicBezTo>
                    <a:pt x="4188" y="1034"/>
                    <a:pt x="4188" y="494"/>
                    <a:pt x="4301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1" name="Google Shape;2094;p36"/>
            <p:cNvSpPr/>
            <p:nvPr/>
          </p:nvSpPr>
          <p:spPr>
            <a:xfrm>
              <a:off x="2678740" y="2191341"/>
              <a:ext cx="184294" cy="110649"/>
            </a:xfrm>
            <a:custGeom>
              <a:avLst/>
              <a:gdLst/>
              <a:ahLst/>
              <a:cxnLst/>
              <a:rect l="l" t="t" r="r" b="b"/>
              <a:pathLst>
                <a:path w="6589" h="3956" extrusionOk="0">
                  <a:moveTo>
                    <a:pt x="4069" y="1"/>
                  </a:moveTo>
                  <a:cubicBezTo>
                    <a:pt x="4058" y="1"/>
                    <a:pt x="4046" y="1"/>
                    <a:pt x="4035" y="1"/>
                  </a:cubicBezTo>
                  <a:cubicBezTo>
                    <a:pt x="1601" y="34"/>
                    <a:pt x="121" y="3402"/>
                    <a:pt x="67" y="3542"/>
                  </a:cubicBezTo>
                  <a:cubicBezTo>
                    <a:pt x="1" y="3695"/>
                    <a:pt x="67" y="3862"/>
                    <a:pt x="214" y="3929"/>
                  </a:cubicBezTo>
                  <a:lnTo>
                    <a:pt x="334" y="3955"/>
                  </a:lnTo>
                  <a:cubicBezTo>
                    <a:pt x="447" y="3955"/>
                    <a:pt x="554" y="3889"/>
                    <a:pt x="601" y="3782"/>
                  </a:cubicBezTo>
                  <a:cubicBezTo>
                    <a:pt x="614" y="3749"/>
                    <a:pt x="1981" y="615"/>
                    <a:pt x="4035" y="581"/>
                  </a:cubicBezTo>
                  <a:cubicBezTo>
                    <a:pt x="4622" y="581"/>
                    <a:pt x="5089" y="735"/>
                    <a:pt x="5422" y="1061"/>
                  </a:cubicBezTo>
                  <a:cubicBezTo>
                    <a:pt x="6002" y="1621"/>
                    <a:pt x="6009" y="2502"/>
                    <a:pt x="6009" y="2515"/>
                  </a:cubicBezTo>
                  <a:cubicBezTo>
                    <a:pt x="6009" y="2708"/>
                    <a:pt x="6154" y="2805"/>
                    <a:pt x="6299" y="2805"/>
                  </a:cubicBezTo>
                  <a:cubicBezTo>
                    <a:pt x="6444" y="2805"/>
                    <a:pt x="6589" y="2708"/>
                    <a:pt x="6589" y="2515"/>
                  </a:cubicBezTo>
                  <a:cubicBezTo>
                    <a:pt x="6589" y="2468"/>
                    <a:pt x="6582" y="1388"/>
                    <a:pt x="5842" y="655"/>
                  </a:cubicBezTo>
                  <a:cubicBezTo>
                    <a:pt x="5396" y="215"/>
                    <a:pt x="4800" y="1"/>
                    <a:pt x="406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2" name="Google Shape;2095;p36"/>
            <p:cNvSpPr/>
            <p:nvPr/>
          </p:nvSpPr>
          <p:spPr>
            <a:xfrm>
              <a:off x="2724052" y="2200683"/>
              <a:ext cx="69617" cy="172939"/>
            </a:xfrm>
            <a:custGeom>
              <a:avLst/>
              <a:gdLst/>
              <a:ahLst/>
              <a:cxnLst/>
              <a:rect l="l" t="t" r="r" b="b"/>
              <a:pathLst>
                <a:path w="2489" h="6183" extrusionOk="0">
                  <a:moveTo>
                    <a:pt x="1189" y="1"/>
                  </a:moveTo>
                  <a:cubicBezTo>
                    <a:pt x="944" y="1"/>
                    <a:pt x="766" y="349"/>
                    <a:pt x="1021" y="534"/>
                  </a:cubicBezTo>
                  <a:cubicBezTo>
                    <a:pt x="1048" y="554"/>
                    <a:pt x="1655" y="914"/>
                    <a:pt x="1775" y="1968"/>
                  </a:cubicBezTo>
                  <a:cubicBezTo>
                    <a:pt x="1888" y="3028"/>
                    <a:pt x="1315" y="4322"/>
                    <a:pt x="108" y="5695"/>
                  </a:cubicBezTo>
                  <a:cubicBezTo>
                    <a:pt x="1" y="5822"/>
                    <a:pt x="14" y="6002"/>
                    <a:pt x="141" y="6115"/>
                  </a:cubicBezTo>
                  <a:cubicBezTo>
                    <a:pt x="188" y="6155"/>
                    <a:pt x="254" y="6175"/>
                    <a:pt x="321" y="6182"/>
                  </a:cubicBezTo>
                  <a:cubicBezTo>
                    <a:pt x="408" y="6182"/>
                    <a:pt x="488" y="6142"/>
                    <a:pt x="548" y="6082"/>
                  </a:cubicBezTo>
                  <a:cubicBezTo>
                    <a:pt x="1888" y="4542"/>
                    <a:pt x="2488" y="3135"/>
                    <a:pt x="2348" y="1888"/>
                  </a:cubicBezTo>
                  <a:cubicBezTo>
                    <a:pt x="2275" y="1174"/>
                    <a:pt x="1922" y="514"/>
                    <a:pt x="1361" y="60"/>
                  </a:cubicBezTo>
                  <a:cubicBezTo>
                    <a:pt x="1303" y="19"/>
                    <a:pt x="1244" y="1"/>
                    <a:pt x="11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3" name="Google Shape;2096;p36"/>
            <p:cNvSpPr/>
            <p:nvPr/>
          </p:nvSpPr>
          <p:spPr>
            <a:xfrm>
              <a:off x="2675943" y="2461419"/>
              <a:ext cx="92721" cy="79351"/>
            </a:xfrm>
            <a:custGeom>
              <a:avLst/>
              <a:gdLst/>
              <a:ahLst/>
              <a:cxnLst/>
              <a:rect l="l" t="t" r="r" b="b"/>
              <a:pathLst>
                <a:path w="3315" h="2837" extrusionOk="0">
                  <a:moveTo>
                    <a:pt x="1894" y="1"/>
                  </a:moveTo>
                  <a:cubicBezTo>
                    <a:pt x="627" y="1"/>
                    <a:pt x="1" y="1521"/>
                    <a:pt x="887" y="2415"/>
                  </a:cubicBezTo>
                  <a:cubicBezTo>
                    <a:pt x="1176" y="2706"/>
                    <a:pt x="1533" y="2836"/>
                    <a:pt x="1883" y="2836"/>
                  </a:cubicBezTo>
                  <a:cubicBezTo>
                    <a:pt x="2608" y="2836"/>
                    <a:pt x="3304" y="2278"/>
                    <a:pt x="3308" y="1428"/>
                  </a:cubicBezTo>
                  <a:cubicBezTo>
                    <a:pt x="3315" y="641"/>
                    <a:pt x="2675" y="1"/>
                    <a:pt x="1894" y="1"/>
                  </a:cubicBezTo>
                  <a:close/>
                </a:path>
              </a:pathLst>
            </a:custGeom>
            <a:solidFill>
              <a:srgbClr val="B39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4" name="Google Shape;2097;p36"/>
            <p:cNvSpPr/>
            <p:nvPr/>
          </p:nvSpPr>
          <p:spPr>
            <a:xfrm>
              <a:off x="2670153" y="2457280"/>
              <a:ext cx="102622" cy="87938"/>
            </a:xfrm>
            <a:custGeom>
              <a:avLst/>
              <a:gdLst/>
              <a:ahLst/>
              <a:cxnLst/>
              <a:rect l="l" t="t" r="r" b="b"/>
              <a:pathLst>
                <a:path w="3669" h="3144" extrusionOk="0">
                  <a:moveTo>
                    <a:pt x="2101" y="296"/>
                  </a:moveTo>
                  <a:cubicBezTo>
                    <a:pt x="2802" y="302"/>
                    <a:pt x="3368" y="869"/>
                    <a:pt x="3375" y="1569"/>
                  </a:cubicBezTo>
                  <a:cubicBezTo>
                    <a:pt x="3375" y="2341"/>
                    <a:pt x="2745" y="2850"/>
                    <a:pt x="2088" y="2850"/>
                  </a:cubicBezTo>
                  <a:cubicBezTo>
                    <a:pt x="1775" y="2850"/>
                    <a:pt x="1455" y="2735"/>
                    <a:pt x="1194" y="2476"/>
                  </a:cubicBezTo>
                  <a:cubicBezTo>
                    <a:pt x="394" y="1669"/>
                    <a:pt x="961" y="296"/>
                    <a:pt x="2101" y="296"/>
                  </a:cubicBezTo>
                  <a:close/>
                  <a:moveTo>
                    <a:pt x="2084" y="1"/>
                  </a:moveTo>
                  <a:cubicBezTo>
                    <a:pt x="1699" y="1"/>
                    <a:pt x="1307" y="144"/>
                    <a:pt x="988" y="462"/>
                  </a:cubicBezTo>
                  <a:cubicBezTo>
                    <a:pt x="1" y="1449"/>
                    <a:pt x="701" y="3143"/>
                    <a:pt x="2101" y="3143"/>
                  </a:cubicBezTo>
                  <a:cubicBezTo>
                    <a:pt x="2962" y="3143"/>
                    <a:pt x="3668" y="2436"/>
                    <a:pt x="3668" y="1576"/>
                  </a:cubicBezTo>
                  <a:cubicBezTo>
                    <a:pt x="3668" y="628"/>
                    <a:pt x="2892" y="1"/>
                    <a:pt x="208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5" name="Google Shape;2098;p36"/>
            <p:cNvSpPr/>
            <p:nvPr/>
          </p:nvSpPr>
          <p:spPr>
            <a:xfrm>
              <a:off x="1227824" y="1627885"/>
              <a:ext cx="1493654" cy="1475138"/>
            </a:xfrm>
            <a:custGeom>
              <a:avLst/>
              <a:gdLst/>
              <a:ahLst/>
              <a:cxnLst/>
              <a:rect l="l" t="t" r="r" b="b"/>
              <a:pathLst>
                <a:path w="53402" h="52740" extrusionOk="0">
                  <a:moveTo>
                    <a:pt x="34783" y="1"/>
                  </a:moveTo>
                  <a:cubicBezTo>
                    <a:pt x="34783" y="1"/>
                    <a:pt x="36070" y="3102"/>
                    <a:pt x="36317" y="6622"/>
                  </a:cubicBezTo>
                  <a:cubicBezTo>
                    <a:pt x="36317" y="6622"/>
                    <a:pt x="34406" y="6318"/>
                    <a:pt x="31392" y="6318"/>
                  </a:cubicBezTo>
                  <a:cubicBezTo>
                    <a:pt x="29774" y="6318"/>
                    <a:pt x="27837" y="6406"/>
                    <a:pt x="25708" y="6676"/>
                  </a:cubicBezTo>
                  <a:cubicBezTo>
                    <a:pt x="25708" y="6676"/>
                    <a:pt x="25134" y="3162"/>
                    <a:pt x="27141" y="1"/>
                  </a:cubicBezTo>
                  <a:lnTo>
                    <a:pt x="27141" y="1"/>
                  </a:lnTo>
                  <a:cubicBezTo>
                    <a:pt x="27015" y="141"/>
                    <a:pt x="24921" y="2495"/>
                    <a:pt x="24454" y="6502"/>
                  </a:cubicBezTo>
                  <a:cubicBezTo>
                    <a:pt x="24454" y="6502"/>
                    <a:pt x="20399" y="6889"/>
                    <a:pt x="17539" y="8430"/>
                  </a:cubicBezTo>
                  <a:cubicBezTo>
                    <a:pt x="17539" y="8430"/>
                    <a:pt x="17879" y="4295"/>
                    <a:pt x="22413" y="954"/>
                  </a:cubicBezTo>
                  <a:lnTo>
                    <a:pt x="22413" y="954"/>
                  </a:lnTo>
                  <a:cubicBezTo>
                    <a:pt x="22267" y="1021"/>
                    <a:pt x="17452" y="3068"/>
                    <a:pt x="15985" y="8830"/>
                  </a:cubicBezTo>
                  <a:cubicBezTo>
                    <a:pt x="15985" y="8830"/>
                    <a:pt x="13117" y="9103"/>
                    <a:pt x="11210" y="10810"/>
                  </a:cubicBezTo>
                  <a:cubicBezTo>
                    <a:pt x="11210" y="10810"/>
                    <a:pt x="9477" y="13938"/>
                    <a:pt x="9837" y="21826"/>
                  </a:cubicBezTo>
                  <a:cubicBezTo>
                    <a:pt x="9837" y="21826"/>
                    <a:pt x="7995" y="19480"/>
                    <a:pt x="5456" y="19480"/>
                  </a:cubicBezTo>
                  <a:cubicBezTo>
                    <a:pt x="5287" y="19480"/>
                    <a:pt x="5116" y="19491"/>
                    <a:pt x="4942" y="19513"/>
                  </a:cubicBezTo>
                  <a:cubicBezTo>
                    <a:pt x="2141" y="19873"/>
                    <a:pt x="1" y="22793"/>
                    <a:pt x="1428" y="27001"/>
                  </a:cubicBezTo>
                  <a:cubicBezTo>
                    <a:pt x="2716" y="30817"/>
                    <a:pt x="7212" y="32702"/>
                    <a:pt x="10306" y="32702"/>
                  </a:cubicBezTo>
                  <a:cubicBezTo>
                    <a:pt x="10624" y="32702"/>
                    <a:pt x="10927" y="32682"/>
                    <a:pt x="11210" y="32643"/>
                  </a:cubicBezTo>
                  <a:cubicBezTo>
                    <a:pt x="11210" y="32643"/>
                    <a:pt x="12771" y="36104"/>
                    <a:pt x="15985" y="38311"/>
                  </a:cubicBezTo>
                  <a:cubicBezTo>
                    <a:pt x="19206" y="40518"/>
                    <a:pt x="22347" y="41832"/>
                    <a:pt x="22807" y="42545"/>
                  </a:cubicBezTo>
                  <a:cubicBezTo>
                    <a:pt x="23267" y="43265"/>
                    <a:pt x="23474" y="44633"/>
                    <a:pt x="23134" y="47080"/>
                  </a:cubicBezTo>
                  <a:cubicBezTo>
                    <a:pt x="22793" y="49534"/>
                    <a:pt x="22773" y="50427"/>
                    <a:pt x="24781" y="51441"/>
                  </a:cubicBezTo>
                  <a:cubicBezTo>
                    <a:pt x="26315" y="52208"/>
                    <a:pt x="28016" y="52739"/>
                    <a:pt x="30036" y="52739"/>
                  </a:cubicBezTo>
                  <a:cubicBezTo>
                    <a:pt x="30668" y="52739"/>
                    <a:pt x="31331" y="52687"/>
                    <a:pt x="32029" y="52575"/>
                  </a:cubicBezTo>
                  <a:cubicBezTo>
                    <a:pt x="32816" y="52441"/>
                    <a:pt x="33370" y="52281"/>
                    <a:pt x="33750" y="52081"/>
                  </a:cubicBezTo>
                  <a:cubicBezTo>
                    <a:pt x="34803" y="51554"/>
                    <a:pt x="34583" y="50774"/>
                    <a:pt x="34363" y="49767"/>
                  </a:cubicBezTo>
                  <a:cubicBezTo>
                    <a:pt x="34070" y="48400"/>
                    <a:pt x="33823" y="44639"/>
                    <a:pt x="34543" y="44039"/>
                  </a:cubicBezTo>
                  <a:cubicBezTo>
                    <a:pt x="35263" y="43439"/>
                    <a:pt x="41172" y="43979"/>
                    <a:pt x="47280" y="39444"/>
                  </a:cubicBezTo>
                  <a:cubicBezTo>
                    <a:pt x="53402" y="34910"/>
                    <a:pt x="53168" y="23207"/>
                    <a:pt x="52148" y="17065"/>
                  </a:cubicBezTo>
                  <a:cubicBezTo>
                    <a:pt x="51795" y="14945"/>
                    <a:pt x="51041" y="12844"/>
                    <a:pt x="50127" y="10930"/>
                  </a:cubicBezTo>
                  <a:cubicBezTo>
                    <a:pt x="48394" y="7276"/>
                    <a:pt x="46106" y="4268"/>
                    <a:pt x="44953" y="2988"/>
                  </a:cubicBezTo>
                  <a:lnTo>
                    <a:pt x="44953" y="2988"/>
                  </a:lnTo>
                  <a:cubicBezTo>
                    <a:pt x="44953" y="2989"/>
                    <a:pt x="47373" y="6863"/>
                    <a:pt x="47280" y="7576"/>
                  </a:cubicBezTo>
                  <a:cubicBezTo>
                    <a:pt x="47280" y="7576"/>
                    <a:pt x="43668" y="6687"/>
                    <a:pt x="39646" y="6687"/>
                  </a:cubicBezTo>
                  <a:cubicBezTo>
                    <a:pt x="39125" y="6687"/>
                    <a:pt x="38598" y="6702"/>
                    <a:pt x="38071" y="6736"/>
                  </a:cubicBezTo>
                  <a:cubicBezTo>
                    <a:pt x="38071" y="6736"/>
                    <a:pt x="36924" y="2441"/>
                    <a:pt x="34783" y="1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6" name="Google Shape;2099;p36"/>
            <p:cNvSpPr/>
            <p:nvPr/>
          </p:nvSpPr>
          <p:spPr>
            <a:xfrm>
              <a:off x="1239572" y="1585175"/>
              <a:ext cx="1481347" cy="1526099"/>
            </a:xfrm>
            <a:custGeom>
              <a:avLst/>
              <a:gdLst/>
              <a:ahLst/>
              <a:cxnLst/>
              <a:rect l="l" t="t" r="r" b="b"/>
              <a:pathLst>
                <a:path w="52962" h="54562" extrusionOk="0">
                  <a:moveTo>
                    <a:pt x="35290" y="3335"/>
                  </a:moveTo>
                  <a:cubicBezTo>
                    <a:pt x="36631" y="5622"/>
                    <a:pt x="37357" y="8303"/>
                    <a:pt x="37364" y="8336"/>
                  </a:cubicBezTo>
                  <a:lnTo>
                    <a:pt x="37431" y="8570"/>
                  </a:lnTo>
                  <a:lnTo>
                    <a:pt x="37664" y="8556"/>
                  </a:lnTo>
                  <a:cubicBezTo>
                    <a:pt x="38190" y="8522"/>
                    <a:pt x="38718" y="8507"/>
                    <a:pt x="39239" y="8507"/>
                  </a:cubicBezTo>
                  <a:cubicBezTo>
                    <a:pt x="43176" y="8507"/>
                    <a:pt x="46758" y="9372"/>
                    <a:pt x="46793" y="9390"/>
                  </a:cubicBezTo>
                  <a:lnTo>
                    <a:pt x="47113" y="9463"/>
                  </a:lnTo>
                  <a:lnTo>
                    <a:pt x="47153" y="9136"/>
                  </a:lnTo>
                  <a:cubicBezTo>
                    <a:pt x="47187" y="8916"/>
                    <a:pt x="47027" y="8470"/>
                    <a:pt x="46793" y="7936"/>
                  </a:cubicBezTo>
                  <a:lnTo>
                    <a:pt x="46793" y="7936"/>
                  </a:lnTo>
                  <a:cubicBezTo>
                    <a:pt x="47787" y="9423"/>
                    <a:pt x="48680" y="10970"/>
                    <a:pt x="49454" y="12584"/>
                  </a:cubicBezTo>
                  <a:cubicBezTo>
                    <a:pt x="50454" y="14698"/>
                    <a:pt x="51128" y="16738"/>
                    <a:pt x="51435" y="18639"/>
                  </a:cubicBezTo>
                  <a:cubicBezTo>
                    <a:pt x="52455" y="24787"/>
                    <a:pt x="52595" y="36357"/>
                    <a:pt x="46693" y="40738"/>
                  </a:cubicBezTo>
                  <a:cubicBezTo>
                    <a:pt x="42285" y="44006"/>
                    <a:pt x="37998" y="44599"/>
                    <a:pt x="35697" y="44926"/>
                  </a:cubicBezTo>
                  <a:cubicBezTo>
                    <a:pt x="34730" y="45059"/>
                    <a:pt x="34197" y="45133"/>
                    <a:pt x="33943" y="45339"/>
                  </a:cubicBezTo>
                  <a:cubicBezTo>
                    <a:pt x="33023" y="46113"/>
                    <a:pt x="33416" y="50214"/>
                    <a:pt x="33656" y="51361"/>
                  </a:cubicBezTo>
                  <a:lnTo>
                    <a:pt x="33683" y="51474"/>
                  </a:lnTo>
                  <a:cubicBezTo>
                    <a:pt x="33910" y="52495"/>
                    <a:pt x="33977" y="52961"/>
                    <a:pt x="33196" y="53348"/>
                  </a:cubicBezTo>
                  <a:cubicBezTo>
                    <a:pt x="32830" y="53541"/>
                    <a:pt x="32289" y="53695"/>
                    <a:pt x="31563" y="53808"/>
                  </a:cubicBezTo>
                  <a:cubicBezTo>
                    <a:pt x="30885" y="53922"/>
                    <a:pt x="30226" y="53979"/>
                    <a:pt x="29579" y="53979"/>
                  </a:cubicBezTo>
                  <a:cubicBezTo>
                    <a:pt x="27830" y="53979"/>
                    <a:pt x="26174" y="53560"/>
                    <a:pt x="24494" y="52708"/>
                  </a:cubicBezTo>
                  <a:cubicBezTo>
                    <a:pt x="22647" y="51768"/>
                    <a:pt x="22660" y="51041"/>
                    <a:pt x="23007" y="48647"/>
                  </a:cubicBezTo>
                  <a:cubicBezTo>
                    <a:pt x="23320" y="46400"/>
                    <a:pt x="23194" y="44806"/>
                    <a:pt x="22627" y="43926"/>
                  </a:cubicBezTo>
                  <a:cubicBezTo>
                    <a:pt x="22353" y="43492"/>
                    <a:pt x="21440" y="42972"/>
                    <a:pt x="20046" y="42198"/>
                  </a:cubicBezTo>
                  <a:cubicBezTo>
                    <a:pt x="18812" y="41512"/>
                    <a:pt x="17285" y="40665"/>
                    <a:pt x="15725" y="39598"/>
                  </a:cubicBezTo>
                  <a:cubicBezTo>
                    <a:pt x="12617" y="37464"/>
                    <a:pt x="11077" y="34083"/>
                    <a:pt x="11057" y="34050"/>
                  </a:cubicBezTo>
                  <a:lnTo>
                    <a:pt x="10970" y="33856"/>
                  </a:lnTo>
                  <a:lnTo>
                    <a:pt x="10750" y="33890"/>
                  </a:lnTo>
                  <a:cubicBezTo>
                    <a:pt x="10384" y="33940"/>
                    <a:pt x="10021" y="33964"/>
                    <a:pt x="9662" y="33964"/>
                  </a:cubicBezTo>
                  <a:cubicBezTo>
                    <a:pt x="5610" y="33964"/>
                    <a:pt x="2120" y="30910"/>
                    <a:pt x="1281" y="28435"/>
                  </a:cubicBezTo>
                  <a:cubicBezTo>
                    <a:pt x="608" y="26461"/>
                    <a:pt x="708" y="24620"/>
                    <a:pt x="1554" y="23253"/>
                  </a:cubicBezTo>
                  <a:cubicBezTo>
                    <a:pt x="2215" y="22186"/>
                    <a:pt x="3315" y="21480"/>
                    <a:pt x="4555" y="21326"/>
                  </a:cubicBezTo>
                  <a:cubicBezTo>
                    <a:pt x="4715" y="21306"/>
                    <a:pt x="4872" y="21297"/>
                    <a:pt x="5027" y="21297"/>
                  </a:cubicBezTo>
                  <a:cubicBezTo>
                    <a:pt x="7400" y="21297"/>
                    <a:pt x="9165" y="23508"/>
                    <a:pt x="9190" y="23534"/>
                  </a:cubicBezTo>
                  <a:lnTo>
                    <a:pt x="9750" y="24254"/>
                  </a:lnTo>
                  <a:lnTo>
                    <a:pt x="9710" y="23340"/>
                  </a:lnTo>
                  <a:cubicBezTo>
                    <a:pt x="9383" y="16125"/>
                    <a:pt x="10830" y="12917"/>
                    <a:pt x="11024" y="12524"/>
                  </a:cubicBezTo>
                  <a:cubicBezTo>
                    <a:pt x="12831" y="10930"/>
                    <a:pt x="15565" y="10650"/>
                    <a:pt x="15592" y="10650"/>
                  </a:cubicBezTo>
                  <a:lnTo>
                    <a:pt x="15792" y="10623"/>
                  </a:lnTo>
                  <a:lnTo>
                    <a:pt x="15845" y="10430"/>
                  </a:lnTo>
                  <a:cubicBezTo>
                    <a:pt x="16385" y="8263"/>
                    <a:pt x="17545" y="6296"/>
                    <a:pt x="19179" y="4769"/>
                  </a:cubicBezTo>
                  <a:lnTo>
                    <a:pt x="19179" y="4769"/>
                  </a:lnTo>
                  <a:cubicBezTo>
                    <a:pt x="17059" y="7396"/>
                    <a:pt x="16832" y="9797"/>
                    <a:pt x="16825" y="9930"/>
                  </a:cubicBezTo>
                  <a:lnTo>
                    <a:pt x="16779" y="10463"/>
                  </a:lnTo>
                  <a:lnTo>
                    <a:pt x="17252" y="10217"/>
                  </a:lnTo>
                  <a:cubicBezTo>
                    <a:pt x="20026" y="8723"/>
                    <a:pt x="24027" y="8323"/>
                    <a:pt x="24061" y="8323"/>
                  </a:cubicBezTo>
                  <a:lnTo>
                    <a:pt x="24294" y="8296"/>
                  </a:lnTo>
                  <a:lnTo>
                    <a:pt x="24327" y="8063"/>
                  </a:lnTo>
                  <a:cubicBezTo>
                    <a:pt x="24454" y="6969"/>
                    <a:pt x="24721" y="5896"/>
                    <a:pt x="25114" y="4869"/>
                  </a:cubicBezTo>
                  <a:lnTo>
                    <a:pt x="25114" y="4869"/>
                  </a:lnTo>
                  <a:cubicBezTo>
                    <a:pt x="24761" y="6722"/>
                    <a:pt x="24987" y="8163"/>
                    <a:pt x="25001" y="8256"/>
                  </a:cubicBezTo>
                  <a:lnTo>
                    <a:pt x="25047" y="8530"/>
                  </a:lnTo>
                  <a:lnTo>
                    <a:pt x="25328" y="8496"/>
                  </a:lnTo>
                  <a:cubicBezTo>
                    <a:pt x="27437" y="8228"/>
                    <a:pt x="29365" y="8140"/>
                    <a:pt x="30978" y="8140"/>
                  </a:cubicBezTo>
                  <a:cubicBezTo>
                    <a:pt x="33929" y="8140"/>
                    <a:pt x="35827" y="8432"/>
                    <a:pt x="35857" y="8436"/>
                  </a:cubicBezTo>
                  <a:lnTo>
                    <a:pt x="36217" y="8490"/>
                  </a:lnTo>
                  <a:lnTo>
                    <a:pt x="36190" y="8129"/>
                  </a:lnTo>
                  <a:cubicBezTo>
                    <a:pt x="36057" y="6502"/>
                    <a:pt x="35757" y="4895"/>
                    <a:pt x="35290" y="3335"/>
                  </a:cubicBezTo>
                  <a:close/>
                  <a:moveTo>
                    <a:pt x="33416" y="1"/>
                  </a:moveTo>
                  <a:lnTo>
                    <a:pt x="34097" y="1634"/>
                  </a:lnTo>
                  <a:cubicBezTo>
                    <a:pt x="34110" y="1668"/>
                    <a:pt x="35284" y="4528"/>
                    <a:pt x="35584" y="7816"/>
                  </a:cubicBezTo>
                  <a:cubicBezTo>
                    <a:pt x="34894" y="7726"/>
                    <a:pt x="33257" y="7560"/>
                    <a:pt x="31021" y="7560"/>
                  </a:cubicBezTo>
                  <a:cubicBezTo>
                    <a:pt x="29451" y="7560"/>
                    <a:pt x="27586" y="7642"/>
                    <a:pt x="25548" y="7889"/>
                  </a:cubicBezTo>
                  <a:cubicBezTo>
                    <a:pt x="25461" y="7016"/>
                    <a:pt x="25354" y="4215"/>
                    <a:pt x="26975" y="1688"/>
                  </a:cubicBezTo>
                  <a:lnTo>
                    <a:pt x="26515" y="1334"/>
                  </a:lnTo>
                  <a:cubicBezTo>
                    <a:pt x="26421" y="1434"/>
                    <a:pt x="24314" y="3768"/>
                    <a:pt x="23780" y="7763"/>
                  </a:cubicBezTo>
                  <a:cubicBezTo>
                    <a:pt x="22920" y="7863"/>
                    <a:pt x="19946" y="8283"/>
                    <a:pt x="17505" y="9436"/>
                  </a:cubicBezTo>
                  <a:cubicBezTo>
                    <a:pt x="17759" y="8229"/>
                    <a:pt x="18746" y="5235"/>
                    <a:pt x="22173" y="2715"/>
                  </a:cubicBezTo>
                  <a:lnTo>
                    <a:pt x="24027" y="1341"/>
                  </a:lnTo>
                  <a:lnTo>
                    <a:pt x="21887" y="2208"/>
                  </a:lnTo>
                  <a:cubicBezTo>
                    <a:pt x="21840" y="2228"/>
                    <a:pt x="16912" y="4288"/>
                    <a:pt x="15338" y="10090"/>
                  </a:cubicBezTo>
                  <a:cubicBezTo>
                    <a:pt x="14625" y="10190"/>
                    <a:pt x="12277" y="10610"/>
                    <a:pt x="10604" y="12124"/>
                  </a:cubicBezTo>
                  <a:lnTo>
                    <a:pt x="10557" y="12157"/>
                  </a:lnTo>
                  <a:lnTo>
                    <a:pt x="10537" y="12197"/>
                  </a:lnTo>
                  <a:cubicBezTo>
                    <a:pt x="10470" y="12331"/>
                    <a:pt x="8883" y="15271"/>
                    <a:pt x="9103" y="22573"/>
                  </a:cubicBezTo>
                  <a:cubicBezTo>
                    <a:pt x="8352" y="21846"/>
                    <a:pt x="6885" y="20717"/>
                    <a:pt x="5052" y="20717"/>
                  </a:cubicBezTo>
                  <a:cubicBezTo>
                    <a:pt x="4868" y="20717"/>
                    <a:pt x="4680" y="20728"/>
                    <a:pt x="4489" y="20753"/>
                  </a:cubicBezTo>
                  <a:cubicBezTo>
                    <a:pt x="3075" y="20933"/>
                    <a:pt x="1821" y="21733"/>
                    <a:pt x="1068" y="22940"/>
                  </a:cubicBezTo>
                  <a:cubicBezTo>
                    <a:pt x="121" y="24460"/>
                    <a:pt x="1" y="26474"/>
                    <a:pt x="734" y="28622"/>
                  </a:cubicBezTo>
                  <a:cubicBezTo>
                    <a:pt x="2054" y="32511"/>
                    <a:pt x="6646" y="34525"/>
                    <a:pt x="9895" y="34525"/>
                  </a:cubicBezTo>
                  <a:cubicBezTo>
                    <a:pt x="10144" y="34525"/>
                    <a:pt x="10386" y="34514"/>
                    <a:pt x="10617" y="34490"/>
                  </a:cubicBezTo>
                  <a:cubicBezTo>
                    <a:pt x="11004" y="35263"/>
                    <a:pt x="12551" y="38124"/>
                    <a:pt x="15405" y="40078"/>
                  </a:cubicBezTo>
                  <a:cubicBezTo>
                    <a:pt x="16979" y="41158"/>
                    <a:pt x="18592" y="42058"/>
                    <a:pt x="19759" y="42705"/>
                  </a:cubicBezTo>
                  <a:cubicBezTo>
                    <a:pt x="20926" y="43359"/>
                    <a:pt x="21947" y="43926"/>
                    <a:pt x="22140" y="44232"/>
                  </a:cubicBezTo>
                  <a:cubicBezTo>
                    <a:pt x="22480" y="44759"/>
                    <a:pt x="22807" y="45939"/>
                    <a:pt x="22427" y="48567"/>
                  </a:cubicBezTo>
                  <a:cubicBezTo>
                    <a:pt x="22087" y="50994"/>
                    <a:pt x="22027" y="52101"/>
                    <a:pt x="24241" y="53228"/>
                  </a:cubicBezTo>
                  <a:cubicBezTo>
                    <a:pt x="26008" y="54122"/>
                    <a:pt x="27748" y="54562"/>
                    <a:pt x="29589" y="54562"/>
                  </a:cubicBezTo>
                  <a:cubicBezTo>
                    <a:pt x="30282" y="54555"/>
                    <a:pt x="30976" y="54495"/>
                    <a:pt x="31656" y="54382"/>
                  </a:cubicBezTo>
                  <a:cubicBezTo>
                    <a:pt x="32449" y="54255"/>
                    <a:pt x="33043" y="54088"/>
                    <a:pt x="33463" y="53875"/>
                  </a:cubicBezTo>
                  <a:cubicBezTo>
                    <a:pt x="34677" y="53255"/>
                    <a:pt x="34457" y="52281"/>
                    <a:pt x="34257" y="51348"/>
                  </a:cubicBezTo>
                  <a:lnTo>
                    <a:pt x="34230" y="51234"/>
                  </a:lnTo>
                  <a:cubicBezTo>
                    <a:pt x="33883" y="49640"/>
                    <a:pt x="33796" y="46226"/>
                    <a:pt x="34317" y="45786"/>
                  </a:cubicBezTo>
                  <a:cubicBezTo>
                    <a:pt x="34443" y="45679"/>
                    <a:pt x="35124" y="45593"/>
                    <a:pt x="35777" y="45499"/>
                  </a:cubicBezTo>
                  <a:cubicBezTo>
                    <a:pt x="38124" y="45173"/>
                    <a:pt x="42512" y="44566"/>
                    <a:pt x="47033" y="41205"/>
                  </a:cubicBezTo>
                  <a:cubicBezTo>
                    <a:pt x="49814" y="39144"/>
                    <a:pt x="51561" y="35583"/>
                    <a:pt x="52261" y="30429"/>
                  </a:cubicBezTo>
                  <a:cubicBezTo>
                    <a:pt x="52962" y="25267"/>
                    <a:pt x="52335" y="20493"/>
                    <a:pt x="52015" y="18539"/>
                  </a:cubicBezTo>
                  <a:cubicBezTo>
                    <a:pt x="51688" y="16592"/>
                    <a:pt x="51001" y="14498"/>
                    <a:pt x="49981" y="12331"/>
                  </a:cubicBezTo>
                  <a:cubicBezTo>
                    <a:pt x="48354" y="8916"/>
                    <a:pt x="46153" y="5882"/>
                    <a:pt x="44753" y="4315"/>
                  </a:cubicBezTo>
                  <a:lnTo>
                    <a:pt x="44286" y="4662"/>
                  </a:lnTo>
                  <a:cubicBezTo>
                    <a:pt x="45226" y="6169"/>
                    <a:pt x="46213" y="7936"/>
                    <a:pt x="46493" y="8723"/>
                  </a:cubicBezTo>
                  <a:cubicBezTo>
                    <a:pt x="45404" y="8495"/>
                    <a:pt x="42425" y="7927"/>
                    <a:pt x="39214" y="7927"/>
                  </a:cubicBezTo>
                  <a:cubicBezTo>
                    <a:pt x="38767" y="7927"/>
                    <a:pt x="38316" y="7938"/>
                    <a:pt x="37864" y="7963"/>
                  </a:cubicBezTo>
                  <a:cubicBezTo>
                    <a:pt x="37598" y="7022"/>
                    <a:pt x="36491" y="3502"/>
                    <a:pt x="34583" y="1334"/>
                  </a:cubicBezTo>
                  <a:lnTo>
                    <a:pt x="33416" y="1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7" name="Google Shape;2100;p36"/>
            <p:cNvSpPr/>
            <p:nvPr/>
          </p:nvSpPr>
          <p:spPr>
            <a:xfrm>
              <a:off x="1227629" y="1627885"/>
              <a:ext cx="1402472" cy="1475166"/>
            </a:xfrm>
            <a:custGeom>
              <a:avLst/>
              <a:gdLst/>
              <a:ahLst/>
              <a:cxnLst/>
              <a:rect l="l" t="t" r="r" b="b"/>
              <a:pathLst>
                <a:path w="50142" h="52741" extrusionOk="0">
                  <a:moveTo>
                    <a:pt x="7710" y="21242"/>
                  </a:moveTo>
                  <a:cubicBezTo>
                    <a:pt x="8305" y="21242"/>
                    <a:pt x="8909" y="21394"/>
                    <a:pt x="9470" y="21733"/>
                  </a:cubicBezTo>
                  <a:cubicBezTo>
                    <a:pt x="11651" y="23060"/>
                    <a:pt x="11824" y="26781"/>
                    <a:pt x="10617" y="28762"/>
                  </a:cubicBezTo>
                  <a:cubicBezTo>
                    <a:pt x="10021" y="29727"/>
                    <a:pt x="8988" y="30533"/>
                    <a:pt x="7869" y="30533"/>
                  </a:cubicBezTo>
                  <a:cubicBezTo>
                    <a:pt x="7774" y="30533"/>
                    <a:pt x="7679" y="30527"/>
                    <a:pt x="7583" y="30515"/>
                  </a:cubicBezTo>
                  <a:cubicBezTo>
                    <a:pt x="6356" y="30369"/>
                    <a:pt x="5449" y="29248"/>
                    <a:pt x="4869" y="28148"/>
                  </a:cubicBezTo>
                  <a:cubicBezTo>
                    <a:pt x="4282" y="27048"/>
                    <a:pt x="3895" y="25914"/>
                    <a:pt x="3955" y="24714"/>
                  </a:cubicBezTo>
                  <a:cubicBezTo>
                    <a:pt x="4067" y="22742"/>
                    <a:pt x="5845" y="21242"/>
                    <a:pt x="7710" y="21242"/>
                  </a:cubicBezTo>
                  <a:close/>
                  <a:moveTo>
                    <a:pt x="34790" y="1"/>
                  </a:moveTo>
                  <a:cubicBezTo>
                    <a:pt x="34790" y="1"/>
                    <a:pt x="36077" y="3102"/>
                    <a:pt x="36324" y="6616"/>
                  </a:cubicBezTo>
                  <a:cubicBezTo>
                    <a:pt x="36324" y="6616"/>
                    <a:pt x="34426" y="6316"/>
                    <a:pt x="31429" y="6316"/>
                  </a:cubicBezTo>
                  <a:cubicBezTo>
                    <a:pt x="29804" y="6316"/>
                    <a:pt x="27857" y="6404"/>
                    <a:pt x="25715" y="6676"/>
                  </a:cubicBezTo>
                  <a:cubicBezTo>
                    <a:pt x="25715" y="6676"/>
                    <a:pt x="25141" y="3162"/>
                    <a:pt x="27148" y="1"/>
                  </a:cubicBezTo>
                  <a:lnTo>
                    <a:pt x="27148" y="1"/>
                  </a:lnTo>
                  <a:cubicBezTo>
                    <a:pt x="27022" y="141"/>
                    <a:pt x="24934" y="2495"/>
                    <a:pt x="24468" y="6502"/>
                  </a:cubicBezTo>
                  <a:cubicBezTo>
                    <a:pt x="24468" y="6502"/>
                    <a:pt x="20406" y="6883"/>
                    <a:pt x="17546" y="8430"/>
                  </a:cubicBezTo>
                  <a:cubicBezTo>
                    <a:pt x="17546" y="8430"/>
                    <a:pt x="17886" y="4295"/>
                    <a:pt x="22420" y="948"/>
                  </a:cubicBezTo>
                  <a:lnTo>
                    <a:pt x="22420" y="948"/>
                  </a:lnTo>
                  <a:cubicBezTo>
                    <a:pt x="22274" y="1014"/>
                    <a:pt x="17466" y="3068"/>
                    <a:pt x="15999" y="8830"/>
                  </a:cubicBezTo>
                  <a:cubicBezTo>
                    <a:pt x="15999" y="8830"/>
                    <a:pt x="13131" y="9103"/>
                    <a:pt x="11217" y="10810"/>
                  </a:cubicBezTo>
                  <a:cubicBezTo>
                    <a:pt x="11217" y="10810"/>
                    <a:pt x="9484" y="13938"/>
                    <a:pt x="9844" y="21826"/>
                  </a:cubicBezTo>
                  <a:cubicBezTo>
                    <a:pt x="9844" y="21826"/>
                    <a:pt x="8014" y="19480"/>
                    <a:pt x="5465" y="19480"/>
                  </a:cubicBezTo>
                  <a:cubicBezTo>
                    <a:pt x="5296" y="19480"/>
                    <a:pt x="5124" y="19491"/>
                    <a:pt x="4949" y="19513"/>
                  </a:cubicBezTo>
                  <a:cubicBezTo>
                    <a:pt x="2142" y="19873"/>
                    <a:pt x="1" y="22793"/>
                    <a:pt x="1435" y="27001"/>
                  </a:cubicBezTo>
                  <a:cubicBezTo>
                    <a:pt x="2735" y="30817"/>
                    <a:pt x="7221" y="32702"/>
                    <a:pt x="10313" y="32702"/>
                  </a:cubicBezTo>
                  <a:cubicBezTo>
                    <a:pt x="10631" y="32702"/>
                    <a:pt x="10934" y="32682"/>
                    <a:pt x="11217" y="32643"/>
                  </a:cubicBezTo>
                  <a:cubicBezTo>
                    <a:pt x="11217" y="32643"/>
                    <a:pt x="12771" y="36104"/>
                    <a:pt x="15999" y="38311"/>
                  </a:cubicBezTo>
                  <a:cubicBezTo>
                    <a:pt x="19219" y="40518"/>
                    <a:pt x="22354" y="41832"/>
                    <a:pt x="22814" y="42545"/>
                  </a:cubicBezTo>
                  <a:cubicBezTo>
                    <a:pt x="23274" y="43259"/>
                    <a:pt x="23487" y="44639"/>
                    <a:pt x="23141" y="47080"/>
                  </a:cubicBezTo>
                  <a:cubicBezTo>
                    <a:pt x="22787" y="49520"/>
                    <a:pt x="22800" y="50421"/>
                    <a:pt x="24788" y="51441"/>
                  </a:cubicBezTo>
                  <a:cubicBezTo>
                    <a:pt x="26305" y="52212"/>
                    <a:pt x="28011" y="52740"/>
                    <a:pt x="30032" y="52740"/>
                  </a:cubicBezTo>
                  <a:cubicBezTo>
                    <a:pt x="30668" y="52740"/>
                    <a:pt x="31334" y="52688"/>
                    <a:pt x="32036" y="52575"/>
                  </a:cubicBezTo>
                  <a:cubicBezTo>
                    <a:pt x="32823" y="52441"/>
                    <a:pt x="33377" y="52281"/>
                    <a:pt x="33757" y="52081"/>
                  </a:cubicBezTo>
                  <a:cubicBezTo>
                    <a:pt x="32910" y="51841"/>
                    <a:pt x="31970" y="51754"/>
                    <a:pt x="31089" y="51741"/>
                  </a:cubicBezTo>
                  <a:cubicBezTo>
                    <a:pt x="29182" y="51688"/>
                    <a:pt x="27022" y="51641"/>
                    <a:pt x="25755" y="50214"/>
                  </a:cubicBezTo>
                  <a:cubicBezTo>
                    <a:pt x="24107" y="48347"/>
                    <a:pt x="25034" y="45413"/>
                    <a:pt x="24368" y="43012"/>
                  </a:cubicBezTo>
                  <a:cubicBezTo>
                    <a:pt x="23814" y="40998"/>
                    <a:pt x="22174" y="39498"/>
                    <a:pt x="20953" y="37784"/>
                  </a:cubicBezTo>
                  <a:cubicBezTo>
                    <a:pt x="17332" y="32669"/>
                    <a:pt x="17646" y="25834"/>
                    <a:pt x="18119" y="19573"/>
                  </a:cubicBezTo>
                  <a:cubicBezTo>
                    <a:pt x="18399" y="15932"/>
                    <a:pt x="18873" y="11877"/>
                    <a:pt x="21673" y="9537"/>
                  </a:cubicBezTo>
                  <a:cubicBezTo>
                    <a:pt x="23941" y="7643"/>
                    <a:pt x="27135" y="7409"/>
                    <a:pt x="30089" y="7409"/>
                  </a:cubicBezTo>
                  <a:cubicBezTo>
                    <a:pt x="30186" y="7409"/>
                    <a:pt x="30283" y="7409"/>
                    <a:pt x="30380" y="7409"/>
                  </a:cubicBezTo>
                  <a:cubicBezTo>
                    <a:pt x="35141" y="7409"/>
                    <a:pt x="40146" y="7576"/>
                    <a:pt x="44793" y="8570"/>
                  </a:cubicBezTo>
                  <a:cubicBezTo>
                    <a:pt x="46327" y="8896"/>
                    <a:pt x="48214" y="9997"/>
                    <a:pt x="50141" y="10930"/>
                  </a:cubicBezTo>
                  <a:cubicBezTo>
                    <a:pt x="48407" y="7276"/>
                    <a:pt x="46113" y="4268"/>
                    <a:pt x="44960" y="2981"/>
                  </a:cubicBezTo>
                  <a:lnTo>
                    <a:pt x="44960" y="2981"/>
                  </a:lnTo>
                  <a:cubicBezTo>
                    <a:pt x="44960" y="2982"/>
                    <a:pt x="47380" y="6863"/>
                    <a:pt x="47287" y="7576"/>
                  </a:cubicBezTo>
                  <a:cubicBezTo>
                    <a:pt x="47287" y="7576"/>
                    <a:pt x="43675" y="6687"/>
                    <a:pt x="39653" y="6687"/>
                  </a:cubicBezTo>
                  <a:cubicBezTo>
                    <a:pt x="39132" y="6687"/>
                    <a:pt x="38605" y="6702"/>
                    <a:pt x="38078" y="6736"/>
                  </a:cubicBezTo>
                  <a:cubicBezTo>
                    <a:pt x="38078" y="6736"/>
                    <a:pt x="36938" y="2441"/>
                    <a:pt x="34790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8" name="Google Shape;2101;p36"/>
            <p:cNvSpPr/>
            <p:nvPr/>
          </p:nvSpPr>
          <p:spPr>
            <a:xfrm>
              <a:off x="1655514" y="2022374"/>
              <a:ext cx="23886" cy="198671"/>
            </a:xfrm>
            <a:custGeom>
              <a:avLst/>
              <a:gdLst/>
              <a:ahLst/>
              <a:cxnLst/>
              <a:rect l="l" t="t" r="r" b="b"/>
              <a:pathLst>
                <a:path w="854" h="7103" extrusionOk="0">
                  <a:moveTo>
                    <a:pt x="854" y="0"/>
                  </a:moveTo>
                  <a:lnTo>
                    <a:pt x="854" y="0"/>
                  </a:lnTo>
                  <a:cubicBezTo>
                    <a:pt x="314" y="1094"/>
                    <a:pt x="54" y="2321"/>
                    <a:pt x="34" y="3541"/>
                  </a:cubicBezTo>
                  <a:cubicBezTo>
                    <a:pt x="0" y="4768"/>
                    <a:pt x="247" y="5982"/>
                    <a:pt x="747" y="7102"/>
                  </a:cubicBezTo>
                  <a:cubicBezTo>
                    <a:pt x="447" y="5942"/>
                    <a:pt x="307" y="4742"/>
                    <a:pt x="320" y="3541"/>
                  </a:cubicBezTo>
                  <a:cubicBezTo>
                    <a:pt x="347" y="2341"/>
                    <a:pt x="527" y="1154"/>
                    <a:pt x="85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9" name="Google Shape;2102;p36"/>
            <p:cNvSpPr/>
            <p:nvPr/>
          </p:nvSpPr>
          <p:spPr>
            <a:xfrm>
              <a:off x="1661108" y="2282188"/>
              <a:ext cx="59352" cy="397873"/>
            </a:xfrm>
            <a:custGeom>
              <a:avLst/>
              <a:gdLst/>
              <a:ahLst/>
              <a:cxnLst/>
              <a:rect l="l" t="t" r="r" b="b"/>
              <a:pathLst>
                <a:path w="2122" h="14225" extrusionOk="0">
                  <a:moveTo>
                    <a:pt x="341" y="1"/>
                  </a:moveTo>
                  <a:cubicBezTo>
                    <a:pt x="0" y="2381"/>
                    <a:pt x="154" y="4822"/>
                    <a:pt x="534" y="7189"/>
                  </a:cubicBezTo>
                  <a:cubicBezTo>
                    <a:pt x="721" y="8383"/>
                    <a:pt x="954" y="9556"/>
                    <a:pt x="1214" y="10737"/>
                  </a:cubicBezTo>
                  <a:cubicBezTo>
                    <a:pt x="1354" y="11317"/>
                    <a:pt x="1481" y="11904"/>
                    <a:pt x="1641" y="12484"/>
                  </a:cubicBezTo>
                  <a:cubicBezTo>
                    <a:pt x="1801" y="13071"/>
                    <a:pt x="1954" y="13651"/>
                    <a:pt x="2121" y="14224"/>
                  </a:cubicBezTo>
                  <a:cubicBezTo>
                    <a:pt x="1901" y="13044"/>
                    <a:pt x="1654" y="11877"/>
                    <a:pt x="1441" y="10690"/>
                  </a:cubicBezTo>
                  <a:cubicBezTo>
                    <a:pt x="1221" y="9510"/>
                    <a:pt x="1001" y="8336"/>
                    <a:pt x="814" y="7149"/>
                  </a:cubicBezTo>
                  <a:cubicBezTo>
                    <a:pt x="441" y="4782"/>
                    <a:pt x="221" y="2401"/>
                    <a:pt x="34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0" name="Google Shape;2103;p36"/>
            <p:cNvSpPr/>
            <p:nvPr/>
          </p:nvSpPr>
          <p:spPr>
            <a:xfrm>
              <a:off x="1281163" y="2198837"/>
              <a:ext cx="76498" cy="115097"/>
            </a:xfrm>
            <a:custGeom>
              <a:avLst/>
              <a:gdLst/>
              <a:ahLst/>
              <a:cxnLst/>
              <a:rect l="l" t="t" r="r" b="b"/>
              <a:pathLst>
                <a:path w="2735" h="4115" extrusionOk="0">
                  <a:moveTo>
                    <a:pt x="2498" y="0"/>
                  </a:moveTo>
                  <a:cubicBezTo>
                    <a:pt x="2128" y="0"/>
                    <a:pt x="1752" y="179"/>
                    <a:pt x="1461" y="420"/>
                  </a:cubicBezTo>
                  <a:cubicBezTo>
                    <a:pt x="1121" y="720"/>
                    <a:pt x="834" y="1087"/>
                    <a:pt x="628" y="1493"/>
                  </a:cubicBezTo>
                  <a:cubicBezTo>
                    <a:pt x="208" y="2294"/>
                    <a:pt x="1" y="3221"/>
                    <a:pt x="121" y="4114"/>
                  </a:cubicBezTo>
                  <a:cubicBezTo>
                    <a:pt x="221" y="3247"/>
                    <a:pt x="481" y="2407"/>
                    <a:pt x="888" y="1634"/>
                  </a:cubicBezTo>
                  <a:cubicBezTo>
                    <a:pt x="1074" y="1247"/>
                    <a:pt x="1321" y="893"/>
                    <a:pt x="1621" y="587"/>
                  </a:cubicBezTo>
                  <a:cubicBezTo>
                    <a:pt x="1908" y="287"/>
                    <a:pt x="2288" y="46"/>
                    <a:pt x="2735" y="26"/>
                  </a:cubicBezTo>
                  <a:cubicBezTo>
                    <a:pt x="2657" y="9"/>
                    <a:pt x="2577" y="0"/>
                    <a:pt x="249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1" name="Google Shape;2104;p36"/>
            <p:cNvSpPr/>
            <p:nvPr/>
          </p:nvSpPr>
          <p:spPr>
            <a:xfrm>
              <a:off x="1305245" y="2405479"/>
              <a:ext cx="104664" cy="86008"/>
            </a:xfrm>
            <a:custGeom>
              <a:avLst/>
              <a:gdLst/>
              <a:ahLst/>
              <a:cxnLst/>
              <a:rect l="l" t="t" r="r" b="b"/>
              <a:pathLst>
                <a:path w="3742" h="3075" extrusionOk="0">
                  <a:moveTo>
                    <a:pt x="0" y="0"/>
                  </a:moveTo>
                  <a:cubicBezTo>
                    <a:pt x="400" y="734"/>
                    <a:pt x="907" y="1401"/>
                    <a:pt x="1507" y="1981"/>
                  </a:cubicBezTo>
                  <a:cubicBezTo>
                    <a:pt x="2121" y="2548"/>
                    <a:pt x="2894" y="3015"/>
                    <a:pt x="3741" y="3075"/>
                  </a:cubicBezTo>
                  <a:cubicBezTo>
                    <a:pt x="2961" y="2794"/>
                    <a:pt x="2307" y="2308"/>
                    <a:pt x="1707" y="1768"/>
                  </a:cubicBezTo>
                  <a:cubicBezTo>
                    <a:pt x="1107" y="1227"/>
                    <a:pt x="587" y="594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2" name="Google Shape;2105;p36"/>
            <p:cNvSpPr/>
            <p:nvPr/>
          </p:nvSpPr>
          <p:spPr>
            <a:xfrm>
              <a:off x="2755965" y="2157525"/>
              <a:ext cx="81337" cy="27886"/>
            </a:xfrm>
            <a:custGeom>
              <a:avLst/>
              <a:gdLst/>
              <a:ahLst/>
              <a:cxnLst/>
              <a:rect l="l" t="t" r="r" b="b"/>
              <a:pathLst>
                <a:path w="2908" h="997" extrusionOk="0">
                  <a:moveTo>
                    <a:pt x="1647" y="1"/>
                  </a:moveTo>
                  <a:cubicBezTo>
                    <a:pt x="1611" y="1"/>
                    <a:pt x="1576" y="2"/>
                    <a:pt x="1541" y="3"/>
                  </a:cubicBezTo>
                  <a:cubicBezTo>
                    <a:pt x="1241" y="30"/>
                    <a:pt x="941" y="103"/>
                    <a:pt x="667" y="223"/>
                  </a:cubicBezTo>
                  <a:cubicBezTo>
                    <a:pt x="380" y="336"/>
                    <a:pt x="147" y="550"/>
                    <a:pt x="0" y="823"/>
                  </a:cubicBezTo>
                  <a:cubicBezTo>
                    <a:pt x="214" y="637"/>
                    <a:pt x="474" y="503"/>
                    <a:pt x="747" y="436"/>
                  </a:cubicBezTo>
                  <a:cubicBezTo>
                    <a:pt x="1014" y="363"/>
                    <a:pt x="1281" y="316"/>
                    <a:pt x="1554" y="296"/>
                  </a:cubicBezTo>
                  <a:cubicBezTo>
                    <a:pt x="1615" y="289"/>
                    <a:pt x="1677" y="285"/>
                    <a:pt x="1738" y="285"/>
                  </a:cubicBezTo>
                  <a:cubicBezTo>
                    <a:pt x="1942" y="285"/>
                    <a:pt x="2144" y="328"/>
                    <a:pt x="2334" y="410"/>
                  </a:cubicBezTo>
                  <a:cubicBezTo>
                    <a:pt x="2581" y="523"/>
                    <a:pt x="2781" y="737"/>
                    <a:pt x="2881" y="997"/>
                  </a:cubicBezTo>
                  <a:cubicBezTo>
                    <a:pt x="2908" y="690"/>
                    <a:pt x="2714" y="396"/>
                    <a:pt x="2448" y="210"/>
                  </a:cubicBezTo>
                  <a:cubicBezTo>
                    <a:pt x="2211" y="50"/>
                    <a:pt x="1923" y="1"/>
                    <a:pt x="164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3" name="Google Shape;2106;p36"/>
            <p:cNvSpPr/>
            <p:nvPr/>
          </p:nvSpPr>
          <p:spPr>
            <a:xfrm>
              <a:off x="2756525" y="2309598"/>
              <a:ext cx="90847" cy="117166"/>
            </a:xfrm>
            <a:custGeom>
              <a:avLst/>
              <a:gdLst/>
              <a:ahLst/>
              <a:cxnLst/>
              <a:rect l="l" t="t" r="r" b="b"/>
              <a:pathLst>
                <a:path w="3248" h="4189" extrusionOk="0">
                  <a:moveTo>
                    <a:pt x="3248" y="1"/>
                  </a:moveTo>
                  <a:lnTo>
                    <a:pt x="3248" y="1"/>
                  </a:lnTo>
                  <a:cubicBezTo>
                    <a:pt x="2688" y="701"/>
                    <a:pt x="2161" y="1401"/>
                    <a:pt x="1627" y="2101"/>
                  </a:cubicBezTo>
                  <a:cubicBezTo>
                    <a:pt x="1094" y="2802"/>
                    <a:pt x="547" y="3475"/>
                    <a:pt x="0" y="4189"/>
                  </a:cubicBezTo>
                  <a:cubicBezTo>
                    <a:pt x="694" y="3628"/>
                    <a:pt x="1321" y="2982"/>
                    <a:pt x="1861" y="2275"/>
                  </a:cubicBezTo>
                  <a:cubicBezTo>
                    <a:pt x="2414" y="1575"/>
                    <a:pt x="2881" y="814"/>
                    <a:pt x="324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4" name="Google Shape;2107;p36"/>
            <p:cNvSpPr/>
            <p:nvPr/>
          </p:nvSpPr>
          <p:spPr>
            <a:xfrm>
              <a:off x="1769463" y="2696619"/>
              <a:ext cx="111377" cy="73897"/>
            </a:xfrm>
            <a:custGeom>
              <a:avLst/>
              <a:gdLst/>
              <a:ahLst/>
              <a:cxnLst/>
              <a:rect l="l" t="t" r="r" b="b"/>
              <a:pathLst>
                <a:path w="3982" h="2642" extrusionOk="0">
                  <a:moveTo>
                    <a:pt x="1" y="1"/>
                  </a:moveTo>
                  <a:lnTo>
                    <a:pt x="1" y="1"/>
                  </a:lnTo>
                  <a:cubicBezTo>
                    <a:pt x="328" y="768"/>
                    <a:pt x="914" y="1428"/>
                    <a:pt x="1615" y="1888"/>
                  </a:cubicBezTo>
                  <a:cubicBezTo>
                    <a:pt x="2315" y="2341"/>
                    <a:pt x="3148" y="2635"/>
                    <a:pt x="3982" y="2642"/>
                  </a:cubicBezTo>
                  <a:cubicBezTo>
                    <a:pt x="3202" y="2421"/>
                    <a:pt x="2455" y="2088"/>
                    <a:pt x="1775" y="1641"/>
                  </a:cubicBezTo>
                  <a:cubicBezTo>
                    <a:pt x="1101" y="1188"/>
                    <a:pt x="501" y="634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5" name="Google Shape;2108;p36"/>
            <p:cNvSpPr/>
            <p:nvPr/>
          </p:nvSpPr>
          <p:spPr>
            <a:xfrm>
              <a:off x="1906740" y="2807240"/>
              <a:ext cx="12894" cy="156688"/>
            </a:xfrm>
            <a:custGeom>
              <a:avLst/>
              <a:gdLst/>
              <a:ahLst/>
              <a:cxnLst/>
              <a:rect l="l" t="t" r="r" b="b"/>
              <a:pathLst>
                <a:path w="461" h="5602" extrusionOk="0">
                  <a:moveTo>
                    <a:pt x="1" y="0"/>
                  </a:moveTo>
                  <a:lnTo>
                    <a:pt x="1" y="0"/>
                  </a:lnTo>
                  <a:cubicBezTo>
                    <a:pt x="128" y="920"/>
                    <a:pt x="181" y="1854"/>
                    <a:pt x="148" y="2788"/>
                  </a:cubicBezTo>
                  <a:cubicBezTo>
                    <a:pt x="134" y="3721"/>
                    <a:pt x="54" y="4655"/>
                    <a:pt x="54" y="5602"/>
                  </a:cubicBezTo>
                  <a:cubicBezTo>
                    <a:pt x="288" y="4681"/>
                    <a:pt x="414" y="3741"/>
                    <a:pt x="441" y="2801"/>
                  </a:cubicBezTo>
                  <a:cubicBezTo>
                    <a:pt x="461" y="1854"/>
                    <a:pt x="361" y="880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6" name="Google Shape;2109;p36"/>
            <p:cNvSpPr/>
            <p:nvPr/>
          </p:nvSpPr>
          <p:spPr>
            <a:xfrm>
              <a:off x="2160400" y="2550951"/>
              <a:ext cx="50206" cy="22264"/>
            </a:xfrm>
            <a:custGeom>
              <a:avLst/>
              <a:gdLst/>
              <a:ahLst/>
              <a:cxnLst/>
              <a:rect l="l" t="t" r="r" b="b"/>
              <a:pathLst>
                <a:path w="1795" h="796" extrusionOk="0">
                  <a:moveTo>
                    <a:pt x="1" y="1"/>
                  </a:moveTo>
                  <a:lnTo>
                    <a:pt x="1" y="1"/>
                  </a:lnTo>
                  <a:cubicBezTo>
                    <a:pt x="348" y="498"/>
                    <a:pt x="916" y="795"/>
                    <a:pt x="1518" y="795"/>
                  </a:cubicBezTo>
                  <a:cubicBezTo>
                    <a:pt x="1610" y="795"/>
                    <a:pt x="1702" y="788"/>
                    <a:pt x="1795" y="774"/>
                  </a:cubicBezTo>
                  <a:cubicBezTo>
                    <a:pt x="1475" y="614"/>
                    <a:pt x="1195" y="494"/>
                    <a:pt x="901" y="374"/>
                  </a:cubicBezTo>
                  <a:cubicBezTo>
                    <a:pt x="608" y="261"/>
                    <a:pt x="328" y="114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7" name="Google Shape;2110;p36"/>
            <p:cNvSpPr/>
            <p:nvPr/>
          </p:nvSpPr>
          <p:spPr>
            <a:xfrm>
              <a:off x="2097552" y="1826752"/>
              <a:ext cx="130788" cy="20334"/>
            </a:xfrm>
            <a:custGeom>
              <a:avLst/>
              <a:gdLst/>
              <a:ahLst/>
              <a:cxnLst/>
              <a:rect l="l" t="t" r="r" b="b"/>
              <a:pathLst>
                <a:path w="4676" h="727" extrusionOk="0">
                  <a:moveTo>
                    <a:pt x="1790" y="1"/>
                  </a:moveTo>
                  <a:cubicBezTo>
                    <a:pt x="1180" y="1"/>
                    <a:pt x="575" y="101"/>
                    <a:pt x="1" y="293"/>
                  </a:cubicBezTo>
                  <a:cubicBezTo>
                    <a:pt x="326" y="270"/>
                    <a:pt x="654" y="260"/>
                    <a:pt x="983" y="260"/>
                  </a:cubicBezTo>
                  <a:cubicBezTo>
                    <a:pt x="1441" y="260"/>
                    <a:pt x="1900" y="280"/>
                    <a:pt x="2355" y="319"/>
                  </a:cubicBezTo>
                  <a:cubicBezTo>
                    <a:pt x="3135" y="399"/>
                    <a:pt x="3908" y="539"/>
                    <a:pt x="4675" y="726"/>
                  </a:cubicBezTo>
                  <a:cubicBezTo>
                    <a:pt x="3968" y="333"/>
                    <a:pt x="3188" y="99"/>
                    <a:pt x="2381" y="33"/>
                  </a:cubicBezTo>
                  <a:cubicBezTo>
                    <a:pt x="2184" y="11"/>
                    <a:pt x="1987" y="1"/>
                    <a:pt x="179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8" name="Google Shape;2111;p36"/>
            <p:cNvSpPr/>
            <p:nvPr/>
          </p:nvSpPr>
          <p:spPr>
            <a:xfrm>
              <a:off x="1903580" y="2990192"/>
              <a:ext cx="65506" cy="52136"/>
            </a:xfrm>
            <a:custGeom>
              <a:avLst/>
              <a:gdLst/>
              <a:ahLst/>
              <a:cxnLst/>
              <a:rect l="l" t="t" r="r" b="b"/>
              <a:pathLst>
                <a:path w="2342" h="1864" extrusionOk="0">
                  <a:moveTo>
                    <a:pt x="247" y="1"/>
                  </a:moveTo>
                  <a:lnTo>
                    <a:pt x="247" y="1"/>
                  </a:lnTo>
                  <a:cubicBezTo>
                    <a:pt x="40" y="208"/>
                    <a:pt x="0" y="561"/>
                    <a:pt x="80" y="848"/>
                  </a:cubicBezTo>
                  <a:cubicBezTo>
                    <a:pt x="174" y="1148"/>
                    <a:pt x="367" y="1401"/>
                    <a:pt x="634" y="1575"/>
                  </a:cubicBezTo>
                  <a:cubicBezTo>
                    <a:pt x="983" y="1790"/>
                    <a:pt x="1362" y="1863"/>
                    <a:pt x="1736" y="1863"/>
                  </a:cubicBezTo>
                  <a:cubicBezTo>
                    <a:pt x="1941" y="1863"/>
                    <a:pt x="2145" y="1841"/>
                    <a:pt x="2341" y="1808"/>
                  </a:cubicBezTo>
                  <a:cubicBezTo>
                    <a:pt x="1788" y="1675"/>
                    <a:pt x="1221" y="1615"/>
                    <a:pt x="787" y="1335"/>
                  </a:cubicBezTo>
                  <a:cubicBezTo>
                    <a:pt x="574" y="1195"/>
                    <a:pt x="407" y="995"/>
                    <a:pt x="301" y="768"/>
                  </a:cubicBezTo>
                  <a:cubicBezTo>
                    <a:pt x="174" y="528"/>
                    <a:pt x="154" y="248"/>
                    <a:pt x="24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9" name="Google Shape;2112;p36"/>
            <p:cNvSpPr/>
            <p:nvPr/>
          </p:nvSpPr>
          <p:spPr>
            <a:xfrm>
              <a:off x="1995909" y="3054355"/>
              <a:ext cx="70149" cy="10657"/>
            </a:xfrm>
            <a:custGeom>
              <a:avLst/>
              <a:gdLst/>
              <a:ahLst/>
              <a:cxnLst/>
              <a:rect l="l" t="t" r="r" b="b"/>
              <a:pathLst>
                <a:path w="2508" h="381" extrusionOk="0">
                  <a:moveTo>
                    <a:pt x="0" y="1"/>
                  </a:moveTo>
                  <a:cubicBezTo>
                    <a:pt x="374" y="208"/>
                    <a:pt x="801" y="334"/>
                    <a:pt x="1234" y="368"/>
                  </a:cubicBezTo>
                  <a:cubicBezTo>
                    <a:pt x="1326" y="376"/>
                    <a:pt x="1419" y="381"/>
                    <a:pt x="1511" y="381"/>
                  </a:cubicBezTo>
                  <a:cubicBezTo>
                    <a:pt x="1847" y="381"/>
                    <a:pt x="2184" y="324"/>
                    <a:pt x="2508" y="214"/>
                  </a:cubicBezTo>
                  <a:cubicBezTo>
                    <a:pt x="2074" y="141"/>
                    <a:pt x="1674" y="108"/>
                    <a:pt x="1254" y="74"/>
                  </a:cubicBezTo>
                  <a:cubicBezTo>
                    <a:pt x="841" y="41"/>
                    <a:pt x="440" y="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0" name="Google Shape;2113;p36"/>
            <p:cNvSpPr/>
            <p:nvPr/>
          </p:nvSpPr>
          <p:spPr>
            <a:xfrm>
              <a:off x="1304490" y="2253490"/>
              <a:ext cx="170114" cy="128522"/>
            </a:xfrm>
            <a:custGeom>
              <a:avLst/>
              <a:gdLst/>
              <a:ahLst/>
              <a:cxnLst/>
              <a:rect l="l" t="t" r="r" b="b"/>
              <a:pathLst>
                <a:path w="6082" h="4595" extrusionOk="0">
                  <a:moveTo>
                    <a:pt x="3718" y="1"/>
                  </a:moveTo>
                  <a:cubicBezTo>
                    <a:pt x="3306" y="1"/>
                    <a:pt x="2844" y="76"/>
                    <a:pt x="2334" y="273"/>
                  </a:cubicBezTo>
                  <a:cubicBezTo>
                    <a:pt x="27" y="1173"/>
                    <a:pt x="0" y="4174"/>
                    <a:pt x="0" y="4301"/>
                  </a:cubicBezTo>
                  <a:cubicBezTo>
                    <a:pt x="0" y="4461"/>
                    <a:pt x="134" y="4594"/>
                    <a:pt x="294" y="4594"/>
                  </a:cubicBezTo>
                  <a:cubicBezTo>
                    <a:pt x="454" y="4594"/>
                    <a:pt x="587" y="4461"/>
                    <a:pt x="587" y="4301"/>
                  </a:cubicBezTo>
                  <a:cubicBezTo>
                    <a:pt x="587" y="4274"/>
                    <a:pt x="614" y="1573"/>
                    <a:pt x="2548" y="813"/>
                  </a:cubicBezTo>
                  <a:cubicBezTo>
                    <a:pt x="2982" y="644"/>
                    <a:pt x="3374" y="579"/>
                    <a:pt x="3719" y="579"/>
                  </a:cubicBezTo>
                  <a:cubicBezTo>
                    <a:pt x="4600" y="579"/>
                    <a:pt x="5187" y="998"/>
                    <a:pt x="5455" y="1180"/>
                  </a:cubicBezTo>
                  <a:cubicBezTo>
                    <a:pt x="5557" y="1263"/>
                    <a:pt x="5659" y="1331"/>
                    <a:pt x="5777" y="1331"/>
                  </a:cubicBezTo>
                  <a:cubicBezTo>
                    <a:pt x="5821" y="1331"/>
                    <a:pt x="5867" y="1322"/>
                    <a:pt x="5915" y="1300"/>
                  </a:cubicBezTo>
                  <a:cubicBezTo>
                    <a:pt x="6015" y="1247"/>
                    <a:pt x="6075" y="1140"/>
                    <a:pt x="6082" y="1027"/>
                  </a:cubicBezTo>
                  <a:cubicBezTo>
                    <a:pt x="6082" y="880"/>
                    <a:pt x="5975" y="753"/>
                    <a:pt x="5829" y="733"/>
                  </a:cubicBezTo>
                  <a:lnTo>
                    <a:pt x="5789" y="706"/>
                  </a:lnTo>
                  <a:cubicBezTo>
                    <a:pt x="5500" y="504"/>
                    <a:pt x="4781" y="1"/>
                    <a:pt x="371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1" name="Google Shape;2114;p36"/>
            <p:cNvSpPr/>
            <p:nvPr/>
          </p:nvSpPr>
          <p:spPr>
            <a:xfrm>
              <a:off x="1330978" y="2252567"/>
              <a:ext cx="110817" cy="179987"/>
            </a:xfrm>
            <a:custGeom>
              <a:avLst/>
              <a:gdLst/>
              <a:ahLst/>
              <a:cxnLst/>
              <a:rect l="l" t="t" r="r" b="b"/>
              <a:pathLst>
                <a:path w="3962" h="6435" extrusionOk="0">
                  <a:moveTo>
                    <a:pt x="2757" y="1"/>
                  </a:moveTo>
                  <a:cubicBezTo>
                    <a:pt x="2673" y="1"/>
                    <a:pt x="2587" y="41"/>
                    <a:pt x="2521" y="139"/>
                  </a:cubicBezTo>
                  <a:cubicBezTo>
                    <a:pt x="2501" y="166"/>
                    <a:pt x="0" y="3240"/>
                    <a:pt x="3448" y="6361"/>
                  </a:cubicBezTo>
                  <a:cubicBezTo>
                    <a:pt x="3501" y="6408"/>
                    <a:pt x="3568" y="6434"/>
                    <a:pt x="3641" y="6434"/>
                  </a:cubicBezTo>
                  <a:cubicBezTo>
                    <a:pt x="3721" y="6434"/>
                    <a:pt x="3801" y="6401"/>
                    <a:pt x="3855" y="6341"/>
                  </a:cubicBezTo>
                  <a:cubicBezTo>
                    <a:pt x="3961" y="6221"/>
                    <a:pt x="3955" y="6034"/>
                    <a:pt x="3841" y="5928"/>
                  </a:cubicBezTo>
                  <a:cubicBezTo>
                    <a:pt x="814" y="3193"/>
                    <a:pt x="2881" y="613"/>
                    <a:pt x="2974" y="506"/>
                  </a:cubicBezTo>
                  <a:cubicBezTo>
                    <a:pt x="3192" y="283"/>
                    <a:pt x="2981" y="1"/>
                    <a:pt x="275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2" name="Google Shape;2115;p36"/>
            <p:cNvSpPr/>
            <p:nvPr/>
          </p:nvSpPr>
          <p:spPr>
            <a:xfrm>
              <a:off x="1391449" y="2500773"/>
              <a:ext cx="116299" cy="99517"/>
            </a:xfrm>
            <a:custGeom>
              <a:avLst/>
              <a:gdLst/>
              <a:ahLst/>
              <a:cxnLst/>
              <a:rect l="l" t="t" r="r" b="b"/>
              <a:pathLst>
                <a:path w="4158" h="3558" extrusionOk="0">
                  <a:moveTo>
                    <a:pt x="2378" y="1"/>
                  </a:moveTo>
                  <a:cubicBezTo>
                    <a:pt x="796" y="1"/>
                    <a:pt x="1" y="1910"/>
                    <a:pt x="1119" y="3035"/>
                  </a:cubicBezTo>
                  <a:cubicBezTo>
                    <a:pt x="1482" y="3396"/>
                    <a:pt x="1927" y="3558"/>
                    <a:pt x="2364" y="3558"/>
                  </a:cubicBezTo>
                  <a:cubicBezTo>
                    <a:pt x="3280" y="3558"/>
                    <a:pt x="4158" y="2844"/>
                    <a:pt x="4153" y="1768"/>
                  </a:cubicBezTo>
                  <a:cubicBezTo>
                    <a:pt x="4153" y="795"/>
                    <a:pt x="3360" y="1"/>
                    <a:pt x="2386" y="1"/>
                  </a:cubicBezTo>
                  <a:cubicBezTo>
                    <a:pt x="2383" y="1"/>
                    <a:pt x="2381" y="1"/>
                    <a:pt x="2378" y="1"/>
                  </a:cubicBezTo>
                  <a:close/>
                </a:path>
              </a:pathLst>
            </a:custGeom>
            <a:solidFill>
              <a:srgbClr val="B39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3" name="Google Shape;2116;p36"/>
            <p:cNvSpPr/>
            <p:nvPr/>
          </p:nvSpPr>
          <p:spPr>
            <a:xfrm>
              <a:off x="1386247" y="2496466"/>
              <a:ext cx="125306" cy="107489"/>
            </a:xfrm>
            <a:custGeom>
              <a:avLst/>
              <a:gdLst/>
              <a:ahLst/>
              <a:cxnLst/>
              <a:rect l="l" t="t" r="r" b="b"/>
              <a:pathLst>
                <a:path w="4480" h="3843" extrusionOk="0">
                  <a:moveTo>
                    <a:pt x="2564" y="295"/>
                  </a:moveTo>
                  <a:cubicBezTo>
                    <a:pt x="2567" y="295"/>
                    <a:pt x="2569" y="295"/>
                    <a:pt x="2572" y="295"/>
                  </a:cubicBezTo>
                  <a:cubicBezTo>
                    <a:pt x="3466" y="302"/>
                    <a:pt x="4193" y="1029"/>
                    <a:pt x="4193" y="1922"/>
                  </a:cubicBezTo>
                  <a:cubicBezTo>
                    <a:pt x="4188" y="2901"/>
                    <a:pt x="3384" y="3550"/>
                    <a:pt x="2549" y="3550"/>
                  </a:cubicBezTo>
                  <a:cubicBezTo>
                    <a:pt x="2149" y="3550"/>
                    <a:pt x="1742" y="3401"/>
                    <a:pt x="1412" y="3069"/>
                  </a:cubicBezTo>
                  <a:cubicBezTo>
                    <a:pt x="394" y="2044"/>
                    <a:pt x="1122" y="295"/>
                    <a:pt x="2564" y="295"/>
                  </a:cubicBezTo>
                  <a:close/>
                  <a:moveTo>
                    <a:pt x="2548" y="0"/>
                  </a:moveTo>
                  <a:cubicBezTo>
                    <a:pt x="2076" y="0"/>
                    <a:pt x="1596" y="176"/>
                    <a:pt x="1205" y="568"/>
                  </a:cubicBezTo>
                  <a:cubicBezTo>
                    <a:pt x="0" y="1780"/>
                    <a:pt x="862" y="3843"/>
                    <a:pt x="2564" y="3843"/>
                  </a:cubicBezTo>
                  <a:cubicBezTo>
                    <a:pt x="2567" y="3843"/>
                    <a:pt x="2569" y="3843"/>
                    <a:pt x="2572" y="3843"/>
                  </a:cubicBezTo>
                  <a:cubicBezTo>
                    <a:pt x="3626" y="3836"/>
                    <a:pt x="4479" y="2976"/>
                    <a:pt x="4479" y="1922"/>
                  </a:cubicBezTo>
                  <a:cubicBezTo>
                    <a:pt x="4479" y="767"/>
                    <a:pt x="3534" y="0"/>
                    <a:pt x="254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4" name="Google Shape;2117;p36"/>
            <p:cNvSpPr/>
            <p:nvPr/>
          </p:nvSpPr>
          <p:spPr>
            <a:xfrm>
              <a:off x="1424426" y="2532127"/>
              <a:ext cx="54290" cy="50122"/>
            </a:xfrm>
            <a:custGeom>
              <a:avLst/>
              <a:gdLst/>
              <a:ahLst/>
              <a:cxnLst/>
              <a:rect l="l" t="t" r="r" b="b"/>
              <a:pathLst>
                <a:path w="1941" h="1792" extrusionOk="0">
                  <a:moveTo>
                    <a:pt x="300" y="0"/>
                  </a:moveTo>
                  <a:lnTo>
                    <a:pt x="300" y="0"/>
                  </a:lnTo>
                  <a:cubicBezTo>
                    <a:pt x="0" y="414"/>
                    <a:pt x="74" y="1061"/>
                    <a:pt x="474" y="1454"/>
                  </a:cubicBezTo>
                  <a:cubicBezTo>
                    <a:pt x="700" y="1676"/>
                    <a:pt x="1008" y="1792"/>
                    <a:pt x="1307" y="1792"/>
                  </a:cubicBezTo>
                  <a:cubicBezTo>
                    <a:pt x="1538" y="1792"/>
                    <a:pt x="1764" y="1723"/>
                    <a:pt x="1941" y="1581"/>
                  </a:cubicBezTo>
                  <a:lnTo>
                    <a:pt x="1941" y="1581"/>
                  </a:lnTo>
                  <a:cubicBezTo>
                    <a:pt x="1824" y="1611"/>
                    <a:pt x="1709" y="1626"/>
                    <a:pt x="1597" y="1626"/>
                  </a:cubicBezTo>
                  <a:cubicBezTo>
                    <a:pt x="775" y="1626"/>
                    <a:pt x="107" y="857"/>
                    <a:pt x="3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5" name="Google Shape;2118;p36"/>
            <p:cNvSpPr/>
            <p:nvPr/>
          </p:nvSpPr>
          <p:spPr>
            <a:xfrm>
              <a:off x="2737505" y="2471684"/>
              <a:ext cx="18097" cy="53563"/>
            </a:xfrm>
            <a:custGeom>
              <a:avLst/>
              <a:gdLst/>
              <a:ahLst/>
              <a:cxnLst/>
              <a:rect l="l" t="t" r="r" b="b"/>
              <a:pathLst>
                <a:path w="647" h="1915" extrusionOk="0">
                  <a:moveTo>
                    <a:pt x="274" y="1"/>
                  </a:moveTo>
                  <a:lnTo>
                    <a:pt x="274" y="1"/>
                  </a:lnTo>
                  <a:cubicBezTo>
                    <a:pt x="247" y="347"/>
                    <a:pt x="234" y="648"/>
                    <a:pt x="194" y="968"/>
                  </a:cubicBezTo>
                  <a:cubicBezTo>
                    <a:pt x="147" y="1281"/>
                    <a:pt x="73" y="1574"/>
                    <a:pt x="0" y="1915"/>
                  </a:cubicBezTo>
                  <a:cubicBezTo>
                    <a:pt x="527" y="1421"/>
                    <a:pt x="647" y="621"/>
                    <a:pt x="27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6" name="Google Shape;2119;p36"/>
            <p:cNvSpPr/>
            <p:nvPr/>
          </p:nvSpPr>
          <p:spPr>
            <a:xfrm>
              <a:off x="1680015" y="2029143"/>
              <a:ext cx="502061" cy="353932"/>
            </a:xfrm>
            <a:custGeom>
              <a:avLst/>
              <a:gdLst/>
              <a:ahLst/>
              <a:cxnLst/>
              <a:rect l="l" t="t" r="r" b="b"/>
              <a:pathLst>
                <a:path w="17950" h="12654" extrusionOk="0">
                  <a:moveTo>
                    <a:pt x="8729" y="0"/>
                  </a:moveTo>
                  <a:cubicBezTo>
                    <a:pt x="903" y="0"/>
                    <a:pt x="1" y="12654"/>
                    <a:pt x="8717" y="12654"/>
                  </a:cubicBezTo>
                  <a:cubicBezTo>
                    <a:pt x="8819" y="12654"/>
                    <a:pt x="8922" y="12652"/>
                    <a:pt x="9027" y="12649"/>
                  </a:cubicBezTo>
                  <a:cubicBezTo>
                    <a:pt x="17949" y="12342"/>
                    <a:pt x="17169" y="305"/>
                    <a:pt x="9000" y="5"/>
                  </a:cubicBezTo>
                  <a:cubicBezTo>
                    <a:pt x="8909" y="2"/>
                    <a:pt x="8818" y="0"/>
                    <a:pt x="8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7" name="Google Shape;2120;p36"/>
            <p:cNvSpPr/>
            <p:nvPr/>
          </p:nvSpPr>
          <p:spPr>
            <a:xfrm>
              <a:off x="1634424" y="2014235"/>
              <a:ext cx="440975" cy="203006"/>
            </a:xfrm>
            <a:custGeom>
              <a:avLst/>
              <a:gdLst/>
              <a:ahLst/>
              <a:cxnLst/>
              <a:rect l="l" t="t" r="r" b="b"/>
              <a:pathLst>
                <a:path w="15766" h="7258" extrusionOk="0">
                  <a:moveTo>
                    <a:pt x="10214" y="0"/>
                  </a:moveTo>
                  <a:cubicBezTo>
                    <a:pt x="9781" y="0"/>
                    <a:pt x="9328" y="39"/>
                    <a:pt x="8857" y="125"/>
                  </a:cubicBezTo>
                  <a:cubicBezTo>
                    <a:pt x="4922" y="845"/>
                    <a:pt x="3568" y="3686"/>
                    <a:pt x="2742" y="5453"/>
                  </a:cubicBezTo>
                  <a:cubicBezTo>
                    <a:pt x="2159" y="6708"/>
                    <a:pt x="1021" y="6890"/>
                    <a:pt x="411" y="6890"/>
                  </a:cubicBezTo>
                  <a:cubicBezTo>
                    <a:pt x="162" y="6890"/>
                    <a:pt x="1" y="6860"/>
                    <a:pt x="1" y="6860"/>
                  </a:cubicBezTo>
                  <a:lnTo>
                    <a:pt x="1" y="6860"/>
                  </a:lnTo>
                  <a:cubicBezTo>
                    <a:pt x="999" y="7135"/>
                    <a:pt x="1785" y="7257"/>
                    <a:pt x="2404" y="7257"/>
                  </a:cubicBezTo>
                  <a:cubicBezTo>
                    <a:pt x="4020" y="7257"/>
                    <a:pt x="4512" y="6430"/>
                    <a:pt x="4729" y="5346"/>
                  </a:cubicBezTo>
                  <a:cubicBezTo>
                    <a:pt x="5029" y="3846"/>
                    <a:pt x="6603" y="1358"/>
                    <a:pt x="10277" y="1025"/>
                  </a:cubicBezTo>
                  <a:cubicBezTo>
                    <a:pt x="10513" y="1004"/>
                    <a:pt x="10741" y="994"/>
                    <a:pt x="10962" y="994"/>
                  </a:cubicBezTo>
                  <a:cubicBezTo>
                    <a:pt x="14182" y="994"/>
                    <a:pt x="15765" y="3126"/>
                    <a:pt x="15765" y="3126"/>
                  </a:cubicBezTo>
                  <a:cubicBezTo>
                    <a:pt x="15477" y="2092"/>
                    <a:pt x="13392" y="0"/>
                    <a:pt x="102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8" name="Google Shape;2121;p36"/>
            <p:cNvSpPr/>
            <p:nvPr/>
          </p:nvSpPr>
          <p:spPr>
            <a:xfrm>
              <a:off x="2308697" y="2061504"/>
              <a:ext cx="359722" cy="279504"/>
            </a:xfrm>
            <a:custGeom>
              <a:avLst/>
              <a:gdLst/>
              <a:ahLst/>
              <a:cxnLst/>
              <a:rect l="l" t="t" r="r" b="b"/>
              <a:pathLst>
                <a:path w="12861" h="9993" extrusionOk="0">
                  <a:moveTo>
                    <a:pt x="5942" y="1"/>
                  </a:moveTo>
                  <a:cubicBezTo>
                    <a:pt x="5762" y="1"/>
                    <a:pt x="5578" y="10"/>
                    <a:pt x="5388" y="28"/>
                  </a:cubicBezTo>
                  <a:cubicBezTo>
                    <a:pt x="1507" y="409"/>
                    <a:pt x="0" y="4156"/>
                    <a:pt x="1027" y="6937"/>
                  </a:cubicBezTo>
                  <a:cubicBezTo>
                    <a:pt x="1567" y="8404"/>
                    <a:pt x="2794" y="9598"/>
                    <a:pt x="4742" y="9904"/>
                  </a:cubicBezTo>
                  <a:cubicBezTo>
                    <a:pt x="5108" y="9965"/>
                    <a:pt x="5480" y="9992"/>
                    <a:pt x="5852" y="9992"/>
                  </a:cubicBezTo>
                  <a:cubicBezTo>
                    <a:pt x="5893" y="9992"/>
                    <a:pt x="5934" y="9992"/>
                    <a:pt x="5975" y="9991"/>
                  </a:cubicBezTo>
                  <a:cubicBezTo>
                    <a:pt x="12861" y="9803"/>
                    <a:pt x="11859" y="1"/>
                    <a:pt x="59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9" name="Google Shape;2122;p36"/>
            <p:cNvSpPr/>
            <p:nvPr/>
          </p:nvSpPr>
          <p:spPr>
            <a:xfrm>
              <a:off x="2351603" y="2049645"/>
              <a:ext cx="346185" cy="149891"/>
            </a:xfrm>
            <a:custGeom>
              <a:avLst/>
              <a:gdLst/>
              <a:ahLst/>
              <a:cxnLst/>
              <a:rect l="l" t="t" r="r" b="b"/>
              <a:pathLst>
                <a:path w="12377" h="5359" extrusionOk="0">
                  <a:moveTo>
                    <a:pt x="4480" y="1"/>
                  </a:moveTo>
                  <a:cubicBezTo>
                    <a:pt x="1822" y="1"/>
                    <a:pt x="184" y="1868"/>
                    <a:pt x="0" y="2726"/>
                  </a:cubicBezTo>
                  <a:cubicBezTo>
                    <a:pt x="0" y="2726"/>
                    <a:pt x="1229" y="816"/>
                    <a:pt x="3948" y="816"/>
                  </a:cubicBezTo>
                  <a:cubicBezTo>
                    <a:pt x="4012" y="816"/>
                    <a:pt x="4076" y="817"/>
                    <a:pt x="4141" y="819"/>
                  </a:cubicBezTo>
                  <a:cubicBezTo>
                    <a:pt x="7002" y="913"/>
                    <a:pt x="8342" y="2786"/>
                    <a:pt x="8642" y="3953"/>
                  </a:cubicBezTo>
                  <a:cubicBezTo>
                    <a:pt x="8848" y="4751"/>
                    <a:pt x="9237" y="5359"/>
                    <a:pt x="10338" y="5359"/>
                  </a:cubicBezTo>
                  <a:cubicBezTo>
                    <a:pt x="10847" y="5359"/>
                    <a:pt x="11510" y="5229"/>
                    <a:pt x="12377" y="4927"/>
                  </a:cubicBezTo>
                  <a:lnTo>
                    <a:pt x="12377" y="4927"/>
                  </a:lnTo>
                  <a:cubicBezTo>
                    <a:pt x="12377" y="4927"/>
                    <a:pt x="12194" y="4973"/>
                    <a:pt x="11927" y="4973"/>
                  </a:cubicBezTo>
                  <a:cubicBezTo>
                    <a:pt x="11436" y="4973"/>
                    <a:pt x="10658" y="4819"/>
                    <a:pt x="10196" y="3947"/>
                  </a:cubicBezTo>
                  <a:cubicBezTo>
                    <a:pt x="9476" y="2593"/>
                    <a:pt x="8289" y="419"/>
                    <a:pt x="5201" y="46"/>
                  </a:cubicBezTo>
                  <a:cubicBezTo>
                    <a:pt x="4953" y="15"/>
                    <a:pt x="4712" y="1"/>
                    <a:pt x="44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0" name="Google Shape;2123;p36"/>
            <p:cNvSpPr/>
            <p:nvPr/>
          </p:nvSpPr>
          <p:spPr>
            <a:xfrm>
              <a:off x="1799699" y="2148799"/>
              <a:ext cx="261743" cy="225438"/>
            </a:xfrm>
            <a:custGeom>
              <a:avLst/>
              <a:gdLst/>
              <a:ahLst/>
              <a:cxnLst/>
              <a:rect l="l" t="t" r="r" b="b"/>
              <a:pathLst>
                <a:path w="9358" h="8060" extrusionOk="0">
                  <a:moveTo>
                    <a:pt x="4741" y="1"/>
                  </a:moveTo>
                  <a:cubicBezTo>
                    <a:pt x="4717" y="1"/>
                    <a:pt x="4693" y="1"/>
                    <a:pt x="4668" y="2"/>
                  </a:cubicBezTo>
                  <a:cubicBezTo>
                    <a:pt x="133" y="82"/>
                    <a:pt x="0" y="7897"/>
                    <a:pt x="4668" y="8057"/>
                  </a:cubicBezTo>
                  <a:cubicBezTo>
                    <a:pt x="4713" y="8059"/>
                    <a:pt x="4757" y="8059"/>
                    <a:pt x="4800" y="8059"/>
                  </a:cubicBezTo>
                  <a:cubicBezTo>
                    <a:pt x="9313" y="8059"/>
                    <a:pt x="9357" y="1"/>
                    <a:pt x="474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1" name="Google Shape;2124;p36"/>
            <p:cNvSpPr/>
            <p:nvPr/>
          </p:nvSpPr>
          <p:spPr>
            <a:xfrm>
              <a:off x="2332947" y="2148631"/>
              <a:ext cx="196909" cy="189916"/>
            </a:xfrm>
            <a:custGeom>
              <a:avLst/>
              <a:gdLst/>
              <a:ahLst/>
              <a:cxnLst/>
              <a:rect l="l" t="t" r="r" b="b"/>
              <a:pathLst>
                <a:path w="7040" h="6790" extrusionOk="0">
                  <a:moveTo>
                    <a:pt x="3143" y="1"/>
                  </a:moveTo>
                  <a:cubicBezTo>
                    <a:pt x="3124" y="1"/>
                    <a:pt x="3106" y="1"/>
                    <a:pt x="3088" y="1"/>
                  </a:cubicBezTo>
                  <a:cubicBezTo>
                    <a:pt x="994" y="41"/>
                    <a:pt x="0" y="2001"/>
                    <a:pt x="160" y="3822"/>
                  </a:cubicBezTo>
                  <a:cubicBezTo>
                    <a:pt x="700" y="5289"/>
                    <a:pt x="1927" y="6483"/>
                    <a:pt x="3875" y="6789"/>
                  </a:cubicBezTo>
                  <a:cubicBezTo>
                    <a:pt x="7040" y="6033"/>
                    <a:pt x="6831" y="1"/>
                    <a:pt x="314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2" name="Google Shape;2125;p36"/>
            <p:cNvSpPr/>
            <p:nvPr/>
          </p:nvSpPr>
          <p:spPr>
            <a:xfrm>
              <a:off x="2245849" y="2049421"/>
              <a:ext cx="165443" cy="378210"/>
            </a:xfrm>
            <a:custGeom>
              <a:avLst/>
              <a:gdLst/>
              <a:ahLst/>
              <a:cxnLst/>
              <a:rect l="l" t="t" r="r" b="b"/>
              <a:pathLst>
                <a:path w="5915" h="13522" extrusionOk="0">
                  <a:moveTo>
                    <a:pt x="1080" y="0"/>
                  </a:moveTo>
                  <a:lnTo>
                    <a:pt x="1080" y="0"/>
                  </a:lnTo>
                  <a:cubicBezTo>
                    <a:pt x="747" y="714"/>
                    <a:pt x="494" y="1467"/>
                    <a:pt x="320" y="2234"/>
                  </a:cubicBezTo>
                  <a:cubicBezTo>
                    <a:pt x="147" y="3008"/>
                    <a:pt x="47" y="3801"/>
                    <a:pt x="33" y="4595"/>
                  </a:cubicBezTo>
                  <a:cubicBezTo>
                    <a:pt x="0" y="6175"/>
                    <a:pt x="280" y="7822"/>
                    <a:pt x="1154" y="9223"/>
                  </a:cubicBezTo>
                  <a:cubicBezTo>
                    <a:pt x="1380" y="9576"/>
                    <a:pt x="1647" y="9896"/>
                    <a:pt x="1967" y="10176"/>
                  </a:cubicBezTo>
                  <a:cubicBezTo>
                    <a:pt x="2127" y="10316"/>
                    <a:pt x="2314" y="10436"/>
                    <a:pt x="2507" y="10536"/>
                  </a:cubicBezTo>
                  <a:cubicBezTo>
                    <a:pt x="2607" y="10590"/>
                    <a:pt x="2714" y="10637"/>
                    <a:pt x="2821" y="10670"/>
                  </a:cubicBezTo>
                  <a:lnTo>
                    <a:pt x="3134" y="10743"/>
                  </a:lnTo>
                  <a:cubicBezTo>
                    <a:pt x="3541" y="10810"/>
                    <a:pt x="3934" y="10843"/>
                    <a:pt x="4308" y="10897"/>
                  </a:cubicBezTo>
                  <a:cubicBezTo>
                    <a:pt x="4681" y="10943"/>
                    <a:pt x="5075" y="11010"/>
                    <a:pt x="5308" y="11163"/>
                  </a:cubicBezTo>
                  <a:cubicBezTo>
                    <a:pt x="5542" y="11310"/>
                    <a:pt x="5542" y="11630"/>
                    <a:pt x="5382" y="11944"/>
                  </a:cubicBezTo>
                  <a:cubicBezTo>
                    <a:pt x="5221" y="12264"/>
                    <a:pt x="4941" y="12524"/>
                    <a:pt x="4641" y="12737"/>
                  </a:cubicBezTo>
                  <a:cubicBezTo>
                    <a:pt x="4008" y="13177"/>
                    <a:pt x="3274" y="13451"/>
                    <a:pt x="2507" y="13511"/>
                  </a:cubicBezTo>
                  <a:cubicBezTo>
                    <a:pt x="2605" y="13518"/>
                    <a:pt x="2703" y="13522"/>
                    <a:pt x="2801" y="13522"/>
                  </a:cubicBezTo>
                  <a:cubicBezTo>
                    <a:pt x="3502" y="13522"/>
                    <a:pt x="4193" y="13334"/>
                    <a:pt x="4801" y="12977"/>
                  </a:cubicBezTo>
                  <a:cubicBezTo>
                    <a:pt x="5141" y="12770"/>
                    <a:pt x="5475" y="12510"/>
                    <a:pt x="5708" y="12137"/>
                  </a:cubicBezTo>
                  <a:cubicBezTo>
                    <a:pt x="5842" y="11950"/>
                    <a:pt x="5915" y="11717"/>
                    <a:pt x="5915" y="11490"/>
                  </a:cubicBezTo>
                  <a:cubicBezTo>
                    <a:pt x="5915" y="11223"/>
                    <a:pt x="5795" y="10977"/>
                    <a:pt x="5588" y="10810"/>
                  </a:cubicBezTo>
                  <a:cubicBezTo>
                    <a:pt x="5188" y="10503"/>
                    <a:pt x="4775" y="10443"/>
                    <a:pt x="4381" y="10383"/>
                  </a:cubicBezTo>
                  <a:cubicBezTo>
                    <a:pt x="3988" y="10330"/>
                    <a:pt x="3608" y="10276"/>
                    <a:pt x="3241" y="10203"/>
                  </a:cubicBezTo>
                  <a:cubicBezTo>
                    <a:pt x="2567" y="10090"/>
                    <a:pt x="2041" y="9530"/>
                    <a:pt x="1647" y="8909"/>
                  </a:cubicBezTo>
                  <a:cubicBezTo>
                    <a:pt x="847" y="7656"/>
                    <a:pt x="540" y="6102"/>
                    <a:pt x="480" y="4588"/>
                  </a:cubicBezTo>
                  <a:cubicBezTo>
                    <a:pt x="447" y="3034"/>
                    <a:pt x="647" y="1487"/>
                    <a:pt x="108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3" name="Google Shape;2126;p36"/>
            <p:cNvSpPr/>
            <p:nvPr/>
          </p:nvSpPr>
          <p:spPr>
            <a:xfrm>
              <a:off x="2256058" y="2399606"/>
              <a:ext cx="36613" cy="15635"/>
            </a:xfrm>
            <a:custGeom>
              <a:avLst/>
              <a:gdLst/>
              <a:ahLst/>
              <a:cxnLst/>
              <a:rect l="l" t="t" r="r" b="b"/>
              <a:pathLst>
                <a:path w="1309" h="559" extrusionOk="0">
                  <a:moveTo>
                    <a:pt x="615" y="0"/>
                  </a:moveTo>
                  <a:cubicBezTo>
                    <a:pt x="400" y="0"/>
                    <a:pt x="198" y="61"/>
                    <a:pt x="122" y="204"/>
                  </a:cubicBezTo>
                  <a:cubicBezTo>
                    <a:pt x="0" y="414"/>
                    <a:pt x="465" y="559"/>
                    <a:pt x="848" y="559"/>
                  </a:cubicBezTo>
                  <a:cubicBezTo>
                    <a:pt x="1095" y="559"/>
                    <a:pt x="1309" y="498"/>
                    <a:pt x="1309" y="357"/>
                  </a:cubicBezTo>
                  <a:cubicBezTo>
                    <a:pt x="1309" y="143"/>
                    <a:pt x="945" y="0"/>
                    <a:pt x="61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4" name="Google Shape;2127;p36"/>
            <p:cNvSpPr/>
            <p:nvPr/>
          </p:nvSpPr>
          <p:spPr>
            <a:xfrm>
              <a:off x="2230549" y="2383103"/>
              <a:ext cx="12531" cy="32110"/>
            </a:xfrm>
            <a:custGeom>
              <a:avLst/>
              <a:gdLst/>
              <a:ahLst/>
              <a:cxnLst/>
              <a:rect l="l" t="t" r="r" b="b"/>
              <a:pathLst>
                <a:path w="448" h="1148" extrusionOk="0">
                  <a:moveTo>
                    <a:pt x="447" y="0"/>
                  </a:moveTo>
                  <a:lnTo>
                    <a:pt x="447" y="0"/>
                  </a:lnTo>
                  <a:cubicBezTo>
                    <a:pt x="320" y="27"/>
                    <a:pt x="214" y="100"/>
                    <a:pt x="134" y="200"/>
                  </a:cubicBezTo>
                  <a:cubicBezTo>
                    <a:pt x="47" y="307"/>
                    <a:pt x="0" y="440"/>
                    <a:pt x="0" y="574"/>
                  </a:cubicBezTo>
                  <a:cubicBezTo>
                    <a:pt x="0" y="707"/>
                    <a:pt x="47" y="840"/>
                    <a:pt x="127" y="947"/>
                  </a:cubicBezTo>
                  <a:cubicBezTo>
                    <a:pt x="207" y="1047"/>
                    <a:pt x="320" y="1120"/>
                    <a:pt x="447" y="1147"/>
                  </a:cubicBezTo>
                  <a:cubicBezTo>
                    <a:pt x="354" y="914"/>
                    <a:pt x="287" y="740"/>
                    <a:pt x="287" y="574"/>
                  </a:cubicBezTo>
                  <a:cubicBezTo>
                    <a:pt x="294" y="487"/>
                    <a:pt x="307" y="400"/>
                    <a:pt x="334" y="314"/>
                  </a:cubicBezTo>
                  <a:cubicBezTo>
                    <a:pt x="360" y="214"/>
                    <a:pt x="400" y="114"/>
                    <a:pt x="44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5" name="Google Shape;2128;p36"/>
            <p:cNvSpPr/>
            <p:nvPr/>
          </p:nvSpPr>
          <p:spPr>
            <a:xfrm>
              <a:off x="2111537" y="2461419"/>
              <a:ext cx="208572" cy="100804"/>
            </a:xfrm>
            <a:custGeom>
              <a:avLst/>
              <a:gdLst/>
              <a:ahLst/>
              <a:cxnLst/>
              <a:rect l="l" t="t" r="r" b="b"/>
              <a:pathLst>
                <a:path w="7457" h="3604" extrusionOk="0">
                  <a:moveTo>
                    <a:pt x="1" y="1"/>
                  </a:moveTo>
                  <a:lnTo>
                    <a:pt x="1" y="1"/>
                  </a:lnTo>
                  <a:cubicBezTo>
                    <a:pt x="314" y="661"/>
                    <a:pt x="788" y="1235"/>
                    <a:pt x="1321" y="1735"/>
                  </a:cubicBezTo>
                  <a:cubicBezTo>
                    <a:pt x="1861" y="2242"/>
                    <a:pt x="2481" y="2655"/>
                    <a:pt x="3155" y="2968"/>
                  </a:cubicBezTo>
                  <a:cubicBezTo>
                    <a:pt x="3322" y="3048"/>
                    <a:pt x="3488" y="3122"/>
                    <a:pt x="3668" y="3182"/>
                  </a:cubicBezTo>
                  <a:cubicBezTo>
                    <a:pt x="3842" y="3242"/>
                    <a:pt x="4015" y="3315"/>
                    <a:pt x="4189" y="3362"/>
                  </a:cubicBezTo>
                  <a:cubicBezTo>
                    <a:pt x="4555" y="3442"/>
                    <a:pt x="4915" y="3542"/>
                    <a:pt x="5282" y="3562"/>
                  </a:cubicBezTo>
                  <a:cubicBezTo>
                    <a:pt x="5490" y="3590"/>
                    <a:pt x="5699" y="3603"/>
                    <a:pt x="5907" y="3603"/>
                  </a:cubicBezTo>
                  <a:cubicBezTo>
                    <a:pt x="6432" y="3603"/>
                    <a:pt x="6954" y="3521"/>
                    <a:pt x="7456" y="3402"/>
                  </a:cubicBezTo>
                  <a:cubicBezTo>
                    <a:pt x="6736" y="3328"/>
                    <a:pt x="6036" y="3282"/>
                    <a:pt x="5356" y="3115"/>
                  </a:cubicBezTo>
                  <a:cubicBezTo>
                    <a:pt x="4682" y="2968"/>
                    <a:pt x="4022" y="2742"/>
                    <a:pt x="3402" y="2442"/>
                  </a:cubicBezTo>
                  <a:cubicBezTo>
                    <a:pt x="2768" y="2155"/>
                    <a:pt x="2175" y="1801"/>
                    <a:pt x="1615" y="1395"/>
                  </a:cubicBezTo>
                  <a:cubicBezTo>
                    <a:pt x="1041" y="968"/>
                    <a:pt x="501" y="501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6" name="Google Shape;2129;p36"/>
            <p:cNvSpPr/>
            <p:nvPr/>
          </p:nvSpPr>
          <p:spPr>
            <a:xfrm>
              <a:off x="1627712" y="2374153"/>
              <a:ext cx="247171" cy="219173"/>
            </a:xfrm>
            <a:custGeom>
              <a:avLst/>
              <a:gdLst/>
              <a:ahLst/>
              <a:cxnLst/>
              <a:rect l="l" t="t" r="r" b="b"/>
              <a:pathLst>
                <a:path w="8837" h="7836" extrusionOk="0">
                  <a:moveTo>
                    <a:pt x="4415" y="0"/>
                  </a:moveTo>
                  <a:cubicBezTo>
                    <a:pt x="1975" y="0"/>
                    <a:pt x="1" y="1754"/>
                    <a:pt x="1" y="3921"/>
                  </a:cubicBezTo>
                  <a:cubicBezTo>
                    <a:pt x="1" y="6082"/>
                    <a:pt x="1975" y="7836"/>
                    <a:pt x="4415" y="7836"/>
                  </a:cubicBezTo>
                  <a:cubicBezTo>
                    <a:pt x="6856" y="7836"/>
                    <a:pt x="8837" y="6082"/>
                    <a:pt x="8837" y="3921"/>
                  </a:cubicBezTo>
                  <a:cubicBezTo>
                    <a:pt x="8837" y="1754"/>
                    <a:pt x="6856" y="0"/>
                    <a:pt x="4415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7" name="Google Shape;2130;p36"/>
            <p:cNvSpPr/>
            <p:nvPr/>
          </p:nvSpPr>
          <p:spPr>
            <a:xfrm>
              <a:off x="2503424" y="2352141"/>
              <a:ext cx="213020" cy="188770"/>
            </a:xfrm>
            <a:custGeom>
              <a:avLst/>
              <a:gdLst/>
              <a:ahLst/>
              <a:cxnLst/>
              <a:rect l="l" t="t" r="r" b="b"/>
              <a:pathLst>
                <a:path w="7616" h="6749" extrusionOk="0">
                  <a:moveTo>
                    <a:pt x="3808" y="0"/>
                  </a:moveTo>
                  <a:cubicBezTo>
                    <a:pt x="1707" y="0"/>
                    <a:pt x="0" y="1507"/>
                    <a:pt x="0" y="3374"/>
                  </a:cubicBezTo>
                  <a:cubicBezTo>
                    <a:pt x="0" y="5235"/>
                    <a:pt x="1707" y="6749"/>
                    <a:pt x="3808" y="6749"/>
                  </a:cubicBezTo>
                  <a:cubicBezTo>
                    <a:pt x="5908" y="6749"/>
                    <a:pt x="7616" y="5235"/>
                    <a:pt x="7616" y="3374"/>
                  </a:cubicBezTo>
                  <a:cubicBezTo>
                    <a:pt x="7616" y="1507"/>
                    <a:pt x="5908" y="0"/>
                    <a:pt x="3808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8" name="Google Shape;2131;p36"/>
            <p:cNvSpPr/>
            <p:nvPr/>
          </p:nvSpPr>
          <p:spPr>
            <a:xfrm>
              <a:off x="1688211" y="1847310"/>
              <a:ext cx="393706" cy="150003"/>
            </a:xfrm>
            <a:custGeom>
              <a:avLst/>
              <a:gdLst/>
              <a:ahLst/>
              <a:cxnLst/>
              <a:rect l="l" t="t" r="r" b="b"/>
              <a:pathLst>
                <a:path w="14076" h="5363" extrusionOk="0">
                  <a:moveTo>
                    <a:pt x="10533" y="1"/>
                  </a:moveTo>
                  <a:cubicBezTo>
                    <a:pt x="9142" y="1"/>
                    <a:pt x="7631" y="165"/>
                    <a:pt x="6674" y="365"/>
                  </a:cubicBezTo>
                  <a:cubicBezTo>
                    <a:pt x="4586" y="798"/>
                    <a:pt x="2579" y="2145"/>
                    <a:pt x="1232" y="3452"/>
                  </a:cubicBezTo>
                  <a:cubicBezTo>
                    <a:pt x="80" y="4564"/>
                    <a:pt x="0" y="5362"/>
                    <a:pt x="564" y="5362"/>
                  </a:cubicBezTo>
                  <a:cubicBezTo>
                    <a:pt x="663" y="5362"/>
                    <a:pt x="782" y="5338"/>
                    <a:pt x="919" y="5286"/>
                  </a:cubicBezTo>
                  <a:cubicBezTo>
                    <a:pt x="1839" y="4932"/>
                    <a:pt x="4053" y="3225"/>
                    <a:pt x="6674" y="2885"/>
                  </a:cubicBezTo>
                  <a:cubicBezTo>
                    <a:pt x="9288" y="2545"/>
                    <a:pt x="13022" y="2672"/>
                    <a:pt x="13549" y="2545"/>
                  </a:cubicBezTo>
                  <a:cubicBezTo>
                    <a:pt x="14075" y="2412"/>
                    <a:pt x="14015" y="1411"/>
                    <a:pt x="13842" y="885"/>
                  </a:cubicBezTo>
                  <a:cubicBezTo>
                    <a:pt x="13626" y="226"/>
                    <a:pt x="12162" y="1"/>
                    <a:pt x="10533" y="1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9" name="Google Shape;2132;p36"/>
            <p:cNvSpPr/>
            <p:nvPr/>
          </p:nvSpPr>
          <p:spPr>
            <a:xfrm>
              <a:off x="1681050" y="1839227"/>
              <a:ext cx="408698" cy="166198"/>
            </a:xfrm>
            <a:custGeom>
              <a:avLst/>
              <a:gdLst/>
              <a:ahLst/>
              <a:cxnLst/>
              <a:rect l="l" t="t" r="r" b="b"/>
              <a:pathLst>
                <a:path w="14612" h="5942" extrusionOk="0">
                  <a:moveTo>
                    <a:pt x="10537" y="574"/>
                  </a:moveTo>
                  <a:cubicBezTo>
                    <a:pt x="12344" y="574"/>
                    <a:pt x="13698" y="880"/>
                    <a:pt x="13818" y="1260"/>
                  </a:cubicBezTo>
                  <a:cubicBezTo>
                    <a:pt x="13945" y="1627"/>
                    <a:pt x="13978" y="2194"/>
                    <a:pt x="13838" y="2447"/>
                  </a:cubicBezTo>
                  <a:cubicBezTo>
                    <a:pt x="13818" y="2494"/>
                    <a:pt x="13785" y="2527"/>
                    <a:pt x="13738" y="2547"/>
                  </a:cubicBezTo>
                  <a:cubicBezTo>
                    <a:pt x="13565" y="2587"/>
                    <a:pt x="12804" y="2594"/>
                    <a:pt x="11998" y="2614"/>
                  </a:cubicBezTo>
                  <a:cubicBezTo>
                    <a:pt x="10530" y="2641"/>
                    <a:pt x="8510" y="2674"/>
                    <a:pt x="6896" y="2887"/>
                  </a:cubicBezTo>
                  <a:cubicBezTo>
                    <a:pt x="4956" y="3148"/>
                    <a:pt x="3229" y="4121"/>
                    <a:pt x="2088" y="4775"/>
                  </a:cubicBezTo>
                  <a:cubicBezTo>
                    <a:pt x="1761" y="4968"/>
                    <a:pt x="1421" y="5141"/>
                    <a:pt x="1075" y="5301"/>
                  </a:cubicBezTo>
                  <a:cubicBezTo>
                    <a:pt x="993" y="5336"/>
                    <a:pt x="907" y="5356"/>
                    <a:pt x="815" y="5356"/>
                  </a:cubicBezTo>
                  <a:cubicBezTo>
                    <a:pt x="802" y="5356"/>
                    <a:pt x="788" y="5356"/>
                    <a:pt x="775" y="5355"/>
                  </a:cubicBezTo>
                  <a:cubicBezTo>
                    <a:pt x="735" y="5268"/>
                    <a:pt x="861" y="4755"/>
                    <a:pt x="1688" y="3948"/>
                  </a:cubicBezTo>
                  <a:cubicBezTo>
                    <a:pt x="3262" y="2427"/>
                    <a:pt x="5242" y="1300"/>
                    <a:pt x="6996" y="940"/>
                  </a:cubicBezTo>
                  <a:cubicBezTo>
                    <a:pt x="8163" y="700"/>
                    <a:pt x="9350" y="574"/>
                    <a:pt x="10537" y="574"/>
                  </a:cubicBezTo>
                  <a:close/>
                  <a:moveTo>
                    <a:pt x="10819" y="0"/>
                  </a:moveTo>
                  <a:cubicBezTo>
                    <a:pt x="9246" y="0"/>
                    <a:pt x="7594" y="215"/>
                    <a:pt x="6869" y="367"/>
                  </a:cubicBezTo>
                  <a:cubicBezTo>
                    <a:pt x="5022" y="754"/>
                    <a:pt x="2935" y="1941"/>
                    <a:pt x="1288" y="3534"/>
                  </a:cubicBezTo>
                  <a:cubicBezTo>
                    <a:pt x="368" y="4415"/>
                    <a:pt x="1" y="5215"/>
                    <a:pt x="288" y="5675"/>
                  </a:cubicBezTo>
                  <a:cubicBezTo>
                    <a:pt x="404" y="5843"/>
                    <a:pt x="595" y="5942"/>
                    <a:pt x="801" y="5942"/>
                  </a:cubicBezTo>
                  <a:cubicBezTo>
                    <a:pt x="808" y="5942"/>
                    <a:pt x="815" y="5942"/>
                    <a:pt x="821" y="5942"/>
                  </a:cubicBezTo>
                  <a:cubicBezTo>
                    <a:pt x="981" y="5935"/>
                    <a:pt x="1135" y="5902"/>
                    <a:pt x="1288" y="5842"/>
                  </a:cubicBezTo>
                  <a:cubicBezTo>
                    <a:pt x="1561" y="5742"/>
                    <a:pt x="1921" y="5535"/>
                    <a:pt x="2375" y="5275"/>
                  </a:cubicBezTo>
                  <a:cubicBezTo>
                    <a:pt x="3475" y="4648"/>
                    <a:pt x="5136" y="3708"/>
                    <a:pt x="6970" y="3468"/>
                  </a:cubicBezTo>
                  <a:cubicBezTo>
                    <a:pt x="8550" y="3254"/>
                    <a:pt x="10550" y="3221"/>
                    <a:pt x="12004" y="3201"/>
                  </a:cubicBezTo>
                  <a:cubicBezTo>
                    <a:pt x="13078" y="3181"/>
                    <a:pt x="13658" y="3168"/>
                    <a:pt x="13871" y="3114"/>
                  </a:cubicBezTo>
                  <a:cubicBezTo>
                    <a:pt x="14078" y="3061"/>
                    <a:pt x="14251" y="2921"/>
                    <a:pt x="14345" y="2734"/>
                  </a:cubicBezTo>
                  <a:cubicBezTo>
                    <a:pt x="14612" y="2254"/>
                    <a:pt x="14505" y="1487"/>
                    <a:pt x="14372" y="1080"/>
                  </a:cubicBezTo>
                  <a:cubicBezTo>
                    <a:pt x="14096" y="246"/>
                    <a:pt x="12502" y="0"/>
                    <a:pt x="1081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0" name="Google Shape;2133;p36"/>
            <p:cNvSpPr/>
            <p:nvPr/>
          </p:nvSpPr>
          <p:spPr>
            <a:xfrm>
              <a:off x="2320640" y="1863449"/>
              <a:ext cx="350632" cy="133864"/>
            </a:xfrm>
            <a:custGeom>
              <a:avLst/>
              <a:gdLst/>
              <a:ahLst/>
              <a:cxnLst/>
              <a:rect l="l" t="t" r="r" b="b"/>
              <a:pathLst>
                <a:path w="12536" h="4786" extrusionOk="0">
                  <a:moveTo>
                    <a:pt x="3320" y="1"/>
                  </a:moveTo>
                  <a:cubicBezTo>
                    <a:pt x="1794" y="1"/>
                    <a:pt x="420" y="229"/>
                    <a:pt x="214" y="888"/>
                  </a:cubicBezTo>
                  <a:cubicBezTo>
                    <a:pt x="47" y="1415"/>
                    <a:pt x="0" y="2415"/>
                    <a:pt x="494" y="2542"/>
                  </a:cubicBezTo>
                  <a:cubicBezTo>
                    <a:pt x="980" y="2668"/>
                    <a:pt x="4461" y="2542"/>
                    <a:pt x="6895" y="2888"/>
                  </a:cubicBezTo>
                  <a:cubicBezTo>
                    <a:pt x="9329" y="3242"/>
                    <a:pt x="10830" y="4355"/>
                    <a:pt x="11677" y="4709"/>
                  </a:cubicBezTo>
                  <a:cubicBezTo>
                    <a:pt x="11804" y="4761"/>
                    <a:pt x="11915" y="4785"/>
                    <a:pt x="12008" y="4785"/>
                  </a:cubicBezTo>
                  <a:cubicBezTo>
                    <a:pt x="12535" y="4785"/>
                    <a:pt x="12463" y="3987"/>
                    <a:pt x="11397" y="2875"/>
                  </a:cubicBezTo>
                  <a:cubicBezTo>
                    <a:pt x="10136" y="1568"/>
                    <a:pt x="8842" y="808"/>
                    <a:pt x="6895" y="368"/>
                  </a:cubicBezTo>
                  <a:cubicBezTo>
                    <a:pt x="6001" y="163"/>
                    <a:pt x="4607" y="1"/>
                    <a:pt x="3320" y="1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1" name="Google Shape;2134;p36"/>
            <p:cNvSpPr/>
            <p:nvPr/>
          </p:nvSpPr>
          <p:spPr>
            <a:xfrm>
              <a:off x="2312613" y="1855477"/>
              <a:ext cx="366351" cy="149947"/>
            </a:xfrm>
            <a:custGeom>
              <a:avLst/>
              <a:gdLst/>
              <a:ahLst/>
              <a:cxnLst/>
              <a:rect l="l" t="t" r="r" b="b"/>
              <a:pathLst>
                <a:path w="13098" h="5361" extrusionOk="0">
                  <a:moveTo>
                    <a:pt x="3635" y="581"/>
                  </a:moveTo>
                  <a:cubicBezTo>
                    <a:pt x="4817" y="581"/>
                    <a:pt x="6137" y="712"/>
                    <a:pt x="7122" y="933"/>
                  </a:cubicBezTo>
                  <a:cubicBezTo>
                    <a:pt x="8949" y="1340"/>
                    <a:pt x="10203" y="2053"/>
                    <a:pt x="11470" y="3367"/>
                  </a:cubicBezTo>
                  <a:cubicBezTo>
                    <a:pt x="12257" y="4174"/>
                    <a:pt x="12364" y="4694"/>
                    <a:pt x="12330" y="4774"/>
                  </a:cubicBezTo>
                  <a:cubicBezTo>
                    <a:pt x="12244" y="4774"/>
                    <a:pt x="12150" y="4754"/>
                    <a:pt x="12070" y="4720"/>
                  </a:cubicBezTo>
                  <a:cubicBezTo>
                    <a:pt x="11817" y="4614"/>
                    <a:pt x="11570" y="4487"/>
                    <a:pt x="11330" y="4354"/>
                  </a:cubicBezTo>
                  <a:cubicBezTo>
                    <a:pt x="10450" y="3874"/>
                    <a:pt x="9103" y="3160"/>
                    <a:pt x="7222" y="2893"/>
                  </a:cubicBezTo>
                  <a:cubicBezTo>
                    <a:pt x="5715" y="2673"/>
                    <a:pt x="3828" y="2640"/>
                    <a:pt x="2461" y="2620"/>
                  </a:cubicBezTo>
                  <a:cubicBezTo>
                    <a:pt x="1714" y="2600"/>
                    <a:pt x="1001" y="2593"/>
                    <a:pt x="854" y="2553"/>
                  </a:cubicBezTo>
                  <a:cubicBezTo>
                    <a:pt x="814" y="2533"/>
                    <a:pt x="787" y="2507"/>
                    <a:pt x="767" y="2466"/>
                  </a:cubicBezTo>
                  <a:cubicBezTo>
                    <a:pt x="627" y="2226"/>
                    <a:pt x="661" y="1633"/>
                    <a:pt x="781" y="1260"/>
                  </a:cubicBezTo>
                  <a:cubicBezTo>
                    <a:pt x="928" y="781"/>
                    <a:pt x="2176" y="581"/>
                    <a:pt x="3635" y="581"/>
                  </a:cubicBezTo>
                  <a:close/>
                  <a:moveTo>
                    <a:pt x="3552" y="1"/>
                  </a:moveTo>
                  <a:cubicBezTo>
                    <a:pt x="1976" y="1"/>
                    <a:pt x="482" y="249"/>
                    <a:pt x="220" y="1093"/>
                  </a:cubicBezTo>
                  <a:cubicBezTo>
                    <a:pt x="94" y="1500"/>
                    <a:pt x="0" y="2280"/>
                    <a:pt x="260" y="2753"/>
                  </a:cubicBezTo>
                  <a:cubicBezTo>
                    <a:pt x="347" y="2927"/>
                    <a:pt x="507" y="3053"/>
                    <a:pt x="694" y="3107"/>
                  </a:cubicBezTo>
                  <a:cubicBezTo>
                    <a:pt x="907" y="3167"/>
                    <a:pt x="1421" y="3173"/>
                    <a:pt x="2454" y="3200"/>
                  </a:cubicBezTo>
                  <a:cubicBezTo>
                    <a:pt x="3801" y="3227"/>
                    <a:pt x="5662" y="3260"/>
                    <a:pt x="7142" y="3467"/>
                  </a:cubicBezTo>
                  <a:cubicBezTo>
                    <a:pt x="8923" y="3720"/>
                    <a:pt x="10156" y="4387"/>
                    <a:pt x="11063" y="4867"/>
                  </a:cubicBezTo>
                  <a:cubicBezTo>
                    <a:pt x="11363" y="5027"/>
                    <a:pt x="11630" y="5167"/>
                    <a:pt x="11857" y="5261"/>
                  </a:cubicBezTo>
                  <a:cubicBezTo>
                    <a:pt x="11997" y="5321"/>
                    <a:pt x="12144" y="5354"/>
                    <a:pt x="12297" y="5361"/>
                  </a:cubicBezTo>
                  <a:cubicBezTo>
                    <a:pt x="12304" y="5361"/>
                    <a:pt x="12310" y="5361"/>
                    <a:pt x="12317" y="5361"/>
                  </a:cubicBezTo>
                  <a:cubicBezTo>
                    <a:pt x="12509" y="5361"/>
                    <a:pt x="12688" y="5268"/>
                    <a:pt x="12797" y="5107"/>
                  </a:cubicBezTo>
                  <a:cubicBezTo>
                    <a:pt x="13097" y="4667"/>
                    <a:pt x="12764" y="3867"/>
                    <a:pt x="11890" y="2960"/>
                  </a:cubicBezTo>
                  <a:cubicBezTo>
                    <a:pt x="10537" y="1560"/>
                    <a:pt x="9190" y="806"/>
                    <a:pt x="7249" y="366"/>
                  </a:cubicBezTo>
                  <a:cubicBezTo>
                    <a:pt x="6572" y="218"/>
                    <a:pt x="5026" y="1"/>
                    <a:pt x="355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2" name="Google Shape;2135;p36"/>
            <p:cNvSpPr/>
            <p:nvPr/>
          </p:nvSpPr>
          <p:spPr>
            <a:xfrm>
              <a:off x="1726026" y="2351749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4" y="1"/>
                  </a:moveTo>
                  <a:cubicBezTo>
                    <a:pt x="153" y="1"/>
                    <a:pt x="0" y="154"/>
                    <a:pt x="0" y="334"/>
                  </a:cubicBezTo>
                  <a:cubicBezTo>
                    <a:pt x="0" y="521"/>
                    <a:pt x="153" y="668"/>
                    <a:pt x="334" y="668"/>
                  </a:cubicBezTo>
                  <a:cubicBezTo>
                    <a:pt x="520" y="668"/>
                    <a:pt x="667" y="521"/>
                    <a:pt x="667" y="334"/>
                  </a:cubicBezTo>
                  <a:cubicBezTo>
                    <a:pt x="667" y="154"/>
                    <a:pt x="520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3" name="Google Shape;2136;p36"/>
            <p:cNvSpPr/>
            <p:nvPr/>
          </p:nvSpPr>
          <p:spPr>
            <a:xfrm>
              <a:off x="2044576" y="2387383"/>
              <a:ext cx="20166" cy="18684"/>
            </a:xfrm>
            <a:custGeom>
              <a:avLst/>
              <a:gdLst/>
              <a:ahLst/>
              <a:cxnLst/>
              <a:rect l="l" t="t" r="r" b="b"/>
              <a:pathLst>
                <a:path w="721" h="668" extrusionOk="0">
                  <a:moveTo>
                    <a:pt x="361" y="1"/>
                  </a:moveTo>
                  <a:cubicBezTo>
                    <a:pt x="154" y="1"/>
                    <a:pt x="1" y="187"/>
                    <a:pt x="34" y="387"/>
                  </a:cubicBezTo>
                  <a:cubicBezTo>
                    <a:pt x="64" y="574"/>
                    <a:pt x="214" y="667"/>
                    <a:pt x="364" y="667"/>
                  </a:cubicBezTo>
                  <a:cubicBezTo>
                    <a:pt x="514" y="667"/>
                    <a:pt x="664" y="574"/>
                    <a:pt x="694" y="387"/>
                  </a:cubicBezTo>
                  <a:cubicBezTo>
                    <a:pt x="721" y="187"/>
                    <a:pt x="568" y="1"/>
                    <a:pt x="3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4" name="Google Shape;2137;p36"/>
            <p:cNvSpPr/>
            <p:nvPr/>
          </p:nvSpPr>
          <p:spPr>
            <a:xfrm>
              <a:off x="2123676" y="2320059"/>
              <a:ext cx="18684" cy="18684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334" y="0"/>
                  </a:moveTo>
                  <a:cubicBezTo>
                    <a:pt x="147" y="0"/>
                    <a:pt x="0" y="154"/>
                    <a:pt x="0" y="334"/>
                  </a:cubicBezTo>
                  <a:cubicBezTo>
                    <a:pt x="0" y="520"/>
                    <a:pt x="147" y="667"/>
                    <a:pt x="334" y="667"/>
                  </a:cubicBezTo>
                  <a:cubicBezTo>
                    <a:pt x="514" y="667"/>
                    <a:pt x="667" y="520"/>
                    <a:pt x="667" y="334"/>
                  </a:cubicBezTo>
                  <a:cubicBezTo>
                    <a:pt x="667" y="154"/>
                    <a:pt x="514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5" name="Google Shape;2138;p36"/>
            <p:cNvSpPr/>
            <p:nvPr/>
          </p:nvSpPr>
          <p:spPr>
            <a:xfrm>
              <a:off x="1795951" y="2398207"/>
              <a:ext cx="18488" cy="18488"/>
            </a:xfrm>
            <a:custGeom>
              <a:avLst/>
              <a:gdLst/>
              <a:ahLst/>
              <a:cxnLst/>
              <a:rect l="l" t="t" r="r" b="b"/>
              <a:pathLst>
                <a:path w="661" h="661" extrusionOk="0">
                  <a:moveTo>
                    <a:pt x="339" y="0"/>
                  </a:moveTo>
                  <a:cubicBezTo>
                    <a:pt x="335" y="0"/>
                    <a:pt x="331" y="0"/>
                    <a:pt x="328" y="0"/>
                  </a:cubicBezTo>
                  <a:cubicBezTo>
                    <a:pt x="324" y="0"/>
                    <a:pt x="320" y="0"/>
                    <a:pt x="316" y="0"/>
                  </a:cubicBezTo>
                  <a:cubicBezTo>
                    <a:pt x="141" y="0"/>
                    <a:pt x="1" y="151"/>
                    <a:pt x="1" y="327"/>
                  </a:cubicBezTo>
                  <a:cubicBezTo>
                    <a:pt x="1" y="507"/>
                    <a:pt x="147" y="660"/>
                    <a:pt x="328" y="660"/>
                  </a:cubicBezTo>
                  <a:cubicBezTo>
                    <a:pt x="514" y="660"/>
                    <a:pt x="661" y="507"/>
                    <a:pt x="661" y="327"/>
                  </a:cubicBezTo>
                  <a:cubicBezTo>
                    <a:pt x="661" y="144"/>
                    <a:pt x="514" y="0"/>
                    <a:pt x="33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6" name="Google Shape;2139;p36"/>
            <p:cNvSpPr/>
            <p:nvPr/>
          </p:nvSpPr>
          <p:spPr>
            <a:xfrm>
              <a:off x="1987126" y="2442959"/>
              <a:ext cx="18684" cy="18488"/>
            </a:xfrm>
            <a:custGeom>
              <a:avLst/>
              <a:gdLst/>
              <a:ahLst/>
              <a:cxnLst/>
              <a:rect l="l" t="t" r="r" b="b"/>
              <a:pathLst>
                <a:path w="668" h="661" extrusionOk="0">
                  <a:moveTo>
                    <a:pt x="334" y="1"/>
                  </a:moveTo>
                  <a:cubicBezTo>
                    <a:pt x="154" y="1"/>
                    <a:pt x="1" y="147"/>
                    <a:pt x="1" y="334"/>
                  </a:cubicBezTo>
                  <a:cubicBezTo>
                    <a:pt x="1" y="514"/>
                    <a:pt x="154" y="661"/>
                    <a:pt x="334" y="661"/>
                  </a:cubicBezTo>
                  <a:cubicBezTo>
                    <a:pt x="514" y="661"/>
                    <a:pt x="668" y="514"/>
                    <a:pt x="661" y="334"/>
                  </a:cubicBezTo>
                  <a:cubicBezTo>
                    <a:pt x="668" y="154"/>
                    <a:pt x="521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7" name="Google Shape;2140;p36"/>
            <p:cNvSpPr/>
            <p:nvPr/>
          </p:nvSpPr>
          <p:spPr>
            <a:xfrm>
              <a:off x="2149604" y="2415185"/>
              <a:ext cx="18488" cy="18488"/>
            </a:xfrm>
            <a:custGeom>
              <a:avLst/>
              <a:gdLst/>
              <a:ahLst/>
              <a:cxnLst/>
              <a:rect l="l" t="t" r="r" b="b"/>
              <a:pathLst>
                <a:path w="661" h="661" extrusionOk="0">
                  <a:moveTo>
                    <a:pt x="327" y="0"/>
                  </a:moveTo>
                  <a:cubicBezTo>
                    <a:pt x="147" y="0"/>
                    <a:pt x="0" y="147"/>
                    <a:pt x="7" y="327"/>
                  </a:cubicBezTo>
                  <a:cubicBezTo>
                    <a:pt x="0" y="507"/>
                    <a:pt x="147" y="660"/>
                    <a:pt x="327" y="660"/>
                  </a:cubicBezTo>
                  <a:cubicBezTo>
                    <a:pt x="514" y="660"/>
                    <a:pt x="660" y="514"/>
                    <a:pt x="660" y="327"/>
                  </a:cubicBezTo>
                  <a:cubicBezTo>
                    <a:pt x="660" y="147"/>
                    <a:pt x="514" y="0"/>
                    <a:pt x="32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8" name="Google Shape;2141;p36"/>
            <p:cNvSpPr/>
            <p:nvPr/>
          </p:nvSpPr>
          <p:spPr>
            <a:xfrm>
              <a:off x="2387041" y="2461419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4" y="1"/>
                  </a:moveTo>
                  <a:cubicBezTo>
                    <a:pt x="147" y="1"/>
                    <a:pt x="0" y="148"/>
                    <a:pt x="0" y="334"/>
                  </a:cubicBezTo>
                  <a:cubicBezTo>
                    <a:pt x="0" y="514"/>
                    <a:pt x="147" y="668"/>
                    <a:pt x="334" y="668"/>
                  </a:cubicBezTo>
                  <a:cubicBezTo>
                    <a:pt x="520" y="668"/>
                    <a:pt x="667" y="514"/>
                    <a:pt x="667" y="334"/>
                  </a:cubicBezTo>
                  <a:cubicBezTo>
                    <a:pt x="667" y="148"/>
                    <a:pt x="520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9" name="Google Shape;2142;p36"/>
            <p:cNvSpPr/>
            <p:nvPr/>
          </p:nvSpPr>
          <p:spPr>
            <a:xfrm>
              <a:off x="2225151" y="2301767"/>
              <a:ext cx="18656" cy="18320"/>
            </a:xfrm>
            <a:custGeom>
              <a:avLst/>
              <a:gdLst/>
              <a:ahLst/>
              <a:cxnLst/>
              <a:rect l="l" t="t" r="r" b="b"/>
              <a:pathLst>
                <a:path w="667" h="655" extrusionOk="0">
                  <a:moveTo>
                    <a:pt x="351" y="1"/>
                  </a:moveTo>
                  <a:cubicBezTo>
                    <a:pt x="348" y="1"/>
                    <a:pt x="344" y="1"/>
                    <a:pt x="340" y="1"/>
                  </a:cubicBezTo>
                  <a:cubicBezTo>
                    <a:pt x="153" y="1"/>
                    <a:pt x="7" y="147"/>
                    <a:pt x="7" y="334"/>
                  </a:cubicBezTo>
                  <a:cubicBezTo>
                    <a:pt x="0" y="510"/>
                    <a:pt x="147" y="654"/>
                    <a:pt x="328" y="654"/>
                  </a:cubicBezTo>
                  <a:cubicBezTo>
                    <a:pt x="332" y="654"/>
                    <a:pt x="336" y="654"/>
                    <a:pt x="340" y="654"/>
                  </a:cubicBezTo>
                  <a:cubicBezTo>
                    <a:pt x="344" y="654"/>
                    <a:pt x="348" y="654"/>
                    <a:pt x="352" y="654"/>
                  </a:cubicBezTo>
                  <a:cubicBezTo>
                    <a:pt x="526" y="654"/>
                    <a:pt x="667" y="510"/>
                    <a:pt x="660" y="334"/>
                  </a:cubicBezTo>
                  <a:cubicBezTo>
                    <a:pt x="667" y="151"/>
                    <a:pt x="526" y="1"/>
                    <a:pt x="35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0" name="Google Shape;2143;p36"/>
            <p:cNvSpPr/>
            <p:nvPr/>
          </p:nvSpPr>
          <p:spPr>
            <a:xfrm>
              <a:off x="2609738" y="2301767"/>
              <a:ext cx="18684" cy="18320"/>
            </a:xfrm>
            <a:custGeom>
              <a:avLst/>
              <a:gdLst/>
              <a:ahLst/>
              <a:cxnLst/>
              <a:rect l="l" t="t" r="r" b="b"/>
              <a:pathLst>
                <a:path w="668" h="655" extrusionOk="0">
                  <a:moveTo>
                    <a:pt x="322" y="1"/>
                  </a:moveTo>
                  <a:cubicBezTo>
                    <a:pt x="141" y="1"/>
                    <a:pt x="0" y="151"/>
                    <a:pt x="7" y="334"/>
                  </a:cubicBezTo>
                  <a:cubicBezTo>
                    <a:pt x="0" y="510"/>
                    <a:pt x="147" y="654"/>
                    <a:pt x="322" y="654"/>
                  </a:cubicBezTo>
                  <a:cubicBezTo>
                    <a:pt x="326" y="654"/>
                    <a:pt x="330" y="654"/>
                    <a:pt x="334" y="654"/>
                  </a:cubicBezTo>
                  <a:cubicBezTo>
                    <a:pt x="338" y="654"/>
                    <a:pt x="342" y="654"/>
                    <a:pt x="345" y="654"/>
                  </a:cubicBezTo>
                  <a:cubicBezTo>
                    <a:pt x="520" y="654"/>
                    <a:pt x="667" y="510"/>
                    <a:pt x="667" y="334"/>
                  </a:cubicBezTo>
                  <a:cubicBezTo>
                    <a:pt x="667" y="147"/>
                    <a:pt x="514" y="1"/>
                    <a:pt x="334" y="1"/>
                  </a:cubicBezTo>
                  <a:cubicBezTo>
                    <a:pt x="330" y="1"/>
                    <a:pt x="326" y="1"/>
                    <a:pt x="32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1" name="Google Shape;2144;p36"/>
            <p:cNvSpPr/>
            <p:nvPr/>
          </p:nvSpPr>
          <p:spPr>
            <a:xfrm>
              <a:off x="2459763" y="2373761"/>
              <a:ext cx="18684" cy="18684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334" y="1"/>
                  </a:moveTo>
                  <a:cubicBezTo>
                    <a:pt x="147" y="1"/>
                    <a:pt x="1" y="147"/>
                    <a:pt x="1" y="334"/>
                  </a:cubicBezTo>
                  <a:cubicBezTo>
                    <a:pt x="1" y="514"/>
                    <a:pt x="147" y="668"/>
                    <a:pt x="334" y="668"/>
                  </a:cubicBezTo>
                  <a:cubicBezTo>
                    <a:pt x="521" y="668"/>
                    <a:pt x="668" y="514"/>
                    <a:pt x="668" y="334"/>
                  </a:cubicBezTo>
                  <a:cubicBezTo>
                    <a:pt x="668" y="147"/>
                    <a:pt x="521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2" name="Google Shape;2145;p36"/>
            <p:cNvSpPr/>
            <p:nvPr/>
          </p:nvSpPr>
          <p:spPr>
            <a:xfrm>
              <a:off x="2485132" y="2452105"/>
              <a:ext cx="18684" cy="18684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334" y="0"/>
                  </a:moveTo>
                  <a:cubicBezTo>
                    <a:pt x="154" y="0"/>
                    <a:pt x="1" y="147"/>
                    <a:pt x="1" y="334"/>
                  </a:cubicBezTo>
                  <a:cubicBezTo>
                    <a:pt x="1" y="514"/>
                    <a:pt x="154" y="667"/>
                    <a:pt x="334" y="667"/>
                  </a:cubicBezTo>
                  <a:cubicBezTo>
                    <a:pt x="521" y="667"/>
                    <a:pt x="668" y="514"/>
                    <a:pt x="668" y="334"/>
                  </a:cubicBezTo>
                  <a:cubicBezTo>
                    <a:pt x="668" y="147"/>
                    <a:pt x="521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3" name="Google Shape;2146;p36"/>
            <p:cNvSpPr/>
            <p:nvPr/>
          </p:nvSpPr>
          <p:spPr>
            <a:xfrm>
              <a:off x="2656168" y="2331443"/>
              <a:ext cx="18684" cy="18656"/>
            </a:xfrm>
            <a:custGeom>
              <a:avLst/>
              <a:gdLst/>
              <a:ahLst/>
              <a:cxnLst/>
              <a:rect l="l" t="t" r="r" b="b"/>
              <a:pathLst>
                <a:path w="668" h="667" extrusionOk="0">
                  <a:moveTo>
                    <a:pt x="334" y="0"/>
                  </a:moveTo>
                  <a:cubicBezTo>
                    <a:pt x="147" y="0"/>
                    <a:pt x="1" y="153"/>
                    <a:pt x="1" y="333"/>
                  </a:cubicBezTo>
                  <a:cubicBezTo>
                    <a:pt x="1" y="520"/>
                    <a:pt x="147" y="667"/>
                    <a:pt x="334" y="667"/>
                  </a:cubicBezTo>
                  <a:cubicBezTo>
                    <a:pt x="514" y="667"/>
                    <a:pt x="668" y="520"/>
                    <a:pt x="668" y="333"/>
                  </a:cubicBezTo>
                  <a:cubicBezTo>
                    <a:pt x="668" y="153"/>
                    <a:pt x="514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4" name="Google Shape;2147;p36"/>
            <p:cNvSpPr/>
            <p:nvPr/>
          </p:nvSpPr>
          <p:spPr>
            <a:xfrm>
              <a:off x="2591278" y="2424303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3" y="1"/>
                  </a:moveTo>
                  <a:cubicBezTo>
                    <a:pt x="147" y="1"/>
                    <a:pt x="0" y="148"/>
                    <a:pt x="0" y="334"/>
                  </a:cubicBezTo>
                  <a:cubicBezTo>
                    <a:pt x="0" y="521"/>
                    <a:pt x="147" y="668"/>
                    <a:pt x="333" y="668"/>
                  </a:cubicBezTo>
                  <a:cubicBezTo>
                    <a:pt x="520" y="668"/>
                    <a:pt x="667" y="521"/>
                    <a:pt x="667" y="334"/>
                  </a:cubicBezTo>
                  <a:cubicBezTo>
                    <a:pt x="667" y="148"/>
                    <a:pt x="520" y="1"/>
                    <a:pt x="33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5" name="Google Shape;2148;p36"/>
            <p:cNvSpPr/>
            <p:nvPr/>
          </p:nvSpPr>
          <p:spPr>
            <a:xfrm>
              <a:off x="2550218" y="2351749"/>
              <a:ext cx="18684" cy="18684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334" y="1"/>
                  </a:moveTo>
                  <a:cubicBezTo>
                    <a:pt x="148" y="1"/>
                    <a:pt x="1" y="154"/>
                    <a:pt x="1" y="334"/>
                  </a:cubicBezTo>
                  <a:cubicBezTo>
                    <a:pt x="1" y="521"/>
                    <a:pt x="148" y="668"/>
                    <a:pt x="334" y="668"/>
                  </a:cubicBezTo>
                  <a:cubicBezTo>
                    <a:pt x="521" y="668"/>
                    <a:pt x="668" y="521"/>
                    <a:pt x="668" y="334"/>
                  </a:cubicBezTo>
                  <a:cubicBezTo>
                    <a:pt x="668" y="154"/>
                    <a:pt x="521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6" name="Google Shape;2149;p36"/>
            <p:cNvSpPr/>
            <p:nvPr/>
          </p:nvSpPr>
          <p:spPr>
            <a:xfrm>
              <a:off x="1865540" y="2452105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4" y="0"/>
                  </a:moveTo>
                  <a:cubicBezTo>
                    <a:pt x="147" y="0"/>
                    <a:pt x="0" y="147"/>
                    <a:pt x="0" y="334"/>
                  </a:cubicBezTo>
                  <a:cubicBezTo>
                    <a:pt x="0" y="514"/>
                    <a:pt x="147" y="667"/>
                    <a:pt x="334" y="667"/>
                  </a:cubicBezTo>
                  <a:cubicBezTo>
                    <a:pt x="514" y="667"/>
                    <a:pt x="667" y="514"/>
                    <a:pt x="667" y="334"/>
                  </a:cubicBezTo>
                  <a:cubicBezTo>
                    <a:pt x="667" y="147"/>
                    <a:pt x="514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7" name="Google Shape;2150;p36"/>
            <p:cNvSpPr/>
            <p:nvPr/>
          </p:nvSpPr>
          <p:spPr>
            <a:xfrm>
              <a:off x="1726026" y="2414989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4" y="0"/>
                  </a:moveTo>
                  <a:cubicBezTo>
                    <a:pt x="153" y="0"/>
                    <a:pt x="0" y="147"/>
                    <a:pt x="0" y="334"/>
                  </a:cubicBezTo>
                  <a:cubicBezTo>
                    <a:pt x="0" y="521"/>
                    <a:pt x="153" y="667"/>
                    <a:pt x="334" y="667"/>
                  </a:cubicBezTo>
                  <a:cubicBezTo>
                    <a:pt x="520" y="667"/>
                    <a:pt x="667" y="521"/>
                    <a:pt x="667" y="334"/>
                  </a:cubicBezTo>
                  <a:cubicBezTo>
                    <a:pt x="667" y="147"/>
                    <a:pt x="520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8" name="Google Shape;2151;p36"/>
            <p:cNvSpPr/>
            <p:nvPr/>
          </p:nvSpPr>
          <p:spPr>
            <a:xfrm>
              <a:off x="1911048" y="2399522"/>
              <a:ext cx="20166" cy="18656"/>
            </a:xfrm>
            <a:custGeom>
              <a:avLst/>
              <a:gdLst/>
              <a:ahLst/>
              <a:cxnLst/>
              <a:rect l="l" t="t" r="r" b="b"/>
              <a:pathLst>
                <a:path w="721" h="667" extrusionOk="0">
                  <a:moveTo>
                    <a:pt x="358" y="0"/>
                  </a:moveTo>
                  <a:cubicBezTo>
                    <a:pt x="209" y="0"/>
                    <a:pt x="60" y="93"/>
                    <a:pt x="34" y="280"/>
                  </a:cubicBezTo>
                  <a:cubicBezTo>
                    <a:pt x="0" y="480"/>
                    <a:pt x="154" y="667"/>
                    <a:pt x="360" y="667"/>
                  </a:cubicBezTo>
                  <a:cubicBezTo>
                    <a:pt x="567" y="667"/>
                    <a:pt x="720" y="480"/>
                    <a:pt x="687" y="280"/>
                  </a:cubicBezTo>
                  <a:cubicBezTo>
                    <a:pt x="657" y="93"/>
                    <a:pt x="507" y="0"/>
                    <a:pt x="35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9" name="Google Shape;2152;p36"/>
            <p:cNvSpPr/>
            <p:nvPr/>
          </p:nvSpPr>
          <p:spPr>
            <a:xfrm>
              <a:off x="1441012" y="1620305"/>
              <a:ext cx="459239" cy="1706030"/>
            </a:xfrm>
            <a:custGeom>
              <a:avLst/>
              <a:gdLst/>
              <a:ahLst/>
              <a:cxnLst/>
              <a:rect l="l" t="t" r="r" b="b"/>
              <a:pathLst>
                <a:path w="16419" h="60995" extrusionOk="0">
                  <a:moveTo>
                    <a:pt x="15398" y="0"/>
                  </a:moveTo>
                  <a:cubicBezTo>
                    <a:pt x="15336" y="0"/>
                    <a:pt x="15271" y="2"/>
                    <a:pt x="15205" y="5"/>
                  </a:cubicBezTo>
                  <a:cubicBezTo>
                    <a:pt x="12384" y="158"/>
                    <a:pt x="6082" y="3259"/>
                    <a:pt x="3335" y="10374"/>
                  </a:cubicBezTo>
                  <a:cubicBezTo>
                    <a:pt x="1" y="19003"/>
                    <a:pt x="1708" y="31867"/>
                    <a:pt x="5989" y="43116"/>
                  </a:cubicBezTo>
                  <a:cubicBezTo>
                    <a:pt x="10277" y="54373"/>
                    <a:pt x="8570" y="60994"/>
                    <a:pt x="8570" y="60994"/>
                  </a:cubicBezTo>
                  <a:cubicBezTo>
                    <a:pt x="10157" y="58120"/>
                    <a:pt x="10857" y="55240"/>
                    <a:pt x="11004" y="52292"/>
                  </a:cubicBezTo>
                  <a:cubicBezTo>
                    <a:pt x="11477" y="42403"/>
                    <a:pt x="5669" y="31873"/>
                    <a:pt x="6669" y="18897"/>
                  </a:cubicBezTo>
                  <a:cubicBezTo>
                    <a:pt x="7976" y="2059"/>
                    <a:pt x="16418" y="272"/>
                    <a:pt x="16418" y="265"/>
                  </a:cubicBezTo>
                  <a:cubicBezTo>
                    <a:pt x="16212" y="88"/>
                    <a:pt x="15866" y="0"/>
                    <a:pt x="15398" y="0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0" name="Google Shape;2153;p36"/>
            <p:cNvSpPr/>
            <p:nvPr/>
          </p:nvSpPr>
          <p:spPr>
            <a:xfrm>
              <a:off x="1441012" y="1612250"/>
              <a:ext cx="467826" cy="1722477"/>
            </a:xfrm>
            <a:custGeom>
              <a:avLst/>
              <a:gdLst/>
              <a:ahLst/>
              <a:cxnLst/>
              <a:rect l="l" t="t" r="r" b="b"/>
              <a:pathLst>
                <a:path w="16726" h="61583" extrusionOk="0">
                  <a:moveTo>
                    <a:pt x="15438" y="580"/>
                  </a:moveTo>
                  <a:lnTo>
                    <a:pt x="15438" y="580"/>
                  </a:lnTo>
                  <a:cubicBezTo>
                    <a:pt x="13158" y="1567"/>
                    <a:pt x="7443" y="5414"/>
                    <a:pt x="6382" y="19151"/>
                  </a:cubicBezTo>
                  <a:cubicBezTo>
                    <a:pt x="5836" y="26287"/>
                    <a:pt x="7289" y="32541"/>
                    <a:pt x="8703" y="38603"/>
                  </a:cubicBezTo>
                  <a:cubicBezTo>
                    <a:pt x="9843" y="43491"/>
                    <a:pt x="10924" y="48106"/>
                    <a:pt x="10710" y="52567"/>
                  </a:cubicBezTo>
                  <a:cubicBezTo>
                    <a:pt x="10584" y="55061"/>
                    <a:pt x="10070" y="57348"/>
                    <a:pt x="9123" y="59502"/>
                  </a:cubicBezTo>
                  <a:cubicBezTo>
                    <a:pt x="9357" y="56795"/>
                    <a:pt x="9270" y="51193"/>
                    <a:pt x="6269" y="43298"/>
                  </a:cubicBezTo>
                  <a:cubicBezTo>
                    <a:pt x="1608" y="31041"/>
                    <a:pt x="588" y="18584"/>
                    <a:pt x="3608" y="10762"/>
                  </a:cubicBezTo>
                  <a:cubicBezTo>
                    <a:pt x="6422" y="3460"/>
                    <a:pt x="12757" y="720"/>
                    <a:pt x="15218" y="586"/>
                  </a:cubicBezTo>
                  <a:lnTo>
                    <a:pt x="15405" y="586"/>
                  </a:lnTo>
                  <a:lnTo>
                    <a:pt x="15438" y="580"/>
                  </a:lnTo>
                  <a:close/>
                  <a:moveTo>
                    <a:pt x="15402" y="1"/>
                  </a:moveTo>
                  <a:cubicBezTo>
                    <a:pt x="15332" y="1"/>
                    <a:pt x="15259" y="2"/>
                    <a:pt x="15185" y="6"/>
                  </a:cubicBezTo>
                  <a:cubicBezTo>
                    <a:pt x="12611" y="153"/>
                    <a:pt x="5982" y="3000"/>
                    <a:pt x="3068" y="10562"/>
                  </a:cubicBezTo>
                  <a:cubicBezTo>
                    <a:pt x="1" y="18504"/>
                    <a:pt x="1014" y="31134"/>
                    <a:pt x="5722" y="43511"/>
                  </a:cubicBezTo>
                  <a:cubicBezTo>
                    <a:pt x="9917" y="54534"/>
                    <a:pt x="8296" y="61156"/>
                    <a:pt x="8283" y="61216"/>
                  </a:cubicBezTo>
                  <a:cubicBezTo>
                    <a:pt x="8243" y="61362"/>
                    <a:pt x="8316" y="61516"/>
                    <a:pt x="8456" y="61569"/>
                  </a:cubicBezTo>
                  <a:lnTo>
                    <a:pt x="8570" y="61583"/>
                  </a:lnTo>
                  <a:cubicBezTo>
                    <a:pt x="8670" y="61583"/>
                    <a:pt x="8763" y="61523"/>
                    <a:pt x="8816" y="61436"/>
                  </a:cubicBezTo>
                  <a:cubicBezTo>
                    <a:pt x="10323" y="58715"/>
                    <a:pt x="11137" y="55834"/>
                    <a:pt x="11290" y="52600"/>
                  </a:cubicBezTo>
                  <a:cubicBezTo>
                    <a:pt x="11510" y="48066"/>
                    <a:pt x="10423" y="43404"/>
                    <a:pt x="9270" y="38476"/>
                  </a:cubicBezTo>
                  <a:cubicBezTo>
                    <a:pt x="7869" y="32461"/>
                    <a:pt x="6416" y="26240"/>
                    <a:pt x="6956" y="19205"/>
                  </a:cubicBezTo>
                  <a:cubicBezTo>
                    <a:pt x="8223" y="2820"/>
                    <a:pt x="16392" y="860"/>
                    <a:pt x="16478" y="840"/>
                  </a:cubicBezTo>
                  <a:cubicBezTo>
                    <a:pt x="16585" y="820"/>
                    <a:pt x="16672" y="733"/>
                    <a:pt x="16705" y="626"/>
                  </a:cubicBezTo>
                  <a:cubicBezTo>
                    <a:pt x="16725" y="520"/>
                    <a:pt x="16685" y="406"/>
                    <a:pt x="16605" y="333"/>
                  </a:cubicBezTo>
                  <a:cubicBezTo>
                    <a:pt x="16345" y="114"/>
                    <a:pt x="15944" y="1"/>
                    <a:pt x="1540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1" name="Google Shape;2154;p36"/>
            <p:cNvSpPr/>
            <p:nvPr/>
          </p:nvSpPr>
          <p:spPr>
            <a:xfrm>
              <a:off x="1441012" y="1620613"/>
              <a:ext cx="425284" cy="1706086"/>
            </a:xfrm>
            <a:custGeom>
              <a:avLst/>
              <a:gdLst/>
              <a:ahLst/>
              <a:cxnLst/>
              <a:rect l="l" t="t" r="r" b="b"/>
              <a:pathLst>
                <a:path w="15205" h="60997" extrusionOk="0">
                  <a:moveTo>
                    <a:pt x="15205" y="1"/>
                  </a:moveTo>
                  <a:lnTo>
                    <a:pt x="15205" y="1"/>
                  </a:lnTo>
                  <a:cubicBezTo>
                    <a:pt x="12384" y="154"/>
                    <a:pt x="6082" y="3255"/>
                    <a:pt x="3335" y="10370"/>
                  </a:cubicBezTo>
                  <a:cubicBezTo>
                    <a:pt x="1" y="18999"/>
                    <a:pt x="1708" y="31862"/>
                    <a:pt x="5989" y="43112"/>
                  </a:cubicBezTo>
                  <a:cubicBezTo>
                    <a:pt x="10277" y="54368"/>
                    <a:pt x="8570" y="60997"/>
                    <a:pt x="8570" y="60997"/>
                  </a:cubicBezTo>
                  <a:cubicBezTo>
                    <a:pt x="10157" y="58116"/>
                    <a:pt x="10857" y="55235"/>
                    <a:pt x="11004" y="52294"/>
                  </a:cubicBezTo>
                  <a:lnTo>
                    <a:pt x="11004" y="52294"/>
                  </a:lnTo>
                  <a:cubicBezTo>
                    <a:pt x="10572" y="53778"/>
                    <a:pt x="10283" y="54382"/>
                    <a:pt x="10075" y="54382"/>
                  </a:cubicBezTo>
                  <a:cubicBezTo>
                    <a:pt x="9430" y="54382"/>
                    <a:pt x="9546" y="48616"/>
                    <a:pt x="8523" y="45226"/>
                  </a:cubicBezTo>
                  <a:cubicBezTo>
                    <a:pt x="7176" y="40731"/>
                    <a:pt x="2381" y="33243"/>
                    <a:pt x="2655" y="20193"/>
                  </a:cubicBezTo>
                  <a:cubicBezTo>
                    <a:pt x="2935" y="7136"/>
                    <a:pt x="15205" y="1"/>
                    <a:pt x="15205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2" name="Google Shape;2155;p36"/>
            <p:cNvSpPr/>
            <p:nvPr/>
          </p:nvSpPr>
          <p:spPr>
            <a:xfrm>
              <a:off x="2485132" y="1711460"/>
              <a:ext cx="358519" cy="1479277"/>
            </a:xfrm>
            <a:custGeom>
              <a:avLst/>
              <a:gdLst/>
              <a:ahLst/>
              <a:cxnLst/>
              <a:rect l="l" t="t" r="r" b="b"/>
              <a:pathLst>
                <a:path w="12818" h="52888" extrusionOk="0">
                  <a:moveTo>
                    <a:pt x="1" y="0"/>
                  </a:moveTo>
                  <a:cubicBezTo>
                    <a:pt x="2" y="1"/>
                    <a:pt x="6322" y="5876"/>
                    <a:pt x="7196" y="14077"/>
                  </a:cubicBezTo>
                  <a:cubicBezTo>
                    <a:pt x="8716" y="28241"/>
                    <a:pt x="1414" y="44359"/>
                    <a:pt x="9737" y="52888"/>
                  </a:cubicBezTo>
                  <a:lnTo>
                    <a:pt x="9737" y="52888"/>
                  </a:lnTo>
                  <a:cubicBezTo>
                    <a:pt x="9737" y="52887"/>
                    <a:pt x="6329" y="45432"/>
                    <a:pt x="7296" y="37117"/>
                  </a:cubicBezTo>
                  <a:cubicBezTo>
                    <a:pt x="8263" y="28794"/>
                    <a:pt x="12817" y="9829"/>
                    <a:pt x="1" y="0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3" name="Google Shape;2156;p36"/>
            <p:cNvSpPr/>
            <p:nvPr/>
          </p:nvSpPr>
          <p:spPr>
            <a:xfrm>
              <a:off x="2474224" y="1703348"/>
              <a:ext cx="337346" cy="1495584"/>
            </a:xfrm>
            <a:custGeom>
              <a:avLst/>
              <a:gdLst/>
              <a:ahLst/>
              <a:cxnLst/>
              <a:rect l="l" t="t" r="r" b="b"/>
              <a:pathLst>
                <a:path w="12061" h="53471" extrusionOk="0">
                  <a:moveTo>
                    <a:pt x="4125" y="4445"/>
                  </a:moveTo>
                  <a:cubicBezTo>
                    <a:pt x="10827" y="13327"/>
                    <a:pt x="8993" y="26070"/>
                    <a:pt x="7839" y="34132"/>
                  </a:cubicBezTo>
                  <a:cubicBezTo>
                    <a:pt x="7659" y="35306"/>
                    <a:pt x="7506" y="36413"/>
                    <a:pt x="7393" y="37373"/>
                  </a:cubicBezTo>
                  <a:cubicBezTo>
                    <a:pt x="6692" y="43382"/>
                    <a:pt x="8286" y="48990"/>
                    <a:pt x="9226" y="51670"/>
                  </a:cubicBezTo>
                  <a:cubicBezTo>
                    <a:pt x="5325" y="46356"/>
                    <a:pt x="6239" y="38560"/>
                    <a:pt x="7186" y="30351"/>
                  </a:cubicBezTo>
                  <a:cubicBezTo>
                    <a:pt x="7806" y="25063"/>
                    <a:pt x="8440" y="19582"/>
                    <a:pt x="7879" y="14334"/>
                  </a:cubicBezTo>
                  <a:cubicBezTo>
                    <a:pt x="7453" y="10386"/>
                    <a:pt x="5772" y="6952"/>
                    <a:pt x="4125" y="4445"/>
                  </a:cubicBezTo>
                  <a:close/>
                  <a:moveTo>
                    <a:pt x="408" y="0"/>
                  </a:moveTo>
                  <a:cubicBezTo>
                    <a:pt x="177" y="0"/>
                    <a:pt x="1" y="291"/>
                    <a:pt x="191" y="497"/>
                  </a:cubicBezTo>
                  <a:cubicBezTo>
                    <a:pt x="257" y="550"/>
                    <a:pt x="6446" y="6405"/>
                    <a:pt x="7293" y="14401"/>
                  </a:cubicBezTo>
                  <a:cubicBezTo>
                    <a:pt x="7853" y="19575"/>
                    <a:pt x="7219" y="25023"/>
                    <a:pt x="6612" y="30285"/>
                  </a:cubicBezTo>
                  <a:cubicBezTo>
                    <a:pt x="5559" y="39340"/>
                    <a:pt x="4572" y="47889"/>
                    <a:pt x="9920" y="53378"/>
                  </a:cubicBezTo>
                  <a:cubicBezTo>
                    <a:pt x="9973" y="53431"/>
                    <a:pt x="10047" y="53464"/>
                    <a:pt x="10127" y="53471"/>
                  </a:cubicBezTo>
                  <a:cubicBezTo>
                    <a:pt x="10347" y="53471"/>
                    <a:pt x="10487" y="53244"/>
                    <a:pt x="10393" y="53051"/>
                  </a:cubicBezTo>
                  <a:cubicBezTo>
                    <a:pt x="10360" y="52984"/>
                    <a:pt x="7026" y="45582"/>
                    <a:pt x="7973" y="37440"/>
                  </a:cubicBezTo>
                  <a:cubicBezTo>
                    <a:pt x="8079" y="36486"/>
                    <a:pt x="8246" y="35386"/>
                    <a:pt x="8413" y="34212"/>
                  </a:cubicBezTo>
                  <a:cubicBezTo>
                    <a:pt x="9773" y="24737"/>
                    <a:pt x="12061" y="8872"/>
                    <a:pt x="571" y="50"/>
                  </a:cubicBezTo>
                  <a:cubicBezTo>
                    <a:pt x="516" y="15"/>
                    <a:pt x="461" y="0"/>
                    <a:pt x="40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4" name="Google Shape;2157;p36"/>
            <p:cNvSpPr/>
            <p:nvPr/>
          </p:nvSpPr>
          <p:spPr>
            <a:xfrm>
              <a:off x="1536893" y="1783622"/>
              <a:ext cx="114929" cy="404027"/>
            </a:xfrm>
            <a:custGeom>
              <a:avLst/>
              <a:gdLst/>
              <a:ahLst/>
              <a:cxnLst/>
              <a:rect l="l" t="t" r="r" b="b"/>
              <a:pathLst>
                <a:path w="4109" h="14445" extrusionOk="0">
                  <a:moveTo>
                    <a:pt x="4108" y="1"/>
                  </a:moveTo>
                  <a:lnTo>
                    <a:pt x="4108" y="1"/>
                  </a:lnTo>
                  <a:cubicBezTo>
                    <a:pt x="3108" y="808"/>
                    <a:pt x="2394" y="1928"/>
                    <a:pt x="1887" y="3122"/>
                  </a:cubicBezTo>
                  <a:cubicBezTo>
                    <a:pt x="1381" y="4309"/>
                    <a:pt x="1047" y="5556"/>
                    <a:pt x="767" y="6803"/>
                  </a:cubicBezTo>
                  <a:cubicBezTo>
                    <a:pt x="207" y="9310"/>
                    <a:pt x="0" y="11884"/>
                    <a:pt x="147" y="14445"/>
                  </a:cubicBezTo>
                  <a:cubicBezTo>
                    <a:pt x="220" y="11891"/>
                    <a:pt x="494" y="9357"/>
                    <a:pt x="1054" y="6869"/>
                  </a:cubicBezTo>
                  <a:cubicBezTo>
                    <a:pt x="1327" y="5629"/>
                    <a:pt x="1641" y="4375"/>
                    <a:pt x="2094" y="3202"/>
                  </a:cubicBezTo>
                  <a:cubicBezTo>
                    <a:pt x="2554" y="2028"/>
                    <a:pt x="3181" y="901"/>
                    <a:pt x="410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5" name="Google Shape;2158;p36"/>
            <p:cNvSpPr/>
            <p:nvPr/>
          </p:nvSpPr>
          <p:spPr>
            <a:xfrm>
              <a:off x="1518796" y="2240596"/>
              <a:ext cx="18488" cy="134144"/>
            </a:xfrm>
            <a:custGeom>
              <a:avLst/>
              <a:gdLst/>
              <a:ahLst/>
              <a:cxnLst/>
              <a:rect l="l" t="t" r="r" b="b"/>
              <a:pathLst>
                <a:path w="661" h="4796" extrusionOk="0">
                  <a:moveTo>
                    <a:pt x="267" y="0"/>
                  </a:moveTo>
                  <a:cubicBezTo>
                    <a:pt x="67" y="794"/>
                    <a:pt x="0" y="1621"/>
                    <a:pt x="74" y="2434"/>
                  </a:cubicBezTo>
                  <a:cubicBezTo>
                    <a:pt x="134" y="3248"/>
                    <a:pt x="327" y="4048"/>
                    <a:pt x="661" y="4795"/>
                  </a:cubicBezTo>
                  <a:cubicBezTo>
                    <a:pt x="541" y="3995"/>
                    <a:pt x="427" y="3208"/>
                    <a:pt x="361" y="2408"/>
                  </a:cubicBezTo>
                  <a:cubicBezTo>
                    <a:pt x="294" y="1608"/>
                    <a:pt x="287" y="821"/>
                    <a:pt x="2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6" name="Google Shape;2159;p36"/>
            <p:cNvSpPr/>
            <p:nvPr/>
          </p:nvSpPr>
          <p:spPr>
            <a:xfrm>
              <a:off x="1539131" y="2432890"/>
              <a:ext cx="22600" cy="103909"/>
            </a:xfrm>
            <a:custGeom>
              <a:avLst/>
              <a:gdLst/>
              <a:ahLst/>
              <a:cxnLst/>
              <a:rect l="l" t="t" r="r" b="b"/>
              <a:pathLst>
                <a:path w="808" h="3715" extrusionOk="0">
                  <a:moveTo>
                    <a:pt x="80" y="1"/>
                  </a:moveTo>
                  <a:lnTo>
                    <a:pt x="80" y="1"/>
                  </a:lnTo>
                  <a:cubicBezTo>
                    <a:pt x="0" y="1281"/>
                    <a:pt x="254" y="2561"/>
                    <a:pt x="807" y="3715"/>
                  </a:cubicBezTo>
                  <a:cubicBezTo>
                    <a:pt x="740" y="3081"/>
                    <a:pt x="614" y="2468"/>
                    <a:pt x="494" y="1854"/>
                  </a:cubicBezTo>
                  <a:cubicBezTo>
                    <a:pt x="367" y="1234"/>
                    <a:pt x="260" y="621"/>
                    <a:pt x="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7" name="Google Shape;2160;p36"/>
            <p:cNvSpPr/>
            <p:nvPr/>
          </p:nvSpPr>
          <p:spPr>
            <a:xfrm>
              <a:off x="1566541" y="2574838"/>
              <a:ext cx="87686" cy="281099"/>
            </a:xfrm>
            <a:custGeom>
              <a:avLst/>
              <a:gdLst/>
              <a:ahLst/>
              <a:cxnLst/>
              <a:rect l="l" t="t" r="r" b="b"/>
              <a:pathLst>
                <a:path w="3135" h="10050" extrusionOk="0">
                  <a:moveTo>
                    <a:pt x="1" y="0"/>
                  </a:moveTo>
                  <a:lnTo>
                    <a:pt x="1" y="0"/>
                  </a:lnTo>
                  <a:cubicBezTo>
                    <a:pt x="354" y="1721"/>
                    <a:pt x="801" y="3421"/>
                    <a:pt x="1334" y="5095"/>
                  </a:cubicBezTo>
                  <a:cubicBezTo>
                    <a:pt x="1868" y="6775"/>
                    <a:pt x="2441" y="8429"/>
                    <a:pt x="3135" y="10050"/>
                  </a:cubicBezTo>
                  <a:cubicBezTo>
                    <a:pt x="2661" y="8356"/>
                    <a:pt x="2148" y="6689"/>
                    <a:pt x="1621" y="5015"/>
                  </a:cubicBezTo>
                  <a:cubicBezTo>
                    <a:pt x="1094" y="3335"/>
                    <a:pt x="567" y="1661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8" name="Google Shape;2161;p36"/>
            <p:cNvSpPr/>
            <p:nvPr/>
          </p:nvSpPr>
          <p:spPr>
            <a:xfrm>
              <a:off x="1667821" y="2913918"/>
              <a:ext cx="30236" cy="202223"/>
            </a:xfrm>
            <a:custGeom>
              <a:avLst/>
              <a:gdLst/>
              <a:ahLst/>
              <a:cxnLst/>
              <a:rect l="l" t="t" r="r" b="b"/>
              <a:pathLst>
                <a:path w="1081" h="7230" extrusionOk="0">
                  <a:moveTo>
                    <a:pt x="1" y="1"/>
                  </a:moveTo>
                  <a:lnTo>
                    <a:pt x="1" y="1"/>
                  </a:lnTo>
                  <a:cubicBezTo>
                    <a:pt x="207" y="1201"/>
                    <a:pt x="414" y="2401"/>
                    <a:pt x="581" y="3601"/>
                  </a:cubicBezTo>
                  <a:cubicBezTo>
                    <a:pt x="747" y="4802"/>
                    <a:pt x="867" y="6009"/>
                    <a:pt x="994" y="7229"/>
                  </a:cubicBezTo>
                  <a:cubicBezTo>
                    <a:pt x="1081" y="6002"/>
                    <a:pt x="1041" y="4775"/>
                    <a:pt x="867" y="3561"/>
                  </a:cubicBezTo>
                  <a:cubicBezTo>
                    <a:pt x="707" y="2348"/>
                    <a:pt x="421" y="1154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0" y="2260600"/>
            <a:ext cx="4284020" cy="4597400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31848" y="4318162"/>
            <a:ext cx="1757636" cy="9648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68%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1"/>
          <p:cNvSpPr txBox="1">
            <a:spLocks noChangeArrowheads="1"/>
          </p:cNvSpPr>
          <p:nvPr/>
        </p:nvSpPr>
        <p:spPr bwMode="auto">
          <a:xfrm>
            <a:off x="3293443" y="4086574"/>
            <a:ext cx="94530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难点分析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1794926" y="1630004"/>
            <a:ext cx="8600440" cy="4062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</a:pPr>
            <a:r>
              <a:rPr sz="2400" b="1" kern="0" spc="1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MATLAB</a:t>
            </a:r>
            <a:r>
              <a:rPr sz="2400" b="1" kern="0" spc="1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中，所有的数据均以二维、</a:t>
            </a:r>
            <a:r>
              <a:rPr sz="2400" b="1" kern="0" spc="1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三维或高维矩阵的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86690" indent="-6985" algn="l" rtl="0" eaLnBrk="0">
              <a:lnSpc>
                <a:spcPct val="133000"/>
              </a:lnSpc>
              <a:spcBef>
                <a:spcPts val="40"/>
              </a:spcBef>
            </a:pPr>
            <a:r>
              <a:rPr sz="2400" b="1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形式存储，每个矩阵的单元可以是数值类型、逻辑类</a:t>
            </a:r>
            <a:r>
              <a:rPr sz="2400" b="1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型、字符</a:t>
            </a:r>
            <a:r>
              <a:rPr sz="2400" b="1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类型或者其他任何数据</a:t>
            </a: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类型。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2860" algn="l" rtl="0" eaLnBrk="0">
              <a:lnSpc>
                <a:spcPts val="3055"/>
              </a:lnSpc>
              <a:spcBef>
                <a:spcPts val="1175"/>
              </a:spcBef>
            </a:pPr>
            <a:r>
              <a:rPr sz="24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1.对于标量，可以用1</a:t>
            </a:r>
            <a:r>
              <a:rPr sz="2400" b="1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×</a:t>
            </a:r>
            <a:r>
              <a:rPr sz="24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1矩阵来表示；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ts val="3050"/>
              </a:lnSpc>
              <a:spcBef>
                <a:spcPts val="1505"/>
              </a:spcBef>
            </a:pP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2.对于一组</a:t>
            </a:r>
            <a:r>
              <a:rPr sz="2500" b="1" i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个数据，可以用1</a:t>
            </a: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×</a:t>
            </a:r>
            <a:r>
              <a:rPr sz="2500" b="1" i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矩阵来表示；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ct val="87000"/>
              </a:lnSpc>
              <a:spcBef>
                <a:spcPts val="725"/>
              </a:spcBef>
            </a:pP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3.对于多维数组，可以用多维矩阵来表示。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7520" algn="l" rtl="0" eaLnBrk="0">
              <a:lnSpc>
                <a:spcPct val="87000"/>
              </a:lnSpc>
              <a:spcBef>
                <a:spcPts val="725"/>
              </a:spcBef>
            </a:pPr>
            <a:r>
              <a:rPr sz="2400" b="1" kern="0" spc="2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MATLAB</a:t>
            </a:r>
            <a:r>
              <a:rPr sz="2400" b="1" kern="0" spc="2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中，</a:t>
            </a:r>
            <a:r>
              <a:rPr sz="2400" kern="0" spc="-4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b="1" kern="0" spc="2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用命令</a:t>
            </a:r>
            <a:r>
              <a:rPr sz="2400" b="1" kern="0" spc="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whos</a:t>
            </a:r>
            <a:r>
              <a:rPr sz="2400" b="1" kern="0" spc="2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来显示数据的类型、存储空间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83515" algn="l" rtl="0" eaLnBrk="0">
              <a:lnSpc>
                <a:spcPts val="3680"/>
              </a:lnSpc>
            </a:pPr>
            <a:r>
              <a:rPr sz="24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等信息。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13" name="图片 12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14" name="图片 13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grpSp>
        <p:nvGrpSpPr>
          <p:cNvPr id="579" name="组合 578"/>
          <p:cNvGrpSpPr/>
          <p:nvPr/>
        </p:nvGrpSpPr>
        <p:grpSpPr>
          <a:xfrm>
            <a:off x="-540385" y="976630"/>
            <a:ext cx="3279140" cy="4554220"/>
            <a:chOff x="14035" y="1820"/>
            <a:chExt cx="5164" cy="7172"/>
          </a:xfrm>
        </p:grpSpPr>
        <p:grpSp>
          <p:nvGrpSpPr>
            <p:cNvPr id="2208" name="Google Shape;2208;p36"/>
            <p:cNvGrpSpPr/>
            <p:nvPr/>
          </p:nvGrpSpPr>
          <p:grpSpPr>
            <a:xfrm>
              <a:off x="15401" y="4153"/>
              <a:ext cx="1385" cy="1035"/>
              <a:chOff x="4030925" y="2186525"/>
              <a:chExt cx="944700" cy="706325"/>
            </a:xfrm>
          </p:grpSpPr>
          <p:sp>
            <p:nvSpPr>
              <p:cNvPr id="2209" name="Google Shape;2209;p36"/>
              <p:cNvSpPr/>
              <p:nvPr/>
            </p:nvSpPr>
            <p:spPr>
              <a:xfrm>
                <a:off x="4030925" y="2186525"/>
                <a:ext cx="944700" cy="281675"/>
              </a:xfrm>
              <a:custGeom>
                <a:avLst/>
                <a:gdLst/>
                <a:ahLst/>
                <a:cxnLst/>
                <a:rect l="l" t="t" r="r" b="b"/>
                <a:pathLst>
                  <a:path w="37788" h="11267" extrusionOk="0">
                    <a:moveTo>
                      <a:pt x="33327" y="1430"/>
                    </a:moveTo>
                    <a:lnTo>
                      <a:pt x="9699" y="10348"/>
                    </a:lnTo>
                    <a:lnTo>
                      <a:pt x="1770" y="6049"/>
                    </a:lnTo>
                    <a:lnTo>
                      <a:pt x="33327" y="1430"/>
                    </a:lnTo>
                    <a:close/>
                    <a:moveTo>
                      <a:pt x="37185" y="0"/>
                    </a:moveTo>
                    <a:cubicBezTo>
                      <a:pt x="37164" y="0"/>
                      <a:pt x="37142" y="1"/>
                      <a:pt x="37120" y="5"/>
                    </a:cubicBezTo>
                    <a:lnTo>
                      <a:pt x="391" y="5383"/>
                    </a:lnTo>
                    <a:cubicBezTo>
                      <a:pt x="207" y="5406"/>
                      <a:pt x="69" y="5544"/>
                      <a:pt x="23" y="5728"/>
                    </a:cubicBezTo>
                    <a:cubicBezTo>
                      <a:pt x="0" y="5912"/>
                      <a:pt x="92" y="6095"/>
                      <a:pt x="253" y="6187"/>
                    </a:cubicBezTo>
                    <a:lnTo>
                      <a:pt x="9447" y="11221"/>
                    </a:lnTo>
                    <a:lnTo>
                      <a:pt x="9653" y="11267"/>
                    </a:lnTo>
                    <a:lnTo>
                      <a:pt x="9814" y="11244"/>
                    </a:lnTo>
                    <a:lnTo>
                      <a:pt x="37327" y="855"/>
                    </a:lnTo>
                    <a:cubicBezTo>
                      <a:pt x="37788" y="679"/>
                      <a:pt x="37641" y="0"/>
                      <a:pt x="371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0" name="Google Shape;2210;p36"/>
              <p:cNvSpPr/>
              <p:nvPr/>
            </p:nvSpPr>
            <p:spPr>
              <a:xfrm>
                <a:off x="4423950" y="2187475"/>
                <a:ext cx="547625" cy="512875"/>
              </a:xfrm>
              <a:custGeom>
                <a:avLst/>
                <a:gdLst/>
                <a:ahLst/>
                <a:cxnLst/>
                <a:rect l="l" t="t" r="r" b="b"/>
                <a:pathLst>
                  <a:path w="21905" h="20515" extrusionOk="0">
                    <a:moveTo>
                      <a:pt x="19882" y="2104"/>
                    </a:moveTo>
                    <a:lnTo>
                      <a:pt x="8918" y="19572"/>
                    </a:lnTo>
                    <a:lnTo>
                      <a:pt x="1265" y="15918"/>
                    </a:lnTo>
                    <a:lnTo>
                      <a:pt x="19882" y="2104"/>
                    </a:lnTo>
                    <a:close/>
                    <a:moveTo>
                      <a:pt x="21443" y="0"/>
                    </a:moveTo>
                    <a:cubicBezTo>
                      <a:pt x="21354" y="0"/>
                      <a:pt x="21266" y="29"/>
                      <a:pt x="21192" y="81"/>
                    </a:cubicBezTo>
                    <a:lnTo>
                      <a:pt x="184" y="15688"/>
                    </a:lnTo>
                    <a:cubicBezTo>
                      <a:pt x="69" y="15780"/>
                      <a:pt x="0" y="15941"/>
                      <a:pt x="23" y="16102"/>
                    </a:cubicBezTo>
                    <a:cubicBezTo>
                      <a:pt x="23" y="16240"/>
                      <a:pt x="115" y="16378"/>
                      <a:pt x="253" y="16446"/>
                    </a:cubicBezTo>
                    <a:lnTo>
                      <a:pt x="8918" y="20515"/>
                    </a:lnTo>
                    <a:lnTo>
                      <a:pt x="9102" y="20515"/>
                    </a:lnTo>
                    <a:cubicBezTo>
                      <a:pt x="9240" y="20515"/>
                      <a:pt x="9378" y="20469"/>
                      <a:pt x="9470" y="20354"/>
                    </a:cubicBezTo>
                    <a:lnTo>
                      <a:pt x="21813" y="656"/>
                    </a:lnTo>
                    <a:cubicBezTo>
                      <a:pt x="21905" y="472"/>
                      <a:pt x="21882" y="265"/>
                      <a:pt x="21744" y="127"/>
                    </a:cubicBezTo>
                    <a:cubicBezTo>
                      <a:pt x="21656" y="40"/>
                      <a:pt x="21549" y="0"/>
                      <a:pt x="214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1" name="Google Shape;2211;p36"/>
              <p:cNvSpPr/>
              <p:nvPr/>
            </p:nvSpPr>
            <p:spPr>
              <a:xfrm>
                <a:off x="4261325" y="2186625"/>
                <a:ext cx="710825" cy="706225"/>
              </a:xfrm>
              <a:custGeom>
                <a:avLst/>
                <a:gdLst/>
                <a:ahLst/>
                <a:cxnLst/>
                <a:rect l="l" t="t" r="r" b="b"/>
                <a:pathLst>
                  <a:path w="28433" h="28249" extrusionOk="0">
                    <a:moveTo>
                      <a:pt x="25261" y="1908"/>
                    </a:moveTo>
                    <a:lnTo>
                      <a:pt x="6689" y="15699"/>
                    </a:lnTo>
                    <a:cubicBezTo>
                      <a:pt x="6620" y="15745"/>
                      <a:pt x="6551" y="15837"/>
                      <a:pt x="6528" y="15929"/>
                    </a:cubicBezTo>
                    <a:lnTo>
                      <a:pt x="3196" y="25973"/>
                    </a:lnTo>
                    <a:lnTo>
                      <a:pt x="920" y="11102"/>
                    </a:lnTo>
                    <a:lnTo>
                      <a:pt x="25261" y="1908"/>
                    </a:lnTo>
                    <a:close/>
                    <a:moveTo>
                      <a:pt x="27953" y="1"/>
                    </a:moveTo>
                    <a:cubicBezTo>
                      <a:pt x="27906" y="1"/>
                      <a:pt x="27859" y="8"/>
                      <a:pt x="27812" y="24"/>
                    </a:cubicBezTo>
                    <a:lnTo>
                      <a:pt x="300" y="10436"/>
                    </a:lnTo>
                    <a:cubicBezTo>
                      <a:pt x="116" y="10504"/>
                      <a:pt x="1" y="10711"/>
                      <a:pt x="24" y="10895"/>
                    </a:cubicBezTo>
                    <a:lnTo>
                      <a:pt x="2621" y="27881"/>
                    </a:lnTo>
                    <a:cubicBezTo>
                      <a:pt x="2644" y="28065"/>
                      <a:pt x="2805" y="28226"/>
                      <a:pt x="3012" y="28249"/>
                    </a:cubicBezTo>
                    <a:lnTo>
                      <a:pt x="3058" y="28249"/>
                    </a:lnTo>
                    <a:cubicBezTo>
                      <a:pt x="3242" y="28249"/>
                      <a:pt x="3402" y="28111"/>
                      <a:pt x="3448" y="27927"/>
                    </a:cubicBezTo>
                    <a:lnTo>
                      <a:pt x="7310" y="16297"/>
                    </a:lnTo>
                    <a:lnTo>
                      <a:pt x="28226" y="782"/>
                    </a:lnTo>
                    <a:cubicBezTo>
                      <a:pt x="28387" y="667"/>
                      <a:pt x="28433" y="414"/>
                      <a:pt x="28341" y="230"/>
                    </a:cubicBezTo>
                    <a:cubicBezTo>
                      <a:pt x="28269" y="88"/>
                      <a:pt x="28115" y="1"/>
                      <a:pt x="279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2" name="Google Shape;2212;p36"/>
              <p:cNvSpPr/>
              <p:nvPr/>
            </p:nvSpPr>
            <p:spPr>
              <a:xfrm>
                <a:off x="4325700" y="2577225"/>
                <a:ext cx="236750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9470" h="12625" extrusionOk="0">
                    <a:moveTo>
                      <a:pt x="4620" y="1017"/>
                    </a:moveTo>
                    <a:lnTo>
                      <a:pt x="8343" y="2764"/>
                    </a:lnTo>
                    <a:lnTo>
                      <a:pt x="1540" y="10395"/>
                    </a:lnTo>
                    <a:lnTo>
                      <a:pt x="4620" y="1017"/>
                    </a:lnTo>
                    <a:close/>
                    <a:moveTo>
                      <a:pt x="4379" y="0"/>
                    </a:moveTo>
                    <a:cubicBezTo>
                      <a:pt x="4321" y="0"/>
                      <a:pt x="4264" y="18"/>
                      <a:pt x="4206" y="52"/>
                    </a:cubicBezTo>
                    <a:cubicBezTo>
                      <a:pt x="4091" y="98"/>
                      <a:pt x="3999" y="190"/>
                      <a:pt x="3953" y="305"/>
                    </a:cubicBezTo>
                    <a:lnTo>
                      <a:pt x="69" y="12050"/>
                    </a:lnTo>
                    <a:cubicBezTo>
                      <a:pt x="0" y="12257"/>
                      <a:pt x="92" y="12464"/>
                      <a:pt x="276" y="12579"/>
                    </a:cubicBezTo>
                    <a:lnTo>
                      <a:pt x="483" y="12625"/>
                    </a:lnTo>
                    <a:cubicBezTo>
                      <a:pt x="598" y="12625"/>
                      <a:pt x="713" y="12579"/>
                      <a:pt x="781" y="12487"/>
                    </a:cubicBezTo>
                    <a:lnTo>
                      <a:pt x="9355" y="2925"/>
                    </a:lnTo>
                    <a:cubicBezTo>
                      <a:pt x="9424" y="2810"/>
                      <a:pt x="9470" y="2672"/>
                      <a:pt x="9470" y="2534"/>
                    </a:cubicBezTo>
                    <a:cubicBezTo>
                      <a:pt x="9447" y="2396"/>
                      <a:pt x="9332" y="2304"/>
                      <a:pt x="9217" y="2259"/>
                    </a:cubicBezTo>
                    <a:lnTo>
                      <a:pt x="4551" y="52"/>
                    </a:lnTo>
                    <a:cubicBezTo>
                      <a:pt x="4493" y="18"/>
                      <a:pt x="4436" y="0"/>
                      <a:pt x="4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61" name="Google Shape;4561;p69"/>
            <p:cNvSpPr/>
            <p:nvPr/>
          </p:nvSpPr>
          <p:spPr>
            <a:xfrm>
              <a:off x="14035" y="1820"/>
              <a:ext cx="5165" cy="7172"/>
            </a:xfrm>
            <a:custGeom>
              <a:avLst/>
              <a:gdLst/>
              <a:ahLst/>
              <a:cxnLst/>
              <a:rect l="l" t="t" r="r" b="b"/>
              <a:pathLst>
                <a:path w="92138" h="127940" extrusionOk="0">
                  <a:moveTo>
                    <a:pt x="85073" y="0"/>
                  </a:moveTo>
                  <a:cubicBezTo>
                    <a:pt x="85013" y="0"/>
                    <a:pt x="84958" y="40"/>
                    <a:pt x="84958" y="108"/>
                  </a:cubicBezTo>
                  <a:cubicBezTo>
                    <a:pt x="84899" y="167"/>
                    <a:pt x="84919" y="266"/>
                    <a:pt x="84998" y="326"/>
                  </a:cubicBezTo>
                  <a:cubicBezTo>
                    <a:pt x="85573" y="603"/>
                    <a:pt x="86128" y="940"/>
                    <a:pt x="86644" y="1337"/>
                  </a:cubicBezTo>
                  <a:lnTo>
                    <a:pt x="86743" y="1337"/>
                  </a:lnTo>
                  <a:cubicBezTo>
                    <a:pt x="86783" y="1337"/>
                    <a:pt x="86842" y="1317"/>
                    <a:pt x="86882" y="1297"/>
                  </a:cubicBezTo>
                  <a:cubicBezTo>
                    <a:pt x="86922" y="1218"/>
                    <a:pt x="86902" y="1119"/>
                    <a:pt x="86842" y="1059"/>
                  </a:cubicBezTo>
                  <a:cubicBezTo>
                    <a:pt x="86307" y="663"/>
                    <a:pt x="85732" y="326"/>
                    <a:pt x="85157" y="28"/>
                  </a:cubicBezTo>
                  <a:cubicBezTo>
                    <a:pt x="85131" y="9"/>
                    <a:pt x="85102" y="0"/>
                    <a:pt x="85073" y="0"/>
                  </a:cubicBezTo>
                  <a:close/>
                  <a:moveTo>
                    <a:pt x="88675" y="2762"/>
                  </a:moveTo>
                  <a:cubicBezTo>
                    <a:pt x="88636" y="2762"/>
                    <a:pt x="88595" y="2777"/>
                    <a:pt x="88568" y="2805"/>
                  </a:cubicBezTo>
                  <a:cubicBezTo>
                    <a:pt x="88488" y="2844"/>
                    <a:pt x="88488" y="2963"/>
                    <a:pt x="88548" y="3023"/>
                  </a:cubicBezTo>
                  <a:cubicBezTo>
                    <a:pt x="88984" y="3499"/>
                    <a:pt x="89381" y="4014"/>
                    <a:pt x="89738" y="4570"/>
                  </a:cubicBezTo>
                  <a:cubicBezTo>
                    <a:pt x="89777" y="4609"/>
                    <a:pt x="89817" y="4629"/>
                    <a:pt x="89877" y="4629"/>
                  </a:cubicBezTo>
                  <a:lnTo>
                    <a:pt x="89956" y="4609"/>
                  </a:lnTo>
                  <a:cubicBezTo>
                    <a:pt x="90035" y="4550"/>
                    <a:pt x="90055" y="4451"/>
                    <a:pt x="89996" y="4371"/>
                  </a:cubicBezTo>
                  <a:cubicBezTo>
                    <a:pt x="89658" y="3816"/>
                    <a:pt x="89242" y="3300"/>
                    <a:pt x="88786" y="2824"/>
                  </a:cubicBezTo>
                  <a:cubicBezTo>
                    <a:pt x="88765" y="2782"/>
                    <a:pt x="88721" y="2762"/>
                    <a:pt x="88675" y="2762"/>
                  </a:cubicBezTo>
                  <a:close/>
                  <a:moveTo>
                    <a:pt x="91110" y="6597"/>
                  </a:moveTo>
                  <a:cubicBezTo>
                    <a:pt x="91089" y="6597"/>
                    <a:pt x="91068" y="6602"/>
                    <a:pt x="91047" y="6612"/>
                  </a:cubicBezTo>
                  <a:cubicBezTo>
                    <a:pt x="90967" y="6632"/>
                    <a:pt x="90908" y="6731"/>
                    <a:pt x="90947" y="6810"/>
                  </a:cubicBezTo>
                  <a:cubicBezTo>
                    <a:pt x="91185" y="7425"/>
                    <a:pt x="91384" y="8040"/>
                    <a:pt x="91523" y="8675"/>
                  </a:cubicBezTo>
                  <a:cubicBezTo>
                    <a:pt x="91542" y="8754"/>
                    <a:pt x="91622" y="8794"/>
                    <a:pt x="91701" y="8794"/>
                  </a:cubicBezTo>
                  <a:lnTo>
                    <a:pt x="91721" y="8794"/>
                  </a:lnTo>
                  <a:cubicBezTo>
                    <a:pt x="91800" y="8774"/>
                    <a:pt x="91860" y="8694"/>
                    <a:pt x="91840" y="8595"/>
                  </a:cubicBezTo>
                  <a:cubicBezTo>
                    <a:pt x="91681" y="7941"/>
                    <a:pt x="91483" y="7306"/>
                    <a:pt x="91245" y="6692"/>
                  </a:cubicBezTo>
                  <a:cubicBezTo>
                    <a:pt x="91216" y="6633"/>
                    <a:pt x="91166" y="6597"/>
                    <a:pt x="91110" y="6597"/>
                  </a:cubicBezTo>
                  <a:close/>
                  <a:moveTo>
                    <a:pt x="91959" y="11054"/>
                  </a:moveTo>
                  <a:cubicBezTo>
                    <a:pt x="91879" y="11054"/>
                    <a:pt x="91800" y="11114"/>
                    <a:pt x="91780" y="11213"/>
                  </a:cubicBezTo>
                  <a:cubicBezTo>
                    <a:pt x="91800" y="11848"/>
                    <a:pt x="91741" y="12502"/>
                    <a:pt x="91622" y="13137"/>
                  </a:cubicBezTo>
                  <a:cubicBezTo>
                    <a:pt x="91622" y="13236"/>
                    <a:pt x="91681" y="13315"/>
                    <a:pt x="91760" y="13335"/>
                  </a:cubicBezTo>
                  <a:lnTo>
                    <a:pt x="91800" y="13335"/>
                  </a:lnTo>
                  <a:cubicBezTo>
                    <a:pt x="91879" y="13335"/>
                    <a:pt x="91939" y="13275"/>
                    <a:pt x="91939" y="13196"/>
                  </a:cubicBezTo>
                  <a:cubicBezTo>
                    <a:pt x="92058" y="12542"/>
                    <a:pt x="92117" y="11887"/>
                    <a:pt x="92137" y="11233"/>
                  </a:cubicBezTo>
                  <a:cubicBezTo>
                    <a:pt x="92137" y="11134"/>
                    <a:pt x="92058" y="11054"/>
                    <a:pt x="91959" y="11054"/>
                  </a:cubicBezTo>
                  <a:close/>
                  <a:moveTo>
                    <a:pt x="91092" y="15504"/>
                  </a:moveTo>
                  <a:cubicBezTo>
                    <a:pt x="91027" y="15504"/>
                    <a:pt x="90963" y="15554"/>
                    <a:pt x="90947" y="15616"/>
                  </a:cubicBezTo>
                  <a:cubicBezTo>
                    <a:pt x="90709" y="16211"/>
                    <a:pt x="90432" y="16786"/>
                    <a:pt x="90134" y="17381"/>
                  </a:cubicBezTo>
                  <a:cubicBezTo>
                    <a:pt x="90095" y="17460"/>
                    <a:pt x="90114" y="17539"/>
                    <a:pt x="90174" y="17599"/>
                  </a:cubicBezTo>
                  <a:lnTo>
                    <a:pt x="90253" y="17599"/>
                  </a:lnTo>
                  <a:cubicBezTo>
                    <a:pt x="90313" y="17599"/>
                    <a:pt x="90372" y="17579"/>
                    <a:pt x="90412" y="17519"/>
                  </a:cubicBezTo>
                  <a:cubicBezTo>
                    <a:pt x="90729" y="16944"/>
                    <a:pt x="91007" y="16349"/>
                    <a:pt x="91245" y="15735"/>
                  </a:cubicBezTo>
                  <a:cubicBezTo>
                    <a:pt x="91265" y="15635"/>
                    <a:pt x="91245" y="15536"/>
                    <a:pt x="91146" y="15516"/>
                  </a:cubicBezTo>
                  <a:cubicBezTo>
                    <a:pt x="91128" y="15508"/>
                    <a:pt x="91110" y="15504"/>
                    <a:pt x="91092" y="15504"/>
                  </a:cubicBezTo>
                  <a:close/>
                  <a:moveTo>
                    <a:pt x="88856" y="19462"/>
                  </a:moveTo>
                  <a:cubicBezTo>
                    <a:pt x="88802" y="19462"/>
                    <a:pt x="88752" y="19484"/>
                    <a:pt x="88726" y="19522"/>
                  </a:cubicBezTo>
                  <a:cubicBezTo>
                    <a:pt x="88330" y="20018"/>
                    <a:pt x="87893" y="20514"/>
                    <a:pt x="87457" y="20990"/>
                  </a:cubicBezTo>
                  <a:cubicBezTo>
                    <a:pt x="87378" y="21049"/>
                    <a:pt x="87378" y="21168"/>
                    <a:pt x="87457" y="21208"/>
                  </a:cubicBezTo>
                  <a:lnTo>
                    <a:pt x="87576" y="21267"/>
                  </a:lnTo>
                  <a:lnTo>
                    <a:pt x="87675" y="21208"/>
                  </a:lnTo>
                  <a:cubicBezTo>
                    <a:pt x="88131" y="20752"/>
                    <a:pt x="88568" y="20256"/>
                    <a:pt x="88964" y="19721"/>
                  </a:cubicBezTo>
                  <a:cubicBezTo>
                    <a:pt x="89024" y="19661"/>
                    <a:pt x="89004" y="19542"/>
                    <a:pt x="88944" y="19483"/>
                  </a:cubicBezTo>
                  <a:cubicBezTo>
                    <a:pt x="88916" y="19469"/>
                    <a:pt x="88886" y="19462"/>
                    <a:pt x="88856" y="19462"/>
                  </a:cubicBezTo>
                  <a:close/>
                  <a:moveTo>
                    <a:pt x="85625" y="22735"/>
                  </a:moveTo>
                  <a:cubicBezTo>
                    <a:pt x="85601" y="22735"/>
                    <a:pt x="85577" y="22741"/>
                    <a:pt x="85553" y="22755"/>
                  </a:cubicBezTo>
                  <a:cubicBezTo>
                    <a:pt x="85057" y="23151"/>
                    <a:pt x="84522" y="23548"/>
                    <a:pt x="83987" y="23925"/>
                  </a:cubicBezTo>
                  <a:cubicBezTo>
                    <a:pt x="83907" y="23965"/>
                    <a:pt x="83887" y="24084"/>
                    <a:pt x="83967" y="24143"/>
                  </a:cubicBezTo>
                  <a:cubicBezTo>
                    <a:pt x="83987" y="24183"/>
                    <a:pt x="84026" y="24222"/>
                    <a:pt x="84086" y="24222"/>
                  </a:cubicBezTo>
                  <a:lnTo>
                    <a:pt x="84185" y="24183"/>
                  </a:lnTo>
                  <a:cubicBezTo>
                    <a:pt x="84720" y="23826"/>
                    <a:pt x="85256" y="23429"/>
                    <a:pt x="85771" y="22993"/>
                  </a:cubicBezTo>
                  <a:cubicBezTo>
                    <a:pt x="85837" y="22878"/>
                    <a:pt x="85739" y="22735"/>
                    <a:pt x="85625" y="22735"/>
                  </a:cubicBezTo>
                  <a:close/>
                  <a:moveTo>
                    <a:pt x="81855" y="25254"/>
                  </a:moveTo>
                  <a:cubicBezTo>
                    <a:pt x="81829" y="25254"/>
                    <a:pt x="81805" y="25260"/>
                    <a:pt x="81785" y="25273"/>
                  </a:cubicBezTo>
                  <a:lnTo>
                    <a:pt x="81706" y="25273"/>
                  </a:lnTo>
                  <a:lnTo>
                    <a:pt x="80020" y="26106"/>
                  </a:lnTo>
                  <a:cubicBezTo>
                    <a:pt x="79834" y="26144"/>
                    <a:pt x="79893" y="26407"/>
                    <a:pt x="80064" y="26407"/>
                  </a:cubicBezTo>
                  <a:cubicBezTo>
                    <a:pt x="80075" y="26407"/>
                    <a:pt x="80087" y="26406"/>
                    <a:pt x="80100" y="26404"/>
                  </a:cubicBezTo>
                  <a:lnTo>
                    <a:pt x="80159" y="26424"/>
                  </a:lnTo>
                  <a:lnTo>
                    <a:pt x="81845" y="25611"/>
                  </a:lnTo>
                  <a:lnTo>
                    <a:pt x="81924" y="25551"/>
                  </a:lnTo>
                  <a:cubicBezTo>
                    <a:pt x="82023" y="25531"/>
                    <a:pt x="82043" y="25412"/>
                    <a:pt x="82003" y="25333"/>
                  </a:cubicBezTo>
                  <a:cubicBezTo>
                    <a:pt x="81964" y="25280"/>
                    <a:pt x="81907" y="25254"/>
                    <a:pt x="81855" y="25254"/>
                  </a:cubicBezTo>
                  <a:close/>
                  <a:moveTo>
                    <a:pt x="77650" y="27033"/>
                  </a:moveTo>
                  <a:cubicBezTo>
                    <a:pt x="77634" y="27033"/>
                    <a:pt x="77618" y="27035"/>
                    <a:pt x="77601" y="27038"/>
                  </a:cubicBezTo>
                  <a:cubicBezTo>
                    <a:pt x="77026" y="27257"/>
                    <a:pt x="76391" y="27455"/>
                    <a:pt x="75757" y="27653"/>
                  </a:cubicBezTo>
                  <a:cubicBezTo>
                    <a:pt x="75677" y="27693"/>
                    <a:pt x="75638" y="27772"/>
                    <a:pt x="75657" y="27851"/>
                  </a:cubicBezTo>
                  <a:cubicBezTo>
                    <a:pt x="75657" y="27931"/>
                    <a:pt x="75737" y="27990"/>
                    <a:pt x="75796" y="27990"/>
                  </a:cubicBezTo>
                  <a:lnTo>
                    <a:pt x="75856" y="27970"/>
                  </a:lnTo>
                  <a:lnTo>
                    <a:pt x="77720" y="27376"/>
                  </a:lnTo>
                  <a:cubicBezTo>
                    <a:pt x="77819" y="27316"/>
                    <a:pt x="77859" y="27237"/>
                    <a:pt x="77819" y="27138"/>
                  </a:cubicBezTo>
                  <a:cubicBezTo>
                    <a:pt x="77786" y="27072"/>
                    <a:pt x="77726" y="27033"/>
                    <a:pt x="77650" y="27033"/>
                  </a:cubicBezTo>
                  <a:close/>
                  <a:moveTo>
                    <a:pt x="73289" y="28343"/>
                  </a:moveTo>
                  <a:cubicBezTo>
                    <a:pt x="73279" y="28343"/>
                    <a:pt x="73268" y="28345"/>
                    <a:pt x="73258" y="28347"/>
                  </a:cubicBezTo>
                  <a:lnTo>
                    <a:pt x="71374" y="28823"/>
                  </a:lnTo>
                  <a:cubicBezTo>
                    <a:pt x="71275" y="28843"/>
                    <a:pt x="71215" y="28942"/>
                    <a:pt x="71235" y="29022"/>
                  </a:cubicBezTo>
                  <a:cubicBezTo>
                    <a:pt x="71252" y="29090"/>
                    <a:pt x="71299" y="29144"/>
                    <a:pt x="71363" y="29144"/>
                  </a:cubicBezTo>
                  <a:cubicBezTo>
                    <a:pt x="71373" y="29144"/>
                    <a:pt x="71383" y="29143"/>
                    <a:pt x="71394" y="29141"/>
                  </a:cubicBezTo>
                  <a:lnTo>
                    <a:pt x="71433" y="29141"/>
                  </a:lnTo>
                  <a:lnTo>
                    <a:pt x="73317" y="28684"/>
                  </a:lnTo>
                  <a:cubicBezTo>
                    <a:pt x="73416" y="28665"/>
                    <a:pt x="73456" y="28565"/>
                    <a:pt x="73456" y="28486"/>
                  </a:cubicBezTo>
                  <a:cubicBezTo>
                    <a:pt x="73439" y="28400"/>
                    <a:pt x="73361" y="28343"/>
                    <a:pt x="73289" y="28343"/>
                  </a:cubicBezTo>
                  <a:close/>
                  <a:moveTo>
                    <a:pt x="68816" y="29398"/>
                  </a:moveTo>
                  <a:lnTo>
                    <a:pt x="66912" y="29815"/>
                  </a:lnTo>
                  <a:cubicBezTo>
                    <a:pt x="66813" y="29835"/>
                    <a:pt x="66753" y="29934"/>
                    <a:pt x="66773" y="30013"/>
                  </a:cubicBezTo>
                  <a:cubicBezTo>
                    <a:pt x="66790" y="30082"/>
                    <a:pt x="66837" y="30136"/>
                    <a:pt x="66901" y="30136"/>
                  </a:cubicBezTo>
                  <a:cubicBezTo>
                    <a:pt x="66911" y="30136"/>
                    <a:pt x="66921" y="30135"/>
                    <a:pt x="66932" y="30132"/>
                  </a:cubicBezTo>
                  <a:lnTo>
                    <a:pt x="66971" y="30132"/>
                  </a:lnTo>
                  <a:lnTo>
                    <a:pt x="68895" y="29716"/>
                  </a:lnTo>
                  <a:cubicBezTo>
                    <a:pt x="68974" y="29716"/>
                    <a:pt x="69034" y="29616"/>
                    <a:pt x="69014" y="29517"/>
                  </a:cubicBezTo>
                  <a:cubicBezTo>
                    <a:pt x="68974" y="29438"/>
                    <a:pt x="68895" y="29398"/>
                    <a:pt x="68816" y="29398"/>
                  </a:cubicBezTo>
                  <a:close/>
                  <a:moveTo>
                    <a:pt x="64396" y="30405"/>
                  </a:moveTo>
                  <a:cubicBezTo>
                    <a:pt x="64381" y="30405"/>
                    <a:pt x="64367" y="30406"/>
                    <a:pt x="64354" y="30410"/>
                  </a:cubicBezTo>
                  <a:lnTo>
                    <a:pt x="64135" y="30469"/>
                  </a:lnTo>
                  <a:lnTo>
                    <a:pt x="62470" y="30886"/>
                  </a:lnTo>
                  <a:cubicBezTo>
                    <a:pt x="62370" y="30886"/>
                    <a:pt x="62311" y="30985"/>
                    <a:pt x="62351" y="31084"/>
                  </a:cubicBezTo>
                  <a:cubicBezTo>
                    <a:pt x="62351" y="31163"/>
                    <a:pt x="62410" y="31203"/>
                    <a:pt x="62489" y="31203"/>
                  </a:cubicBezTo>
                  <a:lnTo>
                    <a:pt x="62549" y="31183"/>
                  </a:lnTo>
                  <a:lnTo>
                    <a:pt x="64195" y="30787"/>
                  </a:lnTo>
                  <a:lnTo>
                    <a:pt x="64433" y="30707"/>
                  </a:lnTo>
                  <a:cubicBezTo>
                    <a:pt x="64512" y="30707"/>
                    <a:pt x="64572" y="30608"/>
                    <a:pt x="64552" y="30509"/>
                  </a:cubicBezTo>
                  <a:cubicBezTo>
                    <a:pt x="64535" y="30443"/>
                    <a:pt x="64465" y="30405"/>
                    <a:pt x="64396" y="30405"/>
                  </a:cubicBezTo>
                  <a:close/>
                  <a:moveTo>
                    <a:pt x="59994" y="31567"/>
                  </a:moveTo>
                  <a:cubicBezTo>
                    <a:pt x="59974" y="31567"/>
                    <a:pt x="59952" y="31571"/>
                    <a:pt x="59931" y="31580"/>
                  </a:cubicBezTo>
                  <a:lnTo>
                    <a:pt x="58087" y="32195"/>
                  </a:lnTo>
                  <a:cubicBezTo>
                    <a:pt x="57988" y="32234"/>
                    <a:pt x="57948" y="32333"/>
                    <a:pt x="57988" y="32413"/>
                  </a:cubicBezTo>
                  <a:cubicBezTo>
                    <a:pt x="57988" y="32478"/>
                    <a:pt x="58042" y="32517"/>
                    <a:pt x="58095" y="32517"/>
                  </a:cubicBezTo>
                  <a:cubicBezTo>
                    <a:pt x="58106" y="32517"/>
                    <a:pt x="58116" y="32515"/>
                    <a:pt x="58127" y="32512"/>
                  </a:cubicBezTo>
                  <a:lnTo>
                    <a:pt x="58186" y="32512"/>
                  </a:lnTo>
                  <a:lnTo>
                    <a:pt x="60030" y="31897"/>
                  </a:lnTo>
                  <a:cubicBezTo>
                    <a:pt x="60110" y="31877"/>
                    <a:pt x="60149" y="31778"/>
                    <a:pt x="60129" y="31699"/>
                  </a:cubicBezTo>
                  <a:cubicBezTo>
                    <a:pt x="60129" y="31621"/>
                    <a:pt x="60068" y="31567"/>
                    <a:pt x="59994" y="31567"/>
                  </a:cubicBezTo>
                  <a:close/>
                  <a:moveTo>
                    <a:pt x="55702" y="33154"/>
                  </a:moveTo>
                  <a:cubicBezTo>
                    <a:pt x="55683" y="33154"/>
                    <a:pt x="55665" y="33158"/>
                    <a:pt x="55648" y="33166"/>
                  </a:cubicBezTo>
                  <a:cubicBezTo>
                    <a:pt x="55033" y="33444"/>
                    <a:pt x="54438" y="33741"/>
                    <a:pt x="53863" y="34039"/>
                  </a:cubicBezTo>
                  <a:cubicBezTo>
                    <a:pt x="53783" y="34059"/>
                    <a:pt x="53744" y="34158"/>
                    <a:pt x="53783" y="34237"/>
                  </a:cubicBezTo>
                  <a:cubicBezTo>
                    <a:pt x="53803" y="34297"/>
                    <a:pt x="53863" y="34336"/>
                    <a:pt x="53942" y="34336"/>
                  </a:cubicBezTo>
                  <a:lnTo>
                    <a:pt x="54021" y="34316"/>
                  </a:lnTo>
                  <a:lnTo>
                    <a:pt x="55767" y="33464"/>
                  </a:lnTo>
                  <a:cubicBezTo>
                    <a:pt x="55846" y="33424"/>
                    <a:pt x="55886" y="33345"/>
                    <a:pt x="55846" y="33265"/>
                  </a:cubicBezTo>
                  <a:cubicBezTo>
                    <a:pt x="55830" y="33203"/>
                    <a:pt x="55767" y="33154"/>
                    <a:pt x="55702" y="33154"/>
                  </a:cubicBezTo>
                  <a:close/>
                  <a:moveTo>
                    <a:pt x="51683" y="35303"/>
                  </a:moveTo>
                  <a:cubicBezTo>
                    <a:pt x="51654" y="35303"/>
                    <a:pt x="51626" y="35316"/>
                    <a:pt x="51602" y="35348"/>
                  </a:cubicBezTo>
                  <a:cubicBezTo>
                    <a:pt x="51047" y="35705"/>
                    <a:pt x="50511" y="36081"/>
                    <a:pt x="49996" y="36518"/>
                  </a:cubicBezTo>
                  <a:cubicBezTo>
                    <a:pt x="49916" y="36557"/>
                    <a:pt x="49916" y="36676"/>
                    <a:pt x="49976" y="36736"/>
                  </a:cubicBezTo>
                  <a:lnTo>
                    <a:pt x="50095" y="36795"/>
                  </a:lnTo>
                  <a:lnTo>
                    <a:pt x="50194" y="36756"/>
                  </a:lnTo>
                  <a:cubicBezTo>
                    <a:pt x="50690" y="36359"/>
                    <a:pt x="51245" y="36002"/>
                    <a:pt x="51780" y="35625"/>
                  </a:cubicBezTo>
                  <a:cubicBezTo>
                    <a:pt x="51960" y="35593"/>
                    <a:pt x="51816" y="35303"/>
                    <a:pt x="51683" y="35303"/>
                  </a:cubicBezTo>
                  <a:close/>
                  <a:moveTo>
                    <a:pt x="48182" y="38228"/>
                  </a:moveTo>
                  <a:cubicBezTo>
                    <a:pt x="48145" y="38228"/>
                    <a:pt x="48106" y="38244"/>
                    <a:pt x="48072" y="38283"/>
                  </a:cubicBezTo>
                  <a:lnTo>
                    <a:pt x="47775" y="38580"/>
                  </a:lnTo>
                  <a:cubicBezTo>
                    <a:pt x="47418" y="38937"/>
                    <a:pt x="47100" y="39334"/>
                    <a:pt x="46783" y="39770"/>
                  </a:cubicBezTo>
                  <a:cubicBezTo>
                    <a:pt x="46704" y="39830"/>
                    <a:pt x="46723" y="39929"/>
                    <a:pt x="46803" y="39988"/>
                  </a:cubicBezTo>
                  <a:lnTo>
                    <a:pt x="46902" y="40028"/>
                  </a:lnTo>
                  <a:cubicBezTo>
                    <a:pt x="46942" y="40028"/>
                    <a:pt x="47001" y="40008"/>
                    <a:pt x="47021" y="39968"/>
                  </a:cubicBezTo>
                  <a:cubicBezTo>
                    <a:pt x="47338" y="39572"/>
                    <a:pt x="47675" y="39175"/>
                    <a:pt x="48013" y="38798"/>
                  </a:cubicBezTo>
                  <a:lnTo>
                    <a:pt x="48290" y="38501"/>
                  </a:lnTo>
                  <a:cubicBezTo>
                    <a:pt x="48395" y="38381"/>
                    <a:pt x="48296" y="38228"/>
                    <a:pt x="48182" y="38228"/>
                  </a:cubicBezTo>
                  <a:close/>
                  <a:moveTo>
                    <a:pt x="45430" y="41892"/>
                  </a:moveTo>
                  <a:cubicBezTo>
                    <a:pt x="45373" y="41892"/>
                    <a:pt x="45315" y="41918"/>
                    <a:pt x="45276" y="41971"/>
                  </a:cubicBezTo>
                  <a:cubicBezTo>
                    <a:pt x="44958" y="42546"/>
                    <a:pt x="44661" y="43122"/>
                    <a:pt x="44383" y="43716"/>
                  </a:cubicBezTo>
                  <a:cubicBezTo>
                    <a:pt x="44364" y="43796"/>
                    <a:pt x="44383" y="43895"/>
                    <a:pt x="44463" y="43935"/>
                  </a:cubicBezTo>
                  <a:lnTo>
                    <a:pt x="44542" y="43935"/>
                  </a:lnTo>
                  <a:cubicBezTo>
                    <a:pt x="44602" y="43935"/>
                    <a:pt x="44661" y="43895"/>
                    <a:pt x="44701" y="43855"/>
                  </a:cubicBezTo>
                  <a:cubicBezTo>
                    <a:pt x="44958" y="43260"/>
                    <a:pt x="45256" y="42685"/>
                    <a:pt x="45593" y="42150"/>
                  </a:cubicBezTo>
                  <a:cubicBezTo>
                    <a:pt x="45633" y="42051"/>
                    <a:pt x="45613" y="41952"/>
                    <a:pt x="45514" y="41912"/>
                  </a:cubicBezTo>
                  <a:cubicBezTo>
                    <a:pt x="45487" y="41899"/>
                    <a:pt x="45459" y="41892"/>
                    <a:pt x="45430" y="41892"/>
                  </a:cubicBezTo>
                  <a:close/>
                  <a:moveTo>
                    <a:pt x="43607" y="46032"/>
                  </a:moveTo>
                  <a:cubicBezTo>
                    <a:pt x="43538" y="46032"/>
                    <a:pt x="43464" y="46070"/>
                    <a:pt x="43431" y="46136"/>
                  </a:cubicBezTo>
                  <a:cubicBezTo>
                    <a:pt x="43233" y="46751"/>
                    <a:pt x="43055" y="47365"/>
                    <a:pt x="42876" y="48040"/>
                  </a:cubicBezTo>
                  <a:cubicBezTo>
                    <a:pt x="42876" y="48119"/>
                    <a:pt x="42936" y="48198"/>
                    <a:pt x="43015" y="48238"/>
                  </a:cubicBezTo>
                  <a:lnTo>
                    <a:pt x="43055" y="48238"/>
                  </a:lnTo>
                  <a:cubicBezTo>
                    <a:pt x="43134" y="48238"/>
                    <a:pt x="43194" y="48179"/>
                    <a:pt x="43213" y="48119"/>
                  </a:cubicBezTo>
                  <a:cubicBezTo>
                    <a:pt x="43372" y="47465"/>
                    <a:pt x="43550" y="46850"/>
                    <a:pt x="43749" y="46235"/>
                  </a:cubicBezTo>
                  <a:cubicBezTo>
                    <a:pt x="43769" y="46156"/>
                    <a:pt x="43729" y="46057"/>
                    <a:pt x="43650" y="46037"/>
                  </a:cubicBezTo>
                  <a:cubicBezTo>
                    <a:pt x="43636" y="46033"/>
                    <a:pt x="43622" y="46032"/>
                    <a:pt x="43607" y="46032"/>
                  </a:cubicBezTo>
                  <a:close/>
                  <a:moveTo>
                    <a:pt x="42528" y="50475"/>
                  </a:moveTo>
                  <a:cubicBezTo>
                    <a:pt x="42460" y="50475"/>
                    <a:pt x="42398" y="50529"/>
                    <a:pt x="42380" y="50598"/>
                  </a:cubicBezTo>
                  <a:cubicBezTo>
                    <a:pt x="42281" y="51233"/>
                    <a:pt x="42182" y="51887"/>
                    <a:pt x="42142" y="52561"/>
                  </a:cubicBezTo>
                  <a:cubicBezTo>
                    <a:pt x="42123" y="52641"/>
                    <a:pt x="42202" y="52720"/>
                    <a:pt x="42281" y="52720"/>
                  </a:cubicBezTo>
                  <a:cubicBezTo>
                    <a:pt x="42380" y="52720"/>
                    <a:pt x="42460" y="52680"/>
                    <a:pt x="42460" y="52581"/>
                  </a:cubicBezTo>
                  <a:cubicBezTo>
                    <a:pt x="42539" y="51927"/>
                    <a:pt x="42618" y="51292"/>
                    <a:pt x="42718" y="50638"/>
                  </a:cubicBezTo>
                  <a:cubicBezTo>
                    <a:pt x="42718" y="50558"/>
                    <a:pt x="42638" y="50479"/>
                    <a:pt x="42559" y="50479"/>
                  </a:cubicBezTo>
                  <a:cubicBezTo>
                    <a:pt x="42548" y="50476"/>
                    <a:pt x="42538" y="50475"/>
                    <a:pt x="42528" y="50475"/>
                  </a:cubicBezTo>
                  <a:close/>
                  <a:moveTo>
                    <a:pt x="42142" y="55000"/>
                  </a:moveTo>
                  <a:cubicBezTo>
                    <a:pt x="42063" y="55000"/>
                    <a:pt x="41964" y="55080"/>
                    <a:pt x="41964" y="55159"/>
                  </a:cubicBezTo>
                  <a:lnTo>
                    <a:pt x="41964" y="57142"/>
                  </a:lnTo>
                  <a:cubicBezTo>
                    <a:pt x="41964" y="57222"/>
                    <a:pt x="42023" y="57281"/>
                    <a:pt x="42123" y="57281"/>
                  </a:cubicBezTo>
                  <a:cubicBezTo>
                    <a:pt x="42202" y="57281"/>
                    <a:pt x="42281" y="57202"/>
                    <a:pt x="42281" y="57122"/>
                  </a:cubicBezTo>
                  <a:lnTo>
                    <a:pt x="42281" y="55179"/>
                  </a:lnTo>
                  <a:cubicBezTo>
                    <a:pt x="42301" y="55080"/>
                    <a:pt x="42222" y="55000"/>
                    <a:pt x="42142" y="55000"/>
                  </a:cubicBezTo>
                  <a:close/>
                  <a:moveTo>
                    <a:pt x="42221" y="59619"/>
                  </a:moveTo>
                  <a:cubicBezTo>
                    <a:pt x="42152" y="59619"/>
                    <a:pt x="42084" y="59658"/>
                    <a:pt x="42063" y="59740"/>
                  </a:cubicBezTo>
                  <a:cubicBezTo>
                    <a:pt x="42123" y="60395"/>
                    <a:pt x="42162" y="61029"/>
                    <a:pt x="42242" y="61703"/>
                  </a:cubicBezTo>
                  <a:cubicBezTo>
                    <a:pt x="42242" y="61783"/>
                    <a:pt x="42321" y="61842"/>
                    <a:pt x="42420" y="61842"/>
                  </a:cubicBezTo>
                  <a:cubicBezTo>
                    <a:pt x="42519" y="61822"/>
                    <a:pt x="42579" y="61743"/>
                    <a:pt x="42559" y="61684"/>
                  </a:cubicBezTo>
                  <a:cubicBezTo>
                    <a:pt x="42519" y="61009"/>
                    <a:pt x="42440" y="60355"/>
                    <a:pt x="42380" y="59720"/>
                  </a:cubicBezTo>
                  <a:cubicBezTo>
                    <a:pt x="42352" y="59653"/>
                    <a:pt x="42286" y="59619"/>
                    <a:pt x="42221" y="59619"/>
                  </a:cubicBezTo>
                  <a:close/>
                  <a:moveTo>
                    <a:pt x="42718" y="64103"/>
                  </a:moveTo>
                  <a:cubicBezTo>
                    <a:pt x="42618" y="64123"/>
                    <a:pt x="42559" y="64202"/>
                    <a:pt x="42559" y="64301"/>
                  </a:cubicBezTo>
                  <a:lnTo>
                    <a:pt x="42856" y="66245"/>
                  </a:lnTo>
                  <a:cubicBezTo>
                    <a:pt x="42876" y="66304"/>
                    <a:pt x="42956" y="66364"/>
                    <a:pt x="43035" y="66364"/>
                  </a:cubicBezTo>
                  <a:lnTo>
                    <a:pt x="43055" y="66364"/>
                  </a:lnTo>
                  <a:cubicBezTo>
                    <a:pt x="43134" y="66344"/>
                    <a:pt x="43194" y="66265"/>
                    <a:pt x="43174" y="66185"/>
                  </a:cubicBezTo>
                  <a:lnTo>
                    <a:pt x="42876" y="64262"/>
                  </a:lnTo>
                  <a:cubicBezTo>
                    <a:pt x="42876" y="64163"/>
                    <a:pt x="42797" y="64103"/>
                    <a:pt x="42718" y="64103"/>
                  </a:cubicBezTo>
                  <a:close/>
                  <a:moveTo>
                    <a:pt x="43471" y="68650"/>
                  </a:moveTo>
                  <a:cubicBezTo>
                    <a:pt x="43389" y="68650"/>
                    <a:pt x="43312" y="68709"/>
                    <a:pt x="43312" y="68803"/>
                  </a:cubicBezTo>
                  <a:lnTo>
                    <a:pt x="43610" y="70548"/>
                  </a:lnTo>
                  <a:lnTo>
                    <a:pt x="43650" y="70727"/>
                  </a:lnTo>
                  <a:cubicBezTo>
                    <a:pt x="43650" y="70806"/>
                    <a:pt x="43709" y="70866"/>
                    <a:pt x="43808" y="70866"/>
                  </a:cubicBezTo>
                  <a:lnTo>
                    <a:pt x="43828" y="70866"/>
                  </a:lnTo>
                  <a:cubicBezTo>
                    <a:pt x="43907" y="70846"/>
                    <a:pt x="43967" y="70766"/>
                    <a:pt x="43967" y="70667"/>
                  </a:cubicBezTo>
                  <a:lnTo>
                    <a:pt x="43927" y="70489"/>
                  </a:lnTo>
                  <a:lnTo>
                    <a:pt x="43630" y="68744"/>
                  </a:lnTo>
                  <a:cubicBezTo>
                    <a:pt x="43589" y="68679"/>
                    <a:pt x="43529" y="68650"/>
                    <a:pt x="43471" y="68650"/>
                  </a:cubicBezTo>
                  <a:close/>
                  <a:moveTo>
                    <a:pt x="44225" y="73106"/>
                  </a:moveTo>
                  <a:cubicBezTo>
                    <a:pt x="44126" y="73126"/>
                    <a:pt x="44086" y="73206"/>
                    <a:pt x="44106" y="73305"/>
                  </a:cubicBezTo>
                  <a:cubicBezTo>
                    <a:pt x="44205" y="73939"/>
                    <a:pt x="44324" y="74594"/>
                    <a:pt x="44423" y="75228"/>
                  </a:cubicBezTo>
                  <a:cubicBezTo>
                    <a:pt x="44423" y="75308"/>
                    <a:pt x="44502" y="75367"/>
                    <a:pt x="44562" y="75367"/>
                  </a:cubicBezTo>
                  <a:lnTo>
                    <a:pt x="44602" y="75367"/>
                  </a:lnTo>
                  <a:cubicBezTo>
                    <a:pt x="44681" y="75347"/>
                    <a:pt x="44740" y="75268"/>
                    <a:pt x="44740" y="75189"/>
                  </a:cubicBezTo>
                  <a:cubicBezTo>
                    <a:pt x="44641" y="74534"/>
                    <a:pt x="44522" y="73900"/>
                    <a:pt x="44423" y="73245"/>
                  </a:cubicBezTo>
                  <a:cubicBezTo>
                    <a:pt x="44403" y="73166"/>
                    <a:pt x="44304" y="73106"/>
                    <a:pt x="44225" y="73106"/>
                  </a:cubicBezTo>
                  <a:close/>
                  <a:moveTo>
                    <a:pt x="44939" y="77608"/>
                  </a:moveTo>
                  <a:cubicBezTo>
                    <a:pt x="44840" y="77628"/>
                    <a:pt x="44780" y="77727"/>
                    <a:pt x="44780" y="77806"/>
                  </a:cubicBezTo>
                  <a:cubicBezTo>
                    <a:pt x="44879" y="78481"/>
                    <a:pt x="44958" y="79135"/>
                    <a:pt x="45038" y="79750"/>
                  </a:cubicBezTo>
                  <a:cubicBezTo>
                    <a:pt x="45038" y="79829"/>
                    <a:pt x="45097" y="79889"/>
                    <a:pt x="45177" y="79889"/>
                  </a:cubicBezTo>
                  <a:lnTo>
                    <a:pt x="45216" y="79889"/>
                  </a:lnTo>
                  <a:cubicBezTo>
                    <a:pt x="45296" y="79869"/>
                    <a:pt x="45355" y="79790"/>
                    <a:pt x="45355" y="79690"/>
                  </a:cubicBezTo>
                  <a:cubicBezTo>
                    <a:pt x="45276" y="79076"/>
                    <a:pt x="45216" y="78421"/>
                    <a:pt x="45117" y="77767"/>
                  </a:cubicBezTo>
                  <a:cubicBezTo>
                    <a:pt x="45117" y="77668"/>
                    <a:pt x="45038" y="77608"/>
                    <a:pt x="44939" y="77608"/>
                  </a:cubicBezTo>
                  <a:close/>
                  <a:moveTo>
                    <a:pt x="45415" y="82150"/>
                  </a:moveTo>
                  <a:cubicBezTo>
                    <a:pt x="45335" y="82169"/>
                    <a:pt x="45276" y="82249"/>
                    <a:pt x="45256" y="82328"/>
                  </a:cubicBezTo>
                  <a:cubicBezTo>
                    <a:pt x="45315" y="83002"/>
                    <a:pt x="45335" y="83657"/>
                    <a:pt x="45355" y="84291"/>
                  </a:cubicBezTo>
                  <a:cubicBezTo>
                    <a:pt x="45355" y="84371"/>
                    <a:pt x="45434" y="84430"/>
                    <a:pt x="45514" y="84430"/>
                  </a:cubicBezTo>
                  <a:cubicBezTo>
                    <a:pt x="45593" y="84430"/>
                    <a:pt x="45672" y="84371"/>
                    <a:pt x="45672" y="84291"/>
                  </a:cubicBezTo>
                  <a:cubicBezTo>
                    <a:pt x="45653" y="83637"/>
                    <a:pt x="45633" y="82963"/>
                    <a:pt x="45573" y="82308"/>
                  </a:cubicBezTo>
                  <a:cubicBezTo>
                    <a:pt x="45573" y="82209"/>
                    <a:pt x="45494" y="82150"/>
                    <a:pt x="45415" y="82150"/>
                  </a:cubicBezTo>
                  <a:close/>
                  <a:moveTo>
                    <a:pt x="45514" y="86711"/>
                  </a:moveTo>
                  <a:cubicBezTo>
                    <a:pt x="45415" y="86711"/>
                    <a:pt x="45335" y="86790"/>
                    <a:pt x="45335" y="86889"/>
                  </a:cubicBezTo>
                  <a:cubicBezTo>
                    <a:pt x="45315" y="87524"/>
                    <a:pt x="45256" y="88198"/>
                    <a:pt x="45196" y="88813"/>
                  </a:cubicBezTo>
                  <a:cubicBezTo>
                    <a:pt x="45196" y="88912"/>
                    <a:pt x="45236" y="88991"/>
                    <a:pt x="45335" y="88991"/>
                  </a:cubicBezTo>
                  <a:lnTo>
                    <a:pt x="45355" y="88991"/>
                  </a:lnTo>
                  <a:cubicBezTo>
                    <a:pt x="45434" y="88991"/>
                    <a:pt x="45514" y="88932"/>
                    <a:pt x="45514" y="88852"/>
                  </a:cubicBezTo>
                  <a:cubicBezTo>
                    <a:pt x="45573" y="88218"/>
                    <a:pt x="45633" y="87563"/>
                    <a:pt x="45653" y="86889"/>
                  </a:cubicBezTo>
                  <a:cubicBezTo>
                    <a:pt x="45653" y="86810"/>
                    <a:pt x="45593" y="86731"/>
                    <a:pt x="45514" y="86711"/>
                  </a:cubicBezTo>
                  <a:close/>
                  <a:moveTo>
                    <a:pt x="45018" y="91252"/>
                  </a:moveTo>
                  <a:cubicBezTo>
                    <a:pt x="44919" y="91252"/>
                    <a:pt x="44859" y="91312"/>
                    <a:pt x="44840" y="91391"/>
                  </a:cubicBezTo>
                  <a:cubicBezTo>
                    <a:pt x="44721" y="92025"/>
                    <a:pt x="44602" y="92660"/>
                    <a:pt x="44423" y="93315"/>
                  </a:cubicBezTo>
                  <a:cubicBezTo>
                    <a:pt x="44403" y="93394"/>
                    <a:pt x="44463" y="93473"/>
                    <a:pt x="44542" y="93513"/>
                  </a:cubicBezTo>
                  <a:lnTo>
                    <a:pt x="44602" y="93513"/>
                  </a:lnTo>
                  <a:cubicBezTo>
                    <a:pt x="44661" y="93513"/>
                    <a:pt x="44721" y="93453"/>
                    <a:pt x="44740" y="93374"/>
                  </a:cubicBezTo>
                  <a:cubicBezTo>
                    <a:pt x="44879" y="92739"/>
                    <a:pt x="45038" y="92085"/>
                    <a:pt x="45157" y="91450"/>
                  </a:cubicBezTo>
                  <a:cubicBezTo>
                    <a:pt x="45157" y="91351"/>
                    <a:pt x="45097" y="91272"/>
                    <a:pt x="45018" y="91252"/>
                  </a:cubicBezTo>
                  <a:close/>
                  <a:moveTo>
                    <a:pt x="43854" y="95679"/>
                  </a:moveTo>
                  <a:cubicBezTo>
                    <a:pt x="43788" y="95679"/>
                    <a:pt x="43733" y="95720"/>
                    <a:pt x="43689" y="95793"/>
                  </a:cubicBezTo>
                  <a:cubicBezTo>
                    <a:pt x="43511" y="96408"/>
                    <a:pt x="43273" y="97023"/>
                    <a:pt x="43055" y="97618"/>
                  </a:cubicBezTo>
                  <a:cubicBezTo>
                    <a:pt x="43015" y="97697"/>
                    <a:pt x="43055" y="97796"/>
                    <a:pt x="43134" y="97836"/>
                  </a:cubicBezTo>
                  <a:lnTo>
                    <a:pt x="43213" y="97836"/>
                  </a:lnTo>
                  <a:cubicBezTo>
                    <a:pt x="43273" y="97836"/>
                    <a:pt x="43332" y="97796"/>
                    <a:pt x="43352" y="97737"/>
                  </a:cubicBezTo>
                  <a:cubicBezTo>
                    <a:pt x="43590" y="97122"/>
                    <a:pt x="43828" y="96507"/>
                    <a:pt x="44026" y="95893"/>
                  </a:cubicBezTo>
                  <a:cubicBezTo>
                    <a:pt x="44046" y="95793"/>
                    <a:pt x="44007" y="95714"/>
                    <a:pt x="43927" y="95694"/>
                  </a:cubicBezTo>
                  <a:cubicBezTo>
                    <a:pt x="43902" y="95684"/>
                    <a:pt x="43877" y="95679"/>
                    <a:pt x="43854" y="95679"/>
                  </a:cubicBezTo>
                  <a:close/>
                  <a:moveTo>
                    <a:pt x="42153" y="99929"/>
                  </a:moveTo>
                  <a:cubicBezTo>
                    <a:pt x="42092" y="99929"/>
                    <a:pt x="42030" y="99965"/>
                    <a:pt x="42004" y="100017"/>
                  </a:cubicBezTo>
                  <a:cubicBezTo>
                    <a:pt x="41746" y="100593"/>
                    <a:pt x="41448" y="101188"/>
                    <a:pt x="41111" y="101763"/>
                  </a:cubicBezTo>
                  <a:cubicBezTo>
                    <a:pt x="41091" y="101842"/>
                    <a:pt x="41111" y="101941"/>
                    <a:pt x="41191" y="101981"/>
                  </a:cubicBezTo>
                  <a:lnTo>
                    <a:pt x="41270" y="101981"/>
                  </a:lnTo>
                  <a:cubicBezTo>
                    <a:pt x="41329" y="101981"/>
                    <a:pt x="41389" y="101961"/>
                    <a:pt x="41409" y="101901"/>
                  </a:cubicBezTo>
                  <a:cubicBezTo>
                    <a:pt x="41706" y="101326"/>
                    <a:pt x="42043" y="100751"/>
                    <a:pt x="42301" y="100176"/>
                  </a:cubicBezTo>
                  <a:cubicBezTo>
                    <a:pt x="42341" y="100077"/>
                    <a:pt x="42301" y="99978"/>
                    <a:pt x="42242" y="99958"/>
                  </a:cubicBezTo>
                  <a:cubicBezTo>
                    <a:pt x="42215" y="99938"/>
                    <a:pt x="42184" y="99929"/>
                    <a:pt x="42153" y="99929"/>
                  </a:cubicBezTo>
                  <a:close/>
                  <a:moveTo>
                    <a:pt x="39901" y="103899"/>
                  </a:moveTo>
                  <a:cubicBezTo>
                    <a:pt x="39853" y="103899"/>
                    <a:pt x="39813" y="103923"/>
                    <a:pt x="39802" y="103984"/>
                  </a:cubicBezTo>
                  <a:cubicBezTo>
                    <a:pt x="39465" y="104539"/>
                    <a:pt x="39088" y="105074"/>
                    <a:pt x="38712" y="105630"/>
                  </a:cubicBezTo>
                  <a:cubicBezTo>
                    <a:pt x="38672" y="105709"/>
                    <a:pt x="38692" y="105788"/>
                    <a:pt x="38771" y="105848"/>
                  </a:cubicBezTo>
                  <a:lnTo>
                    <a:pt x="38870" y="105848"/>
                  </a:lnTo>
                  <a:cubicBezTo>
                    <a:pt x="38910" y="105848"/>
                    <a:pt x="38969" y="105828"/>
                    <a:pt x="38989" y="105808"/>
                  </a:cubicBezTo>
                  <a:cubicBezTo>
                    <a:pt x="39366" y="105273"/>
                    <a:pt x="39743" y="104717"/>
                    <a:pt x="40080" y="104162"/>
                  </a:cubicBezTo>
                  <a:cubicBezTo>
                    <a:pt x="40209" y="104062"/>
                    <a:pt x="40027" y="103899"/>
                    <a:pt x="39901" y="103899"/>
                  </a:cubicBezTo>
                  <a:close/>
                  <a:moveTo>
                    <a:pt x="37289" y="107605"/>
                  </a:moveTo>
                  <a:cubicBezTo>
                    <a:pt x="37242" y="107605"/>
                    <a:pt x="37198" y="107620"/>
                    <a:pt x="37165" y="107653"/>
                  </a:cubicBezTo>
                  <a:cubicBezTo>
                    <a:pt x="36768" y="108188"/>
                    <a:pt x="36332" y="108684"/>
                    <a:pt x="35915" y="109180"/>
                  </a:cubicBezTo>
                  <a:cubicBezTo>
                    <a:pt x="35856" y="109239"/>
                    <a:pt x="35876" y="109338"/>
                    <a:pt x="35935" y="109398"/>
                  </a:cubicBezTo>
                  <a:cubicBezTo>
                    <a:pt x="35955" y="109418"/>
                    <a:pt x="35995" y="109437"/>
                    <a:pt x="36034" y="109437"/>
                  </a:cubicBezTo>
                  <a:cubicBezTo>
                    <a:pt x="36094" y="109437"/>
                    <a:pt x="36134" y="109418"/>
                    <a:pt x="36173" y="109378"/>
                  </a:cubicBezTo>
                  <a:cubicBezTo>
                    <a:pt x="36590" y="108882"/>
                    <a:pt x="37026" y="108386"/>
                    <a:pt x="37423" y="107890"/>
                  </a:cubicBezTo>
                  <a:cubicBezTo>
                    <a:pt x="37482" y="107811"/>
                    <a:pt x="37462" y="107692"/>
                    <a:pt x="37403" y="107633"/>
                  </a:cubicBezTo>
                  <a:cubicBezTo>
                    <a:pt x="37367" y="107615"/>
                    <a:pt x="37327" y="107605"/>
                    <a:pt x="37289" y="107605"/>
                  </a:cubicBezTo>
                  <a:close/>
                  <a:moveTo>
                    <a:pt x="34266" y="111031"/>
                  </a:moveTo>
                  <a:cubicBezTo>
                    <a:pt x="34228" y="111031"/>
                    <a:pt x="34188" y="111046"/>
                    <a:pt x="34150" y="111083"/>
                  </a:cubicBezTo>
                  <a:cubicBezTo>
                    <a:pt x="33714" y="111520"/>
                    <a:pt x="33238" y="111996"/>
                    <a:pt x="32742" y="112452"/>
                  </a:cubicBezTo>
                  <a:cubicBezTo>
                    <a:pt x="32683" y="112511"/>
                    <a:pt x="32683" y="112591"/>
                    <a:pt x="32742" y="112670"/>
                  </a:cubicBezTo>
                  <a:lnTo>
                    <a:pt x="32861" y="112709"/>
                  </a:lnTo>
                  <a:lnTo>
                    <a:pt x="32961" y="112670"/>
                  </a:lnTo>
                  <a:cubicBezTo>
                    <a:pt x="33456" y="112214"/>
                    <a:pt x="33932" y="111777"/>
                    <a:pt x="34388" y="111301"/>
                  </a:cubicBezTo>
                  <a:cubicBezTo>
                    <a:pt x="34495" y="111195"/>
                    <a:pt x="34392" y="111031"/>
                    <a:pt x="34266" y="111031"/>
                  </a:cubicBezTo>
                  <a:close/>
                  <a:moveTo>
                    <a:pt x="30919" y="114115"/>
                  </a:moveTo>
                  <a:cubicBezTo>
                    <a:pt x="30883" y="114115"/>
                    <a:pt x="30846" y="114130"/>
                    <a:pt x="30819" y="114157"/>
                  </a:cubicBezTo>
                  <a:lnTo>
                    <a:pt x="29292" y="115367"/>
                  </a:lnTo>
                  <a:cubicBezTo>
                    <a:pt x="29232" y="115426"/>
                    <a:pt x="29193" y="115526"/>
                    <a:pt x="29252" y="115625"/>
                  </a:cubicBezTo>
                  <a:lnTo>
                    <a:pt x="29391" y="115664"/>
                  </a:lnTo>
                  <a:lnTo>
                    <a:pt x="29490" y="115645"/>
                  </a:lnTo>
                  <a:cubicBezTo>
                    <a:pt x="30025" y="115248"/>
                    <a:pt x="30521" y="114831"/>
                    <a:pt x="31017" y="114395"/>
                  </a:cubicBezTo>
                  <a:cubicBezTo>
                    <a:pt x="31077" y="114355"/>
                    <a:pt x="31096" y="114237"/>
                    <a:pt x="31037" y="114177"/>
                  </a:cubicBezTo>
                  <a:cubicBezTo>
                    <a:pt x="31005" y="114135"/>
                    <a:pt x="30962" y="114115"/>
                    <a:pt x="30919" y="114115"/>
                  </a:cubicBezTo>
                  <a:close/>
                  <a:moveTo>
                    <a:pt x="27278" y="116860"/>
                  </a:moveTo>
                  <a:cubicBezTo>
                    <a:pt x="27247" y="116860"/>
                    <a:pt x="27216" y="116876"/>
                    <a:pt x="27190" y="116914"/>
                  </a:cubicBezTo>
                  <a:lnTo>
                    <a:pt x="25563" y="117965"/>
                  </a:lnTo>
                  <a:cubicBezTo>
                    <a:pt x="25484" y="118024"/>
                    <a:pt x="25464" y="118143"/>
                    <a:pt x="25504" y="118223"/>
                  </a:cubicBezTo>
                  <a:cubicBezTo>
                    <a:pt x="25544" y="118262"/>
                    <a:pt x="25603" y="118282"/>
                    <a:pt x="25663" y="118302"/>
                  </a:cubicBezTo>
                  <a:lnTo>
                    <a:pt x="25722" y="118262"/>
                  </a:lnTo>
                  <a:lnTo>
                    <a:pt x="27368" y="117172"/>
                  </a:lnTo>
                  <a:cubicBezTo>
                    <a:pt x="27545" y="117139"/>
                    <a:pt x="27409" y="116860"/>
                    <a:pt x="27278" y="116860"/>
                  </a:cubicBezTo>
                  <a:close/>
                  <a:moveTo>
                    <a:pt x="23367" y="119328"/>
                  </a:moveTo>
                  <a:cubicBezTo>
                    <a:pt x="23353" y="119328"/>
                    <a:pt x="23338" y="119329"/>
                    <a:pt x="23322" y="119333"/>
                  </a:cubicBezTo>
                  <a:lnTo>
                    <a:pt x="21617" y="120245"/>
                  </a:lnTo>
                  <a:cubicBezTo>
                    <a:pt x="21538" y="120305"/>
                    <a:pt x="21518" y="120384"/>
                    <a:pt x="21538" y="120483"/>
                  </a:cubicBezTo>
                  <a:cubicBezTo>
                    <a:pt x="21557" y="120523"/>
                    <a:pt x="21617" y="120563"/>
                    <a:pt x="21696" y="120583"/>
                  </a:cubicBezTo>
                  <a:lnTo>
                    <a:pt x="21756" y="120543"/>
                  </a:lnTo>
                  <a:cubicBezTo>
                    <a:pt x="22351" y="120245"/>
                    <a:pt x="22926" y="119928"/>
                    <a:pt x="23501" y="119611"/>
                  </a:cubicBezTo>
                  <a:cubicBezTo>
                    <a:pt x="23573" y="119485"/>
                    <a:pt x="23499" y="119328"/>
                    <a:pt x="23367" y="119328"/>
                  </a:cubicBezTo>
                  <a:close/>
                  <a:moveTo>
                    <a:pt x="19343" y="121409"/>
                  </a:moveTo>
                  <a:cubicBezTo>
                    <a:pt x="19321" y="121409"/>
                    <a:pt x="19299" y="121411"/>
                    <a:pt x="19277" y="121415"/>
                  </a:cubicBezTo>
                  <a:cubicBezTo>
                    <a:pt x="18722" y="121713"/>
                    <a:pt x="18127" y="121991"/>
                    <a:pt x="17532" y="122229"/>
                  </a:cubicBezTo>
                  <a:cubicBezTo>
                    <a:pt x="17452" y="122288"/>
                    <a:pt x="17413" y="122367"/>
                    <a:pt x="17433" y="122466"/>
                  </a:cubicBezTo>
                  <a:cubicBezTo>
                    <a:pt x="17472" y="122506"/>
                    <a:pt x="17532" y="122546"/>
                    <a:pt x="17591" y="122566"/>
                  </a:cubicBezTo>
                  <a:lnTo>
                    <a:pt x="17651" y="122526"/>
                  </a:lnTo>
                  <a:cubicBezTo>
                    <a:pt x="18246" y="122288"/>
                    <a:pt x="18841" y="122010"/>
                    <a:pt x="19436" y="121713"/>
                  </a:cubicBezTo>
                  <a:cubicBezTo>
                    <a:pt x="19515" y="121673"/>
                    <a:pt x="19535" y="121594"/>
                    <a:pt x="19515" y="121515"/>
                  </a:cubicBezTo>
                  <a:cubicBezTo>
                    <a:pt x="19484" y="121438"/>
                    <a:pt x="19418" y="121409"/>
                    <a:pt x="19343" y="121409"/>
                  </a:cubicBezTo>
                  <a:close/>
                  <a:moveTo>
                    <a:pt x="15196" y="123240"/>
                  </a:moveTo>
                  <a:cubicBezTo>
                    <a:pt x="15167" y="123240"/>
                    <a:pt x="15139" y="123247"/>
                    <a:pt x="15112" y="123260"/>
                  </a:cubicBezTo>
                  <a:lnTo>
                    <a:pt x="13288" y="123954"/>
                  </a:lnTo>
                  <a:cubicBezTo>
                    <a:pt x="13208" y="123974"/>
                    <a:pt x="13169" y="124053"/>
                    <a:pt x="13189" y="124152"/>
                  </a:cubicBezTo>
                  <a:cubicBezTo>
                    <a:pt x="13208" y="124212"/>
                    <a:pt x="13288" y="124271"/>
                    <a:pt x="13367" y="124271"/>
                  </a:cubicBezTo>
                  <a:lnTo>
                    <a:pt x="13407" y="124251"/>
                  </a:lnTo>
                  <a:lnTo>
                    <a:pt x="15251" y="123557"/>
                  </a:lnTo>
                  <a:cubicBezTo>
                    <a:pt x="15330" y="123498"/>
                    <a:pt x="15370" y="123418"/>
                    <a:pt x="15350" y="123319"/>
                  </a:cubicBezTo>
                  <a:cubicBezTo>
                    <a:pt x="15311" y="123266"/>
                    <a:pt x="15253" y="123240"/>
                    <a:pt x="15196" y="123240"/>
                  </a:cubicBezTo>
                  <a:close/>
                  <a:moveTo>
                    <a:pt x="10871" y="124782"/>
                  </a:moveTo>
                  <a:cubicBezTo>
                    <a:pt x="10857" y="124782"/>
                    <a:pt x="10842" y="124783"/>
                    <a:pt x="10829" y="124787"/>
                  </a:cubicBezTo>
                  <a:lnTo>
                    <a:pt x="8965" y="125382"/>
                  </a:lnTo>
                  <a:cubicBezTo>
                    <a:pt x="8885" y="125421"/>
                    <a:pt x="8846" y="125501"/>
                    <a:pt x="8865" y="125580"/>
                  </a:cubicBezTo>
                  <a:cubicBezTo>
                    <a:pt x="8885" y="125659"/>
                    <a:pt x="8945" y="125699"/>
                    <a:pt x="9024" y="125699"/>
                  </a:cubicBezTo>
                  <a:lnTo>
                    <a:pt x="9064" y="125699"/>
                  </a:lnTo>
                  <a:lnTo>
                    <a:pt x="10928" y="125104"/>
                  </a:lnTo>
                  <a:cubicBezTo>
                    <a:pt x="11027" y="125084"/>
                    <a:pt x="11087" y="124985"/>
                    <a:pt x="11047" y="124886"/>
                  </a:cubicBezTo>
                  <a:cubicBezTo>
                    <a:pt x="11014" y="124820"/>
                    <a:pt x="10940" y="124782"/>
                    <a:pt x="10871" y="124782"/>
                  </a:cubicBezTo>
                  <a:close/>
                  <a:moveTo>
                    <a:pt x="6503" y="126092"/>
                  </a:moveTo>
                  <a:cubicBezTo>
                    <a:pt x="6491" y="126092"/>
                    <a:pt x="6479" y="126093"/>
                    <a:pt x="6466" y="126096"/>
                  </a:cubicBezTo>
                  <a:lnTo>
                    <a:pt x="4582" y="126591"/>
                  </a:lnTo>
                  <a:cubicBezTo>
                    <a:pt x="4503" y="126611"/>
                    <a:pt x="4443" y="126710"/>
                    <a:pt x="4463" y="126790"/>
                  </a:cubicBezTo>
                  <a:cubicBezTo>
                    <a:pt x="4483" y="126869"/>
                    <a:pt x="4562" y="126909"/>
                    <a:pt x="4641" y="126929"/>
                  </a:cubicBezTo>
                  <a:lnTo>
                    <a:pt x="4661" y="126929"/>
                  </a:lnTo>
                  <a:lnTo>
                    <a:pt x="6565" y="126433"/>
                  </a:lnTo>
                  <a:cubicBezTo>
                    <a:pt x="6644" y="126393"/>
                    <a:pt x="6684" y="126314"/>
                    <a:pt x="6664" y="126234"/>
                  </a:cubicBezTo>
                  <a:cubicBezTo>
                    <a:pt x="6647" y="126148"/>
                    <a:pt x="6584" y="126092"/>
                    <a:pt x="6503" y="126092"/>
                  </a:cubicBezTo>
                  <a:close/>
                  <a:moveTo>
                    <a:pt x="2103" y="127221"/>
                  </a:moveTo>
                  <a:cubicBezTo>
                    <a:pt x="2090" y="127221"/>
                    <a:pt x="2076" y="127223"/>
                    <a:pt x="2063" y="127226"/>
                  </a:cubicBezTo>
                  <a:lnTo>
                    <a:pt x="140" y="127623"/>
                  </a:lnTo>
                  <a:cubicBezTo>
                    <a:pt x="60" y="127642"/>
                    <a:pt x="1" y="127722"/>
                    <a:pt x="21" y="127821"/>
                  </a:cubicBezTo>
                  <a:cubicBezTo>
                    <a:pt x="40" y="127880"/>
                    <a:pt x="100" y="127940"/>
                    <a:pt x="179" y="127940"/>
                  </a:cubicBezTo>
                  <a:lnTo>
                    <a:pt x="199" y="127940"/>
                  </a:lnTo>
                  <a:lnTo>
                    <a:pt x="2123" y="127523"/>
                  </a:lnTo>
                  <a:cubicBezTo>
                    <a:pt x="2202" y="127523"/>
                    <a:pt x="2262" y="127424"/>
                    <a:pt x="2262" y="127345"/>
                  </a:cubicBezTo>
                  <a:cubicBezTo>
                    <a:pt x="2229" y="127262"/>
                    <a:pt x="2168" y="127221"/>
                    <a:pt x="2103" y="127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521" name="Google Shape;4521;p69"/>
          <p:cNvGrpSpPr/>
          <p:nvPr/>
        </p:nvGrpSpPr>
        <p:grpSpPr>
          <a:xfrm flipH="1">
            <a:off x="7386096" y="-70"/>
            <a:ext cx="1091382" cy="1155725"/>
            <a:chOff x="2958275" y="539500"/>
            <a:chExt cx="1091382" cy="1155725"/>
          </a:xfrm>
        </p:grpSpPr>
        <p:grpSp>
          <p:nvGrpSpPr>
            <p:cNvPr id="4522" name="Google Shape;4522;p69"/>
            <p:cNvGrpSpPr/>
            <p:nvPr/>
          </p:nvGrpSpPr>
          <p:grpSpPr>
            <a:xfrm>
              <a:off x="3170379" y="1212137"/>
              <a:ext cx="879278" cy="483088"/>
              <a:chOff x="2296950" y="3661600"/>
              <a:chExt cx="616475" cy="338700"/>
            </a:xfrm>
          </p:grpSpPr>
          <p:sp>
            <p:nvSpPr>
              <p:cNvPr id="4523" name="Google Shape;4523;p69"/>
              <p:cNvSpPr/>
              <p:nvPr/>
            </p:nvSpPr>
            <p:spPr>
              <a:xfrm>
                <a:off x="2510075" y="3661600"/>
                <a:ext cx="402675" cy="97750"/>
              </a:xfrm>
              <a:custGeom>
                <a:avLst/>
                <a:gdLst/>
                <a:ahLst/>
                <a:cxnLst/>
                <a:rect l="l" t="t" r="r" b="b"/>
                <a:pathLst>
                  <a:path w="16107" h="3910" extrusionOk="0">
                    <a:moveTo>
                      <a:pt x="4306" y="700"/>
                    </a:moveTo>
                    <a:lnTo>
                      <a:pt x="13180" y="2635"/>
                    </a:lnTo>
                    <a:lnTo>
                      <a:pt x="1346" y="3189"/>
                    </a:lnTo>
                    <a:lnTo>
                      <a:pt x="4306" y="700"/>
                    </a:lnTo>
                    <a:close/>
                    <a:moveTo>
                      <a:pt x="4216" y="0"/>
                    </a:moveTo>
                    <a:cubicBezTo>
                      <a:pt x="4136" y="0"/>
                      <a:pt x="4058" y="29"/>
                      <a:pt x="3998" y="83"/>
                    </a:cubicBezTo>
                    <a:lnTo>
                      <a:pt x="152" y="3314"/>
                    </a:lnTo>
                    <a:cubicBezTo>
                      <a:pt x="42" y="3405"/>
                      <a:pt x="0" y="3560"/>
                      <a:pt x="56" y="3696"/>
                    </a:cubicBezTo>
                    <a:cubicBezTo>
                      <a:pt x="103" y="3823"/>
                      <a:pt x="227" y="3909"/>
                      <a:pt x="368" y="3909"/>
                    </a:cubicBezTo>
                    <a:lnTo>
                      <a:pt x="385" y="3909"/>
                    </a:lnTo>
                    <a:lnTo>
                      <a:pt x="15768" y="3189"/>
                    </a:lnTo>
                    <a:cubicBezTo>
                      <a:pt x="15937" y="3184"/>
                      <a:pt x="16078" y="3051"/>
                      <a:pt x="16092" y="2882"/>
                    </a:cubicBezTo>
                    <a:cubicBezTo>
                      <a:pt x="16106" y="2713"/>
                      <a:pt x="15990" y="2558"/>
                      <a:pt x="15824" y="2525"/>
                    </a:cubicBezTo>
                    <a:lnTo>
                      <a:pt x="4286" y="8"/>
                    </a:lnTo>
                    <a:cubicBezTo>
                      <a:pt x="4263" y="3"/>
                      <a:pt x="4240" y="0"/>
                      <a:pt x="42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69"/>
              <p:cNvSpPr/>
              <p:nvPr/>
            </p:nvSpPr>
            <p:spPr>
              <a:xfrm>
                <a:off x="2296950" y="3724500"/>
                <a:ext cx="616275" cy="210650"/>
              </a:xfrm>
              <a:custGeom>
                <a:avLst/>
                <a:gdLst/>
                <a:ahLst/>
                <a:cxnLst/>
                <a:rect l="l" t="t" r="r" b="b"/>
                <a:pathLst>
                  <a:path w="24651" h="8426" extrusionOk="0">
                    <a:moveTo>
                      <a:pt x="20027" y="1363"/>
                    </a:moveTo>
                    <a:lnTo>
                      <a:pt x="2334" y="7100"/>
                    </a:lnTo>
                    <a:lnTo>
                      <a:pt x="7528" y="3373"/>
                    </a:lnTo>
                    <a:lnTo>
                      <a:pt x="20027" y="1363"/>
                    </a:lnTo>
                    <a:close/>
                    <a:moveTo>
                      <a:pt x="24283" y="1"/>
                    </a:moveTo>
                    <a:cubicBezTo>
                      <a:pt x="24264" y="1"/>
                      <a:pt x="24244" y="3"/>
                      <a:pt x="24224" y="6"/>
                    </a:cubicBezTo>
                    <a:lnTo>
                      <a:pt x="7346" y="2722"/>
                    </a:lnTo>
                    <a:cubicBezTo>
                      <a:pt x="7293" y="2730"/>
                      <a:pt x="7243" y="2750"/>
                      <a:pt x="7204" y="2780"/>
                    </a:cubicBezTo>
                    <a:lnTo>
                      <a:pt x="180" y="7817"/>
                    </a:lnTo>
                    <a:cubicBezTo>
                      <a:pt x="44" y="7914"/>
                      <a:pt x="0" y="8094"/>
                      <a:pt x="78" y="8243"/>
                    </a:cubicBezTo>
                    <a:cubicBezTo>
                      <a:pt x="136" y="8354"/>
                      <a:pt x="252" y="8426"/>
                      <a:pt x="379" y="8426"/>
                    </a:cubicBezTo>
                    <a:cubicBezTo>
                      <a:pt x="413" y="8426"/>
                      <a:pt x="449" y="8420"/>
                      <a:pt x="482" y="8409"/>
                    </a:cubicBezTo>
                    <a:lnTo>
                      <a:pt x="24385" y="657"/>
                    </a:lnTo>
                    <a:cubicBezTo>
                      <a:pt x="24551" y="601"/>
                      <a:pt x="24651" y="427"/>
                      <a:pt x="24606" y="255"/>
                    </a:cubicBezTo>
                    <a:cubicBezTo>
                      <a:pt x="24569" y="103"/>
                      <a:pt x="24435" y="1"/>
                      <a:pt x="242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69"/>
              <p:cNvSpPr/>
              <p:nvPr/>
            </p:nvSpPr>
            <p:spPr>
              <a:xfrm>
                <a:off x="2510825" y="3724575"/>
                <a:ext cx="401925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16077" h="3146" extrusionOk="0">
                    <a:moveTo>
                      <a:pt x="9783" y="950"/>
                    </a:moveTo>
                    <a:lnTo>
                      <a:pt x="676" y="2415"/>
                    </a:lnTo>
                    <a:lnTo>
                      <a:pt x="676" y="1376"/>
                    </a:lnTo>
                    <a:lnTo>
                      <a:pt x="9783" y="950"/>
                    </a:lnTo>
                    <a:close/>
                    <a:moveTo>
                      <a:pt x="15719" y="0"/>
                    </a:moveTo>
                    <a:cubicBezTo>
                      <a:pt x="15715" y="0"/>
                      <a:pt x="15712" y="0"/>
                      <a:pt x="15708" y="0"/>
                    </a:cubicBezTo>
                    <a:lnTo>
                      <a:pt x="325" y="720"/>
                    </a:lnTo>
                    <a:cubicBezTo>
                      <a:pt x="142" y="726"/>
                      <a:pt x="1" y="875"/>
                      <a:pt x="1" y="1055"/>
                    </a:cubicBezTo>
                    <a:lnTo>
                      <a:pt x="1" y="2811"/>
                    </a:lnTo>
                    <a:cubicBezTo>
                      <a:pt x="1" y="2907"/>
                      <a:pt x="42" y="3002"/>
                      <a:pt x="120" y="3065"/>
                    </a:cubicBezTo>
                    <a:cubicBezTo>
                      <a:pt x="181" y="3118"/>
                      <a:pt x="258" y="3146"/>
                      <a:pt x="338" y="3146"/>
                    </a:cubicBezTo>
                    <a:lnTo>
                      <a:pt x="394" y="3143"/>
                    </a:lnTo>
                    <a:lnTo>
                      <a:pt x="15777" y="667"/>
                    </a:lnTo>
                    <a:cubicBezTo>
                      <a:pt x="15954" y="640"/>
                      <a:pt x="16076" y="476"/>
                      <a:pt x="16057" y="299"/>
                    </a:cubicBezTo>
                    <a:cubicBezTo>
                      <a:pt x="16035" y="128"/>
                      <a:pt x="15891" y="0"/>
                      <a:pt x="157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69"/>
              <p:cNvSpPr/>
              <p:nvPr/>
            </p:nvSpPr>
            <p:spPr>
              <a:xfrm>
                <a:off x="2482025" y="3724450"/>
                <a:ext cx="431400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11034" extrusionOk="0">
                    <a:moveTo>
                      <a:pt x="14387" y="1500"/>
                    </a:moveTo>
                    <a:lnTo>
                      <a:pt x="676" y="10089"/>
                    </a:lnTo>
                    <a:lnTo>
                      <a:pt x="676" y="5947"/>
                    </a:lnTo>
                    <a:lnTo>
                      <a:pt x="14387" y="1500"/>
                    </a:lnTo>
                    <a:close/>
                    <a:moveTo>
                      <a:pt x="16882" y="1"/>
                    </a:moveTo>
                    <a:cubicBezTo>
                      <a:pt x="16846" y="1"/>
                      <a:pt x="16810" y="7"/>
                      <a:pt x="16774" y="19"/>
                    </a:cubicBezTo>
                    <a:lnTo>
                      <a:pt x="236" y="5382"/>
                    </a:lnTo>
                    <a:cubicBezTo>
                      <a:pt x="98" y="5426"/>
                      <a:pt x="4" y="5554"/>
                      <a:pt x="1" y="5701"/>
                    </a:cubicBezTo>
                    <a:lnTo>
                      <a:pt x="1" y="10695"/>
                    </a:lnTo>
                    <a:cubicBezTo>
                      <a:pt x="1" y="10817"/>
                      <a:pt x="70" y="10931"/>
                      <a:pt x="178" y="10989"/>
                    </a:cubicBezTo>
                    <a:cubicBezTo>
                      <a:pt x="222" y="11017"/>
                      <a:pt x="275" y="11034"/>
                      <a:pt x="329" y="11034"/>
                    </a:cubicBezTo>
                    <a:cubicBezTo>
                      <a:pt x="333" y="11034"/>
                      <a:pt x="337" y="11033"/>
                      <a:pt x="341" y="11033"/>
                    </a:cubicBezTo>
                    <a:cubicBezTo>
                      <a:pt x="402" y="11033"/>
                      <a:pt x="463" y="11017"/>
                      <a:pt x="516" y="10983"/>
                    </a:cubicBezTo>
                    <a:lnTo>
                      <a:pt x="17054" y="623"/>
                    </a:lnTo>
                    <a:cubicBezTo>
                      <a:pt x="17200" y="534"/>
                      <a:pt x="17256" y="351"/>
                      <a:pt x="17184" y="196"/>
                    </a:cubicBezTo>
                    <a:cubicBezTo>
                      <a:pt x="17128" y="73"/>
                      <a:pt x="17008" y="1"/>
                      <a:pt x="16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27" name="Google Shape;4527;p69"/>
            <p:cNvSpPr/>
            <p:nvPr/>
          </p:nvSpPr>
          <p:spPr>
            <a:xfrm>
              <a:off x="2958275" y="539500"/>
              <a:ext cx="562425" cy="897575"/>
            </a:xfrm>
            <a:custGeom>
              <a:avLst/>
              <a:gdLst/>
              <a:ahLst/>
              <a:cxnLst/>
              <a:rect l="l" t="t" r="r" b="b"/>
              <a:pathLst>
                <a:path w="22497" h="35903" extrusionOk="0">
                  <a:moveTo>
                    <a:pt x="20015" y="1"/>
                  </a:moveTo>
                  <a:cubicBezTo>
                    <a:pt x="19867" y="1"/>
                    <a:pt x="19729" y="176"/>
                    <a:pt x="19849" y="335"/>
                  </a:cubicBezTo>
                  <a:cubicBezTo>
                    <a:pt x="20176" y="761"/>
                    <a:pt x="20470" y="1210"/>
                    <a:pt x="20733" y="1680"/>
                  </a:cubicBezTo>
                  <a:cubicBezTo>
                    <a:pt x="20766" y="1747"/>
                    <a:pt x="20832" y="1788"/>
                    <a:pt x="20907" y="1788"/>
                  </a:cubicBezTo>
                  <a:cubicBezTo>
                    <a:pt x="20943" y="1788"/>
                    <a:pt x="20976" y="1777"/>
                    <a:pt x="21010" y="1761"/>
                  </a:cubicBezTo>
                  <a:cubicBezTo>
                    <a:pt x="21109" y="1705"/>
                    <a:pt x="21145" y="1581"/>
                    <a:pt x="21087" y="1484"/>
                  </a:cubicBezTo>
                  <a:cubicBezTo>
                    <a:pt x="20818" y="994"/>
                    <a:pt x="20514" y="526"/>
                    <a:pt x="20173" y="86"/>
                  </a:cubicBezTo>
                  <a:cubicBezTo>
                    <a:pt x="20128" y="26"/>
                    <a:pt x="20071" y="1"/>
                    <a:pt x="20015" y="1"/>
                  </a:cubicBezTo>
                  <a:close/>
                  <a:moveTo>
                    <a:pt x="22064" y="4439"/>
                  </a:moveTo>
                  <a:cubicBezTo>
                    <a:pt x="22050" y="4439"/>
                    <a:pt x="22035" y="4440"/>
                    <a:pt x="22020" y="4444"/>
                  </a:cubicBezTo>
                  <a:cubicBezTo>
                    <a:pt x="21909" y="4469"/>
                    <a:pt x="21837" y="4577"/>
                    <a:pt x="21860" y="4687"/>
                  </a:cubicBezTo>
                  <a:cubicBezTo>
                    <a:pt x="21973" y="5213"/>
                    <a:pt x="22048" y="5745"/>
                    <a:pt x="22081" y="6279"/>
                  </a:cubicBezTo>
                  <a:cubicBezTo>
                    <a:pt x="22087" y="6390"/>
                    <a:pt x="22175" y="6473"/>
                    <a:pt x="22286" y="6473"/>
                  </a:cubicBezTo>
                  <a:lnTo>
                    <a:pt x="22300" y="6473"/>
                  </a:lnTo>
                  <a:cubicBezTo>
                    <a:pt x="22413" y="6468"/>
                    <a:pt x="22496" y="6368"/>
                    <a:pt x="22491" y="6257"/>
                  </a:cubicBezTo>
                  <a:cubicBezTo>
                    <a:pt x="22455" y="5701"/>
                    <a:pt x="22380" y="5147"/>
                    <a:pt x="22261" y="4601"/>
                  </a:cubicBezTo>
                  <a:cubicBezTo>
                    <a:pt x="22242" y="4506"/>
                    <a:pt x="22158" y="4439"/>
                    <a:pt x="22064" y="4439"/>
                  </a:cubicBezTo>
                  <a:close/>
                  <a:moveTo>
                    <a:pt x="21969" y="9334"/>
                  </a:moveTo>
                  <a:cubicBezTo>
                    <a:pt x="21889" y="9334"/>
                    <a:pt x="21810" y="9377"/>
                    <a:pt x="21776" y="9475"/>
                  </a:cubicBezTo>
                  <a:cubicBezTo>
                    <a:pt x="21646" y="9998"/>
                    <a:pt x="21477" y="10507"/>
                    <a:pt x="21273" y="11006"/>
                  </a:cubicBezTo>
                  <a:cubicBezTo>
                    <a:pt x="21228" y="11108"/>
                    <a:pt x="21278" y="11227"/>
                    <a:pt x="21383" y="11271"/>
                  </a:cubicBezTo>
                  <a:cubicBezTo>
                    <a:pt x="21408" y="11283"/>
                    <a:pt x="21433" y="11288"/>
                    <a:pt x="21461" y="11288"/>
                  </a:cubicBezTo>
                  <a:cubicBezTo>
                    <a:pt x="21544" y="11285"/>
                    <a:pt x="21619" y="11235"/>
                    <a:pt x="21652" y="11161"/>
                  </a:cubicBezTo>
                  <a:cubicBezTo>
                    <a:pt x="21862" y="10643"/>
                    <a:pt x="22039" y="10114"/>
                    <a:pt x="22178" y="9574"/>
                  </a:cubicBezTo>
                  <a:cubicBezTo>
                    <a:pt x="22203" y="9426"/>
                    <a:pt x="22086" y="9334"/>
                    <a:pt x="21969" y="9334"/>
                  </a:cubicBezTo>
                  <a:close/>
                  <a:moveTo>
                    <a:pt x="19769" y="13698"/>
                  </a:moveTo>
                  <a:cubicBezTo>
                    <a:pt x="19720" y="13698"/>
                    <a:pt x="19669" y="13717"/>
                    <a:pt x="19625" y="13761"/>
                  </a:cubicBezTo>
                  <a:cubicBezTo>
                    <a:pt x="19285" y="14176"/>
                    <a:pt x="18914" y="14564"/>
                    <a:pt x="18512" y="14921"/>
                  </a:cubicBezTo>
                  <a:cubicBezTo>
                    <a:pt x="18376" y="15051"/>
                    <a:pt x="18465" y="15281"/>
                    <a:pt x="18651" y="15283"/>
                  </a:cubicBezTo>
                  <a:cubicBezTo>
                    <a:pt x="18700" y="15283"/>
                    <a:pt x="18750" y="15264"/>
                    <a:pt x="18786" y="15231"/>
                  </a:cubicBezTo>
                  <a:cubicBezTo>
                    <a:pt x="19201" y="14857"/>
                    <a:pt x="19589" y="14453"/>
                    <a:pt x="19944" y="14021"/>
                  </a:cubicBezTo>
                  <a:cubicBezTo>
                    <a:pt x="20045" y="13865"/>
                    <a:pt x="19915" y="13698"/>
                    <a:pt x="19769" y="13698"/>
                  </a:cubicBezTo>
                  <a:close/>
                  <a:moveTo>
                    <a:pt x="15938" y="16706"/>
                  </a:moveTo>
                  <a:cubicBezTo>
                    <a:pt x="15907" y="16706"/>
                    <a:pt x="15875" y="16713"/>
                    <a:pt x="15846" y="16729"/>
                  </a:cubicBezTo>
                  <a:cubicBezTo>
                    <a:pt x="15389" y="16967"/>
                    <a:pt x="14907" y="17194"/>
                    <a:pt x="14370" y="17418"/>
                  </a:cubicBezTo>
                  <a:cubicBezTo>
                    <a:pt x="14265" y="17460"/>
                    <a:pt x="14215" y="17579"/>
                    <a:pt x="14259" y="17684"/>
                  </a:cubicBezTo>
                  <a:cubicBezTo>
                    <a:pt x="14292" y="17761"/>
                    <a:pt x="14367" y="17811"/>
                    <a:pt x="14450" y="17811"/>
                  </a:cubicBezTo>
                  <a:cubicBezTo>
                    <a:pt x="14478" y="17811"/>
                    <a:pt x="14503" y="17806"/>
                    <a:pt x="14531" y="17795"/>
                  </a:cubicBezTo>
                  <a:cubicBezTo>
                    <a:pt x="15076" y="17568"/>
                    <a:pt x="15569" y="17338"/>
                    <a:pt x="16031" y="17097"/>
                  </a:cubicBezTo>
                  <a:cubicBezTo>
                    <a:pt x="16134" y="17044"/>
                    <a:pt x="16172" y="16920"/>
                    <a:pt x="16120" y="16820"/>
                  </a:cubicBezTo>
                  <a:cubicBezTo>
                    <a:pt x="16085" y="16748"/>
                    <a:pt x="16012" y="16706"/>
                    <a:pt x="15938" y="16706"/>
                  </a:cubicBezTo>
                  <a:close/>
                  <a:moveTo>
                    <a:pt x="11369" y="18532"/>
                  </a:moveTo>
                  <a:cubicBezTo>
                    <a:pt x="11348" y="18532"/>
                    <a:pt x="11326" y="18535"/>
                    <a:pt x="11305" y="18542"/>
                  </a:cubicBezTo>
                  <a:lnTo>
                    <a:pt x="10782" y="18714"/>
                  </a:lnTo>
                  <a:lnTo>
                    <a:pt x="9743" y="19060"/>
                  </a:lnTo>
                  <a:cubicBezTo>
                    <a:pt x="9533" y="19143"/>
                    <a:pt x="9583" y="19453"/>
                    <a:pt x="9807" y="19462"/>
                  </a:cubicBezTo>
                  <a:cubicBezTo>
                    <a:pt x="9832" y="19462"/>
                    <a:pt x="9854" y="19459"/>
                    <a:pt x="9879" y="19453"/>
                  </a:cubicBezTo>
                  <a:lnTo>
                    <a:pt x="10912" y="19102"/>
                  </a:lnTo>
                  <a:lnTo>
                    <a:pt x="11432" y="18930"/>
                  </a:lnTo>
                  <a:cubicBezTo>
                    <a:pt x="11538" y="18894"/>
                    <a:pt x="11598" y="18778"/>
                    <a:pt x="11562" y="18670"/>
                  </a:cubicBezTo>
                  <a:cubicBezTo>
                    <a:pt x="11534" y="18586"/>
                    <a:pt x="11454" y="18532"/>
                    <a:pt x="11369" y="18532"/>
                  </a:cubicBezTo>
                  <a:close/>
                  <a:moveTo>
                    <a:pt x="6751" y="20236"/>
                  </a:moveTo>
                  <a:cubicBezTo>
                    <a:pt x="6722" y="20236"/>
                    <a:pt x="6691" y="20242"/>
                    <a:pt x="6662" y="20256"/>
                  </a:cubicBezTo>
                  <a:cubicBezTo>
                    <a:pt x="6141" y="20494"/>
                    <a:pt x="5646" y="20752"/>
                    <a:pt x="5186" y="21009"/>
                  </a:cubicBezTo>
                  <a:cubicBezTo>
                    <a:pt x="5086" y="21067"/>
                    <a:pt x="5053" y="21192"/>
                    <a:pt x="5108" y="21289"/>
                  </a:cubicBezTo>
                  <a:cubicBezTo>
                    <a:pt x="5143" y="21353"/>
                    <a:pt x="5209" y="21394"/>
                    <a:pt x="5281" y="21394"/>
                  </a:cubicBezTo>
                  <a:cubicBezTo>
                    <a:pt x="5284" y="21394"/>
                    <a:pt x="5286" y="21394"/>
                    <a:pt x="5288" y="21394"/>
                  </a:cubicBezTo>
                  <a:cubicBezTo>
                    <a:pt x="5324" y="21394"/>
                    <a:pt x="5358" y="21386"/>
                    <a:pt x="5388" y="21369"/>
                  </a:cubicBezTo>
                  <a:cubicBezTo>
                    <a:pt x="5837" y="21114"/>
                    <a:pt x="6324" y="20865"/>
                    <a:pt x="6836" y="20630"/>
                  </a:cubicBezTo>
                  <a:cubicBezTo>
                    <a:pt x="6936" y="20580"/>
                    <a:pt x="6980" y="20458"/>
                    <a:pt x="6936" y="20356"/>
                  </a:cubicBezTo>
                  <a:cubicBezTo>
                    <a:pt x="6902" y="20280"/>
                    <a:pt x="6829" y="20236"/>
                    <a:pt x="6751" y="20236"/>
                  </a:cubicBezTo>
                  <a:close/>
                  <a:moveTo>
                    <a:pt x="2649" y="22927"/>
                  </a:moveTo>
                  <a:cubicBezTo>
                    <a:pt x="2598" y="22927"/>
                    <a:pt x="2547" y="22945"/>
                    <a:pt x="2506" y="22983"/>
                  </a:cubicBezTo>
                  <a:cubicBezTo>
                    <a:pt x="2104" y="23374"/>
                    <a:pt x="1736" y="23797"/>
                    <a:pt x="1409" y="24254"/>
                  </a:cubicBezTo>
                  <a:cubicBezTo>
                    <a:pt x="1343" y="24346"/>
                    <a:pt x="1365" y="24470"/>
                    <a:pt x="1456" y="24537"/>
                  </a:cubicBezTo>
                  <a:cubicBezTo>
                    <a:pt x="1492" y="24562"/>
                    <a:pt x="1534" y="24575"/>
                    <a:pt x="1578" y="24575"/>
                  </a:cubicBezTo>
                  <a:cubicBezTo>
                    <a:pt x="1645" y="24575"/>
                    <a:pt x="1706" y="24545"/>
                    <a:pt x="1744" y="24492"/>
                  </a:cubicBezTo>
                  <a:cubicBezTo>
                    <a:pt x="2057" y="24058"/>
                    <a:pt x="2406" y="23651"/>
                    <a:pt x="2788" y="23277"/>
                  </a:cubicBezTo>
                  <a:cubicBezTo>
                    <a:pt x="2871" y="23199"/>
                    <a:pt x="2874" y="23069"/>
                    <a:pt x="2796" y="22986"/>
                  </a:cubicBezTo>
                  <a:cubicBezTo>
                    <a:pt x="2756" y="22947"/>
                    <a:pt x="2703" y="22927"/>
                    <a:pt x="2649" y="22927"/>
                  </a:cubicBezTo>
                  <a:close/>
                  <a:moveTo>
                    <a:pt x="304" y="27162"/>
                  </a:moveTo>
                  <a:cubicBezTo>
                    <a:pt x="205" y="27162"/>
                    <a:pt x="117" y="27233"/>
                    <a:pt x="100" y="27333"/>
                  </a:cubicBezTo>
                  <a:cubicBezTo>
                    <a:pt x="33" y="27735"/>
                    <a:pt x="0" y="28139"/>
                    <a:pt x="0" y="28546"/>
                  </a:cubicBezTo>
                  <a:cubicBezTo>
                    <a:pt x="0" y="28701"/>
                    <a:pt x="3" y="28859"/>
                    <a:pt x="14" y="29017"/>
                  </a:cubicBezTo>
                  <a:cubicBezTo>
                    <a:pt x="22" y="29122"/>
                    <a:pt x="111" y="29208"/>
                    <a:pt x="219" y="29210"/>
                  </a:cubicBezTo>
                  <a:lnTo>
                    <a:pt x="233" y="29205"/>
                  </a:lnTo>
                  <a:cubicBezTo>
                    <a:pt x="346" y="29199"/>
                    <a:pt x="432" y="29105"/>
                    <a:pt x="426" y="28992"/>
                  </a:cubicBezTo>
                  <a:cubicBezTo>
                    <a:pt x="415" y="28842"/>
                    <a:pt x="410" y="28693"/>
                    <a:pt x="413" y="28546"/>
                  </a:cubicBezTo>
                  <a:cubicBezTo>
                    <a:pt x="413" y="28161"/>
                    <a:pt x="443" y="27779"/>
                    <a:pt x="507" y="27400"/>
                  </a:cubicBezTo>
                  <a:cubicBezTo>
                    <a:pt x="526" y="27286"/>
                    <a:pt x="449" y="27178"/>
                    <a:pt x="335" y="27164"/>
                  </a:cubicBezTo>
                  <a:cubicBezTo>
                    <a:pt x="325" y="27163"/>
                    <a:pt x="314" y="27162"/>
                    <a:pt x="304" y="27162"/>
                  </a:cubicBezTo>
                  <a:close/>
                  <a:moveTo>
                    <a:pt x="1122" y="31929"/>
                  </a:moveTo>
                  <a:cubicBezTo>
                    <a:pt x="1089" y="31929"/>
                    <a:pt x="1055" y="31937"/>
                    <a:pt x="1024" y="31954"/>
                  </a:cubicBezTo>
                  <a:cubicBezTo>
                    <a:pt x="925" y="32007"/>
                    <a:pt x="889" y="32131"/>
                    <a:pt x="941" y="32231"/>
                  </a:cubicBezTo>
                  <a:cubicBezTo>
                    <a:pt x="1210" y="32727"/>
                    <a:pt x="1537" y="33189"/>
                    <a:pt x="1910" y="33613"/>
                  </a:cubicBezTo>
                  <a:cubicBezTo>
                    <a:pt x="1949" y="33654"/>
                    <a:pt x="2005" y="33679"/>
                    <a:pt x="2063" y="33682"/>
                  </a:cubicBezTo>
                  <a:cubicBezTo>
                    <a:pt x="2113" y="33682"/>
                    <a:pt x="2162" y="33660"/>
                    <a:pt x="2198" y="33627"/>
                  </a:cubicBezTo>
                  <a:cubicBezTo>
                    <a:pt x="2284" y="33552"/>
                    <a:pt x="2290" y="33422"/>
                    <a:pt x="2215" y="33339"/>
                  </a:cubicBezTo>
                  <a:cubicBezTo>
                    <a:pt x="1861" y="32940"/>
                    <a:pt x="1556" y="32505"/>
                    <a:pt x="1301" y="32037"/>
                  </a:cubicBezTo>
                  <a:cubicBezTo>
                    <a:pt x="1265" y="31969"/>
                    <a:pt x="1195" y="31929"/>
                    <a:pt x="1122" y="31929"/>
                  </a:cubicBezTo>
                  <a:close/>
                  <a:moveTo>
                    <a:pt x="11080" y="34552"/>
                  </a:moveTo>
                  <a:cubicBezTo>
                    <a:pt x="11045" y="34552"/>
                    <a:pt x="11009" y="34562"/>
                    <a:pt x="10975" y="34582"/>
                  </a:cubicBezTo>
                  <a:cubicBezTo>
                    <a:pt x="10521" y="34856"/>
                    <a:pt x="10034" y="35077"/>
                    <a:pt x="9527" y="35238"/>
                  </a:cubicBezTo>
                  <a:cubicBezTo>
                    <a:pt x="9419" y="35269"/>
                    <a:pt x="9358" y="35385"/>
                    <a:pt x="9392" y="35496"/>
                  </a:cubicBezTo>
                  <a:cubicBezTo>
                    <a:pt x="9419" y="35579"/>
                    <a:pt x="9500" y="35637"/>
                    <a:pt x="9588" y="35637"/>
                  </a:cubicBezTo>
                  <a:cubicBezTo>
                    <a:pt x="9608" y="35637"/>
                    <a:pt x="9630" y="35634"/>
                    <a:pt x="9649" y="35628"/>
                  </a:cubicBezTo>
                  <a:cubicBezTo>
                    <a:pt x="10189" y="35460"/>
                    <a:pt x="10704" y="35224"/>
                    <a:pt x="11186" y="34931"/>
                  </a:cubicBezTo>
                  <a:cubicBezTo>
                    <a:pt x="11280" y="34870"/>
                    <a:pt x="11310" y="34748"/>
                    <a:pt x="11252" y="34651"/>
                  </a:cubicBezTo>
                  <a:cubicBezTo>
                    <a:pt x="11214" y="34587"/>
                    <a:pt x="11148" y="34552"/>
                    <a:pt x="11080" y="34552"/>
                  </a:cubicBezTo>
                  <a:close/>
                  <a:moveTo>
                    <a:pt x="4752" y="35094"/>
                  </a:moveTo>
                  <a:cubicBezTo>
                    <a:pt x="4669" y="35094"/>
                    <a:pt x="4593" y="35146"/>
                    <a:pt x="4563" y="35227"/>
                  </a:cubicBezTo>
                  <a:cubicBezTo>
                    <a:pt x="4521" y="35335"/>
                    <a:pt x="4577" y="35451"/>
                    <a:pt x="4682" y="35490"/>
                  </a:cubicBezTo>
                  <a:cubicBezTo>
                    <a:pt x="5211" y="35687"/>
                    <a:pt x="5756" y="35825"/>
                    <a:pt x="6313" y="35903"/>
                  </a:cubicBezTo>
                  <a:lnTo>
                    <a:pt x="6343" y="35903"/>
                  </a:lnTo>
                  <a:cubicBezTo>
                    <a:pt x="6446" y="35903"/>
                    <a:pt x="6532" y="35828"/>
                    <a:pt x="6545" y="35725"/>
                  </a:cubicBezTo>
                  <a:cubicBezTo>
                    <a:pt x="6562" y="35615"/>
                    <a:pt x="6484" y="35509"/>
                    <a:pt x="6371" y="35496"/>
                  </a:cubicBezTo>
                  <a:cubicBezTo>
                    <a:pt x="5842" y="35421"/>
                    <a:pt x="5324" y="35291"/>
                    <a:pt x="4826" y="35108"/>
                  </a:cubicBezTo>
                  <a:cubicBezTo>
                    <a:pt x="4802" y="35099"/>
                    <a:pt x="4777" y="35094"/>
                    <a:pt x="4752" y="350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0" y="2260600"/>
            <a:ext cx="4284020" cy="4597400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31848" y="4318162"/>
            <a:ext cx="1757636" cy="9648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68%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1"/>
          <p:cNvSpPr txBox="1">
            <a:spLocks noChangeArrowheads="1"/>
          </p:cNvSpPr>
          <p:nvPr/>
        </p:nvSpPr>
        <p:spPr bwMode="auto">
          <a:xfrm>
            <a:off x="3293443" y="4086574"/>
            <a:ext cx="94530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难点分析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13" name="图片 12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14" name="图片 13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sp>
        <p:nvSpPr>
          <p:cNvPr id="108" name="textbox 108"/>
          <p:cNvSpPr/>
          <p:nvPr/>
        </p:nvSpPr>
        <p:spPr>
          <a:xfrm>
            <a:off x="1377454" y="1205673"/>
            <a:ext cx="8285480" cy="3111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6045" algn="l" rtl="0" eaLnBrk="0">
              <a:lnSpc>
                <a:spcPts val="3825"/>
              </a:lnSpc>
            </a:pPr>
            <a:r>
              <a:rPr sz="3100" b="1" kern="0" spc="-140" dirty="0">
                <a:solidFill>
                  <a:srgbClr val="FF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1</a:t>
            </a:r>
            <a:r>
              <a:rPr sz="3100" b="1" kern="0" spc="-14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．</a:t>
            </a:r>
            <a:r>
              <a:rPr sz="3100" kern="0" spc="-63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100" b="1" kern="0" spc="-14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简单矩阵构造</a:t>
            </a:r>
            <a:endParaRPr sz="3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6195" algn="l" rtl="0" eaLnBrk="0">
              <a:lnSpc>
                <a:spcPts val="2970"/>
              </a:lnSpc>
              <a:spcBef>
                <a:spcPts val="725"/>
              </a:spcBef>
            </a:pPr>
            <a:r>
              <a:rPr sz="24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采用</a:t>
            </a:r>
            <a:r>
              <a:rPr sz="2400" b="1" kern="0" spc="-1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矩阵构造符“</a:t>
            </a:r>
            <a:r>
              <a:rPr sz="2400" b="1" kern="0" spc="-10" dirty="0">
                <a:solidFill>
                  <a:srgbClr val="FF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[]</a:t>
            </a:r>
            <a:r>
              <a:rPr sz="2400" kern="0" spc="-2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”</a:t>
            </a:r>
            <a:r>
              <a:rPr sz="24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20675" indent="-307975" algn="l" rtl="0" eaLnBrk="0">
              <a:lnSpc>
                <a:spcPct val="118000"/>
              </a:lnSpc>
              <a:spcBef>
                <a:spcPts val="1445"/>
              </a:spcBef>
            </a:pPr>
            <a:r>
              <a:rPr sz="2400" b="1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构造</a:t>
            </a:r>
            <a:r>
              <a:rPr sz="2400" b="1" kern="0" spc="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1</a:t>
            </a:r>
            <a:r>
              <a:rPr sz="2400" b="1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×</a:t>
            </a:r>
            <a:r>
              <a:rPr sz="2400" b="1" kern="0" spc="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n</a:t>
            </a:r>
            <a:r>
              <a:rPr sz="2400" b="1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矩阵（行向量）时，将各元素依次放入矩阵构造</a:t>
            </a:r>
            <a:r>
              <a:rPr sz="2400" b="1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符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[]</a:t>
            </a:r>
            <a:r>
              <a:rPr sz="2400" b="1" kern="0" spc="-1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内，并以空格或者逗号分隔；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7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050"/>
              </a:lnSpc>
            </a:pP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构造</a:t>
            </a: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</a:t>
            </a: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×</a:t>
            </a: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n</a:t>
            </a:r>
            <a:r>
              <a:rPr sz="2400" b="1" kern="0" spc="-42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矩阵时，每行如上处理，</a:t>
            </a:r>
            <a:r>
              <a:rPr sz="2400" kern="0" spc="-6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行与行之间用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分号分隔。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579" name="组合 578"/>
          <p:cNvGrpSpPr/>
          <p:nvPr/>
        </p:nvGrpSpPr>
        <p:grpSpPr>
          <a:xfrm>
            <a:off x="8912225" y="1155700"/>
            <a:ext cx="3279140" cy="4554220"/>
            <a:chOff x="14035" y="1820"/>
            <a:chExt cx="5164" cy="7172"/>
          </a:xfrm>
        </p:grpSpPr>
        <p:grpSp>
          <p:nvGrpSpPr>
            <p:cNvPr id="2208" name="Google Shape;2208;p36"/>
            <p:cNvGrpSpPr/>
            <p:nvPr/>
          </p:nvGrpSpPr>
          <p:grpSpPr>
            <a:xfrm>
              <a:off x="15401" y="4153"/>
              <a:ext cx="1385" cy="1035"/>
              <a:chOff x="4030925" y="2186525"/>
              <a:chExt cx="944700" cy="706325"/>
            </a:xfrm>
          </p:grpSpPr>
          <p:sp>
            <p:nvSpPr>
              <p:cNvPr id="2209" name="Google Shape;2209;p36"/>
              <p:cNvSpPr/>
              <p:nvPr/>
            </p:nvSpPr>
            <p:spPr>
              <a:xfrm>
                <a:off x="4030925" y="2186525"/>
                <a:ext cx="944700" cy="281675"/>
              </a:xfrm>
              <a:custGeom>
                <a:avLst/>
                <a:gdLst/>
                <a:ahLst/>
                <a:cxnLst/>
                <a:rect l="l" t="t" r="r" b="b"/>
                <a:pathLst>
                  <a:path w="37788" h="11267" extrusionOk="0">
                    <a:moveTo>
                      <a:pt x="33327" y="1430"/>
                    </a:moveTo>
                    <a:lnTo>
                      <a:pt x="9699" y="10348"/>
                    </a:lnTo>
                    <a:lnTo>
                      <a:pt x="1770" y="6049"/>
                    </a:lnTo>
                    <a:lnTo>
                      <a:pt x="33327" y="1430"/>
                    </a:lnTo>
                    <a:close/>
                    <a:moveTo>
                      <a:pt x="37185" y="0"/>
                    </a:moveTo>
                    <a:cubicBezTo>
                      <a:pt x="37164" y="0"/>
                      <a:pt x="37142" y="1"/>
                      <a:pt x="37120" y="5"/>
                    </a:cubicBezTo>
                    <a:lnTo>
                      <a:pt x="391" y="5383"/>
                    </a:lnTo>
                    <a:cubicBezTo>
                      <a:pt x="207" y="5406"/>
                      <a:pt x="69" y="5544"/>
                      <a:pt x="23" y="5728"/>
                    </a:cubicBezTo>
                    <a:cubicBezTo>
                      <a:pt x="0" y="5912"/>
                      <a:pt x="92" y="6095"/>
                      <a:pt x="253" y="6187"/>
                    </a:cubicBezTo>
                    <a:lnTo>
                      <a:pt x="9447" y="11221"/>
                    </a:lnTo>
                    <a:lnTo>
                      <a:pt x="9653" y="11267"/>
                    </a:lnTo>
                    <a:lnTo>
                      <a:pt x="9814" y="11244"/>
                    </a:lnTo>
                    <a:lnTo>
                      <a:pt x="37327" y="855"/>
                    </a:lnTo>
                    <a:cubicBezTo>
                      <a:pt x="37788" y="679"/>
                      <a:pt x="37641" y="0"/>
                      <a:pt x="371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0" name="Google Shape;2210;p36"/>
              <p:cNvSpPr/>
              <p:nvPr/>
            </p:nvSpPr>
            <p:spPr>
              <a:xfrm>
                <a:off x="4423950" y="2187475"/>
                <a:ext cx="547625" cy="512875"/>
              </a:xfrm>
              <a:custGeom>
                <a:avLst/>
                <a:gdLst/>
                <a:ahLst/>
                <a:cxnLst/>
                <a:rect l="l" t="t" r="r" b="b"/>
                <a:pathLst>
                  <a:path w="21905" h="20515" extrusionOk="0">
                    <a:moveTo>
                      <a:pt x="19882" y="2104"/>
                    </a:moveTo>
                    <a:lnTo>
                      <a:pt x="8918" y="19572"/>
                    </a:lnTo>
                    <a:lnTo>
                      <a:pt x="1265" y="15918"/>
                    </a:lnTo>
                    <a:lnTo>
                      <a:pt x="19882" y="2104"/>
                    </a:lnTo>
                    <a:close/>
                    <a:moveTo>
                      <a:pt x="21443" y="0"/>
                    </a:moveTo>
                    <a:cubicBezTo>
                      <a:pt x="21354" y="0"/>
                      <a:pt x="21266" y="29"/>
                      <a:pt x="21192" y="81"/>
                    </a:cubicBezTo>
                    <a:lnTo>
                      <a:pt x="184" y="15688"/>
                    </a:lnTo>
                    <a:cubicBezTo>
                      <a:pt x="69" y="15780"/>
                      <a:pt x="0" y="15941"/>
                      <a:pt x="23" y="16102"/>
                    </a:cubicBezTo>
                    <a:cubicBezTo>
                      <a:pt x="23" y="16240"/>
                      <a:pt x="115" y="16378"/>
                      <a:pt x="253" y="16446"/>
                    </a:cubicBezTo>
                    <a:lnTo>
                      <a:pt x="8918" y="20515"/>
                    </a:lnTo>
                    <a:lnTo>
                      <a:pt x="9102" y="20515"/>
                    </a:lnTo>
                    <a:cubicBezTo>
                      <a:pt x="9240" y="20515"/>
                      <a:pt x="9378" y="20469"/>
                      <a:pt x="9470" y="20354"/>
                    </a:cubicBezTo>
                    <a:lnTo>
                      <a:pt x="21813" y="656"/>
                    </a:lnTo>
                    <a:cubicBezTo>
                      <a:pt x="21905" y="472"/>
                      <a:pt x="21882" y="265"/>
                      <a:pt x="21744" y="127"/>
                    </a:cubicBezTo>
                    <a:cubicBezTo>
                      <a:pt x="21656" y="40"/>
                      <a:pt x="21549" y="0"/>
                      <a:pt x="214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1" name="Google Shape;2211;p36"/>
              <p:cNvSpPr/>
              <p:nvPr/>
            </p:nvSpPr>
            <p:spPr>
              <a:xfrm>
                <a:off x="4261325" y="2186625"/>
                <a:ext cx="710825" cy="706225"/>
              </a:xfrm>
              <a:custGeom>
                <a:avLst/>
                <a:gdLst/>
                <a:ahLst/>
                <a:cxnLst/>
                <a:rect l="l" t="t" r="r" b="b"/>
                <a:pathLst>
                  <a:path w="28433" h="28249" extrusionOk="0">
                    <a:moveTo>
                      <a:pt x="25261" y="1908"/>
                    </a:moveTo>
                    <a:lnTo>
                      <a:pt x="6689" y="15699"/>
                    </a:lnTo>
                    <a:cubicBezTo>
                      <a:pt x="6620" y="15745"/>
                      <a:pt x="6551" y="15837"/>
                      <a:pt x="6528" y="15929"/>
                    </a:cubicBezTo>
                    <a:lnTo>
                      <a:pt x="3196" y="25973"/>
                    </a:lnTo>
                    <a:lnTo>
                      <a:pt x="920" y="11102"/>
                    </a:lnTo>
                    <a:lnTo>
                      <a:pt x="25261" y="1908"/>
                    </a:lnTo>
                    <a:close/>
                    <a:moveTo>
                      <a:pt x="27953" y="1"/>
                    </a:moveTo>
                    <a:cubicBezTo>
                      <a:pt x="27906" y="1"/>
                      <a:pt x="27859" y="8"/>
                      <a:pt x="27812" y="24"/>
                    </a:cubicBezTo>
                    <a:lnTo>
                      <a:pt x="300" y="10436"/>
                    </a:lnTo>
                    <a:cubicBezTo>
                      <a:pt x="116" y="10504"/>
                      <a:pt x="1" y="10711"/>
                      <a:pt x="24" y="10895"/>
                    </a:cubicBezTo>
                    <a:lnTo>
                      <a:pt x="2621" y="27881"/>
                    </a:lnTo>
                    <a:cubicBezTo>
                      <a:pt x="2644" y="28065"/>
                      <a:pt x="2805" y="28226"/>
                      <a:pt x="3012" y="28249"/>
                    </a:cubicBezTo>
                    <a:lnTo>
                      <a:pt x="3058" y="28249"/>
                    </a:lnTo>
                    <a:cubicBezTo>
                      <a:pt x="3242" y="28249"/>
                      <a:pt x="3402" y="28111"/>
                      <a:pt x="3448" y="27927"/>
                    </a:cubicBezTo>
                    <a:lnTo>
                      <a:pt x="7310" y="16297"/>
                    </a:lnTo>
                    <a:lnTo>
                      <a:pt x="28226" y="782"/>
                    </a:lnTo>
                    <a:cubicBezTo>
                      <a:pt x="28387" y="667"/>
                      <a:pt x="28433" y="414"/>
                      <a:pt x="28341" y="230"/>
                    </a:cubicBezTo>
                    <a:cubicBezTo>
                      <a:pt x="28269" y="88"/>
                      <a:pt x="28115" y="1"/>
                      <a:pt x="279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2" name="Google Shape;2212;p36"/>
              <p:cNvSpPr/>
              <p:nvPr/>
            </p:nvSpPr>
            <p:spPr>
              <a:xfrm>
                <a:off x="4325700" y="2577225"/>
                <a:ext cx="236750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9470" h="12625" extrusionOk="0">
                    <a:moveTo>
                      <a:pt x="4620" y="1017"/>
                    </a:moveTo>
                    <a:lnTo>
                      <a:pt x="8343" y="2764"/>
                    </a:lnTo>
                    <a:lnTo>
                      <a:pt x="1540" y="10395"/>
                    </a:lnTo>
                    <a:lnTo>
                      <a:pt x="4620" y="1017"/>
                    </a:lnTo>
                    <a:close/>
                    <a:moveTo>
                      <a:pt x="4379" y="0"/>
                    </a:moveTo>
                    <a:cubicBezTo>
                      <a:pt x="4321" y="0"/>
                      <a:pt x="4264" y="18"/>
                      <a:pt x="4206" y="52"/>
                    </a:cubicBezTo>
                    <a:cubicBezTo>
                      <a:pt x="4091" y="98"/>
                      <a:pt x="3999" y="190"/>
                      <a:pt x="3953" y="305"/>
                    </a:cubicBezTo>
                    <a:lnTo>
                      <a:pt x="69" y="12050"/>
                    </a:lnTo>
                    <a:cubicBezTo>
                      <a:pt x="0" y="12257"/>
                      <a:pt x="92" y="12464"/>
                      <a:pt x="276" y="12579"/>
                    </a:cubicBezTo>
                    <a:lnTo>
                      <a:pt x="483" y="12625"/>
                    </a:lnTo>
                    <a:cubicBezTo>
                      <a:pt x="598" y="12625"/>
                      <a:pt x="713" y="12579"/>
                      <a:pt x="781" y="12487"/>
                    </a:cubicBezTo>
                    <a:lnTo>
                      <a:pt x="9355" y="2925"/>
                    </a:lnTo>
                    <a:cubicBezTo>
                      <a:pt x="9424" y="2810"/>
                      <a:pt x="9470" y="2672"/>
                      <a:pt x="9470" y="2534"/>
                    </a:cubicBezTo>
                    <a:cubicBezTo>
                      <a:pt x="9447" y="2396"/>
                      <a:pt x="9332" y="2304"/>
                      <a:pt x="9217" y="2259"/>
                    </a:cubicBezTo>
                    <a:lnTo>
                      <a:pt x="4551" y="52"/>
                    </a:lnTo>
                    <a:cubicBezTo>
                      <a:pt x="4493" y="18"/>
                      <a:pt x="4436" y="0"/>
                      <a:pt x="4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61" name="Google Shape;4561;p69"/>
            <p:cNvSpPr/>
            <p:nvPr/>
          </p:nvSpPr>
          <p:spPr>
            <a:xfrm>
              <a:off x="14035" y="1820"/>
              <a:ext cx="5165" cy="7172"/>
            </a:xfrm>
            <a:custGeom>
              <a:avLst/>
              <a:gdLst/>
              <a:ahLst/>
              <a:cxnLst/>
              <a:rect l="l" t="t" r="r" b="b"/>
              <a:pathLst>
                <a:path w="92138" h="127940" extrusionOk="0">
                  <a:moveTo>
                    <a:pt x="85073" y="0"/>
                  </a:moveTo>
                  <a:cubicBezTo>
                    <a:pt x="85013" y="0"/>
                    <a:pt x="84958" y="40"/>
                    <a:pt x="84958" y="108"/>
                  </a:cubicBezTo>
                  <a:cubicBezTo>
                    <a:pt x="84899" y="167"/>
                    <a:pt x="84919" y="266"/>
                    <a:pt x="84998" y="326"/>
                  </a:cubicBezTo>
                  <a:cubicBezTo>
                    <a:pt x="85573" y="603"/>
                    <a:pt x="86128" y="940"/>
                    <a:pt x="86644" y="1337"/>
                  </a:cubicBezTo>
                  <a:lnTo>
                    <a:pt x="86743" y="1337"/>
                  </a:lnTo>
                  <a:cubicBezTo>
                    <a:pt x="86783" y="1337"/>
                    <a:pt x="86842" y="1317"/>
                    <a:pt x="86882" y="1297"/>
                  </a:cubicBezTo>
                  <a:cubicBezTo>
                    <a:pt x="86922" y="1218"/>
                    <a:pt x="86902" y="1119"/>
                    <a:pt x="86842" y="1059"/>
                  </a:cubicBezTo>
                  <a:cubicBezTo>
                    <a:pt x="86307" y="663"/>
                    <a:pt x="85732" y="326"/>
                    <a:pt x="85157" y="28"/>
                  </a:cubicBezTo>
                  <a:cubicBezTo>
                    <a:pt x="85131" y="9"/>
                    <a:pt x="85102" y="0"/>
                    <a:pt x="85073" y="0"/>
                  </a:cubicBezTo>
                  <a:close/>
                  <a:moveTo>
                    <a:pt x="88675" y="2762"/>
                  </a:moveTo>
                  <a:cubicBezTo>
                    <a:pt x="88636" y="2762"/>
                    <a:pt x="88595" y="2777"/>
                    <a:pt x="88568" y="2805"/>
                  </a:cubicBezTo>
                  <a:cubicBezTo>
                    <a:pt x="88488" y="2844"/>
                    <a:pt x="88488" y="2963"/>
                    <a:pt x="88548" y="3023"/>
                  </a:cubicBezTo>
                  <a:cubicBezTo>
                    <a:pt x="88984" y="3499"/>
                    <a:pt x="89381" y="4014"/>
                    <a:pt x="89738" y="4570"/>
                  </a:cubicBezTo>
                  <a:cubicBezTo>
                    <a:pt x="89777" y="4609"/>
                    <a:pt x="89817" y="4629"/>
                    <a:pt x="89877" y="4629"/>
                  </a:cubicBezTo>
                  <a:lnTo>
                    <a:pt x="89956" y="4609"/>
                  </a:lnTo>
                  <a:cubicBezTo>
                    <a:pt x="90035" y="4550"/>
                    <a:pt x="90055" y="4451"/>
                    <a:pt x="89996" y="4371"/>
                  </a:cubicBezTo>
                  <a:cubicBezTo>
                    <a:pt x="89658" y="3816"/>
                    <a:pt x="89242" y="3300"/>
                    <a:pt x="88786" y="2824"/>
                  </a:cubicBezTo>
                  <a:cubicBezTo>
                    <a:pt x="88765" y="2782"/>
                    <a:pt x="88721" y="2762"/>
                    <a:pt x="88675" y="2762"/>
                  </a:cubicBezTo>
                  <a:close/>
                  <a:moveTo>
                    <a:pt x="91110" y="6597"/>
                  </a:moveTo>
                  <a:cubicBezTo>
                    <a:pt x="91089" y="6597"/>
                    <a:pt x="91068" y="6602"/>
                    <a:pt x="91047" y="6612"/>
                  </a:cubicBezTo>
                  <a:cubicBezTo>
                    <a:pt x="90967" y="6632"/>
                    <a:pt x="90908" y="6731"/>
                    <a:pt x="90947" y="6810"/>
                  </a:cubicBezTo>
                  <a:cubicBezTo>
                    <a:pt x="91185" y="7425"/>
                    <a:pt x="91384" y="8040"/>
                    <a:pt x="91523" y="8675"/>
                  </a:cubicBezTo>
                  <a:cubicBezTo>
                    <a:pt x="91542" y="8754"/>
                    <a:pt x="91622" y="8794"/>
                    <a:pt x="91701" y="8794"/>
                  </a:cubicBezTo>
                  <a:lnTo>
                    <a:pt x="91721" y="8794"/>
                  </a:lnTo>
                  <a:cubicBezTo>
                    <a:pt x="91800" y="8774"/>
                    <a:pt x="91860" y="8694"/>
                    <a:pt x="91840" y="8595"/>
                  </a:cubicBezTo>
                  <a:cubicBezTo>
                    <a:pt x="91681" y="7941"/>
                    <a:pt x="91483" y="7306"/>
                    <a:pt x="91245" y="6692"/>
                  </a:cubicBezTo>
                  <a:cubicBezTo>
                    <a:pt x="91216" y="6633"/>
                    <a:pt x="91166" y="6597"/>
                    <a:pt x="91110" y="6597"/>
                  </a:cubicBezTo>
                  <a:close/>
                  <a:moveTo>
                    <a:pt x="91959" y="11054"/>
                  </a:moveTo>
                  <a:cubicBezTo>
                    <a:pt x="91879" y="11054"/>
                    <a:pt x="91800" y="11114"/>
                    <a:pt x="91780" y="11213"/>
                  </a:cubicBezTo>
                  <a:cubicBezTo>
                    <a:pt x="91800" y="11848"/>
                    <a:pt x="91741" y="12502"/>
                    <a:pt x="91622" y="13137"/>
                  </a:cubicBezTo>
                  <a:cubicBezTo>
                    <a:pt x="91622" y="13236"/>
                    <a:pt x="91681" y="13315"/>
                    <a:pt x="91760" y="13335"/>
                  </a:cubicBezTo>
                  <a:lnTo>
                    <a:pt x="91800" y="13335"/>
                  </a:lnTo>
                  <a:cubicBezTo>
                    <a:pt x="91879" y="13335"/>
                    <a:pt x="91939" y="13275"/>
                    <a:pt x="91939" y="13196"/>
                  </a:cubicBezTo>
                  <a:cubicBezTo>
                    <a:pt x="92058" y="12542"/>
                    <a:pt x="92117" y="11887"/>
                    <a:pt x="92137" y="11233"/>
                  </a:cubicBezTo>
                  <a:cubicBezTo>
                    <a:pt x="92137" y="11134"/>
                    <a:pt x="92058" y="11054"/>
                    <a:pt x="91959" y="11054"/>
                  </a:cubicBezTo>
                  <a:close/>
                  <a:moveTo>
                    <a:pt x="91092" y="15504"/>
                  </a:moveTo>
                  <a:cubicBezTo>
                    <a:pt x="91027" y="15504"/>
                    <a:pt x="90963" y="15554"/>
                    <a:pt x="90947" y="15616"/>
                  </a:cubicBezTo>
                  <a:cubicBezTo>
                    <a:pt x="90709" y="16211"/>
                    <a:pt x="90432" y="16786"/>
                    <a:pt x="90134" y="17381"/>
                  </a:cubicBezTo>
                  <a:cubicBezTo>
                    <a:pt x="90095" y="17460"/>
                    <a:pt x="90114" y="17539"/>
                    <a:pt x="90174" y="17599"/>
                  </a:cubicBezTo>
                  <a:lnTo>
                    <a:pt x="90253" y="17599"/>
                  </a:lnTo>
                  <a:cubicBezTo>
                    <a:pt x="90313" y="17599"/>
                    <a:pt x="90372" y="17579"/>
                    <a:pt x="90412" y="17519"/>
                  </a:cubicBezTo>
                  <a:cubicBezTo>
                    <a:pt x="90729" y="16944"/>
                    <a:pt x="91007" y="16349"/>
                    <a:pt x="91245" y="15735"/>
                  </a:cubicBezTo>
                  <a:cubicBezTo>
                    <a:pt x="91265" y="15635"/>
                    <a:pt x="91245" y="15536"/>
                    <a:pt x="91146" y="15516"/>
                  </a:cubicBezTo>
                  <a:cubicBezTo>
                    <a:pt x="91128" y="15508"/>
                    <a:pt x="91110" y="15504"/>
                    <a:pt x="91092" y="15504"/>
                  </a:cubicBezTo>
                  <a:close/>
                  <a:moveTo>
                    <a:pt x="88856" y="19462"/>
                  </a:moveTo>
                  <a:cubicBezTo>
                    <a:pt x="88802" y="19462"/>
                    <a:pt x="88752" y="19484"/>
                    <a:pt x="88726" y="19522"/>
                  </a:cubicBezTo>
                  <a:cubicBezTo>
                    <a:pt x="88330" y="20018"/>
                    <a:pt x="87893" y="20514"/>
                    <a:pt x="87457" y="20990"/>
                  </a:cubicBezTo>
                  <a:cubicBezTo>
                    <a:pt x="87378" y="21049"/>
                    <a:pt x="87378" y="21168"/>
                    <a:pt x="87457" y="21208"/>
                  </a:cubicBezTo>
                  <a:lnTo>
                    <a:pt x="87576" y="21267"/>
                  </a:lnTo>
                  <a:lnTo>
                    <a:pt x="87675" y="21208"/>
                  </a:lnTo>
                  <a:cubicBezTo>
                    <a:pt x="88131" y="20752"/>
                    <a:pt x="88568" y="20256"/>
                    <a:pt x="88964" y="19721"/>
                  </a:cubicBezTo>
                  <a:cubicBezTo>
                    <a:pt x="89024" y="19661"/>
                    <a:pt x="89004" y="19542"/>
                    <a:pt x="88944" y="19483"/>
                  </a:cubicBezTo>
                  <a:cubicBezTo>
                    <a:pt x="88916" y="19469"/>
                    <a:pt x="88886" y="19462"/>
                    <a:pt x="88856" y="19462"/>
                  </a:cubicBezTo>
                  <a:close/>
                  <a:moveTo>
                    <a:pt x="85625" y="22735"/>
                  </a:moveTo>
                  <a:cubicBezTo>
                    <a:pt x="85601" y="22735"/>
                    <a:pt x="85577" y="22741"/>
                    <a:pt x="85553" y="22755"/>
                  </a:cubicBezTo>
                  <a:cubicBezTo>
                    <a:pt x="85057" y="23151"/>
                    <a:pt x="84522" y="23548"/>
                    <a:pt x="83987" y="23925"/>
                  </a:cubicBezTo>
                  <a:cubicBezTo>
                    <a:pt x="83907" y="23965"/>
                    <a:pt x="83887" y="24084"/>
                    <a:pt x="83967" y="24143"/>
                  </a:cubicBezTo>
                  <a:cubicBezTo>
                    <a:pt x="83987" y="24183"/>
                    <a:pt x="84026" y="24222"/>
                    <a:pt x="84086" y="24222"/>
                  </a:cubicBezTo>
                  <a:lnTo>
                    <a:pt x="84185" y="24183"/>
                  </a:lnTo>
                  <a:cubicBezTo>
                    <a:pt x="84720" y="23826"/>
                    <a:pt x="85256" y="23429"/>
                    <a:pt x="85771" y="22993"/>
                  </a:cubicBezTo>
                  <a:cubicBezTo>
                    <a:pt x="85837" y="22878"/>
                    <a:pt x="85739" y="22735"/>
                    <a:pt x="85625" y="22735"/>
                  </a:cubicBezTo>
                  <a:close/>
                  <a:moveTo>
                    <a:pt x="81855" y="25254"/>
                  </a:moveTo>
                  <a:cubicBezTo>
                    <a:pt x="81829" y="25254"/>
                    <a:pt x="81805" y="25260"/>
                    <a:pt x="81785" y="25273"/>
                  </a:cubicBezTo>
                  <a:lnTo>
                    <a:pt x="81706" y="25273"/>
                  </a:lnTo>
                  <a:lnTo>
                    <a:pt x="80020" y="26106"/>
                  </a:lnTo>
                  <a:cubicBezTo>
                    <a:pt x="79834" y="26144"/>
                    <a:pt x="79893" y="26407"/>
                    <a:pt x="80064" y="26407"/>
                  </a:cubicBezTo>
                  <a:cubicBezTo>
                    <a:pt x="80075" y="26407"/>
                    <a:pt x="80087" y="26406"/>
                    <a:pt x="80100" y="26404"/>
                  </a:cubicBezTo>
                  <a:lnTo>
                    <a:pt x="80159" y="26424"/>
                  </a:lnTo>
                  <a:lnTo>
                    <a:pt x="81845" y="25611"/>
                  </a:lnTo>
                  <a:lnTo>
                    <a:pt x="81924" y="25551"/>
                  </a:lnTo>
                  <a:cubicBezTo>
                    <a:pt x="82023" y="25531"/>
                    <a:pt x="82043" y="25412"/>
                    <a:pt x="82003" y="25333"/>
                  </a:cubicBezTo>
                  <a:cubicBezTo>
                    <a:pt x="81964" y="25280"/>
                    <a:pt x="81907" y="25254"/>
                    <a:pt x="81855" y="25254"/>
                  </a:cubicBezTo>
                  <a:close/>
                  <a:moveTo>
                    <a:pt x="77650" y="27033"/>
                  </a:moveTo>
                  <a:cubicBezTo>
                    <a:pt x="77634" y="27033"/>
                    <a:pt x="77618" y="27035"/>
                    <a:pt x="77601" y="27038"/>
                  </a:cubicBezTo>
                  <a:cubicBezTo>
                    <a:pt x="77026" y="27257"/>
                    <a:pt x="76391" y="27455"/>
                    <a:pt x="75757" y="27653"/>
                  </a:cubicBezTo>
                  <a:cubicBezTo>
                    <a:pt x="75677" y="27693"/>
                    <a:pt x="75638" y="27772"/>
                    <a:pt x="75657" y="27851"/>
                  </a:cubicBezTo>
                  <a:cubicBezTo>
                    <a:pt x="75657" y="27931"/>
                    <a:pt x="75737" y="27990"/>
                    <a:pt x="75796" y="27990"/>
                  </a:cubicBezTo>
                  <a:lnTo>
                    <a:pt x="75856" y="27970"/>
                  </a:lnTo>
                  <a:lnTo>
                    <a:pt x="77720" y="27376"/>
                  </a:lnTo>
                  <a:cubicBezTo>
                    <a:pt x="77819" y="27316"/>
                    <a:pt x="77859" y="27237"/>
                    <a:pt x="77819" y="27138"/>
                  </a:cubicBezTo>
                  <a:cubicBezTo>
                    <a:pt x="77786" y="27072"/>
                    <a:pt x="77726" y="27033"/>
                    <a:pt x="77650" y="27033"/>
                  </a:cubicBezTo>
                  <a:close/>
                  <a:moveTo>
                    <a:pt x="73289" y="28343"/>
                  </a:moveTo>
                  <a:cubicBezTo>
                    <a:pt x="73279" y="28343"/>
                    <a:pt x="73268" y="28345"/>
                    <a:pt x="73258" y="28347"/>
                  </a:cubicBezTo>
                  <a:lnTo>
                    <a:pt x="71374" y="28823"/>
                  </a:lnTo>
                  <a:cubicBezTo>
                    <a:pt x="71275" y="28843"/>
                    <a:pt x="71215" y="28942"/>
                    <a:pt x="71235" y="29022"/>
                  </a:cubicBezTo>
                  <a:cubicBezTo>
                    <a:pt x="71252" y="29090"/>
                    <a:pt x="71299" y="29144"/>
                    <a:pt x="71363" y="29144"/>
                  </a:cubicBezTo>
                  <a:cubicBezTo>
                    <a:pt x="71373" y="29144"/>
                    <a:pt x="71383" y="29143"/>
                    <a:pt x="71394" y="29141"/>
                  </a:cubicBezTo>
                  <a:lnTo>
                    <a:pt x="71433" y="29141"/>
                  </a:lnTo>
                  <a:lnTo>
                    <a:pt x="73317" y="28684"/>
                  </a:lnTo>
                  <a:cubicBezTo>
                    <a:pt x="73416" y="28665"/>
                    <a:pt x="73456" y="28565"/>
                    <a:pt x="73456" y="28486"/>
                  </a:cubicBezTo>
                  <a:cubicBezTo>
                    <a:pt x="73439" y="28400"/>
                    <a:pt x="73361" y="28343"/>
                    <a:pt x="73289" y="28343"/>
                  </a:cubicBezTo>
                  <a:close/>
                  <a:moveTo>
                    <a:pt x="68816" y="29398"/>
                  </a:moveTo>
                  <a:lnTo>
                    <a:pt x="66912" y="29815"/>
                  </a:lnTo>
                  <a:cubicBezTo>
                    <a:pt x="66813" y="29835"/>
                    <a:pt x="66753" y="29934"/>
                    <a:pt x="66773" y="30013"/>
                  </a:cubicBezTo>
                  <a:cubicBezTo>
                    <a:pt x="66790" y="30082"/>
                    <a:pt x="66837" y="30136"/>
                    <a:pt x="66901" y="30136"/>
                  </a:cubicBezTo>
                  <a:cubicBezTo>
                    <a:pt x="66911" y="30136"/>
                    <a:pt x="66921" y="30135"/>
                    <a:pt x="66932" y="30132"/>
                  </a:cubicBezTo>
                  <a:lnTo>
                    <a:pt x="66971" y="30132"/>
                  </a:lnTo>
                  <a:lnTo>
                    <a:pt x="68895" y="29716"/>
                  </a:lnTo>
                  <a:cubicBezTo>
                    <a:pt x="68974" y="29716"/>
                    <a:pt x="69034" y="29616"/>
                    <a:pt x="69014" y="29517"/>
                  </a:cubicBezTo>
                  <a:cubicBezTo>
                    <a:pt x="68974" y="29438"/>
                    <a:pt x="68895" y="29398"/>
                    <a:pt x="68816" y="29398"/>
                  </a:cubicBezTo>
                  <a:close/>
                  <a:moveTo>
                    <a:pt x="64396" y="30405"/>
                  </a:moveTo>
                  <a:cubicBezTo>
                    <a:pt x="64381" y="30405"/>
                    <a:pt x="64367" y="30406"/>
                    <a:pt x="64354" y="30410"/>
                  </a:cubicBezTo>
                  <a:lnTo>
                    <a:pt x="64135" y="30469"/>
                  </a:lnTo>
                  <a:lnTo>
                    <a:pt x="62470" y="30886"/>
                  </a:lnTo>
                  <a:cubicBezTo>
                    <a:pt x="62370" y="30886"/>
                    <a:pt x="62311" y="30985"/>
                    <a:pt x="62351" y="31084"/>
                  </a:cubicBezTo>
                  <a:cubicBezTo>
                    <a:pt x="62351" y="31163"/>
                    <a:pt x="62410" y="31203"/>
                    <a:pt x="62489" y="31203"/>
                  </a:cubicBezTo>
                  <a:lnTo>
                    <a:pt x="62549" y="31183"/>
                  </a:lnTo>
                  <a:lnTo>
                    <a:pt x="64195" y="30787"/>
                  </a:lnTo>
                  <a:lnTo>
                    <a:pt x="64433" y="30707"/>
                  </a:lnTo>
                  <a:cubicBezTo>
                    <a:pt x="64512" y="30707"/>
                    <a:pt x="64572" y="30608"/>
                    <a:pt x="64552" y="30509"/>
                  </a:cubicBezTo>
                  <a:cubicBezTo>
                    <a:pt x="64535" y="30443"/>
                    <a:pt x="64465" y="30405"/>
                    <a:pt x="64396" y="30405"/>
                  </a:cubicBezTo>
                  <a:close/>
                  <a:moveTo>
                    <a:pt x="59994" y="31567"/>
                  </a:moveTo>
                  <a:cubicBezTo>
                    <a:pt x="59974" y="31567"/>
                    <a:pt x="59952" y="31571"/>
                    <a:pt x="59931" y="31580"/>
                  </a:cubicBezTo>
                  <a:lnTo>
                    <a:pt x="58087" y="32195"/>
                  </a:lnTo>
                  <a:cubicBezTo>
                    <a:pt x="57988" y="32234"/>
                    <a:pt x="57948" y="32333"/>
                    <a:pt x="57988" y="32413"/>
                  </a:cubicBezTo>
                  <a:cubicBezTo>
                    <a:pt x="57988" y="32478"/>
                    <a:pt x="58042" y="32517"/>
                    <a:pt x="58095" y="32517"/>
                  </a:cubicBezTo>
                  <a:cubicBezTo>
                    <a:pt x="58106" y="32517"/>
                    <a:pt x="58116" y="32515"/>
                    <a:pt x="58127" y="32512"/>
                  </a:cubicBezTo>
                  <a:lnTo>
                    <a:pt x="58186" y="32512"/>
                  </a:lnTo>
                  <a:lnTo>
                    <a:pt x="60030" y="31897"/>
                  </a:lnTo>
                  <a:cubicBezTo>
                    <a:pt x="60110" y="31877"/>
                    <a:pt x="60149" y="31778"/>
                    <a:pt x="60129" y="31699"/>
                  </a:cubicBezTo>
                  <a:cubicBezTo>
                    <a:pt x="60129" y="31621"/>
                    <a:pt x="60068" y="31567"/>
                    <a:pt x="59994" y="31567"/>
                  </a:cubicBezTo>
                  <a:close/>
                  <a:moveTo>
                    <a:pt x="55702" y="33154"/>
                  </a:moveTo>
                  <a:cubicBezTo>
                    <a:pt x="55683" y="33154"/>
                    <a:pt x="55665" y="33158"/>
                    <a:pt x="55648" y="33166"/>
                  </a:cubicBezTo>
                  <a:cubicBezTo>
                    <a:pt x="55033" y="33444"/>
                    <a:pt x="54438" y="33741"/>
                    <a:pt x="53863" y="34039"/>
                  </a:cubicBezTo>
                  <a:cubicBezTo>
                    <a:pt x="53783" y="34059"/>
                    <a:pt x="53744" y="34158"/>
                    <a:pt x="53783" y="34237"/>
                  </a:cubicBezTo>
                  <a:cubicBezTo>
                    <a:pt x="53803" y="34297"/>
                    <a:pt x="53863" y="34336"/>
                    <a:pt x="53942" y="34336"/>
                  </a:cubicBezTo>
                  <a:lnTo>
                    <a:pt x="54021" y="34316"/>
                  </a:lnTo>
                  <a:lnTo>
                    <a:pt x="55767" y="33464"/>
                  </a:lnTo>
                  <a:cubicBezTo>
                    <a:pt x="55846" y="33424"/>
                    <a:pt x="55886" y="33345"/>
                    <a:pt x="55846" y="33265"/>
                  </a:cubicBezTo>
                  <a:cubicBezTo>
                    <a:pt x="55830" y="33203"/>
                    <a:pt x="55767" y="33154"/>
                    <a:pt x="55702" y="33154"/>
                  </a:cubicBezTo>
                  <a:close/>
                  <a:moveTo>
                    <a:pt x="51683" y="35303"/>
                  </a:moveTo>
                  <a:cubicBezTo>
                    <a:pt x="51654" y="35303"/>
                    <a:pt x="51626" y="35316"/>
                    <a:pt x="51602" y="35348"/>
                  </a:cubicBezTo>
                  <a:cubicBezTo>
                    <a:pt x="51047" y="35705"/>
                    <a:pt x="50511" y="36081"/>
                    <a:pt x="49996" y="36518"/>
                  </a:cubicBezTo>
                  <a:cubicBezTo>
                    <a:pt x="49916" y="36557"/>
                    <a:pt x="49916" y="36676"/>
                    <a:pt x="49976" y="36736"/>
                  </a:cubicBezTo>
                  <a:lnTo>
                    <a:pt x="50095" y="36795"/>
                  </a:lnTo>
                  <a:lnTo>
                    <a:pt x="50194" y="36756"/>
                  </a:lnTo>
                  <a:cubicBezTo>
                    <a:pt x="50690" y="36359"/>
                    <a:pt x="51245" y="36002"/>
                    <a:pt x="51780" y="35625"/>
                  </a:cubicBezTo>
                  <a:cubicBezTo>
                    <a:pt x="51960" y="35593"/>
                    <a:pt x="51816" y="35303"/>
                    <a:pt x="51683" y="35303"/>
                  </a:cubicBezTo>
                  <a:close/>
                  <a:moveTo>
                    <a:pt x="48182" y="38228"/>
                  </a:moveTo>
                  <a:cubicBezTo>
                    <a:pt x="48145" y="38228"/>
                    <a:pt x="48106" y="38244"/>
                    <a:pt x="48072" y="38283"/>
                  </a:cubicBezTo>
                  <a:lnTo>
                    <a:pt x="47775" y="38580"/>
                  </a:lnTo>
                  <a:cubicBezTo>
                    <a:pt x="47418" y="38937"/>
                    <a:pt x="47100" y="39334"/>
                    <a:pt x="46783" y="39770"/>
                  </a:cubicBezTo>
                  <a:cubicBezTo>
                    <a:pt x="46704" y="39830"/>
                    <a:pt x="46723" y="39929"/>
                    <a:pt x="46803" y="39988"/>
                  </a:cubicBezTo>
                  <a:lnTo>
                    <a:pt x="46902" y="40028"/>
                  </a:lnTo>
                  <a:cubicBezTo>
                    <a:pt x="46942" y="40028"/>
                    <a:pt x="47001" y="40008"/>
                    <a:pt x="47021" y="39968"/>
                  </a:cubicBezTo>
                  <a:cubicBezTo>
                    <a:pt x="47338" y="39572"/>
                    <a:pt x="47675" y="39175"/>
                    <a:pt x="48013" y="38798"/>
                  </a:cubicBezTo>
                  <a:lnTo>
                    <a:pt x="48290" y="38501"/>
                  </a:lnTo>
                  <a:cubicBezTo>
                    <a:pt x="48395" y="38381"/>
                    <a:pt x="48296" y="38228"/>
                    <a:pt x="48182" y="38228"/>
                  </a:cubicBezTo>
                  <a:close/>
                  <a:moveTo>
                    <a:pt x="45430" y="41892"/>
                  </a:moveTo>
                  <a:cubicBezTo>
                    <a:pt x="45373" y="41892"/>
                    <a:pt x="45315" y="41918"/>
                    <a:pt x="45276" y="41971"/>
                  </a:cubicBezTo>
                  <a:cubicBezTo>
                    <a:pt x="44958" y="42546"/>
                    <a:pt x="44661" y="43122"/>
                    <a:pt x="44383" y="43716"/>
                  </a:cubicBezTo>
                  <a:cubicBezTo>
                    <a:pt x="44364" y="43796"/>
                    <a:pt x="44383" y="43895"/>
                    <a:pt x="44463" y="43935"/>
                  </a:cubicBezTo>
                  <a:lnTo>
                    <a:pt x="44542" y="43935"/>
                  </a:lnTo>
                  <a:cubicBezTo>
                    <a:pt x="44602" y="43935"/>
                    <a:pt x="44661" y="43895"/>
                    <a:pt x="44701" y="43855"/>
                  </a:cubicBezTo>
                  <a:cubicBezTo>
                    <a:pt x="44958" y="43260"/>
                    <a:pt x="45256" y="42685"/>
                    <a:pt x="45593" y="42150"/>
                  </a:cubicBezTo>
                  <a:cubicBezTo>
                    <a:pt x="45633" y="42051"/>
                    <a:pt x="45613" y="41952"/>
                    <a:pt x="45514" y="41912"/>
                  </a:cubicBezTo>
                  <a:cubicBezTo>
                    <a:pt x="45487" y="41899"/>
                    <a:pt x="45459" y="41892"/>
                    <a:pt x="45430" y="41892"/>
                  </a:cubicBezTo>
                  <a:close/>
                  <a:moveTo>
                    <a:pt x="43607" y="46032"/>
                  </a:moveTo>
                  <a:cubicBezTo>
                    <a:pt x="43538" y="46032"/>
                    <a:pt x="43464" y="46070"/>
                    <a:pt x="43431" y="46136"/>
                  </a:cubicBezTo>
                  <a:cubicBezTo>
                    <a:pt x="43233" y="46751"/>
                    <a:pt x="43055" y="47365"/>
                    <a:pt x="42876" y="48040"/>
                  </a:cubicBezTo>
                  <a:cubicBezTo>
                    <a:pt x="42876" y="48119"/>
                    <a:pt x="42936" y="48198"/>
                    <a:pt x="43015" y="48238"/>
                  </a:cubicBezTo>
                  <a:lnTo>
                    <a:pt x="43055" y="48238"/>
                  </a:lnTo>
                  <a:cubicBezTo>
                    <a:pt x="43134" y="48238"/>
                    <a:pt x="43194" y="48179"/>
                    <a:pt x="43213" y="48119"/>
                  </a:cubicBezTo>
                  <a:cubicBezTo>
                    <a:pt x="43372" y="47465"/>
                    <a:pt x="43550" y="46850"/>
                    <a:pt x="43749" y="46235"/>
                  </a:cubicBezTo>
                  <a:cubicBezTo>
                    <a:pt x="43769" y="46156"/>
                    <a:pt x="43729" y="46057"/>
                    <a:pt x="43650" y="46037"/>
                  </a:cubicBezTo>
                  <a:cubicBezTo>
                    <a:pt x="43636" y="46033"/>
                    <a:pt x="43622" y="46032"/>
                    <a:pt x="43607" y="46032"/>
                  </a:cubicBezTo>
                  <a:close/>
                  <a:moveTo>
                    <a:pt x="42528" y="50475"/>
                  </a:moveTo>
                  <a:cubicBezTo>
                    <a:pt x="42460" y="50475"/>
                    <a:pt x="42398" y="50529"/>
                    <a:pt x="42380" y="50598"/>
                  </a:cubicBezTo>
                  <a:cubicBezTo>
                    <a:pt x="42281" y="51233"/>
                    <a:pt x="42182" y="51887"/>
                    <a:pt x="42142" y="52561"/>
                  </a:cubicBezTo>
                  <a:cubicBezTo>
                    <a:pt x="42123" y="52641"/>
                    <a:pt x="42202" y="52720"/>
                    <a:pt x="42281" y="52720"/>
                  </a:cubicBezTo>
                  <a:cubicBezTo>
                    <a:pt x="42380" y="52720"/>
                    <a:pt x="42460" y="52680"/>
                    <a:pt x="42460" y="52581"/>
                  </a:cubicBezTo>
                  <a:cubicBezTo>
                    <a:pt x="42539" y="51927"/>
                    <a:pt x="42618" y="51292"/>
                    <a:pt x="42718" y="50638"/>
                  </a:cubicBezTo>
                  <a:cubicBezTo>
                    <a:pt x="42718" y="50558"/>
                    <a:pt x="42638" y="50479"/>
                    <a:pt x="42559" y="50479"/>
                  </a:cubicBezTo>
                  <a:cubicBezTo>
                    <a:pt x="42548" y="50476"/>
                    <a:pt x="42538" y="50475"/>
                    <a:pt x="42528" y="50475"/>
                  </a:cubicBezTo>
                  <a:close/>
                  <a:moveTo>
                    <a:pt x="42142" y="55000"/>
                  </a:moveTo>
                  <a:cubicBezTo>
                    <a:pt x="42063" y="55000"/>
                    <a:pt x="41964" y="55080"/>
                    <a:pt x="41964" y="55159"/>
                  </a:cubicBezTo>
                  <a:lnTo>
                    <a:pt x="41964" y="57142"/>
                  </a:lnTo>
                  <a:cubicBezTo>
                    <a:pt x="41964" y="57222"/>
                    <a:pt x="42023" y="57281"/>
                    <a:pt x="42123" y="57281"/>
                  </a:cubicBezTo>
                  <a:cubicBezTo>
                    <a:pt x="42202" y="57281"/>
                    <a:pt x="42281" y="57202"/>
                    <a:pt x="42281" y="57122"/>
                  </a:cubicBezTo>
                  <a:lnTo>
                    <a:pt x="42281" y="55179"/>
                  </a:lnTo>
                  <a:cubicBezTo>
                    <a:pt x="42301" y="55080"/>
                    <a:pt x="42222" y="55000"/>
                    <a:pt x="42142" y="55000"/>
                  </a:cubicBezTo>
                  <a:close/>
                  <a:moveTo>
                    <a:pt x="42221" y="59619"/>
                  </a:moveTo>
                  <a:cubicBezTo>
                    <a:pt x="42152" y="59619"/>
                    <a:pt x="42084" y="59658"/>
                    <a:pt x="42063" y="59740"/>
                  </a:cubicBezTo>
                  <a:cubicBezTo>
                    <a:pt x="42123" y="60395"/>
                    <a:pt x="42162" y="61029"/>
                    <a:pt x="42242" y="61703"/>
                  </a:cubicBezTo>
                  <a:cubicBezTo>
                    <a:pt x="42242" y="61783"/>
                    <a:pt x="42321" y="61842"/>
                    <a:pt x="42420" y="61842"/>
                  </a:cubicBezTo>
                  <a:cubicBezTo>
                    <a:pt x="42519" y="61822"/>
                    <a:pt x="42579" y="61743"/>
                    <a:pt x="42559" y="61684"/>
                  </a:cubicBezTo>
                  <a:cubicBezTo>
                    <a:pt x="42519" y="61009"/>
                    <a:pt x="42440" y="60355"/>
                    <a:pt x="42380" y="59720"/>
                  </a:cubicBezTo>
                  <a:cubicBezTo>
                    <a:pt x="42352" y="59653"/>
                    <a:pt x="42286" y="59619"/>
                    <a:pt x="42221" y="59619"/>
                  </a:cubicBezTo>
                  <a:close/>
                  <a:moveTo>
                    <a:pt x="42718" y="64103"/>
                  </a:moveTo>
                  <a:cubicBezTo>
                    <a:pt x="42618" y="64123"/>
                    <a:pt x="42559" y="64202"/>
                    <a:pt x="42559" y="64301"/>
                  </a:cubicBezTo>
                  <a:lnTo>
                    <a:pt x="42856" y="66245"/>
                  </a:lnTo>
                  <a:cubicBezTo>
                    <a:pt x="42876" y="66304"/>
                    <a:pt x="42956" y="66364"/>
                    <a:pt x="43035" y="66364"/>
                  </a:cubicBezTo>
                  <a:lnTo>
                    <a:pt x="43055" y="66364"/>
                  </a:lnTo>
                  <a:cubicBezTo>
                    <a:pt x="43134" y="66344"/>
                    <a:pt x="43194" y="66265"/>
                    <a:pt x="43174" y="66185"/>
                  </a:cubicBezTo>
                  <a:lnTo>
                    <a:pt x="42876" y="64262"/>
                  </a:lnTo>
                  <a:cubicBezTo>
                    <a:pt x="42876" y="64163"/>
                    <a:pt x="42797" y="64103"/>
                    <a:pt x="42718" y="64103"/>
                  </a:cubicBezTo>
                  <a:close/>
                  <a:moveTo>
                    <a:pt x="43471" y="68650"/>
                  </a:moveTo>
                  <a:cubicBezTo>
                    <a:pt x="43389" y="68650"/>
                    <a:pt x="43312" y="68709"/>
                    <a:pt x="43312" y="68803"/>
                  </a:cubicBezTo>
                  <a:lnTo>
                    <a:pt x="43610" y="70548"/>
                  </a:lnTo>
                  <a:lnTo>
                    <a:pt x="43650" y="70727"/>
                  </a:lnTo>
                  <a:cubicBezTo>
                    <a:pt x="43650" y="70806"/>
                    <a:pt x="43709" y="70866"/>
                    <a:pt x="43808" y="70866"/>
                  </a:cubicBezTo>
                  <a:lnTo>
                    <a:pt x="43828" y="70866"/>
                  </a:lnTo>
                  <a:cubicBezTo>
                    <a:pt x="43907" y="70846"/>
                    <a:pt x="43967" y="70766"/>
                    <a:pt x="43967" y="70667"/>
                  </a:cubicBezTo>
                  <a:lnTo>
                    <a:pt x="43927" y="70489"/>
                  </a:lnTo>
                  <a:lnTo>
                    <a:pt x="43630" y="68744"/>
                  </a:lnTo>
                  <a:cubicBezTo>
                    <a:pt x="43589" y="68679"/>
                    <a:pt x="43529" y="68650"/>
                    <a:pt x="43471" y="68650"/>
                  </a:cubicBezTo>
                  <a:close/>
                  <a:moveTo>
                    <a:pt x="44225" y="73106"/>
                  </a:moveTo>
                  <a:cubicBezTo>
                    <a:pt x="44126" y="73126"/>
                    <a:pt x="44086" y="73206"/>
                    <a:pt x="44106" y="73305"/>
                  </a:cubicBezTo>
                  <a:cubicBezTo>
                    <a:pt x="44205" y="73939"/>
                    <a:pt x="44324" y="74594"/>
                    <a:pt x="44423" y="75228"/>
                  </a:cubicBezTo>
                  <a:cubicBezTo>
                    <a:pt x="44423" y="75308"/>
                    <a:pt x="44502" y="75367"/>
                    <a:pt x="44562" y="75367"/>
                  </a:cubicBezTo>
                  <a:lnTo>
                    <a:pt x="44602" y="75367"/>
                  </a:lnTo>
                  <a:cubicBezTo>
                    <a:pt x="44681" y="75347"/>
                    <a:pt x="44740" y="75268"/>
                    <a:pt x="44740" y="75189"/>
                  </a:cubicBezTo>
                  <a:cubicBezTo>
                    <a:pt x="44641" y="74534"/>
                    <a:pt x="44522" y="73900"/>
                    <a:pt x="44423" y="73245"/>
                  </a:cubicBezTo>
                  <a:cubicBezTo>
                    <a:pt x="44403" y="73166"/>
                    <a:pt x="44304" y="73106"/>
                    <a:pt x="44225" y="73106"/>
                  </a:cubicBezTo>
                  <a:close/>
                  <a:moveTo>
                    <a:pt x="44939" y="77608"/>
                  </a:moveTo>
                  <a:cubicBezTo>
                    <a:pt x="44840" y="77628"/>
                    <a:pt x="44780" y="77727"/>
                    <a:pt x="44780" y="77806"/>
                  </a:cubicBezTo>
                  <a:cubicBezTo>
                    <a:pt x="44879" y="78481"/>
                    <a:pt x="44958" y="79135"/>
                    <a:pt x="45038" y="79750"/>
                  </a:cubicBezTo>
                  <a:cubicBezTo>
                    <a:pt x="45038" y="79829"/>
                    <a:pt x="45097" y="79889"/>
                    <a:pt x="45177" y="79889"/>
                  </a:cubicBezTo>
                  <a:lnTo>
                    <a:pt x="45216" y="79889"/>
                  </a:lnTo>
                  <a:cubicBezTo>
                    <a:pt x="45296" y="79869"/>
                    <a:pt x="45355" y="79790"/>
                    <a:pt x="45355" y="79690"/>
                  </a:cubicBezTo>
                  <a:cubicBezTo>
                    <a:pt x="45276" y="79076"/>
                    <a:pt x="45216" y="78421"/>
                    <a:pt x="45117" y="77767"/>
                  </a:cubicBezTo>
                  <a:cubicBezTo>
                    <a:pt x="45117" y="77668"/>
                    <a:pt x="45038" y="77608"/>
                    <a:pt x="44939" y="77608"/>
                  </a:cubicBezTo>
                  <a:close/>
                  <a:moveTo>
                    <a:pt x="45415" y="82150"/>
                  </a:moveTo>
                  <a:cubicBezTo>
                    <a:pt x="45335" y="82169"/>
                    <a:pt x="45276" y="82249"/>
                    <a:pt x="45256" y="82328"/>
                  </a:cubicBezTo>
                  <a:cubicBezTo>
                    <a:pt x="45315" y="83002"/>
                    <a:pt x="45335" y="83657"/>
                    <a:pt x="45355" y="84291"/>
                  </a:cubicBezTo>
                  <a:cubicBezTo>
                    <a:pt x="45355" y="84371"/>
                    <a:pt x="45434" y="84430"/>
                    <a:pt x="45514" y="84430"/>
                  </a:cubicBezTo>
                  <a:cubicBezTo>
                    <a:pt x="45593" y="84430"/>
                    <a:pt x="45672" y="84371"/>
                    <a:pt x="45672" y="84291"/>
                  </a:cubicBezTo>
                  <a:cubicBezTo>
                    <a:pt x="45653" y="83637"/>
                    <a:pt x="45633" y="82963"/>
                    <a:pt x="45573" y="82308"/>
                  </a:cubicBezTo>
                  <a:cubicBezTo>
                    <a:pt x="45573" y="82209"/>
                    <a:pt x="45494" y="82150"/>
                    <a:pt x="45415" y="82150"/>
                  </a:cubicBezTo>
                  <a:close/>
                  <a:moveTo>
                    <a:pt x="45514" y="86711"/>
                  </a:moveTo>
                  <a:cubicBezTo>
                    <a:pt x="45415" y="86711"/>
                    <a:pt x="45335" y="86790"/>
                    <a:pt x="45335" y="86889"/>
                  </a:cubicBezTo>
                  <a:cubicBezTo>
                    <a:pt x="45315" y="87524"/>
                    <a:pt x="45256" y="88198"/>
                    <a:pt x="45196" y="88813"/>
                  </a:cubicBezTo>
                  <a:cubicBezTo>
                    <a:pt x="45196" y="88912"/>
                    <a:pt x="45236" y="88991"/>
                    <a:pt x="45335" y="88991"/>
                  </a:cubicBezTo>
                  <a:lnTo>
                    <a:pt x="45355" y="88991"/>
                  </a:lnTo>
                  <a:cubicBezTo>
                    <a:pt x="45434" y="88991"/>
                    <a:pt x="45514" y="88932"/>
                    <a:pt x="45514" y="88852"/>
                  </a:cubicBezTo>
                  <a:cubicBezTo>
                    <a:pt x="45573" y="88218"/>
                    <a:pt x="45633" y="87563"/>
                    <a:pt x="45653" y="86889"/>
                  </a:cubicBezTo>
                  <a:cubicBezTo>
                    <a:pt x="45653" y="86810"/>
                    <a:pt x="45593" y="86731"/>
                    <a:pt x="45514" y="86711"/>
                  </a:cubicBezTo>
                  <a:close/>
                  <a:moveTo>
                    <a:pt x="45018" y="91252"/>
                  </a:moveTo>
                  <a:cubicBezTo>
                    <a:pt x="44919" y="91252"/>
                    <a:pt x="44859" y="91312"/>
                    <a:pt x="44840" y="91391"/>
                  </a:cubicBezTo>
                  <a:cubicBezTo>
                    <a:pt x="44721" y="92025"/>
                    <a:pt x="44602" y="92660"/>
                    <a:pt x="44423" y="93315"/>
                  </a:cubicBezTo>
                  <a:cubicBezTo>
                    <a:pt x="44403" y="93394"/>
                    <a:pt x="44463" y="93473"/>
                    <a:pt x="44542" y="93513"/>
                  </a:cubicBezTo>
                  <a:lnTo>
                    <a:pt x="44602" y="93513"/>
                  </a:lnTo>
                  <a:cubicBezTo>
                    <a:pt x="44661" y="93513"/>
                    <a:pt x="44721" y="93453"/>
                    <a:pt x="44740" y="93374"/>
                  </a:cubicBezTo>
                  <a:cubicBezTo>
                    <a:pt x="44879" y="92739"/>
                    <a:pt x="45038" y="92085"/>
                    <a:pt x="45157" y="91450"/>
                  </a:cubicBezTo>
                  <a:cubicBezTo>
                    <a:pt x="45157" y="91351"/>
                    <a:pt x="45097" y="91272"/>
                    <a:pt x="45018" y="91252"/>
                  </a:cubicBezTo>
                  <a:close/>
                  <a:moveTo>
                    <a:pt x="43854" y="95679"/>
                  </a:moveTo>
                  <a:cubicBezTo>
                    <a:pt x="43788" y="95679"/>
                    <a:pt x="43733" y="95720"/>
                    <a:pt x="43689" y="95793"/>
                  </a:cubicBezTo>
                  <a:cubicBezTo>
                    <a:pt x="43511" y="96408"/>
                    <a:pt x="43273" y="97023"/>
                    <a:pt x="43055" y="97618"/>
                  </a:cubicBezTo>
                  <a:cubicBezTo>
                    <a:pt x="43015" y="97697"/>
                    <a:pt x="43055" y="97796"/>
                    <a:pt x="43134" y="97836"/>
                  </a:cubicBezTo>
                  <a:lnTo>
                    <a:pt x="43213" y="97836"/>
                  </a:lnTo>
                  <a:cubicBezTo>
                    <a:pt x="43273" y="97836"/>
                    <a:pt x="43332" y="97796"/>
                    <a:pt x="43352" y="97737"/>
                  </a:cubicBezTo>
                  <a:cubicBezTo>
                    <a:pt x="43590" y="97122"/>
                    <a:pt x="43828" y="96507"/>
                    <a:pt x="44026" y="95893"/>
                  </a:cubicBezTo>
                  <a:cubicBezTo>
                    <a:pt x="44046" y="95793"/>
                    <a:pt x="44007" y="95714"/>
                    <a:pt x="43927" y="95694"/>
                  </a:cubicBezTo>
                  <a:cubicBezTo>
                    <a:pt x="43902" y="95684"/>
                    <a:pt x="43877" y="95679"/>
                    <a:pt x="43854" y="95679"/>
                  </a:cubicBezTo>
                  <a:close/>
                  <a:moveTo>
                    <a:pt x="42153" y="99929"/>
                  </a:moveTo>
                  <a:cubicBezTo>
                    <a:pt x="42092" y="99929"/>
                    <a:pt x="42030" y="99965"/>
                    <a:pt x="42004" y="100017"/>
                  </a:cubicBezTo>
                  <a:cubicBezTo>
                    <a:pt x="41746" y="100593"/>
                    <a:pt x="41448" y="101188"/>
                    <a:pt x="41111" y="101763"/>
                  </a:cubicBezTo>
                  <a:cubicBezTo>
                    <a:pt x="41091" y="101842"/>
                    <a:pt x="41111" y="101941"/>
                    <a:pt x="41191" y="101981"/>
                  </a:cubicBezTo>
                  <a:lnTo>
                    <a:pt x="41270" y="101981"/>
                  </a:lnTo>
                  <a:cubicBezTo>
                    <a:pt x="41329" y="101981"/>
                    <a:pt x="41389" y="101961"/>
                    <a:pt x="41409" y="101901"/>
                  </a:cubicBezTo>
                  <a:cubicBezTo>
                    <a:pt x="41706" y="101326"/>
                    <a:pt x="42043" y="100751"/>
                    <a:pt x="42301" y="100176"/>
                  </a:cubicBezTo>
                  <a:cubicBezTo>
                    <a:pt x="42341" y="100077"/>
                    <a:pt x="42301" y="99978"/>
                    <a:pt x="42242" y="99958"/>
                  </a:cubicBezTo>
                  <a:cubicBezTo>
                    <a:pt x="42215" y="99938"/>
                    <a:pt x="42184" y="99929"/>
                    <a:pt x="42153" y="99929"/>
                  </a:cubicBezTo>
                  <a:close/>
                  <a:moveTo>
                    <a:pt x="39901" y="103899"/>
                  </a:moveTo>
                  <a:cubicBezTo>
                    <a:pt x="39853" y="103899"/>
                    <a:pt x="39813" y="103923"/>
                    <a:pt x="39802" y="103984"/>
                  </a:cubicBezTo>
                  <a:cubicBezTo>
                    <a:pt x="39465" y="104539"/>
                    <a:pt x="39088" y="105074"/>
                    <a:pt x="38712" y="105630"/>
                  </a:cubicBezTo>
                  <a:cubicBezTo>
                    <a:pt x="38672" y="105709"/>
                    <a:pt x="38692" y="105788"/>
                    <a:pt x="38771" y="105848"/>
                  </a:cubicBezTo>
                  <a:lnTo>
                    <a:pt x="38870" y="105848"/>
                  </a:lnTo>
                  <a:cubicBezTo>
                    <a:pt x="38910" y="105848"/>
                    <a:pt x="38969" y="105828"/>
                    <a:pt x="38989" y="105808"/>
                  </a:cubicBezTo>
                  <a:cubicBezTo>
                    <a:pt x="39366" y="105273"/>
                    <a:pt x="39743" y="104717"/>
                    <a:pt x="40080" y="104162"/>
                  </a:cubicBezTo>
                  <a:cubicBezTo>
                    <a:pt x="40209" y="104062"/>
                    <a:pt x="40027" y="103899"/>
                    <a:pt x="39901" y="103899"/>
                  </a:cubicBezTo>
                  <a:close/>
                  <a:moveTo>
                    <a:pt x="37289" y="107605"/>
                  </a:moveTo>
                  <a:cubicBezTo>
                    <a:pt x="37242" y="107605"/>
                    <a:pt x="37198" y="107620"/>
                    <a:pt x="37165" y="107653"/>
                  </a:cubicBezTo>
                  <a:cubicBezTo>
                    <a:pt x="36768" y="108188"/>
                    <a:pt x="36332" y="108684"/>
                    <a:pt x="35915" y="109180"/>
                  </a:cubicBezTo>
                  <a:cubicBezTo>
                    <a:pt x="35856" y="109239"/>
                    <a:pt x="35876" y="109338"/>
                    <a:pt x="35935" y="109398"/>
                  </a:cubicBezTo>
                  <a:cubicBezTo>
                    <a:pt x="35955" y="109418"/>
                    <a:pt x="35995" y="109437"/>
                    <a:pt x="36034" y="109437"/>
                  </a:cubicBezTo>
                  <a:cubicBezTo>
                    <a:pt x="36094" y="109437"/>
                    <a:pt x="36134" y="109418"/>
                    <a:pt x="36173" y="109378"/>
                  </a:cubicBezTo>
                  <a:cubicBezTo>
                    <a:pt x="36590" y="108882"/>
                    <a:pt x="37026" y="108386"/>
                    <a:pt x="37423" y="107890"/>
                  </a:cubicBezTo>
                  <a:cubicBezTo>
                    <a:pt x="37482" y="107811"/>
                    <a:pt x="37462" y="107692"/>
                    <a:pt x="37403" y="107633"/>
                  </a:cubicBezTo>
                  <a:cubicBezTo>
                    <a:pt x="37367" y="107615"/>
                    <a:pt x="37327" y="107605"/>
                    <a:pt x="37289" y="107605"/>
                  </a:cubicBezTo>
                  <a:close/>
                  <a:moveTo>
                    <a:pt x="34266" y="111031"/>
                  </a:moveTo>
                  <a:cubicBezTo>
                    <a:pt x="34228" y="111031"/>
                    <a:pt x="34188" y="111046"/>
                    <a:pt x="34150" y="111083"/>
                  </a:cubicBezTo>
                  <a:cubicBezTo>
                    <a:pt x="33714" y="111520"/>
                    <a:pt x="33238" y="111996"/>
                    <a:pt x="32742" y="112452"/>
                  </a:cubicBezTo>
                  <a:cubicBezTo>
                    <a:pt x="32683" y="112511"/>
                    <a:pt x="32683" y="112591"/>
                    <a:pt x="32742" y="112670"/>
                  </a:cubicBezTo>
                  <a:lnTo>
                    <a:pt x="32861" y="112709"/>
                  </a:lnTo>
                  <a:lnTo>
                    <a:pt x="32961" y="112670"/>
                  </a:lnTo>
                  <a:cubicBezTo>
                    <a:pt x="33456" y="112214"/>
                    <a:pt x="33932" y="111777"/>
                    <a:pt x="34388" y="111301"/>
                  </a:cubicBezTo>
                  <a:cubicBezTo>
                    <a:pt x="34495" y="111195"/>
                    <a:pt x="34392" y="111031"/>
                    <a:pt x="34266" y="111031"/>
                  </a:cubicBezTo>
                  <a:close/>
                  <a:moveTo>
                    <a:pt x="30919" y="114115"/>
                  </a:moveTo>
                  <a:cubicBezTo>
                    <a:pt x="30883" y="114115"/>
                    <a:pt x="30846" y="114130"/>
                    <a:pt x="30819" y="114157"/>
                  </a:cubicBezTo>
                  <a:lnTo>
                    <a:pt x="29292" y="115367"/>
                  </a:lnTo>
                  <a:cubicBezTo>
                    <a:pt x="29232" y="115426"/>
                    <a:pt x="29193" y="115526"/>
                    <a:pt x="29252" y="115625"/>
                  </a:cubicBezTo>
                  <a:lnTo>
                    <a:pt x="29391" y="115664"/>
                  </a:lnTo>
                  <a:lnTo>
                    <a:pt x="29490" y="115645"/>
                  </a:lnTo>
                  <a:cubicBezTo>
                    <a:pt x="30025" y="115248"/>
                    <a:pt x="30521" y="114831"/>
                    <a:pt x="31017" y="114395"/>
                  </a:cubicBezTo>
                  <a:cubicBezTo>
                    <a:pt x="31077" y="114355"/>
                    <a:pt x="31096" y="114237"/>
                    <a:pt x="31037" y="114177"/>
                  </a:cubicBezTo>
                  <a:cubicBezTo>
                    <a:pt x="31005" y="114135"/>
                    <a:pt x="30962" y="114115"/>
                    <a:pt x="30919" y="114115"/>
                  </a:cubicBezTo>
                  <a:close/>
                  <a:moveTo>
                    <a:pt x="27278" y="116860"/>
                  </a:moveTo>
                  <a:cubicBezTo>
                    <a:pt x="27247" y="116860"/>
                    <a:pt x="27216" y="116876"/>
                    <a:pt x="27190" y="116914"/>
                  </a:cubicBezTo>
                  <a:lnTo>
                    <a:pt x="25563" y="117965"/>
                  </a:lnTo>
                  <a:cubicBezTo>
                    <a:pt x="25484" y="118024"/>
                    <a:pt x="25464" y="118143"/>
                    <a:pt x="25504" y="118223"/>
                  </a:cubicBezTo>
                  <a:cubicBezTo>
                    <a:pt x="25544" y="118262"/>
                    <a:pt x="25603" y="118282"/>
                    <a:pt x="25663" y="118302"/>
                  </a:cubicBezTo>
                  <a:lnTo>
                    <a:pt x="25722" y="118262"/>
                  </a:lnTo>
                  <a:lnTo>
                    <a:pt x="27368" y="117172"/>
                  </a:lnTo>
                  <a:cubicBezTo>
                    <a:pt x="27545" y="117139"/>
                    <a:pt x="27409" y="116860"/>
                    <a:pt x="27278" y="116860"/>
                  </a:cubicBezTo>
                  <a:close/>
                  <a:moveTo>
                    <a:pt x="23367" y="119328"/>
                  </a:moveTo>
                  <a:cubicBezTo>
                    <a:pt x="23353" y="119328"/>
                    <a:pt x="23338" y="119329"/>
                    <a:pt x="23322" y="119333"/>
                  </a:cubicBezTo>
                  <a:lnTo>
                    <a:pt x="21617" y="120245"/>
                  </a:lnTo>
                  <a:cubicBezTo>
                    <a:pt x="21538" y="120305"/>
                    <a:pt x="21518" y="120384"/>
                    <a:pt x="21538" y="120483"/>
                  </a:cubicBezTo>
                  <a:cubicBezTo>
                    <a:pt x="21557" y="120523"/>
                    <a:pt x="21617" y="120563"/>
                    <a:pt x="21696" y="120583"/>
                  </a:cubicBezTo>
                  <a:lnTo>
                    <a:pt x="21756" y="120543"/>
                  </a:lnTo>
                  <a:cubicBezTo>
                    <a:pt x="22351" y="120245"/>
                    <a:pt x="22926" y="119928"/>
                    <a:pt x="23501" y="119611"/>
                  </a:cubicBezTo>
                  <a:cubicBezTo>
                    <a:pt x="23573" y="119485"/>
                    <a:pt x="23499" y="119328"/>
                    <a:pt x="23367" y="119328"/>
                  </a:cubicBezTo>
                  <a:close/>
                  <a:moveTo>
                    <a:pt x="19343" y="121409"/>
                  </a:moveTo>
                  <a:cubicBezTo>
                    <a:pt x="19321" y="121409"/>
                    <a:pt x="19299" y="121411"/>
                    <a:pt x="19277" y="121415"/>
                  </a:cubicBezTo>
                  <a:cubicBezTo>
                    <a:pt x="18722" y="121713"/>
                    <a:pt x="18127" y="121991"/>
                    <a:pt x="17532" y="122229"/>
                  </a:cubicBezTo>
                  <a:cubicBezTo>
                    <a:pt x="17452" y="122288"/>
                    <a:pt x="17413" y="122367"/>
                    <a:pt x="17433" y="122466"/>
                  </a:cubicBezTo>
                  <a:cubicBezTo>
                    <a:pt x="17472" y="122506"/>
                    <a:pt x="17532" y="122546"/>
                    <a:pt x="17591" y="122566"/>
                  </a:cubicBezTo>
                  <a:lnTo>
                    <a:pt x="17651" y="122526"/>
                  </a:lnTo>
                  <a:cubicBezTo>
                    <a:pt x="18246" y="122288"/>
                    <a:pt x="18841" y="122010"/>
                    <a:pt x="19436" y="121713"/>
                  </a:cubicBezTo>
                  <a:cubicBezTo>
                    <a:pt x="19515" y="121673"/>
                    <a:pt x="19535" y="121594"/>
                    <a:pt x="19515" y="121515"/>
                  </a:cubicBezTo>
                  <a:cubicBezTo>
                    <a:pt x="19484" y="121438"/>
                    <a:pt x="19418" y="121409"/>
                    <a:pt x="19343" y="121409"/>
                  </a:cubicBezTo>
                  <a:close/>
                  <a:moveTo>
                    <a:pt x="15196" y="123240"/>
                  </a:moveTo>
                  <a:cubicBezTo>
                    <a:pt x="15167" y="123240"/>
                    <a:pt x="15139" y="123247"/>
                    <a:pt x="15112" y="123260"/>
                  </a:cubicBezTo>
                  <a:lnTo>
                    <a:pt x="13288" y="123954"/>
                  </a:lnTo>
                  <a:cubicBezTo>
                    <a:pt x="13208" y="123974"/>
                    <a:pt x="13169" y="124053"/>
                    <a:pt x="13189" y="124152"/>
                  </a:cubicBezTo>
                  <a:cubicBezTo>
                    <a:pt x="13208" y="124212"/>
                    <a:pt x="13288" y="124271"/>
                    <a:pt x="13367" y="124271"/>
                  </a:cubicBezTo>
                  <a:lnTo>
                    <a:pt x="13407" y="124251"/>
                  </a:lnTo>
                  <a:lnTo>
                    <a:pt x="15251" y="123557"/>
                  </a:lnTo>
                  <a:cubicBezTo>
                    <a:pt x="15330" y="123498"/>
                    <a:pt x="15370" y="123418"/>
                    <a:pt x="15350" y="123319"/>
                  </a:cubicBezTo>
                  <a:cubicBezTo>
                    <a:pt x="15311" y="123266"/>
                    <a:pt x="15253" y="123240"/>
                    <a:pt x="15196" y="123240"/>
                  </a:cubicBezTo>
                  <a:close/>
                  <a:moveTo>
                    <a:pt x="10871" y="124782"/>
                  </a:moveTo>
                  <a:cubicBezTo>
                    <a:pt x="10857" y="124782"/>
                    <a:pt x="10842" y="124783"/>
                    <a:pt x="10829" y="124787"/>
                  </a:cubicBezTo>
                  <a:lnTo>
                    <a:pt x="8965" y="125382"/>
                  </a:lnTo>
                  <a:cubicBezTo>
                    <a:pt x="8885" y="125421"/>
                    <a:pt x="8846" y="125501"/>
                    <a:pt x="8865" y="125580"/>
                  </a:cubicBezTo>
                  <a:cubicBezTo>
                    <a:pt x="8885" y="125659"/>
                    <a:pt x="8945" y="125699"/>
                    <a:pt x="9024" y="125699"/>
                  </a:cubicBezTo>
                  <a:lnTo>
                    <a:pt x="9064" y="125699"/>
                  </a:lnTo>
                  <a:lnTo>
                    <a:pt x="10928" y="125104"/>
                  </a:lnTo>
                  <a:cubicBezTo>
                    <a:pt x="11027" y="125084"/>
                    <a:pt x="11087" y="124985"/>
                    <a:pt x="11047" y="124886"/>
                  </a:cubicBezTo>
                  <a:cubicBezTo>
                    <a:pt x="11014" y="124820"/>
                    <a:pt x="10940" y="124782"/>
                    <a:pt x="10871" y="124782"/>
                  </a:cubicBezTo>
                  <a:close/>
                  <a:moveTo>
                    <a:pt x="6503" y="126092"/>
                  </a:moveTo>
                  <a:cubicBezTo>
                    <a:pt x="6491" y="126092"/>
                    <a:pt x="6479" y="126093"/>
                    <a:pt x="6466" y="126096"/>
                  </a:cubicBezTo>
                  <a:lnTo>
                    <a:pt x="4582" y="126591"/>
                  </a:lnTo>
                  <a:cubicBezTo>
                    <a:pt x="4503" y="126611"/>
                    <a:pt x="4443" y="126710"/>
                    <a:pt x="4463" y="126790"/>
                  </a:cubicBezTo>
                  <a:cubicBezTo>
                    <a:pt x="4483" y="126869"/>
                    <a:pt x="4562" y="126909"/>
                    <a:pt x="4641" y="126929"/>
                  </a:cubicBezTo>
                  <a:lnTo>
                    <a:pt x="4661" y="126929"/>
                  </a:lnTo>
                  <a:lnTo>
                    <a:pt x="6565" y="126433"/>
                  </a:lnTo>
                  <a:cubicBezTo>
                    <a:pt x="6644" y="126393"/>
                    <a:pt x="6684" y="126314"/>
                    <a:pt x="6664" y="126234"/>
                  </a:cubicBezTo>
                  <a:cubicBezTo>
                    <a:pt x="6647" y="126148"/>
                    <a:pt x="6584" y="126092"/>
                    <a:pt x="6503" y="126092"/>
                  </a:cubicBezTo>
                  <a:close/>
                  <a:moveTo>
                    <a:pt x="2103" y="127221"/>
                  </a:moveTo>
                  <a:cubicBezTo>
                    <a:pt x="2090" y="127221"/>
                    <a:pt x="2076" y="127223"/>
                    <a:pt x="2063" y="127226"/>
                  </a:cubicBezTo>
                  <a:lnTo>
                    <a:pt x="140" y="127623"/>
                  </a:lnTo>
                  <a:cubicBezTo>
                    <a:pt x="60" y="127642"/>
                    <a:pt x="1" y="127722"/>
                    <a:pt x="21" y="127821"/>
                  </a:cubicBezTo>
                  <a:cubicBezTo>
                    <a:pt x="40" y="127880"/>
                    <a:pt x="100" y="127940"/>
                    <a:pt x="179" y="127940"/>
                  </a:cubicBezTo>
                  <a:lnTo>
                    <a:pt x="199" y="127940"/>
                  </a:lnTo>
                  <a:lnTo>
                    <a:pt x="2123" y="127523"/>
                  </a:lnTo>
                  <a:cubicBezTo>
                    <a:pt x="2202" y="127523"/>
                    <a:pt x="2262" y="127424"/>
                    <a:pt x="2262" y="127345"/>
                  </a:cubicBezTo>
                  <a:cubicBezTo>
                    <a:pt x="2229" y="127262"/>
                    <a:pt x="2168" y="127221"/>
                    <a:pt x="2103" y="127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521" name="Google Shape;4521;p69"/>
          <p:cNvGrpSpPr/>
          <p:nvPr/>
        </p:nvGrpSpPr>
        <p:grpSpPr>
          <a:xfrm flipH="1">
            <a:off x="7386096" y="-70"/>
            <a:ext cx="1091382" cy="1155725"/>
            <a:chOff x="2958275" y="539500"/>
            <a:chExt cx="1091382" cy="1155725"/>
          </a:xfrm>
        </p:grpSpPr>
        <p:grpSp>
          <p:nvGrpSpPr>
            <p:cNvPr id="4522" name="Google Shape;4522;p69"/>
            <p:cNvGrpSpPr/>
            <p:nvPr/>
          </p:nvGrpSpPr>
          <p:grpSpPr>
            <a:xfrm>
              <a:off x="3170379" y="1212137"/>
              <a:ext cx="879278" cy="483088"/>
              <a:chOff x="2296950" y="3661600"/>
              <a:chExt cx="616475" cy="338700"/>
            </a:xfrm>
          </p:grpSpPr>
          <p:sp>
            <p:nvSpPr>
              <p:cNvPr id="4523" name="Google Shape;4523;p69"/>
              <p:cNvSpPr/>
              <p:nvPr/>
            </p:nvSpPr>
            <p:spPr>
              <a:xfrm>
                <a:off x="2510075" y="3661600"/>
                <a:ext cx="402675" cy="97750"/>
              </a:xfrm>
              <a:custGeom>
                <a:avLst/>
                <a:gdLst/>
                <a:ahLst/>
                <a:cxnLst/>
                <a:rect l="l" t="t" r="r" b="b"/>
                <a:pathLst>
                  <a:path w="16107" h="3910" extrusionOk="0">
                    <a:moveTo>
                      <a:pt x="4306" y="700"/>
                    </a:moveTo>
                    <a:lnTo>
                      <a:pt x="13180" y="2635"/>
                    </a:lnTo>
                    <a:lnTo>
                      <a:pt x="1346" y="3189"/>
                    </a:lnTo>
                    <a:lnTo>
                      <a:pt x="4306" y="700"/>
                    </a:lnTo>
                    <a:close/>
                    <a:moveTo>
                      <a:pt x="4216" y="0"/>
                    </a:moveTo>
                    <a:cubicBezTo>
                      <a:pt x="4136" y="0"/>
                      <a:pt x="4058" y="29"/>
                      <a:pt x="3998" y="83"/>
                    </a:cubicBezTo>
                    <a:lnTo>
                      <a:pt x="152" y="3314"/>
                    </a:lnTo>
                    <a:cubicBezTo>
                      <a:pt x="42" y="3405"/>
                      <a:pt x="0" y="3560"/>
                      <a:pt x="56" y="3696"/>
                    </a:cubicBezTo>
                    <a:cubicBezTo>
                      <a:pt x="103" y="3823"/>
                      <a:pt x="227" y="3909"/>
                      <a:pt x="368" y="3909"/>
                    </a:cubicBezTo>
                    <a:lnTo>
                      <a:pt x="385" y="3909"/>
                    </a:lnTo>
                    <a:lnTo>
                      <a:pt x="15768" y="3189"/>
                    </a:lnTo>
                    <a:cubicBezTo>
                      <a:pt x="15937" y="3184"/>
                      <a:pt x="16078" y="3051"/>
                      <a:pt x="16092" y="2882"/>
                    </a:cubicBezTo>
                    <a:cubicBezTo>
                      <a:pt x="16106" y="2713"/>
                      <a:pt x="15990" y="2558"/>
                      <a:pt x="15824" y="2525"/>
                    </a:cubicBezTo>
                    <a:lnTo>
                      <a:pt x="4286" y="8"/>
                    </a:lnTo>
                    <a:cubicBezTo>
                      <a:pt x="4263" y="3"/>
                      <a:pt x="4240" y="0"/>
                      <a:pt x="42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69"/>
              <p:cNvSpPr/>
              <p:nvPr/>
            </p:nvSpPr>
            <p:spPr>
              <a:xfrm>
                <a:off x="2296950" y="3724500"/>
                <a:ext cx="616275" cy="210650"/>
              </a:xfrm>
              <a:custGeom>
                <a:avLst/>
                <a:gdLst/>
                <a:ahLst/>
                <a:cxnLst/>
                <a:rect l="l" t="t" r="r" b="b"/>
                <a:pathLst>
                  <a:path w="24651" h="8426" extrusionOk="0">
                    <a:moveTo>
                      <a:pt x="20027" y="1363"/>
                    </a:moveTo>
                    <a:lnTo>
                      <a:pt x="2334" y="7100"/>
                    </a:lnTo>
                    <a:lnTo>
                      <a:pt x="7528" y="3373"/>
                    </a:lnTo>
                    <a:lnTo>
                      <a:pt x="20027" y="1363"/>
                    </a:lnTo>
                    <a:close/>
                    <a:moveTo>
                      <a:pt x="24283" y="1"/>
                    </a:moveTo>
                    <a:cubicBezTo>
                      <a:pt x="24264" y="1"/>
                      <a:pt x="24244" y="3"/>
                      <a:pt x="24224" y="6"/>
                    </a:cubicBezTo>
                    <a:lnTo>
                      <a:pt x="7346" y="2722"/>
                    </a:lnTo>
                    <a:cubicBezTo>
                      <a:pt x="7293" y="2730"/>
                      <a:pt x="7243" y="2750"/>
                      <a:pt x="7204" y="2780"/>
                    </a:cubicBezTo>
                    <a:lnTo>
                      <a:pt x="180" y="7817"/>
                    </a:lnTo>
                    <a:cubicBezTo>
                      <a:pt x="44" y="7914"/>
                      <a:pt x="0" y="8094"/>
                      <a:pt x="78" y="8243"/>
                    </a:cubicBezTo>
                    <a:cubicBezTo>
                      <a:pt x="136" y="8354"/>
                      <a:pt x="252" y="8426"/>
                      <a:pt x="379" y="8426"/>
                    </a:cubicBezTo>
                    <a:cubicBezTo>
                      <a:pt x="413" y="8426"/>
                      <a:pt x="449" y="8420"/>
                      <a:pt x="482" y="8409"/>
                    </a:cubicBezTo>
                    <a:lnTo>
                      <a:pt x="24385" y="657"/>
                    </a:lnTo>
                    <a:cubicBezTo>
                      <a:pt x="24551" y="601"/>
                      <a:pt x="24651" y="427"/>
                      <a:pt x="24606" y="255"/>
                    </a:cubicBezTo>
                    <a:cubicBezTo>
                      <a:pt x="24569" y="103"/>
                      <a:pt x="24435" y="1"/>
                      <a:pt x="242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69"/>
              <p:cNvSpPr/>
              <p:nvPr/>
            </p:nvSpPr>
            <p:spPr>
              <a:xfrm>
                <a:off x="2510825" y="3724575"/>
                <a:ext cx="401925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16077" h="3146" extrusionOk="0">
                    <a:moveTo>
                      <a:pt x="9783" y="950"/>
                    </a:moveTo>
                    <a:lnTo>
                      <a:pt x="676" y="2415"/>
                    </a:lnTo>
                    <a:lnTo>
                      <a:pt x="676" y="1376"/>
                    </a:lnTo>
                    <a:lnTo>
                      <a:pt x="9783" y="950"/>
                    </a:lnTo>
                    <a:close/>
                    <a:moveTo>
                      <a:pt x="15719" y="0"/>
                    </a:moveTo>
                    <a:cubicBezTo>
                      <a:pt x="15715" y="0"/>
                      <a:pt x="15712" y="0"/>
                      <a:pt x="15708" y="0"/>
                    </a:cubicBezTo>
                    <a:lnTo>
                      <a:pt x="325" y="720"/>
                    </a:lnTo>
                    <a:cubicBezTo>
                      <a:pt x="142" y="726"/>
                      <a:pt x="1" y="875"/>
                      <a:pt x="1" y="1055"/>
                    </a:cubicBezTo>
                    <a:lnTo>
                      <a:pt x="1" y="2811"/>
                    </a:lnTo>
                    <a:cubicBezTo>
                      <a:pt x="1" y="2907"/>
                      <a:pt x="42" y="3002"/>
                      <a:pt x="120" y="3065"/>
                    </a:cubicBezTo>
                    <a:cubicBezTo>
                      <a:pt x="181" y="3118"/>
                      <a:pt x="258" y="3146"/>
                      <a:pt x="338" y="3146"/>
                    </a:cubicBezTo>
                    <a:lnTo>
                      <a:pt x="394" y="3143"/>
                    </a:lnTo>
                    <a:lnTo>
                      <a:pt x="15777" y="667"/>
                    </a:lnTo>
                    <a:cubicBezTo>
                      <a:pt x="15954" y="640"/>
                      <a:pt x="16076" y="476"/>
                      <a:pt x="16057" y="299"/>
                    </a:cubicBezTo>
                    <a:cubicBezTo>
                      <a:pt x="16035" y="128"/>
                      <a:pt x="15891" y="0"/>
                      <a:pt x="157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69"/>
              <p:cNvSpPr/>
              <p:nvPr/>
            </p:nvSpPr>
            <p:spPr>
              <a:xfrm>
                <a:off x="2482025" y="3724450"/>
                <a:ext cx="431400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11034" extrusionOk="0">
                    <a:moveTo>
                      <a:pt x="14387" y="1500"/>
                    </a:moveTo>
                    <a:lnTo>
                      <a:pt x="676" y="10089"/>
                    </a:lnTo>
                    <a:lnTo>
                      <a:pt x="676" y="5947"/>
                    </a:lnTo>
                    <a:lnTo>
                      <a:pt x="14387" y="1500"/>
                    </a:lnTo>
                    <a:close/>
                    <a:moveTo>
                      <a:pt x="16882" y="1"/>
                    </a:moveTo>
                    <a:cubicBezTo>
                      <a:pt x="16846" y="1"/>
                      <a:pt x="16810" y="7"/>
                      <a:pt x="16774" y="19"/>
                    </a:cubicBezTo>
                    <a:lnTo>
                      <a:pt x="236" y="5382"/>
                    </a:lnTo>
                    <a:cubicBezTo>
                      <a:pt x="98" y="5426"/>
                      <a:pt x="4" y="5554"/>
                      <a:pt x="1" y="5701"/>
                    </a:cubicBezTo>
                    <a:lnTo>
                      <a:pt x="1" y="10695"/>
                    </a:lnTo>
                    <a:cubicBezTo>
                      <a:pt x="1" y="10817"/>
                      <a:pt x="70" y="10931"/>
                      <a:pt x="178" y="10989"/>
                    </a:cubicBezTo>
                    <a:cubicBezTo>
                      <a:pt x="222" y="11017"/>
                      <a:pt x="275" y="11034"/>
                      <a:pt x="329" y="11034"/>
                    </a:cubicBezTo>
                    <a:cubicBezTo>
                      <a:pt x="333" y="11034"/>
                      <a:pt x="337" y="11033"/>
                      <a:pt x="341" y="11033"/>
                    </a:cubicBezTo>
                    <a:cubicBezTo>
                      <a:pt x="402" y="11033"/>
                      <a:pt x="463" y="11017"/>
                      <a:pt x="516" y="10983"/>
                    </a:cubicBezTo>
                    <a:lnTo>
                      <a:pt x="17054" y="623"/>
                    </a:lnTo>
                    <a:cubicBezTo>
                      <a:pt x="17200" y="534"/>
                      <a:pt x="17256" y="351"/>
                      <a:pt x="17184" y="196"/>
                    </a:cubicBezTo>
                    <a:cubicBezTo>
                      <a:pt x="17128" y="73"/>
                      <a:pt x="17008" y="1"/>
                      <a:pt x="16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27" name="Google Shape;4527;p69"/>
            <p:cNvSpPr/>
            <p:nvPr/>
          </p:nvSpPr>
          <p:spPr>
            <a:xfrm>
              <a:off x="2958275" y="539500"/>
              <a:ext cx="562425" cy="897575"/>
            </a:xfrm>
            <a:custGeom>
              <a:avLst/>
              <a:gdLst/>
              <a:ahLst/>
              <a:cxnLst/>
              <a:rect l="l" t="t" r="r" b="b"/>
              <a:pathLst>
                <a:path w="22497" h="35903" extrusionOk="0">
                  <a:moveTo>
                    <a:pt x="20015" y="1"/>
                  </a:moveTo>
                  <a:cubicBezTo>
                    <a:pt x="19867" y="1"/>
                    <a:pt x="19729" y="176"/>
                    <a:pt x="19849" y="335"/>
                  </a:cubicBezTo>
                  <a:cubicBezTo>
                    <a:pt x="20176" y="761"/>
                    <a:pt x="20470" y="1210"/>
                    <a:pt x="20733" y="1680"/>
                  </a:cubicBezTo>
                  <a:cubicBezTo>
                    <a:pt x="20766" y="1747"/>
                    <a:pt x="20832" y="1788"/>
                    <a:pt x="20907" y="1788"/>
                  </a:cubicBezTo>
                  <a:cubicBezTo>
                    <a:pt x="20943" y="1788"/>
                    <a:pt x="20976" y="1777"/>
                    <a:pt x="21010" y="1761"/>
                  </a:cubicBezTo>
                  <a:cubicBezTo>
                    <a:pt x="21109" y="1705"/>
                    <a:pt x="21145" y="1581"/>
                    <a:pt x="21087" y="1484"/>
                  </a:cubicBezTo>
                  <a:cubicBezTo>
                    <a:pt x="20818" y="994"/>
                    <a:pt x="20514" y="526"/>
                    <a:pt x="20173" y="86"/>
                  </a:cubicBezTo>
                  <a:cubicBezTo>
                    <a:pt x="20128" y="26"/>
                    <a:pt x="20071" y="1"/>
                    <a:pt x="20015" y="1"/>
                  </a:cubicBezTo>
                  <a:close/>
                  <a:moveTo>
                    <a:pt x="22064" y="4439"/>
                  </a:moveTo>
                  <a:cubicBezTo>
                    <a:pt x="22050" y="4439"/>
                    <a:pt x="22035" y="4440"/>
                    <a:pt x="22020" y="4444"/>
                  </a:cubicBezTo>
                  <a:cubicBezTo>
                    <a:pt x="21909" y="4469"/>
                    <a:pt x="21837" y="4577"/>
                    <a:pt x="21860" y="4687"/>
                  </a:cubicBezTo>
                  <a:cubicBezTo>
                    <a:pt x="21973" y="5213"/>
                    <a:pt x="22048" y="5745"/>
                    <a:pt x="22081" y="6279"/>
                  </a:cubicBezTo>
                  <a:cubicBezTo>
                    <a:pt x="22087" y="6390"/>
                    <a:pt x="22175" y="6473"/>
                    <a:pt x="22286" y="6473"/>
                  </a:cubicBezTo>
                  <a:lnTo>
                    <a:pt x="22300" y="6473"/>
                  </a:lnTo>
                  <a:cubicBezTo>
                    <a:pt x="22413" y="6468"/>
                    <a:pt x="22496" y="6368"/>
                    <a:pt x="22491" y="6257"/>
                  </a:cubicBezTo>
                  <a:cubicBezTo>
                    <a:pt x="22455" y="5701"/>
                    <a:pt x="22380" y="5147"/>
                    <a:pt x="22261" y="4601"/>
                  </a:cubicBezTo>
                  <a:cubicBezTo>
                    <a:pt x="22242" y="4506"/>
                    <a:pt x="22158" y="4439"/>
                    <a:pt x="22064" y="4439"/>
                  </a:cubicBezTo>
                  <a:close/>
                  <a:moveTo>
                    <a:pt x="21969" y="9334"/>
                  </a:moveTo>
                  <a:cubicBezTo>
                    <a:pt x="21889" y="9334"/>
                    <a:pt x="21810" y="9377"/>
                    <a:pt x="21776" y="9475"/>
                  </a:cubicBezTo>
                  <a:cubicBezTo>
                    <a:pt x="21646" y="9998"/>
                    <a:pt x="21477" y="10507"/>
                    <a:pt x="21273" y="11006"/>
                  </a:cubicBezTo>
                  <a:cubicBezTo>
                    <a:pt x="21228" y="11108"/>
                    <a:pt x="21278" y="11227"/>
                    <a:pt x="21383" y="11271"/>
                  </a:cubicBezTo>
                  <a:cubicBezTo>
                    <a:pt x="21408" y="11283"/>
                    <a:pt x="21433" y="11288"/>
                    <a:pt x="21461" y="11288"/>
                  </a:cubicBezTo>
                  <a:cubicBezTo>
                    <a:pt x="21544" y="11285"/>
                    <a:pt x="21619" y="11235"/>
                    <a:pt x="21652" y="11161"/>
                  </a:cubicBezTo>
                  <a:cubicBezTo>
                    <a:pt x="21862" y="10643"/>
                    <a:pt x="22039" y="10114"/>
                    <a:pt x="22178" y="9574"/>
                  </a:cubicBezTo>
                  <a:cubicBezTo>
                    <a:pt x="22203" y="9426"/>
                    <a:pt x="22086" y="9334"/>
                    <a:pt x="21969" y="9334"/>
                  </a:cubicBezTo>
                  <a:close/>
                  <a:moveTo>
                    <a:pt x="19769" y="13698"/>
                  </a:moveTo>
                  <a:cubicBezTo>
                    <a:pt x="19720" y="13698"/>
                    <a:pt x="19669" y="13717"/>
                    <a:pt x="19625" y="13761"/>
                  </a:cubicBezTo>
                  <a:cubicBezTo>
                    <a:pt x="19285" y="14176"/>
                    <a:pt x="18914" y="14564"/>
                    <a:pt x="18512" y="14921"/>
                  </a:cubicBezTo>
                  <a:cubicBezTo>
                    <a:pt x="18376" y="15051"/>
                    <a:pt x="18465" y="15281"/>
                    <a:pt x="18651" y="15283"/>
                  </a:cubicBezTo>
                  <a:cubicBezTo>
                    <a:pt x="18700" y="15283"/>
                    <a:pt x="18750" y="15264"/>
                    <a:pt x="18786" y="15231"/>
                  </a:cubicBezTo>
                  <a:cubicBezTo>
                    <a:pt x="19201" y="14857"/>
                    <a:pt x="19589" y="14453"/>
                    <a:pt x="19944" y="14021"/>
                  </a:cubicBezTo>
                  <a:cubicBezTo>
                    <a:pt x="20045" y="13865"/>
                    <a:pt x="19915" y="13698"/>
                    <a:pt x="19769" y="13698"/>
                  </a:cubicBezTo>
                  <a:close/>
                  <a:moveTo>
                    <a:pt x="15938" y="16706"/>
                  </a:moveTo>
                  <a:cubicBezTo>
                    <a:pt x="15907" y="16706"/>
                    <a:pt x="15875" y="16713"/>
                    <a:pt x="15846" y="16729"/>
                  </a:cubicBezTo>
                  <a:cubicBezTo>
                    <a:pt x="15389" y="16967"/>
                    <a:pt x="14907" y="17194"/>
                    <a:pt x="14370" y="17418"/>
                  </a:cubicBezTo>
                  <a:cubicBezTo>
                    <a:pt x="14265" y="17460"/>
                    <a:pt x="14215" y="17579"/>
                    <a:pt x="14259" y="17684"/>
                  </a:cubicBezTo>
                  <a:cubicBezTo>
                    <a:pt x="14292" y="17761"/>
                    <a:pt x="14367" y="17811"/>
                    <a:pt x="14450" y="17811"/>
                  </a:cubicBezTo>
                  <a:cubicBezTo>
                    <a:pt x="14478" y="17811"/>
                    <a:pt x="14503" y="17806"/>
                    <a:pt x="14531" y="17795"/>
                  </a:cubicBezTo>
                  <a:cubicBezTo>
                    <a:pt x="15076" y="17568"/>
                    <a:pt x="15569" y="17338"/>
                    <a:pt x="16031" y="17097"/>
                  </a:cubicBezTo>
                  <a:cubicBezTo>
                    <a:pt x="16134" y="17044"/>
                    <a:pt x="16172" y="16920"/>
                    <a:pt x="16120" y="16820"/>
                  </a:cubicBezTo>
                  <a:cubicBezTo>
                    <a:pt x="16085" y="16748"/>
                    <a:pt x="16012" y="16706"/>
                    <a:pt x="15938" y="16706"/>
                  </a:cubicBezTo>
                  <a:close/>
                  <a:moveTo>
                    <a:pt x="11369" y="18532"/>
                  </a:moveTo>
                  <a:cubicBezTo>
                    <a:pt x="11348" y="18532"/>
                    <a:pt x="11326" y="18535"/>
                    <a:pt x="11305" y="18542"/>
                  </a:cubicBezTo>
                  <a:lnTo>
                    <a:pt x="10782" y="18714"/>
                  </a:lnTo>
                  <a:lnTo>
                    <a:pt x="9743" y="19060"/>
                  </a:lnTo>
                  <a:cubicBezTo>
                    <a:pt x="9533" y="19143"/>
                    <a:pt x="9583" y="19453"/>
                    <a:pt x="9807" y="19462"/>
                  </a:cubicBezTo>
                  <a:cubicBezTo>
                    <a:pt x="9832" y="19462"/>
                    <a:pt x="9854" y="19459"/>
                    <a:pt x="9879" y="19453"/>
                  </a:cubicBezTo>
                  <a:lnTo>
                    <a:pt x="10912" y="19102"/>
                  </a:lnTo>
                  <a:lnTo>
                    <a:pt x="11432" y="18930"/>
                  </a:lnTo>
                  <a:cubicBezTo>
                    <a:pt x="11538" y="18894"/>
                    <a:pt x="11598" y="18778"/>
                    <a:pt x="11562" y="18670"/>
                  </a:cubicBezTo>
                  <a:cubicBezTo>
                    <a:pt x="11534" y="18586"/>
                    <a:pt x="11454" y="18532"/>
                    <a:pt x="11369" y="18532"/>
                  </a:cubicBezTo>
                  <a:close/>
                  <a:moveTo>
                    <a:pt x="6751" y="20236"/>
                  </a:moveTo>
                  <a:cubicBezTo>
                    <a:pt x="6722" y="20236"/>
                    <a:pt x="6691" y="20242"/>
                    <a:pt x="6662" y="20256"/>
                  </a:cubicBezTo>
                  <a:cubicBezTo>
                    <a:pt x="6141" y="20494"/>
                    <a:pt x="5646" y="20752"/>
                    <a:pt x="5186" y="21009"/>
                  </a:cubicBezTo>
                  <a:cubicBezTo>
                    <a:pt x="5086" y="21067"/>
                    <a:pt x="5053" y="21192"/>
                    <a:pt x="5108" y="21289"/>
                  </a:cubicBezTo>
                  <a:cubicBezTo>
                    <a:pt x="5143" y="21353"/>
                    <a:pt x="5209" y="21394"/>
                    <a:pt x="5281" y="21394"/>
                  </a:cubicBezTo>
                  <a:cubicBezTo>
                    <a:pt x="5284" y="21394"/>
                    <a:pt x="5286" y="21394"/>
                    <a:pt x="5288" y="21394"/>
                  </a:cubicBezTo>
                  <a:cubicBezTo>
                    <a:pt x="5324" y="21394"/>
                    <a:pt x="5358" y="21386"/>
                    <a:pt x="5388" y="21369"/>
                  </a:cubicBezTo>
                  <a:cubicBezTo>
                    <a:pt x="5837" y="21114"/>
                    <a:pt x="6324" y="20865"/>
                    <a:pt x="6836" y="20630"/>
                  </a:cubicBezTo>
                  <a:cubicBezTo>
                    <a:pt x="6936" y="20580"/>
                    <a:pt x="6980" y="20458"/>
                    <a:pt x="6936" y="20356"/>
                  </a:cubicBezTo>
                  <a:cubicBezTo>
                    <a:pt x="6902" y="20280"/>
                    <a:pt x="6829" y="20236"/>
                    <a:pt x="6751" y="20236"/>
                  </a:cubicBezTo>
                  <a:close/>
                  <a:moveTo>
                    <a:pt x="2649" y="22927"/>
                  </a:moveTo>
                  <a:cubicBezTo>
                    <a:pt x="2598" y="22927"/>
                    <a:pt x="2547" y="22945"/>
                    <a:pt x="2506" y="22983"/>
                  </a:cubicBezTo>
                  <a:cubicBezTo>
                    <a:pt x="2104" y="23374"/>
                    <a:pt x="1736" y="23797"/>
                    <a:pt x="1409" y="24254"/>
                  </a:cubicBezTo>
                  <a:cubicBezTo>
                    <a:pt x="1343" y="24346"/>
                    <a:pt x="1365" y="24470"/>
                    <a:pt x="1456" y="24537"/>
                  </a:cubicBezTo>
                  <a:cubicBezTo>
                    <a:pt x="1492" y="24562"/>
                    <a:pt x="1534" y="24575"/>
                    <a:pt x="1578" y="24575"/>
                  </a:cubicBezTo>
                  <a:cubicBezTo>
                    <a:pt x="1645" y="24575"/>
                    <a:pt x="1706" y="24545"/>
                    <a:pt x="1744" y="24492"/>
                  </a:cubicBezTo>
                  <a:cubicBezTo>
                    <a:pt x="2057" y="24058"/>
                    <a:pt x="2406" y="23651"/>
                    <a:pt x="2788" y="23277"/>
                  </a:cubicBezTo>
                  <a:cubicBezTo>
                    <a:pt x="2871" y="23199"/>
                    <a:pt x="2874" y="23069"/>
                    <a:pt x="2796" y="22986"/>
                  </a:cubicBezTo>
                  <a:cubicBezTo>
                    <a:pt x="2756" y="22947"/>
                    <a:pt x="2703" y="22927"/>
                    <a:pt x="2649" y="22927"/>
                  </a:cubicBezTo>
                  <a:close/>
                  <a:moveTo>
                    <a:pt x="304" y="27162"/>
                  </a:moveTo>
                  <a:cubicBezTo>
                    <a:pt x="205" y="27162"/>
                    <a:pt x="117" y="27233"/>
                    <a:pt x="100" y="27333"/>
                  </a:cubicBezTo>
                  <a:cubicBezTo>
                    <a:pt x="33" y="27735"/>
                    <a:pt x="0" y="28139"/>
                    <a:pt x="0" y="28546"/>
                  </a:cubicBezTo>
                  <a:cubicBezTo>
                    <a:pt x="0" y="28701"/>
                    <a:pt x="3" y="28859"/>
                    <a:pt x="14" y="29017"/>
                  </a:cubicBezTo>
                  <a:cubicBezTo>
                    <a:pt x="22" y="29122"/>
                    <a:pt x="111" y="29208"/>
                    <a:pt x="219" y="29210"/>
                  </a:cubicBezTo>
                  <a:lnTo>
                    <a:pt x="233" y="29205"/>
                  </a:lnTo>
                  <a:cubicBezTo>
                    <a:pt x="346" y="29199"/>
                    <a:pt x="432" y="29105"/>
                    <a:pt x="426" y="28992"/>
                  </a:cubicBezTo>
                  <a:cubicBezTo>
                    <a:pt x="415" y="28842"/>
                    <a:pt x="410" y="28693"/>
                    <a:pt x="413" y="28546"/>
                  </a:cubicBezTo>
                  <a:cubicBezTo>
                    <a:pt x="413" y="28161"/>
                    <a:pt x="443" y="27779"/>
                    <a:pt x="507" y="27400"/>
                  </a:cubicBezTo>
                  <a:cubicBezTo>
                    <a:pt x="526" y="27286"/>
                    <a:pt x="449" y="27178"/>
                    <a:pt x="335" y="27164"/>
                  </a:cubicBezTo>
                  <a:cubicBezTo>
                    <a:pt x="325" y="27163"/>
                    <a:pt x="314" y="27162"/>
                    <a:pt x="304" y="27162"/>
                  </a:cubicBezTo>
                  <a:close/>
                  <a:moveTo>
                    <a:pt x="1122" y="31929"/>
                  </a:moveTo>
                  <a:cubicBezTo>
                    <a:pt x="1089" y="31929"/>
                    <a:pt x="1055" y="31937"/>
                    <a:pt x="1024" y="31954"/>
                  </a:cubicBezTo>
                  <a:cubicBezTo>
                    <a:pt x="925" y="32007"/>
                    <a:pt x="889" y="32131"/>
                    <a:pt x="941" y="32231"/>
                  </a:cubicBezTo>
                  <a:cubicBezTo>
                    <a:pt x="1210" y="32727"/>
                    <a:pt x="1537" y="33189"/>
                    <a:pt x="1910" y="33613"/>
                  </a:cubicBezTo>
                  <a:cubicBezTo>
                    <a:pt x="1949" y="33654"/>
                    <a:pt x="2005" y="33679"/>
                    <a:pt x="2063" y="33682"/>
                  </a:cubicBezTo>
                  <a:cubicBezTo>
                    <a:pt x="2113" y="33682"/>
                    <a:pt x="2162" y="33660"/>
                    <a:pt x="2198" y="33627"/>
                  </a:cubicBezTo>
                  <a:cubicBezTo>
                    <a:pt x="2284" y="33552"/>
                    <a:pt x="2290" y="33422"/>
                    <a:pt x="2215" y="33339"/>
                  </a:cubicBezTo>
                  <a:cubicBezTo>
                    <a:pt x="1861" y="32940"/>
                    <a:pt x="1556" y="32505"/>
                    <a:pt x="1301" y="32037"/>
                  </a:cubicBezTo>
                  <a:cubicBezTo>
                    <a:pt x="1265" y="31969"/>
                    <a:pt x="1195" y="31929"/>
                    <a:pt x="1122" y="31929"/>
                  </a:cubicBezTo>
                  <a:close/>
                  <a:moveTo>
                    <a:pt x="11080" y="34552"/>
                  </a:moveTo>
                  <a:cubicBezTo>
                    <a:pt x="11045" y="34552"/>
                    <a:pt x="11009" y="34562"/>
                    <a:pt x="10975" y="34582"/>
                  </a:cubicBezTo>
                  <a:cubicBezTo>
                    <a:pt x="10521" y="34856"/>
                    <a:pt x="10034" y="35077"/>
                    <a:pt x="9527" y="35238"/>
                  </a:cubicBezTo>
                  <a:cubicBezTo>
                    <a:pt x="9419" y="35269"/>
                    <a:pt x="9358" y="35385"/>
                    <a:pt x="9392" y="35496"/>
                  </a:cubicBezTo>
                  <a:cubicBezTo>
                    <a:pt x="9419" y="35579"/>
                    <a:pt x="9500" y="35637"/>
                    <a:pt x="9588" y="35637"/>
                  </a:cubicBezTo>
                  <a:cubicBezTo>
                    <a:pt x="9608" y="35637"/>
                    <a:pt x="9630" y="35634"/>
                    <a:pt x="9649" y="35628"/>
                  </a:cubicBezTo>
                  <a:cubicBezTo>
                    <a:pt x="10189" y="35460"/>
                    <a:pt x="10704" y="35224"/>
                    <a:pt x="11186" y="34931"/>
                  </a:cubicBezTo>
                  <a:cubicBezTo>
                    <a:pt x="11280" y="34870"/>
                    <a:pt x="11310" y="34748"/>
                    <a:pt x="11252" y="34651"/>
                  </a:cubicBezTo>
                  <a:cubicBezTo>
                    <a:pt x="11214" y="34587"/>
                    <a:pt x="11148" y="34552"/>
                    <a:pt x="11080" y="34552"/>
                  </a:cubicBezTo>
                  <a:close/>
                  <a:moveTo>
                    <a:pt x="4752" y="35094"/>
                  </a:moveTo>
                  <a:cubicBezTo>
                    <a:pt x="4669" y="35094"/>
                    <a:pt x="4593" y="35146"/>
                    <a:pt x="4563" y="35227"/>
                  </a:cubicBezTo>
                  <a:cubicBezTo>
                    <a:pt x="4521" y="35335"/>
                    <a:pt x="4577" y="35451"/>
                    <a:pt x="4682" y="35490"/>
                  </a:cubicBezTo>
                  <a:cubicBezTo>
                    <a:pt x="5211" y="35687"/>
                    <a:pt x="5756" y="35825"/>
                    <a:pt x="6313" y="35903"/>
                  </a:cubicBezTo>
                  <a:lnTo>
                    <a:pt x="6343" y="35903"/>
                  </a:lnTo>
                  <a:cubicBezTo>
                    <a:pt x="6446" y="35903"/>
                    <a:pt x="6532" y="35828"/>
                    <a:pt x="6545" y="35725"/>
                  </a:cubicBezTo>
                  <a:cubicBezTo>
                    <a:pt x="6562" y="35615"/>
                    <a:pt x="6484" y="35509"/>
                    <a:pt x="6371" y="35496"/>
                  </a:cubicBezTo>
                  <a:cubicBezTo>
                    <a:pt x="5842" y="35421"/>
                    <a:pt x="5324" y="35291"/>
                    <a:pt x="4826" y="35108"/>
                  </a:cubicBezTo>
                  <a:cubicBezTo>
                    <a:pt x="4802" y="35099"/>
                    <a:pt x="4777" y="35094"/>
                    <a:pt x="4752" y="350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0" y="2260600"/>
            <a:ext cx="4284020" cy="4597400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31848" y="4318162"/>
            <a:ext cx="1757636" cy="9648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68%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1"/>
          <p:cNvSpPr txBox="1">
            <a:spLocks noChangeArrowheads="1"/>
          </p:cNvSpPr>
          <p:nvPr/>
        </p:nvSpPr>
        <p:spPr bwMode="auto">
          <a:xfrm>
            <a:off x="3293443" y="4086574"/>
            <a:ext cx="94530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难点分析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13" name="图片 12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14" name="图片 13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sp>
        <p:nvSpPr>
          <p:cNvPr id="122" name="textbox 122"/>
          <p:cNvSpPr/>
          <p:nvPr/>
        </p:nvSpPr>
        <p:spPr>
          <a:xfrm>
            <a:off x="2139159" y="1001376"/>
            <a:ext cx="7926069" cy="12592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815"/>
              </a:lnSpc>
            </a:pPr>
            <a:r>
              <a:rPr sz="3100" b="1" kern="0" spc="-100" dirty="0">
                <a:solidFill>
                  <a:srgbClr val="FF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2</a:t>
            </a:r>
            <a:r>
              <a:rPr sz="3100" b="1" kern="0" spc="-10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．</a:t>
            </a:r>
            <a:r>
              <a:rPr sz="3100" kern="0" spc="-73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100" b="1" kern="0" spc="-10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特殊矩阵构造</a:t>
            </a:r>
            <a:endParaRPr sz="3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3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  <a:spcBef>
                <a:spcPts val="0"/>
              </a:spcBef>
            </a:pPr>
            <a:r>
              <a:rPr sz="19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sz="1900" b="1" kern="0" spc="-1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</a:t>
            </a:r>
            <a:r>
              <a:rPr sz="19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中还提供一</a:t>
            </a:r>
            <a:r>
              <a:rPr sz="1900" kern="0" spc="-5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些</a:t>
            </a:r>
            <a:r>
              <a:rPr sz="19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函数用来构造特殊矩阵，</a:t>
            </a:r>
            <a:r>
              <a:rPr sz="1900" kern="0" spc="-5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这些函数如下表所示</a:t>
            </a:r>
            <a:r>
              <a:rPr sz="1900" b="1" kern="0" spc="-2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20" name="picture 1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114295" y="2532253"/>
            <a:ext cx="7962900" cy="3564635"/>
          </a:xfrm>
          <a:prstGeom prst="rect">
            <a:avLst/>
          </a:prstGeom>
        </p:spPr>
      </p:pic>
      <p:grpSp>
        <p:nvGrpSpPr>
          <p:cNvPr id="4521" name="Google Shape;4521;p69"/>
          <p:cNvGrpSpPr/>
          <p:nvPr/>
        </p:nvGrpSpPr>
        <p:grpSpPr>
          <a:xfrm flipH="1">
            <a:off x="7386096" y="-70"/>
            <a:ext cx="1091382" cy="1155725"/>
            <a:chOff x="2958275" y="539500"/>
            <a:chExt cx="1091382" cy="1155725"/>
          </a:xfrm>
        </p:grpSpPr>
        <p:grpSp>
          <p:nvGrpSpPr>
            <p:cNvPr id="4522" name="Google Shape;4522;p69"/>
            <p:cNvGrpSpPr/>
            <p:nvPr/>
          </p:nvGrpSpPr>
          <p:grpSpPr>
            <a:xfrm>
              <a:off x="3170379" y="1212137"/>
              <a:ext cx="879278" cy="483088"/>
              <a:chOff x="2296950" y="3661600"/>
              <a:chExt cx="616475" cy="338700"/>
            </a:xfrm>
          </p:grpSpPr>
          <p:sp>
            <p:nvSpPr>
              <p:cNvPr id="4523" name="Google Shape;4523;p69"/>
              <p:cNvSpPr/>
              <p:nvPr/>
            </p:nvSpPr>
            <p:spPr>
              <a:xfrm>
                <a:off x="2510075" y="3661600"/>
                <a:ext cx="402675" cy="97750"/>
              </a:xfrm>
              <a:custGeom>
                <a:avLst/>
                <a:gdLst/>
                <a:ahLst/>
                <a:cxnLst/>
                <a:rect l="l" t="t" r="r" b="b"/>
                <a:pathLst>
                  <a:path w="16107" h="3910" extrusionOk="0">
                    <a:moveTo>
                      <a:pt x="4306" y="700"/>
                    </a:moveTo>
                    <a:lnTo>
                      <a:pt x="13180" y="2635"/>
                    </a:lnTo>
                    <a:lnTo>
                      <a:pt x="1346" y="3189"/>
                    </a:lnTo>
                    <a:lnTo>
                      <a:pt x="4306" y="700"/>
                    </a:lnTo>
                    <a:close/>
                    <a:moveTo>
                      <a:pt x="4216" y="0"/>
                    </a:moveTo>
                    <a:cubicBezTo>
                      <a:pt x="4136" y="0"/>
                      <a:pt x="4058" y="29"/>
                      <a:pt x="3998" y="83"/>
                    </a:cubicBezTo>
                    <a:lnTo>
                      <a:pt x="152" y="3314"/>
                    </a:lnTo>
                    <a:cubicBezTo>
                      <a:pt x="42" y="3405"/>
                      <a:pt x="0" y="3560"/>
                      <a:pt x="56" y="3696"/>
                    </a:cubicBezTo>
                    <a:cubicBezTo>
                      <a:pt x="103" y="3823"/>
                      <a:pt x="227" y="3909"/>
                      <a:pt x="368" y="3909"/>
                    </a:cubicBezTo>
                    <a:lnTo>
                      <a:pt x="385" y="3909"/>
                    </a:lnTo>
                    <a:lnTo>
                      <a:pt x="15768" y="3189"/>
                    </a:lnTo>
                    <a:cubicBezTo>
                      <a:pt x="15937" y="3184"/>
                      <a:pt x="16078" y="3051"/>
                      <a:pt x="16092" y="2882"/>
                    </a:cubicBezTo>
                    <a:cubicBezTo>
                      <a:pt x="16106" y="2713"/>
                      <a:pt x="15990" y="2558"/>
                      <a:pt x="15824" y="2525"/>
                    </a:cubicBezTo>
                    <a:lnTo>
                      <a:pt x="4286" y="8"/>
                    </a:lnTo>
                    <a:cubicBezTo>
                      <a:pt x="4263" y="3"/>
                      <a:pt x="4240" y="0"/>
                      <a:pt x="42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69"/>
              <p:cNvSpPr/>
              <p:nvPr/>
            </p:nvSpPr>
            <p:spPr>
              <a:xfrm>
                <a:off x="2296950" y="3724500"/>
                <a:ext cx="616275" cy="210650"/>
              </a:xfrm>
              <a:custGeom>
                <a:avLst/>
                <a:gdLst/>
                <a:ahLst/>
                <a:cxnLst/>
                <a:rect l="l" t="t" r="r" b="b"/>
                <a:pathLst>
                  <a:path w="24651" h="8426" extrusionOk="0">
                    <a:moveTo>
                      <a:pt x="20027" y="1363"/>
                    </a:moveTo>
                    <a:lnTo>
                      <a:pt x="2334" y="7100"/>
                    </a:lnTo>
                    <a:lnTo>
                      <a:pt x="7528" y="3373"/>
                    </a:lnTo>
                    <a:lnTo>
                      <a:pt x="20027" y="1363"/>
                    </a:lnTo>
                    <a:close/>
                    <a:moveTo>
                      <a:pt x="24283" y="1"/>
                    </a:moveTo>
                    <a:cubicBezTo>
                      <a:pt x="24264" y="1"/>
                      <a:pt x="24244" y="3"/>
                      <a:pt x="24224" y="6"/>
                    </a:cubicBezTo>
                    <a:lnTo>
                      <a:pt x="7346" y="2722"/>
                    </a:lnTo>
                    <a:cubicBezTo>
                      <a:pt x="7293" y="2730"/>
                      <a:pt x="7243" y="2750"/>
                      <a:pt x="7204" y="2780"/>
                    </a:cubicBezTo>
                    <a:lnTo>
                      <a:pt x="180" y="7817"/>
                    </a:lnTo>
                    <a:cubicBezTo>
                      <a:pt x="44" y="7914"/>
                      <a:pt x="0" y="8094"/>
                      <a:pt x="78" y="8243"/>
                    </a:cubicBezTo>
                    <a:cubicBezTo>
                      <a:pt x="136" y="8354"/>
                      <a:pt x="252" y="8426"/>
                      <a:pt x="379" y="8426"/>
                    </a:cubicBezTo>
                    <a:cubicBezTo>
                      <a:pt x="413" y="8426"/>
                      <a:pt x="449" y="8420"/>
                      <a:pt x="482" y="8409"/>
                    </a:cubicBezTo>
                    <a:lnTo>
                      <a:pt x="24385" y="657"/>
                    </a:lnTo>
                    <a:cubicBezTo>
                      <a:pt x="24551" y="601"/>
                      <a:pt x="24651" y="427"/>
                      <a:pt x="24606" y="255"/>
                    </a:cubicBezTo>
                    <a:cubicBezTo>
                      <a:pt x="24569" y="103"/>
                      <a:pt x="24435" y="1"/>
                      <a:pt x="242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69"/>
              <p:cNvSpPr/>
              <p:nvPr/>
            </p:nvSpPr>
            <p:spPr>
              <a:xfrm>
                <a:off x="2510825" y="3724575"/>
                <a:ext cx="401925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16077" h="3146" extrusionOk="0">
                    <a:moveTo>
                      <a:pt x="9783" y="950"/>
                    </a:moveTo>
                    <a:lnTo>
                      <a:pt x="676" y="2415"/>
                    </a:lnTo>
                    <a:lnTo>
                      <a:pt x="676" y="1376"/>
                    </a:lnTo>
                    <a:lnTo>
                      <a:pt x="9783" y="950"/>
                    </a:lnTo>
                    <a:close/>
                    <a:moveTo>
                      <a:pt x="15719" y="0"/>
                    </a:moveTo>
                    <a:cubicBezTo>
                      <a:pt x="15715" y="0"/>
                      <a:pt x="15712" y="0"/>
                      <a:pt x="15708" y="0"/>
                    </a:cubicBezTo>
                    <a:lnTo>
                      <a:pt x="325" y="720"/>
                    </a:lnTo>
                    <a:cubicBezTo>
                      <a:pt x="142" y="726"/>
                      <a:pt x="1" y="875"/>
                      <a:pt x="1" y="1055"/>
                    </a:cubicBezTo>
                    <a:lnTo>
                      <a:pt x="1" y="2811"/>
                    </a:lnTo>
                    <a:cubicBezTo>
                      <a:pt x="1" y="2907"/>
                      <a:pt x="42" y="3002"/>
                      <a:pt x="120" y="3065"/>
                    </a:cubicBezTo>
                    <a:cubicBezTo>
                      <a:pt x="181" y="3118"/>
                      <a:pt x="258" y="3146"/>
                      <a:pt x="338" y="3146"/>
                    </a:cubicBezTo>
                    <a:lnTo>
                      <a:pt x="394" y="3143"/>
                    </a:lnTo>
                    <a:lnTo>
                      <a:pt x="15777" y="667"/>
                    </a:lnTo>
                    <a:cubicBezTo>
                      <a:pt x="15954" y="640"/>
                      <a:pt x="16076" y="476"/>
                      <a:pt x="16057" y="299"/>
                    </a:cubicBezTo>
                    <a:cubicBezTo>
                      <a:pt x="16035" y="128"/>
                      <a:pt x="15891" y="0"/>
                      <a:pt x="157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69"/>
              <p:cNvSpPr/>
              <p:nvPr/>
            </p:nvSpPr>
            <p:spPr>
              <a:xfrm>
                <a:off x="2482025" y="3724450"/>
                <a:ext cx="431400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11034" extrusionOk="0">
                    <a:moveTo>
                      <a:pt x="14387" y="1500"/>
                    </a:moveTo>
                    <a:lnTo>
                      <a:pt x="676" y="10089"/>
                    </a:lnTo>
                    <a:lnTo>
                      <a:pt x="676" y="5947"/>
                    </a:lnTo>
                    <a:lnTo>
                      <a:pt x="14387" y="1500"/>
                    </a:lnTo>
                    <a:close/>
                    <a:moveTo>
                      <a:pt x="16882" y="1"/>
                    </a:moveTo>
                    <a:cubicBezTo>
                      <a:pt x="16846" y="1"/>
                      <a:pt x="16810" y="7"/>
                      <a:pt x="16774" y="19"/>
                    </a:cubicBezTo>
                    <a:lnTo>
                      <a:pt x="236" y="5382"/>
                    </a:lnTo>
                    <a:cubicBezTo>
                      <a:pt x="98" y="5426"/>
                      <a:pt x="4" y="5554"/>
                      <a:pt x="1" y="5701"/>
                    </a:cubicBezTo>
                    <a:lnTo>
                      <a:pt x="1" y="10695"/>
                    </a:lnTo>
                    <a:cubicBezTo>
                      <a:pt x="1" y="10817"/>
                      <a:pt x="70" y="10931"/>
                      <a:pt x="178" y="10989"/>
                    </a:cubicBezTo>
                    <a:cubicBezTo>
                      <a:pt x="222" y="11017"/>
                      <a:pt x="275" y="11034"/>
                      <a:pt x="329" y="11034"/>
                    </a:cubicBezTo>
                    <a:cubicBezTo>
                      <a:pt x="333" y="11034"/>
                      <a:pt x="337" y="11033"/>
                      <a:pt x="341" y="11033"/>
                    </a:cubicBezTo>
                    <a:cubicBezTo>
                      <a:pt x="402" y="11033"/>
                      <a:pt x="463" y="11017"/>
                      <a:pt x="516" y="10983"/>
                    </a:cubicBezTo>
                    <a:lnTo>
                      <a:pt x="17054" y="623"/>
                    </a:lnTo>
                    <a:cubicBezTo>
                      <a:pt x="17200" y="534"/>
                      <a:pt x="17256" y="351"/>
                      <a:pt x="17184" y="196"/>
                    </a:cubicBezTo>
                    <a:cubicBezTo>
                      <a:pt x="17128" y="73"/>
                      <a:pt x="17008" y="1"/>
                      <a:pt x="16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27" name="Google Shape;4527;p69"/>
            <p:cNvSpPr/>
            <p:nvPr/>
          </p:nvSpPr>
          <p:spPr>
            <a:xfrm>
              <a:off x="2958275" y="539500"/>
              <a:ext cx="562425" cy="897575"/>
            </a:xfrm>
            <a:custGeom>
              <a:avLst/>
              <a:gdLst/>
              <a:ahLst/>
              <a:cxnLst/>
              <a:rect l="l" t="t" r="r" b="b"/>
              <a:pathLst>
                <a:path w="22497" h="35903" extrusionOk="0">
                  <a:moveTo>
                    <a:pt x="20015" y="1"/>
                  </a:moveTo>
                  <a:cubicBezTo>
                    <a:pt x="19867" y="1"/>
                    <a:pt x="19729" y="176"/>
                    <a:pt x="19849" y="335"/>
                  </a:cubicBezTo>
                  <a:cubicBezTo>
                    <a:pt x="20176" y="761"/>
                    <a:pt x="20470" y="1210"/>
                    <a:pt x="20733" y="1680"/>
                  </a:cubicBezTo>
                  <a:cubicBezTo>
                    <a:pt x="20766" y="1747"/>
                    <a:pt x="20832" y="1788"/>
                    <a:pt x="20907" y="1788"/>
                  </a:cubicBezTo>
                  <a:cubicBezTo>
                    <a:pt x="20943" y="1788"/>
                    <a:pt x="20976" y="1777"/>
                    <a:pt x="21010" y="1761"/>
                  </a:cubicBezTo>
                  <a:cubicBezTo>
                    <a:pt x="21109" y="1705"/>
                    <a:pt x="21145" y="1581"/>
                    <a:pt x="21087" y="1484"/>
                  </a:cubicBezTo>
                  <a:cubicBezTo>
                    <a:pt x="20818" y="994"/>
                    <a:pt x="20514" y="526"/>
                    <a:pt x="20173" y="86"/>
                  </a:cubicBezTo>
                  <a:cubicBezTo>
                    <a:pt x="20128" y="26"/>
                    <a:pt x="20071" y="1"/>
                    <a:pt x="20015" y="1"/>
                  </a:cubicBezTo>
                  <a:close/>
                  <a:moveTo>
                    <a:pt x="22064" y="4439"/>
                  </a:moveTo>
                  <a:cubicBezTo>
                    <a:pt x="22050" y="4439"/>
                    <a:pt x="22035" y="4440"/>
                    <a:pt x="22020" y="4444"/>
                  </a:cubicBezTo>
                  <a:cubicBezTo>
                    <a:pt x="21909" y="4469"/>
                    <a:pt x="21837" y="4577"/>
                    <a:pt x="21860" y="4687"/>
                  </a:cubicBezTo>
                  <a:cubicBezTo>
                    <a:pt x="21973" y="5213"/>
                    <a:pt x="22048" y="5745"/>
                    <a:pt x="22081" y="6279"/>
                  </a:cubicBezTo>
                  <a:cubicBezTo>
                    <a:pt x="22087" y="6390"/>
                    <a:pt x="22175" y="6473"/>
                    <a:pt x="22286" y="6473"/>
                  </a:cubicBezTo>
                  <a:lnTo>
                    <a:pt x="22300" y="6473"/>
                  </a:lnTo>
                  <a:cubicBezTo>
                    <a:pt x="22413" y="6468"/>
                    <a:pt x="22496" y="6368"/>
                    <a:pt x="22491" y="6257"/>
                  </a:cubicBezTo>
                  <a:cubicBezTo>
                    <a:pt x="22455" y="5701"/>
                    <a:pt x="22380" y="5147"/>
                    <a:pt x="22261" y="4601"/>
                  </a:cubicBezTo>
                  <a:cubicBezTo>
                    <a:pt x="22242" y="4506"/>
                    <a:pt x="22158" y="4439"/>
                    <a:pt x="22064" y="4439"/>
                  </a:cubicBezTo>
                  <a:close/>
                  <a:moveTo>
                    <a:pt x="21969" y="9334"/>
                  </a:moveTo>
                  <a:cubicBezTo>
                    <a:pt x="21889" y="9334"/>
                    <a:pt x="21810" y="9377"/>
                    <a:pt x="21776" y="9475"/>
                  </a:cubicBezTo>
                  <a:cubicBezTo>
                    <a:pt x="21646" y="9998"/>
                    <a:pt x="21477" y="10507"/>
                    <a:pt x="21273" y="11006"/>
                  </a:cubicBezTo>
                  <a:cubicBezTo>
                    <a:pt x="21228" y="11108"/>
                    <a:pt x="21278" y="11227"/>
                    <a:pt x="21383" y="11271"/>
                  </a:cubicBezTo>
                  <a:cubicBezTo>
                    <a:pt x="21408" y="11283"/>
                    <a:pt x="21433" y="11288"/>
                    <a:pt x="21461" y="11288"/>
                  </a:cubicBezTo>
                  <a:cubicBezTo>
                    <a:pt x="21544" y="11285"/>
                    <a:pt x="21619" y="11235"/>
                    <a:pt x="21652" y="11161"/>
                  </a:cubicBezTo>
                  <a:cubicBezTo>
                    <a:pt x="21862" y="10643"/>
                    <a:pt x="22039" y="10114"/>
                    <a:pt x="22178" y="9574"/>
                  </a:cubicBezTo>
                  <a:cubicBezTo>
                    <a:pt x="22203" y="9426"/>
                    <a:pt x="22086" y="9334"/>
                    <a:pt x="21969" y="9334"/>
                  </a:cubicBezTo>
                  <a:close/>
                  <a:moveTo>
                    <a:pt x="19769" y="13698"/>
                  </a:moveTo>
                  <a:cubicBezTo>
                    <a:pt x="19720" y="13698"/>
                    <a:pt x="19669" y="13717"/>
                    <a:pt x="19625" y="13761"/>
                  </a:cubicBezTo>
                  <a:cubicBezTo>
                    <a:pt x="19285" y="14176"/>
                    <a:pt x="18914" y="14564"/>
                    <a:pt x="18512" y="14921"/>
                  </a:cubicBezTo>
                  <a:cubicBezTo>
                    <a:pt x="18376" y="15051"/>
                    <a:pt x="18465" y="15281"/>
                    <a:pt x="18651" y="15283"/>
                  </a:cubicBezTo>
                  <a:cubicBezTo>
                    <a:pt x="18700" y="15283"/>
                    <a:pt x="18750" y="15264"/>
                    <a:pt x="18786" y="15231"/>
                  </a:cubicBezTo>
                  <a:cubicBezTo>
                    <a:pt x="19201" y="14857"/>
                    <a:pt x="19589" y="14453"/>
                    <a:pt x="19944" y="14021"/>
                  </a:cubicBezTo>
                  <a:cubicBezTo>
                    <a:pt x="20045" y="13865"/>
                    <a:pt x="19915" y="13698"/>
                    <a:pt x="19769" y="13698"/>
                  </a:cubicBezTo>
                  <a:close/>
                  <a:moveTo>
                    <a:pt x="15938" y="16706"/>
                  </a:moveTo>
                  <a:cubicBezTo>
                    <a:pt x="15907" y="16706"/>
                    <a:pt x="15875" y="16713"/>
                    <a:pt x="15846" y="16729"/>
                  </a:cubicBezTo>
                  <a:cubicBezTo>
                    <a:pt x="15389" y="16967"/>
                    <a:pt x="14907" y="17194"/>
                    <a:pt x="14370" y="17418"/>
                  </a:cubicBezTo>
                  <a:cubicBezTo>
                    <a:pt x="14265" y="17460"/>
                    <a:pt x="14215" y="17579"/>
                    <a:pt x="14259" y="17684"/>
                  </a:cubicBezTo>
                  <a:cubicBezTo>
                    <a:pt x="14292" y="17761"/>
                    <a:pt x="14367" y="17811"/>
                    <a:pt x="14450" y="17811"/>
                  </a:cubicBezTo>
                  <a:cubicBezTo>
                    <a:pt x="14478" y="17811"/>
                    <a:pt x="14503" y="17806"/>
                    <a:pt x="14531" y="17795"/>
                  </a:cubicBezTo>
                  <a:cubicBezTo>
                    <a:pt x="15076" y="17568"/>
                    <a:pt x="15569" y="17338"/>
                    <a:pt x="16031" y="17097"/>
                  </a:cubicBezTo>
                  <a:cubicBezTo>
                    <a:pt x="16134" y="17044"/>
                    <a:pt x="16172" y="16920"/>
                    <a:pt x="16120" y="16820"/>
                  </a:cubicBezTo>
                  <a:cubicBezTo>
                    <a:pt x="16085" y="16748"/>
                    <a:pt x="16012" y="16706"/>
                    <a:pt x="15938" y="16706"/>
                  </a:cubicBezTo>
                  <a:close/>
                  <a:moveTo>
                    <a:pt x="11369" y="18532"/>
                  </a:moveTo>
                  <a:cubicBezTo>
                    <a:pt x="11348" y="18532"/>
                    <a:pt x="11326" y="18535"/>
                    <a:pt x="11305" y="18542"/>
                  </a:cubicBezTo>
                  <a:lnTo>
                    <a:pt x="10782" y="18714"/>
                  </a:lnTo>
                  <a:lnTo>
                    <a:pt x="9743" y="19060"/>
                  </a:lnTo>
                  <a:cubicBezTo>
                    <a:pt x="9533" y="19143"/>
                    <a:pt x="9583" y="19453"/>
                    <a:pt x="9807" y="19462"/>
                  </a:cubicBezTo>
                  <a:cubicBezTo>
                    <a:pt x="9832" y="19462"/>
                    <a:pt x="9854" y="19459"/>
                    <a:pt x="9879" y="19453"/>
                  </a:cubicBezTo>
                  <a:lnTo>
                    <a:pt x="10912" y="19102"/>
                  </a:lnTo>
                  <a:lnTo>
                    <a:pt x="11432" y="18930"/>
                  </a:lnTo>
                  <a:cubicBezTo>
                    <a:pt x="11538" y="18894"/>
                    <a:pt x="11598" y="18778"/>
                    <a:pt x="11562" y="18670"/>
                  </a:cubicBezTo>
                  <a:cubicBezTo>
                    <a:pt x="11534" y="18586"/>
                    <a:pt x="11454" y="18532"/>
                    <a:pt x="11369" y="18532"/>
                  </a:cubicBezTo>
                  <a:close/>
                  <a:moveTo>
                    <a:pt x="6751" y="20236"/>
                  </a:moveTo>
                  <a:cubicBezTo>
                    <a:pt x="6722" y="20236"/>
                    <a:pt x="6691" y="20242"/>
                    <a:pt x="6662" y="20256"/>
                  </a:cubicBezTo>
                  <a:cubicBezTo>
                    <a:pt x="6141" y="20494"/>
                    <a:pt x="5646" y="20752"/>
                    <a:pt x="5186" y="21009"/>
                  </a:cubicBezTo>
                  <a:cubicBezTo>
                    <a:pt x="5086" y="21067"/>
                    <a:pt x="5053" y="21192"/>
                    <a:pt x="5108" y="21289"/>
                  </a:cubicBezTo>
                  <a:cubicBezTo>
                    <a:pt x="5143" y="21353"/>
                    <a:pt x="5209" y="21394"/>
                    <a:pt x="5281" y="21394"/>
                  </a:cubicBezTo>
                  <a:cubicBezTo>
                    <a:pt x="5284" y="21394"/>
                    <a:pt x="5286" y="21394"/>
                    <a:pt x="5288" y="21394"/>
                  </a:cubicBezTo>
                  <a:cubicBezTo>
                    <a:pt x="5324" y="21394"/>
                    <a:pt x="5358" y="21386"/>
                    <a:pt x="5388" y="21369"/>
                  </a:cubicBezTo>
                  <a:cubicBezTo>
                    <a:pt x="5837" y="21114"/>
                    <a:pt x="6324" y="20865"/>
                    <a:pt x="6836" y="20630"/>
                  </a:cubicBezTo>
                  <a:cubicBezTo>
                    <a:pt x="6936" y="20580"/>
                    <a:pt x="6980" y="20458"/>
                    <a:pt x="6936" y="20356"/>
                  </a:cubicBezTo>
                  <a:cubicBezTo>
                    <a:pt x="6902" y="20280"/>
                    <a:pt x="6829" y="20236"/>
                    <a:pt x="6751" y="20236"/>
                  </a:cubicBezTo>
                  <a:close/>
                  <a:moveTo>
                    <a:pt x="2649" y="22927"/>
                  </a:moveTo>
                  <a:cubicBezTo>
                    <a:pt x="2598" y="22927"/>
                    <a:pt x="2547" y="22945"/>
                    <a:pt x="2506" y="22983"/>
                  </a:cubicBezTo>
                  <a:cubicBezTo>
                    <a:pt x="2104" y="23374"/>
                    <a:pt x="1736" y="23797"/>
                    <a:pt x="1409" y="24254"/>
                  </a:cubicBezTo>
                  <a:cubicBezTo>
                    <a:pt x="1343" y="24346"/>
                    <a:pt x="1365" y="24470"/>
                    <a:pt x="1456" y="24537"/>
                  </a:cubicBezTo>
                  <a:cubicBezTo>
                    <a:pt x="1492" y="24562"/>
                    <a:pt x="1534" y="24575"/>
                    <a:pt x="1578" y="24575"/>
                  </a:cubicBezTo>
                  <a:cubicBezTo>
                    <a:pt x="1645" y="24575"/>
                    <a:pt x="1706" y="24545"/>
                    <a:pt x="1744" y="24492"/>
                  </a:cubicBezTo>
                  <a:cubicBezTo>
                    <a:pt x="2057" y="24058"/>
                    <a:pt x="2406" y="23651"/>
                    <a:pt x="2788" y="23277"/>
                  </a:cubicBezTo>
                  <a:cubicBezTo>
                    <a:pt x="2871" y="23199"/>
                    <a:pt x="2874" y="23069"/>
                    <a:pt x="2796" y="22986"/>
                  </a:cubicBezTo>
                  <a:cubicBezTo>
                    <a:pt x="2756" y="22947"/>
                    <a:pt x="2703" y="22927"/>
                    <a:pt x="2649" y="22927"/>
                  </a:cubicBezTo>
                  <a:close/>
                  <a:moveTo>
                    <a:pt x="304" y="27162"/>
                  </a:moveTo>
                  <a:cubicBezTo>
                    <a:pt x="205" y="27162"/>
                    <a:pt x="117" y="27233"/>
                    <a:pt x="100" y="27333"/>
                  </a:cubicBezTo>
                  <a:cubicBezTo>
                    <a:pt x="33" y="27735"/>
                    <a:pt x="0" y="28139"/>
                    <a:pt x="0" y="28546"/>
                  </a:cubicBezTo>
                  <a:cubicBezTo>
                    <a:pt x="0" y="28701"/>
                    <a:pt x="3" y="28859"/>
                    <a:pt x="14" y="29017"/>
                  </a:cubicBezTo>
                  <a:cubicBezTo>
                    <a:pt x="22" y="29122"/>
                    <a:pt x="111" y="29208"/>
                    <a:pt x="219" y="29210"/>
                  </a:cubicBezTo>
                  <a:lnTo>
                    <a:pt x="233" y="29205"/>
                  </a:lnTo>
                  <a:cubicBezTo>
                    <a:pt x="346" y="29199"/>
                    <a:pt x="432" y="29105"/>
                    <a:pt x="426" y="28992"/>
                  </a:cubicBezTo>
                  <a:cubicBezTo>
                    <a:pt x="415" y="28842"/>
                    <a:pt x="410" y="28693"/>
                    <a:pt x="413" y="28546"/>
                  </a:cubicBezTo>
                  <a:cubicBezTo>
                    <a:pt x="413" y="28161"/>
                    <a:pt x="443" y="27779"/>
                    <a:pt x="507" y="27400"/>
                  </a:cubicBezTo>
                  <a:cubicBezTo>
                    <a:pt x="526" y="27286"/>
                    <a:pt x="449" y="27178"/>
                    <a:pt x="335" y="27164"/>
                  </a:cubicBezTo>
                  <a:cubicBezTo>
                    <a:pt x="325" y="27163"/>
                    <a:pt x="314" y="27162"/>
                    <a:pt x="304" y="27162"/>
                  </a:cubicBezTo>
                  <a:close/>
                  <a:moveTo>
                    <a:pt x="1122" y="31929"/>
                  </a:moveTo>
                  <a:cubicBezTo>
                    <a:pt x="1089" y="31929"/>
                    <a:pt x="1055" y="31937"/>
                    <a:pt x="1024" y="31954"/>
                  </a:cubicBezTo>
                  <a:cubicBezTo>
                    <a:pt x="925" y="32007"/>
                    <a:pt x="889" y="32131"/>
                    <a:pt x="941" y="32231"/>
                  </a:cubicBezTo>
                  <a:cubicBezTo>
                    <a:pt x="1210" y="32727"/>
                    <a:pt x="1537" y="33189"/>
                    <a:pt x="1910" y="33613"/>
                  </a:cubicBezTo>
                  <a:cubicBezTo>
                    <a:pt x="1949" y="33654"/>
                    <a:pt x="2005" y="33679"/>
                    <a:pt x="2063" y="33682"/>
                  </a:cubicBezTo>
                  <a:cubicBezTo>
                    <a:pt x="2113" y="33682"/>
                    <a:pt x="2162" y="33660"/>
                    <a:pt x="2198" y="33627"/>
                  </a:cubicBezTo>
                  <a:cubicBezTo>
                    <a:pt x="2284" y="33552"/>
                    <a:pt x="2290" y="33422"/>
                    <a:pt x="2215" y="33339"/>
                  </a:cubicBezTo>
                  <a:cubicBezTo>
                    <a:pt x="1861" y="32940"/>
                    <a:pt x="1556" y="32505"/>
                    <a:pt x="1301" y="32037"/>
                  </a:cubicBezTo>
                  <a:cubicBezTo>
                    <a:pt x="1265" y="31969"/>
                    <a:pt x="1195" y="31929"/>
                    <a:pt x="1122" y="31929"/>
                  </a:cubicBezTo>
                  <a:close/>
                  <a:moveTo>
                    <a:pt x="11080" y="34552"/>
                  </a:moveTo>
                  <a:cubicBezTo>
                    <a:pt x="11045" y="34552"/>
                    <a:pt x="11009" y="34562"/>
                    <a:pt x="10975" y="34582"/>
                  </a:cubicBezTo>
                  <a:cubicBezTo>
                    <a:pt x="10521" y="34856"/>
                    <a:pt x="10034" y="35077"/>
                    <a:pt x="9527" y="35238"/>
                  </a:cubicBezTo>
                  <a:cubicBezTo>
                    <a:pt x="9419" y="35269"/>
                    <a:pt x="9358" y="35385"/>
                    <a:pt x="9392" y="35496"/>
                  </a:cubicBezTo>
                  <a:cubicBezTo>
                    <a:pt x="9419" y="35579"/>
                    <a:pt x="9500" y="35637"/>
                    <a:pt x="9588" y="35637"/>
                  </a:cubicBezTo>
                  <a:cubicBezTo>
                    <a:pt x="9608" y="35637"/>
                    <a:pt x="9630" y="35634"/>
                    <a:pt x="9649" y="35628"/>
                  </a:cubicBezTo>
                  <a:cubicBezTo>
                    <a:pt x="10189" y="35460"/>
                    <a:pt x="10704" y="35224"/>
                    <a:pt x="11186" y="34931"/>
                  </a:cubicBezTo>
                  <a:cubicBezTo>
                    <a:pt x="11280" y="34870"/>
                    <a:pt x="11310" y="34748"/>
                    <a:pt x="11252" y="34651"/>
                  </a:cubicBezTo>
                  <a:cubicBezTo>
                    <a:pt x="11214" y="34587"/>
                    <a:pt x="11148" y="34552"/>
                    <a:pt x="11080" y="34552"/>
                  </a:cubicBezTo>
                  <a:close/>
                  <a:moveTo>
                    <a:pt x="4752" y="35094"/>
                  </a:moveTo>
                  <a:cubicBezTo>
                    <a:pt x="4669" y="35094"/>
                    <a:pt x="4593" y="35146"/>
                    <a:pt x="4563" y="35227"/>
                  </a:cubicBezTo>
                  <a:cubicBezTo>
                    <a:pt x="4521" y="35335"/>
                    <a:pt x="4577" y="35451"/>
                    <a:pt x="4682" y="35490"/>
                  </a:cubicBezTo>
                  <a:cubicBezTo>
                    <a:pt x="5211" y="35687"/>
                    <a:pt x="5756" y="35825"/>
                    <a:pt x="6313" y="35903"/>
                  </a:cubicBezTo>
                  <a:lnTo>
                    <a:pt x="6343" y="35903"/>
                  </a:lnTo>
                  <a:cubicBezTo>
                    <a:pt x="6446" y="35903"/>
                    <a:pt x="6532" y="35828"/>
                    <a:pt x="6545" y="35725"/>
                  </a:cubicBezTo>
                  <a:cubicBezTo>
                    <a:pt x="6562" y="35615"/>
                    <a:pt x="6484" y="35509"/>
                    <a:pt x="6371" y="35496"/>
                  </a:cubicBezTo>
                  <a:cubicBezTo>
                    <a:pt x="5842" y="35421"/>
                    <a:pt x="5324" y="35291"/>
                    <a:pt x="4826" y="35108"/>
                  </a:cubicBezTo>
                  <a:cubicBezTo>
                    <a:pt x="4802" y="35099"/>
                    <a:pt x="4777" y="35094"/>
                    <a:pt x="4752" y="350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0" y="2260600"/>
            <a:ext cx="4284020" cy="4597400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31848" y="4318162"/>
            <a:ext cx="1757636" cy="9648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68%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1"/>
          <p:cNvSpPr txBox="1">
            <a:spLocks noChangeArrowheads="1"/>
          </p:cNvSpPr>
          <p:nvPr/>
        </p:nvSpPr>
        <p:spPr bwMode="auto">
          <a:xfrm>
            <a:off x="3293443" y="4086574"/>
            <a:ext cx="94530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难点分析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13" name="图片 12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14" name="图片 13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pic>
        <p:nvPicPr>
          <p:cNvPr id="5" name="picture 126"/>
          <p:cNvPicPr>
            <a:picLocks noChangeAspect="1"/>
          </p:cNvPicPr>
          <p:nvPr/>
        </p:nvPicPr>
        <p:blipFill>
          <a:blip r:embed="rId3"/>
          <a:srcRect l="3587" t="10494" r="21300" b="11099"/>
          <a:stretch>
            <a:fillRect/>
          </a:stretch>
        </p:blipFill>
        <p:spPr>
          <a:xfrm rot="21600000">
            <a:off x="2099945" y="1249045"/>
            <a:ext cx="7992110" cy="4692015"/>
          </a:xfrm>
          <a:prstGeom prst="rect">
            <a:avLst/>
          </a:prstGeom>
        </p:spPr>
      </p:pic>
      <p:grpSp>
        <p:nvGrpSpPr>
          <p:cNvPr id="4521" name="Google Shape;4521;p69"/>
          <p:cNvGrpSpPr/>
          <p:nvPr/>
        </p:nvGrpSpPr>
        <p:grpSpPr>
          <a:xfrm flipH="1">
            <a:off x="7386096" y="-70"/>
            <a:ext cx="1091382" cy="1155725"/>
            <a:chOff x="2958275" y="539500"/>
            <a:chExt cx="1091382" cy="1155725"/>
          </a:xfrm>
        </p:grpSpPr>
        <p:grpSp>
          <p:nvGrpSpPr>
            <p:cNvPr id="4522" name="Google Shape;4522;p69"/>
            <p:cNvGrpSpPr/>
            <p:nvPr/>
          </p:nvGrpSpPr>
          <p:grpSpPr>
            <a:xfrm>
              <a:off x="3170379" y="1212137"/>
              <a:ext cx="879278" cy="483088"/>
              <a:chOff x="2296950" y="3661600"/>
              <a:chExt cx="616475" cy="338700"/>
            </a:xfrm>
          </p:grpSpPr>
          <p:sp>
            <p:nvSpPr>
              <p:cNvPr id="4523" name="Google Shape;4523;p69"/>
              <p:cNvSpPr/>
              <p:nvPr/>
            </p:nvSpPr>
            <p:spPr>
              <a:xfrm>
                <a:off x="2510075" y="3661600"/>
                <a:ext cx="402675" cy="97750"/>
              </a:xfrm>
              <a:custGeom>
                <a:avLst/>
                <a:gdLst/>
                <a:ahLst/>
                <a:cxnLst/>
                <a:rect l="l" t="t" r="r" b="b"/>
                <a:pathLst>
                  <a:path w="16107" h="3910" extrusionOk="0">
                    <a:moveTo>
                      <a:pt x="4306" y="700"/>
                    </a:moveTo>
                    <a:lnTo>
                      <a:pt x="13180" y="2635"/>
                    </a:lnTo>
                    <a:lnTo>
                      <a:pt x="1346" y="3189"/>
                    </a:lnTo>
                    <a:lnTo>
                      <a:pt x="4306" y="700"/>
                    </a:lnTo>
                    <a:close/>
                    <a:moveTo>
                      <a:pt x="4216" y="0"/>
                    </a:moveTo>
                    <a:cubicBezTo>
                      <a:pt x="4136" y="0"/>
                      <a:pt x="4058" y="29"/>
                      <a:pt x="3998" y="83"/>
                    </a:cubicBezTo>
                    <a:lnTo>
                      <a:pt x="152" y="3314"/>
                    </a:lnTo>
                    <a:cubicBezTo>
                      <a:pt x="42" y="3405"/>
                      <a:pt x="0" y="3560"/>
                      <a:pt x="56" y="3696"/>
                    </a:cubicBezTo>
                    <a:cubicBezTo>
                      <a:pt x="103" y="3823"/>
                      <a:pt x="227" y="3909"/>
                      <a:pt x="368" y="3909"/>
                    </a:cubicBezTo>
                    <a:lnTo>
                      <a:pt x="385" y="3909"/>
                    </a:lnTo>
                    <a:lnTo>
                      <a:pt x="15768" y="3189"/>
                    </a:lnTo>
                    <a:cubicBezTo>
                      <a:pt x="15937" y="3184"/>
                      <a:pt x="16078" y="3051"/>
                      <a:pt x="16092" y="2882"/>
                    </a:cubicBezTo>
                    <a:cubicBezTo>
                      <a:pt x="16106" y="2713"/>
                      <a:pt x="15990" y="2558"/>
                      <a:pt x="15824" y="2525"/>
                    </a:cubicBezTo>
                    <a:lnTo>
                      <a:pt x="4286" y="8"/>
                    </a:lnTo>
                    <a:cubicBezTo>
                      <a:pt x="4263" y="3"/>
                      <a:pt x="4240" y="0"/>
                      <a:pt x="42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69"/>
              <p:cNvSpPr/>
              <p:nvPr/>
            </p:nvSpPr>
            <p:spPr>
              <a:xfrm>
                <a:off x="2296950" y="3724500"/>
                <a:ext cx="616275" cy="210650"/>
              </a:xfrm>
              <a:custGeom>
                <a:avLst/>
                <a:gdLst/>
                <a:ahLst/>
                <a:cxnLst/>
                <a:rect l="l" t="t" r="r" b="b"/>
                <a:pathLst>
                  <a:path w="24651" h="8426" extrusionOk="0">
                    <a:moveTo>
                      <a:pt x="20027" y="1363"/>
                    </a:moveTo>
                    <a:lnTo>
                      <a:pt x="2334" y="7100"/>
                    </a:lnTo>
                    <a:lnTo>
                      <a:pt x="7528" y="3373"/>
                    </a:lnTo>
                    <a:lnTo>
                      <a:pt x="20027" y="1363"/>
                    </a:lnTo>
                    <a:close/>
                    <a:moveTo>
                      <a:pt x="24283" y="1"/>
                    </a:moveTo>
                    <a:cubicBezTo>
                      <a:pt x="24264" y="1"/>
                      <a:pt x="24244" y="3"/>
                      <a:pt x="24224" y="6"/>
                    </a:cubicBezTo>
                    <a:lnTo>
                      <a:pt x="7346" y="2722"/>
                    </a:lnTo>
                    <a:cubicBezTo>
                      <a:pt x="7293" y="2730"/>
                      <a:pt x="7243" y="2750"/>
                      <a:pt x="7204" y="2780"/>
                    </a:cubicBezTo>
                    <a:lnTo>
                      <a:pt x="180" y="7817"/>
                    </a:lnTo>
                    <a:cubicBezTo>
                      <a:pt x="44" y="7914"/>
                      <a:pt x="0" y="8094"/>
                      <a:pt x="78" y="8243"/>
                    </a:cubicBezTo>
                    <a:cubicBezTo>
                      <a:pt x="136" y="8354"/>
                      <a:pt x="252" y="8426"/>
                      <a:pt x="379" y="8426"/>
                    </a:cubicBezTo>
                    <a:cubicBezTo>
                      <a:pt x="413" y="8426"/>
                      <a:pt x="449" y="8420"/>
                      <a:pt x="482" y="8409"/>
                    </a:cubicBezTo>
                    <a:lnTo>
                      <a:pt x="24385" y="657"/>
                    </a:lnTo>
                    <a:cubicBezTo>
                      <a:pt x="24551" y="601"/>
                      <a:pt x="24651" y="427"/>
                      <a:pt x="24606" y="255"/>
                    </a:cubicBezTo>
                    <a:cubicBezTo>
                      <a:pt x="24569" y="103"/>
                      <a:pt x="24435" y="1"/>
                      <a:pt x="242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69"/>
              <p:cNvSpPr/>
              <p:nvPr/>
            </p:nvSpPr>
            <p:spPr>
              <a:xfrm>
                <a:off x="2510825" y="3724575"/>
                <a:ext cx="401925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16077" h="3146" extrusionOk="0">
                    <a:moveTo>
                      <a:pt x="9783" y="950"/>
                    </a:moveTo>
                    <a:lnTo>
                      <a:pt x="676" y="2415"/>
                    </a:lnTo>
                    <a:lnTo>
                      <a:pt x="676" y="1376"/>
                    </a:lnTo>
                    <a:lnTo>
                      <a:pt x="9783" y="950"/>
                    </a:lnTo>
                    <a:close/>
                    <a:moveTo>
                      <a:pt x="15719" y="0"/>
                    </a:moveTo>
                    <a:cubicBezTo>
                      <a:pt x="15715" y="0"/>
                      <a:pt x="15712" y="0"/>
                      <a:pt x="15708" y="0"/>
                    </a:cubicBezTo>
                    <a:lnTo>
                      <a:pt x="325" y="720"/>
                    </a:lnTo>
                    <a:cubicBezTo>
                      <a:pt x="142" y="726"/>
                      <a:pt x="1" y="875"/>
                      <a:pt x="1" y="1055"/>
                    </a:cubicBezTo>
                    <a:lnTo>
                      <a:pt x="1" y="2811"/>
                    </a:lnTo>
                    <a:cubicBezTo>
                      <a:pt x="1" y="2907"/>
                      <a:pt x="42" y="3002"/>
                      <a:pt x="120" y="3065"/>
                    </a:cubicBezTo>
                    <a:cubicBezTo>
                      <a:pt x="181" y="3118"/>
                      <a:pt x="258" y="3146"/>
                      <a:pt x="338" y="3146"/>
                    </a:cubicBezTo>
                    <a:lnTo>
                      <a:pt x="394" y="3143"/>
                    </a:lnTo>
                    <a:lnTo>
                      <a:pt x="15777" y="667"/>
                    </a:lnTo>
                    <a:cubicBezTo>
                      <a:pt x="15954" y="640"/>
                      <a:pt x="16076" y="476"/>
                      <a:pt x="16057" y="299"/>
                    </a:cubicBezTo>
                    <a:cubicBezTo>
                      <a:pt x="16035" y="128"/>
                      <a:pt x="15891" y="0"/>
                      <a:pt x="157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69"/>
              <p:cNvSpPr/>
              <p:nvPr/>
            </p:nvSpPr>
            <p:spPr>
              <a:xfrm>
                <a:off x="2482025" y="3724450"/>
                <a:ext cx="431400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11034" extrusionOk="0">
                    <a:moveTo>
                      <a:pt x="14387" y="1500"/>
                    </a:moveTo>
                    <a:lnTo>
                      <a:pt x="676" y="10089"/>
                    </a:lnTo>
                    <a:lnTo>
                      <a:pt x="676" y="5947"/>
                    </a:lnTo>
                    <a:lnTo>
                      <a:pt x="14387" y="1500"/>
                    </a:lnTo>
                    <a:close/>
                    <a:moveTo>
                      <a:pt x="16882" y="1"/>
                    </a:moveTo>
                    <a:cubicBezTo>
                      <a:pt x="16846" y="1"/>
                      <a:pt x="16810" y="7"/>
                      <a:pt x="16774" y="19"/>
                    </a:cubicBezTo>
                    <a:lnTo>
                      <a:pt x="236" y="5382"/>
                    </a:lnTo>
                    <a:cubicBezTo>
                      <a:pt x="98" y="5426"/>
                      <a:pt x="4" y="5554"/>
                      <a:pt x="1" y="5701"/>
                    </a:cubicBezTo>
                    <a:lnTo>
                      <a:pt x="1" y="10695"/>
                    </a:lnTo>
                    <a:cubicBezTo>
                      <a:pt x="1" y="10817"/>
                      <a:pt x="70" y="10931"/>
                      <a:pt x="178" y="10989"/>
                    </a:cubicBezTo>
                    <a:cubicBezTo>
                      <a:pt x="222" y="11017"/>
                      <a:pt x="275" y="11034"/>
                      <a:pt x="329" y="11034"/>
                    </a:cubicBezTo>
                    <a:cubicBezTo>
                      <a:pt x="333" y="11034"/>
                      <a:pt x="337" y="11033"/>
                      <a:pt x="341" y="11033"/>
                    </a:cubicBezTo>
                    <a:cubicBezTo>
                      <a:pt x="402" y="11033"/>
                      <a:pt x="463" y="11017"/>
                      <a:pt x="516" y="10983"/>
                    </a:cubicBezTo>
                    <a:lnTo>
                      <a:pt x="17054" y="623"/>
                    </a:lnTo>
                    <a:cubicBezTo>
                      <a:pt x="17200" y="534"/>
                      <a:pt x="17256" y="351"/>
                      <a:pt x="17184" y="196"/>
                    </a:cubicBezTo>
                    <a:cubicBezTo>
                      <a:pt x="17128" y="73"/>
                      <a:pt x="17008" y="1"/>
                      <a:pt x="16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27" name="Google Shape;4527;p69"/>
            <p:cNvSpPr/>
            <p:nvPr/>
          </p:nvSpPr>
          <p:spPr>
            <a:xfrm>
              <a:off x="2958275" y="539500"/>
              <a:ext cx="562425" cy="897575"/>
            </a:xfrm>
            <a:custGeom>
              <a:avLst/>
              <a:gdLst/>
              <a:ahLst/>
              <a:cxnLst/>
              <a:rect l="l" t="t" r="r" b="b"/>
              <a:pathLst>
                <a:path w="22497" h="35903" extrusionOk="0">
                  <a:moveTo>
                    <a:pt x="20015" y="1"/>
                  </a:moveTo>
                  <a:cubicBezTo>
                    <a:pt x="19867" y="1"/>
                    <a:pt x="19729" y="176"/>
                    <a:pt x="19849" y="335"/>
                  </a:cubicBezTo>
                  <a:cubicBezTo>
                    <a:pt x="20176" y="761"/>
                    <a:pt x="20470" y="1210"/>
                    <a:pt x="20733" y="1680"/>
                  </a:cubicBezTo>
                  <a:cubicBezTo>
                    <a:pt x="20766" y="1747"/>
                    <a:pt x="20832" y="1788"/>
                    <a:pt x="20907" y="1788"/>
                  </a:cubicBezTo>
                  <a:cubicBezTo>
                    <a:pt x="20943" y="1788"/>
                    <a:pt x="20976" y="1777"/>
                    <a:pt x="21010" y="1761"/>
                  </a:cubicBezTo>
                  <a:cubicBezTo>
                    <a:pt x="21109" y="1705"/>
                    <a:pt x="21145" y="1581"/>
                    <a:pt x="21087" y="1484"/>
                  </a:cubicBezTo>
                  <a:cubicBezTo>
                    <a:pt x="20818" y="994"/>
                    <a:pt x="20514" y="526"/>
                    <a:pt x="20173" y="86"/>
                  </a:cubicBezTo>
                  <a:cubicBezTo>
                    <a:pt x="20128" y="26"/>
                    <a:pt x="20071" y="1"/>
                    <a:pt x="20015" y="1"/>
                  </a:cubicBezTo>
                  <a:close/>
                  <a:moveTo>
                    <a:pt x="22064" y="4439"/>
                  </a:moveTo>
                  <a:cubicBezTo>
                    <a:pt x="22050" y="4439"/>
                    <a:pt x="22035" y="4440"/>
                    <a:pt x="22020" y="4444"/>
                  </a:cubicBezTo>
                  <a:cubicBezTo>
                    <a:pt x="21909" y="4469"/>
                    <a:pt x="21837" y="4577"/>
                    <a:pt x="21860" y="4687"/>
                  </a:cubicBezTo>
                  <a:cubicBezTo>
                    <a:pt x="21973" y="5213"/>
                    <a:pt x="22048" y="5745"/>
                    <a:pt x="22081" y="6279"/>
                  </a:cubicBezTo>
                  <a:cubicBezTo>
                    <a:pt x="22087" y="6390"/>
                    <a:pt x="22175" y="6473"/>
                    <a:pt x="22286" y="6473"/>
                  </a:cubicBezTo>
                  <a:lnTo>
                    <a:pt x="22300" y="6473"/>
                  </a:lnTo>
                  <a:cubicBezTo>
                    <a:pt x="22413" y="6468"/>
                    <a:pt x="22496" y="6368"/>
                    <a:pt x="22491" y="6257"/>
                  </a:cubicBezTo>
                  <a:cubicBezTo>
                    <a:pt x="22455" y="5701"/>
                    <a:pt x="22380" y="5147"/>
                    <a:pt x="22261" y="4601"/>
                  </a:cubicBezTo>
                  <a:cubicBezTo>
                    <a:pt x="22242" y="4506"/>
                    <a:pt x="22158" y="4439"/>
                    <a:pt x="22064" y="4439"/>
                  </a:cubicBezTo>
                  <a:close/>
                  <a:moveTo>
                    <a:pt x="21969" y="9334"/>
                  </a:moveTo>
                  <a:cubicBezTo>
                    <a:pt x="21889" y="9334"/>
                    <a:pt x="21810" y="9377"/>
                    <a:pt x="21776" y="9475"/>
                  </a:cubicBezTo>
                  <a:cubicBezTo>
                    <a:pt x="21646" y="9998"/>
                    <a:pt x="21477" y="10507"/>
                    <a:pt x="21273" y="11006"/>
                  </a:cubicBezTo>
                  <a:cubicBezTo>
                    <a:pt x="21228" y="11108"/>
                    <a:pt x="21278" y="11227"/>
                    <a:pt x="21383" y="11271"/>
                  </a:cubicBezTo>
                  <a:cubicBezTo>
                    <a:pt x="21408" y="11283"/>
                    <a:pt x="21433" y="11288"/>
                    <a:pt x="21461" y="11288"/>
                  </a:cubicBezTo>
                  <a:cubicBezTo>
                    <a:pt x="21544" y="11285"/>
                    <a:pt x="21619" y="11235"/>
                    <a:pt x="21652" y="11161"/>
                  </a:cubicBezTo>
                  <a:cubicBezTo>
                    <a:pt x="21862" y="10643"/>
                    <a:pt x="22039" y="10114"/>
                    <a:pt x="22178" y="9574"/>
                  </a:cubicBezTo>
                  <a:cubicBezTo>
                    <a:pt x="22203" y="9426"/>
                    <a:pt x="22086" y="9334"/>
                    <a:pt x="21969" y="9334"/>
                  </a:cubicBezTo>
                  <a:close/>
                  <a:moveTo>
                    <a:pt x="19769" y="13698"/>
                  </a:moveTo>
                  <a:cubicBezTo>
                    <a:pt x="19720" y="13698"/>
                    <a:pt x="19669" y="13717"/>
                    <a:pt x="19625" y="13761"/>
                  </a:cubicBezTo>
                  <a:cubicBezTo>
                    <a:pt x="19285" y="14176"/>
                    <a:pt x="18914" y="14564"/>
                    <a:pt x="18512" y="14921"/>
                  </a:cubicBezTo>
                  <a:cubicBezTo>
                    <a:pt x="18376" y="15051"/>
                    <a:pt x="18465" y="15281"/>
                    <a:pt x="18651" y="15283"/>
                  </a:cubicBezTo>
                  <a:cubicBezTo>
                    <a:pt x="18700" y="15283"/>
                    <a:pt x="18750" y="15264"/>
                    <a:pt x="18786" y="15231"/>
                  </a:cubicBezTo>
                  <a:cubicBezTo>
                    <a:pt x="19201" y="14857"/>
                    <a:pt x="19589" y="14453"/>
                    <a:pt x="19944" y="14021"/>
                  </a:cubicBezTo>
                  <a:cubicBezTo>
                    <a:pt x="20045" y="13865"/>
                    <a:pt x="19915" y="13698"/>
                    <a:pt x="19769" y="13698"/>
                  </a:cubicBezTo>
                  <a:close/>
                  <a:moveTo>
                    <a:pt x="15938" y="16706"/>
                  </a:moveTo>
                  <a:cubicBezTo>
                    <a:pt x="15907" y="16706"/>
                    <a:pt x="15875" y="16713"/>
                    <a:pt x="15846" y="16729"/>
                  </a:cubicBezTo>
                  <a:cubicBezTo>
                    <a:pt x="15389" y="16967"/>
                    <a:pt x="14907" y="17194"/>
                    <a:pt x="14370" y="17418"/>
                  </a:cubicBezTo>
                  <a:cubicBezTo>
                    <a:pt x="14265" y="17460"/>
                    <a:pt x="14215" y="17579"/>
                    <a:pt x="14259" y="17684"/>
                  </a:cubicBezTo>
                  <a:cubicBezTo>
                    <a:pt x="14292" y="17761"/>
                    <a:pt x="14367" y="17811"/>
                    <a:pt x="14450" y="17811"/>
                  </a:cubicBezTo>
                  <a:cubicBezTo>
                    <a:pt x="14478" y="17811"/>
                    <a:pt x="14503" y="17806"/>
                    <a:pt x="14531" y="17795"/>
                  </a:cubicBezTo>
                  <a:cubicBezTo>
                    <a:pt x="15076" y="17568"/>
                    <a:pt x="15569" y="17338"/>
                    <a:pt x="16031" y="17097"/>
                  </a:cubicBezTo>
                  <a:cubicBezTo>
                    <a:pt x="16134" y="17044"/>
                    <a:pt x="16172" y="16920"/>
                    <a:pt x="16120" y="16820"/>
                  </a:cubicBezTo>
                  <a:cubicBezTo>
                    <a:pt x="16085" y="16748"/>
                    <a:pt x="16012" y="16706"/>
                    <a:pt x="15938" y="16706"/>
                  </a:cubicBezTo>
                  <a:close/>
                  <a:moveTo>
                    <a:pt x="11369" y="18532"/>
                  </a:moveTo>
                  <a:cubicBezTo>
                    <a:pt x="11348" y="18532"/>
                    <a:pt x="11326" y="18535"/>
                    <a:pt x="11305" y="18542"/>
                  </a:cubicBezTo>
                  <a:lnTo>
                    <a:pt x="10782" y="18714"/>
                  </a:lnTo>
                  <a:lnTo>
                    <a:pt x="9743" y="19060"/>
                  </a:lnTo>
                  <a:cubicBezTo>
                    <a:pt x="9533" y="19143"/>
                    <a:pt x="9583" y="19453"/>
                    <a:pt x="9807" y="19462"/>
                  </a:cubicBezTo>
                  <a:cubicBezTo>
                    <a:pt x="9832" y="19462"/>
                    <a:pt x="9854" y="19459"/>
                    <a:pt x="9879" y="19453"/>
                  </a:cubicBezTo>
                  <a:lnTo>
                    <a:pt x="10912" y="19102"/>
                  </a:lnTo>
                  <a:lnTo>
                    <a:pt x="11432" y="18930"/>
                  </a:lnTo>
                  <a:cubicBezTo>
                    <a:pt x="11538" y="18894"/>
                    <a:pt x="11598" y="18778"/>
                    <a:pt x="11562" y="18670"/>
                  </a:cubicBezTo>
                  <a:cubicBezTo>
                    <a:pt x="11534" y="18586"/>
                    <a:pt x="11454" y="18532"/>
                    <a:pt x="11369" y="18532"/>
                  </a:cubicBezTo>
                  <a:close/>
                  <a:moveTo>
                    <a:pt x="6751" y="20236"/>
                  </a:moveTo>
                  <a:cubicBezTo>
                    <a:pt x="6722" y="20236"/>
                    <a:pt x="6691" y="20242"/>
                    <a:pt x="6662" y="20256"/>
                  </a:cubicBezTo>
                  <a:cubicBezTo>
                    <a:pt x="6141" y="20494"/>
                    <a:pt x="5646" y="20752"/>
                    <a:pt x="5186" y="21009"/>
                  </a:cubicBezTo>
                  <a:cubicBezTo>
                    <a:pt x="5086" y="21067"/>
                    <a:pt x="5053" y="21192"/>
                    <a:pt x="5108" y="21289"/>
                  </a:cubicBezTo>
                  <a:cubicBezTo>
                    <a:pt x="5143" y="21353"/>
                    <a:pt x="5209" y="21394"/>
                    <a:pt x="5281" y="21394"/>
                  </a:cubicBezTo>
                  <a:cubicBezTo>
                    <a:pt x="5284" y="21394"/>
                    <a:pt x="5286" y="21394"/>
                    <a:pt x="5288" y="21394"/>
                  </a:cubicBezTo>
                  <a:cubicBezTo>
                    <a:pt x="5324" y="21394"/>
                    <a:pt x="5358" y="21386"/>
                    <a:pt x="5388" y="21369"/>
                  </a:cubicBezTo>
                  <a:cubicBezTo>
                    <a:pt x="5837" y="21114"/>
                    <a:pt x="6324" y="20865"/>
                    <a:pt x="6836" y="20630"/>
                  </a:cubicBezTo>
                  <a:cubicBezTo>
                    <a:pt x="6936" y="20580"/>
                    <a:pt x="6980" y="20458"/>
                    <a:pt x="6936" y="20356"/>
                  </a:cubicBezTo>
                  <a:cubicBezTo>
                    <a:pt x="6902" y="20280"/>
                    <a:pt x="6829" y="20236"/>
                    <a:pt x="6751" y="20236"/>
                  </a:cubicBezTo>
                  <a:close/>
                  <a:moveTo>
                    <a:pt x="2649" y="22927"/>
                  </a:moveTo>
                  <a:cubicBezTo>
                    <a:pt x="2598" y="22927"/>
                    <a:pt x="2547" y="22945"/>
                    <a:pt x="2506" y="22983"/>
                  </a:cubicBezTo>
                  <a:cubicBezTo>
                    <a:pt x="2104" y="23374"/>
                    <a:pt x="1736" y="23797"/>
                    <a:pt x="1409" y="24254"/>
                  </a:cubicBezTo>
                  <a:cubicBezTo>
                    <a:pt x="1343" y="24346"/>
                    <a:pt x="1365" y="24470"/>
                    <a:pt x="1456" y="24537"/>
                  </a:cubicBezTo>
                  <a:cubicBezTo>
                    <a:pt x="1492" y="24562"/>
                    <a:pt x="1534" y="24575"/>
                    <a:pt x="1578" y="24575"/>
                  </a:cubicBezTo>
                  <a:cubicBezTo>
                    <a:pt x="1645" y="24575"/>
                    <a:pt x="1706" y="24545"/>
                    <a:pt x="1744" y="24492"/>
                  </a:cubicBezTo>
                  <a:cubicBezTo>
                    <a:pt x="2057" y="24058"/>
                    <a:pt x="2406" y="23651"/>
                    <a:pt x="2788" y="23277"/>
                  </a:cubicBezTo>
                  <a:cubicBezTo>
                    <a:pt x="2871" y="23199"/>
                    <a:pt x="2874" y="23069"/>
                    <a:pt x="2796" y="22986"/>
                  </a:cubicBezTo>
                  <a:cubicBezTo>
                    <a:pt x="2756" y="22947"/>
                    <a:pt x="2703" y="22927"/>
                    <a:pt x="2649" y="22927"/>
                  </a:cubicBezTo>
                  <a:close/>
                  <a:moveTo>
                    <a:pt x="304" y="27162"/>
                  </a:moveTo>
                  <a:cubicBezTo>
                    <a:pt x="205" y="27162"/>
                    <a:pt x="117" y="27233"/>
                    <a:pt x="100" y="27333"/>
                  </a:cubicBezTo>
                  <a:cubicBezTo>
                    <a:pt x="33" y="27735"/>
                    <a:pt x="0" y="28139"/>
                    <a:pt x="0" y="28546"/>
                  </a:cubicBezTo>
                  <a:cubicBezTo>
                    <a:pt x="0" y="28701"/>
                    <a:pt x="3" y="28859"/>
                    <a:pt x="14" y="29017"/>
                  </a:cubicBezTo>
                  <a:cubicBezTo>
                    <a:pt x="22" y="29122"/>
                    <a:pt x="111" y="29208"/>
                    <a:pt x="219" y="29210"/>
                  </a:cubicBezTo>
                  <a:lnTo>
                    <a:pt x="233" y="29205"/>
                  </a:lnTo>
                  <a:cubicBezTo>
                    <a:pt x="346" y="29199"/>
                    <a:pt x="432" y="29105"/>
                    <a:pt x="426" y="28992"/>
                  </a:cubicBezTo>
                  <a:cubicBezTo>
                    <a:pt x="415" y="28842"/>
                    <a:pt x="410" y="28693"/>
                    <a:pt x="413" y="28546"/>
                  </a:cubicBezTo>
                  <a:cubicBezTo>
                    <a:pt x="413" y="28161"/>
                    <a:pt x="443" y="27779"/>
                    <a:pt x="507" y="27400"/>
                  </a:cubicBezTo>
                  <a:cubicBezTo>
                    <a:pt x="526" y="27286"/>
                    <a:pt x="449" y="27178"/>
                    <a:pt x="335" y="27164"/>
                  </a:cubicBezTo>
                  <a:cubicBezTo>
                    <a:pt x="325" y="27163"/>
                    <a:pt x="314" y="27162"/>
                    <a:pt x="304" y="27162"/>
                  </a:cubicBezTo>
                  <a:close/>
                  <a:moveTo>
                    <a:pt x="1122" y="31929"/>
                  </a:moveTo>
                  <a:cubicBezTo>
                    <a:pt x="1089" y="31929"/>
                    <a:pt x="1055" y="31937"/>
                    <a:pt x="1024" y="31954"/>
                  </a:cubicBezTo>
                  <a:cubicBezTo>
                    <a:pt x="925" y="32007"/>
                    <a:pt x="889" y="32131"/>
                    <a:pt x="941" y="32231"/>
                  </a:cubicBezTo>
                  <a:cubicBezTo>
                    <a:pt x="1210" y="32727"/>
                    <a:pt x="1537" y="33189"/>
                    <a:pt x="1910" y="33613"/>
                  </a:cubicBezTo>
                  <a:cubicBezTo>
                    <a:pt x="1949" y="33654"/>
                    <a:pt x="2005" y="33679"/>
                    <a:pt x="2063" y="33682"/>
                  </a:cubicBezTo>
                  <a:cubicBezTo>
                    <a:pt x="2113" y="33682"/>
                    <a:pt x="2162" y="33660"/>
                    <a:pt x="2198" y="33627"/>
                  </a:cubicBezTo>
                  <a:cubicBezTo>
                    <a:pt x="2284" y="33552"/>
                    <a:pt x="2290" y="33422"/>
                    <a:pt x="2215" y="33339"/>
                  </a:cubicBezTo>
                  <a:cubicBezTo>
                    <a:pt x="1861" y="32940"/>
                    <a:pt x="1556" y="32505"/>
                    <a:pt x="1301" y="32037"/>
                  </a:cubicBezTo>
                  <a:cubicBezTo>
                    <a:pt x="1265" y="31969"/>
                    <a:pt x="1195" y="31929"/>
                    <a:pt x="1122" y="31929"/>
                  </a:cubicBezTo>
                  <a:close/>
                  <a:moveTo>
                    <a:pt x="11080" y="34552"/>
                  </a:moveTo>
                  <a:cubicBezTo>
                    <a:pt x="11045" y="34552"/>
                    <a:pt x="11009" y="34562"/>
                    <a:pt x="10975" y="34582"/>
                  </a:cubicBezTo>
                  <a:cubicBezTo>
                    <a:pt x="10521" y="34856"/>
                    <a:pt x="10034" y="35077"/>
                    <a:pt x="9527" y="35238"/>
                  </a:cubicBezTo>
                  <a:cubicBezTo>
                    <a:pt x="9419" y="35269"/>
                    <a:pt x="9358" y="35385"/>
                    <a:pt x="9392" y="35496"/>
                  </a:cubicBezTo>
                  <a:cubicBezTo>
                    <a:pt x="9419" y="35579"/>
                    <a:pt x="9500" y="35637"/>
                    <a:pt x="9588" y="35637"/>
                  </a:cubicBezTo>
                  <a:cubicBezTo>
                    <a:pt x="9608" y="35637"/>
                    <a:pt x="9630" y="35634"/>
                    <a:pt x="9649" y="35628"/>
                  </a:cubicBezTo>
                  <a:cubicBezTo>
                    <a:pt x="10189" y="35460"/>
                    <a:pt x="10704" y="35224"/>
                    <a:pt x="11186" y="34931"/>
                  </a:cubicBezTo>
                  <a:cubicBezTo>
                    <a:pt x="11280" y="34870"/>
                    <a:pt x="11310" y="34748"/>
                    <a:pt x="11252" y="34651"/>
                  </a:cubicBezTo>
                  <a:cubicBezTo>
                    <a:pt x="11214" y="34587"/>
                    <a:pt x="11148" y="34552"/>
                    <a:pt x="11080" y="34552"/>
                  </a:cubicBezTo>
                  <a:close/>
                  <a:moveTo>
                    <a:pt x="4752" y="35094"/>
                  </a:moveTo>
                  <a:cubicBezTo>
                    <a:pt x="4669" y="35094"/>
                    <a:pt x="4593" y="35146"/>
                    <a:pt x="4563" y="35227"/>
                  </a:cubicBezTo>
                  <a:cubicBezTo>
                    <a:pt x="4521" y="35335"/>
                    <a:pt x="4577" y="35451"/>
                    <a:pt x="4682" y="35490"/>
                  </a:cubicBezTo>
                  <a:cubicBezTo>
                    <a:pt x="5211" y="35687"/>
                    <a:pt x="5756" y="35825"/>
                    <a:pt x="6313" y="35903"/>
                  </a:cubicBezTo>
                  <a:lnTo>
                    <a:pt x="6343" y="35903"/>
                  </a:lnTo>
                  <a:cubicBezTo>
                    <a:pt x="6446" y="35903"/>
                    <a:pt x="6532" y="35828"/>
                    <a:pt x="6545" y="35725"/>
                  </a:cubicBezTo>
                  <a:cubicBezTo>
                    <a:pt x="6562" y="35615"/>
                    <a:pt x="6484" y="35509"/>
                    <a:pt x="6371" y="35496"/>
                  </a:cubicBezTo>
                  <a:cubicBezTo>
                    <a:pt x="5842" y="35421"/>
                    <a:pt x="5324" y="35291"/>
                    <a:pt x="4826" y="35108"/>
                  </a:cubicBezTo>
                  <a:cubicBezTo>
                    <a:pt x="4802" y="35099"/>
                    <a:pt x="4777" y="35094"/>
                    <a:pt x="4752" y="350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0" y="2260600"/>
            <a:ext cx="4284020" cy="4597400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31848" y="4318162"/>
            <a:ext cx="1757636" cy="9648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68%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1"/>
          <p:cNvSpPr txBox="1">
            <a:spLocks noChangeArrowheads="1"/>
          </p:cNvSpPr>
          <p:nvPr/>
        </p:nvSpPr>
        <p:spPr bwMode="auto">
          <a:xfrm>
            <a:off x="3293443" y="4086574"/>
            <a:ext cx="94530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难点分析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13" name="图片 12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14" name="图片 13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sp>
        <p:nvSpPr>
          <p:cNvPr id="130" name="textbox 130"/>
          <p:cNvSpPr/>
          <p:nvPr/>
        </p:nvSpPr>
        <p:spPr>
          <a:xfrm>
            <a:off x="1858881" y="1205797"/>
            <a:ext cx="8488680" cy="4571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3495" algn="l" rtl="0" eaLnBrk="0">
              <a:lnSpc>
                <a:spcPct val="86000"/>
              </a:lnSpc>
            </a:pPr>
            <a:r>
              <a:rPr sz="2800" b="1" kern="0" spc="-2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例：常用矩阵示例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2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480" algn="l" rtl="0" eaLnBrk="0">
              <a:lnSpc>
                <a:spcPct val="87000"/>
              </a:lnSpc>
              <a:spcBef>
                <a:spcPts val="730"/>
              </a:spcBef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zeros</a:t>
            </a:r>
            <a:r>
              <a:rPr sz="2400" b="1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b="1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</a:t>
            </a:r>
            <a:r>
              <a:rPr lang="en-US" sz="2400" b="1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b="1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sz="24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b="1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矩阵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4765" algn="l" rtl="0" eaLnBrk="0">
              <a:lnSpc>
                <a:spcPct val="87000"/>
              </a:lnSpc>
              <a:spcBef>
                <a:spcPts val="445"/>
              </a:spcBef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ones</a:t>
            </a: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</a:t>
            </a:r>
            <a:r>
              <a:rPr lang="en-US" sz="24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sz="24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矩阵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9685" algn="l" rtl="0" eaLnBrk="0">
              <a:lnSpc>
                <a:spcPct val="87000"/>
              </a:lnSpc>
              <a:spcBef>
                <a:spcPts val="435"/>
              </a:spcBef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rand</a:t>
            </a:r>
            <a:r>
              <a:rPr sz="2400" b="1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b="1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在0到1上，均匀分布的随机矩阵</a:t>
            </a:r>
            <a:r>
              <a:rPr lang="zh-CN" sz="2400" b="1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400" b="1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并绘制</a:t>
            </a:r>
            <a:r>
              <a:rPr sz="2400" b="1" kern="0" spc="50" dirty="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数据直方图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0320" indent="-635" algn="l" rtl="0" eaLnBrk="0">
              <a:lnSpc>
                <a:spcPct val="94000"/>
              </a:lnSpc>
              <a:spcBef>
                <a:spcPts val="440"/>
              </a:spcBef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randn</a:t>
            </a:r>
            <a:r>
              <a:rPr sz="2400" b="1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b="1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均值为0，方差为1，正态分布的随机矩阵，并绘制</a:t>
            </a:r>
            <a:r>
              <a:rPr sz="2400" b="1" kern="0" spc="50" dirty="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r>
              <a:rPr lang="en-US" sz="2400" b="1" kern="0" spc="50" dirty="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b="1" kern="0" spc="20" dirty="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据直方图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845" algn="l" rtl="0" eaLnBrk="0">
              <a:lnSpc>
                <a:spcPct val="87000"/>
              </a:lnSpc>
              <a:spcBef>
                <a:spcPts val="490"/>
              </a:spcBef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eye</a:t>
            </a:r>
            <a:r>
              <a:rPr sz="2400" b="1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sz="24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b="1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单位矩阵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indent="635" algn="l" rtl="0" eaLnBrk="0">
              <a:lnSpc>
                <a:spcPct val="92000"/>
              </a:lnSpc>
              <a:spcBef>
                <a:spcPts val="420"/>
              </a:spcBef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magic</a:t>
            </a:r>
            <a:r>
              <a:rPr sz="2400" b="1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sz="2400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b="1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魔术矩阵，其行、列和对</a:t>
            </a:r>
            <a:r>
              <a:rPr sz="2400" b="1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角线上元素的和相等(用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MATLAB</a:t>
            </a:r>
            <a:r>
              <a:rPr sz="24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b="1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计算)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7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0005" indent="-3175" algn="l" rtl="0" eaLnBrk="0">
              <a:lnSpc>
                <a:spcPct val="108000"/>
              </a:lnSpc>
              <a:spcBef>
                <a:spcPts val="5"/>
              </a:spcBef>
            </a:pPr>
            <a:r>
              <a:rPr sz="1900" b="1" kern="0" spc="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值得注意的是，函数</a:t>
            </a:r>
            <a:r>
              <a:rPr sz="1900" kern="0" spc="-2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00" b="1" kern="0" spc="-10" dirty="0">
                <a:solidFill>
                  <a:srgbClr val="FF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rand() </a:t>
            </a:r>
            <a:r>
              <a:rPr sz="1900" b="1" kern="0" spc="-1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b="1" kern="0" spc="-10" dirty="0">
                <a:solidFill>
                  <a:srgbClr val="FF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randn()</a:t>
            </a:r>
            <a:r>
              <a:rPr sz="1900" b="1" kern="0" spc="-1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是以机器时间作为随机种子，每</a:t>
            </a:r>
            <a:r>
              <a:rPr sz="1900" kern="0" spc="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sz="1900" b="1" kern="0" spc="-1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次运行结果是不一样的。</a:t>
            </a:r>
            <a:endParaRPr sz="1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579" name="组合 578"/>
          <p:cNvGrpSpPr/>
          <p:nvPr/>
        </p:nvGrpSpPr>
        <p:grpSpPr>
          <a:xfrm>
            <a:off x="-295275" y="1223010"/>
            <a:ext cx="3279140" cy="4554220"/>
            <a:chOff x="14035" y="1820"/>
            <a:chExt cx="5164" cy="7172"/>
          </a:xfrm>
        </p:grpSpPr>
        <p:grpSp>
          <p:nvGrpSpPr>
            <p:cNvPr id="2208" name="Google Shape;2208;p36"/>
            <p:cNvGrpSpPr/>
            <p:nvPr/>
          </p:nvGrpSpPr>
          <p:grpSpPr>
            <a:xfrm>
              <a:off x="15401" y="4153"/>
              <a:ext cx="1385" cy="1035"/>
              <a:chOff x="4030925" y="2186525"/>
              <a:chExt cx="944700" cy="706325"/>
            </a:xfrm>
          </p:grpSpPr>
          <p:sp>
            <p:nvSpPr>
              <p:cNvPr id="2209" name="Google Shape;2209;p36"/>
              <p:cNvSpPr/>
              <p:nvPr/>
            </p:nvSpPr>
            <p:spPr>
              <a:xfrm>
                <a:off x="4030925" y="2186525"/>
                <a:ext cx="944700" cy="281675"/>
              </a:xfrm>
              <a:custGeom>
                <a:avLst/>
                <a:gdLst/>
                <a:ahLst/>
                <a:cxnLst/>
                <a:rect l="l" t="t" r="r" b="b"/>
                <a:pathLst>
                  <a:path w="37788" h="11267" extrusionOk="0">
                    <a:moveTo>
                      <a:pt x="33327" y="1430"/>
                    </a:moveTo>
                    <a:lnTo>
                      <a:pt x="9699" y="10348"/>
                    </a:lnTo>
                    <a:lnTo>
                      <a:pt x="1770" y="6049"/>
                    </a:lnTo>
                    <a:lnTo>
                      <a:pt x="33327" y="1430"/>
                    </a:lnTo>
                    <a:close/>
                    <a:moveTo>
                      <a:pt x="37185" y="0"/>
                    </a:moveTo>
                    <a:cubicBezTo>
                      <a:pt x="37164" y="0"/>
                      <a:pt x="37142" y="1"/>
                      <a:pt x="37120" y="5"/>
                    </a:cubicBezTo>
                    <a:lnTo>
                      <a:pt x="391" y="5383"/>
                    </a:lnTo>
                    <a:cubicBezTo>
                      <a:pt x="207" y="5406"/>
                      <a:pt x="69" y="5544"/>
                      <a:pt x="23" y="5728"/>
                    </a:cubicBezTo>
                    <a:cubicBezTo>
                      <a:pt x="0" y="5912"/>
                      <a:pt x="92" y="6095"/>
                      <a:pt x="253" y="6187"/>
                    </a:cubicBezTo>
                    <a:lnTo>
                      <a:pt x="9447" y="11221"/>
                    </a:lnTo>
                    <a:lnTo>
                      <a:pt x="9653" y="11267"/>
                    </a:lnTo>
                    <a:lnTo>
                      <a:pt x="9814" y="11244"/>
                    </a:lnTo>
                    <a:lnTo>
                      <a:pt x="37327" y="855"/>
                    </a:lnTo>
                    <a:cubicBezTo>
                      <a:pt x="37788" y="679"/>
                      <a:pt x="37641" y="0"/>
                      <a:pt x="371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0" name="Google Shape;2210;p36"/>
              <p:cNvSpPr/>
              <p:nvPr/>
            </p:nvSpPr>
            <p:spPr>
              <a:xfrm>
                <a:off x="4423950" y="2187475"/>
                <a:ext cx="547625" cy="512875"/>
              </a:xfrm>
              <a:custGeom>
                <a:avLst/>
                <a:gdLst/>
                <a:ahLst/>
                <a:cxnLst/>
                <a:rect l="l" t="t" r="r" b="b"/>
                <a:pathLst>
                  <a:path w="21905" h="20515" extrusionOk="0">
                    <a:moveTo>
                      <a:pt x="19882" y="2104"/>
                    </a:moveTo>
                    <a:lnTo>
                      <a:pt x="8918" y="19572"/>
                    </a:lnTo>
                    <a:lnTo>
                      <a:pt x="1265" y="15918"/>
                    </a:lnTo>
                    <a:lnTo>
                      <a:pt x="19882" y="2104"/>
                    </a:lnTo>
                    <a:close/>
                    <a:moveTo>
                      <a:pt x="21443" y="0"/>
                    </a:moveTo>
                    <a:cubicBezTo>
                      <a:pt x="21354" y="0"/>
                      <a:pt x="21266" y="29"/>
                      <a:pt x="21192" y="81"/>
                    </a:cubicBezTo>
                    <a:lnTo>
                      <a:pt x="184" y="15688"/>
                    </a:lnTo>
                    <a:cubicBezTo>
                      <a:pt x="69" y="15780"/>
                      <a:pt x="0" y="15941"/>
                      <a:pt x="23" y="16102"/>
                    </a:cubicBezTo>
                    <a:cubicBezTo>
                      <a:pt x="23" y="16240"/>
                      <a:pt x="115" y="16378"/>
                      <a:pt x="253" y="16446"/>
                    </a:cubicBezTo>
                    <a:lnTo>
                      <a:pt x="8918" y="20515"/>
                    </a:lnTo>
                    <a:lnTo>
                      <a:pt x="9102" y="20515"/>
                    </a:lnTo>
                    <a:cubicBezTo>
                      <a:pt x="9240" y="20515"/>
                      <a:pt x="9378" y="20469"/>
                      <a:pt x="9470" y="20354"/>
                    </a:cubicBezTo>
                    <a:lnTo>
                      <a:pt x="21813" y="656"/>
                    </a:lnTo>
                    <a:cubicBezTo>
                      <a:pt x="21905" y="472"/>
                      <a:pt x="21882" y="265"/>
                      <a:pt x="21744" y="127"/>
                    </a:cubicBezTo>
                    <a:cubicBezTo>
                      <a:pt x="21656" y="40"/>
                      <a:pt x="21549" y="0"/>
                      <a:pt x="214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1" name="Google Shape;2211;p36"/>
              <p:cNvSpPr/>
              <p:nvPr/>
            </p:nvSpPr>
            <p:spPr>
              <a:xfrm>
                <a:off x="4261325" y="2186625"/>
                <a:ext cx="710825" cy="706225"/>
              </a:xfrm>
              <a:custGeom>
                <a:avLst/>
                <a:gdLst/>
                <a:ahLst/>
                <a:cxnLst/>
                <a:rect l="l" t="t" r="r" b="b"/>
                <a:pathLst>
                  <a:path w="28433" h="28249" extrusionOk="0">
                    <a:moveTo>
                      <a:pt x="25261" y="1908"/>
                    </a:moveTo>
                    <a:lnTo>
                      <a:pt x="6689" y="15699"/>
                    </a:lnTo>
                    <a:cubicBezTo>
                      <a:pt x="6620" y="15745"/>
                      <a:pt x="6551" y="15837"/>
                      <a:pt x="6528" y="15929"/>
                    </a:cubicBezTo>
                    <a:lnTo>
                      <a:pt x="3196" y="25973"/>
                    </a:lnTo>
                    <a:lnTo>
                      <a:pt x="920" y="11102"/>
                    </a:lnTo>
                    <a:lnTo>
                      <a:pt x="25261" y="1908"/>
                    </a:lnTo>
                    <a:close/>
                    <a:moveTo>
                      <a:pt x="27953" y="1"/>
                    </a:moveTo>
                    <a:cubicBezTo>
                      <a:pt x="27906" y="1"/>
                      <a:pt x="27859" y="8"/>
                      <a:pt x="27812" y="24"/>
                    </a:cubicBezTo>
                    <a:lnTo>
                      <a:pt x="300" y="10436"/>
                    </a:lnTo>
                    <a:cubicBezTo>
                      <a:pt x="116" y="10504"/>
                      <a:pt x="1" y="10711"/>
                      <a:pt x="24" y="10895"/>
                    </a:cubicBezTo>
                    <a:lnTo>
                      <a:pt x="2621" y="27881"/>
                    </a:lnTo>
                    <a:cubicBezTo>
                      <a:pt x="2644" y="28065"/>
                      <a:pt x="2805" y="28226"/>
                      <a:pt x="3012" y="28249"/>
                    </a:cubicBezTo>
                    <a:lnTo>
                      <a:pt x="3058" y="28249"/>
                    </a:lnTo>
                    <a:cubicBezTo>
                      <a:pt x="3242" y="28249"/>
                      <a:pt x="3402" y="28111"/>
                      <a:pt x="3448" y="27927"/>
                    </a:cubicBezTo>
                    <a:lnTo>
                      <a:pt x="7310" y="16297"/>
                    </a:lnTo>
                    <a:lnTo>
                      <a:pt x="28226" y="782"/>
                    </a:lnTo>
                    <a:cubicBezTo>
                      <a:pt x="28387" y="667"/>
                      <a:pt x="28433" y="414"/>
                      <a:pt x="28341" y="230"/>
                    </a:cubicBezTo>
                    <a:cubicBezTo>
                      <a:pt x="28269" y="88"/>
                      <a:pt x="28115" y="1"/>
                      <a:pt x="279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2" name="Google Shape;2212;p36"/>
              <p:cNvSpPr/>
              <p:nvPr/>
            </p:nvSpPr>
            <p:spPr>
              <a:xfrm>
                <a:off x="4325700" y="2577225"/>
                <a:ext cx="236750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9470" h="12625" extrusionOk="0">
                    <a:moveTo>
                      <a:pt x="4620" y="1017"/>
                    </a:moveTo>
                    <a:lnTo>
                      <a:pt x="8343" y="2764"/>
                    </a:lnTo>
                    <a:lnTo>
                      <a:pt x="1540" y="10395"/>
                    </a:lnTo>
                    <a:lnTo>
                      <a:pt x="4620" y="1017"/>
                    </a:lnTo>
                    <a:close/>
                    <a:moveTo>
                      <a:pt x="4379" y="0"/>
                    </a:moveTo>
                    <a:cubicBezTo>
                      <a:pt x="4321" y="0"/>
                      <a:pt x="4264" y="18"/>
                      <a:pt x="4206" y="52"/>
                    </a:cubicBezTo>
                    <a:cubicBezTo>
                      <a:pt x="4091" y="98"/>
                      <a:pt x="3999" y="190"/>
                      <a:pt x="3953" y="305"/>
                    </a:cubicBezTo>
                    <a:lnTo>
                      <a:pt x="69" y="12050"/>
                    </a:lnTo>
                    <a:cubicBezTo>
                      <a:pt x="0" y="12257"/>
                      <a:pt x="92" y="12464"/>
                      <a:pt x="276" y="12579"/>
                    </a:cubicBezTo>
                    <a:lnTo>
                      <a:pt x="483" y="12625"/>
                    </a:lnTo>
                    <a:cubicBezTo>
                      <a:pt x="598" y="12625"/>
                      <a:pt x="713" y="12579"/>
                      <a:pt x="781" y="12487"/>
                    </a:cubicBezTo>
                    <a:lnTo>
                      <a:pt x="9355" y="2925"/>
                    </a:lnTo>
                    <a:cubicBezTo>
                      <a:pt x="9424" y="2810"/>
                      <a:pt x="9470" y="2672"/>
                      <a:pt x="9470" y="2534"/>
                    </a:cubicBezTo>
                    <a:cubicBezTo>
                      <a:pt x="9447" y="2396"/>
                      <a:pt x="9332" y="2304"/>
                      <a:pt x="9217" y="2259"/>
                    </a:cubicBezTo>
                    <a:lnTo>
                      <a:pt x="4551" y="52"/>
                    </a:lnTo>
                    <a:cubicBezTo>
                      <a:pt x="4493" y="18"/>
                      <a:pt x="4436" y="0"/>
                      <a:pt x="4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61" name="Google Shape;4561;p69"/>
            <p:cNvSpPr/>
            <p:nvPr/>
          </p:nvSpPr>
          <p:spPr>
            <a:xfrm>
              <a:off x="14035" y="1820"/>
              <a:ext cx="5165" cy="7172"/>
            </a:xfrm>
            <a:custGeom>
              <a:avLst/>
              <a:gdLst/>
              <a:ahLst/>
              <a:cxnLst/>
              <a:rect l="l" t="t" r="r" b="b"/>
              <a:pathLst>
                <a:path w="92138" h="127940" extrusionOk="0">
                  <a:moveTo>
                    <a:pt x="85073" y="0"/>
                  </a:moveTo>
                  <a:cubicBezTo>
                    <a:pt x="85013" y="0"/>
                    <a:pt x="84958" y="40"/>
                    <a:pt x="84958" y="108"/>
                  </a:cubicBezTo>
                  <a:cubicBezTo>
                    <a:pt x="84899" y="167"/>
                    <a:pt x="84919" y="266"/>
                    <a:pt x="84998" y="326"/>
                  </a:cubicBezTo>
                  <a:cubicBezTo>
                    <a:pt x="85573" y="603"/>
                    <a:pt x="86128" y="940"/>
                    <a:pt x="86644" y="1337"/>
                  </a:cubicBezTo>
                  <a:lnTo>
                    <a:pt x="86743" y="1337"/>
                  </a:lnTo>
                  <a:cubicBezTo>
                    <a:pt x="86783" y="1337"/>
                    <a:pt x="86842" y="1317"/>
                    <a:pt x="86882" y="1297"/>
                  </a:cubicBezTo>
                  <a:cubicBezTo>
                    <a:pt x="86922" y="1218"/>
                    <a:pt x="86902" y="1119"/>
                    <a:pt x="86842" y="1059"/>
                  </a:cubicBezTo>
                  <a:cubicBezTo>
                    <a:pt x="86307" y="663"/>
                    <a:pt x="85732" y="326"/>
                    <a:pt x="85157" y="28"/>
                  </a:cubicBezTo>
                  <a:cubicBezTo>
                    <a:pt x="85131" y="9"/>
                    <a:pt x="85102" y="0"/>
                    <a:pt x="85073" y="0"/>
                  </a:cubicBezTo>
                  <a:close/>
                  <a:moveTo>
                    <a:pt x="88675" y="2762"/>
                  </a:moveTo>
                  <a:cubicBezTo>
                    <a:pt x="88636" y="2762"/>
                    <a:pt x="88595" y="2777"/>
                    <a:pt x="88568" y="2805"/>
                  </a:cubicBezTo>
                  <a:cubicBezTo>
                    <a:pt x="88488" y="2844"/>
                    <a:pt x="88488" y="2963"/>
                    <a:pt x="88548" y="3023"/>
                  </a:cubicBezTo>
                  <a:cubicBezTo>
                    <a:pt x="88984" y="3499"/>
                    <a:pt x="89381" y="4014"/>
                    <a:pt x="89738" y="4570"/>
                  </a:cubicBezTo>
                  <a:cubicBezTo>
                    <a:pt x="89777" y="4609"/>
                    <a:pt x="89817" y="4629"/>
                    <a:pt x="89877" y="4629"/>
                  </a:cubicBezTo>
                  <a:lnTo>
                    <a:pt x="89956" y="4609"/>
                  </a:lnTo>
                  <a:cubicBezTo>
                    <a:pt x="90035" y="4550"/>
                    <a:pt x="90055" y="4451"/>
                    <a:pt x="89996" y="4371"/>
                  </a:cubicBezTo>
                  <a:cubicBezTo>
                    <a:pt x="89658" y="3816"/>
                    <a:pt x="89242" y="3300"/>
                    <a:pt x="88786" y="2824"/>
                  </a:cubicBezTo>
                  <a:cubicBezTo>
                    <a:pt x="88765" y="2782"/>
                    <a:pt x="88721" y="2762"/>
                    <a:pt x="88675" y="2762"/>
                  </a:cubicBezTo>
                  <a:close/>
                  <a:moveTo>
                    <a:pt x="91110" y="6597"/>
                  </a:moveTo>
                  <a:cubicBezTo>
                    <a:pt x="91089" y="6597"/>
                    <a:pt x="91068" y="6602"/>
                    <a:pt x="91047" y="6612"/>
                  </a:cubicBezTo>
                  <a:cubicBezTo>
                    <a:pt x="90967" y="6632"/>
                    <a:pt x="90908" y="6731"/>
                    <a:pt x="90947" y="6810"/>
                  </a:cubicBezTo>
                  <a:cubicBezTo>
                    <a:pt x="91185" y="7425"/>
                    <a:pt x="91384" y="8040"/>
                    <a:pt x="91523" y="8675"/>
                  </a:cubicBezTo>
                  <a:cubicBezTo>
                    <a:pt x="91542" y="8754"/>
                    <a:pt x="91622" y="8794"/>
                    <a:pt x="91701" y="8794"/>
                  </a:cubicBezTo>
                  <a:lnTo>
                    <a:pt x="91721" y="8794"/>
                  </a:lnTo>
                  <a:cubicBezTo>
                    <a:pt x="91800" y="8774"/>
                    <a:pt x="91860" y="8694"/>
                    <a:pt x="91840" y="8595"/>
                  </a:cubicBezTo>
                  <a:cubicBezTo>
                    <a:pt x="91681" y="7941"/>
                    <a:pt x="91483" y="7306"/>
                    <a:pt x="91245" y="6692"/>
                  </a:cubicBezTo>
                  <a:cubicBezTo>
                    <a:pt x="91216" y="6633"/>
                    <a:pt x="91166" y="6597"/>
                    <a:pt x="91110" y="6597"/>
                  </a:cubicBezTo>
                  <a:close/>
                  <a:moveTo>
                    <a:pt x="91959" y="11054"/>
                  </a:moveTo>
                  <a:cubicBezTo>
                    <a:pt x="91879" y="11054"/>
                    <a:pt x="91800" y="11114"/>
                    <a:pt x="91780" y="11213"/>
                  </a:cubicBezTo>
                  <a:cubicBezTo>
                    <a:pt x="91800" y="11848"/>
                    <a:pt x="91741" y="12502"/>
                    <a:pt x="91622" y="13137"/>
                  </a:cubicBezTo>
                  <a:cubicBezTo>
                    <a:pt x="91622" y="13236"/>
                    <a:pt x="91681" y="13315"/>
                    <a:pt x="91760" y="13335"/>
                  </a:cubicBezTo>
                  <a:lnTo>
                    <a:pt x="91800" y="13335"/>
                  </a:lnTo>
                  <a:cubicBezTo>
                    <a:pt x="91879" y="13335"/>
                    <a:pt x="91939" y="13275"/>
                    <a:pt x="91939" y="13196"/>
                  </a:cubicBezTo>
                  <a:cubicBezTo>
                    <a:pt x="92058" y="12542"/>
                    <a:pt x="92117" y="11887"/>
                    <a:pt x="92137" y="11233"/>
                  </a:cubicBezTo>
                  <a:cubicBezTo>
                    <a:pt x="92137" y="11134"/>
                    <a:pt x="92058" y="11054"/>
                    <a:pt x="91959" y="11054"/>
                  </a:cubicBezTo>
                  <a:close/>
                  <a:moveTo>
                    <a:pt x="91092" y="15504"/>
                  </a:moveTo>
                  <a:cubicBezTo>
                    <a:pt x="91027" y="15504"/>
                    <a:pt x="90963" y="15554"/>
                    <a:pt x="90947" y="15616"/>
                  </a:cubicBezTo>
                  <a:cubicBezTo>
                    <a:pt x="90709" y="16211"/>
                    <a:pt x="90432" y="16786"/>
                    <a:pt x="90134" y="17381"/>
                  </a:cubicBezTo>
                  <a:cubicBezTo>
                    <a:pt x="90095" y="17460"/>
                    <a:pt x="90114" y="17539"/>
                    <a:pt x="90174" y="17599"/>
                  </a:cubicBezTo>
                  <a:lnTo>
                    <a:pt x="90253" y="17599"/>
                  </a:lnTo>
                  <a:cubicBezTo>
                    <a:pt x="90313" y="17599"/>
                    <a:pt x="90372" y="17579"/>
                    <a:pt x="90412" y="17519"/>
                  </a:cubicBezTo>
                  <a:cubicBezTo>
                    <a:pt x="90729" y="16944"/>
                    <a:pt x="91007" y="16349"/>
                    <a:pt x="91245" y="15735"/>
                  </a:cubicBezTo>
                  <a:cubicBezTo>
                    <a:pt x="91265" y="15635"/>
                    <a:pt x="91245" y="15536"/>
                    <a:pt x="91146" y="15516"/>
                  </a:cubicBezTo>
                  <a:cubicBezTo>
                    <a:pt x="91128" y="15508"/>
                    <a:pt x="91110" y="15504"/>
                    <a:pt x="91092" y="15504"/>
                  </a:cubicBezTo>
                  <a:close/>
                  <a:moveTo>
                    <a:pt x="88856" y="19462"/>
                  </a:moveTo>
                  <a:cubicBezTo>
                    <a:pt x="88802" y="19462"/>
                    <a:pt x="88752" y="19484"/>
                    <a:pt x="88726" y="19522"/>
                  </a:cubicBezTo>
                  <a:cubicBezTo>
                    <a:pt x="88330" y="20018"/>
                    <a:pt x="87893" y="20514"/>
                    <a:pt x="87457" y="20990"/>
                  </a:cubicBezTo>
                  <a:cubicBezTo>
                    <a:pt x="87378" y="21049"/>
                    <a:pt x="87378" y="21168"/>
                    <a:pt x="87457" y="21208"/>
                  </a:cubicBezTo>
                  <a:lnTo>
                    <a:pt x="87576" y="21267"/>
                  </a:lnTo>
                  <a:lnTo>
                    <a:pt x="87675" y="21208"/>
                  </a:lnTo>
                  <a:cubicBezTo>
                    <a:pt x="88131" y="20752"/>
                    <a:pt x="88568" y="20256"/>
                    <a:pt x="88964" y="19721"/>
                  </a:cubicBezTo>
                  <a:cubicBezTo>
                    <a:pt x="89024" y="19661"/>
                    <a:pt x="89004" y="19542"/>
                    <a:pt x="88944" y="19483"/>
                  </a:cubicBezTo>
                  <a:cubicBezTo>
                    <a:pt x="88916" y="19469"/>
                    <a:pt x="88886" y="19462"/>
                    <a:pt x="88856" y="19462"/>
                  </a:cubicBezTo>
                  <a:close/>
                  <a:moveTo>
                    <a:pt x="85625" y="22735"/>
                  </a:moveTo>
                  <a:cubicBezTo>
                    <a:pt x="85601" y="22735"/>
                    <a:pt x="85577" y="22741"/>
                    <a:pt x="85553" y="22755"/>
                  </a:cubicBezTo>
                  <a:cubicBezTo>
                    <a:pt x="85057" y="23151"/>
                    <a:pt x="84522" y="23548"/>
                    <a:pt x="83987" y="23925"/>
                  </a:cubicBezTo>
                  <a:cubicBezTo>
                    <a:pt x="83907" y="23965"/>
                    <a:pt x="83887" y="24084"/>
                    <a:pt x="83967" y="24143"/>
                  </a:cubicBezTo>
                  <a:cubicBezTo>
                    <a:pt x="83987" y="24183"/>
                    <a:pt x="84026" y="24222"/>
                    <a:pt x="84086" y="24222"/>
                  </a:cubicBezTo>
                  <a:lnTo>
                    <a:pt x="84185" y="24183"/>
                  </a:lnTo>
                  <a:cubicBezTo>
                    <a:pt x="84720" y="23826"/>
                    <a:pt x="85256" y="23429"/>
                    <a:pt x="85771" y="22993"/>
                  </a:cubicBezTo>
                  <a:cubicBezTo>
                    <a:pt x="85837" y="22878"/>
                    <a:pt x="85739" y="22735"/>
                    <a:pt x="85625" y="22735"/>
                  </a:cubicBezTo>
                  <a:close/>
                  <a:moveTo>
                    <a:pt x="81855" y="25254"/>
                  </a:moveTo>
                  <a:cubicBezTo>
                    <a:pt x="81829" y="25254"/>
                    <a:pt x="81805" y="25260"/>
                    <a:pt x="81785" y="25273"/>
                  </a:cubicBezTo>
                  <a:lnTo>
                    <a:pt x="81706" y="25273"/>
                  </a:lnTo>
                  <a:lnTo>
                    <a:pt x="80020" y="26106"/>
                  </a:lnTo>
                  <a:cubicBezTo>
                    <a:pt x="79834" y="26144"/>
                    <a:pt x="79893" y="26407"/>
                    <a:pt x="80064" y="26407"/>
                  </a:cubicBezTo>
                  <a:cubicBezTo>
                    <a:pt x="80075" y="26407"/>
                    <a:pt x="80087" y="26406"/>
                    <a:pt x="80100" y="26404"/>
                  </a:cubicBezTo>
                  <a:lnTo>
                    <a:pt x="80159" y="26424"/>
                  </a:lnTo>
                  <a:lnTo>
                    <a:pt x="81845" y="25611"/>
                  </a:lnTo>
                  <a:lnTo>
                    <a:pt x="81924" y="25551"/>
                  </a:lnTo>
                  <a:cubicBezTo>
                    <a:pt x="82023" y="25531"/>
                    <a:pt x="82043" y="25412"/>
                    <a:pt x="82003" y="25333"/>
                  </a:cubicBezTo>
                  <a:cubicBezTo>
                    <a:pt x="81964" y="25280"/>
                    <a:pt x="81907" y="25254"/>
                    <a:pt x="81855" y="25254"/>
                  </a:cubicBezTo>
                  <a:close/>
                  <a:moveTo>
                    <a:pt x="77650" y="27033"/>
                  </a:moveTo>
                  <a:cubicBezTo>
                    <a:pt x="77634" y="27033"/>
                    <a:pt x="77618" y="27035"/>
                    <a:pt x="77601" y="27038"/>
                  </a:cubicBezTo>
                  <a:cubicBezTo>
                    <a:pt x="77026" y="27257"/>
                    <a:pt x="76391" y="27455"/>
                    <a:pt x="75757" y="27653"/>
                  </a:cubicBezTo>
                  <a:cubicBezTo>
                    <a:pt x="75677" y="27693"/>
                    <a:pt x="75638" y="27772"/>
                    <a:pt x="75657" y="27851"/>
                  </a:cubicBezTo>
                  <a:cubicBezTo>
                    <a:pt x="75657" y="27931"/>
                    <a:pt x="75737" y="27990"/>
                    <a:pt x="75796" y="27990"/>
                  </a:cubicBezTo>
                  <a:lnTo>
                    <a:pt x="75856" y="27970"/>
                  </a:lnTo>
                  <a:lnTo>
                    <a:pt x="77720" y="27376"/>
                  </a:lnTo>
                  <a:cubicBezTo>
                    <a:pt x="77819" y="27316"/>
                    <a:pt x="77859" y="27237"/>
                    <a:pt x="77819" y="27138"/>
                  </a:cubicBezTo>
                  <a:cubicBezTo>
                    <a:pt x="77786" y="27072"/>
                    <a:pt x="77726" y="27033"/>
                    <a:pt x="77650" y="27033"/>
                  </a:cubicBezTo>
                  <a:close/>
                  <a:moveTo>
                    <a:pt x="73289" y="28343"/>
                  </a:moveTo>
                  <a:cubicBezTo>
                    <a:pt x="73279" y="28343"/>
                    <a:pt x="73268" y="28345"/>
                    <a:pt x="73258" y="28347"/>
                  </a:cubicBezTo>
                  <a:lnTo>
                    <a:pt x="71374" y="28823"/>
                  </a:lnTo>
                  <a:cubicBezTo>
                    <a:pt x="71275" y="28843"/>
                    <a:pt x="71215" y="28942"/>
                    <a:pt x="71235" y="29022"/>
                  </a:cubicBezTo>
                  <a:cubicBezTo>
                    <a:pt x="71252" y="29090"/>
                    <a:pt x="71299" y="29144"/>
                    <a:pt x="71363" y="29144"/>
                  </a:cubicBezTo>
                  <a:cubicBezTo>
                    <a:pt x="71373" y="29144"/>
                    <a:pt x="71383" y="29143"/>
                    <a:pt x="71394" y="29141"/>
                  </a:cubicBezTo>
                  <a:lnTo>
                    <a:pt x="71433" y="29141"/>
                  </a:lnTo>
                  <a:lnTo>
                    <a:pt x="73317" y="28684"/>
                  </a:lnTo>
                  <a:cubicBezTo>
                    <a:pt x="73416" y="28665"/>
                    <a:pt x="73456" y="28565"/>
                    <a:pt x="73456" y="28486"/>
                  </a:cubicBezTo>
                  <a:cubicBezTo>
                    <a:pt x="73439" y="28400"/>
                    <a:pt x="73361" y="28343"/>
                    <a:pt x="73289" y="28343"/>
                  </a:cubicBezTo>
                  <a:close/>
                  <a:moveTo>
                    <a:pt x="68816" y="29398"/>
                  </a:moveTo>
                  <a:lnTo>
                    <a:pt x="66912" y="29815"/>
                  </a:lnTo>
                  <a:cubicBezTo>
                    <a:pt x="66813" y="29835"/>
                    <a:pt x="66753" y="29934"/>
                    <a:pt x="66773" y="30013"/>
                  </a:cubicBezTo>
                  <a:cubicBezTo>
                    <a:pt x="66790" y="30082"/>
                    <a:pt x="66837" y="30136"/>
                    <a:pt x="66901" y="30136"/>
                  </a:cubicBezTo>
                  <a:cubicBezTo>
                    <a:pt x="66911" y="30136"/>
                    <a:pt x="66921" y="30135"/>
                    <a:pt x="66932" y="30132"/>
                  </a:cubicBezTo>
                  <a:lnTo>
                    <a:pt x="66971" y="30132"/>
                  </a:lnTo>
                  <a:lnTo>
                    <a:pt x="68895" y="29716"/>
                  </a:lnTo>
                  <a:cubicBezTo>
                    <a:pt x="68974" y="29716"/>
                    <a:pt x="69034" y="29616"/>
                    <a:pt x="69014" y="29517"/>
                  </a:cubicBezTo>
                  <a:cubicBezTo>
                    <a:pt x="68974" y="29438"/>
                    <a:pt x="68895" y="29398"/>
                    <a:pt x="68816" y="29398"/>
                  </a:cubicBezTo>
                  <a:close/>
                  <a:moveTo>
                    <a:pt x="64396" y="30405"/>
                  </a:moveTo>
                  <a:cubicBezTo>
                    <a:pt x="64381" y="30405"/>
                    <a:pt x="64367" y="30406"/>
                    <a:pt x="64354" y="30410"/>
                  </a:cubicBezTo>
                  <a:lnTo>
                    <a:pt x="64135" y="30469"/>
                  </a:lnTo>
                  <a:lnTo>
                    <a:pt x="62470" y="30886"/>
                  </a:lnTo>
                  <a:cubicBezTo>
                    <a:pt x="62370" y="30886"/>
                    <a:pt x="62311" y="30985"/>
                    <a:pt x="62351" y="31084"/>
                  </a:cubicBezTo>
                  <a:cubicBezTo>
                    <a:pt x="62351" y="31163"/>
                    <a:pt x="62410" y="31203"/>
                    <a:pt x="62489" y="31203"/>
                  </a:cubicBezTo>
                  <a:lnTo>
                    <a:pt x="62549" y="31183"/>
                  </a:lnTo>
                  <a:lnTo>
                    <a:pt x="64195" y="30787"/>
                  </a:lnTo>
                  <a:lnTo>
                    <a:pt x="64433" y="30707"/>
                  </a:lnTo>
                  <a:cubicBezTo>
                    <a:pt x="64512" y="30707"/>
                    <a:pt x="64572" y="30608"/>
                    <a:pt x="64552" y="30509"/>
                  </a:cubicBezTo>
                  <a:cubicBezTo>
                    <a:pt x="64535" y="30443"/>
                    <a:pt x="64465" y="30405"/>
                    <a:pt x="64396" y="30405"/>
                  </a:cubicBezTo>
                  <a:close/>
                  <a:moveTo>
                    <a:pt x="59994" y="31567"/>
                  </a:moveTo>
                  <a:cubicBezTo>
                    <a:pt x="59974" y="31567"/>
                    <a:pt x="59952" y="31571"/>
                    <a:pt x="59931" y="31580"/>
                  </a:cubicBezTo>
                  <a:lnTo>
                    <a:pt x="58087" y="32195"/>
                  </a:lnTo>
                  <a:cubicBezTo>
                    <a:pt x="57988" y="32234"/>
                    <a:pt x="57948" y="32333"/>
                    <a:pt x="57988" y="32413"/>
                  </a:cubicBezTo>
                  <a:cubicBezTo>
                    <a:pt x="57988" y="32478"/>
                    <a:pt x="58042" y="32517"/>
                    <a:pt x="58095" y="32517"/>
                  </a:cubicBezTo>
                  <a:cubicBezTo>
                    <a:pt x="58106" y="32517"/>
                    <a:pt x="58116" y="32515"/>
                    <a:pt x="58127" y="32512"/>
                  </a:cubicBezTo>
                  <a:lnTo>
                    <a:pt x="58186" y="32512"/>
                  </a:lnTo>
                  <a:lnTo>
                    <a:pt x="60030" y="31897"/>
                  </a:lnTo>
                  <a:cubicBezTo>
                    <a:pt x="60110" y="31877"/>
                    <a:pt x="60149" y="31778"/>
                    <a:pt x="60129" y="31699"/>
                  </a:cubicBezTo>
                  <a:cubicBezTo>
                    <a:pt x="60129" y="31621"/>
                    <a:pt x="60068" y="31567"/>
                    <a:pt x="59994" y="31567"/>
                  </a:cubicBezTo>
                  <a:close/>
                  <a:moveTo>
                    <a:pt x="55702" y="33154"/>
                  </a:moveTo>
                  <a:cubicBezTo>
                    <a:pt x="55683" y="33154"/>
                    <a:pt x="55665" y="33158"/>
                    <a:pt x="55648" y="33166"/>
                  </a:cubicBezTo>
                  <a:cubicBezTo>
                    <a:pt x="55033" y="33444"/>
                    <a:pt x="54438" y="33741"/>
                    <a:pt x="53863" y="34039"/>
                  </a:cubicBezTo>
                  <a:cubicBezTo>
                    <a:pt x="53783" y="34059"/>
                    <a:pt x="53744" y="34158"/>
                    <a:pt x="53783" y="34237"/>
                  </a:cubicBezTo>
                  <a:cubicBezTo>
                    <a:pt x="53803" y="34297"/>
                    <a:pt x="53863" y="34336"/>
                    <a:pt x="53942" y="34336"/>
                  </a:cubicBezTo>
                  <a:lnTo>
                    <a:pt x="54021" y="34316"/>
                  </a:lnTo>
                  <a:lnTo>
                    <a:pt x="55767" y="33464"/>
                  </a:lnTo>
                  <a:cubicBezTo>
                    <a:pt x="55846" y="33424"/>
                    <a:pt x="55886" y="33345"/>
                    <a:pt x="55846" y="33265"/>
                  </a:cubicBezTo>
                  <a:cubicBezTo>
                    <a:pt x="55830" y="33203"/>
                    <a:pt x="55767" y="33154"/>
                    <a:pt x="55702" y="33154"/>
                  </a:cubicBezTo>
                  <a:close/>
                  <a:moveTo>
                    <a:pt x="51683" y="35303"/>
                  </a:moveTo>
                  <a:cubicBezTo>
                    <a:pt x="51654" y="35303"/>
                    <a:pt x="51626" y="35316"/>
                    <a:pt x="51602" y="35348"/>
                  </a:cubicBezTo>
                  <a:cubicBezTo>
                    <a:pt x="51047" y="35705"/>
                    <a:pt x="50511" y="36081"/>
                    <a:pt x="49996" y="36518"/>
                  </a:cubicBezTo>
                  <a:cubicBezTo>
                    <a:pt x="49916" y="36557"/>
                    <a:pt x="49916" y="36676"/>
                    <a:pt x="49976" y="36736"/>
                  </a:cubicBezTo>
                  <a:lnTo>
                    <a:pt x="50095" y="36795"/>
                  </a:lnTo>
                  <a:lnTo>
                    <a:pt x="50194" y="36756"/>
                  </a:lnTo>
                  <a:cubicBezTo>
                    <a:pt x="50690" y="36359"/>
                    <a:pt x="51245" y="36002"/>
                    <a:pt x="51780" y="35625"/>
                  </a:cubicBezTo>
                  <a:cubicBezTo>
                    <a:pt x="51960" y="35593"/>
                    <a:pt x="51816" y="35303"/>
                    <a:pt x="51683" y="35303"/>
                  </a:cubicBezTo>
                  <a:close/>
                  <a:moveTo>
                    <a:pt x="48182" y="38228"/>
                  </a:moveTo>
                  <a:cubicBezTo>
                    <a:pt x="48145" y="38228"/>
                    <a:pt x="48106" y="38244"/>
                    <a:pt x="48072" y="38283"/>
                  </a:cubicBezTo>
                  <a:lnTo>
                    <a:pt x="47775" y="38580"/>
                  </a:lnTo>
                  <a:cubicBezTo>
                    <a:pt x="47418" y="38937"/>
                    <a:pt x="47100" y="39334"/>
                    <a:pt x="46783" y="39770"/>
                  </a:cubicBezTo>
                  <a:cubicBezTo>
                    <a:pt x="46704" y="39830"/>
                    <a:pt x="46723" y="39929"/>
                    <a:pt x="46803" y="39988"/>
                  </a:cubicBezTo>
                  <a:lnTo>
                    <a:pt x="46902" y="40028"/>
                  </a:lnTo>
                  <a:cubicBezTo>
                    <a:pt x="46942" y="40028"/>
                    <a:pt x="47001" y="40008"/>
                    <a:pt x="47021" y="39968"/>
                  </a:cubicBezTo>
                  <a:cubicBezTo>
                    <a:pt x="47338" y="39572"/>
                    <a:pt x="47675" y="39175"/>
                    <a:pt x="48013" y="38798"/>
                  </a:cubicBezTo>
                  <a:lnTo>
                    <a:pt x="48290" y="38501"/>
                  </a:lnTo>
                  <a:cubicBezTo>
                    <a:pt x="48395" y="38381"/>
                    <a:pt x="48296" y="38228"/>
                    <a:pt x="48182" y="38228"/>
                  </a:cubicBezTo>
                  <a:close/>
                  <a:moveTo>
                    <a:pt x="45430" y="41892"/>
                  </a:moveTo>
                  <a:cubicBezTo>
                    <a:pt x="45373" y="41892"/>
                    <a:pt x="45315" y="41918"/>
                    <a:pt x="45276" y="41971"/>
                  </a:cubicBezTo>
                  <a:cubicBezTo>
                    <a:pt x="44958" y="42546"/>
                    <a:pt x="44661" y="43122"/>
                    <a:pt x="44383" y="43716"/>
                  </a:cubicBezTo>
                  <a:cubicBezTo>
                    <a:pt x="44364" y="43796"/>
                    <a:pt x="44383" y="43895"/>
                    <a:pt x="44463" y="43935"/>
                  </a:cubicBezTo>
                  <a:lnTo>
                    <a:pt x="44542" y="43935"/>
                  </a:lnTo>
                  <a:cubicBezTo>
                    <a:pt x="44602" y="43935"/>
                    <a:pt x="44661" y="43895"/>
                    <a:pt x="44701" y="43855"/>
                  </a:cubicBezTo>
                  <a:cubicBezTo>
                    <a:pt x="44958" y="43260"/>
                    <a:pt x="45256" y="42685"/>
                    <a:pt x="45593" y="42150"/>
                  </a:cubicBezTo>
                  <a:cubicBezTo>
                    <a:pt x="45633" y="42051"/>
                    <a:pt x="45613" y="41952"/>
                    <a:pt x="45514" y="41912"/>
                  </a:cubicBezTo>
                  <a:cubicBezTo>
                    <a:pt x="45487" y="41899"/>
                    <a:pt x="45459" y="41892"/>
                    <a:pt x="45430" y="41892"/>
                  </a:cubicBezTo>
                  <a:close/>
                  <a:moveTo>
                    <a:pt x="43607" y="46032"/>
                  </a:moveTo>
                  <a:cubicBezTo>
                    <a:pt x="43538" y="46032"/>
                    <a:pt x="43464" y="46070"/>
                    <a:pt x="43431" y="46136"/>
                  </a:cubicBezTo>
                  <a:cubicBezTo>
                    <a:pt x="43233" y="46751"/>
                    <a:pt x="43055" y="47365"/>
                    <a:pt x="42876" y="48040"/>
                  </a:cubicBezTo>
                  <a:cubicBezTo>
                    <a:pt x="42876" y="48119"/>
                    <a:pt x="42936" y="48198"/>
                    <a:pt x="43015" y="48238"/>
                  </a:cubicBezTo>
                  <a:lnTo>
                    <a:pt x="43055" y="48238"/>
                  </a:lnTo>
                  <a:cubicBezTo>
                    <a:pt x="43134" y="48238"/>
                    <a:pt x="43194" y="48179"/>
                    <a:pt x="43213" y="48119"/>
                  </a:cubicBezTo>
                  <a:cubicBezTo>
                    <a:pt x="43372" y="47465"/>
                    <a:pt x="43550" y="46850"/>
                    <a:pt x="43749" y="46235"/>
                  </a:cubicBezTo>
                  <a:cubicBezTo>
                    <a:pt x="43769" y="46156"/>
                    <a:pt x="43729" y="46057"/>
                    <a:pt x="43650" y="46037"/>
                  </a:cubicBezTo>
                  <a:cubicBezTo>
                    <a:pt x="43636" y="46033"/>
                    <a:pt x="43622" y="46032"/>
                    <a:pt x="43607" y="46032"/>
                  </a:cubicBezTo>
                  <a:close/>
                  <a:moveTo>
                    <a:pt x="42528" y="50475"/>
                  </a:moveTo>
                  <a:cubicBezTo>
                    <a:pt x="42460" y="50475"/>
                    <a:pt x="42398" y="50529"/>
                    <a:pt x="42380" y="50598"/>
                  </a:cubicBezTo>
                  <a:cubicBezTo>
                    <a:pt x="42281" y="51233"/>
                    <a:pt x="42182" y="51887"/>
                    <a:pt x="42142" y="52561"/>
                  </a:cubicBezTo>
                  <a:cubicBezTo>
                    <a:pt x="42123" y="52641"/>
                    <a:pt x="42202" y="52720"/>
                    <a:pt x="42281" y="52720"/>
                  </a:cubicBezTo>
                  <a:cubicBezTo>
                    <a:pt x="42380" y="52720"/>
                    <a:pt x="42460" y="52680"/>
                    <a:pt x="42460" y="52581"/>
                  </a:cubicBezTo>
                  <a:cubicBezTo>
                    <a:pt x="42539" y="51927"/>
                    <a:pt x="42618" y="51292"/>
                    <a:pt x="42718" y="50638"/>
                  </a:cubicBezTo>
                  <a:cubicBezTo>
                    <a:pt x="42718" y="50558"/>
                    <a:pt x="42638" y="50479"/>
                    <a:pt x="42559" y="50479"/>
                  </a:cubicBezTo>
                  <a:cubicBezTo>
                    <a:pt x="42548" y="50476"/>
                    <a:pt x="42538" y="50475"/>
                    <a:pt x="42528" y="50475"/>
                  </a:cubicBezTo>
                  <a:close/>
                  <a:moveTo>
                    <a:pt x="42142" y="55000"/>
                  </a:moveTo>
                  <a:cubicBezTo>
                    <a:pt x="42063" y="55000"/>
                    <a:pt x="41964" y="55080"/>
                    <a:pt x="41964" y="55159"/>
                  </a:cubicBezTo>
                  <a:lnTo>
                    <a:pt x="41964" y="57142"/>
                  </a:lnTo>
                  <a:cubicBezTo>
                    <a:pt x="41964" y="57222"/>
                    <a:pt x="42023" y="57281"/>
                    <a:pt x="42123" y="57281"/>
                  </a:cubicBezTo>
                  <a:cubicBezTo>
                    <a:pt x="42202" y="57281"/>
                    <a:pt x="42281" y="57202"/>
                    <a:pt x="42281" y="57122"/>
                  </a:cubicBezTo>
                  <a:lnTo>
                    <a:pt x="42281" y="55179"/>
                  </a:lnTo>
                  <a:cubicBezTo>
                    <a:pt x="42301" y="55080"/>
                    <a:pt x="42222" y="55000"/>
                    <a:pt x="42142" y="55000"/>
                  </a:cubicBezTo>
                  <a:close/>
                  <a:moveTo>
                    <a:pt x="42221" y="59619"/>
                  </a:moveTo>
                  <a:cubicBezTo>
                    <a:pt x="42152" y="59619"/>
                    <a:pt x="42084" y="59658"/>
                    <a:pt x="42063" y="59740"/>
                  </a:cubicBezTo>
                  <a:cubicBezTo>
                    <a:pt x="42123" y="60395"/>
                    <a:pt x="42162" y="61029"/>
                    <a:pt x="42242" y="61703"/>
                  </a:cubicBezTo>
                  <a:cubicBezTo>
                    <a:pt x="42242" y="61783"/>
                    <a:pt x="42321" y="61842"/>
                    <a:pt x="42420" y="61842"/>
                  </a:cubicBezTo>
                  <a:cubicBezTo>
                    <a:pt x="42519" y="61822"/>
                    <a:pt x="42579" y="61743"/>
                    <a:pt x="42559" y="61684"/>
                  </a:cubicBezTo>
                  <a:cubicBezTo>
                    <a:pt x="42519" y="61009"/>
                    <a:pt x="42440" y="60355"/>
                    <a:pt x="42380" y="59720"/>
                  </a:cubicBezTo>
                  <a:cubicBezTo>
                    <a:pt x="42352" y="59653"/>
                    <a:pt x="42286" y="59619"/>
                    <a:pt x="42221" y="59619"/>
                  </a:cubicBezTo>
                  <a:close/>
                  <a:moveTo>
                    <a:pt x="42718" y="64103"/>
                  </a:moveTo>
                  <a:cubicBezTo>
                    <a:pt x="42618" y="64123"/>
                    <a:pt x="42559" y="64202"/>
                    <a:pt x="42559" y="64301"/>
                  </a:cubicBezTo>
                  <a:lnTo>
                    <a:pt x="42856" y="66245"/>
                  </a:lnTo>
                  <a:cubicBezTo>
                    <a:pt x="42876" y="66304"/>
                    <a:pt x="42956" y="66364"/>
                    <a:pt x="43035" y="66364"/>
                  </a:cubicBezTo>
                  <a:lnTo>
                    <a:pt x="43055" y="66364"/>
                  </a:lnTo>
                  <a:cubicBezTo>
                    <a:pt x="43134" y="66344"/>
                    <a:pt x="43194" y="66265"/>
                    <a:pt x="43174" y="66185"/>
                  </a:cubicBezTo>
                  <a:lnTo>
                    <a:pt x="42876" y="64262"/>
                  </a:lnTo>
                  <a:cubicBezTo>
                    <a:pt x="42876" y="64163"/>
                    <a:pt x="42797" y="64103"/>
                    <a:pt x="42718" y="64103"/>
                  </a:cubicBezTo>
                  <a:close/>
                  <a:moveTo>
                    <a:pt x="43471" y="68650"/>
                  </a:moveTo>
                  <a:cubicBezTo>
                    <a:pt x="43389" y="68650"/>
                    <a:pt x="43312" y="68709"/>
                    <a:pt x="43312" y="68803"/>
                  </a:cubicBezTo>
                  <a:lnTo>
                    <a:pt x="43610" y="70548"/>
                  </a:lnTo>
                  <a:lnTo>
                    <a:pt x="43650" y="70727"/>
                  </a:lnTo>
                  <a:cubicBezTo>
                    <a:pt x="43650" y="70806"/>
                    <a:pt x="43709" y="70866"/>
                    <a:pt x="43808" y="70866"/>
                  </a:cubicBezTo>
                  <a:lnTo>
                    <a:pt x="43828" y="70866"/>
                  </a:lnTo>
                  <a:cubicBezTo>
                    <a:pt x="43907" y="70846"/>
                    <a:pt x="43967" y="70766"/>
                    <a:pt x="43967" y="70667"/>
                  </a:cubicBezTo>
                  <a:lnTo>
                    <a:pt x="43927" y="70489"/>
                  </a:lnTo>
                  <a:lnTo>
                    <a:pt x="43630" y="68744"/>
                  </a:lnTo>
                  <a:cubicBezTo>
                    <a:pt x="43589" y="68679"/>
                    <a:pt x="43529" y="68650"/>
                    <a:pt x="43471" y="68650"/>
                  </a:cubicBezTo>
                  <a:close/>
                  <a:moveTo>
                    <a:pt x="44225" y="73106"/>
                  </a:moveTo>
                  <a:cubicBezTo>
                    <a:pt x="44126" y="73126"/>
                    <a:pt x="44086" y="73206"/>
                    <a:pt x="44106" y="73305"/>
                  </a:cubicBezTo>
                  <a:cubicBezTo>
                    <a:pt x="44205" y="73939"/>
                    <a:pt x="44324" y="74594"/>
                    <a:pt x="44423" y="75228"/>
                  </a:cubicBezTo>
                  <a:cubicBezTo>
                    <a:pt x="44423" y="75308"/>
                    <a:pt x="44502" y="75367"/>
                    <a:pt x="44562" y="75367"/>
                  </a:cubicBezTo>
                  <a:lnTo>
                    <a:pt x="44602" y="75367"/>
                  </a:lnTo>
                  <a:cubicBezTo>
                    <a:pt x="44681" y="75347"/>
                    <a:pt x="44740" y="75268"/>
                    <a:pt x="44740" y="75189"/>
                  </a:cubicBezTo>
                  <a:cubicBezTo>
                    <a:pt x="44641" y="74534"/>
                    <a:pt x="44522" y="73900"/>
                    <a:pt x="44423" y="73245"/>
                  </a:cubicBezTo>
                  <a:cubicBezTo>
                    <a:pt x="44403" y="73166"/>
                    <a:pt x="44304" y="73106"/>
                    <a:pt x="44225" y="73106"/>
                  </a:cubicBezTo>
                  <a:close/>
                  <a:moveTo>
                    <a:pt x="44939" y="77608"/>
                  </a:moveTo>
                  <a:cubicBezTo>
                    <a:pt x="44840" y="77628"/>
                    <a:pt x="44780" y="77727"/>
                    <a:pt x="44780" y="77806"/>
                  </a:cubicBezTo>
                  <a:cubicBezTo>
                    <a:pt x="44879" y="78481"/>
                    <a:pt x="44958" y="79135"/>
                    <a:pt x="45038" y="79750"/>
                  </a:cubicBezTo>
                  <a:cubicBezTo>
                    <a:pt x="45038" y="79829"/>
                    <a:pt x="45097" y="79889"/>
                    <a:pt x="45177" y="79889"/>
                  </a:cubicBezTo>
                  <a:lnTo>
                    <a:pt x="45216" y="79889"/>
                  </a:lnTo>
                  <a:cubicBezTo>
                    <a:pt x="45296" y="79869"/>
                    <a:pt x="45355" y="79790"/>
                    <a:pt x="45355" y="79690"/>
                  </a:cubicBezTo>
                  <a:cubicBezTo>
                    <a:pt x="45276" y="79076"/>
                    <a:pt x="45216" y="78421"/>
                    <a:pt x="45117" y="77767"/>
                  </a:cubicBezTo>
                  <a:cubicBezTo>
                    <a:pt x="45117" y="77668"/>
                    <a:pt x="45038" y="77608"/>
                    <a:pt x="44939" y="77608"/>
                  </a:cubicBezTo>
                  <a:close/>
                  <a:moveTo>
                    <a:pt x="45415" y="82150"/>
                  </a:moveTo>
                  <a:cubicBezTo>
                    <a:pt x="45335" y="82169"/>
                    <a:pt x="45276" y="82249"/>
                    <a:pt x="45256" y="82328"/>
                  </a:cubicBezTo>
                  <a:cubicBezTo>
                    <a:pt x="45315" y="83002"/>
                    <a:pt x="45335" y="83657"/>
                    <a:pt x="45355" y="84291"/>
                  </a:cubicBezTo>
                  <a:cubicBezTo>
                    <a:pt x="45355" y="84371"/>
                    <a:pt x="45434" y="84430"/>
                    <a:pt x="45514" y="84430"/>
                  </a:cubicBezTo>
                  <a:cubicBezTo>
                    <a:pt x="45593" y="84430"/>
                    <a:pt x="45672" y="84371"/>
                    <a:pt x="45672" y="84291"/>
                  </a:cubicBezTo>
                  <a:cubicBezTo>
                    <a:pt x="45653" y="83637"/>
                    <a:pt x="45633" y="82963"/>
                    <a:pt x="45573" y="82308"/>
                  </a:cubicBezTo>
                  <a:cubicBezTo>
                    <a:pt x="45573" y="82209"/>
                    <a:pt x="45494" y="82150"/>
                    <a:pt x="45415" y="82150"/>
                  </a:cubicBezTo>
                  <a:close/>
                  <a:moveTo>
                    <a:pt x="45514" y="86711"/>
                  </a:moveTo>
                  <a:cubicBezTo>
                    <a:pt x="45415" y="86711"/>
                    <a:pt x="45335" y="86790"/>
                    <a:pt x="45335" y="86889"/>
                  </a:cubicBezTo>
                  <a:cubicBezTo>
                    <a:pt x="45315" y="87524"/>
                    <a:pt x="45256" y="88198"/>
                    <a:pt x="45196" y="88813"/>
                  </a:cubicBezTo>
                  <a:cubicBezTo>
                    <a:pt x="45196" y="88912"/>
                    <a:pt x="45236" y="88991"/>
                    <a:pt x="45335" y="88991"/>
                  </a:cubicBezTo>
                  <a:lnTo>
                    <a:pt x="45355" y="88991"/>
                  </a:lnTo>
                  <a:cubicBezTo>
                    <a:pt x="45434" y="88991"/>
                    <a:pt x="45514" y="88932"/>
                    <a:pt x="45514" y="88852"/>
                  </a:cubicBezTo>
                  <a:cubicBezTo>
                    <a:pt x="45573" y="88218"/>
                    <a:pt x="45633" y="87563"/>
                    <a:pt x="45653" y="86889"/>
                  </a:cubicBezTo>
                  <a:cubicBezTo>
                    <a:pt x="45653" y="86810"/>
                    <a:pt x="45593" y="86731"/>
                    <a:pt x="45514" y="86711"/>
                  </a:cubicBezTo>
                  <a:close/>
                  <a:moveTo>
                    <a:pt x="45018" y="91252"/>
                  </a:moveTo>
                  <a:cubicBezTo>
                    <a:pt x="44919" y="91252"/>
                    <a:pt x="44859" y="91312"/>
                    <a:pt x="44840" y="91391"/>
                  </a:cubicBezTo>
                  <a:cubicBezTo>
                    <a:pt x="44721" y="92025"/>
                    <a:pt x="44602" y="92660"/>
                    <a:pt x="44423" y="93315"/>
                  </a:cubicBezTo>
                  <a:cubicBezTo>
                    <a:pt x="44403" y="93394"/>
                    <a:pt x="44463" y="93473"/>
                    <a:pt x="44542" y="93513"/>
                  </a:cubicBezTo>
                  <a:lnTo>
                    <a:pt x="44602" y="93513"/>
                  </a:lnTo>
                  <a:cubicBezTo>
                    <a:pt x="44661" y="93513"/>
                    <a:pt x="44721" y="93453"/>
                    <a:pt x="44740" y="93374"/>
                  </a:cubicBezTo>
                  <a:cubicBezTo>
                    <a:pt x="44879" y="92739"/>
                    <a:pt x="45038" y="92085"/>
                    <a:pt x="45157" y="91450"/>
                  </a:cubicBezTo>
                  <a:cubicBezTo>
                    <a:pt x="45157" y="91351"/>
                    <a:pt x="45097" y="91272"/>
                    <a:pt x="45018" y="91252"/>
                  </a:cubicBezTo>
                  <a:close/>
                  <a:moveTo>
                    <a:pt x="43854" y="95679"/>
                  </a:moveTo>
                  <a:cubicBezTo>
                    <a:pt x="43788" y="95679"/>
                    <a:pt x="43733" y="95720"/>
                    <a:pt x="43689" y="95793"/>
                  </a:cubicBezTo>
                  <a:cubicBezTo>
                    <a:pt x="43511" y="96408"/>
                    <a:pt x="43273" y="97023"/>
                    <a:pt x="43055" y="97618"/>
                  </a:cubicBezTo>
                  <a:cubicBezTo>
                    <a:pt x="43015" y="97697"/>
                    <a:pt x="43055" y="97796"/>
                    <a:pt x="43134" y="97836"/>
                  </a:cubicBezTo>
                  <a:lnTo>
                    <a:pt x="43213" y="97836"/>
                  </a:lnTo>
                  <a:cubicBezTo>
                    <a:pt x="43273" y="97836"/>
                    <a:pt x="43332" y="97796"/>
                    <a:pt x="43352" y="97737"/>
                  </a:cubicBezTo>
                  <a:cubicBezTo>
                    <a:pt x="43590" y="97122"/>
                    <a:pt x="43828" y="96507"/>
                    <a:pt x="44026" y="95893"/>
                  </a:cubicBezTo>
                  <a:cubicBezTo>
                    <a:pt x="44046" y="95793"/>
                    <a:pt x="44007" y="95714"/>
                    <a:pt x="43927" y="95694"/>
                  </a:cubicBezTo>
                  <a:cubicBezTo>
                    <a:pt x="43902" y="95684"/>
                    <a:pt x="43877" y="95679"/>
                    <a:pt x="43854" y="95679"/>
                  </a:cubicBezTo>
                  <a:close/>
                  <a:moveTo>
                    <a:pt x="42153" y="99929"/>
                  </a:moveTo>
                  <a:cubicBezTo>
                    <a:pt x="42092" y="99929"/>
                    <a:pt x="42030" y="99965"/>
                    <a:pt x="42004" y="100017"/>
                  </a:cubicBezTo>
                  <a:cubicBezTo>
                    <a:pt x="41746" y="100593"/>
                    <a:pt x="41448" y="101188"/>
                    <a:pt x="41111" y="101763"/>
                  </a:cubicBezTo>
                  <a:cubicBezTo>
                    <a:pt x="41091" y="101842"/>
                    <a:pt x="41111" y="101941"/>
                    <a:pt x="41191" y="101981"/>
                  </a:cubicBezTo>
                  <a:lnTo>
                    <a:pt x="41270" y="101981"/>
                  </a:lnTo>
                  <a:cubicBezTo>
                    <a:pt x="41329" y="101981"/>
                    <a:pt x="41389" y="101961"/>
                    <a:pt x="41409" y="101901"/>
                  </a:cubicBezTo>
                  <a:cubicBezTo>
                    <a:pt x="41706" y="101326"/>
                    <a:pt x="42043" y="100751"/>
                    <a:pt x="42301" y="100176"/>
                  </a:cubicBezTo>
                  <a:cubicBezTo>
                    <a:pt x="42341" y="100077"/>
                    <a:pt x="42301" y="99978"/>
                    <a:pt x="42242" y="99958"/>
                  </a:cubicBezTo>
                  <a:cubicBezTo>
                    <a:pt x="42215" y="99938"/>
                    <a:pt x="42184" y="99929"/>
                    <a:pt x="42153" y="99929"/>
                  </a:cubicBezTo>
                  <a:close/>
                  <a:moveTo>
                    <a:pt x="39901" y="103899"/>
                  </a:moveTo>
                  <a:cubicBezTo>
                    <a:pt x="39853" y="103899"/>
                    <a:pt x="39813" y="103923"/>
                    <a:pt x="39802" y="103984"/>
                  </a:cubicBezTo>
                  <a:cubicBezTo>
                    <a:pt x="39465" y="104539"/>
                    <a:pt x="39088" y="105074"/>
                    <a:pt x="38712" y="105630"/>
                  </a:cubicBezTo>
                  <a:cubicBezTo>
                    <a:pt x="38672" y="105709"/>
                    <a:pt x="38692" y="105788"/>
                    <a:pt x="38771" y="105848"/>
                  </a:cubicBezTo>
                  <a:lnTo>
                    <a:pt x="38870" y="105848"/>
                  </a:lnTo>
                  <a:cubicBezTo>
                    <a:pt x="38910" y="105848"/>
                    <a:pt x="38969" y="105828"/>
                    <a:pt x="38989" y="105808"/>
                  </a:cubicBezTo>
                  <a:cubicBezTo>
                    <a:pt x="39366" y="105273"/>
                    <a:pt x="39743" y="104717"/>
                    <a:pt x="40080" y="104162"/>
                  </a:cubicBezTo>
                  <a:cubicBezTo>
                    <a:pt x="40209" y="104062"/>
                    <a:pt x="40027" y="103899"/>
                    <a:pt x="39901" y="103899"/>
                  </a:cubicBezTo>
                  <a:close/>
                  <a:moveTo>
                    <a:pt x="37289" y="107605"/>
                  </a:moveTo>
                  <a:cubicBezTo>
                    <a:pt x="37242" y="107605"/>
                    <a:pt x="37198" y="107620"/>
                    <a:pt x="37165" y="107653"/>
                  </a:cubicBezTo>
                  <a:cubicBezTo>
                    <a:pt x="36768" y="108188"/>
                    <a:pt x="36332" y="108684"/>
                    <a:pt x="35915" y="109180"/>
                  </a:cubicBezTo>
                  <a:cubicBezTo>
                    <a:pt x="35856" y="109239"/>
                    <a:pt x="35876" y="109338"/>
                    <a:pt x="35935" y="109398"/>
                  </a:cubicBezTo>
                  <a:cubicBezTo>
                    <a:pt x="35955" y="109418"/>
                    <a:pt x="35995" y="109437"/>
                    <a:pt x="36034" y="109437"/>
                  </a:cubicBezTo>
                  <a:cubicBezTo>
                    <a:pt x="36094" y="109437"/>
                    <a:pt x="36134" y="109418"/>
                    <a:pt x="36173" y="109378"/>
                  </a:cubicBezTo>
                  <a:cubicBezTo>
                    <a:pt x="36590" y="108882"/>
                    <a:pt x="37026" y="108386"/>
                    <a:pt x="37423" y="107890"/>
                  </a:cubicBezTo>
                  <a:cubicBezTo>
                    <a:pt x="37482" y="107811"/>
                    <a:pt x="37462" y="107692"/>
                    <a:pt x="37403" y="107633"/>
                  </a:cubicBezTo>
                  <a:cubicBezTo>
                    <a:pt x="37367" y="107615"/>
                    <a:pt x="37327" y="107605"/>
                    <a:pt x="37289" y="107605"/>
                  </a:cubicBezTo>
                  <a:close/>
                  <a:moveTo>
                    <a:pt x="34266" y="111031"/>
                  </a:moveTo>
                  <a:cubicBezTo>
                    <a:pt x="34228" y="111031"/>
                    <a:pt x="34188" y="111046"/>
                    <a:pt x="34150" y="111083"/>
                  </a:cubicBezTo>
                  <a:cubicBezTo>
                    <a:pt x="33714" y="111520"/>
                    <a:pt x="33238" y="111996"/>
                    <a:pt x="32742" y="112452"/>
                  </a:cubicBezTo>
                  <a:cubicBezTo>
                    <a:pt x="32683" y="112511"/>
                    <a:pt x="32683" y="112591"/>
                    <a:pt x="32742" y="112670"/>
                  </a:cubicBezTo>
                  <a:lnTo>
                    <a:pt x="32861" y="112709"/>
                  </a:lnTo>
                  <a:lnTo>
                    <a:pt x="32961" y="112670"/>
                  </a:lnTo>
                  <a:cubicBezTo>
                    <a:pt x="33456" y="112214"/>
                    <a:pt x="33932" y="111777"/>
                    <a:pt x="34388" y="111301"/>
                  </a:cubicBezTo>
                  <a:cubicBezTo>
                    <a:pt x="34495" y="111195"/>
                    <a:pt x="34392" y="111031"/>
                    <a:pt x="34266" y="111031"/>
                  </a:cubicBezTo>
                  <a:close/>
                  <a:moveTo>
                    <a:pt x="30919" y="114115"/>
                  </a:moveTo>
                  <a:cubicBezTo>
                    <a:pt x="30883" y="114115"/>
                    <a:pt x="30846" y="114130"/>
                    <a:pt x="30819" y="114157"/>
                  </a:cubicBezTo>
                  <a:lnTo>
                    <a:pt x="29292" y="115367"/>
                  </a:lnTo>
                  <a:cubicBezTo>
                    <a:pt x="29232" y="115426"/>
                    <a:pt x="29193" y="115526"/>
                    <a:pt x="29252" y="115625"/>
                  </a:cubicBezTo>
                  <a:lnTo>
                    <a:pt x="29391" y="115664"/>
                  </a:lnTo>
                  <a:lnTo>
                    <a:pt x="29490" y="115645"/>
                  </a:lnTo>
                  <a:cubicBezTo>
                    <a:pt x="30025" y="115248"/>
                    <a:pt x="30521" y="114831"/>
                    <a:pt x="31017" y="114395"/>
                  </a:cubicBezTo>
                  <a:cubicBezTo>
                    <a:pt x="31077" y="114355"/>
                    <a:pt x="31096" y="114237"/>
                    <a:pt x="31037" y="114177"/>
                  </a:cubicBezTo>
                  <a:cubicBezTo>
                    <a:pt x="31005" y="114135"/>
                    <a:pt x="30962" y="114115"/>
                    <a:pt x="30919" y="114115"/>
                  </a:cubicBezTo>
                  <a:close/>
                  <a:moveTo>
                    <a:pt x="27278" y="116860"/>
                  </a:moveTo>
                  <a:cubicBezTo>
                    <a:pt x="27247" y="116860"/>
                    <a:pt x="27216" y="116876"/>
                    <a:pt x="27190" y="116914"/>
                  </a:cubicBezTo>
                  <a:lnTo>
                    <a:pt x="25563" y="117965"/>
                  </a:lnTo>
                  <a:cubicBezTo>
                    <a:pt x="25484" y="118024"/>
                    <a:pt x="25464" y="118143"/>
                    <a:pt x="25504" y="118223"/>
                  </a:cubicBezTo>
                  <a:cubicBezTo>
                    <a:pt x="25544" y="118262"/>
                    <a:pt x="25603" y="118282"/>
                    <a:pt x="25663" y="118302"/>
                  </a:cubicBezTo>
                  <a:lnTo>
                    <a:pt x="25722" y="118262"/>
                  </a:lnTo>
                  <a:lnTo>
                    <a:pt x="27368" y="117172"/>
                  </a:lnTo>
                  <a:cubicBezTo>
                    <a:pt x="27545" y="117139"/>
                    <a:pt x="27409" y="116860"/>
                    <a:pt x="27278" y="116860"/>
                  </a:cubicBezTo>
                  <a:close/>
                  <a:moveTo>
                    <a:pt x="23367" y="119328"/>
                  </a:moveTo>
                  <a:cubicBezTo>
                    <a:pt x="23353" y="119328"/>
                    <a:pt x="23338" y="119329"/>
                    <a:pt x="23322" y="119333"/>
                  </a:cubicBezTo>
                  <a:lnTo>
                    <a:pt x="21617" y="120245"/>
                  </a:lnTo>
                  <a:cubicBezTo>
                    <a:pt x="21538" y="120305"/>
                    <a:pt x="21518" y="120384"/>
                    <a:pt x="21538" y="120483"/>
                  </a:cubicBezTo>
                  <a:cubicBezTo>
                    <a:pt x="21557" y="120523"/>
                    <a:pt x="21617" y="120563"/>
                    <a:pt x="21696" y="120583"/>
                  </a:cubicBezTo>
                  <a:lnTo>
                    <a:pt x="21756" y="120543"/>
                  </a:lnTo>
                  <a:cubicBezTo>
                    <a:pt x="22351" y="120245"/>
                    <a:pt x="22926" y="119928"/>
                    <a:pt x="23501" y="119611"/>
                  </a:cubicBezTo>
                  <a:cubicBezTo>
                    <a:pt x="23573" y="119485"/>
                    <a:pt x="23499" y="119328"/>
                    <a:pt x="23367" y="119328"/>
                  </a:cubicBezTo>
                  <a:close/>
                  <a:moveTo>
                    <a:pt x="19343" y="121409"/>
                  </a:moveTo>
                  <a:cubicBezTo>
                    <a:pt x="19321" y="121409"/>
                    <a:pt x="19299" y="121411"/>
                    <a:pt x="19277" y="121415"/>
                  </a:cubicBezTo>
                  <a:cubicBezTo>
                    <a:pt x="18722" y="121713"/>
                    <a:pt x="18127" y="121991"/>
                    <a:pt x="17532" y="122229"/>
                  </a:cubicBezTo>
                  <a:cubicBezTo>
                    <a:pt x="17452" y="122288"/>
                    <a:pt x="17413" y="122367"/>
                    <a:pt x="17433" y="122466"/>
                  </a:cubicBezTo>
                  <a:cubicBezTo>
                    <a:pt x="17472" y="122506"/>
                    <a:pt x="17532" y="122546"/>
                    <a:pt x="17591" y="122566"/>
                  </a:cubicBezTo>
                  <a:lnTo>
                    <a:pt x="17651" y="122526"/>
                  </a:lnTo>
                  <a:cubicBezTo>
                    <a:pt x="18246" y="122288"/>
                    <a:pt x="18841" y="122010"/>
                    <a:pt x="19436" y="121713"/>
                  </a:cubicBezTo>
                  <a:cubicBezTo>
                    <a:pt x="19515" y="121673"/>
                    <a:pt x="19535" y="121594"/>
                    <a:pt x="19515" y="121515"/>
                  </a:cubicBezTo>
                  <a:cubicBezTo>
                    <a:pt x="19484" y="121438"/>
                    <a:pt x="19418" y="121409"/>
                    <a:pt x="19343" y="121409"/>
                  </a:cubicBezTo>
                  <a:close/>
                  <a:moveTo>
                    <a:pt x="15196" y="123240"/>
                  </a:moveTo>
                  <a:cubicBezTo>
                    <a:pt x="15167" y="123240"/>
                    <a:pt x="15139" y="123247"/>
                    <a:pt x="15112" y="123260"/>
                  </a:cubicBezTo>
                  <a:lnTo>
                    <a:pt x="13288" y="123954"/>
                  </a:lnTo>
                  <a:cubicBezTo>
                    <a:pt x="13208" y="123974"/>
                    <a:pt x="13169" y="124053"/>
                    <a:pt x="13189" y="124152"/>
                  </a:cubicBezTo>
                  <a:cubicBezTo>
                    <a:pt x="13208" y="124212"/>
                    <a:pt x="13288" y="124271"/>
                    <a:pt x="13367" y="124271"/>
                  </a:cubicBezTo>
                  <a:lnTo>
                    <a:pt x="13407" y="124251"/>
                  </a:lnTo>
                  <a:lnTo>
                    <a:pt x="15251" y="123557"/>
                  </a:lnTo>
                  <a:cubicBezTo>
                    <a:pt x="15330" y="123498"/>
                    <a:pt x="15370" y="123418"/>
                    <a:pt x="15350" y="123319"/>
                  </a:cubicBezTo>
                  <a:cubicBezTo>
                    <a:pt x="15311" y="123266"/>
                    <a:pt x="15253" y="123240"/>
                    <a:pt x="15196" y="123240"/>
                  </a:cubicBezTo>
                  <a:close/>
                  <a:moveTo>
                    <a:pt x="10871" y="124782"/>
                  </a:moveTo>
                  <a:cubicBezTo>
                    <a:pt x="10857" y="124782"/>
                    <a:pt x="10842" y="124783"/>
                    <a:pt x="10829" y="124787"/>
                  </a:cubicBezTo>
                  <a:lnTo>
                    <a:pt x="8965" y="125382"/>
                  </a:lnTo>
                  <a:cubicBezTo>
                    <a:pt x="8885" y="125421"/>
                    <a:pt x="8846" y="125501"/>
                    <a:pt x="8865" y="125580"/>
                  </a:cubicBezTo>
                  <a:cubicBezTo>
                    <a:pt x="8885" y="125659"/>
                    <a:pt x="8945" y="125699"/>
                    <a:pt x="9024" y="125699"/>
                  </a:cubicBezTo>
                  <a:lnTo>
                    <a:pt x="9064" y="125699"/>
                  </a:lnTo>
                  <a:lnTo>
                    <a:pt x="10928" y="125104"/>
                  </a:lnTo>
                  <a:cubicBezTo>
                    <a:pt x="11027" y="125084"/>
                    <a:pt x="11087" y="124985"/>
                    <a:pt x="11047" y="124886"/>
                  </a:cubicBezTo>
                  <a:cubicBezTo>
                    <a:pt x="11014" y="124820"/>
                    <a:pt x="10940" y="124782"/>
                    <a:pt x="10871" y="124782"/>
                  </a:cubicBezTo>
                  <a:close/>
                  <a:moveTo>
                    <a:pt x="6503" y="126092"/>
                  </a:moveTo>
                  <a:cubicBezTo>
                    <a:pt x="6491" y="126092"/>
                    <a:pt x="6479" y="126093"/>
                    <a:pt x="6466" y="126096"/>
                  </a:cubicBezTo>
                  <a:lnTo>
                    <a:pt x="4582" y="126591"/>
                  </a:lnTo>
                  <a:cubicBezTo>
                    <a:pt x="4503" y="126611"/>
                    <a:pt x="4443" y="126710"/>
                    <a:pt x="4463" y="126790"/>
                  </a:cubicBezTo>
                  <a:cubicBezTo>
                    <a:pt x="4483" y="126869"/>
                    <a:pt x="4562" y="126909"/>
                    <a:pt x="4641" y="126929"/>
                  </a:cubicBezTo>
                  <a:lnTo>
                    <a:pt x="4661" y="126929"/>
                  </a:lnTo>
                  <a:lnTo>
                    <a:pt x="6565" y="126433"/>
                  </a:lnTo>
                  <a:cubicBezTo>
                    <a:pt x="6644" y="126393"/>
                    <a:pt x="6684" y="126314"/>
                    <a:pt x="6664" y="126234"/>
                  </a:cubicBezTo>
                  <a:cubicBezTo>
                    <a:pt x="6647" y="126148"/>
                    <a:pt x="6584" y="126092"/>
                    <a:pt x="6503" y="126092"/>
                  </a:cubicBezTo>
                  <a:close/>
                  <a:moveTo>
                    <a:pt x="2103" y="127221"/>
                  </a:moveTo>
                  <a:cubicBezTo>
                    <a:pt x="2090" y="127221"/>
                    <a:pt x="2076" y="127223"/>
                    <a:pt x="2063" y="127226"/>
                  </a:cubicBezTo>
                  <a:lnTo>
                    <a:pt x="140" y="127623"/>
                  </a:lnTo>
                  <a:cubicBezTo>
                    <a:pt x="60" y="127642"/>
                    <a:pt x="1" y="127722"/>
                    <a:pt x="21" y="127821"/>
                  </a:cubicBezTo>
                  <a:cubicBezTo>
                    <a:pt x="40" y="127880"/>
                    <a:pt x="100" y="127940"/>
                    <a:pt x="179" y="127940"/>
                  </a:cubicBezTo>
                  <a:lnTo>
                    <a:pt x="199" y="127940"/>
                  </a:lnTo>
                  <a:lnTo>
                    <a:pt x="2123" y="127523"/>
                  </a:lnTo>
                  <a:cubicBezTo>
                    <a:pt x="2202" y="127523"/>
                    <a:pt x="2262" y="127424"/>
                    <a:pt x="2262" y="127345"/>
                  </a:cubicBezTo>
                  <a:cubicBezTo>
                    <a:pt x="2229" y="127262"/>
                    <a:pt x="2168" y="127221"/>
                    <a:pt x="2103" y="127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521" name="Google Shape;4521;p69"/>
          <p:cNvGrpSpPr/>
          <p:nvPr/>
        </p:nvGrpSpPr>
        <p:grpSpPr>
          <a:xfrm flipH="1">
            <a:off x="7386096" y="-70"/>
            <a:ext cx="1091382" cy="1155725"/>
            <a:chOff x="2958275" y="539500"/>
            <a:chExt cx="1091382" cy="1155725"/>
          </a:xfrm>
        </p:grpSpPr>
        <p:grpSp>
          <p:nvGrpSpPr>
            <p:cNvPr id="4522" name="Google Shape;4522;p69"/>
            <p:cNvGrpSpPr/>
            <p:nvPr/>
          </p:nvGrpSpPr>
          <p:grpSpPr>
            <a:xfrm>
              <a:off x="3170379" y="1212137"/>
              <a:ext cx="879278" cy="483088"/>
              <a:chOff x="2296950" y="3661600"/>
              <a:chExt cx="616475" cy="338700"/>
            </a:xfrm>
          </p:grpSpPr>
          <p:sp>
            <p:nvSpPr>
              <p:cNvPr id="4523" name="Google Shape;4523;p69"/>
              <p:cNvSpPr/>
              <p:nvPr/>
            </p:nvSpPr>
            <p:spPr>
              <a:xfrm>
                <a:off x="2510075" y="3661600"/>
                <a:ext cx="402675" cy="97750"/>
              </a:xfrm>
              <a:custGeom>
                <a:avLst/>
                <a:gdLst/>
                <a:ahLst/>
                <a:cxnLst/>
                <a:rect l="l" t="t" r="r" b="b"/>
                <a:pathLst>
                  <a:path w="16107" h="3910" extrusionOk="0">
                    <a:moveTo>
                      <a:pt x="4306" y="700"/>
                    </a:moveTo>
                    <a:lnTo>
                      <a:pt x="13180" y="2635"/>
                    </a:lnTo>
                    <a:lnTo>
                      <a:pt x="1346" y="3189"/>
                    </a:lnTo>
                    <a:lnTo>
                      <a:pt x="4306" y="700"/>
                    </a:lnTo>
                    <a:close/>
                    <a:moveTo>
                      <a:pt x="4216" y="0"/>
                    </a:moveTo>
                    <a:cubicBezTo>
                      <a:pt x="4136" y="0"/>
                      <a:pt x="4058" y="29"/>
                      <a:pt x="3998" y="83"/>
                    </a:cubicBezTo>
                    <a:lnTo>
                      <a:pt x="152" y="3314"/>
                    </a:lnTo>
                    <a:cubicBezTo>
                      <a:pt x="42" y="3405"/>
                      <a:pt x="0" y="3560"/>
                      <a:pt x="56" y="3696"/>
                    </a:cubicBezTo>
                    <a:cubicBezTo>
                      <a:pt x="103" y="3823"/>
                      <a:pt x="227" y="3909"/>
                      <a:pt x="368" y="3909"/>
                    </a:cubicBezTo>
                    <a:lnTo>
                      <a:pt x="385" y="3909"/>
                    </a:lnTo>
                    <a:lnTo>
                      <a:pt x="15768" y="3189"/>
                    </a:lnTo>
                    <a:cubicBezTo>
                      <a:pt x="15937" y="3184"/>
                      <a:pt x="16078" y="3051"/>
                      <a:pt x="16092" y="2882"/>
                    </a:cubicBezTo>
                    <a:cubicBezTo>
                      <a:pt x="16106" y="2713"/>
                      <a:pt x="15990" y="2558"/>
                      <a:pt x="15824" y="2525"/>
                    </a:cubicBezTo>
                    <a:lnTo>
                      <a:pt x="4286" y="8"/>
                    </a:lnTo>
                    <a:cubicBezTo>
                      <a:pt x="4263" y="3"/>
                      <a:pt x="4240" y="0"/>
                      <a:pt x="42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69"/>
              <p:cNvSpPr/>
              <p:nvPr/>
            </p:nvSpPr>
            <p:spPr>
              <a:xfrm>
                <a:off x="2296950" y="3724500"/>
                <a:ext cx="616275" cy="210650"/>
              </a:xfrm>
              <a:custGeom>
                <a:avLst/>
                <a:gdLst/>
                <a:ahLst/>
                <a:cxnLst/>
                <a:rect l="l" t="t" r="r" b="b"/>
                <a:pathLst>
                  <a:path w="24651" h="8426" extrusionOk="0">
                    <a:moveTo>
                      <a:pt x="20027" y="1363"/>
                    </a:moveTo>
                    <a:lnTo>
                      <a:pt x="2334" y="7100"/>
                    </a:lnTo>
                    <a:lnTo>
                      <a:pt x="7528" y="3373"/>
                    </a:lnTo>
                    <a:lnTo>
                      <a:pt x="20027" y="1363"/>
                    </a:lnTo>
                    <a:close/>
                    <a:moveTo>
                      <a:pt x="24283" y="1"/>
                    </a:moveTo>
                    <a:cubicBezTo>
                      <a:pt x="24264" y="1"/>
                      <a:pt x="24244" y="3"/>
                      <a:pt x="24224" y="6"/>
                    </a:cubicBezTo>
                    <a:lnTo>
                      <a:pt x="7346" y="2722"/>
                    </a:lnTo>
                    <a:cubicBezTo>
                      <a:pt x="7293" y="2730"/>
                      <a:pt x="7243" y="2750"/>
                      <a:pt x="7204" y="2780"/>
                    </a:cubicBezTo>
                    <a:lnTo>
                      <a:pt x="180" y="7817"/>
                    </a:lnTo>
                    <a:cubicBezTo>
                      <a:pt x="44" y="7914"/>
                      <a:pt x="0" y="8094"/>
                      <a:pt x="78" y="8243"/>
                    </a:cubicBezTo>
                    <a:cubicBezTo>
                      <a:pt x="136" y="8354"/>
                      <a:pt x="252" y="8426"/>
                      <a:pt x="379" y="8426"/>
                    </a:cubicBezTo>
                    <a:cubicBezTo>
                      <a:pt x="413" y="8426"/>
                      <a:pt x="449" y="8420"/>
                      <a:pt x="482" y="8409"/>
                    </a:cubicBezTo>
                    <a:lnTo>
                      <a:pt x="24385" y="657"/>
                    </a:lnTo>
                    <a:cubicBezTo>
                      <a:pt x="24551" y="601"/>
                      <a:pt x="24651" y="427"/>
                      <a:pt x="24606" y="255"/>
                    </a:cubicBezTo>
                    <a:cubicBezTo>
                      <a:pt x="24569" y="103"/>
                      <a:pt x="24435" y="1"/>
                      <a:pt x="242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69"/>
              <p:cNvSpPr/>
              <p:nvPr/>
            </p:nvSpPr>
            <p:spPr>
              <a:xfrm>
                <a:off x="2510825" y="3724575"/>
                <a:ext cx="401925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16077" h="3146" extrusionOk="0">
                    <a:moveTo>
                      <a:pt x="9783" y="950"/>
                    </a:moveTo>
                    <a:lnTo>
                      <a:pt x="676" y="2415"/>
                    </a:lnTo>
                    <a:lnTo>
                      <a:pt x="676" y="1376"/>
                    </a:lnTo>
                    <a:lnTo>
                      <a:pt x="9783" y="950"/>
                    </a:lnTo>
                    <a:close/>
                    <a:moveTo>
                      <a:pt x="15719" y="0"/>
                    </a:moveTo>
                    <a:cubicBezTo>
                      <a:pt x="15715" y="0"/>
                      <a:pt x="15712" y="0"/>
                      <a:pt x="15708" y="0"/>
                    </a:cubicBezTo>
                    <a:lnTo>
                      <a:pt x="325" y="720"/>
                    </a:lnTo>
                    <a:cubicBezTo>
                      <a:pt x="142" y="726"/>
                      <a:pt x="1" y="875"/>
                      <a:pt x="1" y="1055"/>
                    </a:cubicBezTo>
                    <a:lnTo>
                      <a:pt x="1" y="2811"/>
                    </a:lnTo>
                    <a:cubicBezTo>
                      <a:pt x="1" y="2907"/>
                      <a:pt x="42" y="3002"/>
                      <a:pt x="120" y="3065"/>
                    </a:cubicBezTo>
                    <a:cubicBezTo>
                      <a:pt x="181" y="3118"/>
                      <a:pt x="258" y="3146"/>
                      <a:pt x="338" y="3146"/>
                    </a:cubicBezTo>
                    <a:lnTo>
                      <a:pt x="394" y="3143"/>
                    </a:lnTo>
                    <a:lnTo>
                      <a:pt x="15777" y="667"/>
                    </a:lnTo>
                    <a:cubicBezTo>
                      <a:pt x="15954" y="640"/>
                      <a:pt x="16076" y="476"/>
                      <a:pt x="16057" y="299"/>
                    </a:cubicBezTo>
                    <a:cubicBezTo>
                      <a:pt x="16035" y="128"/>
                      <a:pt x="15891" y="0"/>
                      <a:pt x="157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69"/>
              <p:cNvSpPr/>
              <p:nvPr/>
            </p:nvSpPr>
            <p:spPr>
              <a:xfrm>
                <a:off x="2482025" y="3724450"/>
                <a:ext cx="431400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11034" extrusionOk="0">
                    <a:moveTo>
                      <a:pt x="14387" y="1500"/>
                    </a:moveTo>
                    <a:lnTo>
                      <a:pt x="676" y="10089"/>
                    </a:lnTo>
                    <a:lnTo>
                      <a:pt x="676" y="5947"/>
                    </a:lnTo>
                    <a:lnTo>
                      <a:pt x="14387" y="1500"/>
                    </a:lnTo>
                    <a:close/>
                    <a:moveTo>
                      <a:pt x="16882" y="1"/>
                    </a:moveTo>
                    <a:cubicBezTo>
                      <a:pt x="16846" y="1"/>
                      <a:pt x="16810" y="7"/>
                      <a:pt x="16774" y="19"/>
                    </a:cubicBezTo>
                    <a:lnTo>
                      <a:pt x="236" y="5382"/>
                    </a:lnTo>
                    <a:cubicBezTo>
                      <a:pt x="98" y="5426"/>
                      <a:pt x="4" y="5554"/>
                      <a:pt x="1" y="5701"/>
                    </a:cubicBezTo>
                    <a:lnTo>
                      <a:pt x="1" y="10695"/>
                    </a:lnTo>
                    <a:cubicBezTo>
                      <a:pt x="1" y="10817"/>
                      <a:pt x="70" y="10931"/>
                      <a:pt x="178" y="10989"/>
                    </a:cubicBezTo>
                    <a:cubicBezTo>
                      <a:pt x="222" y="11017"/>
                      <a:pt x="275" y="11034"/>
                      <a:pt x="329" y="11034"/>
                    </a:cubicBezTo>
                    <a:cubicBezTo>
                      <a:pt x="333" y="11034"/>
                      <a:pt x="337" y="11033"/>
                      <a:pt x="341" y="11033"/>
                    </a:cubicBezTo>
                    <a:cubicBezTo>
                      <a:pt x="402" y="11033"/>
                      <a:pt x="463" y="11017"/>
                      <a:pt x="516" y="10983"/>
                    </a:cubicBezTo>
                    <a:lnTo>
                      <a:pt x="17054" y="623"/>
                    </a:lnTo>
                    <a:cubicBezTo>
                      <a:pt x="17200" y="534"/>
                      <a:pt x="17256" y="351"/>
                      <a:pt x="17184" y="196"/>
                    </a:cubicBezTo>
                    <a:cubicBezTo>
                      <a:pt x="17128" y="73"/>
                      <a:pt x="17008" y="1"/>
                      <a:pt x="16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27" name="Google Shape;4527;p69"/>
            <p:cNvSpPr/>
            <p:nvPr/>
          </p:nvSpPr>
          <p:spPr>
            <a:xfrm>
              <a:off x="2958275" y="539500"/>
              <a:ext cx="562425" cy="897575"/>
            </a:xfrm>
            <a:custGeom>
              <a:avLst/>
              <a:gdLst/>
              <a:ahLst/>
              <a:cxnLst/>
              <a:rect l="l" t="t" r="r" b="b"/>
              <a:pathLst>
                <a:path w="22497" h="35903" extrusionOk="0">
                  <a:moveTo>
                    <a:pt x="20015" y="1"/>
                  </a:moveTo>
                  <a:cubicBezTo>
                    <a:pt x="19867" y="1"/>
                    <a:pt x="19729" y="176"/>
                    <a:pt x="19849" y="335"/>
                  </a:cubicBezTo>
                  <a:cubicBezTo>
                    <a:pt x="20176" y="761"/>
                    <a:pt x="20470" y="1210"/>
                    <a:pt x="20733" y="1680"/>
                  </a:cubicBezTo>
                  <a:cubicBezTo>
                    <a:pt x="20766" y="1747"/>
                    <a:pt x="20832" y="1788"/>
                    <a:pt x="20907" y="1788"/>
                  </a:cubicBezTo>
                  <a:cubicBezTo>
                    <a:pt x="20943" y="1788"/>
                    <a:pt x="20976" y="1777"/>
                    <a:pt x="21010" y="1761"/>
                  </a:cubicBezTo>
                  <a:cubicBezTo>
                    <a:pt x="21109" y="1705"/>
                    <a:pt x="21145" y="1581"/>
                    <a:pt x="21087" y="1484"/>
                  </a:cubicBezTo>
                  <a:cubicBezTo>
                    <a:pt x="20818" y="994"/>
                    <a:pt x="20514" y="526"/>
                    <a:pt x="20173" y="86"/>
                  </a:cubicBezTo>
                  <a:cubicBezTo>
                    <a:pt x="20128" y="26"/>
                    <a:pt x="20071" y="1"/>
                    <a:pt x="20015" y="1"/>
                  </a:cubicBezTo>
                  <a:close/>
                  <a:moveTo>
                    <a:pt x="22064" y="4439"/>
                  </a:moveTo>
                  <a:cubicBezTo>
                    <a:pt x="22050" y="4439"/>
                    <a:pt x="22035" y="4440"/>
                    <a:pt x="22020" y="4444"/>
                  </a:cubicBezTo>
                  <a:cubicBezTo>
                    <a:pt x="21909" y="4469"/>
                    <a:pt x="21837" y="4577"/>
                    <a:pt x="21860" y="4687"/>
                  </a:cubicBezTo>
                  <a:cubicBezTo>
                    <a:pt x="21973" y="5213"/>
                    <a:pt x="22048" y="5745"/>
                    <a:pt x="22081" y="6279"/>
                  </a:cubicBezTo>
                  <a:cubicBezTo>
                    <a:pt x="22087" y="6390"/>
                    <a:pt x="22175" y="6473"/>
                    <a:pt x="22286" y="6473"/>
                  </a:cubicBezTo>
                  <a:lnTo>
                    <a:pt x="22300" y="6473"/>
                  </a:lnTo>
                  <a:cubicBezTo>
                    <a:pt x="22413" y="6468"/>
                    <a:pt x="22496" y="6368"/>
                    <a:pt x="22491" y="6257"/>
                  </a:cubicBezTo>
                  <a:cubicBezTo>
                    <a:pt x="22455" y="5701"/>
                    <a:pt x="22380" y="5147"/>
                    <a:pt x="22261" y="4601"/>
                  </a:cubicBezTo>
                  <a:cubicBezTo>
                    <a:pt x="22242" y="4506"/>
                    <a:pt x="22158" y="4439"/>
                    <a:pt x="22064" y="4439"/>
                  </a:cubicBezTo>
                  <a:close/>
                  <a:moveTo>
                    <a:pt x="21969" y="9334"/>
                  </a:moveTo>
                  <a:cubicBezTo>
                    <a:pt x="21889" y="9334"/>
                    <a:pt x="21810" y="9377"/>
                    <a:pt x="21776" y="9475"/>
                  </a:cubicBezTo>
                  <a:cubicBezTo>
                    <a:pt x="21646" y="9998"/>
                    <a:pt x="21477" y="10507"/>
                    <a:pt x="21273" y="11006"/>
                  </a:cubicBezTo>
                  <a:cubicBezTo>
                    <a:pt x="21228" y="11108"/>
                    <a:pt x="21278" y="11227"/>
                    <a:pt x="21383" y="11271"/>
                  </a:cubicBezTo>
                  <a:cubicBezTo>
                    <a:pt x="21408" y="11283"/>
                    <a:pt x="21433" y="11288"/>
                    <a:pt x="21461" y="11288"/>
                  </a:cubicBezTo>
                  <a:cubicBezTo>
                    <a:pt x="21544" y="11285"/>
                    <a:pt x="21619" y="11235"/>
                    <a:pt x="21652" y="11161"/>
                  </a:cubicBezTo>
                  <a:cubicBezTo>
                    <a:pt x="21862" y="10643"/>
                    <a:pt x="22039" y="10114"/>
                    <a:pt x="22178" y="9574"/>
                  </a:cubicBezTo>
                  <a:cubicBezTo>
                    <a:pt x="22203" y="9426"/>
                    <a:pt x="22086" y="9334"/>
                    <a:pt x="21969" y="9334"/>
                  </a:cubicBezTo>
                  <a:close/>
                  <a:moveTo>
                    <a:pt x="19769" y="13698"/>
                  </a:moveTo>
                  <a:cubicBezTo>
                    <a:pt x="19720" y="13698"/>
                    <a:pt x="19669" y="13717"/>
                    <a:pt x="19625" y="13761"/>
                  </a:cubicBezTo>
                  <a:cubicBezTo>
                    <a:pt x="19285" y="14176"/>
                    <a:pt x="18914" y="14564"/>
                    <a:pt x="18512" y="14921"/>
                  </a:cubicBezTo>
                  <a:cubicBezTo>
                    <a:pt x="18376" y="15051"/>
                    <a:pt x="18465" y="15281"/>
                    <a:pt x="18651" y="15283"/>
                  </a:cubicBezTo>
                  <a:cubicBezTo>
                    <a:pt x="18700" y="15283"/>
                    <a:pt x="18750" y="15264"/>
                    <a:pt x="18786" y="15231"/>
                  </a:cubicBezTo>
                  <a:cubicBezTo>
                    <a:pt x="19201" y="14857"/>
                    <a:pt x="19589" y="14453"/>
                    <a:pt x="19944" y="14021"/>
                  </a:cubicBezTo>
                  <a:cubicBezTo>
                    <a:pt x="20045" y="13865"/>
                    <a:pt x="19915" y="13698"/>
                    <a:pt x="19769" y="13698"/>
                  </a:cubicBezTo>
                  <a:close/>
                  <a:moveTo>
                    <a:pt x="15938" y="16706"/>
                  </a:moveTo>
                  <a:cubicBezTo>
                    <a:pt x="15907" y="16706"/>
                    <a:pt x="15875" y="16713"/>
                    <a:pt x="15846" y="16729"/>
                  </a:cubicBezTo>
                  <a:cubicBezTo>
                    <a:pt x="15389" y="16967"/>
                    <a:pt x="14907" y="17194"/>
                    <a:pt x="14370" y="17418"/>
                  </a:cubicBezTo>
                  <a:cubicBezTo>
                    <a:pt x="14265" y="17460"/>
                    <a:pt x="14215" y="17579"/>
                    <a:pt x="14259" y="17684"/>
                  </a:cubicBezTo>
                  <a:cubicBezTo>
                    <a:pt x="14292" y="17761"/>
                    <a:pt x="14367" y="17811"/>
                    <a:pt x="14450" y="17811"/>
                  </a:cubicBezTo>
                  <a:cubicBezTo>
                    <a:pt x="14478" y="17811"/>
                    <a:pt x="14503" y="17806"/>
                    <a:pt x="14531" y="17795"/>
                  </a:cubicBezTo>
                  <a:cubicBezTo>
                    <a:pt x="15076" y="17568"/>
                    <a:pt x="15569" y="17338"/>
                    <a:pt x="16031" y="17097"/>
                  </a:cubicBezTo>
                  <a:cubicBezTo>
                    <a:pt x="16134" y="17044"/>
                    <a:pt x="16172" y="16920"/>
                    <a:pt x="16120" y="16820"/>
                  </a:cubicBezTo>
                  <a:cubicBezTo>
                    <a:pt x="16085" y="16748"/>
                    <a:pt x="16012" y="16706"/>
                    <a:pt x="15938" y="16706"/>
                  </a:cubicBezTo>
                  <a:close/>
                  <a:moveTo>
                    <a:pt x="11369" y="18532"/>
                  </a:moveTo>
                  <a:cubicBezTo>
                    <a:pt x="11348" y="18532"/>
                    <a:pt x="11326" y="18535"/>
                    <a:pt x="11305" y="18542"/>
                  </a:cubicBezTo>
                  <a:lnTo>
                    <a:pt x="10782" y="18714"/>
                  </a:lnTo>
                  <a:lnTo>
                    <a:pt x="9743" y="19060"/>
                  </a:lnTo>
                  <a:cubicBezTo>
                    <a:pt x="9533" y="19143"/>
                    <a:pt x="9583" y="19453"/>
                    <a:pt x="9807" y="19462"/>
                  </a:cubicBezTo>
                  <a:cubicBezTo>
                    <a:pt x="9832" y="19462"/>
                    <a:pt x="9854" y="19459"/>
                    <a:pt x="9879" y="19453"/>
                  </a:cubicBezTo>
                  <a:lnTo>
                    <a:pt x="10912" y="19102"/>
                  </a:lnTo>
                  <a:lnTo>
                    <a:pt x="11432" y="18930"/>
                  </a:lnTo>
                  <a:cubicBezTo>
                    <a:pt x="11538" y="18894"/>
                    <a:pt x="11598" y="18778"/>
                    <a:pt x="11562" y="18670"/>
                  </a:cubicBezTo>
                  <a:cubicBezTo>
                    <a:pt x="11534" y="18586"/>
                    <a:pt x="11454" y="18532"/>
                    <a:pt x="11369" y="18532"/>
                  </a:cubicBezTo>
                  <a:close/>
                  <a:moveTo>
                    <a:pt x="6751" y="20236"/>
                  </a:moveTo>
                  <a:cubicBezTo>
                    <a:pt x="6722" y="20236"/>
                    <a:pt x="6691" y="20242"/>
                    <a:pt x="6662" y="20256"/>
                  </a:cubicBezTo>
                  <a:cubicBezTo>
                    <a:pt x="6141" y="20494"/>
                    <a:pt x="5646" y="20752"/>
                    <a:pt x="5186" y="21009"/>
                  </a:cubicBezTo>
                  <a:cubicBezTo>
                    <a:pt x="5086" y="21067"/>
                    <a:pt x="5053" y="21192"/>
                    <a:pt x="5108" y="21289"/>
                  </a:cubicBezTo>
                  <a:cubicBezTo>
                    <a:pt x="5143" y="21353"/>
                    <a:pt x="5209" y="21394"/>
                    <a:pt x="5281" y="21394"/>
                  </a:cubicBezTo>
                  <a:cubicBezTo>
                    <a:pt x="5284" y="21394"/>
                    <a:pt x="5286" y="21394"/>
                    <a:pt x="5288" y="21394"/>
                  </a:cubicBezTo>
                  <a:cubicBezTo>
                    <a:pt x="5324" y="21394"/>
                    <a:pt x="5358" y="21386"/>
                    <a:pt x="5388" y="21369"/>
                  </a:cubicBezTo>
                  <a:cubicBezTo>
                    <a:pt x="5837" y="21114"/>
                    <a:pt x="6324" y="20865"/>
                    <a:pt x="6836" y="20630"/>
                  </a:cubicBezTo>
                  <a:cubicBezTo>
                    <a:pt x="6936" y="20580"/>
                    <a:pt x="6980" y="20458"/>
                    <a:pt x="6936" y="20356"/>
                  </a:cubicBezTo>
                  <a:cubicBezTo>
                    <a:pt x="6902" y="20280"/>
                    <a:pt x="6829" y="20236"/>
                    <a:pt x="6751" y="20236"/>
                  </a:cubicBezTo>
                  <a:close/>
                  <a:moveTo>
                    <a:pt x="2649" y="22927"/>
                  </a:moveTo>
                  <a:cubicBezTo>
                    <a:pt x="2598" y="22927"/>
                    <a:pt x="2547" y="22945"/>
                    <a:pt x="2506" y="22983"/>
                  </a:cubicBezTo>
                  <a:cubicBezTo>
                    <a:pt x="2104" y="23374"/>
                    <a:pt x="1736" y="23797"/>
                    <a:pt x="1409" y="24254"/>
                  </a:cubicBezTo>
                  <a:cubicBezTo>
                    <a:pt x="1343" y="24346"/>
                    <a:pt x="1365" y="24470"/>
                    <a:pt x="1456" y="24537"/>
                  </a:cubicBezTo>
                  <a:cubicBezTo>
                    <a:pt x="1492" y="24562"/>
                    <a:pt x="1534" y="24575"/>
                    <a:pt x="1578" y="24575"/>
                  </a:cubicBezTo>
                  <a:cubicBezTo>
                    <a:pt x="1645" y="24575"/>
                    <a:pt x="1706" y="24545"/>
                    <a:pt x="1744" y="24492"/>
                  </a:cubicBezTo>
                  <a:cubicBezTo>
                    <a:pt x="2057" y="24058"/>
                    <a:pt x="2406" y="23651"/>
                    <a:pt x="2788" y="23277"/>
                  </a:cubicBezTo>
                  <a:cubicBezTo>
                    <a:pt x="2871" y="23199"/>
                    <a:pt x="2874" y="23069"/>
                    <a:pt x="2796" y="22986"/>
                  </a:cubicBezTo>
                  <a:cubicBezTo>
                    <a:pt x="2756" y="22947"/>
                    <a:pt x="2703" y="22927"/>
                    <a:pt x="2649" y="22927"/>
                  </a:cubicBezTo>
                  <a:close/>
                  <a:moveTo>
                    <a:pt x="304" y="27162"/>
                  </a:moveTo>
                  <a:cubicBezTo>
                    <a:pt x="205" y="27162"/>
                    <a:pt x="117" y="27233"/>
                    <a:pt x="100" y="27333"/>
                  </a:cubicBezTo>
                  <a:cubicBezTo>
                    <a:pt x="33" y="27735"/>
                    <a:pt x="0" y="28139"/>
                    <a:pt x="0" y="28546"/>
                  </a:cubicBezTo>
                  <a:cubicBezTo>
                    <a:pt x="0" y="28701"/>
                    <a:pt x="3" y="28859"/>
                    <a:pt x="14" y="29017"/>
                  </a:cubicBezTo>
                  <a:cubicBezTo>
                    <a:pt x="22" y="29122"/>
                    <a:pt x="111" y="29208"/>
                    <a:pt x="219" y="29210"/>
                  </a:cubicBezTo>
                  <a:lnTo>
                    <a:pt x="233" y="29205"/>
                  </a:lnTo>
                  <a:cubicBezTo>
                    <a:pt x="346" y="29199"/>
                    <a:pt x="432" y="29105"/>
                    <a:pt x="426" y="28992"/>
                  </a:cubicBezTo>
                  <a:cubicBezTo>
                    <a:pt x="415" y="28842"/>
                    <a:pt x="410" y="28693"/>
                    <a:pt x="413" y="28546"/>
                  </a:cubicBezTo>
                  <a:cubicBezTo>
                    <a:pt x="413" y="28161"/>
                    <a:pt x="443" y="27779"/>
                    <a:pt x="507" y="27400"/>
                  </a:cubicBezTo>
                  <a:cubicBezTo>
                    <a:pt x="526" y="27286"/>
                    <a:pt x="449" y="27178"/>
                    <a:pt x="335" y="27164"/>
                  </a:cubicBezTo>
                  <a:cubicBezTo>
                    <a:pt x="325" y="27163"/>
                    <a:pt x="314" y="27162"/>
                    <a:pt x="304" y="27162"/>
                  </a:cubicBezTo>
                  <a:close/>
                  <a:moveTo>
                    <a:pt x="1122" y="31929"/>
                  </a:moveTo>
                  <a:cubicBezTo>
                    <a:pt x="1089" y="31929"/>
                    <a:pt x="1055" y="31937"/>
                    <a:pt x="1024" y="31954"/>
                  </a:cubicBezTo>
                  <a:cubicBezTo>
                    <a:pt x="925" y="32007"/>
                    <a:pt x="889" y="32131"/>
                    <a:pt x="941" y="32231"/>
                  </a:cubicBezTo>
                  <a:cubicBezTo>
                    <a:pt x="1210" y="32727"/>
                    <a:pt x="1537" y="33189"/>
                    <a:pt x="1910" y="33613"/>
                  </a:cubicBezTo>
                  <a:cubicBezTo>
                    <a:pt x="1949" y="33654"/>
                    <a:pt x="2005" y="33679"/>
                    <a:pt x="2063" y="33682"/>
                  </a:cubicBezTo>
                  <a:cubicBezTo>
                    <a:pt x="2113" y="33682"/>
                    <a:pt x="2162" y="33660"/>
                    <a:pt x="2198" y="33627"/>
                  </a:cubicBezTo>
                  <a:cubicBezTo>
                    <a:pt x="2284" y="33552"/>
                    <a:pt x="2290" y="33422"/>
                    <a:pt x="2215" y="33339"/>
                  </a:cubicBezTo>
                  <a:cubicBezTo>
                    <a:pt x="1861" y="32940"/>
                    <a:pt x="1556" y="32505"/>
                    <a:pt x="1301" y="32037"/>
                  </a:cubicBezTo>
                  <a:cubicBezTo>
                    <a:pt x="1265" y="31969"/>
                    <a:pt x="1195" y="31929"/>
                    <a:pt x="1122" y="31929"/>
                  </a:cubicBezTo>
                  <a:close/>
                  <a:moveTo>
                    <a:pt x="11080" y="34552"/>
                  </a:moveTo>
                  <a:cubicBezTo>
                    <a:pt x="11045" y="34552"/>
                    <a:pt x="11009" y="34562"/>
                    <a:pt x="10975" y="34582"/>
                  </a:cubicBezTo>
                  <a:cubicBezTo>
                    <a:pt x="10521" y="34856"/>
                    <a:pt x="10034" y="35077"/>
                    <a:pt x="9527" y="35238"/>
                  </a:cubicBezTo>
                  <a:cubicBezTo>
                    <a:pt x="9419" y="35269"/>
                    <a:pt x="9358" y="35385"/>
                    <a:pt x="9392" y="35496"/>
                  </a:cubicBezTo>
                  <a:cubicBezTo>
                    <a:pt x="9419" y="35579"/>
                    <a:pt x="9500" y="35637"/>
                    <a:pt x="9588" y="35637"/>
                  </a:cubicBezTo>
                  <a:cubicBezTo>
                    <a:pt x="9608" y="35637"/>
                    <a:pt x="9630" y="35634"/>
                    <a:pt x="9649" y="35628"/>
                  </a:cubicBezTo>
                  <a:cubicBezTo>
                    <a:pt x="10189" y="35460"/>
                    <a:pt x="10704" y="35224"/>
                    <a:pt x="11186" y="34931"/>
                  </a:cubicBezTo>
                  <a:cubicBezTo>
                    <a:pt x="11280" y="34870"/>
                    <a:pt x="11310" y="34748"/>
                    <a:pt x="11252" y="34651"/>
                  </a:cubicBezTo>
                  <a:cubicBezTo>
                    <a:pt x="11214" y="34587"/>
                    <a:pt x="11148" y="34552"/>
                    <a:pt x="11080" y="34552"/>
                  </a:cubicBezTo>
                  <a:close/>
                  <a:moveTo>
                    <a:pt x="4752" y="35094"/>
                  </a:moveTo>
                  <a:cubicBezTo>
                    <a:pt x="4669" y="35094"/>
                    <a:pt x="4593" y="35146"/>
                    <a:pt x="4563" y="35227"/>
                  </a:cubicBezTo>
                  <a:cubicBezTo>
                    <a:pt x="4521" y="35335"/>
                    <a:pt x="4577" y="35451"/>
                    <a:pt x="4682" y="35490"/>
                  </a:cubicBezTo>
                  <a:cubicBezTo>
                    <a:pt x="5211" y="35687"/>
                    <a:pt x="5756" y="35825"/>
                    <a:pt x="6313" y="35903"/>
                  </a:cubicBezTo>
                  <a:lnTo>
                    <a:pt x="6343" y="35903"/>
                  </a:lnTo>
                  <a:cubicBezTo>
                    <a:pt x="6446" y="35903"/>
                    <a:pt x="6532" y="35828"/>
                    <a:pt x="6545" y="35725"/>
                  </a:cubicBezTo>
                  <a:cubicBezTo>
                    <a:pt x="6562" y="35615"/>
                    <a:pt x="6484" y="35509"/>
                    <a:pt x="6371" y="35496"/>
                  </a:cubicBezTo>
                  <a:cubicBezTo>
                    <a:pt x="5842" y="35421"/>
                    <a:pt x="5324" y="35291"/>
                    <a:pt x="4826" y="35108"/>
                  </a:cubicBezTo>
                  <a:cubicBezTo>
                    <a:pt x="4802" y="35099"/>
                    <a:pt x="4777" y="35094"/>
                    <a:pt x="4752" y="350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0" y="2260600"/>
            <a:ext cx="4284020" cy="4597400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31848" y="4318162"/>
            <a:ext cx="1757636" cy="9648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68%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1"/>
          <p:cNvSpPr txBox="1">
            <a:spLocks noChangeArrowheads="1"/>
          </p:cNvSpPr>
          <p:nvPr/>
        </p:nvSpPr>
        <p:spPr bwMode="auto">
          <a:xfrm>
            <a:off x="3293443" y="4086574"/>
            <a:ext cx="94530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难点分析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13" name="图片 12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14" name="图片 13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sp>
        <p:nvSpPr>
          <p:cNvPr id="152" name="textbox 152"/>
          <p:cNvSpPr/>
          <p:nvPr/>
        </p:nvSpPr>
        <p:spPr>
          <a:xfrm>
            <a:off x="1035208" y="1252026"/>
            <a:ext cx="7739380" cy="43541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815"/>
              </a:lnSpc>
            </a:pPr>
            <a:r>
              <a:rPr sz="3100" b="1" kern="0" spc="-220" dirty="0">
                <a:solidFill>
                  <a:srgbClr val="FF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3</a:t>
            </a:r>
            <a:r>
              <a:rPr sz="3100" b="1" kern="0" spc="-22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．</a:t>
            </a:r>
            <a:r>
              <a:rPr sz="3100" kern="0" spc="-37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100" b="1" kern="0" spc="-22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向量构造</a:t>
            </a:r>
            <a:endParaRPr sz="3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94030" algn="l" rtl="0" eaLnBrk="0">
              <a:lnSpc>
                <a:spcPct val="86000"/>
              </a:lnSpc>
              <a:spcBef>
                <a:spcPts val="635"/>
              </a:spcBef>
            </a:pPr>
            <a:r>
              <a:rPr sz="2100" b="1" kern="0" spc="-1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最简单的方法是采用</a:t>
            </a:r>
            <a:r>
              <a:rPr sz="2100" b="1" kern="0" spc="-1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向量构造符“：”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30200" indent="-100330" algn="l" rtl="0" eaLnBrk="0">
              <a:lnSpc>
                <a:spcPct val="118000"/>
              </a:lnSpc>
              <a:spcBef>
                <a:spcPts val="1520"/>
              </a:spcBef>
            </a:pPr>
            <a:r>
              <a:rPr sz="2100" b="1" kern="0" spc="-4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2000" b="1" kern="0" spc="-40" dirty="0">
                <a:solidFill>
                  <a:srgbClr val="40404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1</a:t>
            </a:r>
            <a:r>
              <a:rPr sz="2100" b="1" kern="0" spc="-4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2000" b="1" kern="0" spc="-40" dirty="0">
                <a:solidFill>
                  <a:srgbClr val="40404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a:b </a:t>
            </a:r>
            <a:r>
              <a:rPr sz="2100" b="1" kern="0" spc="-4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返回以</a:t>
            </a:r>
            <a:r>
              <a:rPr sz="2000" b="1" kern="0" spc="-50" dirty="0">
                <a:solidFill>
                  <a:srgbClr val="404040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a</a:t>
            </a:r>
            <a:r>
              <a:rPr sz="2000" b="1" kern="0" spc="-230" dirty="0">
                <a:solidFill>
                  <a:srgbClr val="404040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00" b="1" kern="0" spc="-5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为起点，以</a:t>
            </a:r>
            <a:r>
              <a:rPr sz="2000" b="1" kern="0" spc="-50" dirty="0">
                <a:solidFill>
                  <a:srgbClr val="40404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1</a:t>
            </a:r>
            <a:r>
              <a:rPr sz="2100" b="1" kern="0" spc="-5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为步长，且所有取值在</a:t>
            </a:r>
            <a:r>
              <a:rPr sz="2000" b="1" kern="0" spc="-50" dirty="0">
                <a:solidFill>
                  <a:srgbClr val="40404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</a:t>
            </a:r>
            <a:r>
              <a:rPr sz="2000" b="1" kern="0" spc="-300" dirty="0">
                <a:solidFill>
                  <a:srgbClr val="40404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-5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</a:t>
            </a:r>
            <a:r>
              <a:rPr sz="2000" b="1" kern="0" spc="-50" dirty="0">
                <a:solidFill>
                  <a:srgbClr val="40404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b</a:t>
            </a:r>
            <a:r>
              <a:rPr sz="2100" b="1" kern="0" spc="-5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之间的</a:t>
            </a:r>
            <a:r>
              <a:rPr sz="2100" b="1" kern="0" spc="-12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向量。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93065" algn="l" rtl="0" eaLnBrk="0">
              <a:lnSpc>
                <a:spcPct val="98000"/>
              </a:lnSpc>
              <a:spcBef>
                <a:spcPts val="630"/>
              </a:spcBef>
            </a:pPr>
            <a:r>
              <a:rPr sz="21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</a:t>
            </a:r>
            <a:r>
              <a:rPr sz="2100" kern="0" spc="-3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1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、查看</a:t>
            </a:r>
            <a:r>
              <a:rPr sz="2100" kern="0" spc="-5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A=-3.2:2.2</a:t>
            </a:r>
            <a:r>
              <a:rPr sz="2000" b="1" kern="0" spc="42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的运行结果。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8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00685" algn="l" rtl="0" eaLnBrk="0">
              <a:lnSpc>
                <a:spcPct val="86000"/>
              </a:lnSpc>
              <a:spcBef>
                <a:spcPts val="640"/>
              </a:spcBef>
            </a:pPr>
            <a:r>
              <a:rPr sz="21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具体代码如下：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71475" algn="l" rtl="0" eaLnBrk="0">
              <a:lnSpc>
                <a:spcPts val="2435"/>
              </a:lnSpc>
              <a:spcBef>
                <a:spcPts val="115"/>
              </a:spcBef>
            </a:pP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A=-3.2:2.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2</a:t>
            </a:r>
            <a:endParaRPr sz="2000" dirty="0"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marL="371475" algn="l" rtl="0" eaLnBrk="0">
              <a:lnSpc>
                <a:spcPct val="75000"/>
              </a:lnSpc>
              <a:spcBef>
                <a:spcPts val="520"/>
              </a:spcBef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</a:t>
            </a:r>
            <a:r>
              <a:rPr sz="2000" b="1" kern="0" spc="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=</a:t>
            </a:r>
            <a:endParaRPr sz="2000" dirty="0"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marL="391160" algn="l" rtl="0" eaLnBrk="0">
              <a:lnSpc>
                <a:spcPts val="2435"/>
              </a:lnSpc>
              <a:spcBef>
                <a:spcPts val="300"/>
              </a:spcBef>
            </a:pP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-3.2000</a:t>
            </a:r>
            <a:r>
              <a:rPr sz="2000" b="1" kern="0" spc="32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-2.2000</a:t>
            </a:r>
            <a:r>
              <a:rPr sz="2000" b="1" kern="0" spc="24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-1.2000</a:t>
            </a:r>
            <a:r>
              <a:rPr sz="2000" b="1" kern="0" spc="2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-0.2000</a:t>
            </a:r>
            <a:r>
              <a:rPr sz="2000" b="1" kern="0" spc="12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0.8000</a:t>
            </a:r>
            <a:r>
              <a:rPr sz="2000" b="1" kern="0" spc="27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1.8000</a:t>
            </a:r>
            <a:endParaRPr sz="2000" dirty="0"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grpSp>
        <p:nvGrpSpPr>
          <p:cNvPr id="579" name="组合 578"/>
          <p:cNvGrpSpPr/>
          <p:nvPr/>
        </p:nvGrpSpPr>
        <p:grpSpPr>
          <a:xfrm>
            <a:off x="8912225" y="1155700"/>
            <a:ext cx="3279140" cy="4554220"/>
            <a:chOff x="14035" y="1820"/>
            <a:chExt cx="5164" cy="7172"/>
          </a:xfrm>
        </p:grpSpPr>
        <p:grpSp>
          <p:nvGrpSpPr>
            <p:cNvPr id="2208" name="Google Shape;2208;p36"/>
            <p:cNvGrpSpPr/>
            <p:nvPr/>
          </p:nvGrpSpPr>
          <p:grpSpPr>
            <a:xfrm>
              <a:off x="15401" y="4153"/>
              <a:ext cx="1385" cy="1035"/>
              <a:chOff x="4030925" y="2186525"/>
              <a:chExt cx="944700" cy="706325"/>
            </a:xfrm>
          </p:grpSpPr>
          <p:sp>
            <p:nvSpPr>
              <p:cNvPr id="2209" name="Google Shape;2209;p36"/>
              <p:cNvSpPr/>
              <p:nvPr/>
            </p:nvSpPr>
            <p:spPr>
              <a:xfrm>
                <a:off x="4030925" y="2186525"/>
                <a:ext cx="944700" cy="281675"/>
              </a:xfrm>
              <a:custGeom>
                <a:avLst/>
                <a:gdLst/>
                <a:ahLst/>
                <a:cxnLst/>
                <a:rect l="l" t="t" r="r" b="b"/>
                <a:pathLst>
                  <a:path w="37788" h="11267" extrusionOk="0">
                    <a:moveTo>
                      <a:pt x="33327" y="1430"/>
                    </a:moveTo>
                    <a:lnTo>
                      <a:pt x="9699" y="10348"/>
                    </a:lnTo>
                    <a:lnTo>
                      <a:pt x="1770" y="6049"/>
                    </a:lnTo>
                    <a:lnTo>
                      <a:pt x="33327" y="1430"/>
                    </a:lnTo>
                    <a:close/>
                    <a:moveTo>
                      <a:pt x="37185" y="0"/>
                    </a:moveTo>
                    <a:cubicBezTo>
                      <a:pt x="37164" y="0"/>
                      <a:pt x="37142" y="1"/>
                      <a:pt x="37120" y="5"/>
                    </a:cubicBezTo>
                    <a:lnTo>
                      <a:pt x="391" y="5383"/>
                    </a:lnTo>
                    <a:cubicBezTo>
                      <a:pt x="207" y="5406"/>
                      <a:pt x="69" y="5544"/>
                      <a:pt x="23" y="5728"/>
                    </a:cubicBezTo>
                    <a:cubicBezTo>
                      <a:pt x="0" y="5912"/>
                      <a:pt x="92" y="6095"/>
                      <a:pt x="253" y="6187"/>
                    </a:cubicBezTo>
                    <a:lnTo>
                      <a:pt x="9447" y="11221"/>
                    </a:lnTo>
                    <a:lnTo>
                      <a:pt x="9653" y="11267"/>
                    </a:lnTo>
                    <a:lnTo>
                      <a:pt x="9814" y="11244"/>
                    </a:lnTo>
                    <a:lnTo>
                      <a:pt x="37327" y="855"/>
                    </a:lnTo>
                    <a:cubicBezTo>
                      <a:pt x="37788" y="679"/>
                      <a:pt x="37641" y="0"/>
                      <a:pt x="371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0" name="Google Shape;2210;p36"/>
              <p:cNvSpPr/>
              <p:nvPr/>
            </p:nvSpPr>
            <p:spPr>
              <a:xfrm>
                <a:off x="4423950" y="2187475"/>
                <a:ext cx="547625" cy="512875"/>
              </a:xfrm>
              <a:custGeom>
                <a:avLst/>
                <a:gdLst/>
                <a:ahLst/>
                <a:cxnLst/>
                <a:rect l="l" t="t" r="r" b="b"/>
                <a:pathLst>
                  <a:path w="21905" h="20515" extrusionOk="0">
                    <a:moveTo>
                      <a:pt x="19882" y="2104"/>
                    </a:moveTo>
                    <a:lnTo>
                      <a:pt x="8918" y="19572"/>
                    </a:lnTo>
                    <a:lnTo>
                      <a:pt x="1265" y="15918"/>
                    </a:lnTo>
                    <a:lnTo>
                      <a:pt x="19882" y="2104"/>
                    </a:lnTo>
                    <a:close/>
                    <a:moveTo>
                      <a:pt x="21443" y="0"/>
                    </a:moveTo>
                    <a:cubicBezTo>
                      <a:pt x="21354" y="0"/>
                      <a:pt x="21266" y="29"/>
                      <a:pt x="21192" y="81"/>
                    </a:cubicBezTo>
                    <a:lnTo>
                      <a:pt x="184" y="15688"/>
                    </a:lnTo>
                    <a:cubicBezTo>
                      <a:pt x="69" y="15780"/>
                      <a:pt x="0" y="15941"/>
                      <a:pt x="23" y="16102"/>
                    </a:cubicBezTo>
                    <a:cubicBezTo>
                      <a:pt x="23" y="16240"/>
                      <a:pt x="115" y="16378"/>
                      <a:pt x="253" y="16446"/>
                    </a:cubicBezTo>
                    <a:lnTo>
                      <a:pt x="8918" y="20515"/>
                    </a:lnTo>
                    <a:lnTo>
                      <a:pt x="9102" y="20515"/>
                    </a:lnTo>
                    <a:cubicBezTo>
                      <a:pt x="9240" y="20515"/>
                      <a:pt x="9378" y="20469"/>
                      <a:pt x="9470" y="20354"/>
                    </a:cubicBezTo>
                    <a:lnTo>
                      <a:pt x="21813" y="656"/>
                    </a:lnTo>
                    <a:cubicBezTo>
                      <a:pt x="21905" y="472"/>
                      <a:pt x="21882" y="265"/>
                      <a:pt x="21744" y="127"/>
                    </a:cubicBezTo>
                    <a:cubicBezTo>
                      <a:pt x="21656" y="40"/>
                      <a:pt x="21549" y="0"/>
                      <a:pt x="214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1" name="Google Shape;2211;p36"/>
              <p:cNvSpPr/>
              <p:nvPr/>
            </p:nvSpPr>
            <p:spPr>
              <a:xfrm>
                <a:off x="4261325" y="2186625"/>
                <a:ext cx="710825" cy="706225"/>
              </a:xfrm>
              <a:custGeom>
                <a:avLst/>
                <a:gdLst/>
                <a:ahLst/>
                <a:cxnLst/>
                <a:rect l="l" t="t" r="r" b="b"/>
                <a:pathLst>
                  <a:path w="28433" h="28249" extrusionOk="0">
                    <a:moveTo>
                      <a:pt x="25261" y="1908"/>
                    </a:moveTo>
                    <a:lnTo>
                      <a:pt x="6689" y="15699"/>
                    </a:lnTo>
                    <a:cubicBezTo>
                      <a:pt x="6620" y="15745"/>
                      <a:pt x="6551" y="15837"/>
                      <a:pt x="6528" y="15929"/>
                    </a:cubicBezTo>
                    <a:lnTo>
                      <a:pt x="3196" y="25973"/>
                    </a:lnTo>
                    <a:lnTo>
                      <a:pt x="920" y="11102"/>
                    </a:lnTo>
                    <a:lnTo>
                      <a:pt x="25261" y="1908"/>
                    </a:lnTo>
                    <a:close/>
                    <a:moveTo>
                      <a:pt x="27953" y="1"/>
                    </a:moveTo>
                    <a:cubicBezTo>
                      <a:pt x="27906" y="1"/>
                      <a:pt x="27859" y="8"/>
                      <a:pt x="27812" y="24"/>
                    </a:cubicBezTo>
                    <a:lnTo>
                      <a:pt x="300" y="10436"/>
                    </a:lnTo>
                    <a:cubicBezTo>
                      <a:pt x="116" y="10504"/>
                      <a:pt x="1" y="10711"/>
                      <a:pt x="24" y="10895"/>
                    </a:cubicBezTo>
                    <a:lnTo>
                      <a:pt x="2621" y="27881"/>
                    </a:lnTo>
                    <a:cubicBezTo>
                      <a:pt x="2644" y="28065"/>
                      <a:pt x="2805" y="28226"/>
                      <a:pt x="3012" y="28249"/>
                    </a:cubicBezTo>
                    <a:lnTo>
                      <a:pt x="3058" y="28249"/>
                    </a:lnTo>
                    <a:cubicBezTo>
                      <a:pt x="3242" y="28249"/>
                      <a:pt x="3402" y="28111"/>
                      <a:pt x="3448" y="27927"/>
                    </a:cubicBezTo>
                    <a:lnTo>
                      <a:pt x="7310" y="16297"/>
                    </a:lnTo>
                    <a:lnTo>
                      <a:pt x="28226" y="782"/>
                    </a:lnTo>
                    <a:cubicBezTo>
                      <a:pt x="28387" y="667"/>
                      <a:pt x="28433" y="414"/>
                      <a:pt x="28341" y="230"/>
                    </a:cubicBezTo>
                    <a:cubicBezTo>
                      <a:pt x="28269" y="88"/>
                      <a:pt x="28115" y="1"/>
                      <a:pt x="279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2" name="Google Shape;2212;p36"/>
              <p:cNvSpPr/>
              <p:nvPr/>
            </p:nvSpPr>
            <p:spPr>
              <a:xfrm>
                <a:off x="4325700" y="2577225"/>
                <a:ext cx="236750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9470" h="12625" extrusionOk="0">
                    <a:moveTo>
                      <a:pt x="4620" y="1017"/>
                    </a:moveTo>
                    <a:lnTo>
                      <a:pt x="8343" y="2764"/>
                    </a:lnTo>
                    <a:lnTo>
                      <a:pt x="1540" y="10395"/>
                    </a:lnTo>
                    <a:lnTo>
                      <a:pt x="4620" y="1017"/>
                    </a:lnTo>
                    <a:close/>
                    <a:moveTo>
                      <a:pt x="4379" y="0"/>
                    </a:moveTo>
                    <a:cubicBezTo>
                      <a:pt x="4321" y="0"/>
                      <a:pt x="4264" y="18"/>
                      <a:pt x="4206" y="52"/>
                    </a:cubicBezTo>
                    <a:cubicBezTo>
                      <a:pt x="4091" y="98"/>
                      <a:pt x="3999" y="190"/>
                      <a:pt x="3953" y="305"/>
                    </a:cubicBezTo>
                    <a:lnTo>
                      <a:pt x="69" y="12050"/>
                    </a:lnTo>
                    <a:cubicBezTo>
                      <a:pt x="0" y="12257"/>
                      <a:pt x="92" y="12464"/>
                      <a:pt x="276" y="12579"/>
                    </a:cubicBezTo>
                    <a:lnTo>
                      <a:pt x="483" y="12625"/>
                    </a:lnTo>
                    <a:cubicBezTo>
                      <a:pt x="598" y="12625"/>
                      <a:pt x="713" y="12579"/>
                      <a:pt x="781" y="12487"/>
                    </a:cubicBezTo>
                    <a:lnTo>
                      <a:pt x="9355" y="2925"/>
                    </a:lnTo>
                    <a:cubicBezTo>
                      <a:pt x="9424" y="2810"/>
                      <a:pt x="9470" y="2672"/>
                      <a:pt x="9470" y="2534"/>
                    </a:cubicBezTo>
                    <a:cubicBezTo>
                      <a:pt x="9447" y="2396"/>
                      <a:pt x="9332" y="2304"/>
                      <a:pt x="9217" y="2259"/>
                    </a:cubicBezTo>
                    <a:lnTo>
                      <a:pt x="4551" y="52"/>
                    </a:lnTo>
                    <a:cubicBezTo>
                      <a:pt x="4493" y="18"/>
                      <a:pt x="4436" y="0"/>
                      <a:pt x="4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61" name="Google Shape;4561;p69"/>
            <p:cNvSpPr/>
            <p:nvPr/>
          </p:nvSpPr>
          <p:spPr>
            <a:xfrm>
              <a:off x="14035" y="1820"/>
              <a:ext cx="5165" cy="7172"/>
            </a:xfrm>
            <a:custGeom>
              <a:avLst/>
              <a:gdLst/>
              <a:ahLst/>
              <a:cxnLst/>
              <a:rect l="l" t="t" r="r" b="b"/>
              <a:pathLst>
                <a:path w="92138" h="127940" extrusionOk="0">
                  <a:moveTo>
                    <a:pt x="85073" y="0"/>
                  </a:moveTo>
                  <a:cubicBezTo>
                    <a:pt x="85013" y="0"/>
                    <a:pt x="84958" y="40"/>
                    <a:pt x="84958" y="108"/>
                  </a:cubicBezTo>
                  <a:cubicBezTo>
                    <a:pt x="84899" y="167"/>
                    <a:pt x="84919" y="266"/>
                    <a:pt x="84998" y="326"/>
                  </a:cubicBezTo>
                  <a:cubicBezTo>
                    <a:pt x="85573" y="603"/>
                    <a:pt x="86128" y="940"/>
                    <a:pt x="86644" y="1337"/>
                  </a:cubicBezTo>
                  <a:lnTo>
                    <a:pt x="86743" y="1337"/>
                  </a:lnTo>
                  <a:cubicBezTo>
                    <a:pt x="86783" y="1337"/>
                    <a:pt x="86842" y="1317"/>
                    <a:pt x="86882" y="1297"/>
                  </a:cubicBezTo>
                  <a:cubicBezTo>
                    <a:pt x="86922" y="1218"/>
                    <a:pt x="86902" y="1119"/>
                    <a:pt x="86842" y="1059"/>
                  </a:cubicBezTo>
                  <a:cubicBezTo>
                    <a:pt x="86307" y="663"/>
                    <a:pt x="85732" y="326"/>
                    <a:pt x="85157" y="28"/>
                  </a:cubicBezTo>
                  <a:cubicBezTo>
                    <a:pt x="85131" y="9"/>
                    <a:pt x="85102" y="0"/>
                    <a:pt x="85073" y="0"/>
                  </a:cubicBezTo>
                  <a:close/>
                  <a:moveTo>
                    <a:pt x="88675" y="2762"/>
                  </a:moveTo>
                  <a:cubicBezTo>
                    <a:pt x="88636" y="2762"/>
                    <a:pt x="88595" y="2777"/>
                    <a:pt x="88568" y="2805"/>
                  </a:cubicBezTo>
                  <a:cubicBezTo>
                    <a:pt x="88488" y="2844"/>
                    <a:pt x="88488" y="2963"/>
                    <a:pt x="88548" y="3023"/>
                  </a:cubicBezTo>
                  <a:cubicBezTo>
                    <a:pt x="88984" y="3499"/>
                    <a:pt x="89381" y="4014"/>
                    <a:pt x="89738" y="4570"/>
                  </a:cubicBezTo>
                  <a:cubicBezTo>
                    <a:pt x="89777" y="4609"/>
                    <a:pt x="89817" y="4629"/>
                    <a:pt x="89877" y="4629"/>
                  </a:cubicBezTo>
                  <a:lnTo>
                    <a:pt x="89956" y="4609"/>
                  </a:lnTo>
                  <a:cubicBezTo>
                    <a:pt x="90035" y="4550"/>
                    <a:pt x="90055" y="4451"/>
                    <a:pt x="89996" y="4371"/>
                  </a:cubicBezTo>
                  <a:cubicBezTo>
                    <a:pt x="89658" y="3816"/>
                    <a:pt x="89242" y="3300"/>
                    <a:pt x="88786" y="2824"/>
                  </a:cubicBezTo>
                  <a:cubicBezTo>
                    <a:pt x="88765" y="2782"/>
                    <a:pt x="88721" y="2762"/>
                    <a:pt x="88675" y="2762"/>
                  </a:cubicBezTo>
                  <a:close/>
                  <a:moveTo>
                    <a:pt x="91110" y="6597"/>
                  </a:moveTo>
                  <a:cubicBezTo>
                    <a:pt x="91089" y="6597"/>
                    <a:pt x="91068" y="6602"/>
                    <a:pt x="91047" y="6612"/>
                  </a:cubicBezTo>
                  <a:cubicBezTo>
                    <a:pt x="90967" y="6632"/>
                    <a:pt x="90908" y="6731"/>
                    <a:pt x="90947" y="6810"/>
                  </a:cubicBezTo>
                  <a:cubicBezTo>
                    <a:pt x="91185" y="7425"/>
                    <a:pt x="91384" y="8040"/>
                    <a:pt x="91523" y="8675"/>
                  </a:cubicBezTo>
                  <a:cubicBezTo>
                    <a:pt x="91542" y="8754"/>
                    <a:pt x="91622" y="8794"/>
                    <a:pt x="91701" y="8794"/>
                  </a:cubicBezTo>
                  <a:lnTo>
                    <a:pt x="91721" y="8794"/>
                  </a:lnTo>
                  <a:cubicBezTo>
                    <a:pt x="91800" y="8774"/>
                    <a:pt x="91860" y="8694"/>
                    <a:pt x="91840" y="8595"/>
                  </a:cubicBezTo>
                  <a:cubicBezTo>
                    <a:pt x="91681" y="7941"/>
                    <a:pt x="91483" y="7306"/>
                    <a:pt x="91245" y="6692"/>
                  </a:cubicBezTo>
                  <a:cubicBezTo>
                    <a:pt x="91216" y="6633"/>
                    <a:pt x="91166" y="6597"/>
                    <a:pt x="91110" y="6597"/>
                  </a:cubicBezTo>
                  <a:close/>
                  <a:moveTo>
                    <a:pt x="91959" y="11054"/>
                  </a:moveTo>
                  <a:cubicBezTo>
                    <a:pt x="91879" y="11054"/>
                    <a:pt x="91800" y="11114"/>
                    <a:pt x="91780" y="11213"/>
                  </a:cubicBezTo>
                  <a:cubicBezTo>
                    <a:pt x="91800" y="11848"/>
                    <a:pt x="91741" y="12502"/>
                    <a:pt x="91622" y="13137"/>
                  </a:cubicBezTo>
                  <a:cubicBezTo>
                    <a:pt x="91622" y="13236"/>
                    <a:pt x="91681" y="13315"/>
                    <a:pt x="91760" y="13335"/>
                  </a:cubicBezTo>
                  <a:lnTo>
                    <a:pt x="91800" y="13335"/>
                  </a:lnTo>
                  <a:cubicBezTo>
                    <a:pt x="91879" y="13335"/>
                    <a:pt x="91939" y="13275"/>
                    <a:pt x="91939" y="13196"/>
                  </a:cubicBezTo>
                  <a:cubicBezTo>
                    <a:pt x="92058" y="12542"/>
                    <a:pt x="92117" y="11887"/>
                    <a:pt x="92137" y="11233"/>
                  </a:cubicBezTo>
                  <a:cubicBezTo>
                    <a:pt x="92137" y="11134"/>
                    <a:pt x="92058" y="11054"/>
                    <a:pt x="91959" y="11054"/>
                  </a:cubicBezTo>
                  <a:close/>
                  <a:moveTo>
                    <a:pt x="91092" y="15504"/>
                  </a:moveTo>
                  <a:cubicBezTo>
                    <a:pt x="91027" y="15504"/>
                    <a:pt x="90963" y="15554"/>
                    <a:pt x="90947" y="15616"/>
                  </a:cubicBezTo>
                  <a:cubicBezTo>
                    <a:pt x="90709" y="16211"/>
                    <a:pt x="90432" y="16786"/>
                    <a:pt x="90134" y="17381"/>
                  </a:cubicBezTo>
                  <a:cubicBezTo>
                    <a:pt x="90095" y="17460"/>
                    <a:pt x="90114" y="17539"/>
                    <a:pt x="90174" y="17599"/>
                  </a:cubicBezTo>
                  <a:lnTo>
                    <a:pt x="90253" y="17599"/>
                  </a:lnTo>
                  <a:cubicBezTo>
                    <a:pt x="90313" y="17599"/>
                    <a:pt x="90372" y="17579"/>
                    <a:pt x="90412" y="17519"/>
                  </a:cubicBezTo>
                  <a:cubicBezTo>
                    <a:pt x="90729" y="16944"/>
                    <a:pt x="91007" y="16349"/>
                    <a:pt x="91245" y="15735"/>
                  </a:cubicBezTo>
                  <a:cubicBezTo>
                    <a:pt x="91265" y="15635"/>
                    <a:pt x="91245" y="15536"/>
                    <a:pt x="91146" y="15516"/>
                  </a:cubicBezTo>
                  <a:cubicBezTo>
                    <a:pt x="91128" y="15508"/>
                    <a:pt x="91110" y="15504"/>
                    <a:pt x="91092" y="15504"/>
                  </a:cubicBezTo>
                  <a:close/>
                  <a:moveTo>
                    <a:pt x="88856" y="19462"/>
                  </a:moveTo>
                  <a:cubicBezTo>
                    <a:pt x="88802" y="19462"/>
                    <a:pt x="88752" y="19484"/>
                    <a:pt x="88726" y="19522"/>
                  </a:cubicBezTo>
                  <a:cubicBezTo>
                    <a:pt x="88330" y="20018"/>
                    <a:pt x="87893" y="20514"/>
                    <a:pt x="87457" y="20990"/>
                  </a:cubicBezTo>
                  <a:cubicBezTo>
                    <a:pt x="87378" y="21049"/>
                    <a:pt x="87378" y="21168"/>
                    <a:pt x="87457" y="21208"/>
                  </a:cubicBezTo>
                  <a:lnTo>
                    <a:pt x="87576" y="21267"/>
                  </a:lnTo>
                  <a:lnTo>
                    <a:pt x="87675" y="21208"/>
                  </a:lnTo>
                  <a:cubicBezTo>
                    <a:pt x="88131" y="20752"/>
                    <a:pt x="88568" y="20256"/>
                    <a:pt x="88964" y="19721"/>
                  </a:cubicBezTo>
                  <a:cubicBezTo>
                    <a:pt x="89024" y="19661"/>
                    <a:pt x="89004" y="19542"/>
                    <a:pt x="88944" y="19483"/>
                  </a:cubicBezTo>
                  <a:cubicBezTo>
                    <a:pt x="88916" y="19469"/>
                    <a:pt x="88886" y="19462"/>
                    <a:pt x="88856" y="19462"/>
                  </a:cubicBezTo>
                  <a:close/>
                  <a:moveTo>
                    <a:pt x="85625" y="22735"/>
                  </a:moveTo>
                  <a:cubicBezTo>
                    <a:pt x="85601" y="22735"/>
                    <a:pt x="85577" y="22741"/>
                    <a:pt x="85553" y="22755"/>
                  </a:cubicBezTo>
                  <a:cubicBezTo>
                    <a:pt x="85057" y="23151"/>
                    <a:pt x="84522" y="23548"/>
                    <a:pt x="83987" y="23925"/>
                  </a:cubicBezTo>
                  <a:cubicBezTo>
                    <a:pt x="83907" y="23965"/>
                    <a:pt x="83887" y="24084"/>
                    <a:pt x="83967" y="24143"/>
                  </a:cubicBezTo>
                  <a:cubicBezTo>
                    <a:pt x="83987" y="24183"/>
                    <a:pt x="84026" y="24222"/>
                    <a:pt x="84086" y="24222"/>
                  </a:cubicBezTo>
                  <a:lnTo>
                    <a:pt x="84185" y="24183"/>
                  </a:lnTo>
                  <a:cubicBezTo>
                    <a:pt x="84720" y="23826"/>
                    <a:pt x="85256" y="23429"/>
                    <a:pt x="85771" y="22993"/>
                  </a:cubicBezTo>
                  <a:cubicBezTo>
                    <a:pt x="85837" y="22878"/>
                    <a:pt x="85739" y="22735"/>
                    <a:pt x="85625" y="22735"/>
                  </a:cubicBezTo>
                  <a:close/>
                  <a:moveTo>
                    <a:pt x="81855" y="25254"/>
                  </a:moveTo>
                  <a:cubicBezTo>
                    <a:pt x="81829" y="25254"/>
                    <a:pt x="81805" y="25260"/>
                    <a:pt x="81785" y="25273"/>
                  </a:cubicBezTo>
                  <a:lnTo>
                    <a:pt x="81706" y="25273"/>
                  </a:lnTo>
                  <a:lnTo>
                    <a:pt x="80020" y="26106"/>
                  </a:lnTo>
                  <a:cubicBezTo>
                    <a:pt x="79834" y="26144"/>
                    <a:pt x="79893" y="26407"/>
                    <a:pt x="80064" y="26407"/>
                  </a:cubicBezTo>
                  <a:cubicBezTo>
                    <a:pt x="80075" y="26407"/>
                    <a:pt x="80087" y="26406"/>
                    <a:pt x="80100" y="26404"/>
                  </a:cubicBezTo>
                  <a:lnTo>
                    <a:pt x="80159" y="26424"/>
                  </a:lnTo>
                  <a:lnTo>
                    <a:pt x="81845" y="25611"/>
                  </a:lnTo>
                  <a:lnTo>
                    <a:pt x="81924" y="25551"/>
                  </a:lnTo>
                  <a:cubicBezTo>
                    <a:pt x="82023" y="25531"/>
                    <a:pt x="82043" y="25412"/>
                    <a:pt x="82003" y="25333"/>
                  </a:cubicBezTo>
                  <a:cubicBezTo>
                    <a:pt x="81964" y="25280"/>
                    <a:pt x="81907" y="25254"/>
                    <a:pt x="81855" y="25254"/>
                  </a:cubicBezTo>
                  <a:close/>
                  <a:moveTo>
                    <a:pt x="77650" y="27033"/>
                  </a:moveTo>
                  <a:cubicBezTo>
                    <a:pt x="77634" y="27033"/>
                    <a:pt x="77618" y="27035"/>
                    <a:pt x="77601" y="27038"/>
                  </a:cubicBezTo>
                  <a:cubicBezTo>
                    <a:pt x="77026" y="27257"/>
                    <a:pt x="76391" y="27455"/>
                    <a:pt x="75757" y="27653"/>
                  </a:cubicBezTo>
                  <a:cubicBezTo>
                    <a:pt x="75677" y="27693"/>
                    <a:pt x="75638" y="27772"/>
                    <a:pt x="75657" y="27851"/>
                  </a:cubicBezTo>
                  <a:cubicBezTo>
                    <a:pt x="75657" y="27931"/>
                    <a:pt x="75737" y="27990"/>
                    <a:pt x="75796" y="27990"/>
                  </a:cubicBezTo>
                  <a:lnTo>
                    <a:pt x="75856" y="27970"/>
                  </a:lnTo>
                  <a:lnTo>
                    <a:pt x="77720" y="27376"/>
                  </a:lnTo>
                  <a:cubicBezTo>
                    <a:pt x="77819" y="27316"/>
                    <a:pt x="77859" y="27237"/>
                    <a:pt x="77819" y="27138"/>
                  </a:cubicBezTo>
                  <a:cubicBezTo>
                    <a:pt x="77786" y="27072"/>
                    <a:pt x="77726" y="27033"/>
                    <a:pt x="77650" y="27033"/>
                  </a:cubicBezTo>
                  <a:close/>
                  <a:moveTo>
                    <a:pt x="73289" y="28343"/>
                  </a:moveTo>
                  <a:cubicBezTo>
                    <a:pt x="73279" y="28343"/>
                    <a:pt x="73268" y="28345"/>
                    <a:pt x="73258" y="28347"/>
                  </a:cubicBezTo>
                  <a:lnTo>
                    <a:pt x="71374" y="28823"/>
                  </a:lnTo>
                  <a:cubicBezTo>
                    <a:pt x="71275" y="28843"/>
                    <a:pt x="71215" y="28942"/>
                    <a:pt x="71235" y="29022"/>
                  </a:cubicBezTo>
                  <a:cubicBezTo>
                    <a:pt x="71252" y="29090"/>
                    <a:pt x="71299" y="29144"/>
                    <a:pt x="71363" y="29144"/>
                  </a:cubicBezTo>
                  <a:cubicBezTo>
                    <a:pt x="71373" y="29144"/>
                    <a:pt x="71383" y="29143"/>
                    <a:pt x="71394" y="29141"/>
                  </a:cubicBezTo>
                  <a:lnTo>
                    <a:pt x="71433" y="29141"/>
                  </a:lnTo>
                  <a:lnTo>
                    <a:pt x="73317" y="28684"/>
                  </a:lnTo>
                  <a:cubicBezTo>
                    <a:pt x="73416" y="28665"/>
                    <a:pt x="73456" y="28565"/>
                    <a:pt x="73456" y="28486"/>
                  </a:cubicBezTo>
                  <a:cubicBezTo>
                    <a:pt x="73439" y="28400"/>
                    <a:pt x="73361" y="28343"/>
                    <a:pt x="73289" y="28343"/>
                  </a:cubicBezTo>
                  <a:close/>
                  <a:moveTo>
                    <a:pt x="68816" y="29398"/>
                  </a:moveTo>
                  <a:lnTo>
                    <a:pt x="66912" y="29815"/>
                  </a:lnTo>
                  <a:cubicBezTo>
                    <a:pt x="66813" y="29835"/>
                    <a:pt x="66753" y="29934"/>
                    <a:pt x="66773" y="30013"/>
                  </a:cubicBezTo>
                  <a:cubicBezTo>
                    <a:pt x="66790" y="30082"/>
                    <a:pt x="66837" y="30136"/>
                    <a:pt x="66901" y="30136"/>
                  </a:cubicBezTo>
                  <a:cubicBezTo>
                    <a:pt x="66911" y="30136"/>
                    <a:pt x="66921" y="30135"/>
                    <a:pt x="66932" y="30132"/>
                  </a:cubicBezTo>
                  <a:lnTo>
                    <a:pt x="66971" y="30132"/>
                  </a:lnTo>
                  <a:lnTo>
                    <a:pt x="68895" y="29716"/>
                  </a:lnTo>
                  <a:cubicBezTo>
                    <a:pt x="68974" y="29716"/>
                    <a:pt x="69034" y="29616"/>
                    <a:pt x="69014" y="29517"/>
                  </a:cubicBezTo>
                  <a:cubicBezTo>
                    <a:pt x="68974" y="29438"/>
                    <a:pt x="68895" y="29398"/>
                    <a:pt x="68816" y="29398"/>
                  </a:cubicBezTo>
                  <a:close/>
                  <a:moveTo>
                    <a:pt x="64396" y="30405"/>
                  </a:moveTo>
                  <a:cubicBezTo>
                    <a:pt x="64381" y="30405"/>
                    <a:pt x="64367" y="30406"/>
                    <a:pt x="64354" y="30410"/>
                  </a:cubicBezTo>
                  <a:lnTo>
                    <a:pt x="64135" y="30469"/>
                  </a:lnTo>
                  <a:lnTo>
                    <a:pt x="62470" y="30886"/>
                  </a:lnTo>
                  <a:cubicBezTo>
                    <a:pt x="62370" y="30886"/>
                    <a:pt x="62311" y="30985"/>
                    <a:pt x="62351" y="31084"/>
                  </a:cubicBezTo>
                  <a:cubicBezTo>
                    <a:pt x="62351" y="31163"/>
                    <a:pt x="62410" y="31203"/>
                    <a:pt x="62489" y="31203"/>
                  </a:cubicBezTo>
                  <a:lnTo>
                    <a:pt x="62549" y="31183"/>
                  </a:lnTo>
                  <a:lnTo>
                    <a:pt x="64195" y="30787"/>
                  </a:lnTo>
                  <a:lnTo>
                    <a:pt x="64433" y="30707"/>
                  </a:lnTo>
                  <a:cubicBezTo>
                    <a:pt x="64512" y="30707"/>
                    <a:pt x="64572" y="30608"/>
                    <a:pt x="64552" y="30509"/>
                  </a:cubicBezTo>
                  <a:cubicBezTo>
                    <a:pt x="64535" y="30443"/>
                    <a:pt x="64465" y="30405"/>
                    <a:pt x="64396" y="30405"/>
                  </a:cubicBezTo>
                  <a:close/>
                  <a:moveTo>
                    <a:pt x="59994" y="31567"/>
                  </a:moveTo>
                  <a:cubicBezTo>
                    <a:pt x="59974" y="31567"/>
                    <a:pt x="59952" y="31571"/>
                    <a:pt x="59931" y="31580"/>
                  </a:cubicBezTo>
                  <a:lnTo>
                    <a:pt x="58087" y="32195"/>
                  </a:lnTo>
                  <a:cubicBezTo>
                    <a:pt x="57988" y="32234"/>
                    <a:pt x="57948" y="32333"/>
                    <a:pt x="57988" y="32413"/>
                  </a:cubicBezTo>
                  <a:cubicBezTo>
                    <a:pt x="57988" y="32478"/>
                    <a:pt x="58042" y="32517"/>
                    <a:pt x="58095" y="32517"/>
                  </a:cubicBezTo>
                  <a:cubicBezTo>
                    <a:pt x="58106" y="32517"/>
                    <a:pt x="58116" y="32515"/>
                    <a:pt x="58127" y="32512"/>
                  </a:cubicBezTo>
                  <a:lnTo>
                    <a:pt x="58186" y="32512"/>
                  </a:lnTo>
                  <a:lnTo>
                    <a:pt x="60030" y="31897"/>
                  </a:lnTo>
                  <a:cubicBezTo>
                    <a:pt x="60110" y="31877"/>
                    <a:pt x="60149" y="31778"/>
                    <a:pt x="60129" y="31699"/>
                  </a:cubicBezTo>
                  <a:cubicBezTo>
                    <a:pt x="60129" y="31621"/>
                    <a:pt x="60068" y="31567"/>
                    <a:pt x="59994" y="31567"/>
                  </a:cubicBezTo>
                  <a:close/>
                  <a:moveTo>
                    <a:pt x="55702" y="33154"/>
                  </a:moveTo>
                  <a:cubicBezTo>
                    <a:pt x="55683" y="33154"/>
                    <a:pt x="55665" y="33158"/>
                    <a:pt x="55648" y="33166"/>
                  </a:cubicBezTo>
                  <a:cubicBezTo>
                    <a:pt x="55033" y="33444"/>
                    <a:pt x="54438" y="33741"/>
                    <a:pt x="53863" y="34039"/>
                  </a:cubicBezTo>
                  <a:cubicBezTo>
                    <a:pt x="53783" y="34059"/>
                    <a:pt x="53744" y="34158"/>
                    <a:pt x="53783" y="34237"/>
                  </a:cubicBezTo>
                  <a:cubicBezTo>
                    <a:pt x="53803" y="34297"/>
                    <a:pt x="53863" y="34336"/>
                    <a:pt x="53942" y="34336"/>
                  </a:cubicBezTo>
                  <a:lnTo>
                    <a:pt x="54021" y="34316"/>
                  </a:lnTo>
                  <a:lnTo>
                    <a:pt x="55767" y="33464"/>
                  </a:lnTo>
                  <a:cubicBezTo>
                    <a:pt x="55846" y="33424"/>
                    <a:pt x="55886" y="33345"/>
                    <a:pt x="55846" y="33265"/>
                  </a:cubicBezTo>
                  <a:cubicBezTo>
                    <a:pt x="55830" y="33203"/>
                    <a:pt x="55767" y="33154"/>
                    <a:pt x="55702" y="33154"/>
                  </a:cubicBezTo>
                  <a:close/>
                  <a:moveTo>
                    <a:pt x="51683" y="35303"/>
                  </a:moveTo>
                  <a:cubicBezTo>
                    <a:pt x="51654" y="35303"/>
                    <a:pt x="51626" y="35316"/>
                    <a:pt x="51602" y="35348"/>
                  </a:cubicBezTo>
                  <a:cubicBezTo>
                    <a:pt x="51047" y="35705"/>
                    <a:pt x="50511" y="36081"/>
                    <a:pt x="49996" y="36518"/>
                  </a:cubicBezTo>
                  <a:cubicBezTo>
                    <a:pt x="49916" y="36557"/>
                    <a:pt x="49916" y="36676"/>
                    <a:pt x="49976" y="36736"/>
                  </a:cubicBezTo>
                  <a:lnTo>
                    <a:pt x="50095" y="36795"/>
                  </a:lnTo>
                  <a:lnTo>
                    <a:pt x="50194" y="36756"/>
                  </a:lnTo>
                  <a:cubicBezTo>
                    <a:pt x="50690" y="36359"/>
                    <a:pt x="51245" y="36002"/>
                    <a:pt x="51780" y="35625"/>
                  </a:cubicBezTo>
                  <a:cubicBezTo>
                    <a:pt x="51960" y="35593"/>
                    <a:pt x="51816" y="35303"/>
                    <a:pt x="51683" y="35303"/>
                  </a:cubicBezTo>
                  <a:close/>
                  <a:moveTo>
                    <a:pt x="48182" y="38228"/>
                  </a:moveTo>
                  <a:cubicBezTo>
                    <a:pt x="48145" y="38228"/>
                    <a:pt x="48106" y="38244"/>
                    <a:pt x="48072" y="38283"/>
                  </a:cubicBezTo>
                  <a:lnTo>
                    <a:pt x="47775" y="38580"/>
                  </a:lnTo>
                  <a:cubicBezTo>
                    <a:pt x="47418" y="38937"/>
                    <a:pt x="47100" y="39334"/>
                    <a:pt x="46783" y="39770"/>
                  </a:cubicBezTo>
                  <a:cubicBezTo>
                    <a:pt x="46704" y="39830"/>
                    <a:pt x="46723" y="39929"/>
                    <a:pt x="46803" y="39988"/>
                  </a:cubicBezTo>
                  <a:lnTo>
                    <a:pt x="46902" y="40028"/>
                  </a:lnTo>
                  <a:cubicBezTo>
                    <a:pt x="46942" y="40028"/>
                    <a:pt x="47001" y="40008"/>
                    <a:pt x="47021" y="39968"/>
                  </a:cubicBezTo>
                  <a:cubicBezTo>
                    <a:pt x="47338" y="39572"/>
                    <a:pt x="47675" y="39175"/>
                    <a:pt x="48013" y="38798"/>
                  </a:cubicBezTo>
                  <a:lnTo>
                    <a:pt x="48290" y="38501"/>
                  </a:lnTo>
                  <a:cubicBezTo>
                    <a:pt x="48395" y="38381"/>
                    <a:pt x="48296" y="38228"/>
                    <a:pt x="48182" y="38228"/>
                  </a:cubicBezTo>
                  <a:close/>
                  <a:moveTo>
                    <a:pt x="45430" y="41892"/>
                  </a:moveTo>
                  <a:cubicBezTo>
                    <a:pt x="45373" y="41892"/>
                    <a:pt x="45315" y="41918"/>
                    <a:pt x="45276" y="41971"/>
                  </a:cubicBezTo>
                  <a:cubicBezTo>
                    <a:pt x="44958" y="42546"/>
                    <a:pt x="44661" y="43122"/>
                    <a:pt x="44383" y="43716"/>
                  </a:cubicBezTo>
                  <a:cubicBezTo>
                    <a:pt x="44364" y="43796"/>
                    <a:pt x="44383" y="43895"/>
                    <a:pt x="44463" y="43935"/>
                  </a:cubicBezTo>
                  <a:lnTo>
                    <a:pt x="44542" y="43935"/>
                  </a:lnTo>
                  <a:cubicBezTo>
                    <a:pt x="44602" y="43935"/>
                    <a:pt x="44661" y="43895"/>
                    <a:pt x="44701" y="43855"/>
                  </a:cubicBezTo>
                  <a:cubicBezTo>
                    <a:pt x="44958" y="43260"/>
                    <a:pt x="45256" y="42685"/>
                    <a:pt x="45593" y="42150"/>
                  </a:cubicBezTo>
                  <a:cubicBezTo>
                    <a:pt x="45633" y="42051"/>
                    <a:pt x="45613" y="41952"/>
                    <a:pt x="45514" y="41912"/>
                  </a:cubicBezTo>
                  <a:cubicBezTo>
                    <a:pt x="45487" y="41899"/>
                    <a:pt x="45459" y="41892"/>
                    <a:pt x="45430" y="41892"/>
                  </a:cubicBezTo>
                  <a:close/>
                  <a:moveTo>
                    <a:pt x="43607" y="46032"/>
                  </a:moveTo>
                  <a:cubicBezTo>
                    <a:pt x="43538" y="46032"/>
                    <a:pt x="43464" y="46070"/>
                    <a:pt x="43431" y="46136"/>
                  </a:cubicBezTo>
                  <a:cubicBezTo>
                    <a:pt x="43233" y="46751"/>
                    <a:pt x="43055" y="47365"/>
                    <a:pt x="42876" y="48040"/>
                  </a:cubicBezTo>
                  <a:cubicBezTo>
                    <a:pt x="42876" y="48119"/>
                    <a:pt x="42936" y="48198"/>
                    <a:pt x="43015" y="48238"/>
                  </a:cubicBezTo>
                  <a:lnTo>
                    <a:pt x="43055" y="48238"/>
                  </a:lnTo>
                  <a:cubicBezTo>
                    <a:pt x="43134" y="48238"/>
                    <a:pt x="43194" y="48179"/>
                    <a:pt x="43213" y="48119"/>
                  </a:cubicBezTo>
                  <a:cubicBezTo>
                    <a:pt x="43372" y="47465"/>
                    <a:pt x="43550" y="46850"/>
                    <a:pt x="43749" y="46235"/>
                  </a:cubicBezTo>
                  <a:cubicBezTo>
                    <a:pt x="43769" y="46156"/>
                    <a:pt x="43729" y="46057"/>
                    <a:pt x="43650" y="46037"/>
                  </a:cubicBezTo>
                  <a:cubicBezTo>
                    <a:pt x="43636" y="46033"/>
                    <a:pt x="43622" y="46032"/>
                    <a:pt x="43607" y="46032"/>
                  </a:cubicBezTo>
                  <a:close/>
                  <a:moveTo>
                    <a:pt x="42528" y="50475"/>
                  </a:moveTo>
                  <a:cubicBezTo>
                    <a:pt x="42460" y="50475"/>
                    <a:pt x="42398" y="50529"/>
                    <a:pt x="42380" y="50598"/>
                  </a:cubicBezTo>
                  <a:cubicBezTo>
                    <a:pt x="42281" y="51233"/>
                    <a:pt x="42182" y="51887"/>
                    <a:pt x="42142" y="52561"/>
                  </a:cubicBezTo>
                  <a:cubicBezTo>
                    <a:pt x="42123" y="52641"/>
                    <a:pt x="42202" y="52720"/>
                    <a:pt x="42281" y="52720"/>
                  </a:cubicBezTo>
                  <a:cubicBezTo>
                    <a:pt x="42380" y="52720"/>
                    <a:pt x="42460" y="52680"/>
                    <a:pt x="42460" y="52581"/>
                  </a:cubicBezTo>
                  <a:cubicBezTo>
                    <a:pt x="42539" y="51927"/>
                    <a:pt x="42618" y="51292"/>
                    <a:pt x="42718" y="50638"/>
                  </a:cubicBezTo>
                  <a:cubicBezTo>
                    <a:pt x="42718" y="50558"/>
                    <a:pt x="42638" y="50479"/>
                    <a:pt x="42559" y="50479"/>
                  </a:cubicBezTo>
                  <a:cubicBezTo>
                    <a:pt x="42548" y="50476"/>
                    <a:pt x="42538" y="50475"/>
                    <a:pt x="42528" y="50475"/>
                  </a:cubicBezTo>
                  <a:close/>
                  <a:moveTo>
                    <a:pt x="42142" y="55000"/>
                  </a:moveTo>
                  <a:cubicBezTo>
                    <a:pt x="42063" y="55000"/>
                    <a:pt x="41964" y="55080"/>
                    <a:pt x="41964" y="55159"/>
                  </a:cubicBezTo>
                  <a:lnTo>
                    <a:pt x="41964" y="57142"/>
                  </a:lnTo>
                  <a:cubicBezTo>
                    <a:pt x="41964" y="57222"/>
                    <a:pt x="42023" y="57281"/>
                    <a:pt x="42123" y="57281"/>
                  </a:cubicBezTo>
                  <a:cubicBezTo>
                    <a:pt x="42202" y="57281"/>
                    <a:pt x="42281" y="57202"/>
                    <a:pt x="42281" y="57122"/>
                  </a:cubicBezTo>
                  <a:lnTo>
                    <a:pt x="42281" y="55179"/>
                  </a:lnTo>
                  <a:cubicBezTo>
                    <a:pt x="42301" y="55080"/>
                    <a:pt x="42222" y="55000"/>
                    <a:pt x="42142" y="55000"/>
                  </a:cubicBezTo>
                  <a:close/>
                  <a:moveTo>
                    <a:pt x="42221" y="59619"/>
                  </a:moveTo>
                  <a:cubicBezTo>
                    <a:pt x="42152" y="59619"/>
                    <a:pt x="42084" y="59658"/>
                    <a:pt x="42063" y="59740"/>
                  </a:cubicBezTo>
                  <a:cubicBezTo>
                    <a:pt x="42123" y="60395"/>
                    <a:pt x="42162" y="61029"/>
                    <a:pt x="42242" y="61703"/>
                  </a:cubicBezTo>
                  <a:cubicBezTo>
                    <a:pt x="42242" y="61783"/>
                    <a:pt x="42321" y="61842"/>
                    <a:pt x="42420" y="61842"/>
                  </a:cubicBezTo>
                  <a:cubicBezTo>
                    <a:pt x="42519" y="61822"/>
                    <a:pt x="42579" y="61743"/>
                    <a:pt x="42559" y="61684"/>
                  </a:cubicBezTo>
                  <a:cubicBezTo>
                    <a:pt x="42519" y="61009"/>
                    <a:pt x="42440" y="60355"/>
                    <a:pt x="42380" y="59720"/>
                  </a:cubicBezTo>
                  <a:cubicBezTo>
                    <a:pt x="42352" y="59653"/>
                    <a:pt x="42286" y="59619"/>
                    <a:pt x="42221" y="59619"/>
                  </a:cubicBezTo>
                  <a:close/>
                  <a:moveTo>
                    <a:pt x="42718" y="64103"/>
                  </a:moveTo>
                  <a:cubicBezTo>
                    <a:pt x="42618" y="64123"/>
                    <a:pt x="42559" y="64202"/>
                    <a:pt x="42559" y="64301"/>
                  </a:cubicBezTo>
                  <a:lnTo>
                    <a:pt x="42856" y="66245"/>
                  </a:lnTo>
                  <a:cubicBezTo>
                    <a:pt x="42876" y="66304"/>
                    <a:pt x="42956" y="66364"/>
                    <a:pt x="43035" y="66364"/>
                  </a:cubicBezTo>
                  <a:lnTo>
                    <a:pt x="43055" y="66364"/>
                  </a:lnTo>
                  <a:cubicBezTo>
                    <a:pt x="43134" y="66344"/>
                    <a:pt x="43194" y="66265"/>
                    <a:pt x="43174" y="66185"/>
                  </a:cubicBezTo>
                  <a:lnTo>
                    <a:pt x="42876" y="64262"/>
                  </a:lnTo>
                  <a:cubicBezTo>
                    <a:pt x="42876" y="64163"/>
                    <a:pt x="42797" y="64103"/>
                    <a:pt x="42718" y="64103"/>
                  </a:cubicBezTo>
                  <a:close/>
                  <a:moveTo>
                    <a:pt x="43471" y="68650"/>
                  </a:moveTo>
                  <a:cubicBezTo>
                    <a:pt x="43389" y="68650"/>
                    <a:pt x="43312" y="68709"/>
                    <a:pt x="43312" y="68803"/>
                  </a:cubicBezTo>
                  <a:lnTo>
                    <a:pt x="43610" y="70548"/>
                  </a:lnTo>
                  <a:lnTo>
                    <a:pt x="43650" y="70727"/>
                  </a:lnTo>
                  <a:cubicBezTo>
                    <a:pt x="43650" y="70806"/>
                    <a:pt x="43709" y="70866"/>
                    <a:pt x="43808" y="70866"/>
                  </a:cubicBezTo>
                  <a:lnTo>
                    <a:pt x="43828" y="70866"/>
                  </a:lnTo>
                  <a:cubicBezTo>
                    <a:pt x="43907" y="70846"/>
                    <a:pt x="43967" y="70766"/>
                    <a:pt x="43967" y="70667"/>
                  </a:cubicBezTo>
                  <a:lnTo>
                    <a:pt x="43927" y="70489"/>
                  </a:lnTo>
                  <a:lnTo>
                    <a:pt x="43630" y="68744"/>
                  </a:lnTo>
                  <a:cubicBezTo>
                    <a:pt x="43589" y="68679"/>
                    <a:pt x="43529" y="68650"/>
                    <a:pt x="43471" y="68650"/>
                  </a:cubicBezTo>
                  <a:close/>
                  <a:moveTo>
                    <a:pt x="44225" y="73106"/>
                  </a:moveTo>
                  <a:cubicBezTo>
                    <a:pt x="44126" y="73126"/>
                    <a:pt x="44086" y="73206"/>
                    <a:pt x="44106" y="73305"/>
                  </a:cubicBezTo>
                  <a:cubicBezTo>
                    <a:pt x="44205" y="73939"/>
                    <a:pt x="44324" y="74594"/>
                    <a:pt x="44423" y="75228"/>
                  </a:cubicBezTo>
                  <a:cubicBezTo>
                    <a:pt x="44423" y="75308"/>
                    <a:pt x="44502" y="75367"/>
                    <a:pt x="44562" y="75367"/>
                  </a:cubicBezTo>
                  <a:lnTo>
                    <a:pt x="44602" y="75367"/>
                  </a:lnTo>
                  <a:cubicBezTo>
                    <a:pt x="44681" y="75347"/>
                    <a:pt x="44740" y="75268"/>
                    <a:pt x="44740" y="75189"/>
                  </a:cubicBezTo>
                  <a:cubicBezTo>
                    <a:pt x="44641" y="74534"/>
                    <a:pt x="44522" y="73900"/>
                    <a:pt x="44423" y="73245"/>
                  </a:cubicBezTo>
                  <a:cubicBezTo>
                    <a:pt x="44403" y="73166"/>
                    <a:pt x="44304" y="73106"/>
                    <a:pt x="44225" y="73106"/>
                  </a:cubicBezTo>
                  <a:close/>
                  <a:moveTo>
                    <a:pt x="44939" y="77608"/>
                  </a:moveTo>
                  <a:cubicBezTo>
                    <a:pt x="44840" y="77628"/>
                    <a:pt x="44780" y="77727"/>
                    <a:pt x="44780" y="77806"/>
                  </a:cubicBezTo>
                  <a:cubicBezTo>
                    <a:pt x="44879" y="78481"/>
                    <a:pt x="44958" y="79135"/>
                    <a:pt x="45038" y="79750"/>
                  </a:cubicBezTo>
                  <a:cubicBezTo>
                    <a:pt x="45038" y="79829"/>
                    <a:pt x="45097" y="79889"/>
                    <a:pt x="45177" y="79889"/>
                  </a:cubicBezTo>
                  <a:lnTo>
                    <a:pt x="45216" y="79889"/>
                  </a:lnTo>
                  <a:cubicBezTo>
                    <a:pt x="45296" y="79869"/>
                    <a:pt x="45355" y="79790"/>
                    <a:pt x="45355" y="79690"/>
                  </a:cubicBezTo>
                  <a:cubicBezTo>
                    <a:pt x="45276" y="79076"/>
                    <a:pt x="45216" y="78421"/>
                    <a:pt x="45117" y="77767"/>
                  </a:cubicBezTo>
                  <a:cubicBezTo>
                    <a:pt x="45117" y="77668"/>
                    <a:pt x="45038" y="77608"/>
                    <a:pt x="44939" y="77608"/>
                  </a:cubicBezTo>
                  <a:close/>
                  <a:moveTo>
                    <a:pt x="45415" y="82150"/>
                  </a:moveTo>
                  <a:cubicBezTo>
                    <a:pt x="45335" y="82169"/>
                    <a:pt x="45276" y="82249"/>
                    <a:pt x="45256" y="82328"/>
                  </a:cubicBezTo>
                  <a:cubicBezTo>
                    <a:pt x="45315" y="83002"/>
                    <a:pt x="45335" y="83657"/>
                    <a:pt x="45355" y="84291"/>
                  </a:cubicBezTo>
                  <a:cubicBezTo>
                    <a:pt x="45355" y="84371"/>
                    <a:pt x="45434" y="84430"/>
                    <a:pt x="45514" y="84430"/>
                  </a:cubicBezTo>
                  <a:cubicBezTo>
                    <a:pt x="45593" y="84430"/>
                    <a:pt x="45672" y="84371"/>
                    <a:pt x="45672" y="84291"/>
                  </a:cubicBezTo>
                  <a:cubicBezTo>
                    <a:pt x="45653" y="83637"/>
                    <a:pt x="45633" y="82963"/>
                    <a:pt x="45573" y="82308"/>
                  </a:cubicBezTo>
                  <a:cubicBezTo>
                    <a:pt x="45573" y="82209"/>
                    <a:pt x="45494" y="82150"/>
                    <a:pt x="45415" y="82150"/>
                  </a:cubicBezTo>
                  <a:close/>
                  <a:moveTo>
                    <a:pt x="45514" y="86711"/>
                  </a:moveTo>
                  <a:cubicBezTo>
                    <a:pt x="45415" y="86711"/>
                    <a:pt x="45335" y="86790"/>
                    <a:pt x="45335" y="86889"/>
                  </a:cubicBezTo>
                  <a:cubicBezTo>
                    <a:pt x="45315" y="87524"/>
                    <a:pt x="45256" y="88198"/>
                    <a:pt x="45196" y="88813"/>
                  </a:cubicBezTo>
                  <a:cubicBezTo>
                    <a:pt x="45196" y="88912"/>
                    <a:pt x="45236" y="88991"/>
                    <a:pt x="45335" y="88991"/>
                  </a:cubicBezTo>
                  <a:lnTo>
                    <a:pt x="45355" y="88991"/>
                  </a:lnTo>
                  <a:cubicBezTo>
                    <a:pt x="45434" y="88991"/>
                    <a:pt x="45514" y="88932"/>
                    <a:pt x="45514" y="88852"/>
                  </a:cubicBezTo>
                  <a:cubicBezTo>
                    <a:pt x="45573" y="88218"/>
                    <a:pt x="45633" y="87563"/>
                    <a:pt x="45653" y="86889"/>
                  </a:cubicBezTo>
                  <a:cubicBezTo>
                    <a:pt x="45653" y="86810"/>
                    <a:pt x="45593" y="86731"/>
                    <a:pt x="45514" y="86711"/>
                  </a:cubicBezTo>
                  <a:close/>
                  <a:moveTo>
                    <a:pt x="45018" y="91252"/>
                  </a:moveTo>
                  <a:cubicBezTo>
                    <a:pt x="44919" y="91252"/>
                    <a:pt x="44859" y="91312"/>
                    <a:pt x="44840" y="91391"/>
                  </a:cubicBezTo>
                  <a:cubicBezTo>
                    <a:pt x="44721" y="92025"/>
                    <a:pt x="44602" y="92660"/>
                    <a:pt x="44423" y="93315"/>
                  </a:cubicBezTo>
                  <a:cubicBezTo>
                    <a:pt x="44403" y="93394"/>
                    <a:pt x="44463" y="93473"/>
                    <a:pt x="44542" y="93513"/>
                  </a:cubicBezTo>
                  <a:lnTo>
                    <a:pt x="44602" y="93513"/>
                  </a:lnTo>
                  <a:cubicBezTo>
                    <a:pt x="44661" y="93513"/>
                    <a:pt x="44721" y="93453"/>
                    <a:pt x="44740" y="93374"/>
                  </a:cubicBezTo>
                  <a:cubicBezTo>
                    <a:pt x="44879" y="92739"/>
                    <a:pt x="45038" y="92085"/>
                    <a:pt x="45157" y="91450"/>
                  </a:cubicBezTo>
                  <a:cubicBezTo>
                    <a:pt x="45157" y="91351"/>
                    <a:pt x="45097" y="91272"/>
                    <a:pt x="45018" y="91252"/>
                  </a:cubicBezTo>
                  <a:close/>
                  <a:moveTo>
                    <a:pt x="43854" y="95679"/>
                  </a:moveTo>
                  <a:cubicBezTo>
                    <a:pt x="43788" y="95679"/>
                    <a:pt x="43733" y="95720"/>
                    <a:pt x="43689" y="95793"/>
                  </a:cubicBezTo>
                  <a:cubicBezTo>
                    <a:pt x="43511" y="96408"/>
                    <a:pt x="43273" y="97023"/>
                    <a:pt x="43055" y="97618"/>
                  </a:cubicBezTo>
                  <a:cubicBezTo>
                    <a:pt x="43015" y="97697"/>
                    <a:pt x="43055" y="97796"/>
                    <a:pt x="43134" y="97836"/>
                  </a:cubicBezTo>
                  <a:lnTo>
                    <a:pt x="43213" y="97836"/>
                  </a:lnTo>
                  <a:cubicBezTo>
                    <a:pt x="43273" y="97836"/>
                    <a:pt x="43332" y="97796"/>
                    <a:pt x="43352" y="97737"/>
                  </a:cubicBezTo>
                  <a:cubicBezTo>
                    <a:pt x="43590" y="97122"/>
                    <a:pt x="43828" y="96507"/>
                    <a:pt x="44026" y="95893"/>
                  </a:cubicBezTo>
                  <a:cubicBezTo>
                    <a:pt x="44046" y="95793"/>
                    <a:pt x="44007" y="95714"/>
                    <a:pt x="43927" y="95694"/>
                  </a:cubicBezTo>
                  <a:cubicBezTo>
                    <a:pt x="43902" y="95684"/>
                    <a:pt x="43877" y="95679"/>
                    <a:pt x="43854" y="95679"/>
                  </a:cubicBezTo>
                  <a:close/>
                  <a:moveTo>
                    <a:pt x="42153" y="99929"/>
                  </a:moveTo>
                  <a:cubicBezTo>
                    <a:pt x="42092" y="99929"/>
                    <a:pt x="42030" y="99965"/>
                    <a:pt x="42004" y="100017"/>
                  </a:cubicBezTo>
                  <a:cubicBezTo>
                    <a:pt x="41746" y="100593"/>
                    <a:pt x="41448" y="101188"/>
                    <a:pt x="41111" y="101763"/>
                  </a:cubicBezTo>
                  <a:cubicBezTo>
                    <a:pt x="41091" y="101842"/>
                    <a:pt x="41111" y="101941"/>
                    <a:pt x="41191" y="101981"/>
                  </a:cubicBezTo>
                  <a:lnTo>
                    <a:pt x="41270" y="101981"/>
                  </a:lnTo>
                  <a:cubicBezTo>
                    <a:pt x="41329" y="101981"/>
                    <a:pt x="41389" y="101961"/>
                    <a:pt x="41409" y="101901"/>
                  </a:cubicBezTo>
                  <a:cubicBezTo>
                    <a:pt x="41706" y="101326"/>
                    <a:pt x="42043" y="100751"/>
                    <a:pt x="42301" y="100176"/>
                  </a:cubicBezTo>
                  <a:cubicBezTo>
                    <a:pt x="42341" y="100077"/>
                    <a:pt x="42301" y="99978"/>
                    <a:pt x="42242" y="99958"/>
                  </a:cubicBezTo>
                  <a:cubicBezTo>
                    <a:pt x="42215" y="99938"/>
                    <a:pt x="42184" y="99929"/>
                    <a:pt x="42153" y="99929"/>
                  </a:cubicBezTo>
                  <a:close/>
                  <a:moveTo>
                    <a:pt x="39901" y="103899"/>
                  </a:moveTo>
                  <a:cubicBezTo>
                    <a:pt x="39853" y="103899"/>
                    <a:pt x="39813" y="103923"/>
                    <a:pt x="39802" y="103984"/>
                  </a:cubicBezTo>
                  <a:cubicBezTo>
                    <a:pt x="39465" y="104539"/>
                    <a:pt x="39088" y="105074"/>
                    <a:pt x="38712" y="105630"/>
                  </a:cubicBezTo>
                  <a:cubicBezTo>
                    <a:pt x="38672" y="105709"/>
                    <a:pt x="38692" y="105788"/>
                    <a:pt x="38771" y="105848"/>
                  </a:cubicBezTo>
                  <a:lnTo>
                    <a:pt x="38870" y="105848"/>
                  </a:lnTo>
                  <a:cubicBezTo>
                    <a:pt x="38910" y="105848"/>
                    <a:pt x="38969" y="105828"/>
                    <a:pt x="38989" y="105808"/>
                  </a:cubicBezTo>
                  <a:cubicBezTo>
                    <a:pt x="39366" y="105273"/>
                    <a:pt x="39743" y="104717"/>
                    <a:pt x="40080" y="104162"/>
                  </a:cubicBezTo>
                  <a:cubicBezTo>
                    <a:pt x="40209" y="104062"/>
                    <a:pt x="40027" y="103899"/>
                    <a:pt x="39901" y="103899"/>
                  </a:cubicBezTo>
                  <a:close/>
                  <a:moveTo>
                    <a:pt x="37289" y="107605"/>
                  </a:moveTo>
                  <a:cubicBezTo>
                    <a:pt x="37242" y="107605"/>
                    <a:pt x="37198" y="107620"/>
                    <a:pt x="37165" y="107653"/>
                  </a:cubicBezTo>
                  <a:cubicBezTo>
                    <a:pt x="36768" y="108188"/>
                    <a:pt x="36332" y="108684"/>
                    <a:pt x="35915" y="109180"/>
                  </a:cubicBezTo>
                  <a:cubicBezTo>
                    <a:pt x="35856" y="109239"/>
                    <a:pt x="35876" y="109338"/>
                    <a:pt x="35935" y="109398"/>
                  </a:cubicBezTo>
                  <a:cubicBezTo>
                    <a:pt x="35955" y="109418"/>
                    <a:pt x="35995" y="109437"/>
                    <a:pt x="36034" y="109437"/>
                  </a:cubicBezTo>
                  <a:cubicBezTo>
                    <a:pt x="36094" y="109437"/>
                    <a:pt x="36134" y="109418"/>
                    <a:pt x="36173" y="109378"/>
                  </a:cubicBezTo>
                  <a:cubicBezTo>
                    <a:pt x="36590" y="108882"/>
                    <a:pt x="37026" y="108386"/>
                    <a:pt x="37423" y="107890"/>
                  </a:cubicBezTo>
                  <a:cubicBezTo>
                    <a:pt x="37482" y="107811"/>
                    <a:pt x="37462" y="107692"/>
                    <a:pt x="37403" y="107633"/>
                  </a:cubicBezTo>
                  <a:cubicBezTo>
                    <a:pt x="37367" y="107615"/>
                    <a:pt x="37327" y="107605"/>
                    <a:pt x="37289" y="107605"/>
                  </a:cubicBezTo>
                  <a:close/>
                  <a:moveTo>
                    <a:pt x="34266" y="111031"/>
                  </a:moveTo>
                  <a:cubicBezTo>
                    <a:pt x="34228" y="111031"/>
                    <a:pt x="34188" y="111046"/>
                    <a:pt x="34150" y="111083"/>
                  </a:cubicBezTo>
                  <a:cubicBezTo>
                    <a:pt x="33714" y="111520"/>
                    <a:pt x="33238" y="111996"/>
                    <a:pt x="32742" y="112452"/>
                  </a:cubicBezTo>
                  <a:cubicBezTo>
                    <a:pt x="32683" y="112511"/>
                    <a:pt x="32683" y="112591"/>
                    <a:pt x="32742" y="112670"/>
                  </a:cubicBezTo>
                  <a:lnTo>
                    <a:pt x="32861" y="112709"/>
                  </a:lnTo>
                  <a:lnTo>
                    <a:pt x="32961" y="112670"/>
                  </a:lnTo>
                  <a:cubicBezTo>
                    <a:pt x="33456" y="112214"/>
                    <a:pt x="33932" y="111777"/>
                    <a:pt x="34388" y="111301"/>
                  </a:cubicBezTo>
                  <a:cubicBezTo>
                    <a:pt x="34495" y="111195"/>
                    <a:pt x="34392" y="111031"/>
                    <a:pt x="34266" y="111031"/>
                  </a:cubicBezTo>
                  <a:close/>
                  <a:moveTo>
                    <a:pt x="30919" y="114115"/>
                  </a:moveTo>
                  <a:cubicBezTo>
                    <a:pt x="30883" y="114115"/>
                    <a:pt x="30846" y="114130"/>
                    <a:pt x="30819" y="114157"/>
                  </a:cubicBezTo>
                  <a:lnTo>
                    <a:pt x="29292" y="115367"/>
                  </a:lnTo>
                  <a:cubicBezTo>
                    <a:pt x="29232" y="115426"/>
                    <a:pt x="29193" y="115526"/>
                    <a:pt x="29252" y="115625"/>
                  </a:cubicBezTo>
                  <a:lnTo>
                    <a:pt x="29391" y="115664"/>
                  </a:lnTo>
                  <a:lnTo>
                    <a:pt x="29490" y="115645"/>
                  </a:lnTo>
                  <a:cubicBezTo>
                    <a:pt x="30025" y="115248"/>
                    <a:pt x="30521" y="114831"/>
                    <a:pt x="31017" y="114395"/>
                  </a:cubicBezTo>
                  <a:cubicBezTo>
                    <a:pt x="31077" y="114355"/>
                    <a:pt x="31096" y="114237"/>
                    <a:pt x="31037" y="114177"/>
                  </a:cubicBezTo>
                  <a:cubicBezTo>
                    <a:pt x="31005" y="114135"/>
                    <a:pt x="30962" y="114115"/>
                    <a:pt x="30919" y="114115"/>
                  </a:cubicBezTo>
                  <a:close/>
                  <a:moveTo>
                    <a:pt x="27278" y="116860"/>
                  </a:moveTo>
                  <a:cubicBezTo>
                    <a:pt x="27247" y="116860"/>
                    <a:pt x="27216" y="116876"/>
                    <a:pt x="27190" y="116914"/>
                  </a:cubicBezTo>
                  <a:lnTo>
                    <a:pt x="25563" y="117965"/>
                  </a:lnTo>
                  <a:cubicBezTo>
                    <a:pt x="25484" y="118024"/>
                    <a:pt x="25464" y="118143"/>
                    <a:pt x="25504" y="118223"/>
                  </a:cubicBezTo>
                  <a:cubicBezTo>
                    <a:pt x="25544" y="118262"/>
                    <a:pt x="25603" y="118282"/>
                    <a:pt x="25663" y="118302"/>
                  </a:cubicBezTo>
                  <a:lnTo>
                    <a:pt x="25722" y="118262"/>
                  </a:lnTo>
                  <a:lnTo>
                    <a:pt x="27368" y="117172"/>
                  </a:lnTo>
                  <a:cubicBezTo>
                    <a:pt x="27545" y="117139"/>
                    <a:pt x="27409" y="116860"/>
                    <a:pt x="27278" y="116860"/>
                  </a:cubicBezTo>
                  <a:close/>
                  <a:moveTo>
                    <a:pt x="23367" y="119328"/>
                  </a:moveTo>
                  <a:cubicBezTo>
                    <a:pt x="23353" y="119328"/>
                    <a:pt x="23338" y="119329"/>
                    <a:pt x="23322" y="119333"/>
                  </a:cubicBezTo>
                  <a:lnTo>
                    <a:pt x="21617" y="120245"/>
                  </a:lnTo>
                  <a:cubicBezTo>
                    <a:pt x="21538" y="120305"/>
                    <a:pt x="21518" y="120384"/>
                    <a:pt x="21538" y="120483"/>
                  </a:cubicBezTo>
                  <a:cubicBezTo>
                    <a:pt x="21557" y="120523"/>
                    <a:pt x="21617" y="120563"/>
                    <a:pt x="21696" y="120583"/>
                  </a:cubicBezTo>
                  <a:lnTo>
                    <a:pt x="21756" y="120543"/>
                  </a:lnTo>
                  <a:cubicBezTo>
                    <a:pt x="22351" y="120245"/>
                    <a:pt x="22926" y="119928"/>
                    <a:pt x="23501" y="119611"/>
                  </a:cubicBezTo>
                  <a:cubicBezTo>
                    <a:pt x="23573" y="119485"/>
                    <a:pt x="23499" y="119328"/>
                    <a:pt x="23367" y="119328"/>
                  </a:cubicBezTo>
                  <a:close/>
                  <a:moveTo>
                    <a:pt x="19343" y="121409"/>
                  </a:moveTo>
                  <a:cubicBezTo>
                    <a:pt x="19321" y="121409"/>
                    <a:pt x="19299" y="121411"/>
                    <a:pt x="19277" y="121415"/>
                  </a:cubicBezTo>
                  <a:cubicBezTo>
                    <a:pt x="18722" y="121713"/>
                    <a:pt x="18127" y="121991"/>
                    <a:pt x="17532" y="122229"/>
                  </a:cubicBezTo>
                  <a:cubicBezTo>
                    <a:pt x="17452" y="122288"/>
                    <a:pt x="17413" y="122367"/>
                    <a:pt x="17433" y="122466"/>
                  </a:cubicBezTo>
                  <a:cubicBezTo>
                    <a:pt x="17472" y="122506"/>
                    <a:pt x="17532" y="122546"/>
                    <a:pt x="17591" y="122566"/>
                  </a:cubicBezTo>
                  <a:lnTo>
                    <a:pt x="17651" y="122526"/>
                  </a:lnTo>
                  <a:cubicBezTo>
                    <a:pt x="18246" y="122288"/>
                    <a:pt x="18841" y="122010"/>
                    <a:pt x="19436" y="121713"/>
                  </a:cubicBezTo>
                  <a:cubicBezTo>
                    <a:pt x="19515" y="121673"/>
                    <a:pt x="19535" y="121594"/>
                    <a:pt x="19515" y="121515"/>
                  </a:cubicBezTo>
                  <a:cubicBezTo>
                    <a:pt x="19484" y="121438"/>
                    <a:pt x="19418" y="121409"/>
                    <a:pt x="19343" y="121409"/>
                  </a:cubicBezTo>
                  <a:close/>
                  <a:moveTo>
                    <a:pt x="15196" y="123240"/>
                  </a:moveTo>
                  <a:cubicBezTo>
                    <a:pt x="15167" y="123240"/>
                    <a:pt x="15139" y="123247"/>
                    <a:pt x="15112" y="123260"/>
                  </a:cubicBezTo>
                  <a:lnTo>
                    <a:pt x="13288" y="123954"/>
                  </a:lnTo>
                  <a:cubicBezTo>
                    <a:pt x="13208" y="123974"/>
                    <a:pt x="13169" y="124053"/>
                    <a:pt x="13189" y="124152"/>
                  </a:cubicBezTo>
                  <a:cubicBezTo>
                    <a:pt x="13208" y="124212"/>
                    <a:pt x="13288" y="124271"/>
                    <a:pt x="13367" y="124271"/>
                  </a:cubicBezTo>
                  <a:lnTo>
                    <a:pt x="13407" y="124251"/>
                  </a:lnTo>
                  <a:lnTo>
                    <a:pt x="15251" y="123557"/>
                  </a:lnTo>
                  <a:cubicBezTo>
                    <a:pt x="15330" y="123498"/>
                    <a:pt x="15370" y="123418"/>
                    <a:pt x="15350" y="123319"/>
                  </a:cubicBezTo>
                  <a:cubicBezTo>
                    <a:pt x="15311" y="123266"/>
                    <a:pt x="15253" y="123240"/>
                    <a:pt x="15196" y="123240"/>
                  </a:cubicBezTo>
                  <a:close/>
                  <a:moveTo>
                    <a:pt x="10871" y="124782"/>
                  </a:moveTo>
                  <a:cubicBezTo>
                    <a:pt x="10857" y="124782"/>
                    <a:pt x="10842" y="124783"/>
                    <a:pt x="10829" y="124787"/>
                  </a:cubicBezTo>
                  <a:lnTo>
                    <a:pt x="8965" y="125382"/>
                  </a:lnTo>
                  <a:cubicBezTo>
                    <a:pt x="8885" y="125421"/>
                    <a:pt x="8846" y="125501"/>
                    <a:pt x="8865" y="125580"/>
                  </a:cubicBezTo>
                  <a:cubicBezTo>
                    <a:pt x="8885" y="125659"/>
                    <a:pt x="8945" y="125699"/>
                    <a:pt x="9024" y="125699"/>
                  </a:cubicBezTo>
                  <a:lnTo>
                    <a:pt x="9064" y="125699"/>
                  </a:lnTo>
                  <a:lnTo>
                    <a:pt x="10928" y="125104"/>
                  </a:lnTo>
                  <a:cubicBezTo>
                    <a:pt x="11027" y="125084"/>
                    <a:pt x="11087" y="124985"/>
                    <a:pt x="11047" y="124886"/>
                  </a:cubicBezTo>
                  <a:cubicBezTo>
                    <a:pt x="11014" y="124820"/>
                    <a:pt x="10940" y="124782"/>
                    <a:pt x="10871" y="124782"/>
                  </a:cubicBezTo>
                  <a:close/>
                  <a:moveTo>
                    <a:pt x="6503" y="126092"/>
                  </a:moveTo>
                  <a:cubicBezTo>
                    <a:pt x="6491" y="126092"/>
                    <a:pt x="6479" y="126093"/>
                    <a:pt x="6466" y="126096"/>
                  </a:cubicBezTo>
                  <a:lnTo>
                    <a:pt x="4582" y="126591"/>
                  </a:lnTo>
                  <a:cubicBezTo>
                    <a:pt x="4503" y="126611"/>
                    <a:pt x="4443" y="126710"/>
                    <a:pt x="4463" y="126790"/>
                  </a:cubicBezTo>
                  <a:cubicBezTo>
                    <a:pt x="4483" y="126869"/>
                    <a:pt x="4562" y="126909"/>
                    <a:pt x="4641" y="126929"/>
                  </a:cubicBezTo>
                  <a:lnTo>
                    <a:pt x="4661" y="126929"/>
                  </a:lnTo>
                  <a:lnTo>
                    <a:pt x="6565" y="126433"/>
                  </a:lnTo>
                  <a:cubicBezTo>
                    <a:pt x="6644" y="126393"/>
                    <a:pt x="6684" y="126314"/>
                    <a:pt x="6664" y="126234"/>
                  </a:cubicBezTo>
                  <a:cubicBezTo>
                    <a:pt x="6647" y="126148"/>
                    <a:pt x="6584" y="126092"/>
                    <a:pt x="6503" y="126092"/>
                  </a:cubicBezTo>
                  <a:close/>
                  <a:moveTo>
                    <a:pt x="2103" y="127221"/>
                  </a:moveTo>
                  <a:cubicBezTo>
                    <a:pt x="2090" y="127221"/>
                    <a:pt x="2076" y="127223"/>
                    <a:pt x="2063" y="127226"/>
                  </a:cubicBezTo>
                  <a:lnTo>
                    <a:pt x="140" y="127623"/>
                  </a:lnTo>
                  <a:cubicBezTo>
                    <a:pt x="60" y="127642"/>
                    <a:pt x="1" y="127722"/>
                    <a:pt x="21" y="127821"/>
                  </a:cubicBezTo>
                  <a:cubicBezTo>
                    <a:pt x="40" y="127880"/>
                    <a:pt x="100" y="127940"/>
                    <a:pt x="179" y="127940"/>
                  </a:cubicBezTo>
                  <a:lnTo>
                    <a:pt x="199" y="127940"/>
                  </a:lnTo>
                  <a:lnTo>
                    <a:pt x="2123" y="127523"/>
                  </a:lnTo>
                  <a:cubicBezTo>
                    <a:pt x="2202" y="127523"/>
                    <a:pt x="2262" y="127424"/>
                    <a:pt x="2262" y="127345"/>
                  </a:cubicBezTo>
                  <a:cubicBezTo>
                    <a:pt x="2229" y="127262"/>
                    <a:pt x="2168" y="127221"/>
                    <a:pt x="2103" y="127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0" y="2260600"/>
            <a:ext cx="4284020" cy="4597400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31848" y="4318162"/>
            <a:ext cx="1757636" cy="9648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68%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1"/>
          <p:cNvSpPr txBox="1">
            <a:spLocks noChangeArrowheads="1"/>
          </p:cNvSpPr>
          <p:nvPr/>
        </p:nvSpPr>
        <p:spPr bwMode="auto">
          <a:xfrm>
            <a:off x="3293443" y="4086574"/>
            <a:ext cx="94530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难点分析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13" name="图片 12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14" name="图片 13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sp>
        <p:nvSpPr>
          <p:cNvPr id="158" name="textbox 158"/>
          <p:cNvSpPr/>
          <p:nvPr/>
        </p:nvSpPr>
        <p:spPr>
          <a:xfrm>
            <a:off x="961288" y="877818"/>
            <a:ext cx="7053580" cy="12338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8000"/>
              </a:lnSpc>
            </a:pPr>
            <a:r>
              <a:rPr sz="2100" b="1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2</a:t>
            </a:r>
            <a:r>
              <a:rPr sz="2100" b="1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a:s:b</a:t>
            </a:r>
            <a:r>
              <a:rPr sz="2000" b="1" kern="0" spc="45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返回以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a</a:t>
            </a:r>
            <a:r>
              <a:rPr sz="2000" b="1" kern="0" spc="-240" dirty="0">
                <a:solidFill>
                  <a:srgbClr val="000000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2100" b="1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为起点，以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s</a:t>
            </a:r>
            <a:r>
              <a:rPr sz="2000" b="1" kern="0" spc="-34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为步长，且所有取</a:t>
            </a:r>
            <a:r>
              <a:rPr sz="2100" b="1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值在</a:t>
            </a: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</a:t>
            </a:r>
            <a:r>
              <a:rPr sz="2000" b="1" kern="0" spc="-3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</a:t>
            </a: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b</a:t>
            </a:r>
            <a:endParaRPr sz="2000" dirty="0"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marL="322580" algn="l" rtl="0" eaLnBrk="0">
              <a:lnSpc>
                <a:spcPct val="86000"/>
              </a:lnSpc>
              <a:spcBef>
                <a:spcPts val="1010"/>
              </a:spcBef>
            </a:pPr>
            <a:r>
              <a:rPr sz="2100" b="1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之间的向量。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5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7965" algn="l" rtl="0" eaLnBrk="0">
              <a:lnSpc>
                <a:spcPct val="98000"/>
              </a:lnSpc>
            </a:pPr>
            <a:r>
              <a:rPr sz="21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</a:t>
            </a:r>
            <a:r>
              <a:rPr sz="2100" kern="0" spc="-2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1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查看</a:t>
            </a:r>
            <a:r>
              <a:rPr sz="2100" kern="0" spc="-5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A=5:-1:-0.5</a:t>
            </a:r>
            <a:r>
              <a:rPr sz="2000" b="1" kern="0" spc="42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的运</a:t>
            </a:r>
            <a:r>
              <a:rPr sz="2100" b="1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行结果。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1174213" y="2260891"/>
            <a:ext cx="1840864" cy="12655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29845" algn="l" rtl="0" eaLnBrk="0">
              <a:lnSpc>
                <a:spcPct val="96000"/>
              </a:lnSpc>
            </a:pPr>
            <a:r>
              <a:rPr sz="2100" b="1" kern="0" spc="-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具体代码如下：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A=5:-1:-0.5</a:t>
            </a:r>
            <a:endParaRPr sz="2000" dirty="0"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marL="12700" algn="l" rtl="0" eaLnBrk="0">
              <a:lnSpc>
                <a:spcPct val="75000"/>
              </a:lnSpc>
              <a:spcBef>
                <a:spcPts val="520"/>
              </a:spcBef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</a:t>
            </a:r>
            <a:r>
              <a:rPr sz="2000" b="1" kern="0" spc="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=</a:t>
            </a:r>
            <a:endParaRPr sz="2000" dirty="0"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marL="432435" algn="l" rtl="0" eaLnBrk="0">
              <a:lnSpc>
                <a:spcPts val="2435"/>
              </a:lnSpc>
              <a:spcBef>
                <a:spcPts val="300"/>
              </a:spcBef>
            </a:pPr>
            <a:r>
              <a:rPr sz="2000" b="1" kern="0" spc="-11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5</a:t>
            </a:r>
            <a:r>
              <a:rPr sz="2000" b="1" kern="0" spc="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    </a:t>
            </a:r>
            <a:r>
              <a:rPr sz="2000" b="1" kern="0" spc="-11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4</a:t>
            </a: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    </a:t>
            </a:r>
            <a:r>
              <a:rPr sz="2000" b="1" kern="0" spc="-11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3</a:t>
            </a:r>
            <a:endParaRPr sz="2000" dirty="0"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60" name="textbox 160"/>
          <p:cNvSpPr/>
          <p:nvPr/>
        </p:nvSpPr>
        <p:spPr>
          <a:xfrm>
            <a:off x="3183915" y="2147663"/>
            <a:ext cx="5397500" cy="13785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8610" indent="-29845" algn="l" rtl="0" eaLnBrk="0">
              <a:lnSpc>
                <a:spcPct val="97000"/>
              </a:lnSpc>
            </a:pPr>
            <a:r>
              <a:rPr sz="1700" b="1" kern="0" spc="2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在使用冒号符号构造向量时，</a:t>
            </a:r>
            <a:r>
              <a:rPr sz="1700" kern="0" spc="-49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b="1" kern="0" spc="2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需注意步长、结束</a:t>
            </a:r>
            <a:r>
              <a:rPr sz="1700" b="1" kern="0" spc="1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值和</a:t>
            </a:r>
            <a:r>
              <a:rPr sz="1700" b="1" kern="0" spc="2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生成的向量维度，以确保生成的向量符合预期。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435"/>
              </a:lnSpc>
              <a:spcBef>
                <a:spcPts val="0"/>
              </a:spcBef>
            </a:pPr>
            <a:r>
              <a:rPr sz="1900" b="1" kern="0" spc="-6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2</a:t>
            </a:r>
            <a:r>
              <a:rPr sz="1900" b="1" kern="0" spc="11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    </a:t>
            </a:r>
            <a:r>
              <a:rPr sz="1900" b="1" kern="0" spc="-6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1      0</a:t>
            </a:r>
            <a:endParaRPr sz="1900" dirty="0"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62" name="textbox 162"/>
          <p:cNvSpPr/>
          <p:nvPr/>
        </p:nvSpPr>
        <p:spPr>
          <a:xfrm>
            <a:off x="1174381" y="3779853"/>
            <a:ext cx="6278879" cy="9804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8000"/>
              </a:lnSpc>
            </a:pPr>
            <a:r>
              <a:rPr sz="21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构造向量还可以使用函数</a:t>
            </a:r>
            <a:r>
              <a:rPr sz="2100" kern="0" spc="-2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linspace()</a:t>
            </a:r>
            <a:r>
              <a:rPr sz="21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logspace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()</a:t>
            </a:r>
            <a:r>
              <a:rPr sz="2000" b="1" kern="0" spc="31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等。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5240" algn="l" rtl="0" eaLnBrk="0">
              <a:lnSpc>
                <a:spcPts val="5050"/>
              </a:lnSpc>
            </a:pPr>
            <a:r>
              <a:rPr sz="21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</a:t>
            </a:r>
            <a:r>
              <a:rPr sz="2100" kern="0" spc="-2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1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查看</a:t>
            </a:r>
            <a:r>
              <a:rPr sz="2100" kern="0" spc="-5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A=linspace(-6,6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,4)</a:t>
            </a:r>
            <a:r>
              <a:rPr sz="2000" b="1" kern="0" spc="40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的运行结果。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1318993" y="4812410"/>
            <a:ext cx="2237739" cy="12655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2545" algn="l" rtl="0" eaLnBrk="0">
              <a:lnSpc>
                <a:spcPct val="86000"/>
              </a:lnSpc>
            </a:pPr>
            <a:r>
              <a:rPr sz="21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具体代码如下：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96000"/>
              </a:lnSpc>
              <a:spcBef>
                <a:spcPts val="10"/>
              </a:spcBef>
            </a:pP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A=linspace(-6,6,4)</a:t>
            </a: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</a:t>
            </a:r>
            <a:r>
              <a:rPr sz="2000" b="1" kern="0" spc="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=</a:t>
            </a:r>
            <a:endParaRPr sz="2000" dirty="0"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r" rtl="0" eaLnBrk="0">
              <a:lnSpc>
                <a:spcPts val="2435"/>
              </a:lnSpc>
              <a:spcBef>
                <a:spcPts val="550"/>
              </a:spcBef>
            </a:pPr>
            <a:r>
              <a:rPr sz="1900" b="1" kern="0" spc="-4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-6     -2</a:t>
            </a:r>
            <a:r>
              <a:rPr sz="1900" b="1" kern="0" spc="-5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     2</a:t>
            </a:r>
            <a:r>
              <a:rPr sz="1900" b="1" kern="0" spc="7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    </a:t>
            </a:r>
            <a:r>
              <a:rPr sz="1900" b="1" kern="0" spc="-5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6</a:t>
            </a:r>
            <a:endParaRPr sz="1900" dirty="0"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4695929" y="5225371"/>
            <a:ext cx="5303520" cy="287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055"/>
              </a:lnSpc>
            </a:pPr>
            <a:r>
              <a:rPr sz="17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</a:t>
            </a:r>
            <a:r>
              <a:rPr sz="1700" kern="0" spc="-1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b="1" kern="0" spc="-4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linspace()</a:t>
            </a:r>
            <a:r>
              <a:rPr sz="1700" b="1" kern="0" spc="31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17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用于创建指定范围和长度的等距向量。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579" name="组合 578"/>
          <p:cNvGrpSpPr/>
          <p:nvPr/>
        </p:nvGrpSpPr>
        <p:grpSpPr>
          <a:xfrm>
            <a:off x="8912225" y="1155700"/>
            <a:ext cx="3279140" cy="4554220"/>
            <a:chOff x="14035" y="1820"/>
            <a:chExt cx="5164" cy="7172"/>
          </a:xfrm>
        </p:grpSpPr>
        <p:grpSp>
          <p:nvGrpSpPr>
            <p:cNvPr id="2208" name="Google Shape;2208;p36"/>
            <p:cNvGrpSpPr/>
            <p:nvPr/>
          </p:nvGrpSpPr>
          <p:grpSpPr>
            <a:xfrm>
              <a:off x="15401" y="4153"/>
              <a:ext cx="1385" cy="1035"/>
              <a:chOff x="4030925" y="2186525"/>
              <a:chExt cx="944700" cy="706325"/>
            </a:xfrm>
          </p:grpSpPr>
          <p:sp>
            <p:nvSpPr>
              <p:cNvPr id="2209" name="Google Shape;2209;p36"/>
              <p:cNvSpPr/>
              <p:nvPr/>
            </p:nvSpPr>
            <p:spPr>
              <a:xfrm>
                <a:off x="4030925" y="2186525"/>
                <a:ext cx="944700" cy="281675"/>
              </a:xfrm>
              <a:custGeom>
                <a:avLst/>
                <a:gdLst/>
                <a:ahLst/>
                <a:cxnLst/>
                <a:rect l="l" t="t" r="r" b="b"/>
                <a:pathLst>
                  <a:path w="37788" h="11267" extrusionOk="0">
                    <a:moveTo>
                      <a:pt x="33327" y="1430"/>
                    </a:moveTo>
                    <a:lnTo>
                      <a:pt x="9699" y="10348"/>
                    </a:lnTo>
                    <a:lnTo>
                      <a:pt x="1770" y="6049"/>
                    </a:lnTo>
                    <a:lnTo>
                      <a:pt x="33327" y="1430"/>
                    </a:lnTo>
                    <a:close/>
                    <a:moveTo>
                      <a:pt x="37185" y="0"/>
                    </a:moveTo>
                    <a:cubicBezTo>
                      <a:pt x="37164" y="0"/>
                      <a:pt x="37142" y="1"/>
                      <a:pt x="37120" y="5"/>
                    </a:cubicBezTo>
                    <a:lnTo>
                      <a:pt x="391" y="5383"/>
                    </a:lnTo>
                    <a:cubicBezTo>
                      <a:pt x="207" y="5406"/>
                      <a:pt x="69" y="5544"/>
                      <a:pt x="23" y="5728"/>
                    </a:cubicBezTo>
                    <a:cubicBezTo>
                      <a:pt x="0" y="5912"/>
                      <a:pt x="92" y="6095"/>
                      <a:pt x="253" y="6187"/>
                    </a:cubicBezTo>
                    <a:lnTo>
                      <a:pt x="9447" y="11221"/>
                    </a:lnTo>
                    <a:lnTo>
                      <a:pt x="9653" y="11267"/>
                    </a:lnTo>
                    <a:lnTo>
                      <a:pt x="9814" y="11244"/>
                    </a:lnTo>
                    <a:lnTo>
                      <a:pt x="37327" y="855"/>
                    </a:lnTo>
                    <a:cubicBezTo>
                      <a:pt x="37788" y="679"/>
                      <a:pt x="37641" y="0"/>
                      <a:pt x="371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0" name="Google Shape;2210;p36"/>
              <p:cNvSpPr/>
              <p:nvPr/>
            </p:nvSpPr>
            <p:spPr>
              <a:xfrm>
                <a:off x="4423950" y="2187475"/>
                <a:ext cx="547625" cy="512875"/>
              </a:xfrm>
              <a:custGeom>
                <a:avLst/>
                <a:gdLst/>
                <a:ahLst/>
                <a:cxnLst/>
                <a:rect l="l" t="t" r="r" b="b"/>
                <a:pathLst>
                  <a:path w="21905" h="20515" extrusionOk="0">
                    <a:moveTo>
                      <a:pt x="19882" y="2104"/>
                    </a:moveTo>
                    <a:lnTo>
                      <a:pt x="8918" y="19572"/>
                    </a:lnTo>
                    <a:lnTo>
                      <a:pt x="1265" y="15918"/>
                    </a:lnTo>
                    <a:lnTo>
                      <a:pt x="19882" y="2104"/>
                    </a:lnTo>
                    <a:close/>
                    <a:moveTo>
                      <a:pt x="21443" y="0"/>
                    </a:moveTo>
                    <a:cubicBezTo>
                      <a:pt x="21354" y="0"/>
                      <a:pt x="21266" y="29"/>
                      <a:pt x="21192" y="81"/>
                    </a:cubicBezTo>
                    <a:lnTo>
                      <a:pt x="184" y="15688"/>
                    </a:lnTo>
                    <a:cubicBezTo>
                      <a:pt x="69" y="15780"/>
                      <a:pt x="0" y="15941"/>
                      <a:pt x="23" y="16102"/>
                    </a:cubicBezTo>
                    <a:cubicBezTo>
                      <a:pt x="23" y="16240"/>
                      <a:pt x="115" y="16378"/>
                      <a:pt x="253" y="16446"/>
                    </a:cubicBezTo>
                    <a:lnTo>
                      <a:pt x="8918" y="20515"/>
                    </a:lnTo>
                    <a:lnTo>
                      <a:pt x="9102" y="20515"/>
                    </a:lnTo>
                    <a:cubicBezTo>
                      <a:pt x="9240" y="20515"/>
                      <a:pt x="9378" y="20469"/>
                      <a:pt x="9470" y="20354"/>
                    </a:cubicBezTo>
                    <a:lnTo>
                      <a:pt x="21813" y="656"/>
                    </a:lnTo>
                    <a:cubicBezTo>
                      <a:pt x="21905" y="472"/>
                      <a:pt x="21882" y="265"/>
                      <a:pt x="21744" y="127"/>
                    </a:cubicBezTo>
                    <a:cubicBezTo>
                      <a:pt x="21656" y="40"/>
                      <a:pt x="21549" y="0"/>
                      <a:pt x="214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1" name="Google Shape;2211;p36"/>
              <p:cNvSpPr/>
              <p:nvPr/>
            </p:nvSpPr>
            <p:spPr>
              <a:xfrm>
                <a:off x="4261325" y="2186625"/>
                <a:ext cx="710825" cy="706225"/>
              </a:xfrm>
              <a:custGeom>
                <a:avLst/>
                <a:gdLst/>
                <a:ahLst/>
                <a:cxnLst/>
                <a:rect l="l" t="t" r="r" b="b"/>
                <a:pathLst>
                  <a:path w="28433" h="28249" extrusionOk="0">
                    <a:moveTo>
                      <a:pt x="25261" y="1908"/>
                    </a:moveTo>
                    <a:lnTo>
                      <a:pt x="6689" y="15699"/>
                    </a:lnTo>
                    <a:cubicBezTo>
                      <a:pt x="6620" y="15745"/>
                      <a:pt x="6551" y="15837"/>
                      <a:pt x="6528" y="15929"/>
                    </a:cubicBezTo>
                    <a:lnTo>
                      <a:pt x="3196" y="25973"/>
                    </a:lnTo>
                    <a:lnTo>
                      <a:pt x="920" y="11102"/>
                    </a:lnTo>
                    <a:lnTo>
                      <a:pt x="25261" y="1908"/>
                    </a:lnTo>
                    <a:close/>
                    <a:moveTo>
                      <a:pt x="27953" y="1"/>
                    </a:moveTo>
                    <a:cubicBezTo>
                      <a:pt x="27906" y="1"/>
                      <a:pt x="27859" y="8"/>
                      <a:pt x="27812" y="24"/>
                    </a:cubicBezTo>
                    <a:lnTo>
                      <a:pt x="300" y="10436"/>
                    </a:lnTo>
                    <a:cubicBezTo>
                      <a:pt x="116" y="10504"/>
                      <a:pt x="1" y="10711"/>
                      <a:pt x="24" y="10895"/>
                    </a:cubicBezTo>
                    <a:lnTo>
                      <a:pt x="2621" y="27881"/>
                    </a:lnTo>
                    <a:cubicBezTo>
                      <a:pt x="2644" y="28065"/>
                      <a:pt x="2805" y="28226"/>
                      <a:pt x="3012" y="28249"/>
                    </a:cubicBezTo>
                    <a:lnTo>
                      <a:pt x="3058" y="28249"/>
                    </a:lnTo>
                    <a:cubicBezTo>
                      <a:pt x="3242" y="28249"/>
                      <a:pt x="3402" y="28111"/>
                      <a:pt x="3448" y="27927"/>
                    </a:cubicBezTo>
                    <a:lnTo>
                      <a:pt x="7310" y="16297"/>
                    </a:lnTo>
                    <a:lnTo>
                      <a:pt x="28226" y="782"/>
                    </a:lnTo>
                    <a:cubicBezTo>
                      <a:pt x="28387" y="667"/>
                      <a:pt x="28433" y="414"/>
                      <a:pt x="28341" y="230"/>
                    </a:cubicBezTo>
                    <a:cubicBezTo>
                      <a:pt x="28269" y="88"/>
                      <a:pt x="28115" y="1"/>
                      <a:pt x="279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2" name="Google Shape;2212;p36"/>
              <p:cNvSpPr/>
              <p:nvPr/>
            </p:nvSpPr>
            <p:spPr>
              <a:xfrm>
                <a:off x="4325700" y="2577225"/>
                <a:ext cx="236750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9470" h="12625" extrusionOk="0">
                    <a:moveTo>
                      <a:pt x="4620" y="1017"/>
                    </a:moveTo>
                    <a:lnTo>
                      <a:pt x="8343" y="2764"/>
                    </a:lnTo>
                    <a:lnTo>
                      <a:pt x="1540" y="10395"/>
                    </a:lnTo>
                    <a:lnTo>
                      <a:pt x="4620" y="1017"/>
                    </a:lnTo>
                    <a:close/>
                    <a:moveTo>
                      <a:pt x="4379" y="0"/>
                    </a:moveTo>
                    <a:cubicBezTo>
                      <a:pt x="4321" y="0"/>
                      <a:pt x="4264" y="18"/>
                      <a:pt x="4206" y="52"/>
                    </a:cubicBezTo>
                    <a:cubicBezTo>
                      <a:pt x="4091" y="98"/>
                      <a:pt x="3999" y="190"/>
                      <a:pt x="3953" y="305"/>
                    </a:cubicBezTo>
                    <a:lnTo>
                      <a:pt x="69" y="12050"/>
                    </a:lnTo>
                    <a:cubicBezTo>
                      <a:pt x="0" y="12257"/>
                      <a:pt x="92" y="12464"/>
                      <a:pt x="276" y="12579"/>
                    </a:cubicBezTo>
                    <a:lnTo>
                      <a:pt x="483" y="12625"/>
                    </a:lnTo>
                    <a:cubicBezTo>
                      <a:pt x="598" y="12625"/>
                      <a:pt x="713" y="12579"/>
                      <a:pt x="781" y="12487"/>
                    </a:cubicBezTo>
                    <a:lnTo>
                      <a:pt x="9355" y="2925"/>
                    </a:lnTo>
                    <a:cubicBezTo>
                      <a:pt x="9424" y="2810"/>
                      <a:pt x="9470" y="2672"/>
                      <a:pt x="9470" y="2534"/>
                    </a:cubicBezTo>
                    <a:cubicBezTo>
                      <a:pt x="9447" y="2396"/>
                      <a:pt x="9332" y="2304"/>
                      <a:pt x="9217" y="2259"/>
                    </a:cubicBezTo>
                    <a:lnTo>
                      <a:pt x="4551" y="52"/>
                    </a:lnTo>
                    <a:cubicBezTo>
                      <a:pt x="4493" y="18"/>
                      <a:pt x="4436" y="0"/>
                      <a:pt x="4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61" name="Google Shape;4561;p69"/>
            <p:cNvSpPr/>
            <p:nvPr/>
          </p:nvSpPr>
          <p:spPr>
            <a:xfrm>
              <a:off x="14035" y="1820"/>
              <a:ext cx="5165" cy="7172"/>
            </a:xfrm>
            <a:custGeom>
              <a:avLst/>
              <a:gdLst/>
              <a:ahLst/>
              <a:cxnLst/>
              <a:rect l="l" t="t" r="r" b="b"/>
              <a:pathLst>
                <a:path w="92138" h="127940" extrusionOk="0">
                  <a:moveTo>
                    <a:pt x="85073" y="0"/>
                  </a:moveTo>
                  <a:cubicBezTo>
                    <a:pt x="85013" y="0"/>
                    <a:pt x="84958" y="40"/>
                    <a:pt x="84958" y="108"/>
                  </a:cubicBezTo>
                  <a:cubicBezTo>
                    <a:pt x="84899" y="167"/>
                    <a:pt x="84919" y="266"/>
                    <a:pt x="84998" y="326"/>
                  </a:cubicBezTo>
                  <a:cubicBezTo>
                    <a:pt x="85573" y="603"/>
                    <a:pt x="86128" y="940"/>
                    <a:pt x="86644" y="1337"/>
                  </a:cubicBezTo>
                  <a:lnTo>
                    <a:pt x="86743" y="1337"/>
                  </a:lnTo>
                  <a:cubicBezTo>
                    <a:pt x="86783" y="1337"/>
                    <a:pt x="86842" y="1317"/>
                    <a:pt x="86882" y="1297"/>
                  </a:cubicBezTo>
                  <a:cubicBezTo>
                    <a:pt x="86922" y="1218"/>
                    <a:pt x="86902" y="1119"/>
                    <a:pt x="86842" y="1059"/>
                  </a:cubicBezTo>
                  <a:cubicBezTo>
                    <a:pt x="86307" y="663"/>
                    <a:pt x="85732" y="326"/>
                    <a:pt x="85157" y="28"/>
                  </a:cubicBezTo>
                  <a:cubicBezTo>
                    <a:pt x="85131" y="9"/>
                    <a:pt x="85102" y="0"/>
                    <a:pt x="85073" y="0"/>
                  </a:cubicBezTo>
                  <a:close/>
                  <a:moveTo>
                    <a:pt x="88675" y="2762"/>
                  </a:moveTo>
                  <a:cubicBezTo>
                    <a:pt x="88636" y="2762"/>
                    <a:pt x="88595" y="2777"/>
                    <a:pt x="88568" y="2805"/>
                  </a:cubicBezTo>
                  <a:cubicBezTo>
                    <a:pt x="88488" y="2844"/>
                    <a:pt x="88488" y="2963"/>
                    <a:pt x="88548" y="3023"/>
                  </a:cubicBezTo>
                  <a:cubicBezTo>
                    <a:pt x="88984" y="3499"/>
                    <a:pt x="89381" y="4014"/>
                    <a:pt x="89738" y="4570"/>
                  </a:cubicBezTo>
                  <a:cubicBezTo>
                    <a:pt x="89777" y="4609"/>
                    <a:pt x="89817" y="4629"/>
                    <a:pt x="89877" y="4629"/>
                  </a:cubicBezTo>
                  <a:lnTo>
                    <a:pt x="89956" y="4609"/>
                  </a:lnTo>
                  <a:cubicBezTo>
                    <a:pt x="90035" y="4550"/>
                    <a:pt x="90055" y="4451"/>
                    <a:pt x="89996" y="4371"/>
                  </a:cubicBezTo>
                  <a:cubicBezTo>
                    <a:pt x="89658" y="3816"/>
                    <a:pt x="89242" y="3300"/>
                    <a:pt x="88786" y="2824"/>
                  </a:cubicBezTo>
                  <a:cubicBezTo>
                    <a:pt x="88765" y="2782"/>
                    <a:pt x="88721" y="2762"/>
                    <a:pt x="88675" y="2762"/>
                  </a:cubicBezTo>
                  <a:close/>
                  <a:moveTo>
                    <a:pt x="91110" y="6597"/>
                  </a:moveTo>
                  <a:cubicBezTo>
                    <a:pt x="91089" y="6597"/>
                    <a:pt x="91068" y="6602"/>
                    <a:pt x="91047" y="6612"/>
                  </a:cubicBezTo>
                  <a:cubicBezTo>
                    <a:pt x="90967" y="6632"/>
                    <a:pt x="90908" y="6731"/>
                    <a:pt x="90947" y="6810"/>
                  </a:cubicBezTo>
                  <a:cubicBezTo>
                    <a:pt x="91185" y="7425"/>
                    <a:pt x="91384" y="8040"/>
                    <a:pt x="91523" y="8675"/>
                  </a:cubicBezTo>
                  <a:cubicBezTo>
                    <a:pt x="91542" y="8754"/>
                    <a:pt x="91622" y="8794"/>
                    <a:pt x="91701" y="8794"/>
                  </a:cubicBezTo>
                  <a:lnTo>
                    <a:pt x="91721" y="8794"/>
                  </a:lnTo>
                  <a:cubicBezTo>
                    <a:pt x="91800" y="8774"/>
                    <a:pt x="91860" y="8694"/>
                    <a:pt x="91840" y="8595"/>
                  </a:cubicBezTo>
                  <a:cubicBezTo>
                    <a:pt x="91681" y="7941"/>
                    <a:pt x="91483" y="7306"/>
                    <a:pt x="91245" y="6692"/>
                  </a:cubicBezTo>
                  <a:cubicBezTo>
                    <a:pt x="91216" y="6633"/>
                    <a:pt x="91166" y="6597"/>
                    <a:pt x="91110" y="6597"/>
                  </a:cubicBezTo>
                  <a:close/>
                  <a:moveTo>
                    <a:pt x="91959" y="11054"/>
                  </a:moveTo>
                  <a:cubicBezTo>
                    <a:pt x="91879" y="11054"/>
                    <a:pt x="91800" y="11114"/>
                    <a:pt x="91780" y="11213"/>
                  </a:cubicBezTo>
                  <a:cubicBezTo>
                    <a:pt x="91800" y="11848"/>
                    <a:pt x="91741" y="12502"/>
                    <a:pt x="91622" y="13137"/>
                  </a:cubicBezTo>
                  <a:cubicBezTo>
                    <a:pt x="91622" y="13236"/>
                    <a:pt x="91681" y="13315"/>
                    <a:pt x="91760" y="13335"/>
                  </a:cubicBezTo>
                  <a:lnTo>
                    <a:pt x="91800" y="13335"/>
                  </a:lnTo>
                  <a:cubicBezTo>
                    <a:pt x="91879" y="13335"/>
                    <a:pt x="91939" y="13275"/>
                    <a:pt x="91939" y="13196"/>
                  </a:cubicBezTo>
                  <a:cubicBezTo>
                    <a:pt x="92058" y="12542"/>
                    <a:pt x="92117" y="11887"/>
                    <a:pt x="92137" y="11233"/>
                  </a:cubicBezTo>
                  <a:cubicBezTo>
                    <a:pt x="92137" y="11134"/>
                    <a:pt x="92058" y="11054"/>
                    <a:pt x="91959" y="11054"/>
                  </a:cubicBezTo>
                  <a:close/>
                  <a:moveTo>
                    <a:pt x="91092" y="15504"/>
                  </a:moveTo>
                  <a:cubicBezTo>
                    <a:pt x="91027" y="15504"/>
                    <a:pt x="90963" y="15554"/>
                    <a:pt x="90947" y="15616"/>
                  </a:cubicBezTo>
                  <a:cubicBezTo>
                    <a:pt x="90709" y="16211"/>
                    <a:pt x="90432" y="16786"/>
                    <a:pt x="90134" y="17381"/>
                  </a:cubicBezTo>
                  <a:cubicBezTo>
                    <a:pt x="90095" y="17460"/>
                    <a:pt x="90114" y="17539"/>
                    <a:pt x="90174" y="17599"/>
                  </a:cubicBezTo>
                  <a:lnTo>
                    <a:pt x="90253" y="17599"/>
                  </a:lnTo>
                  <a:cubicBezTo>
                    <a:pt x="90313" y="17599"/>
                    <a:pt x="90372" y="17579"/>
                    <a:pt x="90412" y="17519"/>
                  </a:cubicBezTo>
                  <a:cubicBezTo>
                    <a:pt x="90729" y="16944"/>
                    <a:pt x="91007" y="16349"/>
                    <a:pt x="91245" y="15735"/>
                  </a:cubicBezTo>
                  <a:cubicBezTo>
                    <a:pt x="91265" y="15635"/>
                    <a:pt x="91245" y="15536"/>
                    <a:pt x="91146" y="15516"/>
                  </a:cubicBezTo>
                  <a:cubicBezTo>
                    <a:pt x="91128" y="15508"/>
                    <a:pt x="91110" y="15504"/>
                    <a:pt x="91092" y="15504"/>
                  </a:cubicBezTo>
                  <a:close/>
                  <a:moveTo>
                    <a:pt x="88856" y="19462"/>
                  </a:moveTo>
                  <a:cubicBezTo>
                    <a:pt x="88802" y="19462"/>
                    <a:pt x="88752" y="19484"/>
                    <a:pt x="88726" y="19522"/>
                  </a:cubicBezTo>
                  <a:cubicBezTo>
                    <a:pt x="88330" y="20018"/>
                    <a:pt x="87893" y="20514"/>
                    <a:pt x="87457" y="20990"/>
                  </a:cubicBezTo>
                  <a:cubicBezTo>
                    <a:pt x="87378" y="21049"/>
                    <a:pt x="87378" y="21168"/>
                    <a:pt x="87457" y="21208"/>
                  </a:cubicBezTo>
                  <a:lnTo>
                    <a:pt x="87576" y="21267"/>
                  </a:lnTo>
                  <a:lnTo>
                    <a:pt x="87675" y="21208"/>
                  </a:lnTo>
                  <a:cubicBezTo>
                    <a:pt x="88131" y="20752"/>
                    <a:pt x="88568" y="20256"/>
                    <a:pt x="88964" y="19721"/>
                  </a:cubicBezTo>
                  <a:cubicBezTo>
                    <a:pt x="89024" y="19661"/>
                    <a:pt x="89004" y="19542"/>
                    <a:pt x="88944" y="19483"/>
                  </a:cubicBezTo>
                  <a:cubicBezTo>
                    <a:pt x="88916" y="19469"/>
                    <a:pt x="88886" y="19462"/>
                    <a:pt x="88856" y="19462"/>
                  </a:cubicBezTo>
                  <a:close/>
                  <a:moveTo>
                    <a:pt x="85625" y="22735"/>
                  </a:moveTo>
                  <a:cubicBezTo>
                    <a:pt x="85601" y="22735"/>
                    <a:pt x="85577" y="22741"/>
                    <a:pt x="85553" y="22755"/>
                  </a:cubicBezTo>
                  <a:cubicBezTo>
                    <a:pt x="85057" y="23151"/>
                    <a:pt x="84522" y="23548"/>
                    <a:pt x="83987" y="23925"/>
                  </a:cubicBezTo>
                  <a:cubicBezTo>
                    <a:pt x="83907" y="23965"/>
                    <a:pt x="83887" y="24084"/>
                    <a:pt x="83967" y="24143"/>
                  </a:cubicBezTo>
                  <a:cubicBezTo>
                    <a:pt x="83987" y="24183"/>
                    <a:pt x="84026" y="24222"/>
                    <a:pt x="84086" y="24222"/>
                  </a:cubicBezTo>
                  <a:lnTo>
                    <a:pt x="84185" y="24183"/>
                  </a:lnTo>
                  <a:cubicBezTo>
                    <a:pt x="84720" y="23826"/>
                    <a:pt x="85256" y="23429"/>
                    <a:pt x="85771" y="22993"/>
                  </a:cubicBezTo>
                  <a:cubicBezTo>
                    <a:pt x="85837" y="22878"/>
                    <a:pt x="85739" y="22735"/>
                    <a:pt x="85625" y="22735"/>
                  </a:cubicBezTo>
                  <a:close/>
                  <a:moveTo>
                    <a:pt x="81855" y="25254"/>
                  </a:moveTo>
                  <a:cubicBezTo>
                    <a:pt x="81829" y="25254"/>
                    <a:pt x="81805" y="25260"/>
                    <a:pt x="81785" y="25273"/>
                  </a:cubicBezTo>
                  <a:lnTo>
                    <a:pt x="81706" y="25273"/>
                  </a:lnTo>
                  <a:lnTo>
                    <a:pt x="80020" y="26106"/>
                  </a:lnTo>
                  <a:cubicBezTo>
                    <a:pt x="79834" y="26144"/>
                    <a:pt x="79893" y="26407"/>
                    <a:pt x="80064" y="26407"/>
                  </a:cubicBezTo>
                  <a:cubicBezTo>
                    <a:pt x="80075" y="26407"/>
                    <a:pt x="80087" y="26406"/>
                    <a:pt x="80100" y="26404"/>
                  </a:cubicBezTo>
                  <a:lnTo>
                    <a:pt x="80159" y="26424"/>
                  </a:lnTo>
                  <a:lnTo>
                    <a:pt x="81845" y="25611"/>
                  </a:lnTo>
                  <a:lnTo>
                    <a:pt x="81924" y="25551"/>
                  </a:lnTo>
                  <a:cubicBezTo>
                    <a:pt x="82023" y="25531"/>
                    <a:pt x="82043" y="25412"/>
                    <a:pt x="82003" y="25333"/>
                  </a:cubicBezTo>
                  <a:cubicBezTo>
                    <a:pt x="81964" y="25280"/>
                    <a:pt x="81907" y="25254"/>
                    <a:pt x="81855" y="25254"/>
                  </a:cubicBezTo>
                  <a:close/>
                  <a:moveTo>
                    <a:pt x="77650" y="27033"/>
                  </a:moveTo>
                  <a:cubicBezTo>
                    <a:pt x="77634" y="27033"/>
                    <a:pt x="77618" y="27035"/>
                    <a:pt x="77601" y="27038"/>
                  </a:cubicBezTo>
                  <a:cubicBezTo>
                    <a:pt x="77026" y="27257"/>
                    <a:pt x="76391" y="27455"/>
                    <a:pt x="75757" y="27653"/>
                  </a:cubicBezTo>
                  <a:cubicBezTo>
                    <a:pt x="75677" y="27693"/>
                    <a:pt x="75638" y="27772"/>
                    <a:pt x="75657" y="27851"/>
                  </a:cubicBezTo>
                  <a:cubicBezTo>
                    <a:pt x="75657" y="27931"/>
                    <a:pt x="75737" y="27990"/>
                    <a:pt x="75796" y="27990"/>
                  </a:cubicBezTo>
                  <a:lnTo>
                    <a:pt x="75856" y="27970"/>
                  </a:lnTo>
                  <a:lnTo>
                    <a:pt x="77720" y="27376"/>
                  </a:lnTo>
                  <a:cubicBezTo>
                    <a:pt x="77819" y="27316"/>
                    <a:pt x="77859" y="27237"/>
                    <a:pt x="77819" y="27138"/>
                  </a:cubicBezTo>
                  <a:cubicBezTo>
                    <a:pt x="77786" y="27072"/>
                    <a:pt x="77726" y="27033"/>
                    <a:pt x="77650" y="27033"/>
                  </a:cubicBezTo>
                  <a:close/>
                  <a:moveTo>
                    <a:pt x="73289" y="28343"/>
                  </a:moveTo>
                  <a:cubicBezTo>
                    <a:pt x="73279" y="28343"/>
                    <a:pt x="73268" y="28345"/>
                    <a:pt x="73258" y="28347"/>
                  </a:cubicBezTo>
                  <a:lnTo>
                    <a:pt x="71374" y="28823"/>
                  </a:lnTo>
                  <a:cubicBezTo>
                    <a:pt x="71275" y="28843"/>
                    <a:pt x="71215" y="28942"/>
                    <a:pt x="71235" y="29022"/>
                  </a:cubicBezTo>
                  <a:cubicBezTo>
                    <a:pt x="71252" y="29090"/>
                    <a:pt x="71299" y="29144"/>
                    <a:pt x="71363" y="29144"/>
                  </a:cubicBezTo>
                  <a:cubicBezTo>
                    <a:pt x="71373" y="29144"/>
                    <a:pt x="71383" y="29143"/>
                    <a:pt x="71394" y="29141"/>
                  </a:cubicBezTo>
                  <a:lnTo>
                    <a:pt x="71433" y="29141"/>
                  </a:lnTo>
                  <a:lnTo>
                    <a:pt x="73317" y="28684"/>
                  </a:lnTo>
                  <a:cubicBezTo>
                    <a:pt x="73416" y="28665"/>
                    <a:pt x="73456" y="28565"/>
                    <a:pt x="73456" y="28486"/>
                  </a:cubicBezTo>
                  <a:cubicBezTo>
                    <a:pt x="73439" y="28400"/>
                    <a:pt x="73361" y="28343"/>
                    <a:pt x="73289" y="28343"/>
                  </a:cubicBezTo>
                  <a:close/>
                  <a:moveTo>
                    <a:pt x="68816" y="29398"/>
                  </a:moveTo>
                  <a:lnTo>
                    <a:pt x="66912" y="29815"/>
                  </a:lnTo>
                  <a:cubicBezTo>
                    <a:pt x="66813" y="29835"/>
                    <a:pt x="66753" y="29934"/>
                    <a:pt x="66773" y="30013"/>
                  </a:cubicBezTo>
                  <a:cubicBezTo>
                    <a:pt x="66790" y="30082"/>
                    <a:pt x="66837" y="30136"/>
                    <a:pt x="66901" y="30136"/>
                  </a:cubicBezTo>
                  <a:cubicBezTo>
                    <a:pt x="66911" y="30136"/>
                    <a:pt x="66921" y="30135"/>
                    <a:pt x="66932" y="30132"/>
                  </a:cubicBezTo>
                  <a:lnTo>
                    <a:pt x="66971" y="30132"/>
                  </a:lnTo>
                  <a:lnTo>
                    <a:pt x="68895" y="29716"/>
                  </a:lnTo>
                  <a:cubicBezTo>
                    <a:pt x="68974" y="29716"/>
                    <a:pt x="69034" y="29616"/>
                    <a:pt x="69014" y="29517"/>
                  </a:cubicBezTo>
                  <a:cubicBezTo>
                    <a:pt x="68974" y="29438"/>
                    <a:pt x="68895" y="29398"/>
                    <a:pt x="68816" y="29398"/>
                  </a:cubicBezTo>
                  <a:close/>
                  <a:moveTo>
                    <a:pt x="64396" y="30405"/>
                  </a:moveTo>
                  <a:cubicBezTo>
                    <a:pt x="64381" y="30405"/>
                    <a:pt x="64367" y="30406"/>
                    <a:pt x="64354" y="30410"/>
                  </a:cubicBezTo>
                  <a:lnTo>
                    <a:pt x="64135" y="30469"/>
                  </a:lnTo>
                  <a:lnTo>
                    <a:pt x="62470" y="30886"/>
                  </a:lnTo>
                  <a:cubicBezTo>
                    <a:pt x="62370" y="30886"/>
                    <a:pt x="62311" y="30985"/>
                    <a:pt x="62351" y="31084"/>
                  </a:cubicBezTo>
                  <a:cubicBezTo>
                    <a:pt x="62351" y="31163"/>
                    <a:pt x="62410" y="31203"/>
                    <a:pt x="62489" y="31203"/>
                  </a:cubicBezTo>
                  <a:lnTo>
                    <a:pt x="62549" y="31183"/>
                  </a:lnTo>
                  <a:lnTo>
                    <a:pt x="64195" y="30787"/>
                  </a:lnTo>
                  <a:lnTo>
                    <a:pt x="64433" y="30707"/>
                  </a:lnTo>
                  <a:cubicBezTo>
                    <a:pt x="64512" y="30707"/>
                    <a:pt x="64572" y="30608"/>
                    <a:pt x="64552" y="30509"/>
                  </a:cubicBezTo>
                  <a:cubicBezTo>
                    <a:pt x="64535" y="30443"/>
                    <a:pt x="64465" y="30405"/>
                    <a:pt x="64396" y="30405"/>
                  </a:cubicBezTo>
                  <a:close/>
                  <a:moveTo>
                    <a:pt x="59994" y="31567"/>
                  </a:moveTo>
                  <a:cubicBezTo>
                    <a:pt x="59974" y="31567"/>
                    <a:pt x="59952" y="31571"/>
                    <a:pt x="59931" y="31580"/>
                  </a:cubicBezTo>
                  <a:lnTo>
                    <a:pt x="58087" y="32195"/>
                  </a:lnTo>
                  <a:cubicBezTo>
                    <a:pt x="57988" y="32234"/>
                    <a:pt x="57948" y="32333"/>
                    <a:pt x="57988" y="32413"/>
                  </a:cubicBezTo>
                  <a:cubicBezTo>
                    <a:pt x="57988" y="32478"/>
                    <a:pt x="58042" y="32517"/>
                    <a:pt x="58095" y="32517"/>
                  </a:cubicBezTo>
                  <a:cubicBezTo>
                    <a:pt x="58106" y="32517"/>
                    <a:pt x="58116" y="32515"/>
                    <a:pt x="58127" y="32512"/>
                  </a:cubicBezTo>
                  <a:lnTo>
                    <a:pt x="58186" y="32512"/>
                  </a:lnTo>
                  <a:lnTo>
                    <a:pt x="60030" y="31897"/>
                  </a:lnTo>
                  <a:cubicBezTo>
                    <a:pt x="60110" y="31877"/>
                    <a:pt x="60149" y="31778"/>
                    <a:pt x="60129" y="31699"/>
                  </a:cubicBezTo>
                  <a:cubicBezTo>
                    <a:pt x="60129" y="31621"/>
                    <a:pt x="60068" y="31567"/>
                    <a:pt x="59994" y="31567"/>
                  </a:cubicBezTo>
                  <a:close/>
                  <a:moveTo>
                    <a:pt x="55702" y="33154"/>
                  </a:moveTo>
                  <a:cubicBezTo>
                    <a:pt x="55683" y="33154"/>
                    <a:pt x="55665" y="33158"/>
                    <a:pt x="55648" y="33166"/>
                  </a:cubicBezTo>
                  <a:cubicBezTo>
                    <a:pt x="55033" y="33444"/>
                    <a:pt x="54438" y="33741"/>
                    <a:pt x="53863" y="34039"/>
                  </a:cubicBezTo>
                  <a:cubicBezTo>
                    <a:pt x="53783" y="34059"/>
                    <a:pt x="53744" y="34158"/>
                    <a:pt x="53783" y="34237"/>
                  </a:cubicBezTo>
                  <a:cubicBezTo>
                    <a:pt x="53803" y="34297"/>
                    <a:pt x="53863" y="34336"/>
                    <a:pt x="53942" y="34336"/>
                  </a:cubicBezTo>
                  <a:lnTo>
                    <a:pt x="54021" y="34316"/>
                  </a:lnTo>
                  <a:lnTo>
                    <a:pt x="55767" y="33464"/>
                  </a:lnTo>
                  <a:cubicBezTo>
                    <a:pt x="55846" y="33424"/>
                    <a:pt x="55886" y="33345"/>
                    <a:pt x="55846" y="33265"/>
                  </a:cubicBezTo>
                  <a:cubicBezTo>
                    <a:pt x="55830" y="33203"/>
                    <a:pt x="55767" y="33154"/>
                    <a:pt x="55702" y="33154"/>
                  </a:cubicBezTo>
                  <a:close/>
                  <a:moveTo>
                    <a:pt x="51683" y="35303"/>
                  </a:moveTo>
                  <a:cubicBezTo>
                    <a:pt x="51654" y="35303"/>
                    <a:pt x="51626" y="35316"/>
                    <a:pt x="51602" y="35348"/>
                  </a:cubicBezTo>
                  <a:cubicBezTo>
                    <a:pt x="51047" y="35705"/>
                    <a:pt x="50511" y="36081"/>
                    <a:pt x="49996" y="36518"/>
                  </a:cubicBezTo>
                  <a:cubicBezTo>
                    <a:pt x="49916" y="36557"/>
                    <a:pt x="49916" y="36676"/>
                    <a:pt x="49976" y="36736"/>
                  </a:cubicBezTo>
                  <a:lnTo>
                    <a:pt x="50095" y="36795"/>
                  </a:lnTo>
                  <a:lnTo>
                    <a:pt x="50194" y="36756"/>
                  </a:lnTo>
                  <a:cubicBezTo>
                    <a:pt x="50690" y="36359"/>
                    <a:pt x="51245" y="36002"/>
                    <a:pt x="51780" y="35625"/>
                  </a:cubicBezTo>
                  <a:cubicBezTo>
                    <a:pt x="51960" y="35593"/>
                    <a:pt x="51816" y="35303"/>
                    <a:pt x="51683" y="35303"/>
                  </a:cubicBezTo>
                  <a:close/>
                  <a:moveTo>
                    <a:pt x="48182" y="38228"/>
                  </a:moveTo>
                  <a:cubicBezTo>
                    <a:pt x="48145" y="38228"/>
                    <a:pt x="48106" y="38244"/>
                    <a:pt x="48072" y="38283"/>
                  </a:cubicBezTo>
                  <a:lnTo>
                    <a:pt x="47775" y="38580"/>
                  </a:lnTo>
                  <a:cubicBezTo>
                    <a:pt x="47418" y="38937"/>
                    <a:pt x="47100" y="39334"/>
                    <a:pt x="46783" y="39770"/>
                  </a:cubicBezTo>
                  <a:cubicBezTo>
                    <a:pt x="46704" y="39830"/>
                    <a:pt x="46723" y="39929"/>
                    <a:pt x="46803" y="39988"/>
                  </a:cubicBezTo>
                  <a:lnTo>
                    <a:pt x="46902" y="40028"/>
                  </a:lnTo>
                  <a:cubicBezTo>
                    <a:pt x="46942" y="40028"/>
                    <a:pt x="47001" y="40008"/>
                    <a:pt x="47021" y="39968"/>
                  </a:cubicBezTo>
                  <a:cubicBezTo>
                    <a:pt x="47338" y="39572"/>
                    <a:pt x="47675" y="39175"/>
                    <a:pt x="48013" y="38798"/>
                  </a:cubicBezTo>
                  <a:lnTo>
                    <a:pt x="48290" y="38501"/>
                  </a:lnTo>
                  <a:cubicBezTo>
                    <a:pt x="48395" y="38381"/>
                    <a:pt x="48296" y="38228"/>
                    <a:pt x="48182" y="38228"/>
                  </a:cubicBezTo>
                  <a:close/>
                  <a:moveTo>
                    <a:pt x="45430" y="41892"/>
                  </a:moveTo>
                  <a:cubicBezTo>
                    <a:pt x="45373" y="41892"/>
                    <a:pt x="45315" y="41918"/>
                    <a:pt x="45276" y="41971"/>
                  </a:cubicBezTo>
                  <a:cubicBezTo>
                    <a:pt x="44958" y="42546"/>
                    <a:pt x="44661" y="43122"/>
                    <a:pt x="44383" y="43716"/>
                  </a:cubicBezTo>
                  <a:cubicBezTo>
                    <a:pt x="44364" y="43796"/>
                    <a:pt x="44383" y="43895"/>
                    <a:pt x="44463" y="43935"/>
                  </a:cubicBezTo>
                  <a:lnTo>
                    <a:pt x="44542" y="43935"/>
                  </a:lnTo>
                  <a:cubicBezTo>
                    <a:pt x="44602" y="43935"/>
                    <a:pt x="44661" y="43895"/>
                    <a:pt x="44701" y="43855"/>
                  </a:cubicBezTo>
                  <a:cubicBezTo>
                    <a:pt x="44958" y="43260"/>
                    <a:pt x="45256" y="42685"/>
                    <a:pt x="45593" y="42150"/>
                  </a:cubicBezTo>
                  <a:cubicBezTo>
                    <a:pt x="45633" y="42051"/>
                    <a:pt x="45613" y="41952"/>
                    <a:pt x="45514" y="41912"/>
                  </a:cubicBezTo>
                  <a:cubicBezTo>
                    <a:pt x="45487" y="41899"/>
                    <a:pt x="45459" y="41892"/>
                    <a:pt x="45430" y="41892"/>
                  </a:cubicBezTo>
                  <a:close/>
                  <a:moveTo>
                    <a:pt x="43607" y="46032"/>
                  </a:moveTo>
                  <a:cubicBezTo>
                    <a:pt x="43538" y="46032"/>
                    <a:pt x="43464" y="46070"/>
                    <a:pt x="43431" y="46136"/>
                  </a:cubicBezTo>
                  <a:cubicBezTo>
                    <a:pt x="43233" y="46751"/>
                    <a:pt x="43055" y="47365"/>
                    <a:pt x="42876" y="48040"/>
                  </a:cubicBezTo>
                  <a:cubicBezTo>
                    <a:pt x="42876" y="48119"/>
                    <a:pt x="42936" y="48198"/>
                    <a:pt x="43015" y="48238"/>
                  </a:cubicBezTo>
                  <a:lnTo>
                    <a:pt x="43055" y="48238"/>
                  </a:lnTo>
                  <a:cubicBezTo>
                    <a:pt x="43134" y="48238"/>
                    <a:pt x="43194" y="48179"/>
                    <a:pt x="43213" y="48119"/>
                  </a:cubicBezTo>
                  <a:cubicBezTo>
                    <a:pt x="43372" y="47465"/>
                    <a:pt x="43550" y="46850"/>
                    <a:pt x="43749" y="46235"/>
                  </a:cubicBezTo>
                  <a:cubicBezTo>
                    <a:pt x="43769" y="46156"/>
                    <a:pt x="43729" y="46057"/>
                    <a:pt x="43650" y="46037"/>
                  </a:cubicBezTo>
                  <a:cubicBezTo>
                    <a:pt x="43636" y="46033"/>
                    <a:pt x="43622" y="46032"/>
                    <a:pt x="43607" y="46032"/>
                  </a:cubicBezTo>
                  <a:close/>
                  <a:moveTo>
                    <a:pt x="42528" y="50475"/>
                  </a:moveTo>
                  <a:cubicBezTo>
                    <a:pt x="42460" y="50475"/>
                    <a:pt x="42398" y="50529"/>
                    <a:pt x="42380" y="50598"/>
                  </a:cubicBezTo>
                  <a:cubicBezTo>
                    <a:pt x="42281" y="51233"/>
                    <a:pt x="42182" y="51887"/>
                    <a:pt x="42142" y="52561"/>
                  </a:cubicBezTo>
                  <a:cubicBezTo>
                    <a:pt x="42123" y="52641"/>
                    <a:pt x="42202" y="52720"/>
                    <a:pt x="42281" y="52720"/>
                  </a:cubicBezTo>
                  <a:cubicBezTo>
                    <a:pt x="42380" y="52720"/>
                    <a:pt x="42460" y="52680"/>
                    <a:pt x="42460" y="52581"/>
                  </a:cubicBezTo>
                  <a:cubicBezTo>
                    <a:pt x="42539" y="51927"/>
                    <a:pt x="42618" y="51292"/>
                    <a:pt x="42718" y="50638"/>
                  </a:cubicBezTo>
                  <a:cubicBezTo>
                    <a:pt x="42718" y="50558"/>
                    <a:pt x="42638" y="50479"/>
                    <a:pt x="42559" y="50479"/>
                  </a:cubicBezTo>
                  <a:cubicBezTo>
                    <a:pt x="42548" y="50476"/>
                    <a:pt x="42538" y="50475"/>
                    <a:pt x="42528" y="50475"/>
                  </a:cubicBezTo>
                  <a:close/>
                  <a:moveTo>
                    <a:pt x="42142" y="55000"/>
                  </a:moveTo>
                  <a:cubicBezTo>
                    <a:pt x="42063" y="55000"/>
                    <a:pt x="41964" y="55080"/>
                    <a:pt x="41964" y="55159"/>
                  </a:cubicBezTo>
                  <a:lnTo>
                    <a:pt x="41964" y="57142"/>
                  </a:lnTo>
                  <a:cubicBezTo>
                    <a:pt x="41964" y="57222"/>
                    <a:pt x="42023" y="57281"/>
                    <a:pt x="42123" y="57281"/>
                  </a:cubicBezTo>
                  <a:cubicBezTo>
                    <a:pt x="42202" y="57281"/>
                    <a:pt x="42281" y="57202"/>
                    <a:pt x="42281" y="57122"/>
                  </a:cubicBezTo>
                  <a:lnTo>
                    <a:pt x="42281" y="55179"/>
                  </a:lnTo>
                  <a:cubicBezTo>
                    <a:pt x="42301" y="55080"/>
                    <a:pt x="42222" y="55000"/>
                    <a:pt x="42142" y="55000"/>
                  </a:cubicBezTo>
                  <a:close/>
                  <a:moveTo>
                    <a:pt x="42221" y="59619"/>
                  </a:moveTo>
                  <a:cubicBezTo>
                    <a:pt x="42152" y="59619"/>
                    <a:pt x="42084" y="59658"/>
                    <a:pt x="42063" y="59740"/>
                  </a:cubicBezTo>
                  <a:cubicBezTo>
                    <a:pt x="42123" y="60395"/>
                    <a:pt x="42162" y="61029"/>
                    <a:pt x="42242" y="61703"/>
                  </a:cubicBezTo>
                  <a:cubicBezTo>
                    <a:pt x="42242" y="61783"/>
                    <a:pt x="42321" y="61842"/>
                    <a:pt x="42420" y="61842"/>
                  </a:cubicBezTo>
                  <a:cubicBezTo>
                    <a:pt x="42519" y="61822"/>
                    <a:pt x="42579" y="61743"/>
                    <a:pt x="42559" y="61684"/>
                  </a:cubicBezTo>
                  <a:cubicBezTo>
                    <a:pt x="42519" y="61009"/>
                    <a:pt x="42440" y="60355"/>
                    <a:pt x="42380" y="59720"/>
                  </a:cubicBezTo>
                  <a:cubicBezTo>
                    <a:pt x="42352" y="59653"/>
                    <a:pt x="42286" y="59619"/>
                    <a:pt x="42221" y="59619"/>
                  </a:cubicBezTo>
                  <a:close/>
                  <a:moveTo>
                    <a:pt x="42718" y="64103"/>
                  </a:moveTo>
                  <a:cubicBezTo>
                    <a:pt x="42618" y="64123"/>
                    <a:pt x="42559" y="64202"/>
                    <a:pt x="42559" y="64301"/>
                  </a:cubicBezTo>
                  <a:lnTo>
                    <a:pt x="42856" y="66245"/>
                  </a:lnTo>
                  <a:cubicBezTo>
                    <a:pt x="42876" y="66304"/>
                    <a:pt x="42956" y="66364"/>
                    <a:pt x="43035" y="66364"/>
                  </a:cubicBezTo>
                  <a:lnTo>
                    <a:pt x="43055" y="66364"/>
                  </a:lnTo>
                  <a:cubicBezTo>
                    <a:pt x="43134" y="66344"/>
                    <a:pt x="43194" y="66265"/>
                    <a:pt x="43174" y="66185"/>
                  </a:cubicBezTo>
                  <a:lnTo>
                    <a:pt x="42876" y="64262"/>
                  </a:lnTo>
                  <a:cubicBezTo>
                    <a:pt x="42876" y="64163"/>
                    <a:pt x="42797" y="64103"/>
                    <a:pt x="42718" y="64103"/>
                  </a:cubicBezTo>
                  <a:close/>
                  <a:moveTo>
                    <a:pt x="43471" y="68650"/>
                  </a:moveTo>
                  <a:cubicBezTo>
                    <a:pt x="43389" y="68650"/>
                    <a:pt x="43312" y="68709"/>
                    <a:pt x="43312" y="68803"/>
                  </a:cubicBezTo>
                  <a:lnTo>
                    <a:pt x="43610" y="70548"/>
                  </a:lnTo>
                  <a:lnTo>
                    <a:pt x="43650" y="70727"/>
                  </a:lnTo>
                  <a:cubicBezTo>
                    <a:pt x="43650" y="70806"/>
                    <a:pt x="43709" y="70866"/>
                    <a:pt x="43808" y="70866"/>
                  </a:cubicBezTo>
                  <a:lnTo>
                    <a:pt x="43828" y="70866"/>
                  </a:lnTo>
                  <a:cubicBezTo>
                    <a:pt x="43907" y="70846"/>
                    <a:pt x="43967" y="70766"/>
                    <a:pt x="43967" y="70667"/>
                  </a:cubicBezTo>
                  <a:lnTo>
                    <a:pt x="43927" y="70489"/>
                  </a:lnTo>
                  <a:lnTo>
                    <a:pt x="43630" y="68744"/>
                  </a:lnTo>
                  <a:cubicBezTo>
                    <a:pt x="43589" y="68679"/>
                    <a:pt x="43529" y="68650"/>
                    <a:pt x="43471" y="68650"/>
                  </a:cubicBezTo>
                  <a:close/>
                  <a:moveTo>
                    <a:pt x="44225" y="73106"/>
                  </a:moveTo>
                  <a:cubicBezTo>
                    <a:pt x="44126" y="73126"/>
                    <a:pt x="44086" y="73206"/>
                    <a:pt x="44106" y="73305"/>
                  </a:cubicBezTo>
                  <a:cubicBezTo>
                    <a:pt x="44205" y="73939"/>
                    <a:pt x="44324" y="74594"/>
                    <a:pt x="44423" y="75228"/>
                  </a:cubicBezTo>
                  <a:cubicBezTo>
                    <a:pt x="44423" y="75308"/>
                    <a:pt x="44502" y="75367"/>
                    <a:pt x="44562" y="75367"/>
                  </a:cubicBezTo>
                  <a:lnTo>
                    <a:pt x="44602" y="75367"/>
                  </a:lnTo>
                  <a:cubicBezTo>
                    <a:pt x="44681" y="75347"/>
                    <a:pt x="44740" y="75268"/>
                    <a:pt x="44740" y="75189"/>
                  </a:cubicBezTo>
                  <a:cubicBezTo>
                    <a:pt x="44641" y="74534"/>
                    <a:pt x="44522" y="73900"/>
                    <a:pt x="44423" y="73245"/>
                  </a:cubicBezTo>
                  <a:cubicBezTo>
                    <a:pt x="44403" y="73166"/>
                    <a:pt x="44304" y="73106"/>
                    <a:pt x="44225" y="73106"/>
                  </a:cubicBezTo>
                  <a:close/>
                  <a:moveTo>
                    <a:pt x="44939" y="77608"/>
                  </a:moveTo>
                  <a:cubicBezTo>
                    <a:pt x="44840" y="77628"/>
                    <a:pt x="44780" y="77727"/>
                    <a:pt x="44780" y="77806"/>
                  </a:cubicBezTo>
                  <a:cubicBezTo>
                    <a:pt x="44879" y="78481"/>
                    <a:pt x="44958" y="79135"/>
                    <a:pt x="45038" y="79750"/>
                  </a:cubicBezTo>
                  <a:cubicBezTo>
                    <a:pt x="45038" y="79829"/>
                    <a:pt x="45097" y="79889"/>
                    <a:pt x="45177" y="79889"/>
                  </a:cubicBezTo>
                  <a:lnTo>
                    <a:pt x="45216" y="79889"/>
                  </a:lnTo>
                  <a:cubicBezTo>
                    <a:pt x="45296" y="79869"/>
                    <a:pt x="45355" y="79790"/>
                    <a:pt x="45355" y="79690"/>
                  </a:cubicBezTo>
                  <a:cubicBezTo>
                    <a:pt x="45276" y="79076"/>
                    <a:pt x="45216" y="78421"/>
                    <a:pt x="45117" y="77767"/>
                  </a:cubicBezTo>
                  <a:cubicBezTo>
                    <a:pt x="45117" y="77668"/>
                    <a:pt x="45038" y="77608"/>
                    <a:pt x="44939" y="77608"/>
                  </a:cubicBezTo>
                  <a:close/>
                  <a:moveTo>
                    <a:pt x="45415" y="82150"/>
                  </a:moveTo>
                  <a:cubicBezTo>
                    <a:pt x="45335" y="82169"/>
                    <a:pt x="45276" y="82249"/>
                    <a:pt x="45256" y="82328"/>
                  </a:cubicBezTo>
                  <a:cubicBezTo>
                    <a:pt x="45315" y="83002"/>
                    <a:pt x="45335" y="83657"/>
                    <a:pt x="45355" y="84291"/>
                  </a:cubicBezTo>
                  <a:cubicBezTo>
                    <a:pt x="45355" y="84371"/>
                    <a:pt x="45434" y="84430"/>
                    <a:pt x="45514" y="84430"/>
                  </a:cubicBezTo>
                  <a:cubicBezTo>
                    <a:pt x="45593" y="84430"/>
                    <a:pt x="45672" y="84371"/>
                    <a:pt x="45672" y="84291"/>
                  </a:cubicBezTo>
                  <a:cubicBezTo>
                    <a:pt x="45653" y="83637"/>
                    <a:pt x="45633" y="82963"/>
                    <a:pt x="45573" y="82308"/>
                  </a:cubicBezTo>
                  <a:cubicBezTo>
                    <a:pt x="45573" y="82209"/>
                    <a:pt x="45494" y="82150"/>
                    <a:pt x="45415" y="82150"/>
                  </a:cubicBezTo>
                  <a:close/>
                  <a:moveTo>
                    <a:pt x="45514" y="86711"/>
                  </a:moveTo>
                  <a:cubicBezTo>
                    <a:pt x="45415" y="86711"/>
                    <a:pt x="45335" y="86790"/>
                    <a:pt x="45335" y="86889"/>
                  </a:cubicBezTo>
                  <a:cubicBezTo>
                    <a:pt x="45315" y="87524"/>
                    <a:pt x="45256" y="88198"/>
                    <a:pt x="45196" y="88813"/>
                  </a:cubicBezTo>
                  <a:cubicBezTo>
                    <a:pt x="45196" y="88912"/>
                    <a:pt x="45236" y="88991"/>
                    <a:pt x="45335" y="88991"/>
                  </a:cubicBezTo>
                  <a:lnTo>
                    <a:pt x="45355" y="88991"/>
                  </a:lnTo>
                  <a:cubicBezTo>
                    <a:pt x="45434" y="88991"/>
                    <a:pt x="45514" y="88932"/>
                    <a:pt x="45514" y="88852"/>
                  </a:cubicBezTo>
                  <a:cubicBezTo>
                    <a:pt x="45573" y="88218"/>
                    <a:pt x="45633" y="87563"/>
                    <a:pt x="45653" y="86889"/>
                  </a:cubicBezTo>
                  <a:cubicBezTo>
                    <a:pt x="45653" y="86810"/>
                    <a:pt x="45593" y="86731"/>
                    <a:pt x="45514" y="86711"/>
                  </a:cubicBezTo>
                  <a:close/>
                  <a:moveTo>
                    <a:pt x="45018" y="91252"/>
                  </a:moveTo>
                  <a:cubicBezTo>
                    <a:pt x="44919" y="91252"/>
                    <a:pt x="44859" y="91312"/>
                    <a:pt x="44840" y="91391"/>
                  </a:cubicBezTo>
                  <a:cubicBezTo>
                    <a:pt x="44721" y="92025"/>
                    <a:pt x="44602" y="92660"/>
                    <a:pt x="44423" y="93315"/>
                  </a:cubicBezTo>
                  <a:cubicBezTo>
                    <a:pt x="44403" y="93394"/>
                    <a:pt x="44463" y="93473"/>
                    <a:pt x="44542" y="93513"/>
                  </a:cubicBezTo>
                  <a:lnTo>
                    <a:pt x="44602" y="93513"/>
                  </a:lnTo>
                  <a:cubicBezTo>
                    <a:pt x="44661" y="93513"/>
                    <a:pt x="44721" y="93453"/>
                    <a:pt x="44740" y="93374"/>
                  </a:cubicBezTo>
                  <a:cubicBezTo>
                    <a:pt x="44879" y="92739"/>
                    <a:pt x="45038" y="92085"/>
                    <a:pt x="45157" y="91450"/>
                  </a:cubicBezTo>
                  <a:cubicBezTo>
                    <a:pt x="45157" y="91351"/>
                    <a:pt x="45097" y="91272"/>
                    <a:pt x="45018" y="91252"/>
                  </a:cubicBezTo>
                  <a:close/>
                  <a:moveTo>
                    <a:pt x="43854" y="95679"/>
                  </a:moveTo>
                  <a:cubicBezTo>
                    <a:pt x="43788" y="95679"/>
                    <a:pt x="43733" y="95720"/>
                    <a:pt x="43689" y="95793"/>
                  </a:cubicBezTo>
                  <a:cubicBezTo>
                    <a:pt x="43511" y="96408"/>
                    <a:pt x="43273" y="97023"/>
                    <a:pt x="43055" y="97618"/>
                  </a:cubicBezTo>
                  <a:cubicBezTo>
                    <a:pt x="43015" y="97697"/>
                    <a:pt x="43055" y="97796"/>
                    <a:pt x="43134" y="97836"/>
                  </a:cubicBezTo>
                  <a:lnTo>
                    <a:pt x="43213" y="97836"/>
                  </a:lnTo>
                  <a:cubicBezTo>
                    <a:pt x="43273" y="97836"/>
                    <a:pt x="43332" y="97796"/>
                    <a:pt x="43352" y="97737"/>
                  </a:cubicBezTo>
                  <a:cubicBezTo>
                    <a:pt x="43590" y="97122"/>
                    <a:pt x="43828" y="96507"/>
                    <a:pt x="44026" y="95893"/>
                  </a:cubicBezTo>
                  <a:cubicBezTo>
                    <a:pt x="44046" y="95793"/>
                    <a:pt x="44007" y="95714"/>
                    <a:pt x="43927" y="95694"/>
                  </a:cubicBezTo>
                  <a:cubicBezTo>
                    <a:pt x="43902" y="95684"/>
                    <a:pt x="43877" y="95679"/>
                    <a:pt x="43854" y="95679"/>
                  </a:cubicBezTo>
                  <a:close/>
                  <a:moveTo>
                    <a:pt x="42153" y="99929"/>
                  </a:moveTo>
                  <a:cubicBezTo>
                    <a:pt x="42092" y="99929"/>
                    <a:pt x="42030" y="99965"/>
                    <a:pt x="42004" y="100017"/>
                  </a:cubicBezTo>
                  <a:cubicBezTo>
                    <a:pt x="41746" y="100593"/>
                    <a:pt x="41448" y="101188"/>
                    <a:pt x="41111" y="101763"/>
                  </a:cubicBezTo>
                  <a:cubicBezTo>
                    <a:pt x="41091" y="101842"/>
                    <a:pt x="41111" y="101941"/>
                    <a:pt x="41191" y="101981"/>
                  </a:cubicBezTo>
                  <a:lnTo>
                    <a:pt x="41270" y="101981"/>
                  </a:lnTo>
                  <a:cubicBezTo>
                    <a:pt x="41329" y="101981"/>
                    <a:pt x="41389" y="101961"/>
                    <a:pt x="41409" y="101901"/>
                  </a:cubicBezTo>
                  <a:cubicBezTo>
                    <a:pt x="41706" y="101326"/>
                    <a:pt x="42043" y="100751"/>
                    <a:pt x="42301" y="100176"/>
                  </a:cubicBezTo>
                  <a:cubicBezTo>
                    <a:pt x="42341" y="100077"/>
                    <a:pt x="42301" y="99978"/>
                    <a:pt x="42242" y="99958"/>
                  </a:cubicBezTo>
                  <a:cubicBezTo>
                    <a:pt x="42215" y="99938"/>
                    <a:pt x="42184" y="99929"/>
                    <a:pt x="42153" y="99929"/>
                  </a:cubicBezTo>
                  <a:close/>
                  <a:moveTo>
                    <a:pt x="39901" y="103899"/>
                  </a:moveTo>
                  <a:cubicBezTo>
                    <a:pt x="39853" y="103899"/>
                    <a:pt x="39813" y="103923"/>
                    <a:pt x="39802" y="103984"/>
                  </a:cubicBezTo>
                  <a:cubicBezTo>
                    <a:pt x="39465" y="104539"/>
                    <a:pt x="39088" y="105074"/>
                    <a:pt x="38712" y="105630"/>
                  </a:cubicBezTo>
                  <a:cubicBezTo>
                    <a:pt x="38672" y="105709"/>
                    <a:pt x="38692" y="105788"/>
                    <a:pt x="38771" y="105848"/>
                  </a:cubicBezTo>
                  <a:lnTo>
                    <a:pt x="38870" y="105848"/>
                  </a:lnTo>
                  <a:cubicBezTo>
                    <a:pt x="38910" y="105848"/>
                    <a:pt x="38969" y="105828"/>
                    <a:pt x="38989" y="105808"/>
                  </a:cubicBezTo>
                  <a:cubicBezTo>
                    <a:pt x="39366" y="105273"/>
                    <a:pt x="39743" y="104717"/>
                    <a:pt x="40080" y="104162"/>
                  </a:cubicBezTo>
                  <a:cubicBezTo>
                    <a:pt x="40209" y="104062"/>
                    <a:pt x="40027" y="103899"/>
                    <a:pt x="39901" y="103899"/>
                  </a:cubicBezTo>
                  <a:close/>
                  <a:moveTo>
                    <a:pt x="37289" y="107605"/>
                  </a:moveTo>
                  <a:cubicBezTo>
                    <a:pt x="37242" y="107605"/>
                    <a:pt x="37198" y="107620"/>
                    <a:pt x="37165" y="107653"/>
                  </a:cubicBezTo>
                  <a:cubicBezTo>
                    <a:pt x="36768" y="108188"/>
                    <a:pt x="36332" y="108684"/>
                    <a:pt x="35915" y="109180"/>
                  </a:cubicBezTo>
                  <a:cubicBezTo>
                    <a:pt x="35856" y="109239"/>
                    <a:pt x="35876" y="109338"/>
                    <a:pt x="35935" y="109398"/>
                  </a:cubicBezTo>
                  <a:cubicBezTo>
                    <a:pt x="35955" y="109418"/>
                    <a:pt x="35995" y="109437"/>
                    <a:pt x="36034" y="109437"/>
                  </a:cubicBezTo>
                  <a:cubicBezTo>
                    <a:pt x="36094" y="109437"/>
                    <a:pt x="36134" y="109418"/>
                    <a:pt x="36173" y="109378"/>
                  </a:cubicBezTo>
                  <a:cubicBezTo>
                    <a:pt x="36590" y="108882"/>
                    <a:pt x="37026" y="108386"/>
                    <a:pt x="37423" y="107890"/>
                  </a:cubicBezTo>
                  <a:cubicBezTo>
                    <a:pt x="37482" y="107811"/>
                    <a:pt x="37462" y="107692"/>
                    <a:pt x="37403" y="107633"/>
                  </a:cubicBezTo>
                  <a:cubicBezTo>
                    <a:pt x="37367" y="107615"/>
                    <a:pt x="37327" y="107605"/>
                    <a:pt x="37289" y="107605"/>
                  </a:cubicBezTo>
                  <a:close/>
                  <a:moveTo>
                    <a:pt x="34266" y="111031"/>
                  </a:moveTo>
                  <a:cubicBezTo>
                    <a:pt x="34228" y="111031"/>
                    <a:pt x="34188" y="111046"/>
                    <a:pt x="34150" y="111083"/>
                  </a:cubicBezTo>
                  <a:cubicBezTo>
                    <a:pt x="33714" y="111520"/>
                    <a:pt x="33238" y="111996"/>
                    <a:pt x="32742" y="112452"/>
                  </a:cubicBezTo>
                  <a:cubicBezTo>
                    <a:pt x="32683" y="112511"/>
                    <a:pt x="32683" y="112591"/>
                    <a:pt x="32742" y="112670"/>
                  </a:cubicBezTo>
                  <a:lnTo>
                    <a:pt x="32861" y="112709"/>
                  </a:lnTo>
                  <a:lnTo>
                    <a:pt x="32961" y="112670"/>
                  </a:lnTo>
                  <a:cubicBezTo>
                    <a:pt x="33456" y="112214"/>
                    <a:pt x="33932" y="111777"/>
                    <a:pt x="34388" y="111301"/>
                  </a:cubicBezTo>
                  <a:cubicBezTo>
                    <a:pt x="34495" y="111195"/>
                    <a:pt x="34392" y="111031"/>
                    <a:pt x="34266" y="111031"/>
                  </a:cubicBezTo>
                  <a:close/>
                  <a:moveTo>
                    <a:pt x="30919" y="114115"/>
                  </a:moveTo>
                  <a:cubicBezTo>
                    <a:pt x="30883" y="114115"/>
                    <a:pt x="30846" y="114130"/>
                    <a:pt x="30819" y="114157"/>
                  </a:cubicBezTo>
                  <a:lnTo>
                    <a:pt x="29292" y="115367"/>
                  </a:lnTo>
                  <a:cubicBezTo>
                    <a:pt x="29232" y="115426"/>
                    <a:pt x="29193" y="115526"/>
                    <a:pt x="29252" y="115625"/>
                  </a:cubicBezTo>
                  <a:lnTo>
                    <a:pt x="29391" y="115664"/>
                  </a:lnTo>
                  <a:lnTo>
                    <a:pt x="29490" y="115645"/>
                  </a:lnTo>
                  <a:cubicBezTo>
                    <a:pt x="30025" y="115248"/>
                    <a:pt x="30521" y="114831"/>
                    <a:pt x="31017" y="114395"/>
                  </a:cubicBezTo>
                  <a:cubicBezTo>
                    <a:pt x="31077" y="114355"/>
                    <a:pt x="31096" y="114237"/>
                    <a:pt x="31037" y="114177"/>
                  </a:cubicBezTo>
                  <a:cubicBezTo>
                    <a:pt x="31005" y="114135"/>
                    <a:pt x="30962" y="114115"/>
                    <a:pt x="30919" y="114115"/>
                  </a:cubicBezTo>
                  <a:close/>
                  <a:moveTo>
                    <a:pt x="27278" y="116860"/>
                  </a:moveTo>
                  <a:cubicBezTo>
                    <a:pt x="27247" y="116860"/>
                    <a:pt x="27216" y="116876"/>
                    <a:pt x="27190" y="116914"/>
                  </a:cubicBezTo>
                  <a:lnTo>
                    <a:pt x="25563" y="117965"/>
                  </a:lnTo>
                  <a:cubicBezTo>
                    <a:pt x="25484" y="118024"/>
                    <a:pt x="25464" y="118143"/>
                    <a:pt x="25504" y="118223"/>
                  </a:cubicBezTo>
                  <a:cubicBezTo>
                    <a:pt x="25544" y="118262"/>
                    <a:pt x="25603" y="118282"/>
                    <a:pt x="25663" y="118302"/>
                  </a:cubicBezTo>
                  <a:lnTo>
                    <a:pt x="25722" y="118262"/>
                  </a:lnTo>
                  <a:lnTo>
                    <a:pt x="27368" y="117172"/>
                  </a:lnTo>
                  <a:cubicBezTo>
                    <a:pt x="27545" y="117139"/>
                    <a:pt x="27409" y="116860"/>
                    <a:pt x="27278" y="116860"/>
                  </a:cubicBezTo>
                  <a:close/>
                  <a:moveTo>
                    <a:pt x="23367" y="119328"/>
                  </a:moveTo>
                  <a:cubicBezTo>
                    <a:pt x="23353" y="119328"/>
                    <a:pt x="23338" y="119329"/>
                    <a:pt x="23322" y="119333"/>
                  </a:cubicBezTo>
                  <a:lnTo>
                    <a:pt x="21617" y="120245"/>
                  </a:lnTo>
                  <a:cubicBezTo>
                    <a:pt x="21538" y="120305"/>
                    <a:pt x="21518" y="120384"/>
                    <a:pt x="21538" y="120483"/>
                  </a:cubicBezTo>
                  <a:cubicBezTo>
                    <a:pt x="21557" y="120523"/>
                    <a:pt x="21617" y="120563"/>
                    <a:pt x="21696" y="120583"/>
                  </a:cubicBezTo>
                  <a:lnTo>
                    <a:pt x="21756" y="120543"/>
                  </a:lnTo>
                  <a:cubicBezTo>
                    <a:pt x="22351" y="120245"/>
                    <a:pt x="22926" y="119928"/>
                    <a:pt x="23501" y="119611"/>
                  </a:cubicBezTo>
                  <a:cubicBezTo>
                    <a:pt x="23573" y="119485"/>
                    <a:pt x="23499" y="119328"/>
                    <a:pt x="23367" y="119328"/>
                  </a:cubicBezTo>
                  <a:close/>
                  <a:moveTo>
                    <a:pt x="19343" y="121409"/>
                  </a:moveTo>
                  <a:cubicBezTo>
                    <a:pt x="19321" y="121409"/>
                    <a:pt x="19299" y="121411"/>
                    <a:pt x="19277" y="121415"/>
                  </a:cubicBezTo>
                  <a:cubicBezTo>
                    <a:pt x="18722" y="121713"/>
                    <a:pt x="18127" y="121991"/>
                    <a:pt x="17532" y="122229"/>
                  </a:cubicBezTo>
                  <a:cubicBezTo>
                    <a:pt x="17452" y="122288"/>
                    <a:pt x="17413" y="122367"/>
                    <a:pt x="17433" y="122466"/>
                  </a:cubicBezTo>
                  <a:cubicBezTo>
                    <a:pt x="17472" y="122506"/>
                    <a:pt x="17532" y="122546"/>
                    <a:pt x="17591" y="122566"/>
                  </a:cubicBezTo>
                  <a:lnTo>
                    <a:pt x="17651" y="122526"/>
                  </a:lnTo>
                  <a:cubicBezTo>
                    <a:pt x="18246" y="122288"/>
                    <a:pt x="18841" y="122010"/>
                    <a:pt x="19436" y="121713"/>
                  </a:cubicBezTo>
                  <a:cubicBezTo>
                    <a:pt x="19515" y="121673"/>
                    <a:pt x="19535" y="121594"/>
                    <a:pt x="19515" y="121515"/>
                  </a:cubicBezTo>
                  <a:cubicBezTo>
                    <a:pt x="19484" y="121438"/>
                    <a:pt x="19418" y="121409"/>
                    <a:pt x="19343" y="121409"/>
                  </a:cubicBezTo>
                  <a:close/>
                  <a:moveTo>
                    <a:pt x="15196" y="123240"/>
                  </a:moveTo>
                  <a:cubicBezTo>
                    <a:pt x="15167" y="123240"/>
                    <a:pt x="15139" y="123247"/>
                    <a:pt x="15112" y="123260"/>
                  </a:cubicBezTo>
                  <a:lnTo>
                    <a:pt x="13288" y="123954"/>
                  </a:lnTo>
                  <a:cubicBezTo>
                    <a:pt x="13208" y="123974"/>
                    <a:pt x="13169" y="124053"/>
                    <a:pt x="13189" y="124152"/>
                  </a:cubicBezTo>
                  <a:cubicBezTo>
                    <a:pt x="13208" y="124212"/>
                    <a:pt x="13288" y="124271"/>
                    <a:pt x="13367" y="124271"/>
                  </a:cubicBezTo>
                  <a:lnTo>
                    <a:pt x="13407" y="124251"/>
                  </a:lnTo>
                  <a:lnTo>
                    <a:pt x="15251" y="123557"/>
                  </a:lnTo>
                  <a:cubicBezTo>
                    <a:pt x="15330" y="123498"/>
                    <a:pt x="15370" y="123418"/>
                    <a:pt x="15350" y="123319"/>
                  </a:cubicBezTo>
                  <a:cubicBezTo>
                    <a:pt x="15311" y="123266"/>
                    <a:pt x="15253" y="123240"/>
                    <a:pt x="15196" y="123240"/>
                  </a:cubicBezTo>
                  <a:close/>
                  <a:moveTo>
                    <a:pt x="10871" y="124782"/>
                  </a:moveTo>
                  <a:cubicBezTo>
                    <a:pt x="10857" y="124782"/>
                    <a:pt x="10842" y="124783"/>
                    <a:pt x="10829" y="124787"/>
                  </a:cubicBezTo>
                  <a:lnTo>
                    <a:pt x="8965" y="125382"/>
                  </a:lnTo>
                  <a:cubicBezTo>
                    <a:pt x="8885" y="125421"/>
                    <a:pt x="8846" y="125501"/>
                    <a:pt x="8865" y="125580"/>
                  </a:cubicBezTo>
                  <a:cubicBezTo>
                    <a:pt x="8885" y="125659"/>
                    <a:pt x="8945" y="125699"/>
                    <a:pt x="9024" y="125699"/>
                  </a:cubicBezTo>
                  <a:lnTo>
                    <a:pt x="9064" y="125699"/>
                  </a:lnTo>
                  <a:lnTo>
                    <a:pt x="10928" y="125104"/>
                  </a:lnTo>
                  <a:cubicBezTo>
                    <a:pt x="11027" y="125084"/>
                    <a:pt x="11087" y="124985"/>
                    <a:pt x="11047" y="124886"/>
                  </a:cubicBezTo>
                  <a:cubicBezTo>
                    <a:pt x="11014" y="124820"/>
                    <a:pt x="10940" y="124782"/>
                    <a:pt x="10871" y="124782"/>
                  </a:cubicBezTo>
                  <a:close/>
                  <a:moveTo>
                    <a:pt x="6503" y="126092"/>
                  </a:moveTo>
                  <a:cubicBezTo>
                    <a:pt x="6491" y="126092"/>
                    <a:pt x="6479" y="126093"/>
                    <a:pt x="6466" y="126096"/>
                  </a:cubicBezTo>
                  <a:lnTo>
                    <a:pt x="4582" y="126591"/>
                  </a:lnTo>
                  <a:cubicBezTo>
                    <a:pt x="4503" y="126611"/>
                    <a:pt x="4443" y="126710"/>
                    <a:pt x="4463" y="126790"/>
                  </a:cubicBezTo>
                  <a:cubicBezTo>
                    <a:pt x="4483" y="126869"/>
                    <a:pt x="4562" y="126909"/>
                    <a:pt x="4641" y="126929"/>
                  </a:cubicBezTo>
                  <a:lnTo>
                    <a:pt x="4661" y="126929"/>
                  </a:lnTo>
                  <a:lnTo>
                    <a:pt x="6565" y="126433"/>
                  </a:lnTo>
                  <a:cubicBezTo>
                    <a:pt x="6644" y="126393"/>
                    <a:pt x="6684" y="126314"/>
                    <a:pt x="6664" y="126234"/>
                  </a:cubicBezTo>
                  <a:cubicBezTo>
                    <a:pt x="6647" y="126148"/>
                    <a:pt x="6584" y="126092"/>
                    <a:pt x="6503" y="126092"/>
                  </a:cubicBezTo>
                  <a:close/>
                  <a:moveTo>
                    <a:pt x="2103" y="127221"/>
                  </a:moveTo>
                  <a:cubicBezTo>
                    <a:pt x="2090" y="127221"/>
                    <a:pt x="2076" y="127223"/>
                    <a:pt x="2063" y="127226"/>
                  </a:cubicBezTo>
                  <a:lnTo>
                    <a:pt x="140" y="127623"/>
                  </a:lnTo>
                  <a:cubicBezTo>
                    <a:pt x="60" y="127642"/>
                    <a:pt x="1" y="127722"/>
                    <a:pt x="21" y="127821"/>
                  </a:cubicBezTo>
                  <a:cubicBezTo>
                    <a:pt x="40" y="127880"/>
                    <a:pt x="100" y="127940"/>
                    <a:pt x="179" y="127940"/>
                  </a:cubicBezTo>
                  <a:lnTo>
                    <a:pt x="199" y="127940"/>
                  </a:lnTo>
                  <a:lnTo>
                    <a:pt x="2123" y="127523"/>
                  </a:lnTo>
                  <a:cubicBezTo>
                    <a:pt x="2202" y="127523"/>
                    <a:pt x="2262" y="127424"/>
                    <a:pt x="2262" y="127345"/>
                  </a:cubicBezTo>
                  <a:cubicBezTo>
                    <a:pt x="2229" y="127262"/>
                    <a:pt x="2168" y="127221"/>
                    <a:pt x="2103" y="127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/>
        </p:nvSpPr>
        <p:spPr>
          <a:xfrm>
            <a:off x="0" y="3641552"/>
            <a:ext cx="2997200" cy="3216448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 rot="5400000" flipH="1">
            <a:off x="8512238" y="866077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5"/>
          <p:cNvSpPr/>
          <p:nvPr/>
        </p:nvSpPr>
        <p:spPr bwMode="auto">
          <a:xfrm rot="5400000" flipH="1">
            <a:off x="8808994" y="246686"/>
            <a:ext cx="4868287" cy="3184014"/>
          </a:xfrm>
          <a:custGeom>
            <a:avLst/>
            <a:gdLst>
              <a:gd name="T0" fmla="*/ 18 w 1619"/>
              <a:gd name="T1" fmla="*/ 36 h 1181"/>
              <a:gd name="T2" fmla="*/ 14 w 1619"/>
              <a:gd name="T3" fmla="*/ 108 h 1181"/>
              <a:gd name="T4" fmla="*/ 30 w 1619"/>
              <a:gd name="T5" fmla="*/ 285 h 1181"/>
              <a:gd name="T6" fmla="*/ 84 w 1619"/>
              <a:gd name="T7" fmla="*/ 425 h 1181"/>
              <a:gd name="T8" fmla="*/ 99 w 1619"/>
              <a:gd name="T9" fmla="*/ 448 h 1181"/>
              <a:gd name="T10" fmla="*/ 114 w 1619"/>
              <a:gd name="T11" fmla="*/ 469 h 1181"/>
              <a:gd name="T12" fmla="*/ 174 w 1619"/>
              <a:gd name="T13" fmla="*/ 519 h 1181"/>
              <a:gd name="T14" fmla="*/ 306 w 1619"/>
              <a:gd name="T15" fmla="*/ 572 h 1181"/>
              <a:gd name="T16" fmla="*/ 444 w 1619"/>
              <a:gd name="T17" fmla="*/ 615 h 1181"/>
              <a:gd name="T18" fmla="*/ 571 w 1619"/>
              <a:gd name="T19" fmla="*/ 681 h 1181"/>
              <a:gd name="T20" fmla="*/ 661 w 1619"/>
              <a:gd name="T21" fmla="*/ 794 h 1181"/>
              <a:gd name="T22" fmla="*/ 728 w 1619"/>
              <a:gd name="T23" fmla="*/ 921 h 1181"/>
              <a:gd name="T24" fmla="*/ 876 w 1619"/>
              <a:gd name="T25" fmla="*/ 1072 h 1181"/>
              <a:gd name="T26" fmla="*/ 907 w 1619"/>
              <a:gd name="T27" fmla="*/ 1090 h 1181"/>
              <a:gd name="T28" fmla="*/ 1003 w 1619"/>
              <a:gd name="T29" fmla="*/ 1135 h 1181"/>
              <a:gd name="T30" fmla="*/ 1054 w 1619"/>
              <a:gd name="T31" fmla="*/ 1150 h 1181"/>
              <a:gd name="T32" fmla="*/ 1353 w 1619"/>
              <a:gd name="T33" fmla="*/ 1143 h 1181"/>
              <a:gd name="T34" fmla="*/ 1554 w 1619"/>
              <a:gd name="T35" fmla="*/ 1068 h 1181"/>
              <a:gd name="T36" fmla="*/ 1619 w 1619"/>
              <a:gd name="T37" fmla="*/ 1037 h 1181"/>
              <a:gd name="T38" fmla="*/ 1491 w 1619"/>
              <a:gd name="T39" fmla="*/ 1104 h 1181"/>
              <a:gd name="T40" fmla="*/ 1356 w 1619"/>
              <a:gd name="T41" fmla="*/ 1154 h 1181"/>
              <a:gd name="T42" fmla="*/ 1068 w 1619"/>
              <a:gd name="T43" fmla="*/ 1168 h 1181"/>
              <a:gd name="T44" fmla="*/ 1051 w 1619"/>
              <a:gd name="T45" fmla="*/ 1164 h 1181"/>
              <a:gd name="T46" fmla="*/ 998 w 1619"/>
              <a:gd name="T47" fmla="*/ 1149 h 1181"/>
              <a:gd name="T48" fmla="*/ 899 w 1619"/>
              <a:gd name="T49" fmla="*/ 1102 h 1181"/>
              <a:gd name="T50" fmla="*/ 869 w 1619"/>
              <a:gd name="T51" fmla="*/ 1083 h 1181"/>
              <a:gd name="T52" fmla="*/ 760 w 1619"/>
              <a:gd name="T53" fmla="*/ 986 h 1181"/>
              <a:gd name="T54" fmla="*/ 654 w 1619"/>
              <a:gd name="T55" fmla="*/ 798 h 1181"/>
              <a:gd name="T56" fmla="*/ 606 w 1619"/>
              <a:gd name="T57" fmla="*/ 723 h 1181"/>
              <a:gd name="T58" fmla="*/ 595 w 1619"/>
              <a:gd name="T59" fmla="*/ 709 h 1181"/>
              <a:gd name="T60" fmla="*/ 442 w 1619"/>
              <a:gd name="T61" fmla="*/ 619 h 1181"/>
              <a:gd name="T62" fmla="*/ 304 w 1619"/>
              <a:gd name="T63" fmla="*/ 580 h 1181"/>
              <a:gd name="T64" fmla="*/ 168 w 1619"/>
              <a:gd name="T65" fmla="*/ 530 h 1181"/>
              <a:gd name="T66" fmla="*/ 104 w 1619"/>
              <a:gd name="T67" fmla="*/ 477 h 1181"/>
              <a:gd name="T68" fmla="*/ 88 w 1619"/>
              <a:gd name="T69" fmla="*/ 455 h 1181"/>
              <a:gd name="T70" fmla="*/ 74 w 1619"/>
              <a:gd name="T71" fmla="*/ 432 h 1181"/>
              <a:gd name="T72" fmla="*/ 60 w 1619"/>
              <a:gd name="T73" fmla="*/ 408 h 1181"/>
              <a:gd name="T74" fmla="*/ 49 w 1619"/>
              <a:gd name="T75" fmla="*/ 383 h 1181"/>
              <a:gd name="T76" fmla="*/ 39 w 1619"/>
              <a:gd name="T77" fmla="*/ 357 h 1181"/>
              <a:gd name="T78" fmla="*/ 28 w 1619"/>
              <a:gd name="T79" fmla="*/ 323 h 1181"/>
              <a:gd name="T80" fmla="*/ 21 w 1619"/>
              <a:gd name="T81" fmla="*/ 296 h 1181"/>
              <a:gd name="T82" fmla="*/ 21 w 1619"/>
              <a:gd name="T83" fmla="*/ 0 h 1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619" h="1181">
                <a:moveTo>
                  <a:pt x="22" y="0"/>
                </a:moveTo>
                <a:cubicBezTo>
                  <a:pt x="18" y="36"/>
                  <a:pt x="18" y="36"/>
                  <a:pt x="18" y="36"/>
                </a:cubicBezTo>
                <a:cubicBezTo>
                  <a:pt x="16" y="72"/>
                  <a:pt x="16" y="72"/>
                  <a:pt x="16" y="72"/>
                </a:cubicBezTo>
                <a:cubicBezTo>
                  <a:pt x="15" y="84"/>
                  <a:pt x="14" y="96"/>
                  <a:pt x="14" y="108"/>
                </a:cubicBezTo>
                <a:cubicBezTo>
                  <a:pt x="14" y="120"/>
                  <a:pt x="14" y="132"/>
                  <a:pt x="14" y="143"/>
                </a:cubicBezTo>
                <a:cubicBezTo>
                  <a:pt x="15" y="191"/>
                  <a:pt x="20" y="239"/>
                  <a:pt x="30" y="285"/>
                </a:cubicBezTo>
                <a:cubicBezTo>
                  <a:pt x="40" y="332"/>
                  <a:pt x="57" y="376"/>
                  <a:pt x="80" y="418"/>
                </a:cubicBezTo>
                <a:cubicBezTo>
                  <a:pt x="84" y="425"/>
                  <a:pt x="84" y="425"/>
                  <a:pt x="84" y="425"/>
                </a:cubicBezTo>
                <a:cubicBezTo>
                  <a:pt x="86" y="428"/>
                  <a:pt x="87" y="430"/>
                  <a:pt x="89" y="433"/>
                </a:cubicBezTo>
                <a:cubicBezTo>
                  <a:pt x="99" y="448"/>
                  <a:pt x="99" y="448"/>
                  <a:pt x="99" y="448"/>
                </a:cubicBezTo>
                <a:cubicBezTo>
                  <a:pt x="102" y="453"/>
                  <a:pt x="106" y="457"/>
                  <a:pt x="109" y="462"/>
                </a:cubicBezTo>
                <a:cubicBezTo>
                  <a:pt x="114" y="469"/>
                  <a:pt x="114" y="469"/>
                  <a:pt x="114" y="469"/>
                </a:cubicBezTo>
                <a:cubicBezTo>
                  <a:pt x="116" y="472"/>
                  <a:pt x="118" y="474"/>
                  <a:pt x="120" y="476"/>
                </a:cubicBezTo>
                <a:cubicBezTo>
                  <a:pt x="135" y="493"/>
                  <a:pt x="154" y="508"/>
                  <a:pt x="174" y="519"/>
                </a:cubicBezTo>
                <a:cubicBezTo>
                  <a:pt x="194" y="531"/>
                  <a:pt x="216" y="541"/>
                  <a:pt x="238" y="549"/>
                </a:cubicBezTo>
                <a:cubicBezTo>
                  <a:pt x="260" y="558"/>
                  <a:pt x="283" y="565"/>
                  <a:pt x="306" y="572"/>
                </a:cubicBezTo>
                <a:cubicBezTo>
                  <a:pt x="375" y="593"/>
                  <a:pt x="375" y="593"/>
                  <a:pt x="375" y="593"/>
                </a:cubicBezTo>
                <a:cubicBezTo>
                  <a:pt x="398" y="600"/>
                  <a:pt x="421" y="607"/>
                  <a:pt x="444" y="615"/>
                </a:cubicBezTo>
                <a:cubicBezTo>
                  <a:pt x="466" y="623"/>
                  <a:pt x="488" y="633"/>
                  <a:pt x="510" y="643"/>
                </a:cubicBezTo>
                <a:cubicBezTo>
                  <a:pt x="532" y="654"/>
                  <a:pt x="552" y="666"/>
                  <a:pt x="571" y="681"/>
                </a:cubicBezTo>
                <a:cubicBezTo>
                  <a:pt x="590" y="696"/>
                  <a:pt x="607" y="714"/>
                  <a:pt x="622" y="733"/>
                </a:cubicBezTo>
                <a:cubicBezTo>
                  <a:pt x="637" y="752"/>
                  <a:pt x="649" y="773"/>
                  <a:pt x="661" y="794"/>
                </a:cubicBezTo>
                <a:cubicBezTo>
                  <a:pt x="672" y="816"/>
                  <a:pt x="683" y="837"/>
                  <a:pt x="694" y="858"/>
                </a:cubicBezTo>
                <a:cubicBezTo>
                  <a:pt x="705" y="880"/>
                  <a:pt x="716" y="901"/>
                  <a:pt x="728" y="921"/>
                </a:cubicBezTo>
                <a:cubicBezTo>
                  <a:pt x="753" y="961"/>
                  <a:pt x="784" y="998"/>
                  <a:pt x="819" y="1029"/>
                </a:cubicBezTo>
                <a:cubicBezTo>
                  <a:pt x="837" y="1045"/>
                  <a:pt x="856" y="1059"/>
                  <a:pt x="876" y="1072"/>
                </a:cubicBezTo>
                <a:cubicBezTo>
                  <a:pt x="891" y="1081"/>
                  <a:pt x="891" y="1081"/>
                  <a:pt x="891" y="1081"/>
                </a:cubicBezTo>
                <a:cubicBezTo>
                  <a:pt x="896" y="1084"/>
                  <a:pt x="901" y="1087"/>
                  <a:pt x="907" y="1090"/>
                </a:cubicBezTo>
                <a:cubicBezTo>
                  <a:pt x="917" y="1096"/>
                  <a:pt x="927" y="1101"/>
                  <a:pt x="938" y="1107"/>
                </a:cubicBezTo>
                <a:cubicBezTo>
                  <a:pt x="959" y="1117"/>
                  <a:pt x="981" y="1127"/>
                  <a:pt x="1003" y="1135"/>
                </a:cubicBezTo>
                <a:cubicBezTo>
                  <a:pt x="1014" y="1139"/>
                  <a:pt x="1026" y="1142"/>
                  <a:pt x="1037" y="1145"/>
                </a:cubicBezTo>
                <a:cubicBezTo>
                  <a:pt x="1043" y="1147"/>
                  <a:pt x="1048" y="1148"/>
                  <a:pt x="1054" y="1150"/>
                </a:cubicBezTo>
                <a:cubicBezTo>
                  <a:pt x="1060" y="1151"/>
                  <a:pt x="1066" y="1153"/>
                  <a:pt x="1071" y="1154"/>
                </a:cubicBezTo>
                <a:cubicBezTo>
                  <a:pt x="1164" y="1174"/>
                  <a:pt x="1261" y="1167"/>
                  <a:pt x="1353" y="1143"/>
                </a:cubicBezTo>
                <a:cubicBezTo>
                  <a:pt x="1399" y="1132"/>
                  <a:pt x="1444" y="1116"/>
                  <a:pt x="1489" y="1097"/>
                </a:cubicBezTo>
                <a:cubicBezTo>
                  <a:pt x="1511" y="1088"/>
                  <a:pt x="1532" y="1078"/>
                  <a:pt x="1554" y="1068"/>
                </a:cubicBezTo>
                <a:cubicBezTo>
                  <a:pt x="1576" y="1058"/>
                  <a:pt x="1597" y="1047"/>
                  <a:pt x="1618" y="1036"/>
                </a:cubicBezTo>
                <a:cubicBezTo>
                  <a:pt x="1619" y="1037"/>
                  <a:pt x="1619" y="1037"/>
                  <a:pt x="1619" y="1037"/>
                </a:cubicBezTo>
                <a:cubicBezTo>
                  <a:pt x="1598" y="1049"/>
                  <a:pt x="1577" y="1061"/>
                  <a:pt x="1556" y="1072"/>
                </a:cubicBezTo>
                <a:cubicBezTo>
                  <a:pt x="1535" y="1083"/>
                  <a:pt x="1513" y="1094"/>
                  <a:pt x="1491" y="1104"/>
                </a:cubicBezTo>
                <a:cubicBezTo>
                  <a:pt x="1469" y="1114"/>
                  <a:pt x="1447" y="1123"/>
                  <a:pt x="1425" y="1132"/>
                </a:cubicBezTo>
                <a:cubicBezTo>
                  <a:pt x="1402" y="1140"/>
                  <a:pt x="1379" y="1148"/>
                  <a:pt x="1356" y="1154"/>
                </a:cubicBezTo>
                <a:cubicBezTo>
                  <a:pt x="1309" y="1167"/>
                  <a:pt x="1262" y="1175"/>
                  <a:pt x="1213" y="1178"/>
                </a:cubicBezTo>
                <a:cubicBezTo>
                  <a:pt x="1165" y="1181"/>
                  <a:pt x="1116" y="1178"/>
                  <a:pt x="1068" y="1168"/>
                </a:cubicBezTo>
                <a:cubicBezTo>
                  <a:pt x="1065" y="1168"/>
                  <a:pt x="1062" y="1167"/>
                  <a:pt x="1059" y="1166"/>
                </a:cubicBezTo>
                <a:cubicBezTo>
                  <a:pt x="1051" y="1164"/>
                  <a:pt x="1051" y="1164"/>
                  <a:pt x="1051" y="1164"/>
                </a:cubicBezTo>
                <a:cubicBezTo>
                  <a:pt x="1045" y="1163"/>
                  <a:pt x="1039" y="1161"/>
                  <a:pt x="1033" y="1160"/>
                </a:cubicBezTo>
                <a:cubicBezTo>
                  <a:pt x="1021" y="1156"/>
                  <a:pt x="1010" y="1153"/>
                  <a:pt x="998" y="1149"/>
                </a:cubicBezTo>
                <a:cubicBezTo>
                  <a:pt x="975" y="1141"/>
                  <a:pt x="953" y="1131"/>
                  <a:pt x="931" y="1120"/>
                </a:cubicBezTo>
                <a:cubicBezTo>
                  <a:pt x="921" y="1114"/>
                  <a:pt x="910" y="1109"/>
                  <a:pt x="899" y="1102"/>
                </a:cubicBezTo>
                <a:cubicBezTo>
                  <a:pt x="894" y="1099"/>
                  <a:pt x="889" y="1096"/>
                  <a:pt x="884" y="1093"/>
                </a:cubicBezTo>
                <a:cubicBezTo>
                  <a:pt x="869" y="1083"/>
                  <a:pt x="869" y="1083"/>
                  <a:pt x="869" y="1083"/>
                </a:cubicBezTo>
                <a:cubicBezTo>
                  <a:pt x="848" y="1070"/>
                  <a:pt x="829" y="1055"/>
                  <a:pt x="811" y="1039"/>
                </a:cubicBezTo>
                <a:cubicBezTo>
                  <a:pt x="793" y="1023"/>
                  <a:pt x="776" y="1005"/>
                  <a:pt x="760" y="986"/>
                </a:cubicBezTo>
                <a:cubicBezTo>
                  <a:pt x="745" y="967"/>
                  <a:pt x="731" y="947"/>
                  <a:pt x="719" y="927"/>
                </a:cubicBezTo>
                <a:cubicBezTo>
                  <a:pt x="694" y="885"/>
                  <a:pt x="675" y="840"/>
                  <a:pt x="654" y="798"/>
                </a:cubicBezTo>
                <a:cubicBezTo>
                  <a:pt x="643" y="777"/>
                  <a:pt x="631" y="756"/>
                  <a:pt x="617" y="737"/>
                </a:cubicBezTo>
                <a:cubicBezTo>
                  <a:pt x="614" y="732"/>
                  <a:pt x="610" y="727"/>
                  <a:pt x="606" y="723"/>
                </a:cubicBezTo>
                <a:cubicBezTo>
                  <a:pt x="601" y="716"/>
                  <a:pt x="601" y="716"/>
                  <a:pt x="601" y="716"/>
                </a:cubicBezTo>
                <a:cubicBezTo>
                  <a:pt x="595" y="709"/>
                  <a:pt x="595" y="709"/>
                  <a:pt x="595" y="709"/>
                </a:cubicBezTo>
                <a:cubicBezTo>
                  <a:pt x="586" y="701"/>
                  <a:pt x="578" y="693"/>
                  <a:pt x="568" y="685"/>
                </a:cubicBezTo>
                <a:cubicBezTo>
                  <a:pt x="531" y="655"/>
                  <a:pt x="487" y="635"/>
                  <a:pt x="442" y="619"/>
                </a:cubicBezTo>
                <a:cubicBezTo>
                  <a:pt x="419" y="612"/>
                  <a:pt x="397" y="605"/>
                  <a:pt x="373" y="598"/>
                </a:cubicBezTo>
                <a:cubicBezTo>
                  <a:pt x="304" y="580"/>
                  <a:pt x="304" y="580"/>
                  <a:pt x="304" y="580"/>
                </a:cubicBezTo>
                <a:cubicBezTo>
                  <a:pt x="281" y="573"/>
                  <a:pt x="258" y="567"/>
                  <a:pt x="235" y="559"/>
                </a:cubicBezTo>
                <a:cubicBezTo>
                  <a:pt x="212" y="551"/>
                  <a:pt x="189" y="542"/>
                  <a:pt x="168" y="530"/>
                </a:cubicBezTo>
                <a:cubicBezTo>
                  <a:pt x="147" y="518"/>
                  <a:pt x="127" y="503"/>
                  <a:pt x="110" y="484"/>
                </a:cubicBezTo>
                <a:cubicBezTo>
                  <a:pt x="108" y="482"/>
                  <a:pt x="106" y="479"/>
                  <a:pt x="104" y="477"/>
                </a:cubicBezTo>
                <a:cubicBezTo>
                  <a:pt x="99" y="470"/>
                  <a:pt x="99" y="470"/>
                  <a:pt x="99" y="470"/>
                </a:cubicBezTo>
                <a:cubicBezTo>
                  <a:pt x="95" y="465"/>
                  <a:pt x="92" y="460"/>
                  <a:pt x="88" y="455"/>
                </a:cubicBezTo>
                <a:cubicBezTo>
                  <a:pt x="78" y="439"/>
                  <a:pt x="78" y="439"/>
                  <a:pt x="78" y="439"/>
                </a:cubicBezTo>
                <a:cubicBezTo>
                  <a:pt x="77" y="437"/>
                  <a:pt x="75" y="434"/>
                  <a:pt x="74" y="432"/>
                </a:cubicBezTo>
                <a:cubicBezTo>
                  <a:pt x="69" y="424"/>
                  <a:pt x="69" y="424"/>
                  <a:pt x="69" y="424"/>
                </a:cubicBezTo>
                <a:cubicBezTo>
                  <a:pt x="60" y="408"/>
                  <a:pt x="60" y="408"/>
                  <a:pt x="60" y="408"/>
                </a:cubicBezTo>
                <a:cubicBezTo>
                  <a:pt x="53" y="391"/>
                  <a:pt x="53" y="391"/>
                  <a:pt x="53" y="391"/>
                </a:cubicBezTo>
                <a:cubicBezTo>
                  <a:pt x="49" y="383"/>
                  <a:pt x="49" y="383"/>
                  <a:pt x="49" y="383"/>
                </a:cubicBezTo>
                <a:cubicBezTo>
                  <a:pt x="48" y="380"/>
                  <a:pt x="47" y="377"/>
                  <a:pt x="46" y="374"/>
                </a:cubicBezTo>
                <a:cubicBezTo>
                  <a:pt x="39" y="357"/>
                  <a:pt x="39" y="357"/>
                  <a:pt x="39" y="357"/>
                </a:cubicBezTo>
                <a:cubicBezTo>
                  <a:pt x="37" y="352"/>
                  <a:pt x="35" y="346"/>
                  <a:pt x="33" y="340"/>
                </a:cubicBezTo>
                <a:cubicBezTo>
                  <a:pt x="32" y="334"/>
                  <a:pt x="30" y="329"/>
                  <a:pt x="28" y="323"/>
                </a:cubicBezTo>
                <a:cubicBezTo>
                  <a:pt x="24" y="305"/>
                  <a:pt x="24" y="305"/>
                  <a:pt x="24" y="305"/>
                </a:cubicBezTo>
                <a:cubicBezTo>
                  <a:pt x="23" y="302"/>
                  <a:pt x="22" y="299"/>
                  <a:pt x="21" y="296"/>
                </a:cubicBezTo>
                <a:cubicBezTo>
                  <a:pt x="20" y="287"/>
                  <a:pt x="20" y="287"/>
                  <a:pt x="20" y="287"/>
                </a:cubicBezTo>
                <a:cubicBezTo>
                  <a:pt x="0" y="192"/>
                  <a:pt x="4" y="94"/>
                  <a:pt x="21" y="0"/>
                </a:cubicBezTo>
                <a:lnTo>
                  <a:pt x="22" y="0"/>
                </a:lnTo>
                <a:close/>
              </a:path>
            </a:pathLst>
          </a:custGeom>
          <a:solidFill>
            <a:srgbClr val="56342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4170045" y="1773555"/>
            <a:ext cx="3853815" cy="1090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  <a:r>
              <a:rPr lang="zh-CN" altLang="en-US" sz="7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endParaRPr lang="zh-CN" altLang="en-US" sz="72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72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4955540" y="4157980"/>
            <a:ext cx="2282825" cy="523875"/>
          </a:xfrm>
          <a:prstGeom prst="roundRect">
            <a:avLst>
              <a:gd name="adj" fmla="val 50000"/>
            </a:avLst>
          </a:prstGeom>
          <a:solidFill>
            <a:srgbClr val="56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spc="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PART.03</a:t>
            </a:r>
            <a:endParaRPr lang="zh-CN" altLang="en-US" sz="2400" spc="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961429" y="3244611"/>
            <a:ext cx="427041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数学基础</a:t>
            </a:r>
            <a:r>
              <a:rPr lang="zh-CN" altLang="en-US" sz="24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运算</a:t>
            </a:r>
            <a:endParaRPr lang="zh-CN" altLang="en-US" sz="24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543" name="组合 542"/>
          <p:cNvGrpSpPr/>
          <p:nvPr/>
        </p:nvGrpSpPr>
        <p:grpSpPr>
          <a:xfrm>
            <a:off x="-510540" y="-236220"/>
            <a:ext cx="3208020" cy="1842135"/>
            <a:chOff x="-804" y="-372"/>
            <a:chExt cx="5052" cy="2901"/>
          </a:xfrm>
        </p:grpSpPr>
        <p:pic>
          <p:nvPicPr>
            <p:cNvPr id="541" name="图片 540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804" y="-372"/>
              <a:ext cx="4099" cy="2901"/>
            </a:xfrm>
            <a:prstGeom prst="rect">
              <a:avLst/>
            </a:prstGeom>
          </p:spPr>
        </p:pic>
        <p:pic>
          <p:nvPicPr>
            <p:cNvPr id="542" name="图片 541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sp>
        <p:nvSpPr>
          <p:cNvPr id="303" name="椭圆 302"/>
          <p:cNvSpPr/>
          <p:nvPr/>
        </p:nvSpPr>
        <p:spPr>
          <a:xfrm>
            <a:off x="8231516" y="4549806"/>
            <a:ext cx="1122794" cy="1122793"/>
          </a:xfrm>
          <a:prstGeom prst="ellipse">
            <a:avLst/>
          </a:pr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4" name="椭圆 303"/>
          <p:cNvSpPr/>
          <p:nvPr/>
        </p:nvSpPr>
        <p:spPr>
          <a:xfrm>
            <a:off x="2450610" y="1282611"/>
            <a:ext cx="463831" cy="463831"/>
          </a:xfrm>
          <a:prstGeom prst="ellipse">
            <a:avLst/>
          </a:pr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08" name="Google Shape;2208;p36"/>
          <p:cNvGrpSpPr/>
          <p:nvPr/>
        </p:nvGrpSpPr>
        <p:grpSpPr>
          <a:xfrm>
            <a:off x="10050931" y="3217844"/>
            <a:ext cx="879232" cy="657377"/>
            <a:chOff x="4030925" y="2186525"/>
            <a:chExt cx="944700" cy="706325"/>
          </a:xfrm>
        </p:grpSpPr>
        <p:sp>
          <p:nvSpPr>
            <p:cNvPr id="2209" name="Google Shape;2209;p36"/>
            <p:cNvSpPr/>
            <p:nvPr/>
          </p:nvSpPr>
          <p:spPr>
            <a:xfrm>
              <a:off x="4030925" y="2186525"/>
              <a:ext cx="944700" cy="281675"/>
            </a:xfrm>
            <a:custGeom>
              <a:avLst/>
              <a:gdLst/>
              <a:ahLst/>
              <a:cxnLst/>
              <a:rect l="l" t="t" r="r" b="b"/>
              <a:pathLst>
                <a:path w="37788" h="11267" extrusionOk="0">
                  <a:moveTo>
                    <a:pt x="33327" y="1430"/>
                  </a:moveTo>
                  <a:lnTo>
                    <a:pt x="9699" y="10348"/>
                  </a:lnTo>
                  <a:lnTo>
                    <a:pt x="1770" y="6049"/>
                  </a:lnTo>
                  <a:lnTo>
                    <a:pt x="33327" y="1430"/>
                  </a:lnTo>
                  <a:close/>
                  <a:moveTo>
                    <a:pt x="37185" y="0"/>
                  </a:moveTo>
                  <a:cubicBezTo>
                    <a:pt x="37164" y="0"/>
                    <a:pt x="37142" y="1"/>
                    <a:pt x="37120" y="5"/>
                  </a:cubicBezTo>
                  <a:lnTo>
                    <a:pt x="391" y="5383"/>
                  </a:lnTo>
                  <a:cubicBezTo>
                    <a:pt x="207" y="5406"/>
                    <a:pt x="69" y="5544"/>
                    <a:pt x="23" y="5728"/>
                  </a:cubicBezTo>
                  <a:cubicBezTo>
                    <a:pt x="0" y="5912"/>
                    <a:pt x="92" y="6095"/>
                    <a:pt x="253" y="6187"/>
                  </a:cubicBezTo>
                  <a:lnTo>
                    <a:pt x="9447" y="11221"/>
                  </a:lnTo>
                  <a:lnTo>
                    <a:pt x="9653" y="11267"/>
                  </a:lnTo>
                  <a:lnTo>
                    <a:pt x="9814" y="11244"/>
                  </a:lnTo>
                  <a:lnTo>
                    <a:pt x="37327" y="855"/>
                  </a:lnTo>
                  <a:cubicBezTo>
                    <a:pt x="37788" y="679"/>
                    <a:pt x="37641" y="0"/>
                    <a:pt x="371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0" name="Google Shape;2210;p36"/>
            <p:cNvSpPr/>
            <p:nvPr/>
          </p:nvSpPr>
          <p:spPr>
            <a:xfrm>
              <a:off x="4423950" y="2187475"/>
              <a:ext cx="547625" cy="512875"/>
            </a:xfrm>
            <a:custGeom>
              <a:avLst/>
              <a:gdLst/>
              <a:ahLst/>
              <a:cxnLst/>
              <a:rect l="l" t="t" r="r" b="b"/>
              <a:pathLst>
                <a:path w="21905" h="20515" extrusionOk="0">
                  <a:moveTo>
                    <a:pt x="19882" y="2104"/>
                  </a:moveTo>
                  <a:lnTo>
                    <a:pt x="8918" y="19572"/>
                  </a:lnTo>
                  <a:lnTo>
                    <a:pt x="1265" y="15918"/>
                  </a:lnTo>
                  <a:lnTo>
                    <a:pt x="19882" y="2104"/>
                  </a:lnTo>
                  <a:close/>
                  <a:moveTo>
                    <a:pt x="21443" y="0"/>
                  </a:moveTo>
                  <a:cubicBezTo>
                    <a:pt x="21354" y="0"/>
                    <a:pt x="21266" y="29"/>
                    <a:pt x="21192" y="81"/>
                  </a:cubicBezTo>
                  <a:lnTo>
                    <a:pt x="184" y="15688"/>
                  </a:lnTo>
                  <a:cubicBezTo>
                    <a:pt x="69" y="15780"/>
                    <a:pt x="0" y="15941"/>
                    <a:pt x="23" y="16102"/>
                  </a:cubicBezTo>
                  <a:cubicBezTo>
                    <a:pt x="23" y="16240"/>
                    <a:pt x="115" y="16378"/>
                    <a:pt x="253" y="16446"/>
                  </a:cubicBezTo>
                  <a:lnTo>
                    <a:pt x="8918" y="20515"/>
                  </a:lnTo>
                  <a:lnTo>
                    <a:pt x="9102" y="20515"/>
                  </a:lnTo>
                  <a:cubicBezTo>
                    <a:pt x="9240" y="20515"/>
                    <a:pt x="9378" y="20469"/>
                    <a:pt x="9470" y="20354"/>
                  </a:cubicBezTo>
                  <a:lnTo>
                    <a:pt x="21813" y="656"/>
                  </a:lnTo>
                  <a:cubicBezTo>
                    <a:pt x="21905" y="472"/>
                    <a:pt x="21882" y="265"/>
                    <a:pt x="21744" y="127"/>
                  </a:cubicBezTo>
                  <a:cubicBezTo>
                    <a:pt x="21656" y="40"/>
                    <a:pt x="21549" y="0"/>
                    <a:pt x="214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1" name="Google Shape;2211;p36"/>
            <p:cNvSpPr/>
            <p:nvPr/>
          </p:nvSpPr>
          <p:spPr>
            <a:xfrm>
              <a:off x="4261325" y="2186625"/>
              <a:ext cx="710825" cy="706225"/>
            </a:xfrm>
            <a:custGeom>
              <a:avLst/>
              <a:gdLst/>
              <a:ahLst/>
              <a:cxnLst/>
              <a:rect l="l" t="t" r="r" b="b"/>
              <a:pathLst>
                <a:path w="28433" h="28249" extrusionOk="0">
                  <a:moveTo>
                    <a:pt x="25261" y="1908"/>
                  </a:moveTo>
                  <a:lnTo>
                    <a:pt x="6689" y="15699"/>
                  </a:lnTo>
                  <a:cubicBezTo>
                    <a:pt x="6620" y="15745"/>
                    <a:pt x="6551" y="15837"/>
                    <a:pt x="6528" y="15929"/>
                  </a:cubicBezTo>
                  <a:lnTo>
                    <a:pt x="3196" y="25973"/>
                  </a:lnTo>
                  <a:lnTo>
                    <a:pt x="920" y="11102"/>
                  </a:lnTo>
                  <a:lnTo>
                    <a:pt x="25261" y="1908"/>
                  </a:lnTo>
                  <a:close/>
                  <a:moveTo>
                    <a:pt x="27953" y="1"/>
                  </a:moveTo>
                  <a:cubicBezTo>
                    <a:pt x="27906" y="1"/>
                    <a:pt x="27859" y="8"/>
                    <a:pt x="27812" y="24"/>
                  </a:cubicBezTo>
                  <a:lnTo>
                    <a:pt x="300" y="10436"/>
                  </a:lnTo>
                  <a:cubicBezTo>
                    <a:pt x="116" y="10504"/>
                    <a:pt x="1" y="10711"/>
                    <a:pt x="24" y="10895"/>
                  </a:cubicBezTo>
                  <a:lnTo>
                    <a:pt x="2621" y="27881"/>
                  </a:lnTo>
                  <a:cubicBezTo>
                    <a:pt x="2644" y="28065"/>
                    <a:pt x="2805" y="28226"/>
                    <a:pt x="3012" y="28249"/>
                  </a:cubicBezTo>
                  <a:lnTo>
                    <a:pt x="3058" y="28249"/>
                  </a:lnTo>
                  <a:cubicBezTo>
                    <a:pt x="3242" y="28249"/>
                    <a:pt x="3402" y="28111"/>
                    <a:pt x="3448" y="27927"/>
                  </a:cubicBezTo>
                  <a:lnTo>
                    <a:pt x="7310" y="16297"/>
                  </a:lnTo>
                  <a:lnTo>
                    <a:pt x="28226" y="782"/>
                  </a:lnTo>
                  <a:cubicBezTo>
                    <a:pt x="28387" y="667"/>
                    <a:pt x="28433" y="414"/>
                    <a:pt x="28341" y="230"/>
                  </a:cubicBezTo>
                  <a:cubicBezTo>
                    <a:pt x="28269" y="88"/>
                    <a:pt x="28115" y="1"/>
                    <a:pt x="279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2" name="Google Shape;2212;p36"/>
            <p:cNvSpPr/>
            <p:nvPr/>
          </p:nvSpPr>
          <p:spPr>
            <a:xfrm>
              <a:off x="4325700" y="2577225"/>
              <a:ext cx="236750" cy="315625"/>
            </a:xfrm>
            <a:custGeom>
              <a:avLst/>
              <a:gdLst/>
              <a:ahLst/>
              <a:cxnLst/>
              <a:rect l="l" t="t" r="r" b="b"/>
              <a:pathLst>
                <a:path w="9470" h="12625" extrusionOk="0">
                  <a:moveTo>
                    <a:pt x="4620" y="1017"/>
                  </a:moveTo>
                  <a:lnTo>
                    <a:pt x="8343" y="2764"/>
                  </a:lnTo>
                  <a:lnTo>
                    <a:pt x="1540" y="10395"/>
                  </a:lnTo>
                  <a:lnTo>
                    <a:pt x="4620" y="1017"/>
                  </a:lnTo>
                  <a:close/>
                  <a:moveTo>
                    <a:pt x="4379" y="0"/>
                  </a:moveTo>
                  <a:cubicBezTo>
                    <a:pt x="4321" y="0"/>
                    <a:pt x="4264" y="18"/>
                    <a:pt x="4206" y="52"/>
                  </a:cubicBezTo>
                  <a:cubicBezTo>
                    <a:pt x="4091" y="98"/>
                    <a:pt x="3999" y="190"/>
                    <a:pt x="3953" y="305"/>
                  </a:cubicBezTo>
                  <a:lnTo>
                    <a:pt x="69" y="12050"/>
                  </a:lnTo>
                  <a:cubicBezTo>
                    <a:pt x="0" y="12257"/>
                    <a:pt x="92" y="12464"/>
                    <a:pt x="276" y="12579"/>
                  </a:cubicBezTo>
                  <a:lnTo>
                    <a:pt x="483" y="12625"/>
                  </a:lnTo>
                  <a:cubicBezTo>
                    <a:pt x="598" y="12625"/>
                    <a:pt x="713" y="12579"/>
                    <a:pt x="781" y="12487"/>
                  </a:cubicBezTo>
                  <a:lnTo>
                    <a:pt x="9355" y="2925"/>
                  </a:lnTo>
                  <a:cubicBezTo>
                    <a:pt x="9424" y="2810"/>
                    <a:pt x="9470" y="2672"/>
                    <a:pt x="9470" y="2534"/>
                  </a:cubicBezTo>
                  <a:cubicBezTo>
                    <a:pt x="9447" y="2396"/>
                    <a:pt x="9332" y="2304"/>
                    <a:pt x="9217" y="2259"/>
                  </a:cubicBezTo>
                  <a:lnTo>
                    <a:pt x="4551" y="52"/>
                  </a:lnTo>
                  <a:cubicBezTo>
                    <a:pt x="4493" y="18"/>
                    <a:pt x="4436" y="0"/>
                    <a:pt x="43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521" name="Google Shape;4521;p69"/>
          <p:cNvGrpSpPr/>
          <p:nvPr/>
        </p:nvGrpSpPr>
        <p:grpSpPr>
          <a:xfrm flipH="1">
            <a:off x="7386096" y="-70"/>
            <a:ext cx="1091382" cy="1155725"/>
            <a:chOff x="2958275" y="539500"/>
            <a:chExt cx="1091382" cy="1155725"/>
          </a:xfrm>
        </p:grpSpPr>
        <p:grpSp>
          <p:nvGrpSpPr>
            <p:cNvPr id="4522" name="Google Shape;4522;p69"/>
            <p:cNvGrpSpPr/>
            <p:nvPr/>
          </p:nvGrpSpPr>
          <p:grpSpPr>
            <a:xfrm>
              <a:off x="3170379" y="1212137"/>
              <a:ext cx="879278" cy="483088"/>
              <a:chOff x="2296950" y="3661600"/>
              <a:chExt cx="616475" cy="338700"/>
            </a:xfrm>
          </p:grpSpPr>
          <p:sp>
            <p:nvSpPr>
              <p:cNvPr id="4523" name="Google Shape;4523;p69"/>
              <p:cNvSpPr/>
              <p:nvPr/>
            </p:nvSpPr>
            <p:spPr>
              <a:xfrm>
                <a:off x="2510075" y="3661600"/>
                <a:ext cx="402675" cy="97750"/>
              </a:xfrm>
              <a:custGeom>
                <a:avLst/>
                <a:gdLst/>
                <a:ahLst/>
                <a:cxnLst/>
                <a:rect l="l" t="t" r="r" b="b"/>
                <a:pathLst>
                  <a:path w="16107" h="3910" extrusionOk="0">
                    <a:moveTo>
                      <a:pt x="4306" y="700"/>
                    </a:moveTo>
                    <a:lnTo>
                      <a:pt x="13180" y="2635"/>
                    </a:lnTo>
                    <a:lnTo>
                      <a:pt x="1346" y="3189"/>
                    </a:lnTo>
                    <a:lnTo>
                      <a:pt x="4306" y="700"/>
                    </a:lnTo>
                    <a:close/>
                    <a:moveTo>
                      <a:pt x="4216" y="0"/>
                    </a:moveTo>
                    <a:cubicBezTo>
                      <a:pt x="4136" y="0"/>
                      <a:pt x="4058" y="29"/>
                      <a:pt x="3998" y="83"/>
                    </a:cubicBezTo>
                    <a:lnTo>
                      <a:pt x="152" y="3314"/>
                    </a:lnTo>
                    <a:cubicBezTo>
                      <a:pt x="42" y="3405"/>
                      <a:pt x="0" y="3560"/>
                      <a:pt x="56" y="3696"/>
                    </a:cubicBezTo>
                    <a:cubicBezTo>
                      <a:pt x="103" y="3823"/>
                      <a:pt x="227" y="3909"/>
                      <a:pt x="368" y="3909"/>
                    </a:cubicBezTo>
                    <a:lnTo>
                      <a:pt x="385" y="3909"/>
                    </a:lnTo>
                    <a:lnTo>
                      <a:pt x="15768" y="3189"/>
                    </a:lnTo>
                    <a:cubicBezTo>
                      <a:pt x="15937" y="3184"/>
                      <a:pt x="16078" y="3051"/>
                      <a:pt x="16092" y="2882"/>
                    </a:cubicBezTo>
                    <a:cubicBezTo>
                      <a:pt x="16106" y="2713"/>
                      <a:pt x="15990" y="2558"/>
                      <a:pt x="15824" y="2525"/>
                    </a:cubicBezTo>
                    <a:lnTo>
                      <a:pt x="4286" y="8"/>
                    </a:lnTo>
                    <a:cubicBezTo>
                      <a:pt x="4263" y="3"/>
                      <a:pt x="4240" y="0"/>
                      <a:pt x="42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69"/>
              <p:cNvSpPr/>
              <p:nvPr/>
            </p:nvSpPr>
            <p:spPr>
              <a:xfrm>
                <a:off x="2296950" y="3724500"/>
                <a:ext cx="616275" cy="210650"/>
              </a:xfrm>
              <a:custGeom>
                <a:avLst/>
                <a:gdLst/>
                <a:ahLst/>
                <a:cxnLst/>
                <a:rect l="l" t="t" r="r" b="b"/>
                <a:pathLst>
                  <a:path w="24651" h="8426" extrusionOk="0">
                    <a:moveTo>
                      <a:pt x="20027" y="1363"/>
                    </a:moveTo>
                    <a:lnTo>
                      <a:pt x="2334" y="7100"/>
                    </a:lnTo>
                    <a:lnTo>
                      <a:pt x="7528" y="3373"/>
                    </a:lnTo>
                    <a:lnTo>
                      <a:pt x="20027" y="1363"/>
                    </a:lnTo>
                    <a:close/>
                    <a:moveTo>
                      <a:pt x="24283" y="1"/>
                    </a:moveTo>
                    <a:cubicBezTo>
                      <a:pt x="24264" y="1"/>
                      <a:pt x="24244" y="3"/>
                      <a:pt x="24224" y="6"/>
                    </a:cubicBezTo>
                    <a:lnTo>
                      <a:pt x="7346" y="2722"/>
                    </a:lnTo>
                    <a:cubicBezTo>
                      <a:pt x="7293" y="2730"/>
                      <a:pt x="7243" y="2750"/>
                      <a:pt x="7204" y="2780"/>
                    </a:cubicBezTo>
                    <a:lnTo>
                      <a:pt x="180" y="7817"/>
                    </a:lnTo>
                    <a:cubicBezTo>
                      <a:pt x="44" y="7914"/>
                      <a:pt x="0" y="8094"/>
                      <a:pt x="78" y="8243"/>
                    </a:cubicBezTo>
                    <a:cubicBezTo>
                      <a:pt x="136" y="8354"/>
                      <a:pt x="252" y="8426"/>
                      <a:pt x="379" y="8426"/>
                    </a:cubicBezTo>
                    <a:cubicBezTo>
                      <a:pt x="413" y="8426"/>
                      <a:pt x="449" y="8420"/>
                      <a:pt x="482" y="8409"/>
                    </a:cubicBezTo>
                    <a:lnTo>
                      <a:pt x="24385" y="657"/>
                    </a:lnTo>
                    <a:cubicBezTo>
                      <a:pt x="24551" y="601"/>
                      <a:pt x="24651" y="427"/>
                      <a:pt x="24606" y="255"/>
                    </a:cubicBezTo>
                    <a:cubicBezTo>
                      <a:pt x="24569" y="103"/>
                      <a:pt x="24435" y="1"/>
                      <a:pt x="242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69"/>
              <p:cNvSpPr/>
              <p:nvPr/>
            </p:nvSpPr>
            <p:spPr>
              <a:xfrm>
                <a:off x="2510825" y="3724575"/>
                <a:ext cx="401925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16077" h="3146" extrusionOk="0">
                    <a:moveTo>
                      <a:pt x="9783" y="950"/>
                    </a:moveTo>
                    <a:lnTo>
                      <a:pt x="676" y="2415"/>
                    </a:lnTo>
                    <a:lnTo>
                      <a:pt x="676" y="1376"/>
                    </a:lnTo>
                    <a:lnTo>
                      <a:pt x="9783" y="950"/>
                    </a:lnTo>
                    <a:close/>
                    <a:moveTo>
                      <a:pt x="15719" y="0"/>
                    </a:moveTo>
                    <a:cubicBezTo>
                      <a:pt x="15715" y="0"/>
                      <a:pt x="15712" y="0"/>
                      <a:pt x="15708" y="0"/>
                    </a:cubicBezTo>
                    <a:lnTo>
                      <a:pt x="325" y="720"/>
                    </a:lnTo>
                    <a:cubicBezTo>
                      <a:pt x="142" y="726"/>
                      <a:pt x="1" y="875"/>
                      <a:pt x="1" y="1055"/>
                    </a:cubicBezTo>
                    <a:lnTo>
                      <a:pt x="1" y="2811"/>
                    </a:lnTo>
                    <a:cubicBezTo>
                      <a:pt x="1" y="2907"/>
                      <a:pt x="42" y="3002"/>
                      <a:pt x="120" y="3065"/>
                    </a:cubicBezTo>
                    <a:cubicBezTo>
                      <a:pt x="181" y="3118"/>
                      <a:pt x="258" y="3146"/>
                      <a:pt x="338" y="3146"/>
                    </a:cubicBezTo>
                    <a:lnTo>
                      <a:pt x="394" y="3143"/>
                    </a:lnTo>
                    <a:lnTo>
                      <a:pt x="15777" y="667"/>
                    </a:lnTo>
                    <a:cubicBezTo>
                      <a:pt x="15954" y="640"/>
                      <a:pt x="16076" y="476"/>
                      <a:pt x="16057" y="299"/>
                    </a:cubicBezTo>
                    <a:cubicBezTo>
                      <a:pt x="16035" y="128"/>
                      <a:pt x="15891" y="0"/>
                      <a:pt x="157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69"/>
              <p:cNvSpPr/>
              <p:nvPr/>
            </p:nvSpPr>
            <p:spPr>
              <a:xfrm>
                <a:off x="2482025" y="3724450"/>
                <a:ext cx="431400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11034" extrusionOk="0">
                    <a:moveTo>
                      <a:pt x="14387" y="1500"/>
                    </a:moveTo>
                    <a:lnTo>
                      <a:pt x="676" y="10089"/>
                    </a:lnTo>
                    <a:lnTo>
                      <a:pt x="676" y="5947"/>
                    </a:lnTo>
                    <a:lnTo>
                      <a:pt x="14387" y="1500"/>
                    </a:lnTo>
                    <a:close/>
                    <a:moveTo>
                      <a:pt x="16882" y="1"/>
                    </a:moveTo>
                    <a:cubicBezTo>
                      <a:pt x="16846" y="1"/>
                      <a:pt x="16810" y="7"/>
                      <a:pt x="16774" y="19"/>
                    </a:cubicBezTo>
                    <a:lnTo>
                      <a:pt x="236" y="5382"/>
                    </a:lnTo>
                    <a:cubicBezTo>
                      <a:pt x="98" y="5426"/>
                      <a:pt x="4" y="5554"/>
                      <a:pt x="1" y="5701"/>
                    </a:cubicBezTo>
                    <a:lnTo>
                      <a:pt x="1" y="10695"/>
                    </a:lnTo>
                    <a:cubicBezTo>
                      <a:pt x="1" y="10817"/>
                      <a:pt x="70" y="10931"/>
                      <a:pt x="178" y="10989"/>
                    </a:cubicBezTo>
                    <a:cubicBezTo>
                      <a:pt x="222" y="11017"/>
                      <a:pt x="275" y="11034"/>
                      <a:pt x="329" y="11034"/>
                    </a:cubicBezTo>
                    <a:cubicBezTo>
                      <a:pt x="333" y="11034"/>
                      <a:pt x="337" y="11033"/>
                      <a:pt x="341" y="11033"/>
                    </a:cubicBezTo>
                    <a:cubicBezTo>
                      <a:pt x="402" y="11033"/>
                      <a:pt x="463" y="11017"/>
                      <a:pt x="516" y="10983"/>
                    </a:cubicBezTo>
                    <a:lnTo>
                      <a:pt x="17054" y="623"/>
                    </a:lnTo>
                    <a:cubicBezTo>
                      <a:pt x="17200" y="534"/>
                      <a:pt x="17256" y="351"/>
                      <a:pt x="17184" y="196"/>
                    </a:cubicBezTo>
                    <a:cubicBezTo>
                      <a:pt x="17128" y="73"/>
                      <a:pt x="17008" y="1"/>
                      <a:pt x="16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27" name="Google Shape;4527;p69"/>
            <p:cNvSpPr/>
            <p:nvPr/>
          </p:nvSpPr>
          <p:spPr>
            <a:xfrm>
              <a:off x="2958275" y="539500"/>
              <a:ext cx="562425" cy="897575"/>
            </a:xfrm>
            <a:custGeom>
              <a:avLst/>
              <a:gdLst/>
              <a:ahLst/>
              <a:cxnLst/>
              <a:rect l="l" t="t" r="r" b="b"/>
              <a:pathLst>
                <a:path w="22497" h="35903" extrusionOk="0">
                  <a:moveTo>
                    <a:pt x="20015" y="1"/>
                  </a:moveTo>
                  <a:cubicBezTo>
                    <a:pt x="19867" y="1"/>
                    <a:pt x="19729" y="176"/>
                    <a:pt x="19849" y="335"/>
                  </a:cubicBezTo>
                  <a:cubicBezTo>
                    <a:pt x="20176" y="761"/>
                    <a:pt x="20470" y="1210"/>
                    <a:pt x="20733" y="1680"/>
                  </a:cubicBezTo>
                  <a:cubicBezTo>
                    <a:pt x="20766" y="1747"/>
                    <a:pt x="20832" y="1788"/>
                    <a:pt x="20907" y="1788"/>
                  </a:cubicBezTo>
                  <a:cubicBezTo>
                    <a:pt x="20943" y="1788"/>
                    <a:pt x="20976" y="1777"/>
                    <a:pt x="21010" y="1761"/>
                  </a:cubicBezTo>
                  <a:cubicBezTo>
                    <a:pt x="21109" y="1705"/>
                    <a:pt x="21145" y="1581"/>
                    <a:pt x="21087" y="1484"/>
                  </a:cubicBezTo>
                  <a:cubicBezTo>
                    <a:pt x="20818" y="994"/>
                    <a:pt x="20514" y="526"/>
                    <a:pt x="20173" y="86"/>
                  </a:cubicBezTo>
                  <a:cubicBezTo>
                    <a:pt x="20128" y="26"/>
                    <a:pt x="20071" y="1"/>
                    <a:pt x="20015" y="1"/>
                  </a:cubicBezTo>
                  <a:close/>
                  <a:moveTo>
                    <a:pt x="22064" y="4439"/>
                  </a:moveTo>
                  <a:cubicBezTo>
                    <a:pt x="22050" y="4439"/>
                    <a:pt x="22035" y="4440"/>
                    <a:pt x="22020" y="4444"/>
                  </a:cubicBezTo>
                  <a:cubicBezTo>
                    <a:pt x="21909" y="4469"/>
                    <a:pt x="21837" y="4577"/>
                    <a:pt x="21860" y="4687"/>
                  </a:cubicBezTo>
                  <a:cubicBezTo>
                    <a:pt x="21973" y="5213"/>
                    <a:pt x="22048" y="5745"/>
                    <a:pt x="22081" y="6279"/>
                  </a:cubicBezTo>
                  <a:cubicBezTo>
                    <a:pt x="22087" y="6390"/>
                    <a:pt x="22175" y="6473"/>
                    <a:pt x="22286" y="6473"/>
                  </a:cubicBezTo>
                  <a:lnTo>
                    <a:pt x="22300" y="6473"/>
                  </a:lnTo>
                  <a:cubicBezTo>
                    <a:pt x="22413" y="6468"/>
                    <a:pt x="22496" y="6368"/>
                    <a:pt x="22491" y="6257"/>
                  </a:cubicBezTo>
                  <a:cubicBezTo>
                    <a:pt x="22455" y="5701"/>
                    <a:pt x="22380" y="5147"/>
                    <a:pt x="22261" y="4601"/>
                  </a:cubicBezTo>
                  <a:cubicBezTo>
                    <a:pt x="22242" y="4506"/>
                    <a:pt x="22158" y="4439"/>
                    <a:pt x="22064" y="4439"/>
                  </a:cubicBezTo>
                  <a:close/>
                  <a:moveTo>
                    <a:pt x="21969" y="9334"/>
                  </a:moveTo>
                  <a:cubicBezTo>
                    <a:pt x="21889" y="9334"/>
                    <a:pt x="21810" y="9377"/>
                    <a:pt x="21776" y="9475"/>
                  </a:cubicBezTo>
                  <a:cubicBezTo>
                    <a:pt x="21646" y="9998"/>
                    <a:pt x="21477" y="10507"/>
                    <a:pt x="21273" y="11006"/>
                  </a:cubicBezTo>
                  <a:cubicBezTo>
                    <a:pt x="21228" y="11108"/>
                    <a:pt x="21278" y="11227"/>
                    <a:pt x="21383" y="11271"/>
                  </a:cubicBezTo>
                  <a:cubicBezTo>
                    <a:pt x="21408" y="11283"/>
                    <a:pt x="21433" y="11288"/>
                    <a:pt x="21461" y="11288"/>
                  </a:cubicBezTo>
                  <a:cubicBezTo>
                    <a:pt x="21544" y="11285"/>
                    <a:pt x="21619" y="11235"/>
                    <a:pt x="21652" y="11161"/>
                  </a:cubicBezTo>
                  <a:cubicBezTo>
                    <a:pt x="21862" y="10643"/>
                    <a:pt x="22039" y="10114"/>
                    <a:pt x="22178" y="9574"/>
                  </a:cubicBezTo>
                  <a:cubicBezTo>
                    <a:pt x="22203" y="9426"/>
                    <a:pt x="22086" y="9334"/>
                    <a:pt x="21969" y="9334"/>
                  </a:cubicBezTo>
                  <a:close/>
                  <a:moveTo>
                    <a:pt x="19769" y="13698"/>
                  </a:moveTo>
                  <a:cubicBezTo>
                    <a:pt x="19720" y="13698"/>
                    <a:pt x="19669" y="13717"/>
                    <a:pt x="19625" y="13761"/>
                  </a:cubicBezTo>
                  <a:cubicBezTo>
                    <a:pt x="19285" y="14176"/>
                    <a:pt x="18914" y="14564"/>
                    <a:pt x="18512" y="14921"/>
                  </a:cubicBezTo>
                  <a:cubicBezTo>
                    <a:pt x="18376" y="15051"/>
                    <a:pt x="18465" y="15281"/>
                    <a:pt x="18651" y="15283"/>
                  </a:cubicBezTo>
                  <a:cubicBezTo>
                    <a:pt x="18700" y="15283"/>
                    <a:pt x="18750" y="15264"/>
                    <a:pt x="18786" y="15231"/>
                  </a:cubicBezTo>
                  <a:cubicBezTo>
                    <a:pt x="19201" y="14857"/>
                    <a:pt x="19589" y="14453"/>
                    <a:pt x="19944" y="14021"/>
                  </a:cubicBezTo>
                  <a:cubicBezTo>
                    <a:pt x="20045" y="13865"/>
                    <a:pt x="19915" y="13698"/>
                    <a:pt x="19769" y="13698"/>
                  </a:cubicBezTo>
                  <a:close/>
                  <a:moveTo>
                    <a:pt x="15938" y="16706"/>
                  </a:moveTo>
                  <a:cubicBezTo>
                    <a:pt x="15907" y="16706"/>
                    <a:pt x="15875" y="16713"/>
                    <a:pt x="15846" y="16729"/>
                  </a:cubicBezTo>
                  <a:cubicBezTo>
                    <a:pt x="15389" y="16967"/>
                    <a:pt x="14907" y="17194"/>
                    <a:pt x="14370" y="17418"/>
                  </a:cubicBezTo>
                  <a:cubicBezTo>
                    <a:pt x="14265" y="17460"/>
                    <a:pt x="14215" y="17579"/>
                    <a:pt x="14259" y="17684"/>
                  </a:cubicBezTo>
                  <a:cubicBezTo>
                    <a:pt x="14292" y="17761"/>
                    <a:pt x="14367" y="17811"/>
                    <a:pt x="14450" y="17811"/>
                  </a:cubicBezTo>
                  <a:cubicBezTo>
                    <a:pt x="14478" y="17811"/>
                    <a:pt x="14503" y="17806"/>
                    <a:pt x="14531" y="17795"/>
                  </a:cubicBezTo>
                  <a:cubicBezTo>
                    <a:pt x="15076" y="17568"/>
                    <a:pt x="15569" y="17338"/>
                    <a:pt x="16031" y="17097"/>
                  </a:cubicBezTo>
                  <a:cubicBezTo>
                    <a:pt x="16134" y="17044"/>
                    <a:pt x="16172" y="16920"/>
                    <a:pt x="16120" y="16820"/>
                  </a:cubicBezTo>
                  <a:cubicBezTo>
                    <a:pt x="16085" y="16748"/>
                    <a:pt x="16012" y="16706"/>
                    <a:pt x="15938" y="16706"/>
                  </a:cubicBezTo>
                  <a:close/>
                  <a:moveTo>
                    <a:pt x="11369" y="18532"/>
                  </a:moveTo>
                  <a:cubicBezTo>
                    <a:pt x="11348" y="18532"/>
                    <a:pt x="11326" y="18535"/>
                    <a:pt x="11305" y="18542"/>
                  </a:cubicBezTo>
                  <a:lnTo>
                    <a:pt x="10782" y="18714"/>
                  </a:lnTo>
                  <a:lnTo>
                    <a:pt x="9743" y="19060"/>
                  </a:lnTo>
                  <a:cubicBezTo>
                    <a:pt x="9533" y="19143"/>
                    <a:pt x="9583" y="19453"/>
                    <a:pt x="9807" y="19462"/>
                  </a:cubicBezTo>
                  <a:cubicBezTo>
                    <a:pt x="9832" y="19462"/>
                    <a:pt x="9854" y="19459"/>
                    <a:pt x="9879" y="19453"/>
                  </a:cubicBezTo>
                  <a:lnTo>
                    <a:pt x="10912" y="19102"/>
                  </a:lnTo>
                  <a:lnTo>
                    <a:pt x="11432" y="18930"/>
                  </a:lnTo>
                  <a:cubicBezTo>
                    <a:pt x="11538" y="18894"/>
                    <a:pt x="11598" y="18778"/>
                    <a:pt x="11562" y="18670"/>
                  </a:cubicBezTo>
                  <a:cubicBezTo>
                    <a:pt x="11534" y="18586"/>
                    <a:pt x="11454" y="18532"/>
                    <a:pt x="11369" y="18532"/>
                  </a:cubicBezTo>
                  <a:close/>
                  <a:moveTo>
                    <a:pt x="6751" y="20236"/>
                  </a:moveTo>
                  <a:cubicBezTo>
                    <a:pt x="6722" y="20236"/>
                    <a:pt x="6691" y="20242"/>
                    <a:pt x="6662" y="20256"/>
                  </a:cubicBezTo>
                  <a:cubicBezTo>
                    <a:pt x="6141" y="20494"/>
                    <a:pt x="5646" y="20752"/>
                    <a:pt x="5186" y="21009"/>
                  </a:cubicBezTo>
                  <a:cubicBezTo>
                    <a:pt x="5086" y="21067"/>
                    <a:pt x="5053" y="21192"/>
                    <a:pt x="5108" y="21289"/>
                  </a:cubicBezTo>
                  <a:cubicBezTo>
                    <a:pt x="5143" y="21353"/>
                    <a:pt x="5209" y="21394"/>
                    <a:pt x="5281" y="21394"/>
                  </a:cubicBezTo>
                  <a:cubicBezTo>
                    <a:pt x="5284" y="21394"/>
                    <a:pt x="5286" y="21394"/>
                    <a:pt x="5288" y="21394"/>
                  </a:cubicBezTo>
                  <a:cubicBezTo>
                    <a:pt x="5324" y="21394"/>
                    <a:pt x="5358" y="21386"/>
                    <a:pt x="5388" y="21369"/>
                  </a:cubicBezTo>
                  <a:cubicBezTo>
                    <a:pt x="5837" y="21114"/>
                    <a:pt x="6324" y="20865"/>
                    <a:pt x="6836" y="20630"/>
                  </a:cubicBezTo>
                  <a:cubicBezTo>
                    <a:pt x="6936" y="20580"/>
                    <a:pt x="6980" y="20458"/>
                    <a:pt x="6936" y="20356"/>
                  </a:cubicBezTo>
                  <a:cubicBezTo>
                    <a:pt x="6902" y="20280"/>
                    <a:pt x="6829" y="20236"/>
                    <a:pt x="6751" y="20236"/>
                  </a:cubicBezTo>
                  <a:close/>
                  <a:moveTo>
                    <a:pt x="2649" y="22927"/>
                  </a:moveTo>
                  <a:cubicBezTo>
                    <a:pt x="2598" y="22927"/>
                    <a:pt x="2547" y="22945"/>
                    <a:pt x="2506" y="22983"/>
                  </a:cubicBezTo>
                  <a:cubicBezTo>
                    <a:pt x="2104" y="23374"/>
                    <a:pt x="1736" y="23797"/>
                    <a:pt x="1409" y="24254"/>
                  </a:cubicBezTo>
                  <a:cubicBezTo>
                    <a:pt x="1343" y="24346"/>
                    <a:pt x="1365" y="24470"/>
                    <a:pt x="1456" y="24537"/>
                  </a:cubicBezTo>
                  <a:cubicBezTo>
                    <a:pt x="1492" y="24562"/>
                    <a:pt x="1534" y="24575"/>
                    <a:pt x="1578" y="24575"/>
                  </a:cubicBezTo>
                  <a:cubicBezTo>
                    <a:pt x="1645" y="24575"/>
                    <a:pt x="1706" y="24545"/>
                    <a:pt x="1744" y="24492"/>
                  </a:cubicBezTo>
                  <a:cubicBezTo>
                    <a:pt x="2057" y="24058"/>
                    <a:pt x="2406" y="23651"/>
                    <a:pt x="2788" y="23277"/>
                  </a:cubicBezTo>
                  <a:cubicBezTo>
                    <a:pt x="2871" y="23199"/>
                    <a:pt x="2874" y="23069"/>
                    <a:pt x="2796" y="22986"/>
                  </a:cubicBezTo>
                  <a:cubicBezTo>
                    <a:pt x="2756" y="22947"/>
                    <a:pt x="2703" y="22927"/>
                    <a:pt x="2649" y="22927"/>
                  </a:cubicBezTo>
                  <a:close/>
                  <a:moveTo>
                    <a:pt x="304" y="27162"/>
                  </a:moveTo>
                  <a:cubicBezTo>
                    <a:pt x="205" y="27162"/>
                    <a:pt x="117" y="27233"/>
                    <a:pt x="100" y="27333"/>
                  </a:cubicBezTo>
                  <a:cubicBezTo>
                    <a:pt x="33" y="27735"/>
                    <a:pt x="0" y="28139"/>
                    <a:pt x="0" y="28546"/>
                  </a:cubicBezTo>
                  <a:cubicBezTo>
                    <a:pt x="0" y="28701"/>
                    <a:pt x="3" y="28859"/>
                    <a:pt x="14" y="29017"/>
                  </a:cubicBezTo>
                  <a:cubicBezTo>
                    <a:pt x="22" y="29122"/>
                    <a:pt x="111" y="29208"/>
                    <a:pt x="219" y="29210"/>
                  </a:cubicBezTo>
                  <a:lnTo>
                    <a:pt x="233" y="29205"/>
                  </a:lnTo>
                  <a:cubicBezTo>
                    <a:pt x="346" y="29199"/>
                    <a:pt x="432" y="29105"/>
                    <a:pt x="426" y="28992"/>
                  </a:cubicBezTo>
                  <a:cubicBezTo>
                    <a:pt x="415" y="28842"/>
                    <a:pt x="410" y="28693"/>
                    <a:pt x="413" y="28546"/>
                  </a:cubicBezTo>
                  <a:cubicBezTo>
                    <a:pt x="413" y="28161"/>
                    <a:pt x="443" y="27779"/>
                    <a:pt x="507" y="27400"/>
                  </a:cubicBezTo>
                  <a:cubicBezTo>
                    <a:pt x="526" y="27286"/>
                    <a:pt x="449" y="27178"/>
                    <a:pt x="335" y="27164"/>
                  </a:cubicBezTo>
                  <a:cubicBezTo>
                    <a:pt x="325" y="27163"/>
                    <a:pt x="314" y="27162"/>
                    <a:pt x="304" y="27162"/>
                  </a:cubicBezTo>
                  <a:close/>
                  <a:moveTo>
                    <a:pt x="1122" y="31929"/>
                  </a:moveTo>
                  <a:cubicBezTo>
                    <a:pt x="1089" y="31929"/>
                    <a:pt x="1055" y="31937"/>
                    <a:pt x="1024" y="31954"/>
                  </a:cubicBezTo>
                  <a:cubicBezTo>
                    <a:pt x="925" y="32007"/>
                    <a:pt x="889" y="32131"/>
                    <a:pt x="941" y="32231"/>
                  </a:cubicBezTo>
                  <a:cubicBezTo>
                    <a:pt x="1210" y="32727"/>
                    <a:pt x="1537" y="33189"/>
                    <a:pt x="1910" y="33613"/>
                  </a:cubicBezTo>
                  <a:cubicBezTo>
                    <a:pt x="1949" y="33654"/>
                    <a:pt x="2005" y="33679"/>
                    <a:pt x="2063" y="33682"/>
                  </a:cubicBezTo>
                  <a:cubicBezTo>
                    <a:pt x="2113" y="33682"/>
                    <a:pt x="2162" y="33660"/>
                    <a:pt x="2198" y="33627"/>
                  </a:cubicBezTo>
                  <a:cubicBezTo>
                    <a:pt x="2284" y="33552"/>
                    <a:pt x="2290" y="33422"/>
                    <a:pt x="2215" y="33339"/>
                  </a:cubicBezTo>
                  <a:cubicBezTo>
                    <a:pt x="1861" y="32940"/>
                    <a:pt x="1556" y="32505"/>
                    <a:pt x="1301" y="32037"/>
                  </a:cubicBezTo>
                  <a:cubicBezTo>
                    <a:pt x="1265" y="31969"/>
                    <a:pt x="1195" y="31929"/>
                    <a:pt x="1122" y="31929"/>
                  </a:cubicBezTo>
                  <a:close/>
                  <a:moveTo>
                    <a:pt x="11080" y="34552"/>
                  </a:moveTo>
                  <a:cubicBezTo>
                    <a:pt x="11045" y="34552"/>
                    <a:pt x="11009" y="34562"/>
                    <a:pt x="10975" y="34582"/>
                  </a:cubicBezTo>
                  <a:cubicBezTo>
                    <a:pt x="10521" y="34856"/>
                    <a:pt x="10034" y="35077"/>
                    <a:pt x="9527" y="35238"/>
                  </a:cubicBezTo>
                  <a:cubicBezTo>
                    <a:pt x="9419" y="35269"/>
                    <a:pt x="9358" y="35385"/>
                    <a:pt x="9392" y="35496"/>
                  </a:cubicBezTo>
                  <a:cubicBezTo>
                    <a:pt x="9419" y="35579"/>
                    <a:pt x="9500" y="35637"/>
                    <a:pt x="9588" y="35637"/>
                  </a:cubicBezTo>
                  <a:cubicBezTo>
                    <a:pt x="9608" y="35637"/>
                    <a:pt x="9630" y="35634"/>
                    <a:pt x="9649" y="35628"/>
                  </a:cubicBezTo>
                  <a:cubicBezTo>
                    <a:pt x="10189" y="35460"/>
                    <a:pt x="10704" y="35224"/>
                    <a:pt x="11186" y="34931"/>
                  </a:cubicBezTo>
                  <a:cubicBezTo>
                    <a:pt x="11280" y="34870"/>
                    <a:pt x="11310" y="34748"/>
                    <a:pt x="11252" y="34651"/>
                  </a:cubicBezTo>
                  <a:cubicBezTo>
                    <a:pt x="11214" y="34587"/>
                    <a:pt x="11148" y="34552"/>
                    <a:pt x="11080" y="34552"/>
                  </a:cubicBezTo>
                  <a:close/>
                  <a:moveTo>
                    <a:pt x="4752" y="35094"/>
                  </a:moveTo>
                  <a:cubicBezTo>
                    <a:pt x="4669" y="35094"/>
                    <a:pt x="4593" y="35146"/>
                    <a:pt x="4563" y="35227"/>
                  </a:cubicBezTo>
                  <a:cubicBezTo>
                    <a:pt x="4521" y="35335"/>
                    <a:pt x="4577" y="35451"/>
                    <a:pt x="4682" y="35490"/>
                  </a:cubicBezTo>
                  <a:cubicBezTo>
                    <a:pt x="5211" y="35687"/>
                    <a:pt x="5756" y="35825"/>
                    <a:pt x="6313" y="35903"/>
                  </a:cubicBezTo>
                  <a:lnTo>
                    <a:pt x="6343" y="35903"/>
                  </a:lnTo>
                  <a:cubicBezTo>
                    <a:pt x="6446" y="35903"/>
                    <a:pt x="6532" y="35828"/>
                    <a:pt x="6545" y="35725"/>
                  </a:cubicBezTo>
                  <a:cubicBezTo>
                    <a:pt x="6562" y="35615"/>
                    <a:pt x="6484" y="35509"/>
                    <a:pt x="6371" y="35496"/>
                  </a:cubicBezTo>
                  <a:cubicBezTo>
                    <a:pt x="5842" y="35421"/>
                    <a:pt x="5324" y="35291"/>
                    <a:pt x="4826" y="35108"/>
                  </a:cubicBezTo>
                  <a:cubicBezTo>
                    <a:pt x="4802" y="35099"/>
                    <a:pt x="4777" y="35094"/>
                    <a:pt x="4752" y="350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561" name="Google Shape;4561;p69"/>
          <p:cNvSpPr/>
          <p:nvPr/>
        </p:nvSpPr>
        <p:spPr>
          <a:xfrm>
            <a:off x="8912362" y="1155453"/>
            <a:ext cx="3279652" cy="4554024"/>
          </a:xfrm>
          <a:custGeom>
            <a:avLst/>
            <a:gdLst/>
            <a:ahLst/>
            <a:cxnLst/>
            <a:rect l="l" t="t" r="r" b="b"/>
            <a:pathLst>
              <a:path w="92138" h="127940" extrusionOk="0">
                <a:moveTo>
                  <a:pt x="85073" y="0"/>
                </a:moveTo>
                <a:cubicBezTo>
                  <a:pt x="85013" y="0"/>
                  <a:pt x="84958" y="40"/>
                  <a:pt x="84958" y="108"/>
                </a:cubicBezTo>
                <a:cubicBezTo>
                  <a:pt x="84899" y="167"/>
                  <a:pt x="84919" y="266"/>
                  <a:pt x="84998" y="326"/>
                </a:cubicBezTo>
                <a:cubicBezTo>
                  <a:pt x="85573" y="603"/>
                  <a:pt x="86128" y="940"/>
                  <a:pt x="86644" y="1337"/>
                </a:cubicBezTo>
                <a:lnTo>
                  <a:pt x="86743" y="1337"/>
                </a:lnTo>
                <a:cubicBezTo>
                  <a:pt x="86783" y="1337"/>
                  <a:pt x="86842" y="1317"/>
                  <a:pt x="86882" y="1297"/>
                </a:cubicBezTo>
                <a:cubicBezTo>
                  <a:pt x="86922" y="1218"/>
                  <a:pt x="86902" y="1119"/>
                  <a:pt x="86842" y="1059"/>
                </a:cubicBezTo>
                <a:cubicBezTo>
                  <a:pt x="86307" y="663"/>
                  <a:pt x="85732" y="326"/>
                  <a:pt x="85157" y="28"/>
                </a:cubicBezTo>
                <a:cubicBezTo>
                  <a:pt x="85131" y="9"/>
                  <a:pt x="85102" y="0"/>
                  <a:pt x="85073" y="0"/>
                </a:cubicBezTo>
                <a:close/>
                <a:moveTo>
                  <a:pt x="88675" y="2762"/>
                </a:moveTo>
                <a:cubicBezTo>
                  <a:pt x="88636" y="2762"/>
                  <a:pt x="88595" y="2777"/>
                  <a:pt x="88568" y="2805"/>
                </a:cubicBezTo>
                <a:cubicBezTo>
                  <a:pt x="88488" y="2844"/>
                  <a:pt x="88488" y="2963"/>
                  <a:pt x="88548" y="3023"/>
                </a:cubicBezTo>
                <a:cubicBezTo>
                  <a:pt x="88984" y="3499"/>
                  <a:pt x="89381" y="4014"/>
                  <a:pt x="89738" y="4570"/>
                </a:cubicBezTo>
                <a:cubicBezTo>
                  <a:pt x="89777" y="4609"/>
                  <a:pt x="89817" y="4629"/>
                  <a:pt x="89877" y="4629"/>
                </a:cubicBezTo>
                <a:lnTo>
                  <a:pt x="89956" y="4609"/>
                </a:lnTo>
                <a:cubicBezTo>
                  <a:pt x="90035" y="4550"/>
                  <a:pt x="90055" y="4451"/>
                  <a:pt x="89996" y="4371"/>
                </a:cubicBezTo>
                <a:cubicBezTo>
                  <a:pt x="89658" y="3816"/>
                  <a:pt x="89242" y="3300"/>
                  <a:pt x="88786" y="2824"/>
                </a:cubicBezTo>
                <a:cubicBezTo>
                  <a:pt x="88765" y="2782"/>
                  <a:pt x="88721" y="2762"/>
                  <a:pt x="88675" y="2762"/>
                </a:cubicBezTo>
                <a:close/>
                <a:moveTo>
                  <a:pt x="91110" y="6597"/>
                </a:moveTo>
                <a:cubicBezTo>
                  <a:pt x="91089" y="6597"/>
                  <a:pt x="91068" y="6602"/>
                  <a:pt x="91047" y="6612"/>
                </a:cubicBezTo>
                <a:cubicBezTo>
                  <a:pt x="90967" y="6632"/>
                  <a:pt x="90908" y="6731"/>
                  <a:pt x="90947" y="6810"/>
                </a:cubicBezTo>
                <a:cubicBezTo>
                  <a:pt x="91185" y="7425"/>
                  <a:pt x="91384" y="8040"/>
                  <a:pt x="91523" y="8675"/>
                </a:cubicBezTo>
                <a:cubicBezTo>
                  <a:pt x="91542" y="8754"/>
                  <a:pt x="91622" y="8794"/>
                  <a:pt x="91701" y="8794"/>
                </a:cubicBezTo>
                <a:lnTo>
                  <a:pt x="91721" y="8794"/>
                </a:lnTo>
                <a:cubicBezTo>
                  <a:pt x="91800" y="8774"/>
                  <a:pt x="91860" y="8694"/>
                  <a:pt x="91840" y="8595"/>
                </a:cubicBezTo>
                <a:cubicBezTo>
                  <a:pt x="91681" y="7941"/>
                  <a:pt x="91483" y="7306"/>
                  <a:pt x="91245" y="6692"/>
                </a:cubicBezTo>
                <a:cubicBezTo>
                  <a:pt x="91216" y="6633"/>
                  <a:pt x="91166" y="6597"/>
                  <a:pt x="91110" y="6597"/>
                </a:cubicBezTo>
                <a:close/>
                <a:moveTo>
                  <a:pt x="91959" y="11054"/>
                </a:moveTo>
                <a:cubicBezTo>
                  <a:pt x="91879" y="11054"/>
                  <a:pt x="91800" y="11114"/>
                  <a:pt x="91780" y="11213"/>
                </a:cubicBezTo>
                <a:cubicBezTo>
                  <a:pt x="91800" y="11848"/>
                  <a:pt x="91741" y="12502"/>
                  <a:pt x="91622" y="13137"/>
                </a:cubicBezTo>
                <a:cubicBezTo>
                  <a:pt x="91622" y="13236"/>
                  <a:pt x="91681" y="13315"/>
                  <a:pt x="91760" y="13335"/>
                </a:cubicBezTo>
                <a:lnTo>
                  <a:pt x="91800" y="13335"/>
                </a:lnTo>
                <a:cubicBezTo>
                  <a:pt x="91879" y="13335"/>
                  <a:pt x="91939" y="13275"/>
                  <a:pt x="91939" y="13196"/>
                </a:cubicBezTo>
                <a:cubicBezTo>
                  <a:pt x="92058" y="12542"/>
                  <a:pt x="92117" y="11887"/>
                  <a:pt x="92137" y="11233"/>
                </a:cubicBezTo>
                <a:cubicBezTo>
                  <a:pt x="92137" y="11134"/>
                  <a:pt x="92058" y="11054"/>
                  <a:pt x="91959" y="11054"/>
                </a:cubicBezTo>
                <a:close/>
                <a:moveTo>
                  <a:pt x="91092" y="15504"/>
                </a:moveTo>
                <a:cubicBezTo>
                  <a:pt x="91027" y="15504"/>
                  <a:pt x="90963" y="15554"/>
                  <a:pt x="90947" y="15616"/>
                </a:cubicBezTo>
                <a:cubicBezTo>
                  <a:pt x="90709" y="16211"/>
                  <a:pt x="90432" y="16786"/>
                  <a:pt x="90134" y="17381"/>
                </a:cubicBezTo>
                <a:cubicBezTo>
                  <a:pt x="90095" y="17460"/>
                  <a:pt x="90114" y="17539"/>
                  <a:pt x="90174" y="17599"/>
                </a:cubicBezTo>
                <a:lnTo>
                  <a:pt x="90253" y="17599"/>
                </a:lnTo>
                <a:cubicBezTo>
                  <a:pt x="90313" y="17599"/>
                  <a:pt x="90372" y="17579"/>
                  <a:pt x="90412" y="17519"/>
                </a:cubicBezTo>
                <a:cubicBezTo>
                  <a:pt x="90729" y="16944"/>
                  <a:pt x="91007" y="16349"/>
                  <a:pt x="91245" y="15735"/>
                </a:cubicBezTo>
                <a:cubicBezTo>
                  <a:pt x="91265" y="15635"/>
                  <a:pt x="91245" y="15536"/>
                  <a:pt x="91146" y="15516"/>
                </a:cubicBezTo>
                <a:cubicBezTo>
                  <a:pt x="91128" y="15508"/>
                  <a:pt x="91110" y="15504"/>
                  <a:pt x="91092" y="15504"/>
                </a:cubicBezTo>
                <a:close/>
                <a:moveTo>
                  <a:pt x="88856" y="19462"/>
                </a:moveTo>
                <a:cubicBezTo>
                  <a:pt x="88802" y="19462"/>
                  <a:pt x="88752" y="19484"/>
                  <a:pt x="88726" y="19522"/>
                </a:cubicBezTo>
                <a:cubicBezTo>
                  <a:pt x="88330" y="20018"/>
                  <a:pt x="87893" y="20514"/>
                  <a:pt x="87457" y="20990"/>
                </a:cubicBezTo>
                <a:cubicBezTo>
                  <a:pt x="87378" y="21049"/>
                  <a:pt x="87378" y="21168"/>
                  <a:pt x="87457" y="21208"/>
                </a:cubicBezTo>
                <a:lnTo>
                  <a:pt x="87576" y="21267"/>
                </a:lnTo>
                <a:lnTo>
                  <a:pt x="87675" y="21208"/>
                </a:lnTo>
                <a:cubicBezTo>
                  <a:pt x="88131" y="20752"/>
                  <a:pt x="88568" y="20256"/>
                  <a:pt x="88964" y="19721"/>
                </a:cubicBezTo>
                <a:cubicBezTo>
                  <a:pt x="89024" y="19661"/>
                  <a:pt x="89004" y="19542"/>
                  <a:pt x="88944" y="19483"/>
                </a:cubicBezTo>
                <a:cubicBezTo>
                  <a:pt x="88916" y="19469"/>
                  <a:pt x="88886" y="19462"/>
                  <a:pt x="88856" y="19462"/>
                </a:cubicBezTo>
                <a:close/>
                <a:moveTo>
                  <a:pt x="85625" y="22735"/>
                </a:moveTo>
                <a:cubicBezTo>
                  <a:pt x="85601" y="22735"/>
                  <a:pt x="85577" y="22741"/>
                  <a:pt x="85553" y="22755"/>
                </a:cubicBezTo>
                <a:cubicBezTo>
                  <a:pt x="85057" y="23151"/>
                  <a:pt x="84522" y="23548"/>
                  <a:pt x="83987" y="23925"/>
                </a:cubicBezTo>
                <a:cubicBezTo>
                  <a:pt x="83907" y="23965"/>
                  <a:pt x="83887" y="24084"/>
                  <a:pt x="83967" y="24143"/>
                </a:cubicBezTo>
                <a:cubicBezTo>
                  <a:pt x="83987" y="24183"/>
                  <a:pt x="84026" y="24222"/>
                  <a:pt x="84086" y="24222"/>
                </a:cubicBezTo>
                <a:lnTo>
                  <a:pt x="84185" y="24183"/>
                </a:lnTo>
                <a:cubicBezTo>
                  <a:pt x="84720" y="23826"/>
                  <a:pt x="85256" y="23429"/>
                  <a:pt x="85771" y="22993"/>
                </a:cubicBezTo>
                <a:cubicBezTo>
                  <a:pt x="85837" y="22878"/>
                  <a:pt x="85739" y="22735"/>
                  <a:pt x="85625" y="22735"/>
                </a:cubicBezTo>
                <a:close/>
                <a:moveTo>
                  <a:pt x="81855" y="25254"/>
                </a:moveTo>
                <a:cubicBezTo>
                  <a:pt x="81829" y="25254"/>
                  <a:pt x="81805" y="25260"/>
                  <a:pt x="81785" y="25273"/>
                </a:cubicBezTo>
                <a:lnTo>
                  <a:pt x="81706" y="25273"/>
                </a:lnTo>
                <a:lnTo>
                  <a:pt x="80020" y="26106"/>
                </a:lnTo>
                <a:cubicBezTo>
                  <a:pt x="79834" y="26144"/>
                  <a:pt x="79893" y="26407"/>
                  <a:pt x="80064" y="26407"/>
                </a:cubicBezTo>
                <a:cubicBezTo>
                  <a:pt x="80075" y="26407"/>
                  <a:pt x="80087" y="26406"/>
                  <a:pt x="80100" y="26404"/>
                </a:cubicBezTo>
                <a:lnTo>
                  <a:pt x="80159" y="26424"/>
                </a:lnTo>
                <a:lnTo>
                  <a:pt x="81845" y="25611"/>
                </a:lnTo>
                <a:lnTo>
                  <a:pt x="81924" y="25551"/>
                </a:lnTo>
                <a:cubicBezTo>
                  <a:pt x="82023" y="25531"/>
                  <a:pt x="82043" y="25412"/>
                  <a:pt x="82003" y="25333"/>
                </a:cubicBezTo>
                <a:cubicBezTo>
                  <a:pt x="81964" y="25280"/>
                  <a:pt x="81907" y="25254"/>
                  <a:pt x="81855" y="25254"/>
                </a:cubicBezTo>
                <a:close/>
                <a:moveTo>
                  <a:pt x="77650" y="27033"/>
                </a:moveTo>
                <a:cubicBezTo>
                  <a:pt x="77634" y="27033"/>
                  <a:pt x="77618" y="27035"/>
                  <a:pt x="77601" y="27038"/>
                </a:cubicBezTo>
                <a:cubicBezTo>
                  <a:pt x="77026" y="27257"/>
                  <a:pt x="76391" y="27455"/>
                  <a:pt x="75757" y="27653"/>
                </a:cubicBezTo>
                <a:cubicBezTo>
                  <a:pt x="75677" y="27693"/>
                  <a:pt x="75638" y="27772"/>
                  <a:pt x="75657" y="27851"/>
                </a:cubicBezTo>
                <a:cubicBezTo>
                  <a:pt x="75657" y="27931"/>
                  <a:pt x="75737" y="27990"/>
                  <a:pt x="75796" y="27990"/>
                </a:cubicBezTo>
                <a:lnTo>
                  <a:pt x="75856" y="27970"/>
                </a:lnTo>
                <a:lnTo>
                  <a:pt x="77720" y="27376"/>
                </a:lnTo>
                <a:cubicBezTo>
                  <a:pt x="77819" y="27316"/>
                  <a:pt x="77859" y="27237"/>
                  <a:pt x="77819" y="27138"/>
                </a:cubicBezTo>
                <a:cubicBezTo>
                  <a:pt x="77786" y="27072"/>
                  <a:pt x="77726" y="27033"/>
                  <a:pt x="77650" y="27033"/>
                </a:cubicBezTo>
                <a:close/>
                <a:moveTo>
                  <a:pt x="73289" y="28343"/>
                </a:moveTo>
                <a:cubicBezTo>
                  <a:pt x="73279" y="28343"/>
                  <a:pt x="73268" y="28345"/>
                  <a:pt x="73258" y="28347"/>
                </a:cubicBezTo>
                <a:lnTo>
                  <a:pt x="71374" y="28823"/>
                </a:lnTo>
                <a:cubicBezTo>
                  <a:pt x="71275" y="28843"/>
                  <a:pt x="71215" y="28942"/>
                  <a:pt x="71235" y="29022"/>
                </a:cubicBezTo>
                <a:cubicBezTo>
                  <a:pt x="71252" y="29090"/>
                  <a:pt x="71299" y="29144"/>
                  <a:pt x="71363" y="29144"/>
                </a:cubicBezTo>
                <a:cubicBezTo>
                  <a:pt x="71373" y="29144"/>
                  <a:pt x="71383" y="29143"/>
                  <a:pt x="71394" y="29141"/>
                </a:cubicBezTo>
                <a:lnTo>
                  <a:pt x="71433" y="29141"/>
                </a:lnTo>
                <a:lnTo>
                  <a:pt x="73317" y="28684"/>
                </a:lnTo>
                <a:cubicBezTo>
                  <a:pt x="73416" y="28665"/>
                  <a:pt x="73456" y="28565"/>
                  <a:pt x="73456" y="28486"/>
                </a:cubicBezTo>
                <a:cubicBezTo>
                  <a:pt x="73439" y="28400"/>
                  <a:pt x="73361" y="28343"/>
                  <a:pt x="73289" y="28343"/>
                </a:cubicBezTo>
                <a:close/>
                <a:moveTo>
                  <a:pt x="68816" y="29398"/>
                </a:moveTo>
                <a:lnTo>
                  <a:pt x="66912" y="29815"/>
                </a:lnTo>
                <a:cubicBezTo>
                  <a:pt x="66813" y="29835"/>
                  <a:pt x="66753" y="29934"/>
                  <a:pt x="66773" y="30013"/>
                </a:cubicBezTo>
                <a:cubicBezTo>
                  <a:pt x="66790" y="30082"/>
                  <a:pt x="66837" y="30136"/>
                  <a:pt x="66901" y="30136"/>
                </a:cubicBezTo>
                <a:cubicBezTo>
                  <a:pt x="66911" y="30136"/>
                  <a:pt x="66921" y="30135"/>
                  <a:pt x="66932" y="30132"/>
                </a:cubicBezTo>
                <a:lnTo>
                  <a:pt x="66971" y="30132"/>
                </a:lnTo>
                <a:lnTo>
                  <a:pt x="68895" y="29716"/>
                </a:lnTo>
                <a:cubicBezTo>
                  <a:pt x="68974" y="29716"/>
                  <a:pt x="69034" y="29616"/>
                  <a:pt x="69014" y="29517"/>
                </a:cubicBezTo>
                <a:cubicBezTo>
                  <a:pt x="68974" y="29438"/>
                  <a:pt x="68895" y="29398"/>
                  <a:pt x="68816" y="29398"/>
                </a:cubicBezTo>
                <a:close/>
                <a:moveTo>
                  <a:pt x="64396" y="30405"/>
                </a:moveTo>
                <a:cubicBezTo>
                  <a:pt x="64381" y="30405"/>
                  <a:pt x="64367" y="30406"/>
                  <a:pt x="64354" y="30410"/>
                </a:cubicBezTo>
                <a:lnTo>
                  <a:pt x="64135" y="30469"/>
                </a:lnTo>
                <a:lnTo>
                  <a:pt x="62470" y="30886"/>
                </a:lnTo>
                <a:cubicBezTo>
                  <a:pt x="62370" y="30886"/>
                  <a:pt x="62311" y="30985"/>
                  <a:pt x="62351" y="31084"/>
                </a:cubicBezTo>
                <a:cubicBezTo>
                  <a:pt x="62351" y="31163"/>
                  <a:pt x="62410" y="31203"/>
                  <a:pt x="62489" y="31203"/>
                </a:cubicBezTo>
                <a:lnTo>
                  <a:pt x="62549" y="31183"/>
                </a:lnTo>
                <a:lnTo>
                  <a:pt x="64195" y="30787"/>
                </a:lnTo>
                <a:lnTo>
                  <a:pt x="64433" y="30707"/>
                </a:lnTo>
                <a:cubicBezTo>
                  <a:pt x="64512" y="30707"/>
                  <a:pt x="64572" y="30608"/>
                  <a:pt x="64552" y="30509"/>
                </a:cubicBezTo>
                <a:cubicBezTo>
                  <a:pt x="64535" y="30443"/>
                  <a:pt x="64465" y="30405"/>
                  <a:pt x="64396" y="30405"/>
                </a:cubicBezTo>
                <a:close/>
                <a:moveTo>
                  <a:pt x="59994" y="31567"/>
                </a:moveTo>
                <a:cubicBezTo>
                  <a:pt x="59974" y="31567"/>
                  <a:pt x="59952" y="31571"/>
                  <a:pt x="59931" y="31580"/>
                </a:cubicBezTo>
                <a:lnTo>
                  <a:pt x="58087" y="32195"/>
                </a:lnTo>
                <a:cubicBezTo>
                  <a:pt x="57988" y="32234"/>
                  <a:pt x="57948" y="32333"/>
                  <a:pt x="57988" y="32413"/>
                </a:cubicBezTo>
                <a:cubicBezTo>
                  <a:pt x="57988" y="32478"/>
                  <a:pt x="58042" y="32517"/>
                  <a:pt x="58095" y="32517"/>
                </a:cubicBezTo>
                <a:cubicBezTo>
                  <a:pt x="58106" y="32517"/>
                  <a:pt x="58116" y="32515"/>
                  <a:pt x="58127" y="32512"/>
                </a:cubicBezTo>
                <a:lnTo>
                  <a:pt x="58186" y="32512"/>
                </a:lnTo>
                <a:lnTo>
                  <a:pt x="60030" y="31897"/>
                </a:lnTo>
                <a:cubicBezTo>
                  <a:pt x="60110" y="31877"/>
                  <a:pt x="60149" y="31778"/>
                  <a:pt x="60129" y="31699"/>
                </a:cubicBezTo>
                <a:cubicBezTo>
                  <a:pt x="60129" y="31621"/>
                  <a:pt x="60068" y="31567"/>
                  <a:pt x="59994" y="31567"/>
                </a:cubicBezTo>
                <a:close/>
                <a:moveTo>
                  <a:pt x="55702" y="33154"/>
                </a:moveTo>
                <a:cubicBezTo>
                  <a:pt x="55683" y="33154"/>
                  <a:pt x="55665" y="33158"/>
                  <a:pt x="55648" y="33166"/>
                </a:cubicBezTo>
                <a:cubicBezTo>
                  <a:pt x="55033" y="33444"/>
                  <a:pt x="54438" y="33741"/>
                  <a:pt x="53863" y="34039"/>
                </a:cubicBezTo>
                <a:cubicBezTo>
                  <a:pt x="53783" y="34059"/>
                  <a:pt x="53744" y="34158"/>
                  <a:pt x="53783" y="34237"/>
                </a:cubicBezTo>
                <a:cubicBezTo>
                  <a:pt x="53803" y="34297"/>
                  <a:pt x="53863" y="34336"/>
                  <a:pt x="53942" y="34336"/>
                </a:cubicBezTo>
                <a:lnTo>
                  <a:pt x="54021" y="34316"/>
                </a:lnTo>
                <a:lnTo>
                  <a:pt x="55767" y="33464"/>
                </a:lnTo>
                <a:cubicBezTo>
                  <a:pt x="55846" y="33424"/>
                  <a:pt x="55886" y="33345"/>
                  <a:pt x="55846" y="33265"/>
                </a:cubicBezTo>
                <a:cubicBezTo>
                  <a:pt x="55830" y="33203"/>
                  <a:pt x="55767" y="33154"/>
                  <a:pt x="55702" y="33154"/>
                </a:cubicBezTo>
                <a:close/>
                <a:moveTo>
                  <a:pt x="51683" y="35303"/>
                </a:moveTo>
                <a:cubicBezTo>
                  <a:pt x="51654" y="35303"/>
                  <a:pt x="51626" y="35316"/>
                  <a:pt x="51602" y="35348"/>
                </a:cubicBezTo>
                <a:cubicBezTo>
                  <a:pt x="51047" y="35705"/>
                  <a:pt x="50511" y="36081"/>
                  <a:pt x="49996" y="36518"/>
                </a:cubicBezTo>
                <a:cubicBezTo>
                  <a:pt x="49916" y="36557"/>
                  <a:pt x="49916" y="36676"/>
                  <a:pt x="49976" y="36736"/>
                </a:cubicBezTo>
                <a:lnTo>
                  <a:pt x="50095" y="36795"/>
                </a:lnTo>
                <a:lnTo>
                  <a:pt x="50194" y="36756"/>
                </a:lnTo>
                <a:cubicBezTo>
                  <a:pt x="50690" y="36359"/>
                  <a:pt x="51245" y="36002"/>
                  <a:pt x="51780" y="35625"/>
                </a:cubicBezTo>
                <a:cubicBezTo>
                  <a:pt x="51960" y="35593"/>
                  <a:pt x="51816" y="35303"/>
                  <a:pt x="51683" y="35303"/>
                </a:cubicBezTo>
                <a:close/>
                <a:moveTo>
                  <a:pt x="48182" y="38228"/>
                </a:moveTo>
                <a:cubicBezTo>
                  <a:pt x="48145" y="38228"/>
                  <a:pt x="48106" y="38244"/>
                  <a:pt x="48072" y="38283"/>
                </a:cubicBezTo>
                <a:lnTo>
                  <a:pt x="47775" y="38580"/>
                </a:lnTo>
                <a:cubicBezTo>
                  <a:pt x="47418" y="38937"/>
                  <a:pt x="47100" y="39334"/>
                  <a:pt x="46783" y="39770"/>
                </a:cubicBezTo>
                <a:cubicBezTo>
                  <a:pt x="46704" y="39830"/>
                  <a:pt x="46723" y="39929"/>
                  <a:pt x="46803" y="39988"/>
                </a:cubicBezTo>
                <a:lnTo>
                  <a:pt x="46902" y="40028"/>
                </a:lnTo>
                <a:cubicBezTo>
                  <a:pt x="46942" y="40028"/>
                  <a:pt x="47001" y="40008"/>
                  <a:pt x="47021" y="39968"/>
                </a:cubicBezTo>
                <a:cubicBezTo>
                  <a:pt x="47338" y="39572"/>
                  <a:pt x="47675" y="39175"/>
                  <a:pt x="48013" y="38798"/>
                </a:cubicBezTo>
                <a:lnTo>
                  <a:pt x="48290" y="38501"/>
                </a:lnTo>
                <a:cubicBezTo>
                  <a:pt x="48395" y="38381"/>
                  <a:pt x="48296" y="38228"/>
                  <a:pt x="48182" y="38228"/>
                </a:cubicBezTo>
                <a:close/>
                <a:moveTo>
                  <a:pt x="45430" y="41892"/>
                </a:moveTo>
                <a:cubicBezTo>
                  <a:pt x="45373" y="41892"/>
                  <a:pt x="45315" y="41918"/>
                  <a:pt x="45276" y="41971"/>
                </a:cubicBezTo>
                <a:cubicBezTo>
                  <a:pt x="44958" y="42546"/>
                  <a:pt x="44661" y="43122"/>
                  <a:pt x="44383" y="43716"/>
                </a:cubicBezTo>
                <a:cubicBezTo>
                  <a:pt x="44364" y="43796"/>
                  <a:pt x="44383" y="43895"/>
                  <a:pt x="44463" y="43935"/>
                </a:cubicBezTo>
                <a:lnTo>
                  <a:pt x="44542" y="43935"/>
                </a:lnTo>
                <a:cubicBezTo>
                  <a:pt x="44602" y="43935"/>
                  <a:pt x="44661" y="43895"/>
                  <a:pt x="44701" y="43855"/>
                </a:cubicBezTo>
                <a:cubicBezTo>
                  <a:pt x="44958" y="43260"/>
                  <a:pt x="45256" y="42685"/>
                  <a:pt x="45593" y="42150"/>
                </a:cubicBezTo>
                <a:cubicBezTo>
                  <a:pt x="45633" y="42051"/>
                  <a:pt x="45613" y="41952"/>
                  <a:pt x="45514" y="41912"/>
                </a:cubicBezTo>
                <a:cubicBezTo>
                  <a:pt x="45487" y="41899"/>
                  <a:pt x="45459" y="41892"/>
                  <a:pt x="45430" y="41892"/>
                </a:cubicBezTo>
                <a:close/>
                <a:moveTo>
                  <a:pt x="43607" y="46032"/>
                </a:moveTo>
                <a:cubicBezTo>
                  <a:pt x="43538" y="46032"/>
                  <a:pt x="43464" y="46070"/>
                  <a:pt x="43431" y="46136"/>
                </a:cubicBezTo>
                <a:cubicBezTo>
                  <a:pt x="43233" y="46751"/>
                  <a:pt x="43055" y="47365"/>
                  <a:pt x="42876" y="48040"/>
                </a:cubicBezTo>
                <a:cubicBezTo>
                  <a:pt x="42876" y="48119"/>
                  <a:pt x="42936" y="48198"/>
                  <a:pt x="43015" y="48238"/>
                </a:cubicBezTo>
                <a:lnTo>
                  <a:pt x="43055" y="48238"/>
                </a:lnTo>
                <a:cubicBezTo>
                  <a:pt x="43134" y="48238"/>
                  <a:pt x="43194" y="48179"/>
                  <a:pt x="43213" y="48119"/>
                </a:cubicBezTo>
                <a:cubicBezTo>
                  <a:pt x="43372" y="47465"/>
                  <a:pt x="43550" y="46850"/>
                  <a:pt x="43749" y="46235"/>
                </a:cubicBezTo>
                <a:cubicBezTo>
                  <a:pt x="43769" y="46156"/>
                  <a:pt x="43729" y="46057"/>
                  <a:pt x="43650" y="46037"/>
                </a:cubicBezTo>
                <a:cubicBezTo>
                  <a:pt x="43636" y="46033"/>
                  <a:pt x="43622" y="46032"/>
                  <a:pt x="43607" y="46032"/>
                </a:cubicBezTo>
                <a:close/>
                <a:moveTo>
                  <a:pt x="42528" y="50475"/>
                </a:moveTo>
                <a:cubicBezTo>
                  <a:pt x="42460" y="50475"/>
                  <a:pt x="42398" y="50529"/>
                  <a:pt x="42380" y="50598"/>
                </a:cubicBezTo>
                <a:cubicBezTo>
                  <a:pt x="42281" y="51233"/>
                  <a:pt x="42182" y="51887"/>
                  <a:pt x="42142" y="52561"/>
                </a:cubicBezTo>
                <a:cubicBezTo>
                  <a:pt x="42123" y="52641"/>
                  <a:pt x="42202" y="52720"/>
                  <a:pt x="42281" y="52720"/>
                </a:cubicBezTo>
                <a:cubicBezTo>
                  <a:pt x="42380" y="52720"/>
                  <a:pt x="42460" y="52680"/>
                  <a:pt x="42460" y="52581"/>
                </a:cubicBezTo>
                <a:cubicBezTo>
                  <a:pt x="42539" y="51927"/>
                  <a:pt x="42618" y="51292"/>
                  <a:pt x="42718" y="50638"/>
                </a:cubicBezTo>
                <a:cubicBezTo>
                  <a:pt x="42718" y="50558"/>
                  <a:pt x="42638" y="50479"/>
                  <a:pt x="42559" y="50479"/>
                </a:cubicBezTo>
                <a:cubicBezTo>
                  <a:pt x="42548" y="50476"/>
                  <a:pt x="42538" y="50475"/>
                  <a:pt x="42528" y="50475"/>
                </a:cubicBezTo>
                <a:close/>
                <a:moveTo>
                  <a:pt x="42142" y="55000"/>
                </a:moveTo>
                <a:cubicBezTo>
                  <a:pt x="42063" y="55000"/>
                  <a:pt x="41964" y="55080"/>
                  <a:pt x="41964" y="55159"/>
                </a:cubicBezTo>
                <a:lnTo>
                  <a:pt x="41964" y="57142"/>
                </a:lnTo>
                <a:cubicBezTo>
                  <a:pt x="41964" y="57222"/>
                  <a:pt x="42023" y="57281"/>
                  <a:pt x="42123" y="57281"/>
                </a:cubicBezTo>
                <a:cubicBezTo>
                  <a:pt x="42202" y="57281"/>
                  <a:pt x="42281" y="57202"/>
                  <a:pt x="42281" y="57122"/>
                </a:cubicBezTo>
                <a:lnTo>
                  <a:pt x="42281" y="55179"/>
                </a:lnTo>
                <a:cubicBezTo>
                  <a:pt x="42301" y="55080"/>
                  <a:pt x="42222" y="55000"/>
                  <a:pt x="42142" y="55000"/>
                </a:cubicBezTo>
                <a:close/>
                <a:moveTo>
                  <a:pt x="42221" y="59619"/>
                </a:moveTo>
                <a:cubicBezTo>
                  <a:pt x="42152" y="59619"/>
                  <a:pt x="42084" y="59658"/>
                  <a:pt x="42063" y="59740"/>
                </a:cubicBezTo>
                <a:cubicBezTo>
                  <a:pt x="42123" y="60395"/>
                  <a:pt x="42162" y="61029"/>
                  <a:pt x="42242" y="61703"/>
                </a:cubicBezTo>
                <a:cubicBezTo>
                  <a:pt x="42242" y="61783"/>
                  <a:pt x="42321" y="61842"/>
                  <a:pt x="42420" y="61842"/>
                </a:cubicBezTo>
                <a:cubicBezTo>
                  <a:pt x="42519" y="61822"/>
                  <a:pt x="42579" y="61743"/>
                  <a:pt x="42559" y="61684"/>
                </a:cubicBezTo>
                <a:cubicBezTo>
                  <a:pt x="42519" y="61009"/>
                  <a:pt x="42440" y="60355"/>
                  <a:pt x="42380" y="59720"/>
                </a:cubicBezTo>
                <a:cubicBezTo>
                  <a:pt x="42352" y="59653"/>
                  <a:pt x="42286" y="59619"/>
                  <a:pt x="42221" y="59619"/>
                </a:cubicBezTo>
                <a:close/>
                <a:moveTo>
                  <a:pt x="42718" y="64103"/>
                </a:moveTo>
                <a:cubicBezTo>
                  <a:pt x="42618" y="64123"/>
                  <a:pt x="42559" y="64202"/>
                  <a:pt x="42559" y="64301"/>
                </a:cubicBezTo>
                <a:lnTo>
                  <a:pt x="42856" y="66245"/>
                </a:lnTo>
                <a:cubicBezTo>
                  <a:pt x="42876" y="66304"/>
                  <a:pt x="42956" y="66364"/>
                  <a:pt x="43035" y="66364"/>
                </a:cubicBezTo>
                <a:lnTo>
                  <a:pt x="43055" y="66364"/>
                </a:lnTo>
                <a:cubicBezTo>
                  <a:pt x="43134" y="66344"/>
                  <a:pt x="43194" y="66265"/>
                  <a:pt x="43174" y="66185"/>
                </a:cubicBezTo>
                <a:lnTo>
                  <a:pt x="42876" y="64262"/>
                </a:lnTo>
                <a:cubicBezTo>
                  <a:pt x="42876" y="64163"/>
                  <a:pt x="42797" y="64103"/>
                  <a:pt x="42718" y="64103"/>
                </a:cubicBezTo>
                <a:close/>
                <a:moveTo>
                  <a:pt x="43471" y="68650"/>
                </a:moveTo>
                <a:cubicBezTo>
                  <a:pt x="43389" y="68650"/>
                  <a:pt x="43312" y="68709"/>
                  <a:pt x="43312" y="68803"/>
                </a:cubicBezTo>
                <a:lnTo>
                  <a:pt x="43610" y="70548"/>
                </a:lnTo>
                <a:lnTo>
                  <a:pt x="43650" y="70727"/>
                </a:lnTo>
                <a:cubicBezTo>
                  <a:pt x="43650" y="70806"/>
                  <a:pt x="43709" y="70866"/>
                  <a:pt x="43808" y="70866"/>
                </a:cubicBezTo>
                <a:lnTo>
                  <a:pt x="43828" y="70866"/>
                </a:lnTo>
                <a:cubicBezTo>
                  <a:pt x="43907" y="70846"/>
                  <a:pt x="43967" y="70766"/>
                  <a:pt x="43967" y="70667"/>
                </a:cubicBezTo>
                <a:lnTo>
                  <a:pt x="43927" y="70489"/>
                </a:lnTo>
                <a:lnTo>
                  <a:pt x="43630" y="68744"/>
                </a:lnTo>
                <a:cubicBezTo>
                  <a:pt x="43589" y="68679"/>
                  <a:pt x="43529" y="68650"/>
                  <a:pt x="43471" y="68650"/>
                </a:cubicBezTo>
                <a:close/>
                <a:moveTo>
                  <a:pt x="44225" y="73106"/>
                </a:moveTo>
                <a:cubicBezTo>
                  <a:pt x="44126" y="73126"/>
                  <a:pt x="44086" y="73206"/>
                  <a:pt x="44106" y="73305"/>
                </a:cubicBezTo>
                <a:cubicBezTo>
                  <a:pt x="44205" y="73939"/>
                  <a:pt x="44324" y="74594"/>
                  <a:pt x="44423" y="75228"/>
                </a:cubicBezTo>
                <a:cubicBezTo>
                  <a:pt x="44423" y="75308"/>
                  <a:pt x="44502" y="75367"/>
                  <a:pt x="44562" y="75367"/>
                </a:cubicBezTo>
                <a:lnTo>
                  <a:pt x="44602" y="75367"/>
                </a:lnTo>
                <a:cubicBezTo>
                  <a:pt x="44681" y="75347"/>
                  <a:pt x="44740" y="75268"/>
                  <a:pt x="44740" y="75189"/>
                </a:cubicBezTo>
                <a:cubicBezTo>
                  <a:pt x="44641" y="74534"/>
                  <a:pt x="44522" y="73900"/>
                  <a:pt x="44423" y="73245"/>
                </a:cubicBezTo>
                <a:cubicBezTo>
                  <a:pt x="44403" y="73166"/>
                  <a:pt x="44304" y="73106"/>
                  <a:pt x="44225" y="73106"/>
                </a:cubicBezTo>
                <a:close/>
                <a:moveTo>
                  <a:pt x="44939" y="77608"/>
                </a:moveTo>
                <a:cubicBezTo>
                  <a:pt x="44840" y="77628"/>
                  <a:pt x="44780" y="77727"/>
                  <a:pt x="44780" y="77806"/>
                </a:cubicBezTo>
                <a:cubicBezTo>
                  <a:pt x="44879" y="78481"/>
                  <a:pt x="44958" y="79135"/>
                  <a:pt x="45038" y="79750"/>
                </a:cubicBezTo>
                <a:cubicBezTo>
                  <a:pt x="45038" y="79829"/>
                  <a:pt x="45097" y="79889"/>
                  <a:pt x="45177" y="79889"/>
                </a:cubicBezTo>
                <a:lnTo>
                  <a:pt x="45216" y="79889"/>
                </a:lnTo>
                <a:cubicBezTo>
                  <a:pt x="45296" y="79869"/>
                  <a:pt x="45355" y="79790"/>
                  <a:pt x="45355" y="79690"/>
                </a:cubicBezTo>
                <a:cubicBezTo>
                  <a:pt x="45276" y="79076"/>
                  <a:pt x="45216" y="78421"/>
                  <a:pt x="45117" y="77767"/>
                </a:cubicBezTo>
                <a:cubicBezTo>
                  <a:pt x="45117" y="77668"/>
                  <a:pt x="45038" y="77608"/>
                  <a:pt x="44939" y="77608"/>
                </a:cubicBezTo>
                <a:close/>
                <a:moveTo>
                  <a:pt x="45415" y="82150"/>
                </a:moveTo>
                <a:cubicBezTo>
                  <a:pt x="45335" y="82169"/>
                  <a:pt x="45276" y="82249"/>
                  <a:pt x="45256" y="82328"/>
                </a:cubicBezTo>
                <a:cubicBezTo>
                  <a:pt x="45315" y="83002"/>
                  <a:pt x="45335" y="83657"/>
                  <a:pt x="45355" y="84291"/>
                </a:cubicBezTo>
                <a:cubicBezTo>
                  <a:pt x="45355" y="84371"/>
                  <a:pt x="45434" y="84430"/>
                  <a:pt x="45514" y="84430"/>
                </a:cubicBezTo>
                <a:cubicBezTo>
                  <a:pt x="45593" y="84430"/>
                  <a:pt x="45672" y="84371"/>
                  <a:pt x="45672" y="84291"/>
                </a:cubicBezTo>
                <a:cubicBezTo>
                  <a:pt x="45653" y="83637"/>
                  <a:pt x="45633" y="82963"/>
                  <a:pt x="45573" y="82308"/>
                </a:cubicBezTo>
                <a:cubicBezTo>
                  <a:pt x="45573" y="82209"/>
                  <a:pt x="45494" y="82150"/>
                  <a:pt x="45415" y="82150"/>
                </a:cubicBezTo>
                <a:close/>
                <a:moveTo>
                  <a:pt x="45514" y="86711"/>
                </a:moveTo>
                <a:cubicBezTo>
                  <a:pt x="45415" y="86711"/>
                  <a:pt x="45335" y="86790"/>
                  <a:pt x="45335" y="86889"/>
                </a:cubicBezTo>
                <a:cubicBezTo>
                  <a:pt x="45315" y="87524"/>
                  <a:pt x="45256" y="88198"/>
                  <a:pt x="45196" y="88813"/>
                </a:cubicBezTo>
                <a:cubicBezTo>
                  <a:pt x="45196" y="88912"/>
                  <a:pt x="45236" y="88991"/>
                  <a:pt x="45335" y="88991"/>
                </a:cubicBezTo>
                <a:lnTo>
                  <a:pt x="45355" y="88991"/>
                </a:lnTo>
                <a:cubicBezTo>
                  <a:pt x="45434" y="88991"/>
                  <a:pt x="45514" y="88932"/>
                  <a:pt x="45514" y="88852"/>
                </a:cubicBezTo>
                <a:cubicBezTo>
                  <a:pt x="45573" y="88218"/>
                  <a:pt x="45633" y="87563"/>
                  <a:pt x="45653" y="86889"/>
                </a:cubicBezTo>
                <a:cubicBezTo>
                  <a:pt x="45653" y="86810"/>
                  <a:pt x="45593" y="86731"/>
                  <a:pt x="45514" y="86711"/>
                </a:cubicBezTo>
                <a:close/>
                <a:moveTo>
                  <a:pt x="45018" y="91252"/>
                </a:moveTo>
                <a:cubicBezTo>
                  <a:pt x="44919" y="91252"/>
                  <a:pt x="44859" y="91312"/>
                  <a:pt x="44840" y="91391"/>
                </a:cubicBezTo>
                <a:cubicBezTo>
                  <a:pt x="44721" y="92025"/>
                  <a:pt x="44602" y="92660"/>
                  <a:pt x="44423" y="93315"/>
                </a:cubicBezTo>
                <a:cubicBezTo>
                  <a:pt x="44403" y="93394"/>
                  <a:pt x="44463" y="93473"/>
                  <a:pt x="44542" y="93513"/>
                </a:cubicBezTo>
                <a:lnTo>
                  <a:pt x="44602" y="93513"/>
                </a:lnTo>
                <a:cubicBezTo>
                  <a:pt x="44661" y="93513"/>
                  <a:pt x="44721" y="93453"/>
                  <a:pt x="44740" y="93374"/>
                </a:cubicBezTo>
                <a:cubicBezTo>
                  <a:pt x="44879" y="92739"/>
                  <a:pt x="45038" y="92085"/>
                  <a:pt x="45157" y="91450"/>
                </a:cubicBezTo>
                <a:cubicBezTo>
                  <a:pt x="45157" y="91351"/>
                  <a:pt x="45097" y="91272"/>
                  <a:pt x="45018" y="91252"/>
                </a:cubicBezTo>
                <a:close/>
                <a:moveTo>
                  <a:pt x="43854" y="95679"/>
                </a:moveTo>
                <a:cubicBezTo>
                  <a:pt x="43788" y="95679"/>
                  <a:pt x="43733" y="95720"/>
                  <a:pt x="43689" y="95793"/>
                </a:cubicBezTo>
                <a:cubicBezTo>
                  <a:pt x="43511" y="96408"/>
                  <a:pt x="43273" y="97023"/>
                  <a:pt x="43055" y="97618"/>
                </a:cubicBezTo>
                <a:cubicBezTo>
                  <a:pt x="43015" y="97697"/>
                  <a:pt x="43055" y="97796"/>
                  <a:pt x="43134" y="97836"/>
                </a:cubicBezTo>
                <a:lnTo>
                  <a:pt x="43213" y="97836"/>
                </a:lnTo>
                <a:cubicBezTo>
                  <a:pt x="43273" y="97836"/>
                  <a:pt x="43332" y="97796"/>
                  <a:pt x="43352" y="97737"/>
                </a:cubicBezTo>
                <a:cubicBezTo>
                  <a:pt x="43590" y="97122"/>
                  <a:pt x="43828" y="96507"/>
                  <a:pt x="44026" y="95893"/>
                </a:cubicBezTo>
                <a:cubicBezTo>
                  <a:pt x="44046" y="95793"/>
                  <a:pt x="44007" y="95714"/>
                  <a:pt x="43927" y="95694"/>
                </a:cubicBezTo>
                <a:cubicBezTo>
                  <a:pt x="43902" y="95684"/>
                  <a:pt x="43877" y="95679"/>
                  <a:pt x="43854" y="95679"/>
                </a:cubicBezTo>
                <a:close/>
                <a:moveTo>
                  <a:pt x="42153" y="99929"/>
                </a:moveTo>
                <a:cubicBezTo>
                  <a:pt x="42092" y="99929"/>
                  <a:pt x="42030" y="99965"/>
                  <a:pt x="42004" y="100017"/>
                </a:cubicBezTo>
                <a:cubicBezTo>
                  <a:pt x="41746" y="100593"/>
                  <a:pt x="41448" y="101188"/>
                  <a:pt x="41111" y="101763"/>
                </a:cubicBezTo>
                <a:cubicBezTo>
                  <a:pt x="41091" y="101842"/>
                  <a:pt x="41111" y="101941"/>
                  <a:pt x="41191" y="101981"/>
                </a:cubicBezTo>
                <a:lnTo>
                  <a:pt x="41270" y="101981"/>
                </a:lnTo>
                <a:cubicBezTo>
                  <a:pt x="41329" y="101981"/>
                  <a:pt x="41389" y="101961"/>
                  <a:pt x="41409" y="101901"/>
                </a:cubicBezTo>
                <a:cubicBezTo>
                  <a:pt x="41706" y="101326"/>
                  <a:pt x="42043" y="100751"/>
                  <a:pt x="42301" y="100176"/>
                </a:cubicBezTo>
                <a:cubicBezTo>
                  <a:pt x="42341" y="100077"/>
                  <a:pt x="42301" y="99978"/>
                  <a:pt x="42242" y="99958"/>
                </a:cubicBezTo>
                <a:cubicBezTo>
                  <a:pt x="42215" y="99938"/>
                  <a:pt x="42184" y="99929"/>
                  <a:pt x="42153" y="99929"/>
                </a:cubicBezTo>
                <a:close/>
                <a:moveTo>
                  <a:pt x="39901" y="103899"/>
                </a:moveTo>
                <a:cubicBezTo>
                  <a:pt x="39853" y="103899"/>
                  <a:pt x="39813" y="103923"/>
                  <a:pt x="39802" y="103984"/>
                </a:cubicBezTo>
                <a:cubicBezTo>
                  <a:pt x="39465" y="104539"/>
                  <a:pt x="39088" y="105074"/>
                  <a:pt x="38712" y="105630"/>
                </a:cubicBezTo>
                <a:cubicBezTo>
                  <a:pt x="38672" y="105709"/>
                  <a:pt x="38692" y="105788"/>
                  <a:pt x="38771" y="105848"/>
                </a:cubicBezTo>
                <a:lnTo>
                  <a:pt x="38870" y="105848"/>
                </a:lnTo>
                <a:cubicBezTo>
                  <a:pt x="38910" y="105848"/>
                  <a:pt x="38969" y="105828"/>
                  <a:pt x="38989" y="105808"/>
                </a:cubicBezTo>
                <a:cubicBezTo>
                  <a:pt x="39366" y="105273"/>
                  <a:pt x="39743" y="104717"/>
                  <a:pt x="40080" y="104162"/>
                </a:cubicBezTo>
                <a:cubicBezTo>
                  <a:pt x="40209" y="104062"/>
                  <a:pt x="40027" y="103899"/>
                  <a:pt x="39901" y="103899"/>
                </a:cubicBezTo>
                <a:close/>
                <a:moveTo>
                  <a:pt x="37289" y="107605"/>
                </a:moveTo>
                <a:cubicBezTo>
                  <a:pt x="37242" y="107605"/>
                  <a:pt x="37198" y="107620"/>
                  <a:pt x="37165" y="107653"/>
                </a:cubicBezTo>
                <a:cubicBezTo>
                  <a:pt x="36768" y="108188"/>
                  <a:pt x="36332" y="108684"/>
                  <a:pt x="35915" y="109180"/>
                </a:cubicBezTo>
                <a:cubicBezTo>
                  <a:pt x="35856" y="109239"/>
                  <a:pt x="35876" y="109338"/>
                  <a:pt x="35935" y="109398"/>
                </a:cubicBezTo>
                <a:cubicBezTo>
                  <a:pt x="35955" y="109418"/>
                  <a:pt x="35995" y="109437"/>
                  <a:pt x="36034" y="109437"/>
                </a:cubicBezTo>
                <a:cubicBezTo>
                  <a:pt x="36094" y="109437"/>
                  <a:pt x="36134" y="109418"/>
                  <a:pt x="36173" y="109378"/>
                </a:cubicBezTo>
                <a:cubicBezTo>
                  <a:pt x="36590" y="108882"/>
                  <a:pt x="37026" y="108386"/>
                  <a:pt x="37423" y="107890"/>
                </a:cubicBezTo>
                <a:cubicBezTo>
                  <a:pt x="37482" y="107811"/>
                  <a:pt x="37462" y="107692"/>
                  <a:pt x="37403" y="107633"/>
                </a:cubicBezTo>
                <a:cubicBezTo>
                  <a:pt x="37367" y="107615"/>
                  <a:pt x="37327" y="107605"/>
                  <a:pt x="37289" y="107605"/>
                </a:cubicBezTo>
                <a:close/>
                <a:moveTo>
                  <a:pt x="34266" y="111031"/>
                </a:moveTo>
                <a:cubicBezTo>
                  <a:pt x="34228" y="111031"/>
                  <a:pt x="34188" y="111046"/>
                  <a:pt x="34150" y="111083"/>
                </a:cubicBezTo>
                <a:cubicBezTo>
                  <a:pt x="33714" y="111520"/>
                  <a:pt x="33238" y="111996"/>
                  <a:pt x="32742" y="112452"/>
                </a:cubicBezTo>
                <a:cubicBezTo>
                  <a:pt x="32683" y="112511"/>
                  <a:pt x="32683" y="112591"/>
                  <a:pt x="32742" y="112670"/>
                </a:cubicBezTo>
                <a:lnTo>
                  <a:pt x="32861" y="112709"/>
                </a:lnTo>
                <a:lnTo>
                  <a:pt x="32961" y="112670"/>
                </a:lnTo>
                <a:cubicBezTo>
                  <a:pt x="33456" y="112214"/>
                  <a:pt x="33932" y="111777"/>
                  <a:pt x="34388" y="111301"/>
                </a:cubicBezTo>
                <a:cubicBezTo>
                  <a:pt x="34495" y="111195"/>
                  <a:pt x="34392" y="111031"/>
                  <a:pt x="34266" y="111031"/>
                </a:cubicBezTo>
                <a:close/>
                <a:moveTo>
                  <a:pt x="30919" y="114115"/>
                </a:moveTo>
                <a:cubicBezTo>
                  <a:pt x="30883" y="114115"/>
                  <a:pt x="30846" y="114130"/>
                  <a:pt x="30819" y="114157"/>
                </a:cubicBezTo>
                <a:lnTo>
                  <a:pt x="29292" y="115367"/>
                </a:lnTo>
                <a:cubicBezTo>
                  <a:pt x="29232" y="115426"/>
                  <a:pt x="29193" y="115526"/>
                  <a:pt x="29252" y="115625"/>
                </a:cubicBezTo>
                <a:lnTo>
                  <a:pt x="29391" y="115664"/>
                </a:lnTo>
                <a:lnTo>
                  <a:pt x="29490" y="115645"/>
                </a:lnTo>
                <a:cubicBezTo>
                  <a:pt x="30025" y="115248"/>
                  <a:pt x="30521" y="114831"/>
                  <a:pt x="31017" y="114395"/>
                </a:cubicBezTo>
                <a:cubicBezTo>
                  <a:pt x="31077" y="114355"/>
                  <a:pt x="31096" y="114237"/>
                  <a:pt x="31037" y="114177"/>
                </a:cubicBezTo>
                <a:cubicBezTo>
                  <a:pt x="31005" y="114135"/>
                  <a:pt x="30962" y="114115"/>
                  <a:pt x="30919" y="114115"/>
                </a:cubicBezTo>
                <a:close/>
                <a:moveTo>
                  <a:pt x="27278" y="116860"/>
                </a:moveTo>
                <a:cubicBezTo>
                  <a:pt x="27247" y="116860"/>
                  <a:pt x="27216" y="116876"/>
                  <a:pt x="27190" y="116914"/>
                </a:cubicBezTo>
                <a:lnTo>
                  <a:pt x="25563" y="117965"/>
                </a:lnTo>
                <a:cubicBezTo>
                  <a:pt x="25484" y="118024"/>
                  <a:pt x="25464" y="118143"/>
                  <a:pt x="25504" y="118223"/>
                </a:cubicBezTo>
                <a:cubicBezTo>
                  <a:pt x="25544" y="118262"/>
                  <a:pt x="25603" y="118282"/>
                  <a:pt x="25663" y="118302"/>
                </a:cubicBezTo>
                <a:lnTo>
                  <a:pt x="25722" y="118262"/>
                </a:lnTo>
                <a:lnTo>
                  <a:pt x="27368" y="117172"/>
                </a:lnTo>
                <a:cubicBezTo>
                  <a:pt x="27545" y="117139"/>
                  <a:pt x="27409" y="116860"/>
                  <a:pt x="27278" y="116860"/>
                </a:cubicBezTo>
                <a:close/>
                <a:moveTo>
                  <a:pt x="23367" y="119328"/>
                </a:moveTo>
                <a:cubicBezTo>
                  <a:pt x="23353" y="119328"/>
                  <a:pt x="23338" y="119329"/>
                  <a:pt x="23322" y="119333"/>
                </a:cubicBezTo>
                <a:lnTo>
                  <a:pt x="21617" y="120245"/>
                </a:lnTo>
                <a:cubicBezTo>
                  <a:pt x="21538" y="120305"/>
                  <a:pt x="21518" y="120384"/>
                  <a:pt x="21538" y="120483"/>
                </a:cubicBezTo>
                <a:cubicBezTo>
                  <a:pt x="21557" y="120523"/>
                  <a:pt x="21617" y="120563"/>
                  <a:pt x="21696" y="120583"/>
                </a:cubicBezTo>
                <a:lnTo>
                  <a:pt x="21756" y="120543"/>
                </a:lnTo>
                <a:cubicBezTo>
                  <a:pt x="22351" y="120245"/>
                  <a:pt x="22926" y="119928"/>
                  <a:pt x="23501" y="119611"/>
                </a:cubicBezTo>
                <a:cubicBezTo>
                  <a:pt x="23573" y="119485"/>
                  <a:pt x="23499" y="119328"/>
                  <a:pt x="23367" y="119328"/>
                </a:cubicBezTo>
                <a:close/>
                <a:moveTo>
                  <a:pt x="19343" y="121409"/>
                </a:moveTo>
                <a:cubicBezTo>
                  <a:pt x="19321" y="121409"/>
                  <a:pt x="19299" y="121411"/>
                  <a:pt x="19277" y="121415"/>
                </a:cubicBezTo>
                <a:cubicBezTo>
                  <a:pt x="18722" y="121713"/>
                  <a:pt x="18127" y="121991"/>
                  <a:pt x="17532" y="122229"/>
                </a:cubicBezTo>
                <a:cubicBezTo>
                  <a:pt x="17452" y="122288"/>
                  <a:pt x="17413" y="122367"/>
                  <a:pt x="17433" y="122466"/>
                </a:cubicBezTo>
                <a:cubicBezTo>
                  <a:pt x="17472" y="122506"/>
                  <a:pt x="17532" y="122546"/>
                  <a:pt x="17591" y="122566"/>
                </a:cubicBezTo>
                <a:lnTo>
                  <a:pt x="17651" y="122526"/>
                </a:lnTo>
                <a:cubicBezTo>
                  <a:pt x="18246" y="122288"/>
                  <a:pt x="18841" y="122010"/>
                  <a:pt x="19436" y="121713"/>
                </a:cubicBezTo>
                <a:cubicBezTo>
                  <a:pt x="19515" y="121673"/>
                  <a:pt x="19535" y="121594"/>
                  <a:pt x="19515" y="121515"/>
                </a:cubicBezTo>
                <a:cubicBezTo>
                  <a:pt x="19484" y="121438"/>
                  <a:pt x="19418" y="121409"/>
                  <a:pt x="19343" y="121409"/>
                </a:cubicBezTo>
                <a:close/>
                <a:moveTo>
                  <a:pt x="15196" y="123240"/>
                </a:moveTo>
                <a:cubicBezTo>
                  <a:pt x="15167" y="123240"/>
                  <a:pt x="15139" y="123247"/>
                  <a:pt x="15112" y="123260"/>
                </a:cubicBezTo>
                <a:lnTo>
                  <a:pt x="13288" y="123954"/>
                </a:lnTo>
                <a:cubicBezTo>
                  <a:pt x="13208" y="123974"/>
                  <a:pt x="13169" y="124053"/>
                  <a:pt x="13189" y="124152"/>
                </a:cubicBezTo>
                <a:cubicBezTo>
                  <a:pt x="13208" y="124212"/>
                  <a:pt x="13288" y="124271"/>
                  <a:pt x="13367" y="124271"/>
                </a:cubicBezTo>
                <a:lnTo>
                  <a:pt x="13407" y="124251"/>
                </a:lnTo>
                <a:lnTo>
                  <a:pt x="15251" y="123557"/>
                </a:lnTo>
                <a:cubicBezTo>
                  <a:pt x="15330" y="123498"/>
                  <a:pt x="15370" y="123418"/>
                  <a:pt x="15350" y="123319"/>
                </a:cubicBezTo>
                <a:cubicBezTo>
                  <a:pt x="15311" y="123266"/>
                  <a:pt x="15253" y="123240"/>
                  <a:pt x="15196" y="123240"/>
                </a:cubicBezTo>
                <a:close/>
                <a:moveTo>
                  <a:pt x="10871" y="124782"/>
                </a:moveTo>
                <a:cubicBezTo>
                  <a:pt x="10857" y="124782"/>
                  <a:pt x="10842" y="124783"/>
                  <a:pt x="10829" y="124787"/>
                </a:cubicBezTo>
                <a:lnTo>
                  <a:pt x="8965" y="125382"/>
                </a:lnTo>
                <a:cubicBezTo>
                  <a:pt x="8885" y="125421"/>
                  <a:pt x="8846" y="125501"/>
                  <a:pt x="8865" y="125580"/>
                </a:cubicBezTo>
                <a:cubicBezTo>
                  <a:pt x="8885" y="125659"/>
                  <a:pt x="8945" y="125699"/>
                  <a:pt x="9024" y="125699"/>
                </a:cubicBezTo>
                <a:lnTo>
                  <a:pt x="9064" y="125699"/>
                </a:lnTo>
                <a:lnTo>
                  <a:pt x="10928" y="125104"/>
                </a:lnTo>
                <a:cubicBezTo>
                  <a:pt x="11027" y="125084"/>
                  <a:pt x="11087" y="124985"/>
                  <a:pt x="11047" y="124886"/>
                </a:cubicBezTo>
                <a:cubicBezTo>
                  <a:pt x="11014" y="124820"/>
                  <a:pt x="10940" y="124782"/>
                  <a:pt x="10871" y="124782"/>
                </a:cubicBezTo>
                <a:close/>
                <a:moveTo>
                  <a:pt x="6503" y="126092"/>
                </a:moveTo>
                <a:cubicBezTo>
                  <a:pt x="6491" y="126092"/>
                  <a:pt x="6479" y="126093"/>
                  <a:pt x="6466" y="126096"/>
                </a:cubicBezTo>
                <a:lnTo>
                  <a:pt x="4582" y="126591"/>
                </a:lnTo>
                <a:cubicBezTo>
                  <a:pt x="4503" y="126611"/>
                  <a:pt x="4443" y="126710"/>
                  <a:pt x="4463" y="126790"/>
                </a:cubicBezTo>
                <a:cubicBezTo>
                  <a:pt x="4483" y="126869"/>
                  <a:pt x="4562" y="126909"/>
                  <a:pt x="4641" y="126929"/>
                </a:cubicBezTo>
                <a:lnTo>
                  <a:pt x="4661" y="126929"/>
                </a:lnTo>
                <a:lnTo>
                  <a:pt x="6565" y="126433"/>
                </a:lnTo>
                <a:cubicBezTo>
                  <a:pt x="6644" y="126393"/>
                  <a:pt x="6684" y="126314"/>
                  <a:pt x="6664" y="126234"/>
                </a:cubicBezTo>
                <a:cubicBezTo>
                  <a:pt x="6647" y="126148"/>
                  <a:pt x="6584" y="126092"/>
                  <a:pt x="6503" y="126092"/>
                </a:cubicBezTo>
                <a:close/>
                <a:moveTo>
                  <a:pt x="2103" y="127221"/>
                </a:moveTo>
                <a:cubicBezTo>
                  <a:pt x="2090" y="127221"/>
                  <a:pt x="2076" y="127223"/>
                  <a:pt x="2063" y="127226"/>
                </a:cubicBezTo>
                <a:lnTo>
                  <a:pt x="140" y="127623"/>
                </a:lnTo>
                <a:cubicBezTo>
                  <a:pt x="60" y="127642"/>
                  <a:pt x="1" y="127722"/>
                  <a:pt x="21" y="127821"/>
                </a:cubicBezTo>
                <a:cubicBezTo>
                  <a:pt x="40" y="127880"/>
                  <a:pt x="100" y="127940"/>
                  <a:pt x="179" y="127940"/>
                </a:cubicBezTo>
                <a:lnTo>
                  <a:pt x="199" y="127940"/>
                </a:lnTo>
                <a:lnTo>
                  <a:pt x="2123" y="127523"/>
                </a:lnTo>
                <a:cubicBezTo>
                  <a:pt x="2202" y="127523"/>
                  <a:pt x="2262" y="127424"/>
                  <a:pt x="2262" y="127345"/>
                </a:cubicBezTo>
                <a:cubicBezTo>
                  <a:pt x="2229" y="127262"/>
                  <a:pt x="2168" y="127221"/>
                  <a:pt x="2103" y="12722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1" name="Google Shape;1908;p36"/>
          <p:cNvGrpSpPr/>
          <p:nvPr/>
        </p:nvGrpSpPr>
        <p:grpSpPr>
          <a:xfrm>
            <a:off x="222387" y="2267513"/>
            <a:ext cx="2761954" cy="4001808"/>
            <a:chOff x="713232" y="1274373"/>
            <a:chExt cx="2761954" cy="4001808"/>
          </a:xfrm>
        </p:grpSpPr>
        <p:sp>
          <p:nvSpPr>
            <p:cNvPr id="50" name="Google Shape;1909;p36"/>
            <p:cNvSpPr/>
            <p:nvPr/>
          </p:nvSpPr>
          <p:spPr>
            <a:xfrm>
              <a:off x="1128978" y="1282624"/>
              <a:ext cx="1817826" cy="2659779"/>
            </a:xfrm>
            <a:custGeom>
              <a:avLst/>
              <a:gdLst/>
              <a:ahLst/>
              <a:cxnLst/>
              <a:rect l="l" t="t" r="r" b="b"/>
              <a:pathLst>
                <a:path w="64992" h="95094" extrusionOk="0">
                  <a:moveTo>
                    <a:pt x="24797" y="0"/>
                  </a:moveTo>
                  <a:cubicBezTo>
                    <a:pt x="24005" y="0"/>
                    <a:pt x="23542" y="573"/>
                    <a:pt x="23847" y="1542"/>
                  </a:cubicBezTo>
                  <a:cubicBezTo>
                    <a:pt x="24400" y="3282"/>
                    <a:pt x="27508" y="4569"/>
                    <a:pt x="28428" y="7137"/>
                  </a:cubicBezTo>
                  <a:cubicBezTo>
                    <a:pt x="28342" y="7111"/>
                    <a:pt x="26935" y="6697"/>
                    <a:pt x="24817" y="6697"/>
                  </a:cubicBezTo>
                  <a:cubicBezTo>
                    <a:pt x="21522" y="6697"/>
                    <a:pt x="16505" y="7699"/>
                    <a:pt x="12064" y="12725"/>
                  </a:cubicBezTo>
                  <a:cubicBezTo>
                    <a:pt x="4768" y="20987"/>
                    <a:pt x="8536" y="35277"/>
                    <a:pt x="9129" y="41152"/>
                  </a:cubicBezTo>
                  <a:cubicBezTo>
                    <a:pt x="9723" y="47027"/>
                    <a:pt x="10577" y="50615"/>
                    <a:pt x="7629" y="55843"/>
                  </a:cubicBezTo>
                  <a:cubicBezTo>
                    <a:pt x="4675" y="61064"/>
                    <a:pt x="0" y="67026"/>
                    <a:pt x="2934" y="78302"/>
                  </a:cubicBezTo>
                  <a:cubicBezTo>
                    <a:pt x="2934" y="78302"/>
                    <a:pt x="2388" y="69927"/>
                    <a:pt x="7429" y="65085"/>
                  </a:cubicBezTo>
                  <a:lnTo>
                    <a:pt x="7429" y="65085"/>
                  </a:lnTo>
                  <a:cubicBezTo>
                    <a:pt x="7429" y="65086"/>
                    <a:pt x="3762" y="71601"/>
                    <a:pt x="7429" y="81423"/>
                  </a:cubicBezTo>
                  <a:cubicBezTo>
                    <a:pt x="11097" y="91239"/>
                    <a:pt x="16892" y="95000"/>
                    <a:pt x="30682" y="95093"/>
                  </a:cubicBezTo>
                  <a:cubicBezTo>
                    <a:pt x="30746" y="95094"/>
                    <a:pt x="30810" y="95094"/>
                    <a:pt x="30874" y="95094"/>
                  </a:cubicBezTo>
                  <a:cubicBezTo>
                    <a:pt x="41889" y="95094"/>
                    <a:pt x="55401" y="88826"/>
                    <a:pt x="58723" y="75201"/>
                  </a:cubicBezTo>
                  <a:cubicBezTo>
                    <a:pt x="59556" y="71787"/>
                    <a:pt x="59750" y="67899"/>
                    <a:pt x="59103" y="63545"/>
                  </a:cubicBezTo>
                  <a:lnTo>
                    <a:pt x="59103" y="63545"/>
                  </a:lnTo>
                  <a:cubicBezTo>
                    <a:pt x="59103" y="63545"/>
                    <a:pt x="62184" y="64732"/>
                    <a:pt x="63471" y="68953"/>
                  </a:cubicBezTo>
                  <a:cubicBezTo>
                    <a:pt x="63471" y="68953"/>
                    <a:pt x="64991" y="63552"/>
                    <a:pt x="61710" y="56850"/>
                  </a:cubicBezTo>
                  <a:cubicBezTo>
                    <a:pt x="58423" y="50148"/>
                    <a:pt x="57936" y="43086"/>
                    <a:pt x="57356" y="31903"/>
                  </a:cubicBezTo>
                  <a:cubicBezTo>
                    <a:pt x="56869" y="22547"/>
                    <a:pt x="55602" y="9551"/>
                    <a:pt x="41351" y="7183"/>
                  </a:cubicBezTo>
                  <a:cubicBezTo>
                    <a:pt x="39881" y="6938"/>
                    <a:pt x="38271" y="6809"/>
                    <a:pt x="36509" y="6809"/>
                  </a:cubicBezTo>
                  <a:cubicBezTo>
                    <a:pt x="34915" y="6809"/>
                    <a:pt x="33195" y="6915"/>
                    <a:pt x="31342" y="7137"/>
                  </a:cubicBezTo>
                  <a:cubicBezTo>
                    <a:pt x="31342" y="7137"/>
                    <a:pt x="30969" y="5850"/>
                    <a:pt x="32176" y="4476"/>
                  </a:cubicBezTo>
                  <a:cubicBezTo>
                    <a:pt x="33383" y="3102"/>
                    <a:pt x="33443" y="2182"/>
                    <a:pt x="32176" y="2182"/>
                  </a:cubicBezTo>
                  <a:cubicBezTo>
                    <a:pt x="30909" y="2182"/>
                    <a:pt x="29442" y="3742"/>
                    <a:pt x="29982" y="7130"/>
                  </a:cubicBezTo>
                  <a:cubicBezTo>
                    <a:pt x="29928" y="6877"/>
                    <a:pt x="28961" y="3009"/>
                    <a:pt x="27094" y="1175"/>
                  </a:cubicBezTo>
                  <a:cubicBezTo>
                    <a:pt x="26267" y="363"/>
                    <a:pt x="25428" y="0"/>
                    <a:pt x="24797" y="0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1910;p36"/>
            <p:cNvSpPr/>
            <p:nvPr/>
          </p:nvSpPr>
          <p:spPr>
            <a:xfrm>
              <a:off x="1128978" y="1274373"/>
              <a:ext cx="1825658" cy="2676226"/>
            </a:xfrm>
            <a:custGeom>
              <a:avLst/>
              <a:gdLst/>
              <a:ahLst/>
              <a:cxnLst/>
              <a:rect l="l" t="t" r="r" b="b"/>
              <a:pathLst>
                <a:path w="65272" h="95682" extrusionOk="0">
                  <a:moveTo>
                    <a:pt x="24802" y="583"/>
                  </a:moveTo>
                  <a:cubicBezTo>
                    <a:pt x="25345" y="583"/>
                    <a:pt x="26113" y="914"/>
                    <a:pt x="26881" y="1677"/>
                  </a:cubicBezTo>
                  <a:cubicBezTo>
                    <a:pt x="28675" y="3437"/>
                    <a:pt x="29688" y="7445"/>
                    <a:pt x="29708" y="7485"/>
                  </a:cubicBezTo>
                  <a:cubicBezTo>
                    <a:pt x="29737" y="7618"/>
                    <a:pt x="29852" y="7711"/>
                    <a:pt x="29982" y="7711"/>
                  </a:cubicBezTo>
                  <a:cubicBezTo>
                    <a:pt x="30002" y="7711"/>
                    <a:pt x="30022" y="7709"/>
                    <a:pt x="30042" y="7705"/>
                  </a:cubicBezTo>
                  <a:cubicBezTo>
                    <a:pt x="30195" y="7678"/>
                    <a:pt x="30302" y="7525"/>
                    <a:pt x="30275" y="7372"/>
                  </a:cubicBezTo>
                  <a:cubicBezTo>
                    <a:pt x="29902" y="5044"/>
                    <a:pt x="30589" y="3831"/>
                    <a:pt x="30942" y="3411"/>
                  </a:cubicBezTo>
                  <a:cubicBezTo>
                    <a:pt x="31289" y="2997"/>
                    <a:pt x="31842" y="2770"/>
                    <a:pt x="32176" y="2770"/>
                  </a:cubicBezTo>
                  <a:cubicBezTo>
                    <a:pt x="32509" y="2770"/>
                    <a:pt x="32702" y="2770"/>
                    <a:pt x="32789" y="2970"/>
                  </a:cubicBezTo>
                  <a:cubicBezTo>
                    <a:pt x="32883" y="3171"/>
                    <a:pt x="32716" y="3711"/>
                    <a:pt x="31956" y="4578"/>
                  </a:cubicBezTo>
                  <a:cubicBezTo>
                    <a:pt x="30655" y="6051"/>
                    <a:pt x="31049" y="7452"/>
                    <a:pt x="31069" y="7512"/>
                  </a:cubicBezTo>
                  <a:cubicBezTo>
                    <a:pt x="31105" y="7633"/>
                    <a:pt x="31213" y="7721"/>
                    <a:pt x="31338" y="7721"/>
                  </a:cubicBezTo>
                  <a:cubicBezTo>
                    <a:pt x="31350" y="7721"/>
                    <a:pt x="31363" y="7720"/>
                    <a:pt x="31375" y="7718"/>
                  </a:cubicBezTo>
                  <a:cubicBezTo>
                    <a:pt x="33166" y="7502"/>
                    <a:pt x="34872" y="7394"/>
                    <a:pt x="36484" y="7394"/>
                  </a:cubicBezTo>
                  <a:cubicBezTo>
                    <a:pt x="38203" y="7394"/>
                    <a:pt x="39814" y="7517"/>
                    <a:pt x="41305" y="7765"/>
                  </a:cubicBezTo>
                  <a:cubicBezTo>
                    <a:pt x="47540" y="8799"/>
                    <a:pt x="51774" y="11933"/>
                    <a:pt x="54248" y="17341"/>
                  </a:cubicBezTo>
                  <a:cubicBezTo>
                    <a:pt x="56375" y="21975"/>
                    <a:pt x="56816" y="27444"/>
                    <a:pt x="57062" y="32212"/>
                  </a:cubicBezTo>
                  <a:cubicBezTo>
                    <a:pt x="57662" y="43728"/>
                    <a:pt x="58156" y="50576"/>
                    <a:pt x="61450" y="57265"/>
                  </a:cubicBezTo>
                  <a:cubicBezTo>
                    <a:pt x="63817" y="62093"/>
                    <a:pt x="63631" y="66281"/>
                    <a:pt x="63377" y="68134"/>
                  </a:cubicBezTo>
                  <a:cubicBezTo>
                    <a:pt x="61930" y="64653"/>
                    <a:pt x="59323" y="63613"/>
                    <a:pt x="59210" y="63560"/>
                  </a:cubicBezTo>
                  <a:cubicBezTo>
                    <a:pt x="59178" y="63549"/>
                    <a:pt x="59144" y="63544"/>
                    <a:pt x="59111" y="63544"/>
                  </a:cubicBezTo>
                  <a:cubicBezTo>
                    <a:pt x="59041" y="63544"/>
                    <a:pt x="58971" y="63568"/>
                    <a:pt x="58916" y="63613"/>
                  </a:cubicBezTo>
                  <a:cubicBezTo>
                    <a:pt x="58836" y="63680"/>
                    <a:pt x="58803" y="63780"/>
                    <a:pt x="58816" y="63880"/>
                  </a:cubicBezTo>
                  <a:cubicBezTo>
                    <a:pt x="59423" y="68014"/>
                    <a:pt x="59296" y="71895"/>
                    <a:pt x="58443" y="75423"/>
                  </a:cubicBezTo>
                  <a:cubicBezTo>
                    <a:pt x="56922" y="81631"/>
                    <a:pt x="53121" y="86793"/>
                    <a:pt x="47440" y="90360"/>
                  </a:cubicBezTo>
                  <a:cubicBezTo>
                    <a:pt x="42625" y="93381"/>
                    <a:pt x="36604" y="95095"/>
                    <a:pt x="30875" y="95095"/>
                  </a:cubicBezTo>
                  <a:lnTo>
                    <a:pt x="30682" y="95095"/>
                  </a:lnTo>
                  <a:cubicBezTo>
                    <a:pt x="23767" y="95042"/>
                    <a:pt x="18845" y="94008"/>
                    <a:pt x="15411" y="91954"/>
                  </a:cubicBezTo>
                  <a:cubicBezTo>
                    <a:pt x="11977" y="89894"/>
                    <a:pt x="9603" y="86699"/>
                    <a:pt x="7702" y="81618"/>
                  </a:cubicBezTo>
                  <a:cubicBezTo>
                    <a:pt x="4128" y="72055"/>
                    <a:pt x="7642" y="65587"/>
                    <a:pt x="7682" y="65520"/>
                  </a:cubicBezTo>
                  <a:cubicBezTo>
                    <a:pt x="7749" y="65394"/>
                    <a:pt x="7722" y="65240"/>
                    <a:pt x="7609" y="65147"/>
                  </a:cubicBezTo>
                  <a:cubicBezTo>
                    <a:pt x="7556" y="65107"/>
                    <a:pt x="7496" y="65087"/>
                    <a:pt x="7429" y="65087"/>
                  </a:cubicBezTo>
                  <a:cubicBezTo>
                    <a:pt x="7349" y="65087"/>
                    <a:pt x="7282" y="65120"/>
                    <a:pt x="7229" y="65174"/>
                  </a:cubicBezTo>
                  <a:cubicBezTo>
                    <a:pt x="3808" y="68448"/>
                    <a:pt x="2908" y="73229"/>
                    <a:pt x="2681" y="76123"/>
                  </a:cubicBezTo>
                  <a:cubicBezTo>
                    <a:pt x="1174" y="67641"/>
                    <a:pt x="4195" y="62540"/>
                    <a:pt x="6882" y="57992"/>
                  </a:cubicBezTo>
                  <a:cubicBezTo>
                    <a:pt x="7236" y="57398"/>
                    <a:pt x="7569" y="56838"/>
                    <a:pt x="7882" y="56278"/>
                  </a:cubicBezTo>
                  <a:cubicBezTo>
                    <a:pt x="10537" y="51577"/>
                    <a:pt x="10163" y="48142"/>
                    <a:pt x="9636" y="43388"/>
                  </a:cubicBezTo>
                  <a:cubicBezTo>
                    <a:pt x="9563" y="42754"/>
                    <a:pt x="9483" y="42107"/>
                    <a:pt x="9416" y="41414"/>
                  </a:cubicBezTo>
                  <a:cubicBezTo>
                    <a:pt x="9330" y="40480"/>
                    <a:pt x="9149" y="39347"/>
                    <a:pt x="8949" y="38040"/>
                  </a:cubicBezTo>
                  <a:cubicBezTo>
                    <a:pt x="7936" y="31311"/>
                    <a:pt x="6229" y="20068"/>
                    <a:pt x="12277" y="13213"/>
                  </a:cubicBezTo>
                  <a:cubicBezTo>
                    <a:pt x="16636" y="8277"/>
                    <a:pt x="21655" y="7313"/>
                    <a:pt x="24910" y="7313"/>
                  </a:cubicBezTo>
                  <a:cubicBezTo>
                    <a:pt x="26884" y="7313"/>
                    <a:pt x="28210" y="7667"/>
                    <a:pt x="28348" y="7705"/>
                  </a:cubicBezTo>
                  <a:cubicBezTo>
                    <a:pt x="28375" y="7714"/>
                    <a:pt x="28403" y="7718"/>
                    <a:pt x="28431" y="7718"/>
                  </a:cubicBezTo>
                  <a:cubicBezTo>
                    <a:pt x="28510" y="7718"/>
                    <a:pt x="28587" y="7683"/>
                    <a:pt x="28641" y="7618"/>
                  </a:cubicBezTo>
                  <a:cubicBezTo>
                    <a:pt x="28708" y="7538"/>
                    <a:pt x="28735" y="7432"/>
                    <a:pt x="28701" y="7332"/>
                  </a:cubicBezTo>
                  <a:cubicBezTo>
                    <a:pt x="28175" y="5871"/>
                    <a:pt x="26988" y="4818"/>
                    <a:pt x="25954" y="3897"/>
                  </a:cubicBezTo>
                  <a:cubicBezTo>
                    <a:pt x="25134" y="3164"/>
                    <a:pt x="24347" y="2470"/>
                    <a:pt x="24120" y="1743"/>
                  </a:cubicBezTo>
                  <a:cubicBezTo>
                    <a:pt x="24033" y="1463"/>
                    <a:pt x="23847" y="1003"/>
                    <a:pt x="24320" y="703"/>
                  </a:cubicBezTo>
                  <a:cubicBezTo>
                    <a:pt x="24446" y="625"/>
                    <a:pt x="24610" y="583"/>
                    <a:pt x="24802" y="583"/>
                  </a:cubicBezTo>
                  <a:close/>
                  <a:moveTo>
                    <a:pt x="24797" y="1"/>
                  </a:moveTo>
                  <a:cubicBezTo>
                    <a:pt x="24490" y="1"/>
                    <a:pt x="24223" y="73"/>
                    <a:pt x="24013" y="203"/>
                  </a:cubicBezTo>
                  <a:cubicBezTo>
                    <a:pt x="23500" y="516"/>
                    <a:pt x="23333" y="1163"/>
                    <a:pt x="23567" y="1917"/>
                  </a:cubicBezTo>
                  <a:cubicBezTo>
                    <a:pt x="23847" y="2804"/>
                    <a:pt x="24707" y="3564"/>
                    <a:pt x="25567" y="4331"/>
                  </a:cubicBezTo>
                  <a:cubicBezTo>
                    <a:pt x="26427" y="5098"/>
                    <a:pt x="27381" y="5945"/>
                    <a:pt x="27935" y="7012"/>
                  </a:cubicBezTo>
                  <a:cubicBezTo>
                    <a:pt x="27336" y="6895"/>
                    <a:pt x="26306" y="6747"/>
                    <a:pt x="24999" y="6747"/>
                  </a:cubicBezTo>
                  <a:cubicBezTo>
                    <a:pt x="21605" y="6747"/>
                    <a:pt x="16333" y="7740"/>
                    <a:pt x="11837" y="12833"/>
                  </a:cubicBezTo>
                  <a:cubicBezTo>
                    <a:pt x="5609" y="19882"/>
                    <a:pt x="7342" y="31305"/>
                    <a:pt x="8376" y="38120"/>
                  </a:cubicBezTo>
                  <a:cubicBezTo>
                    <a:pt x="8576" y="39427"/>
                    <a:pt x="8756" y="40554"/>
                    <a:pt x="8843" y="41474"/>
                  </a:cubicBezTo>
                  <a:cubicBezTo>
                    <a:pt x="8909" y="42161"/>
                    <a:pt x="8983" y="42821"/>
                    <a:pt x="9056" y="43448"/>
                  </a:cubicBezTo>
                  <a:cubicBezTo>
                    <a:pt x="9590" y="48262"/>
                    <a:pt x="9943" y="51450"/>
                    <a:pt x="7376" y="55985"/>
                  </a:cubicBezTo>
                  <a:cubicBezTo>
                    <a:pt x="7062" y="56545"/>
                    <a:pt x="6735" y="57098"/>
                    <a:pt x="6389" y="57692"/>
                  </a:cubicBezTo>
                  <a:cubicBezTo>
                    <a:pt x="3541" y="62506"/>
                    <a:pt x="0" y="68488"/>
                    <a:pt x="2648" y="78677"/>
                  </a:cubicBezTo>
                  <a:cubicBezTo>
                    <a:pt x="2683" y="78832"/>
                    <a:pt x="2805" y="78902"/>
                    <a:pt x="2928" y="78902"/>
                  </a:cubicBezTo>
                  <a:cubicBezTo>
                    <a:pt x="3086" y="78902"/>
                    <a:pt x="3247" y="78786"/>
                    <a:pt x="3228" y="78584"/>
                  </a:cubicBezTo>
                  <a:cubicBezTo>
                    <a:pt x="3221" y="78510"/>
                    <a:pt x="2814" y="71595"/>
                    <a:pt x="6509" y="66827"/>
                  </a:cubicBezTo>
                  <a:lnTo>
                    <a:pt x="6509" y="66827"/>
                  </a:lnTo>
                  <a:cubicBezTo>
                    <a:pt x="5655" y="69381"/>
                    <a:pt x="4535" y="74796"/>
                    <a:pt x="7162" y="81825"/>
                  </a:cubicBezTo>
                  <a:cubicBezTo>
                    <a:pt x="10943" y="91961"/>
                    <a:pt x="17105" y="95588"/>
                    <a:pt x="30682" y="95682"/>
                  </a:cubicBezTo>
                  <a:lnTo>
                    <a:pt x="30875" y="95682"/>
                  </a:lnTo>
                  <a:cubicBezTo>
                    <a:pt x="36710" y="95682"/>
                    <a:pt x="42852" y="93928"/>
                    <a:pt x="47746" y="90854"/>
                  </a:cubicBezTo>
                  <a:cubicBezTo>
                    <a:pt x="53568" y="87199"/>
                    <a:pt x="57456" y="81918"/>
                    <a:pt x="59010" y="75563"/>
                  </a:cubicBezTo>
                  <a:cubicBezTo>
                    <a:pt x="59850" y="72122"/>
                    <a:pt x="60003" y="68348"/>
                    <a:pt x="59470" y="64347"/>
                  </a:cubicBezTo>
                  <a:lnTo>
                    <a:pt x="59470" y="64347"/>
                  </a:lnTo>
                  <a:cubicBezTo>
                    <a:pt x="60350" y="64860"/>
                    <a:pt x="62257" y="66287"/>
                    <a:pt x="63184" y="69328"/>
                  </a:cubicBezTo>
                  <a:cubicBezTo>
                    <a:pt x="63224" y="69455"/>
                    <a:pt x="63337" y="69535"/>
                    <a:pt x="63471" y="69541"/>
                  </a:cubicBezTo>
                  <a:cubicBezTo>
                    <a:pt x="63597" y="69535"/>
                    <a:pt x="63704" y="69455"/>
                    <a:pt x="63744" y="69328"/>
                  </a:cubicBezTo>
                  <a:cubicBezTo>
                    <a:pt x="63811" y="69108"/>
                    <a:pt x="65271" y="63727"/>
                    <a:pt x="61970" y="57011"/>
                  </a:cubicBezTo>
                  <a:cubicBezTo>
                    <a:pt x="58736" y="50423"/>
                    <a:pt x="58243" y="43621"/>
                    <a:pt x="57642" y="32178"/>
                  </a:cubicBezTo>
                  <a:cubicBezTo>
                    <a:pt x="57236" y="24316"/>
                    <a:pt x="56476" y="9699"/>
                    <a:pt x="41405" y="7185"/>
                  </a:cubicBezTo>
                  <a:cubicBezTo>
                    <a:pt x="39880" y="6937"/>
                    <a:pt x="38232" y="6811"/>
                    <a:pt x="36473" y="6811"/>
                  </a:cubicBezTo>
                  <a:cubicBezTo>
                    <a:pt x="34926" y="6811"/>
                    <a:pt x="33293" y="6908"/>
                    <a:pt x="31582" y="7105"/>
                  </a:cubicBezTo>
                  <a:cubicBezTo>
                    <a:pt x="31549" y="6711"/>
                    <a:pt x="31542" y="5931"/>
                    <a:pt x="32396" y="4964"/>
                  </a:cubicBezTo>
                  <a:cubicBezTo>
                    <a:pt x="33243" y="3997"/>
                    <a:pt x="33563" y="3244"/>
                    <a:pt x="33329" y="2730"/>
                  </a:cubicBezTo>
                  <a:cubicBezTo>
                    <a:pt x="33209" y="2484"/>
                    <a:pt x="32916" y="2184"/>
                    <a:pt x="32176" y="2184"/>
                  </a:cubicBezTo>
                  <a:cubicBezTo>
                    <a:pt x="31562" y="2184"/>
                    <a:pt x="30969" y="2484"/>
                    <a:pt x="30502" y="3037"/>
                  </a:cubicBezTo>
                  <a:cubicBezTo>
                    <a:pt x="30182" y="3404"/>
                    <a:pt x="29748" y="4111"/>
                    <a:pt x="29615" y="5304"/>
                  </a:cubicBezTo>
                  <a:cubicBezTo>
                    <a:pt x="29115" y="3971"/>
                    <a:pt x="28341" y="2284"/>
                    <a:pt x="27294" y="1263"/>
                  </a:cubicBezTo>
                  <a:cubicBezTo>
                    <a:pt x="26377" y="364"/>
                    <a:pt x="25485" y="1"/>
                    <a:pt x="2479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1911;p36"/>
            <p:cNvSpPr/>
            <p:nvPr/>
          </p:nvSpPr>
          <p:spPr>
            <a:xfrm>
              <a:off x="1128978" y="1282624"/>
              <a:ext cx="1642482" cy="2659779"/>
            </a:xfrm>
            <a:custGeom>
              <a:avLst/>
              <a:gdLst/>
              <a:ahLst/>
              <a:cxnLst/>
              <a:rect l="l" t="t" r="r" b="b"/>
              <a:pathLst>
                <a:path w="58723" h="95094" extrusionOk="0">
                  <a:moveTo>
                    <a:pt x="24797" y="0"/>
                  </a:moveTo>
                  <a:cubicBezTo>
                    <a:pt x="24005" y="0"/>
                    <a:pt x="23542" y="573"/>
                    <a:pt x="23847" y="1542"/>
                  </a:cubicBezTo>
                  <a:cubicBezTo>
                    <a:pt x="24400" y="3282"/>
                    <a:pt x="27508" y="4569"/>
                    <a:pt x="28428" y="7137"/>
                  </a:cubicBezTo>
                  <a:cubicBezTo>
                    <a:pt x="28342" y="7111"/>
                    <a:pt x="26935" y="6697"/>
                    <a:pt x="24817" y="6697"/>
                  </a:cubicBezTo>
                  <a:cubicBezTo>
                    <a:pt x="21522" y="6697"/>
                    <a:pt x="16505" y="7699"/>
                    <a:pt x="12064" y="12725"/>
                  </a:cubicBezTo>
                  <a:cubicBezTo>
                    <a:pt x="4768" y="20987"/>
                    <a:pt x="8536" y="35277"/>
                    <a:pt x="9129" y="41152"/>
                  </a:cubicBezTo>
                  <a:cubicBezTo>
                    <a:pt x="9723" y="47027"/>
                    <a:pt x="10577" y="50615"/>
                    <a:pt x="7629" y="55843"/>
                  </a:cubicBezTo>
                  <a:cubicBezTo>
                    <a:pt x="4675" y="61064"/>
                    <a:pt x="0" y="67026"/>
                    <a:pt x="2934" y="78302"/>
                  </a:cubicBezTo>
                  <a:cubicBezTo>
                    <a:pt x="2934" y="78302"/>
                    <a:pt x="2388" y="69927"/>
                    <a:pt x="7429" y="65085"/>
                  </a:cubicBezTo>
                  <a:lnTo>
                    <a:pt x="7429" y="65085"/>
                  </a:lnTo>
                  <a:cubicBezTo>
                    <a:pt x="7429" y="65086"/>
                    <a:pt x="3762" y="71601"/>
                    <a:pt x="7429" y="81423"/>
                  </a:cubicBezTo>
                  <a:cubicBezTo>
                    <a:pt x="11097" y="91239"/>
                    <a:pt x="16892" y="95000"/>
                    <a:pt x="30682" y="95093"/>
                  </a:cubicBezTo>
                  <a:cubicBezTo>
                    <a:pt x="30746" y="95094"/>
                    <a:pt x="30810" y="95094"/>
                    <a:pt x="30874" y="95094"/>
                  </a:cubicBezTo>
                  <a:cubicBezTo>
                    <a:pt x="41889" y="95094"/>
                    <a:pt x="55401" y="88826"/>
                    <a:pt x="58723" y="75201"/>
                  </a:cubicBezTo>
                  <a:cubicBezTo>
                    <a:pt x="54188" y="69900"/>
                    <a:pt x="50114" y="69947"/>
                    <a:pt x="47820" y="69246"/>
                  </a:cubicBezTo>
                  <a:cubicBezTo>
                    <a:pt x="45306" y="68460"/>
                    <a:pt x="47807" y="62698"/>
                    <a:pt x="40711" y="60164"/>
                  </a:cubicBezTo>
                  <a:cubicBezTo>
                    <a:pt x="36734" y="58744"/>
                    <a:pt x="29168" y="58291"/>
                    <a:pt x="22643" y="58291"/>
                  </a:cubicBezTo>
                  <a:cubicBezTo>
                    <a:pt x="17528" y="58291"/>
                    <a:pt x="13053" y="58569"/>
                    <a:pt x="11450" y="58877"/>
                  </a:cubicBezTo>
                  <a:cubicBezTo>
                    <a:pt x="11034" y="58957"/>
                    <a:pt x="10706" y="58996"/>
                    <a:pt x="10453" y="58996"/>
                  </a:cubicBezTo>
                  <a:cubicBezTo>
                    <a:pt x="8500" y="58996"/>
                    <a:pt x="11071" y="56689"/>
                    <a:pt x="12064" y="53536"/>
                  </a:cubicBezTo>
                  <a:cubicBezTo>
                    <a:pt x="13177" y="49981"/>
                    <a:pt x="10230" y="36651"/>
                    <a:pt x="9770" y="33017"/>
                  </a:cubicBezTo>
                  <a:cubicBezTo>
                    <a:pt x="9310" y="29383"/>
                    <a:pt x="8443" y="22614"/>
                    <a:pt x="13811" y="14445"/>
                  </a:cubicBezTo>
                  <a:cubicBezTo>
                    <a:pt x="17143" y="9375"/>
                    <a:pt x="20868" y="8520"/>
                    <a:pt x="24139" y="8520"/>
                  </a:cubicBezTo>
                  <a:cubicBezTo>
                    <a:pt x="25802" y="8520"/>
                    <a:pt x="27348" y="8741"/>
                    <a:pt x="28665" y="8741"/>
                  </a:cubicBezTo>
                  <a:cubicBezTo>
                    <a:pt x="28931" y="8741"/>
                    <a:pt x="29188" y="8732"/>
                    <a:pt x="29435" y="8710"/>
                  </a:cubicBezTo>
                  <a:cubicBezTo>
                    <a:pt x="33303" y="8370"/>
                    <a:pt x="41351" y="7183"/>
                    <a:pt x="41351" y="7183"/>
                  </a:cubicBezTo>
                  <a:cubicBezTo>
                    <a:pt x="39881" y="6938"/>
                    <a:pt x="38271" y="6809"/>
                    <a:pt x="36509" y="6809"/>
                  </a:cubicBezTo>
                  <a:cubicBezTo>
                    <a:pt x="34915" y="6809"/>
                    <a:pt x="33195" y="6915"/>
                    <a:pt x="31342" y="7137"/>
                  </a:cubicBezTo>
                  <a:cubicBezTo>
                    <a:pt x="31342" y="7137"/>
                    <a:pt x="30969" y="5850"/>
                    <a:pt x="32176" y="4476"/>
                  </a:cubicBezTo>
                  <a:cubicBezTo>
                    <a:pt x="33383" y="3102"/>
                    <a:pt x="33443" y="2182"/>
                    <a:pt x="32176" y="2182"/>
                  </a:cubicBezTo>
                  <a:cubicBezTo>
                    <a:pt x="30909" y="2182"/>
                    <a:pt x="29442" y="3742"/>
                    <a:pt x="29982" y="7130"/>
                  </a:cubicBezTo>
                  <a:cubicBezTo>
                    <a:pt x="29928" y="6877"/>
                    <a:pt x="28961" y="3009"/>
                    <a:pt x="27094" y="1175"/>
                  </a:cubicBezTo>
                  <a:cubicBezTo>
                    <a:pt x="26267" y="363"/>
                    <a:pt x="25428" y="0"/>
                    <a:pt x="24797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1912;p36"/>
            <p:cNvSpPr/>
            <p:nvPr/>
          </p:nvSpPr>
          <p:spPr>
            <a:xfrm>
              <a:off x="1366779" y="1871476"/>
              <a:ext cx="16642" cy="275141"/>
            </a:xfrm>
            <a:custGeom>
              <a:avLst/>
              <a:gdLst/>
              <a:ahLst/>
              <a:cxnLst/>
              <a:rect l="l" t="t" r="r" b="b"/>
              <a:pathLst>
                <a:path w="595" h="9837" extrusionOk="0">
                  <a:moveTo>
                    <a:pt x="361" y="1"/>
                  </a:moveTo>
                  <a:lnTo>
                    <a:pt x="361" y="1"/>
                  </a:lnTo>
                  <a:cubicBezTo>
                    <a:pt x="107" y="1634"/>
                    <a:pt x="1" y="3282"/>
                    <a:pt x="54" y="4929"/>
                  </a:cubicBezTo>
                  <a:cubicBezTo>
                    <a:pt x="81" y="6576"/>
                    <a:pt x="261" y="8223"/>
                    <a:pt x="594" y="9837"/>
                  </a:cubicBezTo>
                  <a:cubicBezTo>
                    <a:pt x="474" y="8196"/>
                    <a:pt x="387" y="6556"/>
                    <a:pt x="341" y="4922"/>
                  </a:cubicBezTo>
                  <a:cubicBezTo>
                    <a:pt x="301" y="3288"/>
                    <a:pt x="327" y="1648"/>
                    <a:pt x="3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1913;p36"/>
            <p:cNvSpPr/>
            <p:nvPr/>
          </p:nvSpPr>
          <p:spPr>
            <a:xfrm>
              <a:off x="1390666" y="1769833"/>
              <a:ext cx="20530" cy="65674"/>
            </a:xfrm>
            <a:custGeom>
              <a:avLst/>
              <a:gdLst/>
              <a:ahLst/>
              <a:cxnLst/>
              <a:rect l="l" t="t" r="r" b="b"/>
              <a:pathLst>
                <a:path w="734" h="2348" extrusionOk="0">
                  <a:moveTo>
                    <a:pt x="734" y="0"/>
                  </a:moveTo>
                  <a:lnTo>
                    <a:pt x="734" y="0"/>
                  </a:lnTo>
                  <a:cubicBezTo>
                    <a:pt x="467" y="327"/>
                    <a:pt x="274" y="701"/>
                    <a:pt x="154" y="1101"/>
                  </a:cubicBezTo>
                  <a:cubicBezTo>
                    <a:pt x="34" y="1507"/>
                    <a:pt x="0" y="1928"/>
                    <a:pt x="47" y="2348"/>
                  </a:cubicBezTo>
                  <a:cubicBezTo>
                    <a:pt x="200" y="1968"/>
                    <a:pt x="334" y="1581"/>
                    <a:pt x="440" y="1187"/>
                  </a:cubicBezTo>
                  <a:cubicBezTo>
                    <a:pt x="560" y="801"/>
                    <a:pt x="654" y="400"/>
                    <a:pt x="7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1914;p36"/>
            <p:cNvSpPr/>
            <p:nvPr/>
          </p:nvSpPr>
          <p:spPr>
            <a:xfrm>
              <a:off x="1433544" y="1525319"/>
              <a:ext cx="255198" cy="231116"/>
            </a:xfrm>
            <a:custGeom>
              <a:avLst/>
              <a:gdLst/>
              <a:ahLst/>
              <a:cxnLst/>
              <a:rect l="l" t="t" r="r" b="b"/>
              <a:pathLst>
                <a:path w="9124" h="8263" extrusionOk="0">
                  <a:moveTo>
                    <a:pt x="9123" y="0"/>
                  </a:moveTo>
                  <a:lnTo>
                    <a:pt x="9123" y="0"/>
                  </a:lnTo>
                  <a:cubicBezTo>
                    <a:pt x="7170" y="767"/>
                    <a:pt x="5242" y="1761"/>
                    <a:pt x="3615" y="3121"/>
                  </a:cubicBezTo>
                  <a:cubicBezTo>
                    <a:pt x="1988" y="4475"/>
                    <a:pt x="614" y="6228"/>
                    <a:pt x="1" y="8262"/>
                  </a:cubicBezTo>
                  <a:cubicBezTo>
                    <a:pt x="834" y="6322"/>
                    <a:pt x="2195" y="4681"/>
                    <a:pt x="3809" y="3341"/>
                  </a:cubicBezTo>
                  <a:cubicBezTo>
                    <a:pt x="5416" y="2001"/>
                    <a:pt x="7256" y="974"/>
                    <a:pt x="91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" name="Google Shape;1915;p36"/>
            <p:cNvSpPr/>
            <p:nvPr/>
          </p:nvSpPr>
          <p:spPr>
            <a:xfrm>
              <a:off x="1747843" y="1495391"/>
              <a:ext cx="191762" cy="30879"/>
            </a:xfrm>
            <a:custGeom>
              <a:avLst/>
              <a:gdLst/>
              <a:ahLst/>
              <a:cxnLst/>
              <a:rect l="l" t="t" r="r" b="b"/>
              <a:pathLst>
                <a:path w="6856" h="1104" extrusionOk="0">
                  <a:moveTo>
                    <a:pt x="4657" y="0"/>
                  </a:moveTo>
                  <a:cubicBezTo>
                    <a:pt x="4216" y="0"/>
                    <a:pt x="3775" y="19"/>
                    <a:pt x="3335" y="56"/>
                  </a:cubicBezTo>
                  <a:cubicBezTo>
                    <a:pt x="2741" y="83"/>
                    <a:pt x="2154" y="163"/>
                    <a:pt x="1581" y="303"/>
                  </a:cubicBezTo>
                  <a:cubicBezTo>
                    <a:pt x="1007" y="457"/>
                    <a:pt x="440" y="703"/>
                    <a:pt x="0" y="1103"/>
                  </a:cubicBezTo>
                  <a:cubicBezTo>
                    <a:pt x="1021" y="497"/>
                    <a:pt x="2201" y="437"/>
                    <a:pt x="3355" y="343"/>
                  </a:cubicBezTo>
                  <a:cubicBezTo>
                    <a:pt x="4515" y="256"/>
                    <a:pt x="5682" y="210"/>
                    <a:pt x="6855" y="156"/>
                  </a:cubicBezTo>
                  <a:cubicBezTo>
                    <a:pt x="6126" y="52"/>
                    <a:pt x="5392" y="0"/>
                    <a:pt x="465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0" name="Google Shape;1916;p36"/>
            <p:cNvSpPr/>
            <p:nvPr/>
          </p:nvSpPr>
          <p:spPr>
            <a:xfrm>
              <a:off x="1820005" y="1306566"/>
              <a:ext cx="69785" cy="71240"/>
            </a:xfrm>
            <a:custGeom>
              <a:avLst/>
              <a:gdLst/>
              <a:ahLst/>
              <a:cxnLst/>
              <a:rect l="l" t="t" r="r" b="b"/>
              <a:pathLst>
                <a:path w="2495" h="2547" extrusionOk="0">
                  <a:moveTo>
                    <a:pt x="306" y="0"/>
                  </a:moveTo>
                  <a:cubicBezTo>
                    <a:pt x="232" y="0"/>
                    <a:pt x="163" y="68"/>
                    <a:pt x="134" y="126"/>
                  </a:cubicBezTo>
                  <a:cubicBezTo>
                    <a:pt x="81" y="206"/>
                    <a:pt x="48" y="286"/>
                    <a:pt x="34" y="379"/>
                  </a:cubicBezTo>
                  <a:cubicBezTo>
                    <a:pt x="1" y="552"/>
                    <a:pt x="21" y="739"/>
                    <a:pt x="88" y="906"/>
                  </a:cubicBezTo>
                  <a:cubicBezTo>
                    <a:pt x="208" y="1226"/>
                    <a:pt x="421" y="1513"/>
                    <a:pt x="695" y="1726"/>
                  </a:cubicBezTo>
                  <a:cubicBezTo>
                    <a:pt x="1221" y="2146"/>
                    <a:pt x="1841" y="2453"/>
                    <a:pt x="2495" y="2546"/>
                  </a:cubicBezTo>
                  <a:cubicBezTo>
                    <a:pt x="1921" y="2253"/>
                    <a:pt x="1388" y="1899"/>
                    <a:pt x="888" y="1506"/>
                  </a:cubicBezTo>
                  <a:cubicBezTo>
                    <a:pt x="641" y="1319"/>
                    <a:pt x="441" y="1079"/>
                    <a:pt x="294" y="813"/>
                  </a:cubicBezTo>
                  <a:cubicBezTo>
                    <a:pt x="214" y="679"/>
                    <a:pt x="174" y="532"/>
                    <a:pt x="174" y="386"/>
                  </a:cubicBezTo>
                  <a:cubicBezTo>
                    <a:pt x="174" y="312"/>
                    <a:pt x="181" y="232"/>
                    <a:pt x="201" y="159"/>
                  </a:cubicBezTo>
                  <a:cubicBezTo>
                    <a:pt x="221" y="92"/>
                    <a:pt x="254" y="12"/>
                    <a:pt x="341" y="6"/>
                  </a:cubicBezTo>
                  <a:cubicBezTo>
                    <a:pt x="329" y="2"/>
                    <a:pt x="318" y="0"/>
                    <a:pt x="30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4" name="Google Shape;1917;p36"/>
            <p:cNvSpPr/>
            <p:nvPr/>
          </p:nvSpPr>
          <p:spPr>
            <a:xfrm>
              <a:off x="1983042" y="1367345"/>
              <a:ext cx="40109" cy="84497"/>
            </a:xfrm>
            <a:custGeom>
              <a:avLst/>
              <a:gdLst/>
              <a:ahLst/>
              <a:cxnLst/>
              <a:rect l="l" t="t" r="r" b="b"/>
              <a:pathLst>
                <a:path w="1434" h="3021" extrusionOk="0">
                  <a:moveTo>
                    <a:pt x="1233" y="0"/>
                  </a:moveTo>
                  <a:cubicBezTo>
                    <a:pt x="1141" y="0"/>
                    <a:pt x="1051" y="29"/>
                    <a:pt x="974" y="87"/>
                  </a:cubicBezTo>
                  <a:cubicBezTo>
                    <a:pt x="840" y="180"/>
                    <a:pt x="727" y="293"/>
                    <a:pt x="640" y="420"/>
                  </a:cubicBezTo>
                  <a:cubicBezTo>
                    <a:pt x="467" y="673"/>
                    <a:pt x="334" y="940"/>
                    <a:pt x="234" y="1227"/>
                  </a:cubicBezTo>
                  <a:cubicBezTo>
                    <a:pt x="20" y="1807"/>
                    <a:pt x="0" y="2434"/>
                    <a:pt x="167" y="3021"/>
                  </a:cubicBezTo>
                  <a:cubicBezTo>
                    <a:pt x="207" y="2441"/>
                    <a:pt x="327" y="1874"/>
                    <a:pt x="507" y="1320"/>
                  </a:cubicBezTo>
                  <a:cubicBezTo>
                    <a:pt x="594" y="1053"/>
                    <a:pt x="707" y="787"/>
                    <a:pt x="840" y="540"/>
                  </a:cubicBezTo>
                  <a:cubicBezTo>
                    <a:pt x="900" y="413"/>
                    <a:pt x="974" y="300"/>
                    <a:pt x="1067" y="200"/>
                  </a:cubicBezTo>
                  <a:cubicBezTo>
                    <a:pt x="1145" y="98"/>
                    <a:pt x="1266" y="45"/>
                    <a:pt x="1392" y="45"/>
                  </a:cubicBezTo>
                  <a:cubicBezTo>
                    <a:pt x="1406" y="45"/>
                    <a:pt x="1420" y="45"/>
                    <a:pt x="1434" y="47"/>
                  </a:cubicBezTo>
                  <a:cubicBezTo>
                    <a:pt x="1369" y="16"/>
                    <a:pt x="1301" y="0"/>
                    <a:pt x="123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5" name="Google Shape;1918;p36"/>
            <p:cNvSpPr/>
            <p:nvPr/>
          </p:nvSpPr>
          <p:spPr>
            <a:xfrm>
              <a:off x="1302448" y="2802933"/>
              <a:ext cx="99797" cy="208572"/>
            </a:xfrm>
            <a:custGeom>
              <a:avLst/>
              <a:gdLst/>
              <a:ahLst/>
              <a:cxnLst/>
              <a:rect l="l" t="t" r="r" b="b"/>
              <a:pathLst>
                <a:path w="3568" h="7457" extrusionOk="0">
                  <a:moveTo>
                    <a:pt x="3568" y="1"/>
                  </a:moveTo>
                  <a:lnTo>
                    <a:pt x="3568" y="1"/>
                  </a:lnTo>
                  <a:cubicBezTo>
                    <a:pt x="3054" y="1301"/>
                    <a:pt x="2207" y="2395"/>
                    <a:pt x="1440" y="3562"/>
                  </a:cubicBezTo>
                  <a:cubicBezTo>
                    <a:pt x="1054" y="4142"/>
                    <a:pt x="714" y="4762"/>
                    <a:pt x="433" y="5402"/>
                  </a:cubicBezTo>
                  <a:cubicBezTo>
                    <a:pt x="153" y="6049"/>
                    <a:pt x="7" y="6749"/>
                    <a:pt x="0" y="7456"/>
                  </a:cubicBezTo>
                  <a:cubicBezTo>
                    <a:pt x="220" y="6062"/>
                    <a:pt x="934" y="4869"/>
                    <a:pt x="1680" y="3715"/>
                  </a:cubicBezTo>
                  <a:cubicBezTo>
                    <a:pt x="2067" y="3135"/>
                    <a:pt x="2447" y="2562"/>
                    <a:pt x="2794" y="1941"/>
                  </a:cubicBezTo>
                  <a:cubicBezTo>
                    <a:pt x="3148" y="1335"/>
                    <a:pt x="3408" y="681"/>
                    <a:pt x="356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6" name="Google Shape;1919;p36"/>
            <p:cNvSpPr/>
            <p:nvPr/>
          </p:nvSpPr>
          <p:spPr>
            <a:xfrm>
              <a:off x="1418832" y="2634330"/>
              <a:ext cx="17369" cy="144018"/>
            </a:xfrm>
            <a:custGeom>
              <a:avLst/>
              <a:gdLst/>
              <a:ahLst/>
              <a:cxnLst/>
              <a:rect l="l" t="t" r="r" b="b"/>
              <a:pathLst>
                <a:path w="621" h="5149" extrusionOk="0">
                  <a:moveTo>
                    <a:pt x="407" y="1"/>
                  </a:moveTo>
                  <a:cubicBezTo>
                    <a:pt x="347" y="867"/>
                    <a:pt x="307" y="1728"/>
                    <a:pt x="247" y="2581"/>
                  </a:cubicBezTo>
                  <a:cubicBezTo>
                    <a:pt x="194" y="3428"/>
                    <a:pt x="80" y="4282"/>
                    <a:pt x="0" y="5149"/>
                  </a:cubicBezTo>
                  <a:cubicBezTo>
                    <a:pt x="294" y="4322"/>
                    <a:pt x="480" y="3468"/>
                    <a:pt x="540" y="2595"/>
                  </a:cubicBezTo>
                  <a:cubicBezTo>
                    <a:pt x="620" y="1728"/>
                    <a:pt x="574" y="854"/>
                    <a:pt x="40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7" name="Google Shape;1920;p36"/>
            <p:cNvSpPr/>
            <p:nvPr/>
          </p:nvSpPr>
          <p:spPr>
            <a:xfrm>
              <a:off x="2207418" y="2891150"/>
              <a:ext cx="23523" cy="76694"/>
            </a:xfrm>
            <a:custGeom>
              <a:avLst/>
              <a:gdLst/>
              <a:ahLst/>
              <a:cxnLst/>
              <a:rect l="l" t="t" r="r" b="b"/>
              <a:pathLst>
                <a:path w="841" h="2742" extrusionOk="0">
                  <a:moveTo>
                    <a:pt x="280" y="1"/>
                  </a:moveTo>
                  <a:cubicBezTo>
                    <a:pt x="87" y="474"/>
                    <a:pt x="0" y="988"/>
                    <a:pt x="20" y="1508"/>
                  </a:cubicBezTo>
                  <a:cubicBezTo>
                    <a:pt x="27" y="1775"/>
                    <a:pt x="87" y="2042"/>
                    <a:pt x="207" y="2282"/>
                  </a:cubicBezTo>
                  <a:cubicBezTo>
                    <a:pt x="320" y="2522"/>
                    <a:pt x="574" y="2742"/>
                    <a:pt x="841" y="2742"/>
                  </a:cubicBezTo>
                  <a:cubicBezTo>
                    <a:pt x="627" y="2622"/>
                    <a:pt x="474" y="2422"/>
                    <a:pt x="414" y="2188"/>
                  </a:cubicBezTo>
                  <a:cubicBezTo>
                    <a:pt x="347" y="1962"/>
                    <a:pt x="307" y="1728"/>
                    <a:pt x="307" y="1488"/>
                  </a:cubicBezTo>
                  <a:cubicBezTo>
                    <a:pt x="287" y="1008"/>
                    <a:pt x="307" y="508"/>
                    <a:pt x="2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" name="Google Shape;1921;p36"/>
            <p:cNvSpPr/>
            <p:nvPr/>
          </p:nvSpPr>
          <p:spPr>
            <a:xfrm>
              <a:off x="2250883" y="2779998"/>
              <a:ext cx="301433" cy="111572"/>
            </a:xfrm>
            <a:custGeom>
              <a:avLst/>
              <a:gdLst/>
              <a:ahLst/>
              <a:cxnLst/>
              <a:rect l="l" t="t" r="r" b="b"/>
              <a:pathLst>
                <a:path w="10777" h="3989" extrusionOk="0">
                  <a:moveTo>
                    <a:pt x="10776" y="1"/>
                  </a:moveTo>
                  <a:cubicBezTo>
                    <a:pt x="9189" y="1114"/>
                    <a:pt x="7462" y="2014"/>
                    <a:pt x="5642" y="2688"/>
                  </a:cubicBezTo>
                  <a:cubicBezTo>
                    <a:pt x="3828" y="3361"/>
                    <a:pt x="1927" y="3795"/>
                    <a:pt x="0" y="3988"/>
                  </a:cubicBezTo>
                  <a:cubicBezTo>
                    <a:pt x="36" y="3989"/>
                    <a:pt x="71" y="3989"/>
                    <a:pt x="107" y="3989"/>
                  </a:cubicBezTo>
                  <a:cubicBezTo>
                    <a:pt x="2031" y="3989"/>
                    <a:pt x="3941" y="3636"/>
                    <a:pt x="5742" y="2961"/>
                  </a:cubicBezTo>
                  <a:cubicBezTo>
                    <a:pt x="7582" y="2281"/>
                    <a:pt x="9309" y="1294"/>
                    <a:pt x="1077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9" name="Google Shape;1922;p36"/>
            <p:cNvSpPr/>
            <p:nvPr/>
          </p:nvSpPr>
          <p:spPr>
            <a:xfrm>
              <a:off x="2569629" y="2704283"/>
              <a:ext cx="44780" cy="54486"/>
            </a:xfrm>
            <a:custGeom>
              <a:avLst/>
              <a:gdLst/>
              <a:ahLst/>
              <a:cxnLst/>
              <a:rect l="l" t="t" r="r" b="b"/>
              <a:pathLst>
                <a:path w="1601" h="1948" extrusionOk="0">
                  <a:moveTo>
                    <a:pt x="1601" y="0"/>
                  </a:moveTo>
                  <a:cubicBezTo>
                    <a:pt x="921" y="514"/>
                    <a:pt x="367" y="1181"/>
                    <a:pt x="1" y="1947"/>
                  </a:cubicBezTo>
                  <a:cubicBezTo>
                    <a:pt x="341" y="1694"/>
                    <a:pt x="647" y="1394"/>
                    <a:pt x="907" y="1061"/>
                  </a:cubicBezTo>
                  <a:cubicBezTo>
                    <a:pt x="1187" y="740"/>
                    <a:pt x="1414" y="387"/>
                    <a:pt x="16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0" name="Google Shape;1923;p36"/>
            <p:cNvSpPr/>
            <p:nvPr/>
          </p:nvSpPr>
          <p:spPr>
            <a:xfrm>
              <a:off x="2299915" y="3009044"/>
              <a:ext cx="125557" cy="160240"/>
            </a:xfrm>
            <a:custGeom>
              <a:avLst/>
              <a:gdLst/>
              <a:ahLst/>
              <a:cxnLst/>
              <a:rect l="l" t="t" r="r" b="b"/>
              <a:pathLst>
                <a:path w="4489" h="5729" extrusionOk="0">
                  <a:moveTo>
                    <a:pt x="1" y="0"/>
                  </a:moveTo>
                  <a:cubicBezTo>
                    <a:pt x="968" y="821"/>
                    <a:pt x="1941" y="1621"/>
                    <a:pt x="2875" y="2461"/>
                  </a:cubicBezTo>
                  <a:cubicBezTo>
                    <a:pt x="3108" y="2661"/>
                    <a:pt x="3315" y="2881"/>
                    <a:pt x="3509" y="3128"/>
                  </a:cubicBezTo>
                  <a:cubicBezTo>
                    <a:pt x="3695" y="3368"/>
                    <a:pt x="3849" y="3635"/>
                    <a:pt x="3969" y="3921"/>
                  </a:cubicBezTo>
                  <a:cubicBezTo>
                    <a:pt x="4209" y="4488"/>
                    <a:pt x="4342" y="5108"/>
                    <a:pt x="4489" y="5729"/>
                  </a:cubicBezTo>
                  <a:cubicBezTo>
                    <a:pt x="4455" y="5095"/>
                    <a:pt x="4389" y="4455"/>
                    <a:pt x="4182" y="3835"/>
                  </a:cubicBezTo>
                  <a:cubicBezTo>
                    <a:pt x="4075" y="3521"/>
                    <a:pt x="3922" y="3228"/>
                    <a:pt x="3735" y="2961"/>
                  </a:cubicBezTo>
                  <a:cubicBezTo>
                    <a:pt x="3535" y="2701"/>
                    <a:pt x="3315" y="2461"/>
                    <a:pt x="3075" y="2241"/>
                  </a:cubicBezTo>
                  <a:cubicBezTo>
                    <a:pt x="2128" y="1394"/>
                    <a:pt x="1095" y="641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1" name="Google Shape;1924;p36"/>
            <p:cNvSpPr/>
            <p:nvPr/>
          </p:nvSpPr>
          <p:spPr>
            <a:xfrm>
              <a:off x="2378650" y="3041685"/>
              <a:ext cx="71631" cy="141221"/>
            </a:xfrm>
            <a:custGeom>
              <a:avLst/>
              <a:gdLst/>
              <a:ahLst/>
              <a:cxnLst/>
              <a:rect l="l" t="t" r="r" b="b"/>
              <a:pathLst>
                <a:path w="2561" h="5049" extrusionOk="0">
                  <a:moveTo>
                    <a:pt x="0" y="0"/>
                  </a:moveTo>
                  <a:lnTo>
                    <a:pt x="0" y="0"/>
                  </a:lnTo>
                  <a:cubicBezTo>
                    <a:pt x="807" y="561"/>
                    <a:pt x="1354" y="1374"/>
                    <a:pt x="1727" y="2261"/>
                  </a:cubicBezTo>
                  <a:cubicBezTo>
                    <a:pt x="2101" y="3141"/>
                    <a:pt x="2287" y="4102"/>
                    <a:pt x="2561" y="5048"/>
                  </a:cubicBezTo>
                  <a:cubicBezTo>
                    <a:pt x="2521" y="4068"/>
                    <a:pt x="2374" y="3075"/>
                    <a:pt x="1994" y="2141"/>
                  </a:cubicBezTo>
                  <a:cubicBezTo>
                    <a:pt x="1800" y="1674"/>
                    <a:pt x="1540" y="1247"/>
                    <a:pt x="1207" y="867"/>
                  </a:cubicBezTo>
                  <a:cubicBezTo>
                    <a:pt x="880" y="487"/>
                    <a:pt x="467" y="187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2" name="Google Shape;1925;p36"/>
            <p:cNvSpPr/>
            <p:nvPr/>
          </p:nvSpPr>
          <p:spPr>
            <a:xfrm>
              <a:off x="1404455" y="2011354"/>
              <a:ext cx="21677" cy="142535"/>
            </a:xfrm>
            <a:custGeom>
              <a:avLst/>
              <a:gdLst/>
              <a:ahLst/>
              <a:cxnLst/>
              <a:rect l="l" t="t" r="r" b="b"/>
              <a:pathLst>
                <a:path w="775" h="5096" extrusionOk="0">
                  <a:moveTo>
                    <a:pt x="374" y="1"/>
                  </a:moveTo>
                  <a:cubicBezTo>
                    <a:pt x="1" y="1701"/>
                    <a:pt x="141" y="3475"/>
                    <a:pt x="774" y="5096"/>
                  </a:cubicBezTo>
                  <a:cubicBezTo>
                    <a:pt x="661" y="4249"/>
                    <a:pt x="547" y="3415"/>
                    <a:pt x="481" y="2562"/>
                  </a:cubicBezTo>
                  <a:cubicBezTo>
                    <a:pt x="414" y="1715"/>
                    <a:pt x="394" y="868"/>
                    <a:pt x="37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" name="Google Shape;1926;p36"/>
            <p:cNvSpPr/>
            <p:nvPr/>
          </p:nvSpPr>
          <p:spPr>
            <a:xfrm>
              <a:off x="1435614" y="2067881"/>
              <a:ext cx="24446" cy="97755"/>
            </a:xfrm>
            <a:custGeom>
              <a:avLst/>
              <a:gdLst/>
              <a:ahLst/>
              <a:cxnLst/>
              <a:rect l="l" t="t" r="r" b="b"/>
              <a:pathLst>
                <a:path w="874" h="3495" extrusionOk="0">
                  <a:moveTo>
                    <a:pt x="114" y="1"/>
                  </a:moveTo>
                  <a:lnTo>
                    <a:pt x="114" y="1"/>
                  </a:lnTo>
                  <a:cubicBezTo>
                    <a:pt x="0" y="601"/>
                    <a:pt x="14" y="1221"/>
                    <a:pt x="147" y="1814"/>
                  </a:cubicBezTo>
                  <a:cubicBezTo>
                    <a:pt x="267" y="2421"/>
                    <a:pt x="514" y="2988"/>
                    <a:pt x="874" y="3495"/>
                  </a:cubicBezTo>
                  <a:cubicBezTo>
                    <a:pt x="714" y="2901"/>
                    <a:pt x="567" y="2334"/>
                    <a:pt x="434" y="1761"/>
                  </a:cubicBezTo>
                  <a:cubicBezTo>
                    <a:pt x="300" y="1181"/>
                    <a:pt x="214" y="601"/>
                    <a:pt x="11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4" name="Google Shape;1927;p36"/>
            <p:cNvSpPr/>
            <p:nvPr/>
          </p:nvSpPr>
          <p:spPr>
            <a:xfrm>
              <a:off x="1349802" y="2873445"/>
              <a:ext cx="66429" cy="103741"/>
            </a:xfrm>
            <a:custGeom>
              <a:avLst/>
              <a:gdLst/>
              <a:ahLst/>
              <a:cxnLst/>
              <a:rect l="l" t="t" r="r" b="b"/>
              <a:pathLst>
                <a:path w="2375" h="3709" extrusionOk="0">
                  <a:moveTo>
                    <a:pt x="2375" y="0"/>
                  </a:moveTo>
                  <a:lnTo>
                    <a:pt x="2375" y="0"/>
                  </a:lnTo>
                  <a:cubicBezTo>
                    <a:pt x="1655" y="301"/>
                    <a:pt x="1048" y="821"/>
                    <a:pt x="641" y="1488"/>
                  </a:cubicBezTo>
                  <a:cubicBezTo>
                    <a:pt x="234" y="2148"/>
                    <a:pt x="1" y="2941"/>
                    <a:pt x="67" y="3708"/>
                  </a:cubicBezTo>
                  <a:cubicBezTo>
                    <a:pt x="214" y="2975"/>
                    <a:pt x="494" y="2281"/>
                    <a:pt x="881" y="1648"/>
                  </a:cubicBezTo>
                  <a:cubicBezTo>
                    <a:pt x="1281" y="1014"/>
                    <a:pt x="1788" y="461"/>
                    <a:pt x="237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5" name="Google Shape;1928;p36"/>
            <p:cNvSpPr/>
            <p:nvPr/>
          </p:nvSpPr>
          <p:spPr>
            <a:xfrm>
              <a:off x="1404259" y="2898451"/>
              <a:ext cx="28026" cy="44976"/>
            </a:xfrm>
            <a:custGeom>
              <a:avLst/>
              <a:gdLst/>
              <a:ahLst/>
              <a:cxnLst/>
              <a:rect l="l" t="t" r="r" b="b"/>
              <a:pathLst>
                <a:path w="1002" h="1608" extrusionOk="0">
                  <a:moveTo>
                    <a:pt x="1001" y="0"/>
                  </a:moveTo>
                  <a:lnTo>
                    <a:pt x="1001" y="0"/>
                  </a:lnTo>
                  <a:cubicBezTo>
                    <a:pt x="361" y="247"/>
                    <a:pt x="1" y="934"/>
                    <a:pt x="161" y="1607"/>
                  </a:cubicBezTo>
                  <a:cubicBezTo>
                    <a:pt x="274" y="1320"/>
                    <a:pt x="394" y="1047"/>
                    <a:pt x="534" y="780"/>
                  </a:cubicBezTo>
                  <a:cubicBezTo>
                    <a:pt x="668" y="520"/>
                    <a:pt x="828" y="287"/>
                    <a:pt x="10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6" name="Google Shape;1929;p36"/>
            <p:cNvSpPr/>
            <p:nvPr/>
          </p:nvSpPr>
          <p:spPr>
            <a:xfrm>
              <a:off x="2716779" y="2683585"/>
              <a:ext cx="48920" cy="300118"/>
            </a:xfrm>
            <a:custGeom>
              <a:avLst/>
              <a:gdLst/>
              <a:ahLst/>
              <a:cxnLst/>
              <a:rect l="l" t="t" r="r" b="b"/>
              <a:pathLst>
                <a:path w="1749" h="10730" extrusionOk="0">
                  <a:moveTo>
                    <a:pt x="581" y="0"/>
                  </a:moveTo>
                  <a:lnTo>
                    <a:pt x="581" y="0"/>
                  </a:lnTo>
                  <a:cubicBezTo>
                    <a:pt x="188" y="1827"/>
                    <a:pt x="1" y="3688"/>
                    <a:pt x="21" y="5548"/>
                  </a:cubicBezTo>
                  <a:cubicBezTo>
                    <a:pt x="21" y="6475"/>
                    <a:pt x="108" y="7429"/>
                    <a:pt x="341" y="8336"/>
                  </a:cubicBezTo>
                  <a:cubicBezTo>
                    <a:pt x="574" y="9242"/>
                    <a:pt x="1035" y="10129"/>
                    <a:pt x="1748" y="10730"/>
                  </a:cubicBezTo>
                  <a:cubicBezTo>
                    <a:pt x="1115" y="10043"/>
                    <a:pt x="754" y="9176"/>
                    <a:pt x="554" y="8289"/>
                  </a:cubicBezTo>
                  <a:cubicBezTo>
                    <a:pt x="354" y="7395"/>
                    <a:pt x="314" y="6468"/>
                    <a:pt x="308" y="5555"/>
                  </a:cubicBezTo>
                  <a:cubicBezTo>
                    <a:pt x="301" y="3701"/>
                    <a:pt x="414" y="1854"/>
                    <a:pt x="58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7" name="Google Shape;1930;p36"/>
            <p:cNvSpPr/>
            <p:nvPr/>
          </p:nvSpPr>
          <p:spPr>
            <a:xfrm>
              <a:off x="1761828" y="1725249"/>
              <a:ext cx="63072" cy="86959"/>
            </a:xfrm>
            <a:custGeom>
              <a:avLst/>
              <a:gdLst/>
              <a:ahLst/>
              <a:cxnLst/>
              <a:rect l="l" t="t" r="r" b="b"/>
              <a:pathLst>
                <a:path w="2255" h="3109" extrusionOk="0">
                  <a:moveTo>
                    <a:pt x="2254" y="1"/>
                  </a:moveTo>
                  <a:lnTo>
                    <a:pt x="2254" y="1"/>
                  </a:lnTo>
                  <a:cubicBezTo>
                    <a:pt x="1694" y="347"/>
                    <a:pt x="1207" y="794"/>
                    <a:pt x="821" y="1328"/>
                  </a:cubicBezTo>
                  <a:cubicBezTo>
                    <a:pt x="427" y="1861"/>
                    <a:pt x="147" y="2461"/>
                    <a:pt x="0" y="3108"/>
                  </a:cubicBezTo>
                  <a:cubicBezTo>
                    <a:pt x="347" y="2555"/>
                    <a:pt x="681" y="2021"/>
                    <a:pt x="1054" y="1501"/>
                  </a:cubicBezTo>
                  <a:cubicBezTo>
                    <a:pt x="1434" y="988"/>
                    <a:pt x="1841" y="514"/>
                    <a:pt x="225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8" name="Google Shape;1931;p36"/>
            <p:cNvSpPr/>
            <p:nvPr/>
          </p:nvSpPr>
          <p:spPr>
            <a:xfrm>
              <a:off x="1989000" y="1686650"/>
              <a:ext cx="9929" cy="83770"/>
            </a:xfrm>
            <a:custGeom>
              <a:avLst/>
              <a:gdLst/>
              <a:ahLst/>
              <a:cxnLst/>
              <a:rect l="l" t="t" r="r" b="b"/>
              <a:pathLst>
                <a:path w="355" h="2995" extrusionOk="0">
                  <a:moveTo>
                    <a:pt x="354" y="0"/>
                  </a:moveTo>
                  <a:cubicBezTo>
                    <a:pt x="141" y="467"/>
                    <a:pt x="27" y="974"/>
                    <a:pt x="21" y="1487"/>
                  </a:cubicBezTo>
                  <a:cubicBezTo>
                    <a:pt x="1" y="2001"/>
                    <a:pt x="87" y="2514"/>
                    <a:pt x="281" y="2994"/>
                  </a:cubicBezTo>
                  <a:cubicBezTo>
                    <a:pt x="301" y="2474"/>
                    <a:pt x="301" y="1987"/>
                    <a:pt x="314" y="1494"/>
                  </a:cubicBezTo>
                  <a:cubicBezTo>
                    <a:pt x="321" y="1001"/>
                    <a:pt x="354" y="507"/>
                    <a:pt x="35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9" name="Google Shape;1932;p36"/>
            <p:cNvSpPr/>
            <p:nvPr/>
          </p:nvSpPr>
          <p:spPr>
            <a:xfrm>
              <a:off x="2264477" y="1666120"/>
              <a:ext cx="58038" cy="108775"/>
            </a:xfrm>
            <a:custGeom>
              <a:avLst/>
              <a:gdLst/>
              <a:ahLst/>
              <a:cxnLst/>
              <a:rect l="l" t="t" r="r" b="b"/>
              <a:pathLst>
                <a:path w="2075" h="3889" extrusionOk="0">
                  <a:moveTo>
                    <a:pt x="1" y="1"/>
                  </a:moveTo>
                  <a:lnTo>
                    <a:pt x="1" y="1"/>
                  </a:lnTo>
                  <a:cubicBezTo>
                    <a:pt x="274" y="267"/>
                    <a:pt x="448" y="574"/>
                    <a:pt x="588" y="908"/>
                  </a:cubicBezTo>
                  <a:cubicBezTo>
                    <a:pt x="734" y="1241"/>
                    <a:pt x="874" y="1594"/>
                    <a:pt x="1021" y="1928"/>
                  </a:cubicBezTo>
                  <a:cubicBezTo>
                    <a:pt x="1321" y="2601"/>
                    <a:pt x="1675" y="3262"/>
                    <a:pt x="2075" y="3888"/>
                  </a:cubicBezTo>
                  <a:cubicBezTo>
                    <a:pt x="1861" y="3175"/>
                    <a:pt x="1601" y="2481"/>
                    <a:pt x="1288" y="1808"/>
                  </a:cubicBezTo>
                  <a:cubicBezTo>
                    <a:pt x="1135" y="1468"/>
                    <a:pt x="981" y="1134"/>
                    <a:pt x="788" y="808"/>
                  </a:cubicBezTo>
                  <a:cubicBezTo>
                    <a:pt x="601" y="488"/>
                    <a:pt x="341" y="167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" name="Google Shape;1933;p36"/>
            <p:cNvSpPr/>
            <p:nvPr/>
          </p:nvSpPr>
          <p:spPr>
            <a:xfrm>
              <a:off x="2532709" y="1709949"/>
              <a:ext cx="112663" cy="121278"/>
            </a:xfrm>
            <a:custGeom>
              <a:avLst/>
              <a:gdLst/>
              <a:ahLst/>
              <a:cxnLst/>
              <a:rect l="l" t="t" r="r" b="b"/>
              <a:pathLst>
                <a:path w="4028" h="4336" extrusionOk="0">
                  <a:moveTo>
                    <a:pt x="0" y="1"/>
                  </a:moveTo>
                  <a:lnTo>
                    <a:pt x="0" y="1"/>
                  </a:lnTo>
                  <a:cubicBezTo>
                    <a:pt x="894" y="474"/>
                    <a:pt x="1694" y="1088"/>
                    <a:pt x="2387" y="1821"/>
                  </a:cubicBezTo>
                  <a:cubicBezTo>
                    <a:pt x="3061" y="2561"/>
                    <a:pt x="3614" y="3415"/>
                    <a:pt x="4028" y="4335"/>
                  </a:cubicBezTo>
                  <a:cubicBezTo>
                    <a:pt x="3828" y="3328"/>
                    <a:pt x="3301" y="2388"/>
                    <a:pt x="2594" y="1628"/>
                  </a:cubicBezTo>
                  <a:cubicBezTo>
                    <a:pt x="1887" y="868"/>
                    <a:pt x="987" y="274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" name="Google Shape;1934;p36"/>
            <p:cNvSpPr/>
            <p:nvPr/>
          </p:nvSpPr>
          <p:spPr>
            <a:xfrm>
              <a:off x="1438578" y="1575665"/>
              <a:ext cx="268624" cy="362603"/>
            </a:xfrm>
            <a:custGeom>
              <a:avLst/>
              <a:gdLst/>
              <a:ahLst/>
              <a:cxnLst/>
              <a:rect l="l" t="t" r="r" b="b"/>
              <a:pathLst>
                <a:path w="9604" h="12964" extrusionOk="0">
                  <a:moveTo>
                    <a:pt x="9604" y="1"/>
                  </a:moveTo>
                  <a:cubicBezTo>
                    <a:pt x="8310" y="501"/>
                    <a:pt x="7123" y="1268"/>
                    <a:pt x="6069" y="2181"/>
                  </a:cubicBezTo>
                  <a:cubicBezTo>
                    <a:pt x="5022" y="3115"/>
                    <a:pt x="4109" y="4175"/>
                    <a:pt x="3335" y="5342"/>
                  </a:cubicBezTo>
                  <a:cubicBezTo>
                    <a:pt x="1795" y="7676"/>
                    <a:pt x="775" y="10303"/>
                    <a:pt x="1" y="12964"/>
                  </a:cubicBezTo>
                  <a:cubicBezTo>
                    <a:pt x="995" y="10377"/>
                    <a:pt x="2062" y="7796"/>
                    <a:pt x="3575" y="5509"/>
                  </a:cubicBezTo>
                  <a:cubicBezTo>
                    <a:pt x="5096" y="3228"/>
                    <a:pt x="7103" y="1214"/>
                    <a:pt x="960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" name="Google Shape;1935;p36"/>
            <p:cNvSpPr/>
            <p:nvPr/>
          </p:nvSpPr>
          <p:spPr>
            <a:xfrm>
              <a:off x="1840731" y="1642821"/>
              <a:ext cx="67548" cy="61394"/>
            </a:xfrm>
            <a:custGeom>
              <a:avLst/>
              <a:gdLst/>
              <a:ahLst/>
              <a:cxnLst/>
              <a:rect l="l" t="t" r="r" b="b"/>
              <a:pathLst>
                <a:path w="2415" h="2195" extrusionOk="0">
                  <a:moveTo>
                    <a:pt x="2414" y="0"/>
                  </a:moveTo>
                  <a:lnTo>
                    <a:pt x="2414" y="0"/>
                  </a:lnTo>
                  <a:cubicBezTo>
                    <a:pt x="1901" y="214"/>
                    <a:pt x="1427" y="514"/>
                    <a:pt x="1020" y="894"/>
                  </a:cubicBezTo>
                  <a:cubicBezTo>
                    <a:pt x="607" y="1260"/>
                    <a:pt x="260" y="1701"/>
                    <a:pt x="0" y="2194"/>
                  </a:cubicBezTo>
                  <a:cubicBezTo>
                    <a:pt x="434" y="1834"/>
                    <a:pt x="827" y="1474"/>
                    <a:pt x="1221" y="1107"/>
                  </a:cubicBezTo>
                  <a:cubicBezTo>
                    <a:pt x="1614" y="740"/>
                    <a:pt x="2021" y="400"/>
                    <a:pt x="24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" name="Google Shape;1936;p36"/>
            <p:cNvSpPr/>
            <p:nvPr/>
          </p:nvSpPr>
          <p:spPr>
            <a:xfrm>
              <a:off x="2222158" y="1575302"/>
              <a:ext cx="45535" cy="61954"/>
            </a:xfrm>
            <a:custGeom>
              <a:avLst/>
              <a:gdLst/>
              <a:ahLst/>
              <a:cxnLst/>
              <a:rect l="l" t="t" r="r" b="b"/>
              <a:pathLst>
                <a:path w="1628" h="2215" extrusionOk="0">
                  <a:moveTo>
                    <a:pt x="0" y="0"/>
                  </a:moveTo>
                  <a:lnTo>
                    <a:pt x="0" y="0"/>
                  </a:lnTo>
                  <a:cubicBezTo>
                    <a:pt x="387" y="840"/>
                    <a:pt x="940" y="1594"/>
                    <a:pt x="1627" y="2214"/>
                  </a:cubicBezTo>
                  <a:cubicBezTo>
                    <a:pt x="1254" y="1367"/>
                    <a:pt x="700" y="607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" name="Google Shape;1937;p36"/>
            <p:cNvSpPr/>
            <p:nvPr/>
          </p:nvSpPr>
          <p:spPr>
            <a:xfrm>
              <a:off x="2016411" y="1492119"/>
              <a:ext cx="173134" cy="16418"/>
            </a:xfrm>
            <a:custGeom>
              <a:avLst/>
              <a:gdLst/>
              <a:ahLst/>
              <a:cxnLst/>
              <a:rect l="l" t="t" r="r" b="b"/>
              <a:pathLst>
                <a:path w="6190" h="587" extrusionOk="0">
                  <a:moveTo>
                    <a:pt x="4340" y="1"/>
                  </a:moveTo>
                  <a:cubicBezTo>
                    <a:pt x="3917" y="1"/>
                    <a:pt x="3495" y="18"/>
                    <a:pt x="3075" y="53"/>
                  </a:cubicBezTo>
                  <a:cubicBezTo>
                    <a:pt x="2035" y="127"/>
                    <a:pt x="1001" y="307"/>
                    <a:pt x="1" y="587"/>
                  </a:cubicBezTo>
                  <a:cubicBezTo>
                    <a:pt x="1041" y="520"/>
                    <a:pt x="2075" y="427"/>
                    <a:pt x="3102" y="347"/>
                  </a:cubicBezTo>
                  <a:cubicBezTo>
                    <a:pt x="4122" y="260"/>
                    <a:pt x="5149" y="207"/>
                    <a:pt x="6189" y="113"/>
                  </a:cubicBezTo>
                  <a:cubicBezTo>
                    <a:pt x="5575" y="38"/>
                    <a:pt x="4957" y="1"/>
                    <a:pt x="434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" name="Google Shape;1938;p36"/>
            <p:cNvSpPr/>
            <p:nvPr/>
          </p:nvSpPr>
          <p:spPr>
            <a:xfrm>
              <a:off x="1758108" y="1541878"/>
              <a:ext cx="119376" cy="23187"/>
            </a:xfrm>
            <a:custGeom>
              <a:avLst/>
              <a:gdLst/>
              <a:ahLst/>
              <a:cxnLst/>
              <a:rect l="l" t="t" r="r" b="b"/>
              <a:pathLst>
                <a:path w="4268" h="829" extrusionOk="0">
                  <a:moveTo>
                    <a:pt x="2900" y="0"/>
                  </a:moveTo>
                  <a:cubicBezTo>
                    <a:pt x="2621" y="0"/>
                    <a:pt x="2342" y="23"/>
                    <a:pt x="2067" y="68"/>
                  </a:cubicBezTo>
                  <a:cubicBezTo>
                    <a:pt x="1327" y="175"/>
                    <a:pt x="627" y="428"/>
                    <a:pt x="0" y="828"/>
                  </a:cubicBezTo>
                  <a:cubicBezTo>
                    <a:pt x="687" y="628"/>
                    <a:pt x="1394" y="468"/>
                    <a:pt x="2107" y="362"/>
                  </a:cubicBezTo>
                  <a:cubicBezTo>
                    <a:pt x="2821" y="255"/>
                    <a:pt x="3541" y="202"/>
                    <a:pt x="4268" y="182"/>
                  </a:cubicBezTo>
                  <a:cubicBezTo>
                    <a:pt x="3820" y="61"/>
                    <a:pt x="3359" y="0"/>
                    <a:pt x="29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" name="Google Shape;1939;p36"/>
            <p:cNvSpPr/>
            <p:nvPr/>
          </p:nvSpPr>
          <p:spPr>
            <a:xfrm>
              <a:off x="2329031" y="1539109"/>
              <a:ext cx="217495" cy="98874"/>
            </a:xfrm>
            <a:custGeom>
              <a:avLst/>
              <a:gdLst/>
              <a:ahLst/>
              <a:cxnLst/>
              <a:rect l="l" t="t" r="r" b="b"/>
              <a:pathLst>
                <a:path w="7776" h="3535" extrusionOk="0">
                  <a:moveTo>
                    <a:pt x="0" y="1"/>
                  </a:moveTo>
                  <a:lnTo>
                    <a:pt x="0" y="1"/>
                  </a:lnTo>
                  <a:cubicBezTo>
                    <a:pt x="1374" y="461"/>
                    <a:pt x="2748" y="861"/>
                    <a:pt x="4075" y="1394"/>
                  </a:cubicBezTo>
                  <a:cubicBezTo>
                    <a:pt x="5402" y="1928"/>
                    <a:pt x="6669" y="2608"/>
                    <a:pt x="7776" y="3535"/>
                  </a:cubicBezTo>
                  <a:cubicBezTo>
                    <a:pt x="6815" y="2434"/>
                    <a:pt x="5522" y="1668"/>
                    <a:pt x="4181" y="1127"/>
                  </a:cubicBezTo>
                  <a:cubicBezTo>
                    <a:pt x="2834" y="594"/>
                    <a:pt x="1427" y="22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" name="Google Shape;1940;p36"/>
            <p:cNvSpPr/>
            <p:nvPr/>
          </p:nvSpPr>
          <p:spPr>
            <a:xfrm>
              <a:off x="2360917" y="2950475"/>
              <a:ext cx="176463" cy="290608"/>
            </a:xfrm>
            <a:custGeom>
              <a:avLst/>
              <a:gdLst/>
              <a:ahLst/>
              <a:cxnLst/>
              <a:rect l="l" t="t" r="r" b="b"/>
              <a:pathLst>
                <a:path w="6309" h="10390" extrusionOk="0">
                  <a:moveTo>
                    <a:pt x="1" y="1"/>
                  </a:moveTo>
                  <a:cubicBezTo>
                    <a:pt x="521" y="101"/>
                    <a:pt x="934" y="427"/>
                    <a:pt x="1294" y="794"/>
                  </a:cubicBezTo>
                  <a:cubicBezTo>
                    <a:pt x="1654" y="1161"/>
                    <a:pt x="1941" y="1594"/>
                    <a:pt x="2254" y="2014"/>
                  </a:cubicBezTo>
                  <a:cubicBezTo>
                    <a:pt x="4048" y="4568"/>
                    <a:pt x="5415" y="7396"/>
                    <a:pt x="6309" y="10390"/>
                  </a:cubicBezTo>
                  <a:cubicBezTo>
                    <a:pt x="5902" y="8329"/>
                    <a:pt x="5182" y="6349"/>
                    <a:pt x="4162" y="4515"/>
                  </a:cubicBezTo>
                  <a:cubicBezTo>
                    <a:pt x="3648" y="3595"/>
                    <a:pt x="3068" y="2715"/>
                    <a:pt x="2434" y="1881"/>
                  </a:cubicBezTo>
                  <a:cubicBezTo>
                    <a:pt x="2101" y="1468"/>
                    <a:pt x="1774" y="1054"/>
                    <a:pt x="1394" y="694"/>
                  </a:cubicBezTo>
                  <a:cubicBezTo>
                    <a:pt x="1007" y="334"/>
                    <a:pt x="527" y="47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" name="Google Shape;1941;p36"/>
            <p:cNvSpPr/>
            <p:nvPr/>
          </p:nvSpPr>
          <p:spPr>
            <a:xfrm>
              <a:off x="2597040" y="2837084"/>
              <a:ext cx="132662" cy="428081"/>
            </a:xfrm>
            <a:custGeom>
              <a:avLst/>
              <a:gdLst/>
              <a:ahLst/>
              <a:cxnLst/>
              <a:rect l="l" t="t" r="r" b="b"/>
              <a:pathLst>
                <a:path w="4743" h="15305" extrusionOk="0">
                  <a:moveTo>
                    <a:pt x="288" y="0"/>
                  </a:moveTo>
                  <a:cubicBezTo>
                    <a:pt x="87" y="654"/>
                    <a:pt x="34" y="1341"/>
                    <a:pt x="54" y="2034"/>
                  </a:cubicBezTo>
                  <a:cubicBezTo>
                    <a:pt x="67" y="2721"/>
                    <a:pt x="141" y="3408"/>
                    <a:pt x="201" y="4081"/>
                  </a:cubicBezTo>
                  <a:cubicBezTo>
                    <a:pt x="328" y="5442"/>
                    <a:pt x="494" y="6809"/>
                    <a:pt x="808" y="8149"/>
                  </a:cubicBezTo>
                  <a:cubicBezTo>
                    <a:pt x="1108" y="9503"/>
                    <a:pt x="1621" y="10796"/>
                    <a:pt x="2328" y="11983"/>
                  </a:cubicBezTo>
                  <a:cubicBezTo>
                    <a:pt x="3028" y="13170"/>
                    <a:pt x="3875" y="14251"/>
                    <a:pt x="4742" y="15304"/>
                  </a:cubicBezTo>
                  <a:cubicBezTo>
                    <a:pt x="3969" y="14177"/>
                    <a:pt x="3182" y="13057"/>
                    <a:pt x="2521" y="11870"/>
                  </a:cubicBezTo>
                  <a:cubicBezTo>
                    <a:pt x="1868" y="10676"/>
                    <a:pt x="1388" y="9403"/>
                    <a:pt x="1094" y="8082"/>
                  </a:cubicBezTo>
                  <a:cubicBezTo>
                    <a:pt x="774" y="6769"/>
                    <a:pt x="574" y="5408"/>
                    <a:pt x="428" y="4055"/>
                  </a:cubicBezTo>
                  <a:cubicBezTo>
                    <a:pt x="281" y="2708"/>
                    <a:pt x="1" y="1347"/>
                    <a:pt x="2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" name="Google Shape;1942;p36"/>
            <p:cNvSpPr/>
            <p:nvPr/>
          </p:nvSpPr>
          <p:spPr>
            <a:xfrm>
              <a:off x="2593879" y="3130825"/>
              <a:ext cx="95322" cy="154842"/>
            </a:xfrm>
            <a:custGeom>
              <a:avLst/>
              <a:gdLst/>
              <a:ahLst/>
              <a:cxnLst/>
              <a:rect l="l" t="t" r="r" b="b"/>
              <a:pathLst>
                <a:path w="3408" h="5536" extrusionOk="0">
                  <a:moveTo>
                    <a:pt x="60" y="1"/>
                  </a:moveTo>
                  <a:lnTo>
                    <a:pt x="60" y="1"/>
                  </a:lnTo>
                  <a:cubicBezTo>
                    <a:pt x="0" y="1121"/>
                    <a:pt x="341" y="2275"/>
                    <a:pt x="934" y="3248"/>
                  </a:cubicBezTo>
                  <a:cubicBezTo>
                    <a:pt x="1527" y="4222"/>
                    <a:pt x="2381" y="5056"/>
                    <a:pt x="3408" y="5536"/>
                  </a:cubicBezTo>
                  <a:cubicBezTo>
                    <a:pt x="2514" y="4869"/>
                    <a:pt x="1754" y="4042"/>
                    <a:pt x="1174" y="3102"/>
                  </a:cubicBezTo>
                  <a:cubicBezTo>
                    <a:pt x="607" y="2148"/>
                    <a:pt x="227" y="1095"/>
                    <a:pt x="6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" name="Google Shape;1943;p36"/>
            <p:cNvSpPr/>
            <p:nvPr/>
          </p:nvSpPr>
          <p:spPr>
            <a:xfrm>
              <a:off x="2819933" y="2905527"/>
              <a:ext cx="65114" cy="177777"/>
            </a:xfrm>
            <a:custGeom>
              <a:avLst/>
              <a:gdLst/>
              <a:ahLst/>
              <a:cxnLst/>
              <a:rect l="l" t="t" r="r" b="b"/>
              <a:pathLst>
                <a:path w="2328" h="6356" extrusionOk="0">
                  <a:moveTo>
                    <a:pt x="1" y="0"/>
                  </a:moveTo>
                  <a:lnTo>
                    <a:pt x="1" y="0"/>
                  </a:lnTo>
                  <a:cubicBezTo>
                    <a:pt x="427" y="1054"/>
                    <a:pt x="847" y="2101"/>
                    <a:pt x="1234" y="3155"/>
                  </a:cubicBezTo>
                  <a:cubicBezTo>
                    <a:pt x="1628" y="4202"/>
                    <a:pt x="1968" y="5269"/>
                    <a:pt x="2328" y="6355"/>
                  </a:cubicBezTo>
                  <a:cubicBezTo>
                    <a:pt x="2188" y="5222"/>
                    <a:pt x="1914" y="4115"/>
                    <a:pt x="1514" y="3055"/>
                  </a:cubicBezTo>
                  <a:cubicBezTo>
                    <a:pt x="1128" y="1981"/>
                    <a:pt x="621" y="954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" name="Google Shape;1944;p36"/>
            <p:cNvSpPr/>
            <p:nvPr/>
          </p:nvSpPr>
          <p:spPr>
            <a:xfrm>
              <a:off x="2812101" y="2992989"/>
              <a:ext cx="23159" cy="67380"/>
            </a:xfrm>
            <a:custGeom>
              <a:avLst/>
              <a:gdLst/>
              <a:ahLst/>
              <a:cxnLst/>
              <a:rect l="l" t="t" r="r" b="b"/>
              <a:pathLst>
                <a:path w="828" h="2409" extrusionOk="0">
                  <a:moveTo>
                    <a:pt x="67" y="1"/>
                  </a:moveTo>
                  <a:cubicBezTo>
                    <a:pt x="1" y="434"/>
                    <a:pt x="41" y="875"/>
                    <a:pt x="174" y="1295"/>
                  </a:cubicBezTo>
                  <a:cubicBezTo>
                    <a:pt x="294" y="1715"/>
                    <a:pt x="521" y="2095"/>
                    <a:pt x="827" y="2408"/>
                  </a:cubicBezTo>
                  <a:cubicBezTo>
                    <a:pt x="707" y="1981"/>
                    <a:pt x="574" y="1608"/>
                    <a:pt x="447" y="1208"/>
                  </a:cubicBezTo>
                  <a:cubicBezTo>
                    <a:pt x="327" y="808"/>
                    <a:pt x="214" y="414"/>
                    <a:pt x="6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" name="Google Shape;1945;p36"/>
            <p:cNvSpPr/>
            <p:nvPr/>
          </p:nvSpPr>
          <p:spPr>
            <a:xfrm>
              <a:off x="791940" y="3380010"/>
              <a:ext cx="327920" cy="1097739"/>
            </a:xfrm>
            <a:custGeom>
              <a:avLst/>
              <a:gdLst/>
              <a:ahLst/>
              <a:cxnLst/>
              <a:rect l="l" t="t" r="r" b="b"/>
              <a:pathLst>
                <a:path w="11724" h="39247" extrusionOk="0">
                  <a:moveTo>
                    <a:pt x="7269" y="1"/>
                  </a:moveTo>
                  <a:lnTo>
                    <a:pt x="7269" y="1"/>
                  </a:lnTo>
                  <a:cubicBezTo>
                    <a:pt x="4682" y="648"/>
                    <a:pt x="2501" y="4375"/>
                    <a:pt x="1247" y="11351"/>
                  </a:cubicBezTo>
                  <a:cubicBezTo>
                    <a:pt x="0" y="18332"/>
                    <a:pt x="541" y="29189"/>
                    <a:pt x="3668" y="34277"/>
                  </a:cubicBezTo>
                  <a:cubicBezTo>
                    <a:pt x="6327" y="38606"/>
                    <a:pt x="9397" y="39247"/>
                    <a:pt x="10636" y="39247"/>
                  </a:cubicBezTo>
                  <a:cubicBezTo>
                    <a:pt x="10851" y="39247"/>
                    <a:pt x="11011" y="39227"/>
                    <a:pt x="11103" y="39205"/>
                  </a:cubicBezTo>
                  <a:cubicBezTo>
                    <a:pt x="11724" y="39045"/>
                    <a:pt x="6409" y="33630"/>
                    <a:pt x="5309" y="21873"/>
                  </a:cubicBezTo>
                  <a:cubicBezTo>
                    <a:pt x="4208" y="10110"/>
                    <a:pt x="7269" y="1"/>
                    <a:pt x="7269" y="1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3" name="Google Shape;1946;p36"/>
            <p:cNvSpPr/>
            <p:nvPr/>
          </p:nvSpPr>
          <p:spPr>
            <a:xfrm>
              <a:off x="782990" y="3371759"/>
              <a:ext cx="331081" cy="1113598"/>
            </a:xfrm>
            <a:custGeom>
              <a:avLst/>
              <a:gdLst/>
              <a:ahLst/>
              <a:cxnLst/>
              <a:rect l="l" t="t" r="r" b="b"/>
              <a:pathLst>
                <a:path w="11837" h="39814" extrusionOk="0">
                  <a:moveTo>
                    <a:pt x="7162" y="743"/>
                  </a:moveTo>
                  <a:lnTo>
                    <a:pt x="7162" y="743"/>
                  </a:lnTo>
                  <a:cubicBezTo>
                    <a:pt x="6562" y="2997"/>
                    <a:pt x="4395" y="12032"/>
                    <a:pt x="5342" y="22195"/>
                  </a:cubicBezTo>
                  <a:cubicBezTo>
                    <a:pt x="6162" y="30997"/>
                    <a:pt x="9303" y="36232"/>
                    <a:pt x="10643" y="38466"/>
                  </a:cubicBezTo>
                  <a:cubicBezTo>
                    <a:pt x="10823" y="38766"/>
                    <a:pt x="10997" y="39046"/>
                    <a:pt x="11097" y="39233"/>
                  </a:cubicBezTo>
                  <a:cubicBezTo>
                    <a:pt x="11059" y="39234"/>
                    <a:pt x="11018" y="39235"/>
                    <a:pt x="10972" y="39235"/>
                  </a:cubicBezTo>
                  <a:cubicBezTo>
                    <a:pt x="9929" y="39235"/>
                    <a:pt x="6926" y="38790"/>
                    <a:pt x="4235" y="34418"/>
                  </a:cubicBezTo>
                  <a:cubicBezTo>
                    <a:pt x="1828" y="30504"/>
                    <a:pt x="234" y="20708"/>
                    <a:pt x="1854" y="11699"/>
                  </a:cubicBezTo>
                  <a:cubicBezTo>
                    <a:pt x="2941" y="5604"/>
                    <a:pt x="4822" y="1756"/>
                    <a:pt x="7162" y="743"/>
                  </a:cubicBezTo>
                  <a:close/>
                  <a:moveTo>
                    <a:pt x="7591" y="0"/>
                  </a:moveTo>
                  <a:cubicBezTo>
                    <a:pt x="7568" y="0"/>
                    <a:pt x="7545" y="3"/>
                    <a:pt x="7522" y="9"/>
                  </a:cubicBezTo>
                  <a:cubicBezTo>
                    <a:pt x="5529" y="509"/>
                    <a:pt x="2834" y="2930"/>
                    <a:pt x="1274" y="11599"/>
                  </a:cubicBezTo>
                  <a:cubicBezTo>
                    <a:pt x="0" y="18714"/>
                    <a:pt x="574" y="29584"/>
                    <a:pt x="3741" y="34718"/>
                  </a:cubicBezTo>
                  <a:cubicBezTo>
                    <a:pt x="6569" y="39320"/>
                    <a:pt x="9763" y="39813"/>
                    <a:pt x="10977" y="39813"/>
                  </a:cubicBezTo>
                  <a:cubicBezTo>
                    <a:pt x="11150" y="39813"/>
                    <a:pt x="11323" y="39806"/>
                    <a:pt x="11497" y="39780"/>
                  </a:cubicBezTo>
                  <a:cubicBezTo>
                    <a:pt x="11603" y="39746"/>
                    <a:pt x="11690" y="39673"/>
                    <a:pt x="11737" y="39573"/>
                  </a:cubicBezTo>
                  <a:cubicBezTo>
                    <a:pt x="11837" y="39320"/>
                    <a:pt x="11677" y="39053"/>
                    <a:pt x="11143" y="38166"/>
                  </a:cubicBezTo>
                  <a:cubicBezTo>
                    <a:pt x="9823" y="35965"/>
                    <a:pt x="6729" y="30811"/>
                    <a:pt x="5922" y="22142"/>
                  </a:cubicBezTo>
                  <a:cubicBezTo>
                    <a:pt x="4842" y="10572"/>
                    <a:pt x="7836" y="476"/>
                    <a:pt x="7869" y="376"/>
                  </a:cubicBezTo>
                  <a:cubicBezTo>
                    <a:pt x="7896" y="276"/>
                    <a:pt x="7869" y="169"/>
                    <a:pt x="7796" y="96"/>
                  </a:cubicBezTo>
                  <a:cubicBezTo>
                    <a:pt x="7744" y="34"/>
                    <a:pt x="7669" y="0"/>
                    <a:pt x="759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" name="Google Shape;1947;p36"/>
            <p:cNvSpPr/>
            <p:nvPr/>
          </p:nvSpPr>
          <p:spPr>
            <a:xfrm>
              <a:off x="828693" y="2955397"/>
              <a:ext cx="1442357" cy="1707093"/>
            </a:xfrm>
            <a:custGeom>
              <a:avLst/>
              <a:gdLst/>
              <a:ahLst/>
              <a:cxnLst/>
              <a:rect l="l" t="t" r="r" b="b"/>
              <a:pathLst>
                <a:path w="51568" h="61033" extrusionOk="0">
                  <a:moveTo>
                    <a:pt x="28422" y="0"/>
                  </a:moveTo>
                  <a:cubicBezTo>
                    <a:pt x="23277" y="0"/>
                    <a:pt x="18984" y="1276"/>
                    <a:pt x="15444" y="3446"/>
                  </a:cubicBezTo>
                  <a:cubicBezTo>
                    <a:pt x="7969" y="8027"/>
                    <a:pt x="3895" y="16636"/>
                    <a:pt x="2367" y="25771"/>
                  </a:cubicBezTo>
                  <a:cubicBezTo>
                    <a:pt x="0" y="39875"/>
                    <a:pt x="2174" y="58780"/>
                    <a:pt x="21919" y="60774"/>
                  </a:cubicBezTo>
                  <a:cubicBezTo>
                    <a:pt x="23642" y="60947"/>
                    <a:pt x="25293" y="61033"/>
                    <a:pt x="26872" y="61033"/>
                  </a:cubicBezTo>
                  <a:cubicBezTo>
                    <a:pt x="33740" y="61033"/>
                    <a:pt x="39237" y="59413"/>
                    <a:pt x="43265" y="56333"/>
                  </a:cubicBezTo>
                  <a:cubicBezTo>
                    <a:pt x="44972" y="55039"/>
                    <a:pt x="46439" y="53452"/>
                    <a:pt x="47600" y="51652"/>
                  </a:cubicBezTo>
                  <a:cubicBezTo>
                    <a:pt x="50307" y="47457"/>
                    <a:pt x="51567" y="41949"/>
                    <a:pt x="51281" y="35287"/>
                  </a:cubicBezTo>
                  <a:cubicBezTo>
                    <a:pt x="50754" y="22637"/>
                    <a:pt x="49920" y="10981"/>
                    <a:pt x="43038" y="4746"/>
                  </a:cubicBezTo>
                  <a:cubicBezTo>
                    <a:pt x="42031" y="3839"/>
                    <a:pt x="40924" y="3059"/>
                    <a:pt x="39731" y="2425"/>
                  </a:cubicBezTo>
                  <a:cubicBezTo>
                    <a:pt x="37604" y="1312"/>
                    <a:pt x="35076" y="545"/>
                    <a:pt x="32062" y="198"/>
                  </a:cubicBezTo>
                  <a:cubicBezTo>
                    <a:pt x="31662" y="158"/>
                    <a:pt x="31262" y="118"/>
                    <a:pt x="30842" y="91"/>
                  </a:cubicBezTo>
                  <a:cubicBezTo>
                    <a:pt x="30015" y="30"/>
                    <a:pt x="29208" y="0"/>
                    <a:pt x="28422" y="0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" name="Google Shape;1948;p36"/>
            <p:cNvSpPr/>
            <p:nvPr/>
          </p:nvSpPr>
          <p:spPr>
            <a:xfrm>
              <a:off x="823826" y="2947286"/>
              <a:ext cx="1455251" cy="1723455"/>
            </a:xfrm>
            <a:custGeom>
              <a:avLst/>
              <a:gdLst/>
              <a:ahLst/>
              <a:cxnLst/>
              <a:rect l="l" t="t" r="r" b="b"/>
              <a:pathLst>
                <a:path w="52029" h="61618" extrusionOk="0">
                  <a:moveTo>
                    <a:pt x="28615" y="581"/>
                  </a:moveTo>
                  <a:cubicBezTo>
                    <a:pt x="29389" y="581"/>
                    <a:pt x="30189" y="608"/>
                    <a:pt x="30996" y="675"/>
                  </a:cubicBezTo>
                  <a:cubicBezTo>
                    <a:pt x="31403" y="701"/>
                    <a:pt x="31809" y="741"/>
                    <a:pt x="32189" y="781"/>
                  </a:cubicBezTo>
                  <a:lnTo>
                    <a:pt x="32209" y="781"/>
                  </a:lnTo>
                  <a:cubicBezTo>
                    <a:pt x="35084" y="1108"/>
                    <a:pt x="37624" y="1848"/>
                    <a:pt x="39758" y="2975"/>
                  </a:cubicBezTo>
                  <a:cubicBezTo>
                    <a:pt x="40938" y="3595"/>
                    <a:pt x="42032" y="4362"/>
                    <a:pt x="43019" y="5249"/>
                  </a:cubicBezTo>
                  <a:cubicBezTo>
                    <a:pt x="49634" y="11244"/>
                    <a:pt x="50594" y="22060"/>
                    <a:pt x="51168" y="35584"/>
                  </a:cubicBezTo>
                  <a:cubicBezTo>
                    <a:pt x="51448" y="42166"/>
                    <a:pt x="50221" y="47620"/>
                    <a:pt x="47527" y="51782"/>
                  </a:cubicBezTo>
                  <a:cubicBezTo>
                    <a:pt x="46387" y="53555"/>
                    <a:pt x="44939" y="55116"/>
                    <a:pt x="43259" y="56389"/>
                  </a:cubicBezTo>
                  <a:cubicBezTo>
                    <a:pt x="39225" y="59474"/>
                    <a:pt x="33795" y="61033"/>
                    <a:pt x="27090" y="61033"/>
                  </a:cubicBezTo>
                  <a:cubicBezTo>
                    <a:pt x="25504" y="61033"/>
                    <a:pt x="23847" y="60945"/>
                    <a:pt x="22120" y="60771"/>
                  </a:cubicBezTo>
                  <a:cubicBezTo>
                    <a:pt x="15585" y="60117"/>
                    <a:pt x="10544" y="57523"/>
                    <a:pt x="7143" y="53082"/>
                  </a:cubicBezTo>
                  <a:cubicBezTo>
                    <a:pt x="4969" y="50221"/>
                    <a:pt x="181" y="41879"/>
                    <a:pt x="2828" y="26108"/>
                  </a:cubicBezTo>
                  <a:cubicBezTo>
                    <a:pt x="4535" y="15912"/>
                    <a:pt x="9137" y="8063"/>
                    <a:pt x="15778" y="3982"/>
                  </a:cubicBezTo>
                  <a:cubicBezTo>
                    <a:pt x="19453" y="1728"/>
                    <a:pt x="23767" y="581"/>
                    <a:pt x="28615" y="581"/>
                  </a:cubicBezTo>
                  <a:close/>
                  <a:moveTo>
                    <a:pt x="28647" y="1"/>
                  </a:moveTo>
                  <a:cubicBezTo>
                    <a:pt x="23674" y="1"/>
                    <a:pt x="19250" y="1167"/>
                    <a:pt x="15472" y="3482"/>
                  </a:cubicBezTo>
                  <a:cubicBezTo>
                    <a:pt x="8683" y="7650"/>
                    <a:pt x="3982" y="15652"/>
                    <a:pt x="2248" y="26015"/>
                  </a:cubicBezTo>
                  <a:cubicBezTo>
                    <a:pt x="1354" y="31343"/>
                    <a:pt x="1" y="44680"/>
                    <a:pt x="6683" y="53429"/>
                  </a:cubicBezTo>
                  <a:cubicBezTo>
                    <a:pt x="10183" y="58017"/>
                    <a:pt x="15358" y="60677"/>
                    <a:pt x="22060" y="61351"/>
                  </a:cubicBezTo>
                  <a:cubicBezTo>
                    <a:pt x="23734" y="61524"/>
                    <a:pt x="25408" y="61618"/>
                    <a:pt x="27088" y="61618"/>
                  </a:cubicBezTo>
                  <a:cubicBezTo>
                    <a:pt x="33923" y="61618"/>
                    <a:pt x="39471" y="60024"/>
                    <a:pt x="43612" y="56850"/>
                  </a:cubicBezTo>
                  <a:cubicBezTo>
                    <a:pt x="45346" y="55529"/>
                    <a:pt x="46840" y="53922"/>
                    <a:pt x="48020" y="52088"/>
                  </a:cubicBezTo>
                  <a:cubicBezTo>
                    <a:pt x="50781" y="47821"/>
                    <a:pt x="52028" y="42259"/>
                    <a:pt x="51748" y="35551"/>
                  </a:cubicBezTo>
                  <a:cubicBezTo>
                    <a:pt x="51174" y="21894"/>
                    <a:pt x="50194" y="10951"/>
                    <a:pt x="43412" y="4809"/>
                  </a:cubicBezTo>
                  <a:cubicBezTo>
                    <a:pt x="42385" y="3889"/>
                    <a:pt x="41252" y="3095"/>
                    <a:pt x="40038" y="2449"/>
                  </a:cubicBezTo>
                  <a:cubicBezTo>
                    <a:pt x="37838" y="1288"/>
                    <a:pt x="35224" y="535"/>
                    <a:pt x="32289" y="201"/>
                  </a:cubicBezTo>
                  <a:lnTo>
                    <a:pt x="32243" y="201"/>
                  </a:lnTo>
                  <a:cubicBezTo>
                    <a:pt x="31849" y="155"/>
                    <a:pt x="31443" y="115"/>
                    <a:pt x="31042" y="88"/>
                  </a:cubicBezTo>
                  <a:cubicBezTo>
                    <a:pt x="30231" y="30"/>
                    <a:pt x="29432" y="1"/>
                    <a:pt x="2864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" name="Google Shape;1949;p36"/>
            <p:cNvSpPr/>
            <p:nvPr/>
          </p:nvSpPr>
          <p:spPr>
            <a:xfrm>
              <a:off x="828693" y="2948657"/>
              <a:ext cx="1493822" cy="1713834"/>
            </a:xfrm>
            <a:custGeom>
              <a:avLst/>
              <a:gdLst/>
              <a:ahLst/>
              <a:cxnLst/>
              <a:rect l="l" t="t" r="r" b="b"/>
              <a:pathLst>
                <a:path w="53408" h="61274" extrusionOk="0">
                  <a:moveTo>
                    <a:pt x="35139" y="0"/>
                  </a:moveTo>
                  <a:cubicBezTo>
                    <a:pt x="34082" y="0"/>
                    <a:pt x="33043" y="131"/>
                    <a:pt x="32062" y="446"/>
                  </a:cubicBezTo>
                  <a:cubicBezTo>
                    <a:pt x="31462" y="632"/>
                    <a:pt x="30895" y="892"/>
                    <a:pt x="30362" y="1219"/>
                  </a:cubicBezTo>
                  <a:cubicBezTo>
                    <a:pt x="26881" y="3353"/>
                    <a:pt x="25827" y="7848"/>
                    <a:pt x="23366" y="11095"/>
                  </a:cubicBezTo>
                  <a:cubicBezTo>
                    <a:pt x="22893" y="11722"/>
                    <a:pt x="22339" y="12315"/>
                    <a:pt x="21633" y="12636"/>
                  </a:cubicBezTo>
                  <a:cubicBezTo>
                    <a:pt x="20672" y="13076"/>
                    <a:pt x="19479" y="12989"/>
                    <a:pt x="18658" y="13629"/>
                  </a:cubicBezTo>
                  <a:cubicBezTo>
                    <a:pt x="17532" y="14503"/>
                    <a:pt x="17625" y="16203"/>
                    <a:pt x="17045" y="17504"/>
                  </a:cubicBezTo>
                  <a:cubicBezTo>
                    <a:pt x="16631" y="18417"/>
                    <a:pt x="15878" y="19131"/>
                    <a:pt x="15138" y="19817"/>
                  </a:cubicBezTo>
                  <a:cubicBezTo>
                    <a:pt x="13424" y="21425"/>
                    <a:pt x="11690" y="23038"/>
                    <a:pt x="9663" y="24232"/>
                  </a:cubicBezTo>
                  <a:cubicBezTo>
                    <a:pt x="9293" y="24459"/>
                    <a:pt x="8869" y="24674"/>
                    <a:pt x="8450" y="24674"/>
                  </a:cubicBezTo>
                  <a:cubicBezTo>
                    <a:pt x="8340" y="24674"/>
                    <a:pt x="8231" y="24659"/>
                    <a:pt x="8122" y="24625"/>
                  </a:cubicBezTo>
                  <a:cubicBezTo>
                    <a:pt x="7122" y="24325"/>
                    <a:pt x="7109" y="22918"/>
                    <a:pt x="7335" y="21898"/>
                  </a:cubicBezTo>
                  <a:cubicBezTo>
                    <a:pt x="8389" y="16977"/>
                    <a:pt x="9696" y="12035"/>
                    <a:pt x="12310" y="7741"/>
                  </a:cubicBezTo>
                  <a:cubicBezTo>
                    <a:pt x="13197" y="6274"/>
                    <a:pt x="14251" y="4914"/>
                    <a:pt x="15444" y="3687"/>
                  </a:cubicBezTo>
                  <a:lnTo>
                    <a:pt x="15444" y="3687"/>
                  </a:lnTo>
                  <a:cubicBezTo>
                    <a:pt x="7969" y="8268"/>
                    <a:pt x="3895" y="16877"/>
                    <a:pt x="2367" y="26012"/>
                  </a:cubicBezTo>
                  <a:cubicBezTo>
                    <a:pt x="0" y="40116"/>
                    <a:pt x="2174" y="59021"/>
                    <a:pt x="21919" y="61015"/>
                  </a:cubicBezTo>
                  <a:cubicBezTo>
                    <a:pt x="23639" y="61188"/>
                    <a:pt x="25287" y="61273"/>
                    <a:pt x="26863" y="61273"/>
                  </a:cubicBezTo>
                  <a:cubicBezTo>
                    <a:pt x="33735" y="61273"/>
                    <a:pt x="39235" y="59649"/>
                    <a:pt x="43265" y="56574"/>
                  </a:cubicBezTo>
                  <a:cubicBezTo>
                    <a:pt x="44559" y="55354"/>
                    <a:pt x="45786" y="54053"/>
                    <a:pt x="46933" y="52686"/>
                  </a:cubicBezTo>
                  <a:cubicBezTo>
                    <a:pt x="47153" y="52433"/>
                    <a:pt x="47380" y="52159"/>
                    <a:pt x="47600" y="51893"/>
                  </a:cubicBezTo>
                  <a:cubicBezTo>
                    <a:pt x="49887" y="49045"/>
                    <a:pt x="51874" y="45784"/>
                    <a:pt x="52621" y="42330"/>
                  </a:cubicBezTo>
                  <a:cubicBezTo>
                    <a:pt x="53374" y="38869"/>
                    <a:pt x="52954" y="35275"/>
                    <a:pt x="52901" y="31734"/>
                  </a:cubicBezTo>
                  <a:cubicBezTo>
                    <a:pt x="52808" y="26786"/>
                    <a:pt x="53408" y="21825"/>
                    <a:pt x="52914" y="16903"/>
                  </a:cubicBezTo>
                  <a:cubicBezTo>
                    <a:pt x="52421" y="11989"/>
                    <a:pt x="50634" y="6914"/>
                    <a:pt x="46733" y="3867"/>
                  </a:cubicBezTo>
                  <a:cubicBezTo>
                    <a:pt x="44812" y="2366"/>
                    <a:pt x="42498" y="1453"/>
                    <a:pt x="40151" y="786"/>
                  </a:cubicBezTo>
                  <a:cubicBezTo>
                    <a:pt x="38542" y="331"/>
                    <a:pt x="36818" y="0"/>
                    <a:pt x="35139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" name="Google Shape;1950;p36"/>
            <p:cNvSpPr/>
            <p:nvPr/>
          </p:nvSpPr>
          <p:spPr>
            <a:xfrm>
              <a:off x="896576" y="3639292"/>
              <a:ext cx="27075" cy="251618"/>
            </a:xfrm>
            <a:custGeom>
              <a:avLst/>
              <a:gdLst/>
              <a:ahLst/>
              <a:cxnLst/>
              <a:rect l="l" t="t" r="r" b="b"/>
              <a:pathLst>
                <a:path w="968" h="8996" extrusionOk="0">
                  <a:moveTo>
                    <a:pt x="967" y="0"/>
                  </a:moveTo>
                  <a:cubicBezTo>
                    <a:pt x="514" y="1447"/>
                    <a:pt x="234" y="2941"/>
                    <a:pt x="127" y="4461"/>
                  </a:cubicBezTo>
                  <a:cubicBezTo>
                    <a:pt x="0" y="5968"/>
                    <a:pt x="40" y="7489"/>
                    <a:pt x="261" y="8996"/>
                  </a:cubicBezTo>
                  <a:cubicBezTo>
                    <a:pt x="261" y="7475"/>
                    <a:pt x="294" y="5982"/>
                    <a:pt x="407" y="4481"/>
                  </a:cubicBezTo>
                  <a:cubicBezTo>
                    <a:pt x="527" y="2981"/>
                    <a:pt x="727" y="1500"/>
                    <a:pt x="9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" name="Google Shape;1951;p36"/>
            <p:cNvSpPr/>
            <p:nvPr/>
          </p:nvSpPr>
          <p:spPr>
            <a:xfrm>
              <a:off x="935734" y="3412651"/>
              <a:ext cx="48892" cy="177973"/>
            </a:xfrm>
            <a:custGeom>
              <a:avLst/>
              <a:gdLst/>
              <a:ahLst/>
              <a:cxnLst/>
              <a:rect l="l" t="t" r="r" b="b"/>
              <a:pathLst>
                <a:path w="1748" h="6363" extrusionOk="0">
                  <a:moveTo>
                    <a:pt x="1748" y="1"/>
                  </a:moveTo>
                  <a:cubicBezTo>
                    <a:pt x="1275" y="1001"/>
                    <a:pt x="881" y="2035"/>
                    <a:pt x="568" y="3102"/>
                  </a:cubicBezTo>
                  <a:cubicBezTo>
                    <a:pt x="254" y="4162"/>
                    <a:pt x="28" y="5249"/>
                    <a:pt x="1" y="6363"/>
                  </a:cubicBezTo>
                  <a:cubicBezTo>
                    <a:pt x="254" y="5282"/>
                    <a:pt x="548" y="4229"/>
                    <a:pt x="848" y="3175"/>
                  </a:cubicBezTo>
                  <a:cubicBezTo>
                    <a:pt x="1148" y="2121"/>
                    <a:pt x="1495" y="1081"/>
                    <a:pt x="174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" name="Google Shape;1952;p36"/>
            <p:cNvSpPr/>
            <p:nvPr/>
          </p:nvSpPr>
          <p:spPr>
            <a:xfrm>
              <a:off x="1019867" y="3126182"/>
              <a:ext cx="204433" cy="243619"/>
            </a:xfrm>
            <a:custGeom>
              <a:avLst/>
              <a:gdLst/>
              <a:ahLst/>
              <a:cxnLst/>
              <a:rect l="l" t="t" r="r" b="b"/>
              <a:pathLst>
                <a:path w="7309" h="8710" extrusionOk="0">
                  <a:moveTo>
                    <a:pt x="7309" y="0"/>
                  </a:moveTo>
                  <a:lnTo>
                    <a:pt x="7309" y="0"/>
                  </a:lnTo>
                  <a:cubicBezTo>
                    <a:pt x="5588" y="914"/>
                    <a:pt x="4061" y="2154"/>
                    <a:pt x="2821" y="3655"/>
                  </a:cubicBezTo>
                  <a:cubicBezTo>
                    <a:pt x="1567" y="5148"/>
                    <a:pt x="574" y="6869"/>
                    <a:pt x="0" y="8709"/>
                  </a:cubicBezTo>
                  <a:cubicBezTo>
                    <a:pt x="781" y="6955"/>
                    <a:pt x="1801" y="5315"/>
                    <a:pt x="3034" y="3841"/>
                  </a:cubicBezTo>
                  <a:cubicBezTo>
                    <a:pt x="4275" y="2368"/>
                    <a:pt x="5715" y="1074"/>
                    <a:pt x="730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" name="Google Shape;1953;p36"/>
            <p:cNvSpPr/>
            <p:nvPr/>
          </p:nvSpPr>
          <p:spPr>
            <a:xfrm>
              <a:off x="1117035" y="3343090"/>
              <a:ext cx="100748" cy="317487"/>
            </a:xfrm>
            <a:custGeom>
              <a:avLst/>
              <a:gdLst/>
              <a:ahLst/>
              <a:cxnLst/>
              <a:rect l="l" t="t" r="r" b="b"/>
              <a:pathLst>
                <a:path w="3602" h="11351" extrusionOk="0">
                  <a:moveTo>
                    <a:pt x="3602" y="1"/>
                  </a:moveTo>
                  <a:lnTo>
                    <a:pt x="3602" y="1"/>
                  </a:lnTo>
                  <a:cubicBezTo>
                    <a:pt x="2408" y="1621"/>
                    <a:pt x="1501" y="3462"/>
                    <a:pt x="907" y="5389"/>
                  </a:cubicBezTo>
                  <a:cubicBezTo>
                    <a:pt x="321" y="7316"/>
                    <a:pt x="1" y="9330"/>
                    <a:pt x="61" y="11350"/>
                  </a:cubicBezTo>
                  <a:cubicBezTo>
                    <a:pt x="221" y="9350"/>
                    <a:pt x="601" y="7383"/>
                    <a:pt x="1194" y="5469"/>
                  </a:cubicBezTo>
                  <a:cubicBezTo>
                    <a:pt x="1801" y="3568"/>
                    <a:pt x="2608" y="1734"/>
                    <a:pt x="360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" name="Google Shape;1954;p36"/>
            <p:cNvSpPr/>
            <p:nvPr/>
          </p:nvSpPr>
          <p:spPr>
            <a:xfrm>
              <a:off x="1162179" y="3388233"/>
              <a:ext cx="48136" cy="209300"/>
            </a:xfrm>
            <a:custGeom>
              <a:avLst/>
              <a:gdLst/>
              <a:ahLst/>
              <a:cxnLst/>
              <a:rect l="l" t="t" r="r" b="b"/>
              <a:pathLst>
                <a:path w="1721" h="7483" extrusionOk="0">
                  <a:moveTo>
                    <a:pt x="1721" y="0"/>
                  </a:moveTo>
                  <a:cubicBezTo>
                    <a:pt x="527" y="2301"/>
                    <a:pt x="0" y="4895"/>
                    <a:pt x="200" y="7482"/>
                  </a:cubicBezTo>
                  <a:cubicBezTo>
                    <a:pt x="387" y="4935"/>
                    <a:pt x="901" y="2414"/>
                    <a:pt x="172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" name="Google Shape;1955;p36"/>
            <p:cNvSpPr/>
            <p:nvPr/>
          </p:nvSpPr>
          <p:spPr>
            <a:xfrm>
              <a:off x="1214399" y="3374612"/>
              <a:ext cx="55996" cy="149807"/>
            </a:xfrm>
            <a:custGeom>
              <a:avLst/>
              <a:gdLst/>
              <a:ahLst/>
              <a:cxnLst/>
              <a:rect l="l" t="t" r="r" b="b"/>
              <a:pathLst>
                <a:path w="2002" h="5356" extrusionOk="0">
                  <a:moveTo>
                    <a:pt x="2001" y="1"/>
                  </a:moveTo>
                  <a:lnTo>
                    <a:pt x="2001" y="1"/>
                  </a:lnTo>
                  <a:cubicBezTo>
                    <a:pt x="641" y="1428"/>
                    <a:pt x="1" y="3395"/>
                    <a:pt x="254" y="5355"/>
                  </a:cubicBezTo>
                  <a:cubicBezTo>
                    <a:pt x="327" y="4408"/>
                    <a:pt x="514" y="3475"/>
                    <a:pt x="794" y="2568"/>
                  </a:cubicBezTo>
                  <a:cubicBezTo>
                    <a:pt x="1094" y="1668"/>
                    <a:pt x="1501" y="807"/>
                    <a:pt x="200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" name="Google Shape;1956;p36"/>
            <p:cNvSpPr/>
            <p:nvPr/>
          </p:nvSpPr>
          <p:spPr>
            <a:xfrm>
              <a:off x="1291065" y="3089430"/>
              <a:ext cx="302915" cy="204629"/>
            </a:xfrm>
            <a:custGeom>
              <a:avLst/>
              <a:gdLst/>
              <a:ahLst/>
              <a:cxnLst/>
              <a:rect l="l" t="t" r="r" b="b"/>
              <a:pathLst>
                <a:path w="10830" h="7316" extrusionOk="0">
                  <a:moveTo>
                    <a:pt x="10830" y="1"/>
                  </a:moveTo>
                  <a:cubicBezTo>
                    <a:pt x="8689" y="647"/>
                    <a:pt x="6642" y="1574"/>
                    <a:pt x="4748" y="2755"/>
                  </a:cubicBezTo>
                  <a:cubicBezTo>
                    <a:pt x="3801" y="3341"/>
                    <a:pt x="2894" y="3995"/>
                    <a:pt x="2027" y="4695"/>
                  </a:cubicBezTo>
                  <a:cubicBezTo>
                    <a:pt x="1587" y="5042"/>
                    <a:pt x="1187" y="5435"/>
                    <a:pt x="827" y="5862"/>
                  </a:cubicBezTo>
                  <a:cubicBezTo>
                    <a:pt x="454" y="6289"/>
                    <a:pt x="174" y="6782"/>
                    <a:pt x="0" y="7316"/>
                  </a:cubicBezTo>
                  <a:cubicBezTo>
                    <a:pt x="447" y="6282"/>
                    <a:pt x="1281" y="5535"/>
                    <a:pt x="2167" y="4868"/>
                  </a:cubicBezTo>
                  <a:cubicBezTo>
                    <a:pt x="3048" y="4202"/>
                    <a:pt x="3968" y="3581"/>
                    <a:pt x="4908" y="2995"/>
                  </a:cubicBezTo>
                  <a:cubicBezTo>
                    <a:pt x="6795" y="1834"/>
                    <a:pt x="8776" y="834"/>
                    <a:pt x="1083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" name="Google Shape;1957;p36"/>
            <p:cNvSpPr/>
            <p:nvPr/>
          </p:nvSpPr>
          <p:spPr>
            <a:xfrm>
              <a:off x="824385" y="3800064"/>
              <a:ext cx="19243" cy="206111"/>
            </a:xfrm>
            <a:custGeom>
              <a:avLst/>
              <a:gdLst/>
              <a:ahLst/>
              <a:cxnLst/>
              <a:rect l="l" t="t" r="r" b="b"/>
              <a:pathLst>
                <a:path w="688" h="7369" extrusionOk="0">
                  <a:moveTo>
                    <a:pt x="688" y="0"/>
                  </a:moveTo>
                  <a:lnTo>
                    <a:pt x="688" y="0"/>
                  </a:lnTo>
                  <a:cubicBezTo>
                    <a:pt x="54" y="2414"/>
                    <a:pt x="1" y="4935"/>
                    <a:pt x="528" y="7369"/>
                  </a:cubicBezTo>
                  <a:cubicBezTo>
                    <a:pt x="474" y="6135"/>
                    <a:pt x="448" y="4902"/>
                    <a:pt x="461" y="3675"/>
                  </a:cubicBezTo>
                  <a:cubicBezTo>
                    <a:pt x="481" y="2454"/>
                    <a:pt x="581" y="1234"/>
                    <a:pt x="6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" name="Google Shape;1958;p36"/>
            <p:cNvSpPr/>
            <p:nvPr/>
          </p:nvSpPr>
          <p:spPr>
            <a:xfrm>
              <a:off x="978584" y="2991870"/>
              <a:ext cx="1053910" cy="976684"/>
            </a:xfrm>
            <a:custGeom>
              <a:avLst/>
              <a:gdLst/>
              <a:ahLst/>
              <a:cxnLst/>
              <a:rect l="l" t="t" r="r" b="b"/>
              <a:pathLst>
                <a:path w="37680" h="34919" extrusionOk="0">
                  <a:moveTo>
                    <a:pt x="26166" y="0"/>
                  </a:moveTo>
                  <a:cubicBezTo>
                    <a:pt x="24242" y="0"/>
                    <a:pt x="22226" y="202"/>
                    <a:pt x="20201" y="714"/>
                  </a:cubicBezTo>
                  <a:cubicBezTo>
                    <a:pt x="10472" y="3182"/>
                    <a:pt x="6031" y="8296"/>
                    <a:pt x="3210" y="16359"/>
                  </a:cubicBezTo>
                  <a:cubicBezTo>
                    <a:pt x="13" y="25528"/>
                    <a:pt x="0" y="34918"/>
                    <a:pt x="1830" y="34918"/>
                  </a:cubicBezTo>
                  <a:cubicBezTo>
                    <a:pt x="1935" y="34918"/>
                    <a:pt x="2046" y="34887"/>
                    <a:pt x="2163" y="34824"/>
                  </a:cubicBezTo>
                  <a:cubicBezTo>
                    <a:pt x="3197" y="34257"/>
                    <a:pt x="2350" y="25961"/>
                    <a:pt x="5244" y="17219"/>
                  </a:cubicBezTo>
                  <a:cubicBezTo>
                    <a:pt x="8138" y="8477"/>
                    <a:pt x="14980" y="3369"/>
                    <a:pt x="23169" y="1888"/>
                  </a:cubicBezTo>
                  <a:cubicBezTo>
                    <a:pt x="25010" y="1556"/>
                    <a:pt x="26711" y="1411"/>
                    <a:pt x="28282" y="1411"/>
                  </a:cubicBezTo>
                  <a:cubicBezTo>
                    <a:pt x="32145" y="1411"/>
                    <a:pt x="35224" y="2290"/>
                    <a:pt x="37679" y="3442"/>
                  </a:cubicBezTo>
                  <a:cubicBezTo>
                    <a:pt x="36672" y="2535"/>
                    <a:pt x="35565" y="1755"/>
                    <a:pt x="34372" y="1121"/>
                  </a:cubicBezTo>
                  <a:cubicBezTo>
                    <a:pt x="32104" y="521"/>
                    <a:pt x="29254" y="0"/>
                    <a:pt x="261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" name="Google Shape;1959;p36"/>
            <p:cNvSpPr/>
            <p:nvPr/>
          </p:nvSpPr>
          <p:spPr>
            <a:xfrm>
              <a:off x="982360" y="2983927"/>
              <a:ext cx="1095641" cy="992795"/>
            </a:xfrm>
            <a:custGeom>
              <a:avLst/>
              <a:gdLst/>
              <a:ahLst/>
              <a:cxnLst/>
              <a:rect l="l" t="t" r="r" b="b"/>
              <a:pathLst>
                <a:path w="39172" h="35495" extrusionOk="0">
                  <a:moveTo>
                    <a:pt x="25873" y="584"/>
                  </a:moveTo>
                  <a:cubicBezTo>
                    <a:pt x="25927" y="584"/>
                    <a:pt x="25981" y="585"/>
                    <a:pt x="26035" y="585"/>
                  </a:cubicBezTo>
                  <a:cubicBezTo>
                    <a:pt x="29135" y="585"/>
                    <a:pt x="31970" y="1105"/>
                    <a:pt x="34123" y="1685"/>
                  </a:cubicBezTo>
                  <a:cubicBezTo>
                    <a:pt x="34690" y="1979"/>
                    <a:pt x="35244" y="2319"/>
                    <a:pt x="35771" y="2686"/>
                  </a:cubicBezTo>
                  <a:cubicBezTo>
                    <a:pt x="33372" y="1836"/>
                    <a:pt x="30809" y="1412"/>
                    <a:pt x="28098" y="1412"/>
                  </a:cubicBezTo>
                  <a:cubicBezTo>
                    <a:pt x="26446" y="1412"/>
                    <a:pt x="24738" y="1570"/>
                    <a:pt x="22980" y="1885"/>
                  </a:cubicBezTo>
                  <a:cubicBezTo>
                    <a:pt x="14185" y="3472"/>
                    <a:pt x="7570" y="9134"/>
                    <a:pt x="4836" y="17409"/>
                  </a:cubicBezTo>
                  <a:cubicBezTo>
                    <a:pt x="3082" y="22698"/>
                    <a:pt x="2695" y="27786"/>
                    <a:pt x="2435" y="31166"/>
                  </a:cubicBezTo>
                  <a:cubicBezTo>
                    <a:pt x="2302" y="32894"/>
                    <a:pt x="2082" y="34741"/>
                    <a:pt x="1895" y="34847"/>
                  </a:cubicBezTo>
                  <a:cubicBezTo>
                    <a:pt x="1815" y="34891"/>
                    <a:pt x="1751" y="34908"/>
                    <a:pt x="1696" y="34908"/>
                  </a:cubicBezTo>
                  <a:cubicBezTo>
                    <a:pt x="1617" y="34908"/>
                    <a:pt x="1559" y="34873"/>
                    <a:pt x="1508" y="34834"/>
                  </a:cubicBezTo>
                  <a:cubicBezTo>
                    <a:pt x="981" y="34381"/>
                    <a:pt x="561" y="32400"/>
                    <a:pt x="835" y="28599"/>
                  </a:cubicBezTo>
                  <a:cubicBezTo>
                    <a:pt x="1108" y="24798"/>
                    <a:pt x="2008" y="20590"/>
                    <a:pt x="3349" y="16736"/>
                  </a:cubicBezTo>
                  <a:cubicBezTo>
                    <a:pt x="6403" y="8007"/>
                    <a:pt x="11264" y="3532"/>
                    <a:pt x="20140" y="1285"/>
                  </a:cubicBezTo>
                  <a:cubicBezTo>
                    <a:pt x="22015" y="818"/>
                    <a:pt x="23940" y="584"/>
                    <a:pt x="25873" y="584"/>
                  </a:cubicBezTo>
                  <a:close/>
                  <a:moveTo>
                    <a:pt x="26042" y="0"/>
                  </a:moveTo>
                  <a:cubicBezTo>
                    <a:pt x="24101" y="0"/>
                    <a:pt x="22054" y="204"/>
                    <a:pt x="20000" y="725"/>
                  </a:cubicBezTo>
                  <a:cubicBezTo>
                    <a:pt x="10904" y="3026"/>
                    <a:pt x="5929" y="7607"/>
                    <a:pt x="2802" y="16543"/>
                  </a:cubicBezTo>
                  <a:cubicBezTo>
                    <a:pt x="1441" y="20444"/>
                    <a:pt x="534" y="24705"/>
                    <a:pt x="261" y="28559"/>
                  </a:cubicBezTo>
                  <a:cubicBezTo>
                    <a:pt x="1" y="32080"/>
                    <a:pt x="328" y="34594"/>
                    <a:pt x="1135" y="35274"/>
                  </a:cubicBezTo>
                  <a:cubicBezTo>
                    <a:pt x="1288" y="35414"/>
                    <a:pt x="1488" y="35488"/>
                    <a:pt x="1695" y="35494"/>
                  </a:cubicBezTo>
                  <a:cubicBezTo>
                    <a:pt x="1861" y="35488"/>
                    <a:pt x="2021" y="35441"/>
                    <a:pt x="2168" y="35361"/>
                  </a:cubicBezTo>
                  <a:cubicBezTo>
                    <a:pt x="2688" y="35074"/>
                    <a:pt x="2802" y="33947"/>
                    <a:pt x="3008" y="31206"/>
                  </a:cubicBezTo>
                  <a:cubicBezTo>
                    <a:pt x="3268" y="27866"/>
                    <a:pt x="3662" y="22804"/>
                    <a:pt x="5382" y="17596"/>
                  </a:cubicBezTo>
                  <a:cubicBezTo>
                    <a:pt x="8050" y="9527"/>
                    <a:pt x="14505" y="4006"/>
                    <a:pt x="23080" y="2459"/>
                  </a:cubicBezTo>
                  <a:cubicBezTo>
                    <a:pt x="24845" y="2141"/>
                    <a:pt x="26536" y="1982"/>
                    <a:pt x="28164" y="1982"/>
                  </a:cubicBezTo>
                  <a:cubicBezTo>
                    <a:pt x="31493" y="1982"/>
                    <a:pt x="34553" y="2649"/>
                    <a:pt x="37424" y="3993"/>
                  </a:cubicBezTo>
                  <a:lnTo>
                    <a:pt x="39171" y="4806"/>
                  </a:lnTo>
                  <a:lnTo>
                    <a:pt x="37744" y="3506"/>
                  </a:lnTo>
                  <a:cubicBezTo>
                    <a:pt x="36717" y="2586"/>
                    <a:pt x="35584" y="1792"/>
                    <a:pt x="34370" y="1152"/>
                  </a:cubicBezTo>
                  <a:lnTo>
                    <a:pt x="34310" y="1132"/>
                  </a:lnTo>
                  <a:cubicBezTo>
                    <a:pt x="32113" y="544"/>
                    <a:pt x="29217" y="0"/>
                    <a:pt x="2604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7" name="Google Shape;1960;p36"/>
            <p:cNvSpPr/>
            <p:nvPr/>
          </p:nvSpPr>
          <p:spPr>
            <a:xfrm>
              <a:off x="989660" y="3900448"/>
              <a:ext cx="74065" cy="16334"/>
            </a:xfrm>
            <a:custGeom>
              <a:avLst/>
              <a:gdLst/>
              <a:ahLst/>
              <a:cxnLst/>
              <a:rect l="l" t="t" r="r" b="b"/>
              <a:pathLst>
                <a:path w="2648" h="584" extrusionOk="0">
                  <a:moveTo>
                    <a:pt x="287" y="1"/>
                  </a:moveTo>
                  <a:cubicBezTo>
                    <a:pt x="130" y="1"/>
                    <a:pt x="0" y="130"/>
                    <a:pt x="0" y="292"/>
                  </a:cubicBezTo>
                  <a:cubicBezTo>
                    <a:pt x="0" y="454"/>
                    <a:pt x="130" y="584"/>
                    <a:pt x="287" y="584"/>
                  </a:cubicBezTo>
                  <a:cubicBezTo>
                    <a:pt x="304" y="584"/>
                    <a:pt x="322" y="582"/>
                    <a:pt x="340" y="579"/>
                  </a:cubicBezTo>
                  <a:lnTo>
                    <a:pt x="2307" y="579"/>
                  </a:lnTo>
                  <a:cubicBezTo>
                    <a:pt x="2325" y="582"/>
                    <a:pt x="2342" y="584"/>
                    <a:pt x="2359" y="584"/>
                  </a:cubicBezTo>
                  <a:cubicBezTo>
                    <a:pt x="2512" y="584"/>
                    <a:pt x="2647" y="454"/>
                    <a:pt x="2647" y="292"/>
                  </a:cubicBezTo>
                  <a:cubicBezTo>
                    <a:pt x="2647" y="130"/>
                    <a:pt x="2512" y="1"/>
                    <a:pt x="2359" y="1"/>
                  </a:cubicBezTo>
                  <a:cubicBezTo>
                    <a:pt x="2342" y="1"/>
                    <a:pt x="2325" y="2"/>
                    <a:pt x="2307" y="6"/>
                  </a:cubicBezTo>
                  <a:lnTo>
                    <a:pt x="340" y="6"/>
                  </a:lnTo>
                  <a:cubicBezTo>
                    <a:pt x="322" y="2"/>
                    <a:pt x="304" y="1"/>
                    <a:pt x="28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" name="Google Shape;1961;p36"/>
            <p:cNvSpPr/>
            <p:nvPr/>
          </p:nvSpPr>
          <p:spPr>
            <a:xfrm>
              <a:off x="990024" y="3809937"/>
              <a:ext cx="81644" cy="31942"/>
            </a:xfrm>
            <a:custGeom>
              <a:avLst/>
              <a:gdLst/>
              <a:ahLst/>
              <a:cxnLst/>
              <a:rect l="l" t="t" r="r" b="b"/>
              <a:pathLst>
                <a:path w="2919" h="1142" extrusionOk="0">
                  <a:moveTo>
                    <a:pt x="329" y="1"/>
                  </a:moveTo>
                  <a:cubicBezTo>
                    <a:pt x="194" y="1"/>
                    <a:pt x="75" y="88"/>
                    <a:pt x="40" y="221"/>
                  </a:cubicBezTo>
                  <a:cubicBezTo>
                    <a:pt x="0" y="381"/>
                    <a:pt x="94" y="534"/>
                    <a:pt x="247" y="574"/>
                  </a:cubicBezTo>
                  <a:lnTo>
                    <a:pt x="2441" y="1134"/>
                  </a:lnTo>
                  <a:lnTo>
                    <a:pt x="2508" y="1134"/>
                  </a:lnTo>
                  <a:lnTo>
                    <a:pt x="2508" y="1141"/>
                  </a:lnTo>
                  <a:cubicBezTo>
                    <a:pt x="2510" y="1141"/>
                    <a:pt x="2512" y="1141"/>
                    <a:pt x="2515" y="1141"/>
                  </a:cubicBezTo>
                  <a:cubicBezTo>
                    <a:pt x="2862" y="1141"/>
                    <a:pt x="2919" y="647"/>
                    <a:pt x="2581" y="568"/>
                  </a:cubicBezTo>
                  <a:lnTo>
                    <a:pt x="394" y="7"/>
                  </a:lnTo>
                  <a:cubicBezTo>
                    <a:pt x="372" y="3"/>
                    <a:pt x="350" y="1"/>
                    <a:pt x="32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" name="Google Shape;1962;p36"/>
            <p:cNvSpPr/>
            <p:nvPr/>
          </p:nvSpPr>
          <p:spPr>
            <a:xfrm>
              <a:off x="992457" y="3740935"/>
              <a:ext cx="83574" cy="17565"/>
            </a:xfrm>
            <a:custGeom>
              <a:avLst/>
              <a:gdLst/>
              <a:ahLst/>
              <a:cxnLst/>
              <a:rect l="l" t="t" r="r" b="b"/>
              <a:pathLst>
                <a:path w="2988" h="628" extrusionOk="0">
                  <a:moveTo>
                    <a:pt x="300" y="0"/>
                  </a:moveTo>
                  <a:cubicBezTo>
                    <a:pt x="140" y="0"/>
                    <a:pt x="7" y="127"/>
                    <a:pt x="7" y="280"/>
                  </a:cubicBezTo>
                  <a:cubicBezTo>
                    <a:pt x="0" y="441"/>
                    <a:pt x="127" y="574"/>
                    <a:pt x="287" y="574"/>
                  </a:cubicBezTo>
                  <a:lnTo>
                    <a:pt x="2687" y="627"/>
                  </a:lnTo>
                  <a:lnTo>
                    <a:pt x="2701" y="627"/>
                  </a:lnTo>
                  <a:cubicBezTo>
                    <a:pt x="2854" y="627"/>
                    <a:pt x="2988" y="501"/>
                    <a:pt x="2988" y="340"/>
                  </a:cubicBezTo>
                  <a:cubicBezTo>
                    <a:pt x="2988" y="180"/>
                    <a:pt x="2867" y="47"/>
                    <a:pt x="2707" y="40"/>
                  </a:cubicBezTo>
                  <a:lnTo>
                    <a:pt x="300" y="0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" name="Google Shape;1963;p36"/>
            <p:cNvSpPr/>
            <p:nvPr/>
          </p:nvSpPr>
          <p:spPr>
            <a:xfrm>
              <a:off x="1001407" y="3668017"/>
              <a:ext cx="82260" cy="37704"/>
            </a:xfrm>
            <a:custGeom>
              <a:avLst/>
              <a:gdLst/>
              <a:ahLst/>
              <a:cxnLst/>
              <a:rect l="l" t="t" r="r" b="b"/>
              <a:pathLst>
                <a:path w="2941" h="1348" extrusionOk="0">
                  <a:moveTo>
                    <a:pt x="331" y="0"/>
                  </a:moveTo>
                  <a:cubicBezTo>
                    <a:pt x="207" y="0"/>
                    <a:pt x="91" y="76"/>
                    <a:pt x="53" y="200"/>
                  </a:cubicBezTo>
                  <a:cubicBezTo>
                    <a:pt x="0" y="353"/>
                    <a:pt x="80" y="513"/>
                    <a:pt x="234" y="574"/>
                  </a:cubicBezTo>
                  <a:lnTo>
                    <a:pt x="2521" y="1327"/>
                  </a:lnTo>
                  <a:lnTo>
                    <a:pt x="2614" y="1347"/>
                  </a:lnTo>
                  <a:cubicBezTo>
                    <a:pt x="2734" y="1347"/>
                    <a:pt x="2848" y="1267"/>
                    <a:pt x="2888" y="1147"/>
                  </a:cubicBezTo>
                  <a:cubicBezTo>
                    <a:pt x="2941" y="994"/>
                    <a:pt x="2854" y="827"/>
                    <a:pt x="2701" y="780"/>
                  </a:cubicBezTo>
                  <a:lnTo>
                    <a:pt x="420" y="13"/>
                  </a:lnTo>
                  <a:cubicBezTo>
                    <a:pt x="391" y="4"/>
                    <a:pt x="361" y="0"/>
                    <a:pt x="33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" name="Google Shape;1964;p36"/>
            <p:cNvSpPr/>
            <p:nvPr/>
          </p:nvSpPr>
          <p:spPr>
            <a:xfrm>
              <a:off x="1017434" y="3623685"/>
              <a:ext cx="74065" cy="31858"/>
            </a:xfrm>
            <a:custGeom>
              <a:avLst/>
              <a:gdLst/>
              <a:ahLst/>
              <a:cxnLst/>
              <a:rect l="l" t="t" r="r" b="b"/>
              <a:pathLst>
                <a:path w="2648" h="1139" extrusionOk="0">
                  <a:moveTo>
                    <a:pt x="333" y="0"/>
                  </a:moveTo>
                  <a:cubicBezTo>
                    <a:pt x="231" y="0"/>
                    <a:pt x="193" y="30"/>
                    <a:pt x="147" y="65"/>
                  </a:cubicBezTo>
                  <a:cubicBezTo>
                    <a:pt x="21" y="165"/>
                    <a:pt x="1" y="351"/>
                    <a:pt x="107" y="471"/>
                  </a:cubicBezTo>
                  <a:cubicBezTo>
                    <a:pt x="160" y="541"/>
                    <a:pt x="238" y="581"/>
                    <a:pt x="323" y="581"/>
                  </a:cubicBezTo>
                  <a:cubicBezTo>
                    <a:pt x="335" y="581"/>
                    <a:pt x="348" y="580"/>
                    <a:pt x="361" y="578"/>
                  </a:cubicBezTo>
                  <a:cubicBezTo>
                    <a:pt x="561" y="611"/>
                    <a:pt x="1454" y="872"/>
                    <a:pt x="2228" y="1125"/>
                  </a:cubicBezTo>
                  <a:lnTo>
                    <a:pt x="2321" y="1138"/>
                  </a:lnTo>
                  <a:cubicBezTo>
                    <a:pt x="2326" y="1138"/>
                    <a:pt x="2330" y="1139"/>
                    <a:pt x="2335" y="1139"/>
                  </a:cubicBezTo>
                  <a:cubicBezTo>
                    <a:pt x="2456" y="1139"/>
                    <a:pt x="2563" y="1054"/>
                    <a:pt x="2595" y="938"/>
                  </a:cubicBezTo>
                  <a:cubicBezTo>
                    <a:pt x="2648" y="785"/>
                    <a:pt x="2561" y="625"/>
                    <a:pt x="2415" y="571"/>
                  </a:cubicBezTo>
                  <a:cubicBezTo>
                    <a:pt x="1025" y="123"/>
                    <a:pt x="543" y="0"/>
                    <a:pt x="33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" name="Google Shape;1965;p36"/>
            <p:cNvSpPr/>
            <p:nvPr/>
          </p:nvSpPr>
          <p:spPr>
            <a:xfrm>
              <a:off x="1022133" y="3554543"/>
              <a:ext cx="84302" cy="25257"/>
            </a:xfrm>
            <a:custGeom>
              <a:avLst/>
              <a:gdLst/>
              <a:ahLst/>
              <a:cxnLst/>
              <a:rect l="l" t="t" r="r" b="b"/>
              <a:pathLst>
                <a:path w="3014" h="903" extrusionOk="0">
                  <a:moveTo>
                    <a:pt x="400" y="0"/>
                  </a:moveTo>
                  <a:cubicBezTo>
                    <a:pt x="56" y="0"/>
                    <a:pt x="1" y="565"/>
                    <a:pt x="393" y="589"/>
                  </a:cubicBezTo>
                  <a:lnTo>
                    <a:pt x="2660" y="903"/>
                  </a:lnTo>
                  <a:lnTo>
                    <a:pt x="2707" y="903"/>
                  </a:lnTo>
                  <a:cubicBezTo>
                    <a:pt x="2847" y="903"/>
                    <a:pt x="2967" y="796"/>
                    <a:pt x="2987" y="656"/>
                  </a:cubicBezTo>
                  <a:cubicBezTo>
                    <a:pt x="3013" y="496"/>
                    <a:pt x="2900" y="343"/>
                    <a:pt x="2740" y="329"/>
                  </a:cubicBezTo>
                  <a:lnTo>
                    <a:pt x="479" y="9"/>
                  </a:lnTo>
                  <a:cubicBezTo>
                    <a:pt x="452" y="3"/>
                    <a:pt x="425" y="0"/>
                    <a:pt x="4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" name="Google Shape;1966;p36"/>
            <p:cNvSpPr/>
            <p:nvPr/>
          </p:nvSpPr>
          <p:spPr>
            <a:xfrm>
              <a:off x="1044117" y="3486883"/>
              <a:ext cx="77057" cy="37899"/>
            </a:xfrm>
            <a:custGeom>
              <a:avLst/>
              <a:gdLst/>
              <a:ahLst/>
              <a:cxnLst/>
              <a:rect l="l" t="t" r="r" b="b"/>
              <a:pathLst>
                <a:path w="2755" h="1355" extrusionOk="0">
                  <a:moveTo>
                    <a:pt x="328" y="1"/>
                  </a:moveTo>
                  <a:cubicBezTo>
                    <a:pt x="208" y="1"/>
                    <a:pt x="96" y="76"/>
                    <a:pt x="60" y="194"/>
                  </a:cubicBezTo>
                  <a:cubicBezTo>
                    <a:pt x="0" y="341"/>
                    <a:pt x="74" y="514"/>
                    <a:pt x="227" y="561"/>
                  </a:cubicBezTo>
                  <a:lnTo>
                    <a:pt x="2327" y="1341"/>
                  </a:lnTo>
                  <a:lnTo>
                    <a:pt x="2428" y="1355"/>
                  </a:lnTo>
                  <a:cubicBezTo>
                    <a:pt x="2548" y="1348"/>
                    <a:pt x="2654" y="1275"/>
                    <a:pt x="2701" y="1161"/>
                  </a:cubicBezTo>
                  <a:cubicBezTo>
                    <a:pt x="2754" y="1008"/>
                    <a:pt x="2674" y="848"/>
                    <a:pt x="2528" y="788"/>
                  </a:cubicBezTo>
                  <a:lnTo>
                    <a:pt x="434" y="21"/>
                  </a:lnTo>
                  <a:cubicBezTo>
                    <a:pt x="399" y="7"/>
                    <a:pt x="363" y="1"/>
                    <a:pt x="32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" name="Google Shape;1967;p36"/>
            <p:cNvSpPr/>
            <p:nvPr/>
          </p:nvSpPr>
          <p:spPr>
            <a:xfrm>
              <a:off x="1065375" y="3424259"/>
              <a:ext cx="74065" cy="33200"/>
            </a:xfrm>
            <a:custGeom>
              <a:avLst/>
              <a:gdLst/>
              <a:ahLst/>
              <a:cxnLst/>
              <a:rect l="l" t="t" r="r" b="b"/>
              <a:pathLst>
                <a:path w="2648" h="1187" extrusionOk="0">
                  <a:moveTo>
                    <a:pt x="329" y="0"/>
                  </a:moveTo>
                  <a:cubicBezTo>
                    <a:pt x="204" y="0"/>
                    <a:pt x="85" y="82"/>
                    <a:pt x="47" y="213"/>
                  </a:cubicBezTo>
                  <a:cubicBezTo>
                    <a:pt x="0" y="359"/>
                    <a:pt x="87" y="526"/>
                    <a:pt x="240" y="566"/>
                  </a:cubicBezTo>
                  <a:lnTo>
                    <a:pt x="2234" y="1186"/>
                  </a:lnTo>
                  <a:lnTo>
                    <a:pt x="2328" y="1186"/>
                  </a:lnTo>
                  <a:cubicBezTo>
                    <a:pt x="2448" y="1186"/>
                    <a:pt x="2561" y="1113"/>
                    <a:pt x="2601" y="993"/>
                  </a:cubicBezTo>
                  <a:cubicBezTo>
                    <a:pt x="2648" y="840"/>
                    <a:pt x="2561" y="673"/>
                    <a:pt x="2408" y="626"/>
                  </a:cubicBezTo>
                  <a:lnTo>
                    <a:pt x="414" y="13"/>
                  </a:lnTo>
                  <a:cubicBezTo>
                    <a:pt x="386" y="4"/>
                    <a:pt x="357" y="0"/>
                    <a:pt x="32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" name="Google Shape;1968;p36"/>
            <p:cNvSpPr/>
            <p:nvPr/>
          </p:nvSpPr>
          <p:spPr>
            <a:xfrm>
              <a:off x="1090660" y="3355704"/>
              <a:ext cx="75351" cy="48416"/>
            </a:xfrm>
            <a:custGeom>
              <a:avLst/>
              <a:gdLst/>
              <a:ahLst/>
              <a:cxnLst/>
              <a:rect l="l" t="t" r="r" b="b"/>
              <a:pathLst>
                <a:path w="2694" h="1731" extrusionOk="0">
                  <a:moveTo>
                    <a:pt x="421" y="1"/>
                  </a:moveTo>
                  <a:cubicBezTo>
                    <a:pt x="166" y="1"/>
                    <a:pt x="0" y="369"/>
                    <a:pt x="270" y="543"/>
                  </a:cubicBezTo>
                  <a:lnTo>
                    <a:pt x="2131" y="1684"/>
                  </a:lnTo>
                  <a:cubicBezTo>
                    <a:pt x="2171" y="1717"/>
                    <a:pt x="2224" y="1730"/>
                    <a:pt x="2277" y="1730"/>
                  </a:cubicBezTo>
                  <a:cubicBezTo>
                    <a:pt x="2282" y="1730"/>
                    <a:pt x="2287" y="1731"/>
                    <a:pt x="2292" y="1731"/>
                  </a:cubicBezTo>
                  <a:cubicBezTo>
                    <a:pt x="2588" y="1731"/>
                    <a:pt x="2693" y="1334"/>
                    <a:pt x="2431" y="1190"/>
                  </a:cubicBezTo>
                  <a:lnTo>
                    <a:pt x="570" y="43"/>
                  </a:lnTo>
                  <a:cubicBezTo>
                    <a:pt x="519" y="14"/>
                    <a:pt x="468" y="1"/>
                    <a:pt x="42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" name="Google Shape;1969;p36"/>
            <p:cNvSpPr/>
            <p:nvPr/>
          </p:nvSpPr>
          <p:spPr>
            <a:xfrm>
              <a:off x="1120951" y="3303512"/>
              <a:ext cx="73337" cy="52472"/>
            </a:xfrm>
            <a:custGeom>
              <a:avLst/>
              <a:gdLst/>
              <a:ahLst/>
              <a:cxnLst/>
              <a:rect l="l" t="t" r="r" b="b"/>
              <a:pathLst>
                <a:path w="2622" h="1876" extrusionOk="0">
                  <a:moveTo>
                    <a:pt x="335" y="1"/>
                  </a:moveTo>
                  <a:cubicBezTo>
                    <a:pt x="241" y="1"/>
                    <a:pt x="149" y="47"/>
                    <a:pt x="94" y="135"/>
                  </a:cubicBezTo>
                  <a:cubicBezTo>
                    <a:pt x="1" y="262"/>
                    <a:pt x="41" y="449"/>
                    <a:pt x="181" y="535"/>
                  </a:cubicBezTo>
                  <a:lnTo>
                    <a:pt x="2128" y="1829"/>
                  </a:lnTo>
                  <a:cubicBezTo>
                    <a:pt x="2175" y="1856"/>
                    <a:pt x="2235" y="1876"/>
                    <a:pt x="2288" y="1876"/>
                  </a:cubicBezTo>
                  <a:cubicBezTo>
                    <a:pt x="2388" y="1876"/>
                    <a:pt x="2475" y="1822"/>
                    <a:pt x="2528" y="1742"/>
                  </a:cubicBezTo>
                  <a:cubicBezTo>
                    <a:pt x="2621" y="1609"/>
                    <a:pt x="2588" y="1429"/>
                    <a:pt x="2455" y="1342"/>
                  </a:cubicBezTo>
                  <a:lnTo>
                    <a:pt x="494" y="49"/>
                  </a:lnTo>
                  <a:cubicBezTo>
                    <a:pt x="445" y="17"/>
                    <a:pt x="389" y="1"/>
                    <a:pt x="3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" name="Google Shape;1970;p36"/>
            <p:cNvSpPr/>
            <p:nvPr/>
          </p:nvSpPr>
          <p:spPr>
            <a:xfrm>
              <a:off x="1165032" y="3227713"/>
              <a:ext cx="73841" cy="59296"/>
            </a:xfrm>
            <a:custGeom>
              <a:avLst/>
              <a:gdLst/>
              <a:ahLst/>
              <a:cxnLst/>
              <a:rect l="l" t="t" r="r" b="b"/>
              <a:pathLst>
                <a:path w="2640" h="2120" extrusionOk="0">
                  <a:moveTo>
                    <a:pt x="426" y="1"/>
                  </a:moveTo>
                  <a:cubicBezTo>
                    <a:pt x="185" y="1"/>
                    <a:pt x="0" y="333"/>
                    <a:pt x="245" y="525"/>
                  </a:cubicBezTo>
                  <a:lnTo>
                    <a:pt x="2132" y="2052"/>
                  </a:lnTo>
                  <a:cubicBezTo>
                    <a:pt x="2174" y="2094"/>
                    <a:pt x="2232" y="2119"/>
                    <a:pt x="2292" y="2119"/>
                  </a:cubicBezTo>
                  <a:cubicBezTo>
                    <a:pt x="2299" y="2119"/>
                    <a:pt x="2306" y="2119"/>
                    <a:pt x="2312" y="2118"/>
                  </a:cubicBezTo>
                  <a:cubicBezTo>
                    <a:pt x="2399" y="2118"/>
                    <a:pt x="2486" y="2078"/>
                    <a:pt x="2539" y="2012"/>
                  </a:cubicBezTo>
                  <a:cubicBezTo>
                    <a:pt x="2639" y="1885"/>
                    <a:pt x="2619" y="1705"/>
                    <a:pt x="2499" y="1605"/>
                  </a:cubicBezTo>
                  <a:lnTo>
                    <a:pt x="612" y="71"/>
                  </a:lnTo>
                  <a:cubicBezTo>
                    <a:pt x="550" y="22"/>
                    <a:pt x="486" y="1"/>
                    <a:pt x="42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" name="Google Shape;1971;p36"/>
            <p:cNvSpPr/>
            <p:nvPr/>
          </p:nvSpPr>
          <p:spPr>
            <a:xfrm>
              <a:off x="1217587" y="3166599"/>
              <a:ext cx="59884" cy="77505"/>
            </a:xfrm>
            <a:custGeom>
              <a:avLst/>
              <a:gdLst/>
              <a:ahLst/>
              <a:cxnLst/>
              <a:rect l="l" t="t" r="r" b="b"/>
              <a:pathLst>
                <a:path w="2141" h="2771" extrusionOk="0">
                  <a:moveTo>
                    <a:pt x="426" y="0"/>
                  </a:moveTo>
                  <a:cubicBezTo>
                    <a:pt x="215" y="0"/>
                    <a:pt x="1" y="241"/>
                    <a:pt x="180" y="476"/>
                  </a:cubicBezTo>
                  <a:lnTo>
                    <a:pt x="1560" y="2636"/>
                  </a:lnTo>
                  <a:cubicBezTo>
                    <a:pt x="1611" y="2718"/>
                    <a:pt x="1697" y="2770"/>
                    <a:pt x="1790" y="2770"/>
                  </a:cubicBezTo>
                  <a:cubicBezTo>
                    <a:pt x="1796" y="2770"/>
                    <a:pt x="1801" y="2770"/>
                    <a:pt x="1807" y="2770"/>
                  </a:cubicBezTo>
                  <a:cubicBezTo>
                    <a:pt x="1860" y="2770"/>
                    <a:pt x="1914" y="2756"/>
                    <a:pt x="1960" y="2730"/>
                  </a:cubicBezTo>
                  <a:cubicBezTo>
                    <a:pt x="2100" y="2643"/>
                    <a:pt x="2140" y="2463"/>
                    <a:pt x="2054" y="2330"/>
                  </a:cubicBezTo>
                  <a:lnTo>
                    <a:pt x="673" y="169"/>
                  </a:lnTo>
                  <a:cubicBezTo>
                    <a:pt x="615" y="49"/>
                    <a:pt x="521" y="0"/>
                    <a:pt x="42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9" name="Google Shape;1972;p36"/>
            <p:cNvSpPr/>
            <p:nvPr/>
          </p:nvSpPr>
          <p:spPr>
            <a:xfrm>
              <a:off x="1266031" y="3127413"/>
              <a:ext cx="65114" cy="63688"/>
            </a:xfrm>
            <a:custGeom>
              <a:avLst/>
              <a:gdLst/>
              <a:ahLst/>
              <a:cxnLst/>
              <a:rect l="l" t="t" r="r" b="b"/>
              <a:pathLst>
                <a:path w="2328" h="2277" extrusionOk="0">
                  <a:moveTo>
                    <a:pt x="392" y="1"/>
                  </a:moveTo>
                  <a:cubicBezTo>
                    <a:pt x="181" y="1"/>
                    <a:pt x="0" y="246"/>
                    <a:pt x="155" y="463"/>
                  </a:cubicBezTo>
                  <a:lnTo>
                    <a:pt x="1722" y="2190"/>
                  </a:lnTo>
                  <a:cubicBezTo>
                    <a:pt x="1775" y="2243"/>
                    <a:pt x="1855" y="2277"/>
                    <a:pt x="1936" y="2277"/>
                  </a:cubicBezTo>
                  <a:cubicBezTo>
                    <a:pt x="1938" y="2277"/>
                    <a:pt x="1941" y="2277"/>
                    <a:pt x="1944" y="2277"/>
                  </a:cubicBezTo>
                  <a:cubicBezTo>
                    <a:pt x="2198" y="2277"/>
                    <a:pt x="2327" y="1975"/>
                    <a:pt x="2156" y="1790"/>
                  </a:cubicBezTo>
                  <a:lnTo>
                    <a:pt x="575" y="70"/>
                  </a:lnTo>
                  <a:cubicBezTo>
                    <a:pt x="517" y="22"/>
                    <a:pt x="453" y="1"/>
                    <a:pt x="39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" name="Google Shape;1973;p36"/>
            <p:cNvSpPr/>
            <p:nvPr/>
          </p:nvSpPr>
          <p:spPr>
            <a:xfrm>
              <a:off x="1327621" y="3094772"/>
              <a:ext cx="40864" cy="67240"/>
            </a:xfrm>
            <a:custGeom>
              <a:avLst/>
              <a:gdLst/>
              <a:ahLst/>
              <a:cxnLst/>
              <a:rect l="l" t="t" r="r" b="b"/>
              <a:pathLst>
                <a:path w="1461" h="2404" extrusionOk="0">
                  <a:moveTo>
                    <a:pt x="329" y="1"/>
                  </a:moveTo>
                  <a:cubicBezTo>
                    <a:pt x="288" y="1"/>
                    <a:pt x="246" y="10"/>
                    <a:pt x="207" y="30"/>
                  </a:cubicBezTo>
                  <a:cubicBezTo>
                    <a:pt x="67" y="96"/>
                    <a:pt x="0" y="263"/>
                    <a:pt x="60" y="410"/>
                  </a:cubicBezTo>
                  <a:lnTo>
                    <a:pt x="840" y="2230"/>
                  </a:lnTo>
                  <a:cubicBezTo>
                    <a:pt x="887" y="2337"/>
                    <a:pt x="994" y="2404"/>
                    <a:pt x="1107" y="2404"/>
                  </a:cubicBezTo>
                  <a:cubicBezTo>
                    <a:pt x="1321" y="2404"/>
                    <a:pt x="1461" y="2190"/>
                    <a:pt x="1374" y="1997"/>
                  </a:cubicBezTo>
                  <a:lnTo>
                    <a:pt x="594" y="176"/>
                  </a:lnTo>
                  <a:cubicBezTo>
                    <a:pt x="550" y="69"/>
                    <a:pt x="442" y="1"/>
                    <a:pt x="32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" name="Google Shape;1974;p36"/>
            <p:cNvSpPr/>
            <p:nvPr/>
          </p:nvSpPr>
          <p:spPr>
            <a:xfrm>
              <a:off x="1374191" y="3060816"/>
              <a:ext cx="49507" cy="64443"/>
            </a:xfrm>
            <a:custGeom>
              <a:avLst/>
              <a:gdLst/>
              <a:ahLst/>
              <a:cxnLst/>
              <a:rect l="l" t="t" r="r" b="b"/>
              <a:pathLst>
                <a:path w="1770" h="2304" extrusionOk="0">
                  <a:moveTo>
                    <a:pt x="379" y="0"/>
                  </a:moveTo>
                  <a:cubicBezTo>
                    <a:pt x="186" y="0"/>
                    <a:pt x="1" y="202"/>
                    <a:pt x="109" y="423"/>
                  </a:cubicBezTo>
                  <a:lnTo>
                    <a:pt x="1196" y="2157"/>
                  </a:lnTo>
                  <a:cubicBezTo>
                    <a:pt x="1249" y="2244"/>
                    <a:pt x="1343" y="2297"/>
                    <a:pt x="1443" y="2304"/>
                  </a:cubicBezTo>
                  <a:cubicBezTo>
                    <a:pt x="1496" y="2297"/>
                    <a:pt x="1549" y="2284"/>
                    <a:pt x="1596" y="2251"/>
                  </a:cubicBezTo>
                  <a:cubicBezTo>
                    <a:pt x="1730" y="2164"/>
                    <a:pt x="1770" y="1984"/>
                    <a:pt x="1689" y="1850"/>
                  </a:cubicBezTo>
                  <a:lnTo>
                    <a:pt x="603" y="117"/>
                  </a:lnTo>
                  <a:cubicBezTo>
                    <a:pt x="540" y="35"/>
                    <a:pt x="459" y="0"/>
                    <a:pt x="37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" name="Google Shape;1975;p36"/>
            <p:cNvSpPr/>
            <p:nvPr/>
          </p:nvSpPr>
          <p:spPr>
            <a:xfrm>
              <a:off x="1426272" y="3037965"/>
              <a:ext cx="44416" cy="65506"/>
            </a:xfrm>
            <a:custGeom>
              <a:avLst/>
              <a:gdLst/>
              <a:ahLst/>
              <a:cxnLst/>
              <a:rect l="l" t="t" r="r" b="b"/>
              <a:pathLst>
                <a:path w="1588" h="2342" extrusionOk="0">
                  <a:moveTo>
                    <a:pt x="326" y="1"/>
                  </a:moveTo>
                  <a:cubicBezTo>
                    <a:pt x="282" y="1"/>
                    <a:pt x="236" y="11"/>
                    <a:pt x="194" y="33"/>
                  </a:cubicBezTo>
                  <a:cubicBezTo>
                    <a:pt x="54" y="113"/>
                    <a:pt x="1" y="287"/>
                    <a:pt x="74" y="427"/>
                  </a:cubicBezTo>
                  <a:lnTo>
                    <a:pt x="1001" y="2194"/>
                  </a:lnTo>
                  <a:cubicBezTo>
                    <a:pt x="1045" y="2283"/>
                    <a:pt x="1138" y="2341"/>
                    <a:pt x="1244" y="2341"/>
                  </a:cubicBezTo>
                  <a:cubicBezTo>
                    <a:pt x="1250" y="2341"/>
                    <a:pt x="1255" y="2341"/>
                    <a:pt x="1261" y="2341"/>
                  </a:cubicBezTo>
                  <a:cubicBezTo>
                    <a:pt x="1301" y="2341"/>
                    <a:pt x="1348" y="2334"/>
                    <a:pt x="1388" y="2307"/>
                  </a:cubicBezTo>
                  <a:cubicBezTo>
                    <a:pt x="1528" y="2234"/>
                    <a:pt x="1588" y="2061"/>
                    <a:pt x="1515" y="1921"/>
                  </a:cubicBezTo>
                  <a:lnTo>
                    <a:pt x="581" y="160"/>
                  </a:lnTo>
                  <a:cubicBezTo>
                    <a:pt x="530" y="58"/>
                    <a:pt x="430" y="1"/>
                    <a:pt x="32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3" name="Google Shape;1976;p36"/>
            <p:cNvSpPr/>
            <p:nvPr/>
          </p:nvSpPr>
          <p:spPr>
            <a:xfrm>
              <a:off x="1472058" y="3022358"/>
              <a:ext cx="43046" cy="56667"/>
            </a:xfrm>
            <a:custGeom>
              <a:avLst/>
              <a:gdLst/>
              <a:ahLst/>
              <a:cxnLst/>
              <a:rect l="l" t="t" r="r" b="b"/>
              <a:pathLst>
                <a:path w="1539" h="2026" extrusionOk="0">
                  <a:moveTo>
                    <a:pt x="367" y="0"/>
                  </a:moveTo>
                  <a:cubicBezTo>
                    <a:pt x="178" y="0"/>
                    <a:pt x="0" y="186"/>
                    <a:pt x="98" y="405"/>
                  </a:cubicBezTo>
                  <a:lnTo>
                    <a:pt x="958" y="1885"/>
                  </a:lnTo>
                  <a:cubicBezTo>
                    <a:pt x="1005" y="1972"/>
                    <a:pt x="1105" y="2025"/>
                    <a:pt x="1205" y="2025"/>
                  </a:cubicBezTo>
                  <a:cubicBezTo>
                    <a:pt x="1258" y="2025"/>
                    <a:pt x="1311" y="2012"/>
                    <a:pt x="1358" y="1985"/>
                  </a:cubicBezTo>
                  <a:cubicBezTo>
                    <a:pt x="1491" y="1898"/>
                    <a:pt x="1538" y="1718"/>
                    <a:pt x="1458" y="1585"/>
                  </a:cubicBezTo>
                  <a:lnTo>
                    <a:pt x="598" y="118"/>
                  </a:lnTo>
                  <a:cubicBezTo>
                    <a:pt x="533" y="35"/>
                    <a:pt x="449" y="0"/>
                    <a:pt x="3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4" name="Google Shape;1977;p36"/>
            <p:cNvSpPr/>
            <p:nvPr/>
          </p:nvSpPr>
          <p:spPr>
            <a:xfrm>
              <a:off x="1534264" y="3003897"/>
              <a:ext cx="43689" cy="61870"/>
            </a:xfrm>
            <a:custGeom>
              <a:avLst/>
              <a:gdLst/>
              <a:ahLst/>
              <a:cxnLst/>
              <a:rect l="l" t="t" r="r" b="b"/>
              <a:pathLst>
                <a:path w="1562" h="2212" extrusionOk="0">
                  <a:moveTo>
                    <a:pt x="332" y="0"/>
                  </a:moveTo>
                  <a:cubicBezTo>
                    <a:pt x="284" y="0"/>
                    <a:pt x="234" y="12"/>
                    <a:pt x="188" y="38"/>
                  </a:cubicBezTo>
                  <a:cubicBezTo>
                    <a:pt x="48" y="111"/>
                    <a:pt x="1" y="291"/>
                    <a:pt x="81" y="425"/>
                  </a:cubicBezTo>
                  <a:lnTo>
                    <a:pt x="975" y="2058"/>
                  </a:lnTo>
                  <a:cubicBezTo>
                    <a:pt x="1028" y="2152"/>
                    <a:pt x="1128" y="2205"/>
                    <a:pt x="1235" y="2212"/>
                  </a:cubicBezTo>
                  <a:cubicBezTo>
                    <a:pt x="1281" y="2212"/>
                    <a:pt x="1328" y="2192"/>
                    <a:pt x="1375" y="2172"/>
                  </a:cubicBezTo>
                  <a:cubicBezTo>
                    <a:pt x="1515" y="2092"/>
                    <a:pt x="1561" y="1918"/>
                    <a:pt x="1488" y="1778"/>
                  </a:cubicBezTo>
                  <a:lnTo>
                    <a:pt x="588" y="151"/>
                  </a:lnTo>
                  <a:cubicBezTo>
                    <a:pt x="533" y="56"/>
                    <a:pt x="435" y="0"/>
                    <a:pt x="33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" name="Google Shape;1978;p36"/>
            <p:cNvSpPr/>
            <p:nvPr/>
          </p:nvSpPr>
          <p:spPr>
            <a:xfrm>
              <a:off x="1583883" y="2993465"/>
              <a:ext cx="30627" cy="60919"/>
            </a:xfrm>
            <a:custGeom>
              <a:avLst/>
              <a:gdLst/>
              <a:ahLst/>
              <a:cxnLst/>
              <a:rect l="l" t="t" r="r" b="b"/>
              <a:pathLst>
                <a:path w="1095" h="2178" extrusionOk="0">
                  <a:moveTo>
                    <a:pt x="323" y="1"/>
                  </a:moveTo>
                  <a:cubicBezTo>
                    <a:pt x="298" y="1"/>
                    <a:pt x="273" y="4"/>
                    <a:pt x="247" y="11"/>
                  </a:cubicBezTo>
                  <a:cubicBezTo>
                    <a:pt x="94" y="51"/>
                    <a:pt x="1" y="211"/>
                    <a:pt x="47" y="364"/>
                  </a:cubicBezTo>
                  <a:lnTo>
                    <a:pt x="501" y="1964"/>
                  </a:lnTo>
                  <a:cubicBezTo>
                    <a:pt x="534" y="2091"/>
                    <a:pt x="648" y="2178"/>
                    <a:pt x="774" y="2178"/>
                  </a:cubicBezTo>
                  <a:lnTo>
                    <a:pt x="861" y="2165"/>
                  </a:lnTo>
                  <a:cubicBezTo>
                    <a:pt x="1008" y="2118"/>
                    <a:pt x="1094" y="1964"/>
                    <a:pt x="1061" y="1811"/>
                  </a:cubicBezTo>
                  <a:lnTo>
                    <a:pt x="608" y="211"/>
                  </a:lnTo>
                  <a:cubicBezTo>
                    <a:pt x="569" y="83"/>
                    <a:pt x="450" y="1"/>
                    <a:pt x="32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" name="Google Shape;1979;p36"/>
            <p:cNvSpPr/>
            <p:nvPr/>
          </p:nvSpPr>
          <p:spPr>
            <a:xfrm>
              <a:off x="1638312" y="2987423"/>
              <a:ext cx="29536" cy="60080"/>
            </a:xfrm>
            <a:custGeom>
              <a:avLst/>
              <a:gdLst/>
              <a:ahLst/>
              <a:cxnLst/>
              <a:rect l="l" t="t" r="r" b="b"/>
              <a:pathLst>
                <a:path w="1056" h="2148" extrusionOk="0">
                  <a:moveTo>
                    <a:pt x="323" y="1"/>
                  </a:moveTo>
                  <a:cubicBezTo>
                    <a:pt x="162" y="1"/>
                    <a:pt x="0" y="128"/>
                    <a:pt x="29" y="333"/>
                  </a:cubicBezTo>
                  <a:lnTo>
                    <a:pt x="455" y="1934"/>
                  </a:lnTo>
                  <a:cubicBezTo>
                    <a:pt x="482" y="2060"/>
                    <a:pt x="595" y="2147"/>
                    <a:pt x="729" y="2147"/>
                  </a:cubicBezTo>
                  <a:lnTo>
                    <a:pt x="802" y="2140"/>
                  </a:lnTo>
                  <a:cubicBezTo>
                    <a:pt x="962" y="2100"/>
                    <a:pt x="1056" y="1940"/>
                    <a:pt x="1009" y="1780"/>
                  </a:cubicBezTo>
                  <a:lnTo>
                    <a:pt x="589" y="180"/>
                  </a:lnTo>
                  <a:cubicBezTo>
                    <a:pt x="536" y="56"/>
                    <a:pt x="429" y="1"/>
                    <a:pt x="32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7" name="Google Shape;1980;p36"/>
            <p:cNvSpPr/>
            <p:nvPr/>
          </p:nvSpPr>
          <p:spPr>
            <a:xfrm>
              <a:off x="1688602" y="2983843"/>
              <a:ext cx="34655" cy="58989"/>
            </a:xfrm>
            <a:custGeom>
              <a:avLst/>
              <a:gdLst/>
              <a:ahLst/>
              <a:cxnLst/>
              <a:rect l="l" t="t" r="r" b="b"/>
              <a:pathLst>
                <a:path w="1239" h="2109" extrusionOk="0">
                  <a:moveTo>
                    <a:pt x="367" y="0"/>
                  </a:moveTo>
                  <a:cubicBezTo>
                    <a:pt x="185" y="0"/>
                    <a:pt x="1" y="165"/>
                    <a:pt x="84" y="395"/>
                  </a:cubicBezTo>
                  <a:lnTo>
                    <a:pt x="638" y="1922"/>
                  </a:lnTo>
                  <a:cubicBezTo>
                    <a:pt x="685" y="2035"/>
                    <a:pt x="791" y="2108"/>
                    <a:pt x="918" y="2108"/>
                  </a:cubicBezTo>
                  <a:lnTo>
                    <a:pt x="1018" y="2095"/>
                  </a:lnTo>
                  <a:cubicBezTo>
                    <a:pt x="1165" y="2035"/>
                    <a:pt x="1238" y="1868"/>
                    <a:pt x="1191" y="1722"/>
                  </a:cubicBezTo>
                  <a:lnTo>
                    <a:pt x="631" y="195"/>
                  </a:lnTo>
                  <a:cubicBezTo>
                    <a:pt x="582" y="58"/>
                    <a:pt x="474" y="0"/>
                    <a:pt x="3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8" name="Google Shape;1981;p36"/>
            <p:cNvSpPr/>
            <p:nvPr/>
          </p:nvSpPr>
          <p:spPr>
            <a:xfrm>
              <a:off x="1738333" y="2984598"/>
              <a:ext cx="27439" cy="53199"/>
            </a:xfrm>
            <a:custGeom>
              <a:avLst/>
              <a:gdLst/>
              <a:ahLst/>
              <a:cxnLst/>
              <a:rect l="l" t="t" r="r" b="b"/>
              <a:pathLst>
                <a:path w="981" h="1902" extrusionOk="0">
                  <a:moveTo>
                    <a:pt x="310" y="1"/>
                  </a:moveTo>
                  <a:cubicBezTo>
                    <a:pt x="289" y="1"/>
                    <a:pt x="268" y="3"/>
                    <a:pt x="247" y="8"/>
                  </a:cubicBezTo>
                  <a:cubicBezTo>
                    <a:pt x="94" y="54"/>
                    <a:pt x="0" y="208"/>
                    <a:pt x="40" y="368"/>
                  </a:cubicBezTo>
                  <a:lnTo>
                    <a:pt x="380" y="1681"/>
                  </a:lnTo>
                  <a:cubicBezTo>
                    <a:pt x="414" y="1808"/>
                    <a:pt x="527" y="1901"/>
                    <a:pt x="660" y="1901"/>
                  </a:cubicBezTo>
                  <a:lnTo>
                    <a:pt x="740" y="1895"/>
                  </a:lnTo>
                  <a:cubicBezTo>
                    <a:pt x="894" y="1848"/>
                    <a:pt x="980" y="1688"/>
                    <a:pt x="947" y="1535"/>
                  </a:cubicBezTo>
                  <a:lnTo>
                    <a:pt x="607" y="214"/>
                  </a:lnTo>
                  <a:cubicBezTo>
                    <a:pt x="561" y="88"/>
                    <a:pt x="440" y="1"/>
                    <a:pt x="31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9" name="Google Shape;1982;p36"/>
            <p:cNvSpPr/>
            <p:nvPr/>
          </p:nvSpPr>
          <p:spPr>
            <a:xfrm>
              <a:off x="1786441" y="2986472"/>
              <a:ext cx="29872" cy="51521"/>
            </a:xfrm>
            <a:custGeom>
              <a:avLst/>
              <a:gdLst/>
              <a:ahLst/>
              <a:cxnLst/>
              <a:rect l="l" t="t" r="r" b="b"/>
              <a:pathLst>
                <a:path w="1068" h="1842" extrusionOk="0">
                  <a:moveTo>
                    <a:pt x="322" y="1"/>
                  </a:moveTo>
                  <a:cubicBezTo>
                    <a:pt x="293" y="1"/>
                    <a:pt x="263" y="5"/>
                    <a:pt x="234" y="14"/>
                  </a:cubicBezTo>
                  <a:cubicBezTo>
                    <a:pt x="81" y="67"/>
                    <a:pt x="1" y="227"/>
                    <a:pt x="54" y="381"/>
                  </a:cubicBezTo>
                  <a:lnTo>
                    <a:pt x="461" y="1641"/>
                  </a:lnTo>
                  <a:cubicBezTo>
                    <a:pt x="501" y="1761"/>
                    <a:pt x="614" y="1841"/>
                    <a:pt x="741" y="1841"/>
                  </a:cubicBezTo>
                  <a:lnTo>
                    <a:pt x="834" y="1828"/>
                  </a:lnTo>
                  <a:cubicBezTo>
                    <a:pt x="988" y="1774"/>
                    <a:pt x="1068" y="1608"/>
                    <a:pt x="1021" y="1461"/>
                  </a:cubicBezTo>
                  <a:lnTo>
                    <a:pt x="601" y="201"/>
                  </a:lnTo>
                  <a:cubicBezTo>
                    <a:pt x="558" y="77"/>
                    <a:pt x="445" y="1"/>
                    <a:pt x="32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0" name="Google Shape;1983;p36"/>
            <p:cNvSpPr/>
            <p:nvPr/>
          </p:nvSpPr>
          <p:spPr>
            <a:xfrm>
              <a:off x="1827865" y="2993437"/>
              <a:ext cx="36585" cy="51633"/>
            </a:xfrm>
            <a:custGeom>
              <a:avLst/>
              <a:gdLst/>
              <a:ahLst/>
              <a:cxnLst/>
              <a:rect l="l" t="t" r="r" b="b"/>
              <a:pathLst>
                <a:path w="1308" h="1846" extrusionOk="0">
                  <a:moveTo>
                    <a:pt x="335" y="0"/>
                  </a:moveTo>
                  <a:cubicBezTo>
                    <a:pt x="291" y="0"/>
                    <a:pt x="248" y="10"/>
                    <a:pt x="207" y="32"/>
                  </a:cubicBezTo>
                  <a:cubicBezTo>
                    <a:pt x="60" y="105"/>
                    <a:pt x="0" y="285"/>
                    <a:pt x="80" y="425"/>
                  </a:cubicBezTo>
                  <a:lnTo>
                    <a:pt x="714" y="1679"/>
                  </a:lnTo>
                  <a:cubicBezTo>
                    <a:pt x="760" y="1779"/>
                    <a:pt x="860" y="1845"/>
                    <a:pt x="974" y="1845"/>
                  </a:cubicBezTo>
                  <a:cubicBezTo>
                    <a:pt x="1014" y="1839"/>
                    <a:pt x="1054" y="1825"/>
                    <a:pt x="1094" y="1812"/>
                  </a:cubicBezTo>
                  <a:cubicBezTo>
                    <a:pt x="1247" y="1739"/>
                    <a:pt x="1307" y="1559"/>
                    <a:pt x="1227" y="1419"/>
                  </a:cubicBezTo>
                  <a:lnTo>
                    <a:pt x="594" y="158"/>
                  </a:lnTo>
                  <a:cubicBezTo>
                    <a:pt x="542" y="59"/>
                    <a:pt x="440" y="0"/>
                    <a:pt x="33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1" name="Google Shape;1984;p36"/>
            <p:cNvSpPr/>
            <p:nvPr/>
          </p:nvSpPr>
          <p:spPr>
            <a:xfrm>
              <a:off x="1879525" y="3002974"/>
              <a:ext cx="29872" cy="49563"/>
            </a:xfrm>
            <a:custGeom>
              <a:avLst/>
              <a:gdLst/>
              <a:ahLst/>
              <a:cxnLst/>
              <a:rect l="l" t="t" r="r" b="b"/>
              <a:pathLst>
                <a:path w="1068" h="1772" extrusionOk="0">
                  <a:moveTo>
                    <a:pt x="330" y="1"/>
                  </a:moveTo>
                  <a:cubicBezTo>
                    <a:pt x="298" y="1"/>
                    <a:pt x="266" y="6"/>
                    <a:pt x="234" y="17"/>
                  </a:cubicBezTo>
                  <a:cubicBezTo>
                    <a:pt x="80" y="71"/>
                    <a:pt x="0" y="237"/>
                    <a:pt x="47" y="391"/>
                  </a:cubicBezTo>
                  <a:lnTo>
                    <a:pt x="467" y="1578"/>
                  </a:lnTo>
                  <a:cubicBezTo>
                    <a:pt x="507" y="1691"/>
                    <a:pt x="620" y="1771"/>
                    <a:pt x="740" y="1771"/>
                  </a:cubicBezTo>
                  <a:lnTo>
                    <a:pt x="834" y="1751"/>
                  </a:lnTo>
                  <a:cubicBezTo>
                    <a:pt x="987" y="1705"/>
                    <a:pt x="1067" y="1538"/>
                    <a:pt x="1014" y="1384"/>
                  </a:cubicBezTo>
                  <a:lnTo>
                    <a:pt x="600" y="204"/>
                  </a:lnTo>
                  <a:cubicBezTo>
                    <a:pt x="563" y="77"/>
                    <a:pt x="451" y="1"/>
                    <a:pt x="33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2" name="Google Shape;1985;p36"/>
            <p:cNvSpPr/>
            <p:nvPr/>
          </p:nvSpPr>
          <p:spPr>
            <a:xfrm>
              <a:off x="1922403" y="3011002"/>
              <a:ext cx="31746" cy="54765"/>
            </a:xfrm>
            <a:custGeom>
              <a:avLst/>
              <a:gdLst/>
              <a:ahLst/>
              <a:cxnLst/>
              <a:rect l="l" t="t" r="r" b="b"/>
              <a:pathLst>
                <a:path w="1135" h="1958" extrusionOk="0">
                  <a:moveTo>
                    <a:pt x="332" y="1"/>
                  </a:moveTo>
                  <a:cubicBezTo>
                    <a:pt x="299" y="1"/>
                    <a:pt x="267" y="6"/>
                    <a:pt x="234" y="17"/>
                  </a:cubicBezTo>
                  <a:cubicBezTo>
                    <a:pt x="81" y="70"/>
                    <a:pt x="1" y="237"/>
                    <a:pt x="61" y="391"/>
                  </a:cubicBezTo>
                  <a:lnTo>
                    <a:pt x="534" y="1758"/>
                  </a:lnTo>
                  <a:cubicBezTo>
                    <a:pt x="568" y="1878"/>
                    <a:pt x="681" y="1958"/>
                    <a:pt x="808" y="1958"/>
                  </a:cubicBezTo>
                  <a:lnTo>
                    <a:pt x="901" y="1938"/>
                  </a:lnTo>
                  <a:cubicBezTo>
                    <a:pt x="1055" y="1884"/>
                    <a:pt x="1135" y="1718"/>
                    <a:pt x="1081" y="1564"/>
                  </a:cubicBezTo>
                  <a:lnTo>
                    <a:pt x="608" y="197"/>
                  </a:lnTo>
                  <a:cubicBezTo>
                    <a:pt x="566" y="76"/>
                    <a:pt x="453" y="1"/>
                    <a:pt x="33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3" name="Google Shape;1986;p36"/>
            <p:cNvSpPr/>
            <p:nvPr/>
          </p:nvSpPr>
          <p:spPr>
            <a:xfrm>
              <a:off x="966836" y="3927215"/>
              <a:ext cx="117586" cy="195287"/>
            </a:xfrm>
            <a:custGeom>
              <a:avLst/>
              <a:gdLst/>
              <a:ahLst/>
              <a:cxnLst/>
              <a:rect l="l" t="t" r="r" b="b"/>
              <a:pathLst>
                <a:path w="4204" h="6982" extrusionOk="0">
                  <a:moveTo>
                    <a:pt x="2150" y="4090"/>
                  </a:moveTo>
                  <a:cubicBezTo>
                    <a:pt x="3097" y="4090"/>
                    <a:pt x="3323" y="5684"/>
                    <a:pt x="2250" y="5810"/>
                  </a:cubicBezTo>
                  <a:cubicBezTo>
                    <a:pt x="2212" y="5815"/>
                    <a:pt x="2176" y="5817"/>
                    <a:pt x="2140" y="5817"/>
                  </a:cubicBezTo>
                  <a:cubicBezTo>
                    <a:pt x="1157" y="5817"/>
                    <a:pt x="1004" y="4090"/>
                    <a:pt x="2150" y="4090"/>
                  </a:cubicBezTo>
                  <a:close/>
                  <a:moveTo>
                    <a:pt x="2244" y="0"/>
                  </a:moveTo>
                  <a:cubicBezTo>
                    <a:pt x="708" y="0"/>
                    <a:pt x="0" y="6593"/>
                    <a:pt x="469" y="6824"/>
                  </a:cubicBezTo>
                  <a:cubicBezTo>
                    <a:pt x="672" y="6924"/>
                    <a:pt x="1171" y="6981"/>
                    <a:pt x="1721" y="6981"/>
                  </a:cubicBezTo>
                  <a:cubicBezTo>
                    <a:pt x="2453" y="6981"/>
                    <a:pt x="3275" y="6880"/>
                    <a:pt x="3610" y="6644"/>
                  </a:cubicBezTo>
                  <a:cubicBezTo>
                    <a:pt x="4204" y="6224"/>
                    <a:pt x="3964" y="4557"/>
                    <a:pt x="3617" y="2523"/>
                  </a:cubicBezTo>
                  <a:cubicBezTo>
                    <a:pt x="3270" y="489"/>
                    <a:pt x="3183" y="76"/>
                    <a:pt x="2290" y="2"/>
                  </a:cubicBezTo>
                  <a:cubicBezTo>
                    <a:pt x="2274" y="1"/>
                    <a:pt x="2259" y="0"/>
                    <a:pt x="22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4" name="Google Shape;1987;p36"/>
            <p:cNvSpPr/>
            <p:nvPr/>
          </p:nvSpPr>
          <p:spPr>
            <a:xfrm>
              <a:off x="957578" y="3918936"/>
              <a:ext cx="135235" cy="211845"/>
            </a:xfrm>
            <a:custGeom>
              <a:avLst/>
              <a:gdLst/>
              <a:ahLst/>
              <a:cxnLst/>
              <a:rect l="l" t="t" r="r" b="b"/>
              <a:pathLst>
                <a:path w="4835" h="7574" extrusionOk="0">
                  <a:moveTo>
                    <a:pt x="2481" y="4679"/>
                  </a:moveTo>
                  <a:cubicBezTo>
                    <a:pt x="2834" y="4679"/>
                    <a:pt x="2994" y="5139"/>
                    <a:pt x="3001" y="5253"/>
                  </a:cubicBezTo>
                  <a:cubicBezTo>
                    <a:pt x="3014" y="5373"/>
                    <a:pt x="2994" y="5760"/>
                    <a:pt x="2547" y="5820"/>
                  </a:cubicBezTo>
                  <a:cubicBezTo>
                    <a:pt x="2524" y="5823"/>
                    <a:pt x="2501" y="5825"/>
                    <a:pt x="2479" y="5825"/>
                  </a:cubicBezTo>
                  <a:cubicBezTo>
                    <a:pt x="2323" y="5825"/>
                    <a:pt x="2175" y="5747"/>
                    <a:pt x="2094" y="5613"/>
                  </a:cubicBezTo>
                  <a:cubicBezTo>
                    <a:pt x="1954" y="5406"/>
                    <a:pt x="1927" y="5139"/>
                    <a:pt x="2034" y="4913"/>
                  </a:cubicBezTo>
                  <a:cubicBezTo>
                    <a:pt x="2121" y="4753"/>
                    <a:pt x="2267" y="4679"/>
                    <a:pt x="2481" y="4679"/>
                  </a:cubicBezTo>
                  <a:close/>
                  <a:moveTo>
                    <a:pt x="2445" y="4092"/>
                  </a:moveTo>
                  <a:cubicBezTo>
                    <a:pt x="2059" y="4092"/>
                    <a:pt x="1702" y="4303"/>
                    <a:pt x="1520" y="4639"/>
                  </a:cubicBezTo>
                  <a:cubicBezTo>
                    <a:pt x="1314" y="5059"/>
                    <a:pt x="1347" y="5560"/>
                    <a:pt x="1614" y="5946"/>
                  </a:cubicBezTo>
                  <a:cubicBezTo>
                    <a:pt x="1807" y="6233"/>
                    <a:pt x="2127" y="6406"/>
                    <a:pt x="2481" y="6406"/>
                  </a:cubicBezTo>
                  <a:lnTo>
                    <a:pt x="2481" y="6400"/>
                  </a:lnTo>
                  <a:lnTo>
                    <a:pt x="2614" y="6400"/>
                  </a:lnTo>
                  <a:cubicBezTo>
                    <a:pt x="3221" y="6320"/>
                    <a:pt x="3608" y="5753"/>
                    <a:pt x="3581" y="5213"/>
                  </a:cubicBezTo>
                  <a:cubicBezTo>
                    <a:pt x="3548" y="4673"/>
                    <a:pt x="3154" y="4092"/>
                    <a:pt x="2481" y="4092"/>
                  </a:cubicBezTo>
                  <a:cubicBezTo>
                    <a:pt x="2469" y="4092"/>
                    <a:pt x="2457" y="4092"/>
                    <a:pt x="2445" y="4092"/>
                  </a:cubicBezTo>
                  <a:close/>
                  <a:moveTo>
                    <a:pt x="2571" y="577"/>
                  </a:moveTo>
                  <a:cubicBezTo>
                    <a:pt x="2579" y="577"/>
                    <a:pt x="2586" y="577"/>
                    <a:pt x="2594" y="578"/>
                  </a:cubicBezTo>
                  <a:cubicBezTo>
                    <a:pt x="3234" y="638"/>
                    <a:pt x="3301" y="785"/>
                    <a:pt x="3661" y="2872"/>
                  </a:cubicBezTo>
                  <a:cubicBezTo>
                    <a:pt x="3894" y="4259"/>
                    <a:pt x="4248" y="6380"/>
                    <a:pt x="3781" y="6707"/>
                  </a:cubicBezTo>
                  <a:cubicBezTo>
                    <a:pt x="3496" y="6902"/>
                    <a:pt x="2710" y="6990"/>
                    <a:pt x="2025" y="6990"/>
                  </a:cubicBezTo>
                  <a:cubicBezTo>
                    <a:pt x="1588" y="6990"/>
                    <a:pt x="1191" y="6954"/>
                    <a:pt x="994" y="6887"/>
                  </a:cubicBezTo>
                  <a:cubicBezTo>
                    <a:pt x="800" y="6246"/>
                    <a:pt x="1214" y="2272"/>
                    <a:pt x="2127" y="938"/>
                  </a:cubicBezTo>
                  <a:cubicBezTo>
                    <a:pt x="2242" y="779"/>
                    <a:pt x="2406" y="577"/>
                    <a:pt x="2571" y="577"/>
                  </a:cubicBezTo>
                  <a:close/>
                  <a:moveTo>
                    <a:pt x="2566" y="1"/>
                  </a:moveTo>
                  <a:cubicBezTo>
                    <a:pt x="1921" y="1"/>
                    <a:pt x="1370" y="767"/>
                    <a:pt x="954" y="2259"/>
                  </a:cubicBezTo>
                  <a:cubicBezTo>
                    <a:pt x="620" y="3446"/>
                    <a:pt x="0" y="7047"/>
                    <a:pt x="667" y="7380"/>
                  </a:cubicBezTo>
                  <a:cubicBezTo>
                    <a:pt x="914" y="7507"/>
                    <a:pt x="1454" y="7573"/>
                    <a:pt x="2047" y="7573"/>
                  </a:cubicBezTo>
                  <a:cubicBezTo>
                    <a:pt x="2834" y="7573"/>
                    <a:pt x="3728" y="7447"/>
                    <a:pt x="4114" y="7180"/>
                  </a:cubicBezTo>
                  <a:cubicBezTo>
                    <a:pt x="4835" y="6673"/>
                    <a:pt x="4628" y="5106"/>
                    <a:pt x="4228" y="2772"/>
                  </a:cubicBezTo>
                  <a:cubicBezTo>
                    <a:pt x="3894" y="772"/>
                    <a:pt x="3781" y="91"/>
                    <a:pt x="2647" y="5"/>
                  </a:cubicBezTo>
                  <a:cubicBezTo>
                    <a:pt x="2620" y="2"/>
                    <a:pt x="2593" y="1"/>
                    <a:pt x="256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5" name="Google Shape;1988;p36"/>
            <p:cNvSpPr/>
            <p:nvPr/>
          </p:nvSpPr>
          <p:spPr>
            <a:xfrm>
              <a:off x="1579044" y="2787242"/>
              <a:ext cx="204629" cy="189693"/>
            </a:xfrm>
            <a:custGeom>
              <a:avLst/>
              <a:gdLst/>
              <a:ahLst/>
              <a:cxnLst/>
              <a:rect l="l" t="t" r="r" b="b"/>
              <a:pathLst>
                <a:path w="7316" h="6782" extrusionOk="0">
                  <a:moveTo>
                    <a:pt x="4629" y="0"/>
                  </a:moveTo>
                  <a:cubicBezTo>
                    <a:pt x="4018" y="0"/>
                    <a:pt x="3341" y="111"/>
                    <a:pt x="2641" y="422"/>
                  </a:cubicBezTo>
                  <a:cubicBezTo>
                    <a:pt x="154" y="1522"/>
                    <a:pt x="0" y="4103"/>
                    <a:pt x="154" y="6717"/>
                  </a:cubicBezTo>
                  <a:cubicBezTo>
                    <a:pt x="534" y="6760"/>
                    <a:pt x="914" y="6782"/>
                    <a:pt x="1294" y="6782"/>
                  </a:cubicBezTo>
                  <a:cubicBezTo>
                    <a:pt x="1674" y="6782"/>
                    <a:pt x="2054" y="6760"/>
                    <a:pt x="2434" y="6717"/>
                  </a:cubicBezTo>
                  <a:cubicBezTo>
                    <a:pt x="2434" y="6717"/>
                    <a:pt x="1821" y="3983"/>
                    <a:pt x="3034" y="2089"/>
                  </a:cubicBezTo>
                  <a:cubicBezTo>
                    <a:pt x="3825" y="849"/>
                    <a:pt x="4975" y="421"/>
                    <a:pt x="5963" y="421"/>
                  </a:cubicBezTo>
                  <a:cubicBezTo>
                    <a:pt x="6485" y="421"/>
                    <a:pt x="6961" y="540"/>
                    <a:pt x="7316" y="722"/>
                  </a:cubicBezTo>
                  <a:cubicBezTo>
                    <a:pt x="7316" y="722"/>
                    <a:pt x="6185" y="0"/>
                    <a:pt x="4629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6" name="Google Shape;1989;p36"/>
            <p:cNvSpPr/>
            <p:nvPr/>
          </p:nvSpPr>
          <p:spPr>
            <a:xfrm>
              <a:off x="1570821" y="2778963"/>
              <a:ext cx="221998" cy="206419"/>
            </a:xfrm>
            <a:custGeom>
              <a:avLst/>
              <a:gdLst/>
              <a:ahLst/>
              <a:cxnLst/>
              <a:rect l="l" t="t" r="r" b="b"/>
              <a:pathLst>
                <a:path w="7937" h="7380" extrusionOk="0">
                  <a:moveTo>
                    <a:pt x="4910" y="591"/>
                  </a:moveTo>
                  <a:cubicBezTo>
                    <a:pt x="4994" y="591"/>
                    <a:pt x="5078" y="593"/>
                    <a:pt x="5162" y="598"/>
                  </a:cubicBezTo>
                  <a:cubicBezTo>
                    <a:pt x="4402" y="831"/>
                    <a:pt x="3649" y="1345"/>
                    <a:pt x="3082" y="2225"/>
                  </a:cubicBezTo>
                  <a:cubicBezTo>
                    <a:pt x="2048" y="3832"/>
                    <a:pt x="2262" y="5959"/>
                    <a:pt x="2382" y="6759"/>
                  </a:cubicBezTo>
                  <a:cubicBezTo>
                    <a:pt x="2124" y="6781"/>
                    <a:pt x="1867" y="6791"/>
                    <a:pt x="1611" y="6791"/>
                  </a:cubicBezTo>
                  <a:cubicBezTo>
                    <a:pt x="1315" y="6791"/>
                    <a:pt x="1021" y="6778"/>
                    <a:pt x="728" y="6753"/>
                  </a:cubicBezTo>
                  <a:cubicBezTo>
                    <a:pt x="581" y="3959"/>
                    <a:pt x="961" y="1911"/>
                    <a:pt x="3048" y="985"/>
                  </a:cubicBezTo>
                  <a:cubicBezTo>
                    <a:pt x="3638" y="725"/>
                    <a:pt x="4269" y="591"/>
                    <a:pt x="4910" y="591"/>
                  </a:cubicBezTo>
                  <a:close/>
                  <a:moveTo>
                    <a:pt x="4932" y="1"/>
                  </a:moveTo>
                  <a:cubicBezTo>
                    <a:pt x="4285" y="1"/>
                    <a:pt x="3565" y="120"/>
                    <a:pt x="2815" y="451"/>
                  </a:cubicBezTo>
                  <a:cubicBezTo>
                    <a:pt x="208" y="1598"/>
                    <a:pt x="1" y="4292"/>
                    <a:pt x="161" y="7026"/>
                  </a:cubicBezTo>
                  <a:cubicBezTo>
                    <a:pt x="161" y="7166"/>
                    <a:pt x="268" y="7286"/>
                    <a:pt x="408" y="7300"/>
                  </a:cubicBezTo>
                  <a:cubicBezTo>
                    <a:pt x="808" y="7353"/>
                    <a:pt x="1208" y="7373"/>
                    <a:pt x="1608" y="7380"/>
                  </a:cubicBezTo>
                  <a:cubicBezTo>
                    <a:pt x="1995" y="7373"/>
                    <a:pt x="2375" y="7346"/>
                    <a:pt x="2762" y="7300"/>
                  </a:cubicBezTo>
                  <a:cubicBezTo>
                    <a:pt x="2842" y="7293"/>
                    <a:pt x="2915" y="7246"/>
                    <a:pt x="2962" y="7180"/>
                  </a:cubicBezTo>
                  <a:cubicBezTo>
                    <a:pt x="3008" y="7113"/>
                    <a:pt x="3028" y="7033"/>
                    <a:pt x="3008" y="6953"/>
                  </a:cubicBezTo>
                  <a:cubicBezTo>
                    <a:pt x="3002" y="6926"/>
                    <a:pt x="2495" y="4245"/>
                    <a:pt x="3575" y="2545"/>
                  </a:cubicBezTo>
                  <a:cubicBezTo>
                    <a:pt x="4298" y="1415"/>
                    <a:pt x="5356" y="1006"/>
                    <a:pt x="6268" y="1006"/>
                  </a:cubicBezTo>
                  <a:cubicBezTo>
                    <a:pt x="6729" y="1006"/>
                    <a:pt x="7152" y="1110"/>
                    <a:pt x="7476" y="1278"/>
                  </a:cubicBezTo>
                  <a:cubicBezTo>
                    <a:pt x="7517" y="1300"/>
                    <a:pt x="7562" y="1311"/>
                    <a:pt x="7606" y="1311"/>
                  </a:cubicBezTo>
                  <a:cubicBezTo>
                    <a:pt x="7707" y="1311"/>
                    <a:pt x="7808" y="1257"/>
                    <a:pt x="7863" y="1165"/>
                  </a:cubicBezTo>
                  <a:cubicBezTo>
                    <a:pt x="7936" y="1031"/>
                    <a:pt x="7896" y="864"/>
                    <a:pt x="7770" y="778"/>
                  </a:cubicBezTo>
                  <a:cubicBezTo>
                    <a:pt x="7698" y="735"/>
                    <a:pt x="6539" y="1"/>
                    <a:pt x="493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7" name="Google Shape;1990;p36"/>
            <p:cNvSpPr/>
            <p:nvPr/>
          </p:nvSpPr>
          <p:spPr>
            <a:xfrm>
              <a:off x="1730669" y="2798598"/>
              <a:ext cx="125362" cy="186979"/>
            </a:xfrm>
            <a:custGeom>
              <a:avLst/>
              <a:gdLst/>
              <a:ahLst/>
              <a:cxnLst/>
              <a:rect l="l" t="t" r="r" b="b"/>
              <a:pathLst>
                <a:path w="4482" h="6685" extrusionOk="0">
                  <a:moveTo>
                    <a:pt x="466" y="1"/>
                  </a:moveTo>
                  <a:cubicBezTo>
                    <a:pt x="162" y="1"/>
                    <a:pt x="1" y="56"/>
                    <a:pt x="1" y="56"/>
                  </a:cubicBezTo>
                  <a:cubicBezTo>
                    <a:pt x="3582" y="2190"/>
                    <a:pt x="761" y="6384"/>
                    <a:pt x="761" y="6384"/>
                  </a:cubicBezTo>
                  <a:cubicBezTo>
                    <a:pt x="1648" y="6644"/>
                    <a:pt x="2735" y="6684"/>
                    <a:pt x="2735" y="6684"/>
                  </a:cubicBezTo>
                  <a:cubicBezTo>
                    <a:pt x="4482" y="3917"/>
                    <a:pt x="3622" y="1023"/>
                    <a:pt x="1895" y="316"/>
                  </a:cubicBezTo>
                  <a:cubicBezTo>
                    <a:pt x="1271" y="62"/>
                    <a:pt x="788" y="1"/>
                    <a:pt x="466" y="1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8" name="Google Shape;1991;p36"/>
            <p:cNvSpPr/>
            <p:nvPr/>
          </p:nvSpPr>
          <p:spPr>
            <a:xfrm>
              <a:off x="1722474" y="2790626"/>
              <a:ext cx="126676" cy="203146"/>
            </a:xfrm>
            <a:custGeom>
              <a:avLst/>
              <a:gdLst/>
              <a:ahLst/>
              <a:cxnLst/>
              <a:rect l="l" t="t" r="r" b="b"/>
              <a:pathLst>
                <a:path w="4529" h="7263" extrusionOk="0">
                  <a:moveTo>
                    <a:pt x="1161" y="614"/>
                  </a:moveTo>
                  <a:lnTo>
                    <a:pt x="1161" y="614"/>
                  </a:lnTo>
                  <a:cubicBezTo>
                    <a:pt x="1481" y="661"/>
                    <a:pt x="1788" y="748"/>
                    <a:pt x="2081" y="874"/>
                  </a:cubicBezTo>
                  <a:cubicBezTo>
                    <a:pt x="2721" y="1134"/>
                    <a:pt x="3241" y="1761"/>
                    <a:pt x="3508" y="2575"/>
                  </a:cubicBezTo>
                  <a:cubicBezTo>
                    <a:pt x="3908" y="3835"/>
                    <a:pt x="3681" y="5315"/>
                    <a:pt x="2874" y="6669"/>
                  </a:cubicBezTo>
                  <a:cubicBezTo>
                    <a:pt x="2414" y="6636"/>
                    <a:pt x="1954" y="6576"/>
                    <a:pt x="1507" y="6482"/>
                  </a:cubicBezTo>
                  <a:cubicBezTo>
                    <a:pt x="1894" y="5782"/>
                    <a:pt x="2674" y="4135"/>
                    <a:pt x="2308" y="2515"/>
                  </a:cubicBezTo>
                  <a:cubicBezTo>
                    <a:pt x="2141" y="1775"/>
                    <a:pt x="1741" y="1108"/>
                    <a:pt x="1161" y="614"/>
                  </a:cubicBezTo>
                  <a:close/>
                  <a:moveTo>
                    <a:pt x="762" y="1"/>
                  </a:moveTo>
                  <a:cubicBezTo>
                    <a:pt x="416" y="1"/>
                    <a:pt x="224" y="64"/>
                    <a:pt x="207" y="67"/>
                  </a:cubicBezTo>
                  <a:cubicBezTo>
                    <a:pt x="94" y="107"/>
                    <a:pt x="20" y="201"/>
                    <a:pt x="14" y="314"/>
                  </a:cubicBezTo>
                  <a:cubicBezTo>
                    <a:pt x="0" y="427"/>
                    <a:pt x="54" y="534"/>
                    <a:pt x="154" y="594"/>
                  </a:cubicBezTo>
                  <a:cubicBezTo>
                    <a:pt x="1014" y="1108"/>
                    <a:pt x="1547" y="1801"/>
                    <a:pt x="1741" y="2641"/>
                  </a:cubicBezTo>
                  <a:cubicBezTo>
                    <a:pt x="2154" y="4475"/>
                    <a:pt x="827" y="6482"/>
                    <a:pt x="814" y="6502"/>
                  </a:cubicBezTo>
                  <a:cubicBezTo>
                    <a:pt x="761" y="6582"/>
                    <a:pt x="754" y="6682"/>
                    <a:pt x="787" y="6769"/>
                  </a:cubicBezTo>
                  <a:cubicBezTo>
                    <a:pt x="814" y="6849"/>
                    <a:pt x="887" y="6916"/>
                    <a:pt x="974" y="6943"/>
                  </a:cubicBezTo>
                  <a:cubicBezTo>
                    <a:pt x="1881" y="7216"/>
                    <a:pt x="2975" y="7263"/>
                    <a:pt x="3015" y="7263"/>
                  </a:cubicBezTo>
                  <a:lnTo>
                    <a:pt x="3028" y="7263"/>
                  </a:lnTo>
                  <a:cubicBezTo>
                    <a:pt x="3128" y="7263"/>
                    <a:pt x="3221" y="7209"/>
                    <a:pt x="3275" y="7129"/>
                  </a:cubicBezTo>
                  <a:cubicBezTo>
                    <a:pt x="4248" y="5596"/>
                    <a:pt x="4528" y="3868"/>
                    <a:pt x="4055" y="2401"/>
                  </a:cubicBezTo>
                  <a:cubicBezTo>
                    <a:pt x="3741" y="1408"/>
                    <a:pt x="3095" y="661"/>
                    <a:pt x="2294" y="334"/>
                  </a:cubicBezTo>
                  <a:cubicBezTo>
                    <a:pt x="1636" y="67"/>
                    <a:pt x="1118" y="1"/>
                    <a:pt x="76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9" name="Google Shape;1992;p36"/>
            <p:cNvSpPr/>
            <p:nvPr/>
          </p:nvSpPr>
          <p:spPr>
            <a:xfrm>
              <a:off x="2507340" y="3289555"/>
              <a:ext cx="957049" cy="1246595"/>
            </a:xfrm>
            <a:custGeom>
              <a:avLst/>
              <a:gdLst/>
              <a:ahLst/>
              <a:cxnLst/>
              <a:rect l="l" t="t" r="r" b="b"/>
              <a:pathLst>
                <a:path w="34217" h="44569" extrusionOk="0">
                  <a:moveTo>
                    <a:pt x="0" y="1"/>
                  </a:moveTo>
                  <a:cubicBezTo>
                    <a:pt x="0" y="1"/>
                    <a:pt x="787" y="2855"/>
                    <a:pt x="1807" y="6789"/>
                  </a:cubicBezTo>
                  <a:cubicBezTo>
                    <a:pt x="2834" y="10724"/>
                    <a:pt x="3635" y="20546"/>
                    <a:pt x="3975" y="20993"/>
                  </a:cubicBezTo>
                  <a:cubicBezTo>
                    <a:pt x="4321" y="21446"/>
                    <a:pt x="6602" y="22707"/>
                    <a:pt x="9509" y="23727"/>
                  </a:cubicBezTo>
                  <a:cubicBezTo>
                    <a:pt x="11423" y="24407"/>
                    <a:pt x="13937" y="24927"/>
                    <a:pt x="15444" y="25214"/>
                  </a:cubicBezTo>
                  <a:cubicBezTo>
                    <a:pt x="14758" y="25854"/>
                    <a:pt x="13030" y="29249"/>
                    <a:pt x="12197" y="30749"/>
                  </a:cubicBezTo>
                  <a:cubicBezTo>
                    <a:pt x="11277" y="32409"/>
                    <a:pt x="8309" y="36450"/>
                    <a:pt x="9169" y="37991"/>
                  </a:cubicBezTo>
                  <a:cubicBezTo>
                    <a:pt x="10030" y="39538"/>
                    <a:pt x="11457" y="40158"/>
                    <a:pt x="13737" y="40618"/>
                  </a:cubicBezTo>
                  <a:cubicBezTo>
                    <a:pt x="15939" y="41061"/>
                    <a:pt x="20878" y="44569"/>
                    <a:pt x="25212" y="44569"/>
                  </a:cubicBezTo>
                  <a:cubicBezTo>
                    <a:pt x="25380" y="44569"/>
                    <a:pt x="25547" y="44564"/>
                    <a:pt x="25714" y="44553"/>
                  </a:cubicBezTo>
                  <a:cubicBezTo>
                    <a:pt x="27428" y="44446"/>
                    <a:pt x="28848" y="43886"/>
                    <a:pt x="30008" y="42939"/>
                  </a:cubicBezTo>
                  <a:cubicBezTo>
                    <a:pt x="31869" y="41438"/>
                    <a:pt x="33016" y="38958"/>
                    <a:pt x="33476" y="35824"/>
                  </a:cubicBezTo>
                  <a:cubicBezTo>
                    <a:pt x="34216" y="30749"/>
                    <a:pt x="27828" y="23787"/>
                    <a:pt x="24860" y="20993"/>
                  </a:cubicBezTo>
                  <a:cubicBezTo>
                    <a:pt x="22493" y="18759"/>
                    <a:pt x="17158" y="13558"/>
                    <a:pt x="13204" y="9823"/>
                  </a:cubicBezTo>
                  <a:cubicBezTo>
                    <a:pt x="12204" y="8883"/>
                    <a:pt x="11290" y="8023"/>
                    <a:pt x="10536" y="7343"/>
                  </a:cubicBezTo>
                  <a:cubicBezTo>
                    <a:pt x="6835" y="3968"/>
                    <a:pt x="1361" y="174"/>
                    <a:pt x="0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0" name="Google Shape;1993;p36"/>
            <p:cNvSpPr/>
            <p:nvPr/>
          </p:nvSpPr>
          <p:spPr>
            <a:xfrm>
              <a:off x="2498250" y="3281332"/>
              <a:ext cx="976936" cy="1262957"/>
            </a:xfrm>
            <a:custGeom>
              <a:avLst/>
              <a:gdLst/>
              <a:ahLst/>
              <a:cxnLst/>
              <a:rect l="l" t="t" r="r" b="b"/>
              <a:pathLst>
                <a:path w="34928" h="45154" extrusionOk="0">
                  <a:moveTo>
                    <a:pt x="745" y="722"/>
                  </a:moveTo>
                  <a:lnTo>
                    <a:pt x="745" y="722"/>
                  </a:lnTo>
                  <a:cubicBezTo>
                    <a:pt x="2492" y="1428"/>
                    <a:pt x="7200" y="4696"/>
                    <a:pt x="10668" y="7857"/>
                  </a:cubicBezTo>
                  <a:cubicBezTo>
                    <a:pt x="11368" y="8497"/>
                    <a:pt x="12268" y="9330"/>
                    <a:pt x="13329" y="10331"/>
                  </a:cubicBezTo>
                  <a:cubicBezTo>
                    <a:pt x="15469" y="12358"/>
                    <a:pt x="18030" y="14825"/>
                    <a:pt x="20291" y="16999"/>
                  </a:cubicBezTo>
                  <a:cubicBezTo>
                    <a:pt x="22231" y="18866"/>
                    <a:pt x="23972" y="20547"/>
                    <a:pt x="24985" y="21500"/>
                  </a:cubicBezTo>
                  <a:cubicBezTo>
                    <a:pt x="25992" y="22447"/>
                    <a:pt x="28559" y="24981"/>
                    <a:pt x="30640" y="28015"/>
                  </a:cubicBezTo>
                  <a:cubicBezTo>
                    <a:pt x="32861" y="31236"/>
                    <a:pt x="33828" y="33944"/>
                    <a:pt x="33507" y="36078"/>
                  </a:cubicBezTo>
                  <a:cubicBezTo>
                    <a:pt x="33061" y="39205"/>
                    <a:pt x="31894" y="41599"/>
                    <a:pt x="30153" y="43006"/>
                  </a:cubicBezTo>
                  <a:cubicBezTo>
                    <a:pt x="29020" y="43940"/>
                    <a:pt x="27626" y="44453"/>
                    <a:pt x="26025" y="44567"/>
                  </a:cubicBezTo>
                  <a:cubicBezTo>
                    <a:pt x="25870" y="44576"/>
                    <a:pt x="25715" y="44581"/>
                    <a:pt x="25558" y="44581"/>
                  </a:cubicBezTo>
                  <a:cubicBezTo>
                    <a:pt x="22815" y="44581"/>
                    <a:pt x="19825" y="43140"/>
                    <a:pt x="17396" y="41979"/>
                  </a:cubicBezTo>
                  <a:cubicBezTo>
                    <a:pt x="16069" y="41339"/>
                    <a:pt x="14929" y="40799"/>
                    <a:pt x="14116" y="40632"/>
                  </a:cubicBezTo>
                  <a:cubicBezTo>
                    <a:pt x="12048" y="40212"/>
                    <a:pt x="10588" y="39652"/>
                    <a:pt x="9754" y="38145"/>
                  </a:cubicBezTo>
                  <a:cubicBezTo>
                    <a:pt x="9154" y="37071"/>
                    <a:pt x="10948" y="34170"/>
                    <a:pt x="12022" y="32443"/>
                  </a:cubicBezTo>
                  <a:cubicBezTo>
                    <a:pt x="12328" y="31950"/>
                    <a:pt x="12589" y="31516"/>
                    <a:pt x="12782" y="31183"/>
                  </a:cubicBezTo>
                  <a:lnTo>
                    <a:pt x="13402" y="30029"/>
                  </a:lnTo>
                  <a:cubicBezTo>
                    <a:pt x="14222" y="28502"/>
                    <a:pt x="15463" y="26195"/>
                    <a:pt x="15969" y="25715"/>
                  </a:cubicBezTo>
                  <a:cubicBezTo>
                    <a:pt x="16049" y="25641"/>
                    <a:pt x="16083" y="25528"/>
                    <a:pt x="16056" y="25428"/>
                  </a:cubicBezTo>
                  <a:cubicBezTo>
                    <a:pt x="16023" y="25315"/>
                    <a:pt x="15929" y="25241"/>
                    <a:pt x="15823" y="25215"/>
                  </a:cubicBezTo>
                  <a:cubicBezTo>
                    <a:pt x="14462" y="24968"/>
                    <a:pt x="11895" y="24441"/>
                    <a:pt x="9934" y="23748"/>
                  </a:cubicBezTo>
                  <a:cubicBezTo>
                    <a:pt x="6887" y="22674"/>
                    <a:pt x="4800" y="21467"/>
                    <a:pt x="4553" y="21134"/>
                  </a:cubicBezTo>
                  <a:cubicBezTo>
                    <a:pt x="4426" y="20874"/>
                    <a:pt x="4180" y="18840"/>
                    <a:pt x="3946" y="16873"/>
                  </a:cubicBezTo>
                  <a:cubicBezTo>
                    <a:pt x="3526" y="13505"/>
                    <a:pt x="3019" y="9324"/>
                    <a:pt x="2419" y="7010"/>
                  </a:cubicBezTo>
                  <a:cubicBezTo>
                    <a:pt x="1652" y="4069"/>
                    <a:pt x="1005" y="1708"/>
                    <a:pt x="745" y="722"/>
                  </a:cubicBezTo>
                  <a:close/>
                  <a:moveTo>
                    <a:pt x="338" y="1"/>
                  </a:moveTo>
                  <a:cubicBezTo>
                    <a:pt x="148" y="1"/>
                    <a:pt x="0" y="175"/>
                    <a:pt x="45" y="368"/>
                  </a:cubicBezTo>
                  <a:cubicBezTo>
                    <a:pt x="52" y="395"/>
                    <a:pt x="845" y="3269"/>
                    <a:pt x="1859" y="7163"/>
                  </a:cubicBezTo>
                  <a:cubicBezTo>
                    <a:pt x="2446" y="9431"/>
                    <a:pt x="2979" y="13772"/>
                    <a:pt x="3359" y="16939"/>
                  </a:cubicBezTo>
                  <a:cubicBezTo>
                    <a:pt x="3780" y="20347"/>
                    <a:pt x="3900" y="21240"/>
                    <a:pt x="4066" y="21467"/>
                  </a:cubicBezTo>
                  <a:cubicBezTo>
                    <a:pt x="4486" y="22014"/>
                    <a:pt x="6860" y="23281"/>
                    <a:pt x="9748" y="24301"/>
                  </a:cubicBezTo>
                  <a:cubicBezTo>
                    <a:pt x="11522" y="24935"/>
                    <a:pt x="13789" y="25415"/>
                    <a:pt x="15229" y="25702"/>
                  </a:cubicBezTo>
                  <a:cubicBezTo>
                    <a:pt x="14662" y="26475"/>
                    <a:pt x="13829" y="28002"/>
                    <a:pt x="12889" y="29749"/>
                  </a:cubicBezTo>
                  <a:lnTo>
                    <a:pt x="12262" y="30903"/>
                  </a:lnTo>
                  <a:cubicBezTo>
                    <a:pt x="12088" y="31223"/>
                    <a:pt x="11828" y="31650"/>
                    <a:pt x="11528" y="32137"/>
                  </a:cubicBezTo>
                  <a:cubicBezTo>
                    <a:pt x="10235" y="34210"/>
                    <a:pt x="8481" y="37051"/>
                    <a:pt x="9248" y="38432"/>
                  </a:cubicBezTo>
                  <a:cubicBezTo>
                    <a:pt x="10188" y="40125"/>
                    <a:pt x="11762" y="40752"/>
                    <a:pt x="14002" y="41206"/>
                  </a:cubicBezTo>
                  <a:cubicBezTo>
                    <a:pt x="14749" y="41346"/>
                    <a:pt x="15856" y="41879"/>
                    <a:pt x="17136" y="42499"/>
                  </a:cubicBezTo>
                  <a:cubicBezTo>
                    <a:pt x="19624" y="43686"/>
                    <a:pt x="22671" y="45153"/>
                    <a:pt x="25539" y="45153"/>
                  </a:cubicBezTo>
                  <a:cubicBezTo>
                    <a:pt x="25719" y="45153"/>
                    <a:pt x="25892" y="45153"/>
                    <a:pt x="26059" y="45140"/>
                  </a:cubicBezTo>
                  <a:cubicBezTo>
                    <a:pt x="27793" y="45033"/>
                    <a:pt x="29293" y="44466"/>
                    <a:pt x="30513" y="43466"/>
                  </a:cubicBezTo>
                  <a:cubicBezTo>
                    <a:pt x="32374" y="41952"/>
                    <a:pt x="33608" y="39432"/>
                    <a:pt x="34088" y="36164"/>
                  </a:cubicBezTo>
                  <a:cubicBezTo>
                    <a:pt x="34928" y="30409"/>
                    <a:pt x="26979" y="22581"/>
                    <a:pt x="25385" y="21074"/>
                  </a:cubicBezTo>
                  <a:cubicBezTo>
                    <a:pt x="24305" y="20060"/>
                    <a:pt x="22631" y="18446"/>
                    <a:pt x="20697" y="16579"/>
                  </a:cubicBezTo>
                  <a:cubicBezTo>
                    <a:pt x="18437" y="14405"/>
                    <a:pt x="15869" y="11938"/>
                    <a:pt x="13729" y="9911"/>
                  </a:cubicBezTo>
                  <a:cubicBezTo>
                    <a:pt x="12662" y="8904"/>
                    <a:pt x="11762" y="8070"/>
                    <a:pt x="11061" y="7430"/>
                  </a:cubicBezTo>
                  <a:cubicBezTo>
                    <a:pt x="7300" y="4002"/>
                    <a:pt x="1799" y="188"/>
                    <a:pt x="359" y="1"/>
                  </a:cubicBezTo>
                  <a:cubicBezTo>
                    <a:pt x="352" y="1"/>
                    <a:pt x="345" y="1"/>
                    <a:pt x="33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1" name="Google Shape;1994;p36"/>
            <p:cNvSpPr/>
            <p:nvPr/>
          </p:nvSpPr>
          <p:spPr>
            <a:xfrm>
              <a:off x="2507340" y="3289555"/>
              <a:ext cx="839352" cy="1246595"/>
            </a:xfrm>
            <a:custGeom>
              <a:avLst/>
              <a:gdLst/>
              <a:ahLst/>
              <a:cxnLst/>
              <a:rect l="l" t="t" r="r" b="b"/>
              <a:pathLst>
                <a:path w="30009" h="44569" extrusionOk="0">
                  <a:moveTo>
                    <a:pt x="0" y="1"/>
                  </a:moveTo>
                  <a:cubicBezTo>
                    <a:pt x="0" y="1"/>
                    <a:pt x="787" y="2862"/>
                    <a:pt x="1807" y="6796"/>
                  </a:cubicBezTo>
                  <a:cubicBezTo>
                    <a:pt x="2834" y="10730"/>
                    <a:pt x="3635" y="20546"/>
                    <a:pt x="3975" y="21000"/>
                  </a:cubicBezTo>
                  <a:cubicBezTo>
                    <a:pt x="4321" y="21446"/>
                    <a:pt x="6602" y="22707"/>
                    <a:pt x="9509" y="23734"/>
                  </a:cubicBezTo>
                  <a:cubicBezTo>
                    <a:pt x="11423" y="24407"/>
                    <a:pt x="13937" y="24927"/>
                    <a:pt x="15444" y="25214"/>
                  </a:cubicBezTo>
                  <a:cubicBezTo>
                    <a:pt x="14758" y="25854"/>
                    <a:pt x="13030" y="29249"/>
                    <a:pt x="12197" y="30749"/>
                  </a:cubicBezTo>
                  <a:cubicBezTo>
                    <a:pt x="11277" y="32409"/>
                    <a:pt x="8309" y="36450"/>
                    <a:pt x="9169" y="37991"/>
                  </a:cubicBezTo>
                  <a:cubicBezTo>
                    <a:pt x="10030" y="39538"/>
                    <a:pt x="11457" y="40158"/>
                    <a:pt x="13737" y="40618"/>
                  </a:cubicBezTo>
                  <a:cubicBezTo>
                    <a:pt x="15933" y="41061"/>
                    <a:pt x="20878" y="44569"/>
                    <a:pt x="25212" y="44569"/>
                  </a:cubicBezTo>
                  <a:cubicBezTo>
                    <a:pt x="25380" y="44569"/>
                    <a:pt x="25547" y="44564"/>
                    <a:pt x="25714" y="44553"/>
                  </a:cubicBezTo>
                  <a:cubicBezTo>
                    <a:pt x="27428" y="44446"/>
                    <a:pt x="28848" y="43886"/>
                    <a:pt x="30008" y="42939"/>
                  </a:cubicBezTo>
                  <a:lnTo>
                    <a:pt x="30008" y="42939"/>
                  </a:lnTo>
                  <a:cubicBezTo>
                    <a:pt x="29912" y="42940"/>
                    <a:pt x="29816" y="42941"/>
                    <a:pt x="29720" y="42941"/>
                  </a:cubicBezTo>
                  <a:cubicBezTo>
                    <a:pt x="29035" y="42941"/>
                    <a:pt x="28346" y="42899"/>
                    <a:pt x="27668" y="42805"/>
                  </a:cubicBezTo>
                  <a:cubicBezTo>
                    <a:pt x="25247" y="42499"/>
                    <a:pt x="22873" y="41925"/>
                    <a:pt x="20592" y="41092"/>
                  </a:cubicBezTo>
                  <a:cubicBezTo>
                    <a:pt x="18492" y="40325"/>
                    <a:pt x="16331" y="39205"/>
                    <a:pt x="15338" y="37204"/>
                  </a:cubicBezTo>
                  <a:cubicBezTo>
                    <a:pt x="13977" y="34457"/>
                    <a:pt x="15278" y="31209"/>
                    <a:pt x="16578" y="28442"/>
                  </a:cubicBezTo>
                  <a:cubicBezTo>
                    <a:pt x="16811" y="27935"/>
                    <a:pt x="17112" y="27375"/>
                    <a:pt x="17665" y="27241"/>
                  </a:cubicBezTo>
                  <a:cubicBezTo>
                    <a:pt x="17742" y="27222"/>
                    <a:pt x="17820" y="27214"/>
                    <a:pt x="17899" y="27214"/>
                  </a:cubicBezTo>
                  <a:cubicBezTo>
                    <a:pt x="18200" y="27214"/>
                    <a:pt x="18506" y="27338"/>
                    <a:pt x="18792" y="27455"/>
                  </a:cubicBezTo>
                  <a:lnTo>
                    <a:pt x="24100" y="29689"/>
                  </a:lnTo>
                  <a:cubicBezTo>
                    <a:pt x="21926" y="28308"/>
                    <a:pt x="19699" y="26875"/>
                    <a:pt x="18258" y="24741"/>
                  </a:cubicBezTo>
                  <a:cubicBezTo>
                    <a:pt x="17312" y="23354"/>
                    <a:pt x="16771" y="21747"/>
                    <a:pt x="16238" y="20166"/>
                  </a:cubicBezTo>
                  <a:cubicBezTo>
                    <a:pt x="15304" y="17419"/>
                    <a:pt x="12644" y="12797"/>
                    <a:pt x="13204" y="9830"/>
                  </a:cubicBezTo>
                  <a:cubicBezTo>
                    <a:pt x="12204" y="8883"/>
                    <a:pt x="11290" y="8030"/>
                    <a:pt x="10536" y="7343"/>
                  </a:cubicBezTo>
                  <a:cubicBezTo>
                    <a:pt x="6835" y="3968"/>
                    <a:pt x="1361" y="174"/>
                    <a:pt x="0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2" name="Google Shape;1995;p36"/>
            <p:cNvSpPr/>
            <p:nvPr/>
          </p:nvSpPr>
          <p:spPr>
            <a:xfrm>
              <a:off x="2507340" y="3289555"/>
              <a:ext cx="321571" cy="680622"/>
            </a:xfrm>
            <a:custGeom>
              <a:avLst/>
              <a:gdLst/>
              <a:ahLst/>
              <a:cxnLst/>
              <a:rect l="l" t="t" r="r" b="b"/>
              <a:pathLst>
                <a:path w="11497" h="24334" extrusionOk="0">
                  <a:moveTo>
                    <a:pt x="0" y="1"/>
                  </a:moveTo>
                  <a:cubicBezTo>
                    <a:pt x="0" y="1"/>
                    <a:pt x="147" y="534"/>
                    <a:pt x="394" y="1461"/>
                  </a:cubicBezTo>
                  <a:cubicBezTo>
                    <a:pt x="727" y="2675"/>
                    <a:pt x="1227" y="4562"/>
                    <a:pt x="1807" y="6796"/>
                  </a:cubicBezTo>
                  <a:cubicBezTo>
                    <a:pt x="2268" y="8516"/>
                    <a:pt x="2668" y="11397"/>
                    <a:pt x="3014" y="14098"/>
                  </a:cubicBezTo>
                  <a:cubicBezTo>
                    <a:pt x="3448" y="17545"/>
                    <a:pt x="3781" y="20740"/>
                    <a:pt x="3975" y="21000"/>
                  </a:cubicBezTo>
                  <a:cubicBezTo>
                    <a:pt x="4061" y="21106"/>
                    <a:pt x="4261" y="21266"/>
                    <a:pt x="4561" y="21453"/>
                  </a:cubicBezTo>
                  <a:cubicBezTo>
                    <a:pt x="5235" y="21900"/>
                    <a:pt x="6402" y="22500"/>
                    <a:pt x="7842" y="23100"/>
                  </a:cubicBezTo>
                  <a:cubicBezTo>
                    <a:pt x="8369" y="23314"/>
                    <a:pt x="8896" y="23514"/>
                    <a:pt x="9509" y="23734"/>
                  </a:cubicBezTo>
                  <a:cubicBezTo>
                    <a:pt x="10130" y="23947"/>
                    <a:pt x="10810" y="24154"/>
                    <a:pt x="11497" y="24334"/>
                  </a:cubicBezTo>
                  <a:cubicBezTo>
                    <a:pt x="11277" y="22413"/>
                    <a:pt x="11057" y="20279"/>
                    <a:pt x="10776" y="17946"/>
                  </a:cubicBezTo>
                  <a:cubicBezTo>
                    <a:pt x="10696" y="17219"/>
                    <a:pt x="10603" y="16498"/>
                    <a:pt x="10510" y="15738"/>
                  </a:cubicBezTo>
                  <a:cubicBezTo>
                    <a:pt x="10003" y="11611"/>
                    <a:pt x="9183" y="7783"/>
                    <a:pt x="8376" y="5496"/>
                  </a:cubicBezTo>
                  <a:cubicBezTo>
                    <a:pt x="4975" y="2708"/>
                    <a:pt x="1107" y="141"/>
                    <a:pt x="0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3" name="Google Shape;1996;p36"/>
            <p:cNvSpPr/>
            <p:nvPr/>
          </p:nvSpPr>
          <p:spPr>
            <a:xfrm>
              <a:off x="2498250" y="3281528"/>
              <a:ext cx="339052" cy="696677"/>
            </a:xfrm>
            <a:custGeom>
              <a:avLst/>
              <a:gdLst/>
              <a:ahLst/>
              <a:cxnLst/>
              <a:rect l="l" t="t" r="r" b="b"/>
              <a:pathLst>
                <a:path w="12122" h="24908" extrusionOk="0">
                  <a:moveTo>
                    <a:pt x="745" y="715"/>
                  </a:moveTo>
                  <a:lnTo>
                    <a:pt x="745" y="715"/>
                  </a:lnTo>
                  <a:cubicBezTo>
                    <a:pt x="2159" y="1288"/>
                    <a:pt x="5480" y="3522"/>
                    <a:pt x="8454" y="5949"/>
                  </a:cubicBezTo>
                  <a:cubicBezTo>
                    <a:pt x="9281" y="8317"/>
                    <a:pt x="10055" y="12084"/>
                    <a:pt x="10548" y="16059"/>
                  </a:cubicBezTo>
                  <a:cubicBezTo>
                    <a:pt x="10635" y="16812"/>
                    <a:pt x="10728" y="17552"/>
                    <a:pt x="10815" y="18266"/>
                  </a:cubicBezTo>
                  <a:cubicBezTo>
                    <a:pt x="11048" y="20213"/>
                    <a:pt x="11248" y="22040"/>
                    <a:pt x="11428" y="23707"/>
                  </a:cubicBezTo>
                  <a:lnTo>
                    <a:pt x="11488" y="24227"/>
                  </a:lnTo>
                  <a:cubicBezTo>
                    <a:pt x="10928" y="24074"/>
                    <a:pt x="10415" y="23907"/>
                    <a:pt x="9934" y="23741"/>
                  </a:cubicBezTo>
                  <a:cubicBezTo>
                    <a:pt x="9388" y="23547"/>
                    <a:pt x="8834" y="23341"/>
                    <a:pt x="8287" y="23120"/>
                  </a:cubicBezTo>
                  <a:cubicBezTo>
                    <a:pt x="6974" y="22574"/>
                    <a:pt x="5767" y="21967"/>
                    <a:pt x="5047" y="21500"/>
                  </a:cubicBezTo>
                  <a:cubicBezTo>
                    <a:pt x="4660" y="21253"/>
                    <a:pt x="4560" y="21133"/>
                    <a:pt x="4553" y="21127"/>
                  </a:cubicBezTo>
                  <a:cubicBezTo>
                    <a:pt x="4426" y="20867"/>
                    <a:pt x="4173" y="18806"/>
                    <a:pt x="3933" y="16825"/>
                  </a:cubicBezTo>
                  <a:cubicBezTo>
                    <a:pt x="3840" y="16039"/>
                    <a:pt x="3733" y="15198"/>
                    <a:pt x="3626" y="14351"/>
                  </a:cubicBezTo>
                  <a:cubicBezTo>
                    <a:pt x="3293" y="11717"/>
                    <a:pt x="2866" y="8737"/>
                    <a:pt x="2419" y="7003"/>
                  </a:cubicBezTo>
                  <a:cubicBezTo>
                    <a:pt x="1966" y="5269"/>
                    <a:pt x="1492" y="3482"/>
                    <a:pt x="999" y="1668"/>
                  </a:cubicBezTo>
                  <a:cubicBezTo>
                    <a:pt x="892" y="1281"/>
                    <a:pt x="812" y="955"/>
                    <a:pt x="745" y="715"/>
                  </a:cubicBezTo>
                  <a:close/>
                  <a:moveTo>
                    <a:pt x="338" y="0"/>
                  </a:moveTo>
                  <a:cubicBezTo>
                    <a:pt x="148" y="0"/>
                    <a:pt x="0" y="181"/>
                    <a:pt x="45" y="368"/>
                  </a:cubicBezTo>
                  <a:cubicBezTo>
                    <a:pt x="45" y="368"/>
                    <a:pt x="192" y="901"/>
                    <a:pt x="445" y="1828"/>
                  </a:cubicBezTo>
                  <a:cubicBezTo>
                    <a:pt x="925" y="3635"/>
                    <a:pt x="1399" y="5416"/>
                    <a:pt x="1859" y="7163"/>
                  </a:cubicBezTo>
                  <a:cubicBezTo>
                    <a:pt x="2319" y="8917"/>
                    <a:pt x="2719" y="11817"/>
                    <a:pt x="3053" y="14425"/>
                  </a:cubicBezTo>
                  <a:cubicBezTo>
                    <a:pt x="3159" y="15285"/>
                    <a:pt x="3259" y="16119"/>
                    <a:pt x="3359" y="16899"/>
                  </a:cubicBezTo>
                  <a:cubicBezTo>
                    <a:pt x="3780" y="20340"/>
                    <a:pt x="3900" y="21240"/>
                    <a:pt x="4080" y="21467"/>
                  </a:cubicBezTo>
                  <a:cubicBezTo>
                    <a:pt x="4180" y="21613"/>
                    <a:pt x="4393" y="21787"/>
                    <a:pt x="4726" y="21994"/>
                  </a:cubicBezTo>
                  <a:cubicBezTo>
                    <a:pt x="5480" y="22487"/>
                    <a:pt x="6727" y="23107"/>
                    <a:pt x="8061" y="23661"/>
                  </a:cubicBezTo>
                  <a:cubicBezTo>
                    <a:pt x="8621" y="23894"/>
                    <a:pt x="9148" y="24087"/>
                    <a:pt x="9748" y="24301"/>
                  </a:cubicBezTo>
                  <a:cubicBezTo>
                    <a:pt x="10341" y="24521"/>
                    <a:pt x="11021" y="24721"/>
                    <a:pt x="11748" y="24908"/>
                  </a:cubicBezTo>
                  <a:lnTo>
                    <a:pt x="11822" y="24908"/>
                  </a:lnTo>
                  <a:cubicBezTo>
                    <a:pt x="11888" y="24908"/>
                    <a:pt x="11955" y="24888"/>
                    <a:pt x="12015" y="24854"/>
                  </a:cubicBezTo>
                  <a:cubicBezTo>
                    <a:pt x="12082" y="24781"/>
                    <a:pt x="12122" y="24688"/>
                    <a:pt x="12115" y="24594"/>
                  </a:cubicBezTo>
                  <a:lnTo>
                    <a:pt x="12002" y="23654"/>
                  </a:lnTo>
                  <a:cubicBezTo>
                    <a:pt x="11822" y="21987"/>
                    <a:pt x="11622" y="20166"/>
                    <a:pt x="11388" y="18206"/>
                  </a:cubicBezTo>
                  <a:cubicBezTo>
                    <a:pt x="11302" y="17486"/>
                    <a:pt x="11215" y="16752"/>
                    <a:pt x="11121" y="15999"/>
                  </a:cubicBezTo>
                  <a:cubicBezTo>
                    <a:pt x="10621" y="11931"/>
                    <a:pt x="9821" y="8083"/>
                    <a:pt x="8981" y="5689"/>
                  </a:cubicBezTo>
                  <a:cubicBezTo>
                    <a:pt x="8961" y="5636"/>
                    <a:pt x="8928" y="5589"/>
                    <a:pt x="8888" y="5556"/>
                  </a:cubicBezTo>
                  <a:cubicBezTo>
                    <a:pt x="5780" y="3015"/>
                    <a:pt x="1632" y="168"/>
                    <a:pt x="359" y="1"/>
                  </a:cubicBezTo>
                  <a:cubicBezTo>
                    <a:pt x="352" y="1"/>
                    <a:pt x="345" y="0"/>
                    <a:pt x="33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4" name="Google Shape;1997;p36"/>
            <p:cNvSpPr/>
            <p:nvPr/>
          </p:nvSpPr>
          <p:spPr>
            <a:xfrm>
              <a:off x="2939309" y="3991602"/>
              <a:ext cx="36781" cy="9538"/>
            </a:xfrm>
            <a:custGeom>
              <a:avLst/>
              <a:gdLst/>
              <a:ahLst/>
              <a:cxnLst/>
              <a:rect l="l" t="t" r="r" b="b"/>
              <a:pathLst>
                <a:path w="1315" h="341" extrusionOk="0">
                  <a:moveTo>
                    <a:pt x="294" y="1"/>
                  </a:moveTo>
                  <a:cubicBezTo>
                    <a:pt x="256" y="1"/>
                    <a:pt x="218" y="3"/>
                    <a:pt x="180" y="7"/>
                  </a:cubicBezTo>
                  <a:cubicBezTo>
                    <a:pt x="107" y="21"/>
                    <a:pt x="47" y="61"/>
                    <a:pt x="0" y="114"/>
                  </a:cubicBezTo>
                  <a:cubicBezTo>
                    <a:pt x="754" y="254"/>
                    <a:pt x="1254" y="334"/>
                    <a:pt x="1314" y="341"/>
                  </a:cubicBezTo>
                  <a:cubicBezTo>
                    <a:pt x="1253" y="304"/>
                    <a:pt x="749" y="1"/>
                    <a:pt x="294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5" name="Google Shape;1998;p36"/>
            <p:cNvSpPr/>
            <p:nvPr/>
          </p:nvSpPr>
          <p:spPr>
            <a:xfrm>
              <a:off x="2930722" y="3983379"/>
              <a:ext cx="54318" cy="25984"/>
            </a:xfrm>
            <a:custGeom>
              <a:avLst/>
              <a:gdLst/>
              <a:ahLst/>
              <a:cxnLst/>
              <a:rect l="l" t="t" r="r" b="b"/>
              <a:pathLst>
                <a:path w="1942" h="929" extrusionOk="0">
                  <a:moveTo>
                    <a:pt x="577" y="1"/>
                  </a:moveTo>
                  <a:cubicBezTo>
                    <a:pt x="531" y="1"/>
                    <a:pt x="486" y="3"/>
                    <a:pt x="441" y="8"/>
                  </a:cubicBezTo>
                  <a:cubicBezTo>
                    <a:pt x="314" y="35"/>
                    <a:pt x="201" y="95"/>
                    <a:pt x="107" y="195"/>
                  </a:cubicBezTo>
                  <a:cubicBezTo>
                    <a:pt x="27" y="268"/>
                    <a:pt x="1" y="388"/>
                    <a:pt x="34" y="495"/>
                  </a:cubicBezTo>
                  <a:cubicBezTo>
                    <a:pt x="67" y="595"/>
                    <a:pt x="154" y="675"/>
                    <a:pt x="261" y="695"/>
                  </a:cubicBezTo>
                  <a:lnTo>
                    <a:pt x="1588" y="928"/>
                  </a:lnTo>
                  <a:lnTo>
                    <a:pt x="1628" y="928"/>
                  </a:lnTo>
                  <a:cubicBezTo>
                    <a:pt x="1748" y="922"/>
                    <a:pt x="1854" y="848"/>
                    <a:pt x="1894" y="735"/>
                  </a:cubicBezTo>
                  <a:cubicBezTo>
                    <a:pt x="1941" y="602"/>
                    <a:pt x="1894" y="455"/>
                    <a:pt x="1774" y="381"/>
                  </a:cubicBezTo>
                  <a:cubicBezTo>
                    <a:pt x="1615" y="290"/>
                    <a:pt x="1090" y="1"/>
                    <a:pt x="57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6" name="Google Shape;1999;p36"/>
            <p:cNvSpPr/>
            <p:nvPr/>
          </p:nvSpPr>
          <p:spPr>
            <a:xfrm>
              <a:off x="2591642" y="3676408"/>
              <a:ext cx="336871" cy="316341"/>
            </a:xfrm>
            <a:custGeom>
              <a:avLst/>
              <a:gdLst/>
              <a:ahLst/>
              <a:cxnLst/>
              <a:rect l="l" t="t" r="r" b="b"/>
              <a:pathLst>
                <a:path w="12044" h="11310" extrusionOk="0">
                  <a:moveTo>
                    <a:pt x="594" y="0"/>
                  </a:moveTo>
                  <a:cubicBezTo>
                    <a:pt x="387" y="53"/>
                    <a:pt x="187" y="140"/>
                    <a:pt x="0" y="267"/>
                  </a:cubicBezTo>
                  <a:cubicBezTo>
                    <a:pt x="434" y="3714"/>
                    <a:pt x="767" y="6909"/>
                    <a:pt x="961" y="7169"/>
                  </a:cubicBezTo>
                  <a:cubicBezTo>
                    <a:pt x="1301" y="7615"/>
                    <a:pt x="3588" y="8876"/>
                    <a:pt x="6495" y="9903"/>
                  </a:cubicBezTo>
                  <a:cubicBezTo>
                    <a:pt x="8249" y="10516"/>
                    <a:pt x="10503" y="11010"/>
                    <a:pt x="12044" y="11310"/>
                  </a:cubicBezTo>
                  <a:cubicBezTo>
                    <a:pt x="11810" y="11023"/>
                    <a:pt x="11637" y="10696"/>
                    <a:pt x="11530" y="10350"/>
                  </a:cubicBezTo>
                  <a:cubicBezTo>
                    <a:pt x="11043" y="8882"/>
                    <a:pt x="10597" y="3708"/>
                    <a:pt x="7389" y="1067"/>
                  </a:cubicBezTo>
                  <a:lnTo>
                    <a:pt x="7389" y="1067"/>
                  </a:lnTo>
                  <a:cubicBezTo>
                    <a:pt x="7389" y="1067"/>
                    <a:pt x="7502" y="1981"/>
                    <a:pt x="7629" y="3008"/>
                  </a:cubicBezTo>
                  <a:cubicBezTo>
                    <a:pt x="7629" y="3008"/>
                    <a:pt x="6113" y="3618"/>
                    <a:pt x="4349" y="3618"/>
                  </a:cubicBezTo>
                  <a:cubicBezTo>
                    <a:pt x="4223" y="3618"/>
                    <a:pt x="4096" y="3614"/>
                    <a:pt x="3968" y="3608"/>
                  </a:cubicBezTo>
                  <a:cubicBezTo>
                    <a:pt x="2921" y="3548"/>
                    <a:pt x="1828" y="3254"/>
                    <a:pt x="927" y="2481"/>
                  </a:cubicBezTo>
                  <a:cubicBezTo>
                    <a:pt x="927" y="2481"/>
                    <a:pt x="681" y="607"/>
                    <a:pt x="594" y="0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7" name="Google Shape;2000;p36"/>
            <p:cNvSpPr/>
            <p:nvPr/>
          </p:nvSpPr>
          <p:spPr>
            <a:xfrm>
              <a:off x="2583055" y="3668045"/>
              <a:ext cx="354044" cy="332563"/>
            </a:xfrm>
            <a:custGeom>
              <a:avLst/>
              <a:gdLst/>
              <a:ahLst/>
              <a:cxnLst/>
              <a:rect l="l" t="t" r="r" b="b"/>
              <a:pathLst>
                <a:path w="12658" h="11890" extrusionOk="0">
                  <a:moveTo>
                    <a:pt x="661" y="693"/>
                  </a:moveTo>
                  <a:cubicBezTo>
                    <a:pt x="768" y="1473"/>
                    <a:pt x="948" y="2813"/>
                    <a:pt x="948" y="2813"/>
                  </a:cubicBezTo>
                  <a:cubicBezTo>
                    <a:pt x="954" y="2886"/>
                    <a:pt x="988" y="2953"/>
                    <a:pt x="1048" y="2993"/>
                  </a:cubicBezTo>
                  <a:cubicBezTo>
                    <a:pt x="1888" y="3720"/>
                    <a:pt x="2968" y="4120"/>
                    <a:pt x="4262" y="4187"/>
                  </a:cubicBezTo>
                  <a:cubicBezTo>
                    <a:pt x="4403" y="4194"/>
                    <a:pt x="4543" y="4198"/>
                    <a:pt x="4681" y="4198"/>
                  </a:cubicBezTo>
                  <a:cubicBezTo>
                    <a:pt x="6465" y="4198"/>
                    <a:pt x="7975" y="3604"/>
                    <a:pt x="8049" y="3573"/>
                  </a:cubicBezTo>
                  <a:cubicBezTo>
                    <a:pt x="8163" y="3520"/>
                    <a:pt x="8236" y="3400"/>
                    <a:pt x="8223" y="3273"/>
                  </a:cubicBezTo>
                  <a:cubicBezTo>
                    <a:pt x="8170" y="2846"/>
                    <a:pt x="8123" y="2446"/>
                    <a:pt x="8083" y="2120"/>
                  </a:cubicBezTo>
                  <a:lnTo>
                    <a:pt x="8083" y="2120"/>
                  </a:lnTo>
                  <a:cubicBezTo>
                    <a:pt x="10117" y="4213"/>
                    <a:pt x="10804" y="7421"/>
                    <a:pt x="11230" y="9408"/>
                  </a:cubicBezTo>
                  <a:cubicBezTo>
                    <a:pt x="11357" y="9975"/>
                    <a:pt x="11457" y="10422"/>
                    <a:pt x="11557" y="10742"/>
                  </a:cubicBezTo>
                  <a:cubicBezTo>
                    <a:pt x="11617" y="10902"/>
                    <a:pt x="11670" y="11049"/>
                    <a:pt x="11737" y="11189"/>
                  </a:cubicBezTo>
                  <a:cubicBezTo>
                    <a:pt x="10257" y="10889"/>
                    <a:pt x="8396" y="10455"/>
                    <a:pt x="6902" y="9922"/>
                  </a:cubicBezTo>
                  <a:cubicBezTo>
                    <a:pt x="3855" y="8848"/>
                    <a:pt x="1768" y="7641"/>
                    <a:pt x="1521" y="7308"/>
                  </a:cubicBezTo>
                  <a:cubicBezTo>
                    <a:pt x="1394" y="7048"/>
                    <a:pt x="1148" y="4987"/>
                    <a:pt x="901" y="3006"/>
                  </a:cubicBezTo>
                  <a:cubicBezTo>
                    <a:pt x="814" y="2280"/>
                    <a:pt x="721" y="1506"/>
                    <a:pt x="621" y="713"/>
                  </a:cubicBezTo>
                  <a:lnTo>
                    <a:pt x="661" y="693"/>
                  </a:lnTo>
                  <a:close/>
                  <a:moveTo>
                    <a:pt x="902" y="1"/>
                  </a:moveTo>
                  <a:cubicBezTo>
                    <a:pt x="884" y="1"/>
                    <a:pt x="865" y="2"/>
                    <a:pt x="848" y="6"/>
                  </a:cubicBezTo>
                  <a:cubicBezTo>
                    <a:pt x="594" y="72"/>
                    <a:pt x="361" y="179"/>
                    <a:pt x="154" y="319"/>
                  </a:cubicBezTo>
                  <a:cubicBezTo>
                    <a:pt x="54" y="372"/>
                    <a:pt x="1" y="486"/>
                    <a:pt x="21" y="599"/>
                  </a:cubicBezTo>
                  <a:cubicBezTo>
                    <a:pt x="127" y="1453"/>
                    <a:pt x="227" y="2286"/>
                    <a:pt x="327" y="3073"/>
                  </a:cubicBezTo>
                  <a:cubicBezTo>
                    <a:pt x="748" y="6514"/>
                    <a:pt x="868" y="7414"/>
                    <a:pt x="1034" y="7641"/>
                  </a:cubicBezTo>
                  <a:cubicBezTo>
                    <a:pt x="1454" y="8188"/>
                    <a:pt x="3828" y="9455"/>
                    <a:pt x="6716" y="10475"/>
                  </a:cubicBezTo>
                  <a:cubicBezTo>
                    <a:pt x="8463" y="11102"/>
                    <a:pt x="10717" y="11589"/>
                    <a:pt x="12291" y="11889"/>
                  </a:cubicBezTo>
                  <a:lnTo>
                    <a:pt x="12351" y="11889"/>
                  </a:lnTo>
                  <a:cubicBezTo>
                    <a:pt x="12356" y="11889"/>
                    <a:pt x="12361" y="11889"/>
                    <a:pt x="12366" y="11889"/>
                  </a:cubicBezTo>
                  <a:cubicBezTo>
                    <a:pt x="12460" y="11889"/>
                    <a:pt x="12547" y="11831"/>
                    <a:pt x="12597" y="11749"/>
                  </a:cubicBezTo>
                  <a:cubicBezTo>
                    <a:pt x="12657" y="11642"/>
                    <a:pt x="12651" y="11509"/>
                    <a:pt x="12571" y="11415"/>
                  </a:cubicBezTo>
                  <a:cubicBezTo>
                    <a:pt x="12364" y="11162"/>
                    <a:pt x="12211" y="10869"/>
                    <a:pt x="12117" y="10555"/>
                  </a:cubicBezTo>
                  <a:cubicBezTo>
                    <a:pt x="11984" y="10135"/>
                    <a:pt x="11884" y="9715"/>
                    <a:pt x="11804" y="9281"/>
                  </a:cubicBezTo>
                  <a:cubicBezTo>
                    <a:pt x="11324" y="7048"/>
                    <a:pt x="10517" y="3307"/>
                    <a:pt x="7883" y="1139"/>
                  </a:cubicBezTo>
                  <a:cubicBezTo>
                    <a:pt x="7828" y="1093"/>
                    <a:pt x="7760" y="1069"/>
                    <a:pt x="7693" y="1069"/>
                  </a:cubicBezTo>
                  <a:cubicBezTo>
                    <a:pt x="7645" y="1069"/>
                    <a:pt x="7598" y="1081"/>
                    <a:pt x="7556" y="1106"/>
                  </a:cubicBezTo>
                  <a:cubicBezTo>
                    <a:pt x="7449" y="1159"/>
                    <a:pt x="7389" y="1279"/>
                    <a:pt x="7403" y="1399"/>
                  </a:cubicBezTo>
                  <a:lnTo>
                    <a:pt x="7623" y="3107"/>
                  </a:lnTo>
                  <a:cubicBezTo>
                    <a:pt x="7157" y="3266"/>
                    <a:pt x="5965" y="3622"/>
                    <a:pt x="4648" y="3622"/>
                  </a:cubicBezTo>
                  <a:cubicBezTo>
                    <a:pt x="4531" y="3622"/>
                    <a:pt x="4413" y="3619"/>
                    <a:pt x="4295" y="3613"/>
                  </a:cubicBezTo>
                  <a:cubicBezTo>
                    <a:pt x="3168" y="3553"/>
                    <a:pt x="2235" y="3220"/>
                    <a:pt x="1514" y="2633"/>
                  </a:cubicBezTo>
                  <a:cubicBezTo>
                    <a:pt x="1454" y="2213"/>
                    <a:pt x="1261" y="779"/>
                    <a:pt x="1188" y="252"/>
                  </a:cubicBezTo>
                  <a:cubicBezTo>
                    <a:pt x="1181" y="172"/>
                    <a:pt x="1134" y="99"/>
                    <a:pt x="1068" y="52"/>
                  </a:cubicBezTo>
                  <a:cubicBezTo>
                    <a:pt x="1017" y="17"/>
                    <a:pt x="959" y="1"/>
                    <a:pt x="90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8" name="Google Shape;2001;p36"/>
            <p:cNvSpPr/>
            <p:nvPr/>
          </p:nvSpPr>
          <p:spPr>
            <a:xfrm>
              <a:off x="2939309" y="3991602"/>
              <a:ext cx="36781" cy="9538"/>
            </a:xfrm>
            <a:custGeom>
              <a:avLst/>
              <a:gdLst/>
              <a:ahLst/>
              <a:cxnLst/>
              <a:rect l="l" t="t" r="r" b="b"/>
              <a:pathLst>
                <a:path w="1315" h="341" extrusionOk="0">
                  <a:moveTo>
                    <a:pt x="294" y="1"/>
                  </a:moveTo>
                  <a:cubicBezTo>
                    <a:pt x="256" y="1"/>
                    <a:pt x="218" y="3"/>
                    <a:pt x="180" y="7"/>
                  </a:cubicBezTo>
                  <a:cubicBezTo>
                    <a:pt x="107" y="21"/>
                    <a:pt x="47" y="61"/>
                    <a:pt x="0" y="114"/>
                  </a:cubicBezTo>
                  <a:cubicBezTo>
                    <a:pt x="754" y="254"/>
                    <a:pt x="1254" y="334"/>
                    <a:pt x="1314" y="341"/>
                  </a:cubicBezTo>
                  <a:cubicBezTo>
                    <a:pt x="1253" y="304"/>
                    <a:pt x="749" y="1"/>
                    <a:pt x="294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9" name="Google Shape;2002;p36"/>
            <p:cNvSpPr/>
            <p:nvPr/>
          </p:nvSpPr>
          <p:spPr>
            <a:xfrm>
              <a:off x="2930722" y="3983379"/>
              <a:ext cx="54318" cy="25984"/>
            </a:xfrm>
            <a:custGeom>
              <a:avLst/>
              <a:gdLst/>
              <a:ahLst/>
              <a:cxnLst/>
              <a:rect l="l" t="t" r="r" b="b"/>
              <a:pathLst>
                <a:path w="1942" h="929" extrusionOk="0">
                  <a:moveTo>
                    <a:pt x="577" y="1"/>
                  </a:moveTo>
                  <a:cubicBezTo>
                    <a:pt x="531" y="1"/>
                    <a:pt x="486" y="3"/>
                    <a:pt x="441" y="8"/>
                  </a:cubicBezTo>
                  <a:cubicBezTo>
                    <a:pt x="314" y="35"/>
                    <a:pt x="201" y="95"/>
                    <a:pt x="107" y="195"/>
                  </a:cubicBezTo>
                  <a:cubicBezTo>
                    <a:pt x="27" y="268"/>
                    <a:pt x="1" y="388"/>
                    <a:pt x="34" y="495"/>
                  </a:cubicBezTo>
                  <a:cubicBezTo>
                    <a:pt x="67" y="595"/>
                    <a:pt x="154" y="675"/>
                    <a:pt x="261" y="695"/>
                  </a:cubicBezTo>
                  <a:lnTo>
                    <a:pt x="1588" y="928"/>
                  </a:lnTo>
                  <a:lnTo>
                    <a:pt x="1628" y="928"/>
                  </a:lnTo>
                  <a:cubicBezTo>
                    <a:pt x="1748" y="922"/>
                    <a:pt x="1854" y="848"/>
                    <a:pt x="1894" y="735"/>
                  </a:cubicBezTo>
                  <a:cubicBezTo>
                    <a:pt x="1941" y="602"/>
                    <a:pt x="1894" y="455"/>
                    <a:pt x="1774" y="381"/>
                  </a:cubicBezTo>
                  <a:cubicBezTo>
                    <a:pt x="1615" y="290"/>
                    <a:pt x="1090" y="1"/>
                    <a:pt x="57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0" name="Google Shape;2003;p36"/>
            <p:cNvSpPr/>
            <p:nvPr/>
          </p:nvSpPr>
          <p:spPr>
            <a:xfrm>
              <a:off x="2796242" y="3548641"/>
              <a:ext cx="31187" cy="171065"/>
            </a:xfrm>
            <a:custGeom>
              <a:avLst/>
              <a:gdLst/>
              <a:ahLst/>
              <a:cxnLst/>
              <a:rect l="l" t="t" r="r" b="b"/>
              <a:pathLst>
                <a:path w="1115" h="6116" extrusionOk="0">
                  <a:moveTo>
                    <a:pt x="1" y="0"/>
                  </a:moveTo>
                  <a:lnTo>
                    <a:pt x="1" y="0"/>
                  </a:lnTo>
                  <a:cubicBezTo>
                    <a:pt x="81" y="1034"/>
                    <a:pt x="221" y="2061"/>
                    <a:pt x="414" y="3081"/>
                  </a:cubicBezTo>
                  <a:cubicBezTo>
                    <a:pt x="594" y="4101"/>
                    <a:pt x="828" y="5115"/>
                    <a:pt x="1114" y="6115"/>
                  </a:cubicBezTo>
                  <a:cubicBezTo>
                    <a:pt x="1034" y="5082"/>
                    <a:pt x="894" y="4048"/>
                    <a:pt x="701" y="3034"/>
                  </a:cubicBezTo>
                  <a:cubicBezTo>
                    <a:pt x="521" y="2007"/>
                    <a:pt x="287" y="994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1" name="Google Shape;2004;p36"/>
            <p:cNvSpPr/>
            <p:nvPr/>
          </p:nvSpPr>
          <p:spPr>
            <a:xfrm>
              <a:off x="2844183" y="3629027"/>
              <a:ext cx="36221" cy="125166"/>
            </a:xfrm>
            <a:custGeom>
              <a:avLst/>
              <a:gdLst/>
              <a:ahLst/>
              <a:cxnLst/>
              <a:rect l="l" t="t" r="r" b="b"/>
              <a:pathLst>
                <a:path w="1295" h="4475" extrusionOk="0">
                  <a:moveTo>
                    <a:pt x="0" y="0"/>
                  </a:moveTo>
                  <a:lnTo>
                    <a:pt x="0" y="0"/>
                  </a:lnTo>
                  <a:cubicBezTo>
                    <a:pt x="134" y="1561"/>
                    <a:pt x="574" y="3081"/>
                    <a:pt x="1294" y="4475"/>
                  </a:cubicBezTo>
                  <a:cubicBezTo>
                    <a:pt x="1134" y="3708"/>
                    <a:pt x="921" y="2968"/>
                    <a:pt x="701" y="2221"/>
                  </a:cubicBezTo>
                  <a:cubicBezTo>
                    <a:pt x="487" y="1481"/>
                    <a:pt x="281" y="734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2" name="Google Shape;2005;p36"/>
            <p:cNvSpPr/>
            <p:nvPr/>
          </p:nvSpPr>
          <p:spPr>
            <a:xfrm>
              <a:off x="2865999" y="4377141"/>
              <a:ext cx="131711" cy="35662"/>
            </a:xfrm>
            <a:custGeom>
              <a:avLst/>
              <a:gdLst/>
              <a:ahLst/>
              <a:cxnLst/>
              <a:rect l="l" t="t" r="r" b="b"/>
              <a:pathLst>
                <a:path w="4709" h="1275" extrusionOk="0">
                  <a:moveTo>
                    <a:pt x="1" y="0"/>
                  </a:moveTo>
                  <a:lnTo>
                    <a:pt x="1" y="0"/>
                  </a:lnTo>
                  <a:cubicBezTo>
                    <a:pt x="754" y="314"/>
                    <a:pt x="1528" y="567"/>
                    <a:pt x="2315" y="774"/>
                  </a:cubicBezTo>
                  <a:cubicBezTo>
                    <a:pt x="3102" y="1001"/>
                    <a:pt x="3902" y="1167"/>
                    <a:pt x="4709" y="1274"/>
                  </a:cubicBezTo>
                  <a:cubicBezTo>
                    <a:pt x="3195" y="667"/>
                    <a:pt x="1614" y="240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3" name="Google Shape;2006;p36"/>
            <p:cNvSpPr/>
            <p:nvPr/>
          </p:nvSpPr>
          <p:spPr>
            <a:xfrm>
              <a:off x="3039833" y="4429165"/>
              <a:ext cx="282413" cy="49059"/>
            </a:xfrm>
            <a:custGeom>
              <a:avLst/>
              <a:gdLst/>
              <a:ahLst/>
              <a:cxnLst/>
              <a:rect l="l" t="t" r="r" b="b"/>
              <a:pathLst>
                <a:path w="10097" h="1754" extrusionOk="0">
                  <a:moveTo>
                    <a:pt x="1" y="1"/>
                  </a:moveTo>
                  <a:cubicBezTo>
                    <a:pt x="434" y="61"/>
                    <a:pt x="834" y="221"/>
                    <a:pt x="1241" y="401"/>
                  </a:cubicBezTo>
                  <a:cubicBezTo>
                    <a:pt x="1654" y="574"/>
                    <a:pt x="2061" y="734"/>
                    <a:pt x="2468" y="894"/>
                  </a:cubicBezTo>
                  <a:cubicBezTo>
                    <a:pt x="3295" y="1208"/>
                    <a:pt x="4148" y="1455"/>
                    <a:pt x="5022" y="1628"/>
                  </a:cubicBezTo>
                  <a:cubicBezTo>
                    <a:pt x="5481" y="1712"/>
                    <a:pt x="5946" y="1753"/>
                    <a:pt x="6411" y="1753"/>
                  </a:cubicBezTo>
                  <a:cubicBezTo>
                    <a:pt x="6838" y="1753"/>
                    <a:pt x="7265" y="1718"/>
                    <a:pt x="7689" y="1648"/>
                  </a:cubicBezTo>
                  <a:cubicBezTo>
                    <a:pt x="8563" y="1501"/>
                    <a:pt x="9423" y="1148"/>
                    <a:pt x="10097" y="574"/>
                  </a:cubicBezTo>
                  <a:lnTo>
                    <a:pt x="10097" y="574"/>
                  </a:lnTo>
                  <a:cubicBezTo>
                    <a:pt x="9357" y="1035"/>
                    <a:pt x="8523" y="1328"/>
                    <a:pt x="7656" y="1421"/>
                  </a:cubicBezTo>
                  <a:cubicBezTo>
                    <a:pt x="7320" y="1463"/>
                    <a:pt x="6983" y="1483"/>
                    <a:pt x="6647" y="1483"/>
                  </a:cubicBezTo>
                  <a:cubicBezTo>
                    <a:pt x="6118" y="1483"/>
                    <a:pt x="5591" y="1433"/>
                    <a:pt x="5069" y="1335"/>
                  </a:cubicBezTo>
                  <a:cubicBezTo>
                    <a:pt x="4215" y="1168"/>
                    <a:pt x="3368" y="948"/>
                    <a:pt x="2541" y="674"/>
                  </a:cubicBezTo>
                  <a:lnTo>
                    <a:pt x="1294" y="274"/>
                  </a:lnTo>
                  <a:cubicBezTo>
                    <a:pt x="874" y="141"/>
                    <a:pt x="441" y="1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4" name="Google Shape;2007;p36"/>
            <p:cNvSpPr/>
            <p:nvPr/>
          </p:nvSpPr>
          <p:spPr>
            <a:xfrm>
              <a:off x="3176550" y="4372106"/>
              <a:ext cx="159513" cy="68666"/>
            </a:xfrm>
            <a:custGeom>
              <a:avLst/>
              <a:gdLst/>
              <a:ahLst/>
              <a:cxnLst/>
              <a:rect l="l" t="t" r="r" b="b"/>
              <a:pathLst>
                <a:path w="5703" h="2455" extrusionOk="0">
                  <a:moveTo>
                    <a:pt x="5702" y="0"/>
                  </a:moveTo>
                  <a:cubicBezTo>
                    <a:pt x="5355" y="420"/>
                    <a:pt x="4982" y="807"/>
                    <a:pt x="4575" y="1167"/>
                  </a:cubicBezTo>
                  <a:cubicBezTo>
                    <a:pt x="4168" y="1501"/>
                    <a:pt x="3702" y="1761"/>
                    <a:pt x="3202" y="1921"/>
                  </a:cubicBezTo>
                  <a:cubicBezTo>
                    <a:pt x="2188" y="2254"/>
                    <a:pt x="1088" y="2254"/>
                    <a:pt x="1" y="2341"/>
                  </a:cubicBezTo>
                  <a:cubicBezTo>
                    <a:pt x="488" y="2408"/>
                    <a:pt x="988" y="2455"/>
                    <a:pt x="1490" y="2455"/>
                  </a:cubicBezTo>
                  <a:cubicBezTo>
                    <a:pt x="2093" y="2455"/>
                    <a:pt x="2699" y="2387"/>
                    <a:pt x="3288" y="2201"/>
                  </a:cubicBezTo>
                  <a:cubicBezTo>
                    <a:pt x="3828" y="2028"/>
                    <a:pt x="4322" y="1727"/>
                    <a:pt x="4722" y="1334"/>
                  </a:cubicBezTo>
                  <a:cubicBezTo>
                    <a:pt x="5115" y="941"/>
                    <a:pt x="5449" y="487"/>
                    <a:pt x="570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5" name="Google Shape;2008;p36"/>
            <p:cNvSpPr/>
            <p:nvPr/>
          </p:nvSpPr>
          <p:spPr>
            <a:xfrm>
              <a:off x="3186452" y="4349171"/>
              <a:ext cx="119768" cy="50738"/>
            </a:xfrm>
            <a:custGeom>
              <a:avLst/>
              <a:gdLst/>
              <a:ahLst/>
              <a:cxnLst/>
              <a:rect l="l" t="t" r="r" b="b"/>
              <a:pathLst>
                <a:path w="4282" h="1814" extrusionOk="0">
                  <a:moveTo>
                    <a:pt x="4281" y="0"/>
                  </a:moveTo>
                  <a:cubicBezTo>
                    <a:pt x="3634" y="434"/>
                    <a:pt x="2948" y="814"/>
                    <a:pt x="2234" y="1120"/>
                  </a:cubicBezTo>
                  <a:cubicBezTo>
                    <a:pt x="1514" y="1421"/>
                    <a:pt x="767" y="1647"/>
                    <a:pt x="0" y="1807"/>
                  </a:cubicBezTo>
                  <a:cubicBezTo>
                    <a:pt x="88" y="1812"/>
                    <a:pt x="176" y="1814"/>
                    <a:pt x="263" y="1814"/>
                  </a:cubicBezTo>
                  <a:cubicBezTo>
                    <a:pt x="1796" y="1814"/>
                    <a:pt x="3259" y="1155"/>
                    <a:pt x="428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6" name="Google Shape;2009;p36"/>
            <p:cNvSpPr/>
            <p:nvPr/>
          </p:nvSpPr>
          <p:spPr>
            <a:xfrm>
              <a:off x="2458504" y="3260774"/>
              <a:ext cx="389986" cy="1410527"/>
            </a:xfrm>
            <a:custGeom>
              <a:avLst/>
              <a:gdLst/>
              <a:ahLst/>
              <a:cxnLst/>
              <a:rect l="l" t="t" r="r" b="b"/>
              <a:pathLst>
                <a:path w="13943" h="50430" extrusionOk="0">
                  <a:moveTo>
                    <a:pt x="885" y="1"/>
                  </a:moveTo>
                  <a:cubicBezTo>
                    <a:pt x="0" y="1"/>
                    <a:pt x="373" y="403"/>
                    <a:pt x="373" y="403"/>
                  </a:cubicBezTo>
                  <a:lnTo>
                    <a:pt x="1306" y="770"/>
                  </a:lnTo>
                  <a:lnTo>
                    <a:pt x="1339" y="830"/>
                  </a:lnTo>
                  <a:lnTo>
                    <a:pt x="1366" y="876"/>
                  </a:lnTo>
                  <a:lnTo>
                    <a:pt x="1606" y="1363"/>
                  </a:lnTo>
                  <a:lnTo>
                    <a:pt x="1733" y="1623"/>
                  </a:lnTo>
                  <a:cubicBezTo>
                    <a:pt x="1833" y="1810"/>
                    <a:pt x="1933" y="2037"/>
                    <a:pt x="2046" y="2277"/>
                  </a:cubicBezTo>
                  <a:cubicBezTo>
                    <a:pt x="2086" y="2363"/>
                    <a:pt x="2120" y="2443"/>
                    <a:pt x="2166" y="2537"/>
                  </a:cubicBezTo>
                  <a:cubicBezTo>
                    <a:pt x="2206" y="2630"/>
                    <a:pt x="2233" y="2677"/>
                    <a:pt x="2286" y="2810"/>
                  </a:cubicBezTo>
                  <a:cubicBezTo>
                    <a:pt x="2346" y="2944"/>
                    <a:pt x="2380" y="3044"/>
                    <a:pt x="2473" y="3244"/>
                  </a:cubicBezTo>
                  <a:cubicBezTo>
                    <a:pt x="2566" y="3444"/>
                    <a:pt x="2646" y="3657"/>
                    <a:pt x="2740" y="3871"/>
                  </a:cubicBezTo>
                  <a:lnTo>
                    <a:pt x="2773" y="3944"/>
                  </a:lnTo>
                  <a:lnTo>
                    <a:pt x="3013" y="4544"/>
                  </a:lnTo>
                  <a:lnTo>
                    <a:pt x="3147" y="4904"/>
                  </a:lnTo>
                  <a:cubicBezTo>
                    <a:pt x="3187" y="5011"/>
                    <a:pt x="3240" y="5131"/>
                    <a:pt x="3273" y="5238"/>
                  </a:cubicBezTo>
                  <a:cubicBezTo>
                    <a:pt x="3413" y="5624"/>
                    <a:pt x="3553" y="6004"/>
                    <a:pt x="3680" y="6411"/>
                  </a:cubicBezTo>
                  <a:cubicBezTo>
                    <a:pt x="3733" y="6538"/>
                    <a:pt x="3773" y="6671"/>
                    <a:pt x="3813" y="6805"/>
                  </a:cubicBezTo>
                  <a:lnTo>
                    <a:pt x="4067" y="7645"/>
                  </a:lnTo>
                  <a:cubicBezTo>
                    <a:pt x="4107" y="7805"/>
                    <a:pt x="4147" y="7972"/>
                    <a:pt x="4200" y="8145"/>
                  </a:cubicBezTo>
                  <a:cubicBezTo>
                    <a:pt x="4247" y="8325"/>
                    <a:pt x="4287" y="8498"/>
                    <a:pt x="4334" y="8678"/>
                  </a:cubicBezTo>
                  <a:lnTo>
                    <a:pt x="4434" y="9125"/>
                  </a:lnTo>
                  <a:cubicBezTo>
                    <a:pt x="4474" y="9305"/>
                    <a:pt x="4487" y="9372"/>
                    <a:pt x="4547" y="9679"/>
                  </a:cubicBezTo>
                  <a:cubicBezTo>
                    <a:pt x="4607" y="9992"/>
                    <a:pt x="4674" y="10339"/>
                    <a:pt x="4734" y="10726"/>
                  </a:cubicBezTo>
                  <a:cubicBezTo>
                    <a:pt x="4767" y="10906"/>
                    <a:pt x="4800" y="11106"/>
                    <a:pt x="4834" y="11312"/>
                  </a:cubicBezTo>
                  <a:lnTo>
                    <a:pt x="4854" y="11473"/>
                  </a:lnTo>
                  <a:lnTo>
                    <a:pt x="4934" y="11933"/>
                  </a:lnTo>
                  <a:cubicBezTo>
                    <a:pt x="5014" y="12493"/>
                    <a:pt x="5107" y="13080"/>
                    <a:pt x="5201" y="13706"/>
                  </a:cubicBezTo>
                  <a:lnTo>
                    <a:pt x="5247" y="14080"/>
                  </a:lnTo>
                  <a:lnTo>
                    <a:pt x="5267" y="14207"/>
                  </a:lnTo>
                  <a:cubicBezTo>
                    <a:pt x="5301" y="14413"/>
                    <a:pt x="5307" y="14513"/>
                    <a:pt x="5354" y="14860"/>
                  </a:cubicBezTo>
                  <a:cubicBezTo>
                    <a:pt x="5407" y="15200"/>
                    <a:pt x="5447" y="15547"/>
                    <a:pt x="5501" y="15907"/>
                  </a:cubicBezTo>
                  <a:cubicBezTo>
                    <a:pt x="5507" y="15980"/>
                    <a:pt x="5514" y="16054"/>
                    <a:pt x="5534" y="16127"/>
                  </a:cubicBezTo>
                  <a:cubicBezTo>
                    <a:pt x="5667" y="17161"/>
                    <a:pt x="5801" y="18228"/>
                    <a:pt x="5934" y="19295"/>
                  </a:cubicBezTo>
                  <a:cubicBezTo>
                    <a:pt x="5967" y="19535"/>
                    <a:pt x="5987" y="19781"/>
                    <a:pt x="6021" y="20028"/>
                  </a:cubicBezTo>
                  <a:cubicBezTo>
                    <a:pt x="6174" y="21262"/>
                    <a:pt x="6307" y="22469"/>
                    <a:pt x="6421" y="23596"/>
                  </a:cubicBezTo>
                  <a:lnTo>
                    <a:pt x="6501" y="24263"/>
                  </a:lnTo>
                  <a:cubicBezTo>
                    <a:pt x="6541" y="24696"/>
                    <a:pt x="6581" y="25109"/>
                    <a:pt x="6621" y="25510"/>
                  </a:cubicBezTo>
                  <a:lnTo>
                    <a:pt x="6621" y="25576"/>
                  </a:lnTo>
                  <a:lnTo>
                    <a:pt x="6674" y="26043"/>
                  </a:lnTo>
                  <a:lnTo>
                    <a:pt x="6721" y="26683"/>
                  </a:lnTo>
                  <a:cubicBezTo>
                    <a:pt x="6741" y="26830"/>
                    <a:pt x="6741" y="26950"/>
                    <a:pt x="6754" y="27083"/>
                  </a:cubicBezTo>
                  <a:cubicBezTo>
                    <a:pt x="6774" y="27217"/>
                    <a:pt x="6781" y="27303"/>
                    <a:pt x="6788" y="27470"/>
                  </a:cubicBezTo>
                  <a:cubicBezTo>
                    <a:pt x="6801" y="27637"/>
                    <a:pt x="6814" y="27770"/>
                    <a:pt x="6821" y="27944"/>
                  </a:cubicBezTo>
                  <a:cubicBezTo>
                    <a:pt x="6834" y="28117"/>
                    <a:pt x="6841" y="28330"/>
                    <a:pt x="6848" y="28430"/>
                  </a:cubicBezTo>
                  <a:cubicBezTo>
                    <a:pt x="6854" y="28530"/>
                    <a:pt x="6854" y="28650"/>
                    <a:pt x="6854" y="28697"/>
                  </a:cubicBezTo>
                  <a:cubicBezTo>
                    <a:pt x="6854" y="28737"/>
                    <a:pt x="6868" y="28777"/>
                    <a:pt x="6868" y="28810"/>
                  </a:cubicBezTo>
                  <a:lnTo>
                    <a:pt x="6868" y="29031"/>
                  </a:lnTo>
                  <a:cubicBezTo>
                    <a:pt x="6868" y="29637"/>
                    <a:pt x="6874" y="30284"/>
                    <a:pt x="6901" y="30951"/>
                  </a:cubicBezTo>
                  <a:cubicBezTo>
                    <a:pt x="6908" y="31218"/>
                    <a:pt x="6914" y="31498"/>
                    <a:pt x="6934" y="31771"/>
                  </a:cubicBezTo>
                  <a:cubicBezTo>
                    <a:pt x="6974" y="32745"/>
                    <a:pt x="7034" y="33752"/>
                    <a:pt x="7101" y="34779"/>
                  </a:cubicBezTo>
                  <a:cubicBezTo>
                    <a:pt x="7121" y="35212"/>
                    <a:pt x="7154" y="35639"/>
                    <a:pt x="7188" y="36079"/>
                  </a:cubicBezTo>
                  <a:cubicBezTo>
                    <a:pt x="7208" y="36239"/>
                    <a:pt x="7214" y="36406"/>
                    <a:pt x="7234" y="36559"/>
                  </a:cubicBezTo>
                  <a:lnTo>
                    <a:pt x="7308" y="37453"/>
                  </a:lnTo>
                  <a:cubicBezTo>
                    <a:pt x="7374" y="38300"/>
                    <a:pt x="7448" y="39133"/>
                    <a:pt x="7534" y="39953"/>
                  </a:cubicBezTo>
                  <a:cubicBezTo>
                    <a:pt x="7548" y="40153"/>
                    <a:pt x="7568" y="40347"/>
                    <a:pt x="7588" y="40547"/>
                  </a:cubicBezTo>
                  <a:cubicBezTo>
                    <a:pt x="7655" y="41274"/>
                    <a:pt x="7735" y="41974"/>
                    <a:pt x="7808" y="42654"/>
                  </a:cubicBezTo>
                  <a:cubicBezTo>
                    <a:pt x="7881" y="43381"/>
                    <a:pt x="7961" y="44075"/>
                    <a:pt x="8035" y="44728"/>
                  </a:cubicBezTo>
                  <a:cubicBezTo>
                    <a:pt x="8048" y="44915"/>
                    <a:pt x="8075" y="45088"/>
                    <a:pt x="8088" y="45262"/>
                  </a:cubicBezTo>
                  <a:cubicBezTo>
                    <a:pt x="8141" y="45688"/>
                    <a:pt x="8188" y="46108"/>
                    <a:pt x="8241" y="46495"/>
                  </a:cubicBezTo>
                  <a:cubicBezTo>
                    <a:pt x="8261" y="46682"/>
                    <a:pt x="8261" y="46809"/>
                    <a:pt x="8301" y="47022"/>
                  </a:cubicBezTo>
                  <a:cubicBezTo>
                    <a:pt x="8335" y="47242"/>
                    <a:pt x="8348" y="47442"/>
                    <a:pt x="8375" y="47629"/>
                  </a:cubicBezTo>
                  <a:lnTo>
                    <a:pt x="8448" y="48182"/>
                  </a:lnTo>
                  <a:cubicBezTo>
                    <a:pt x="8521" y="48822"/>
                    <a:pt x="8588" y="49343"/>
                    <a:pt x="8641" y="49723"/>
                  </a:cubicBezTo>
                  <a:cubicBezTo>
                    <a:pt x="8655" y="49816"/>
                    <a:pt x="8668" y="49883"/>
                    <a:pt x="8675" y="49963"/>
                  </a:cubicBezTo>
                  <a:cubicBezTo>
                    <a:pt x="8681" y="50049"/>
                    <a:pt x="8708" y="50143"/>
                    <a:pt x="8708" y="50189"/>
                  </a:cubicBezTo>
                  <a:cubicBezTo>
                    <a:pt x="8708" y="50243"/>
                    <a:pt x="8715" y="50283"/>
                    <a:pt x="8715" y="50310"/>
                  </a:cubicBezTo>
                  <a:cubicBezTo>
                    <a:pt x="8715" y="50336"/>
                    <a:pt x="8721" y="50363"/>
                    <a:pt x="8735" y="50390"/>
                  </a:cubicBezTo>
                  <a:lnTo>
                    <a:pt x="8735" y="50430"/>
                  </a:lnTo>
                  <a:cubicBezTo>
                    <a:pt x="9622" y="49876"/>
                    <a:pt x="10455" y="48329"/>
                    <a:pt x="11189" y="46322"/>
                  </a:cubicBezTo>
                  <a:cubicBezTo>
                    <a:pt x="11789" y="44688"/>
                    <a:pt x="12316" y="42748"/>
                    <a:pt x="12743" y="40780"/>
                  </a:cubicBezTo>
                  <a:cubicBezTo>
                    <a:pt x="11969" y="40394"/>
                    <a:pt x="11329" y="39780"/>
                    <a:pt x="10915" y="39020"/>
                  </a:cubicBezTo>
                  <a:cubicBezTo>
                    <a:pt x="10409" y="38113"/>
                    <a:pt x="11255" y="36306"/>
                    <a:pt x="12209" y="34645"/>
                  </a:cubicBezTo>
                  <a:cubicBezTo>
                    <a:pt x="12442" y="34245"/>
                    <a:pt x="12683" y="33852"/>
                    <a:pt x="12909" y="33505"/>
                  </a:cubicBezTo>
                  <a:cubicBezTo>
                    <a:pt x="13316" y="32832"/>
                    <a:pt x="13703" y="32238"/>
                    <a:pt x="13943" y="31805"/>
                  </a:cubicBezTo>
                  <a:cubicBezTo>
                    <a:pt x="13943" y="31731"/>
                    <a:pt x="13936" y="31665"/>
                    <a:pt x="13936" y="31585"/>
                  </a:cubicBezTo>
                  <a:cubicBezTo>
                    <a:pt x="13936" y="31518"/>
                    <a:pt x="13930" y="31451"/>
                    <a:pt x="13923" y="31384"/>
                  </a:cubicBezTo>
                  <a:cubicBezTo>
                    <a:pt x="13916" y="31211"/>
                    <a:pt x="13903" y="31098"/>
                    <a:pt x="13883" y="30911"/>
                  </a:cubicBezTo>
                  <a:cubicBezTo>
                    <a:pt x="13870" y="30731"/>
                    <a:pt x="13836" y="30538"/>
                    <a:pt x="13816" y="30344"/>
                  </a:cubicBezTo>
                  <a:cubicBezTo>
                    <a:pt x="13809" y="30338"/>
                    <a:pt x="13809" y="30324"/>
                    <a:pt x="13809" y="30311"/>
                  </a:cubicBezTo>
                  <a:cubicBezTo>
                    <a:pt x="13789" y="30151"/>
                    <a:pt x="13769" y="29984"/>
                    <a:pt x="13749" y="29817"/>
                  </a:cubicBezTo>
                  <a:cubicBezTo>
                    <a:pt x="13709" y="29504"/>
                    <a:pt x="13669" y="29164"/>
                    <a:pt x="13623" y="28817"/>
                  </a:cubicBezTo>
                  <a:cubicBezTo>
                    <a:pt x="13616" y="28710"/>
                    <a:pt x="13609" y="28604"/>
                    <a:pt x="13589" y="28497"/>
                  </a:cubicBezTo>
                  <a:cubicBezTo>
                    <a:pt x="13523" y="27950"/>
                    <a:pt x="13456" y="27377"/>
                    <a:pt x="13403" y="26783"/>
                  </a:cubicBezTo>
                  <a:cubicBezTo>
                    <a:pt x="13383" y="26670"/>
                    <a:pt x="13369" y="26543"/>
                    <a:pt x="13356" y="26430"/>
                  </a:cubicBezTo>
                  <a:cubicBezTo>
                    <a:pt x="13156" y="24636"/>
                    <a:pt x="12943" y="22629"/>
                    <a:pt x="12689" y="20428"/>
                  </a:cubicBezTo>
                  <a:cubicBezTo>
                    <a:pt x="12636" y="19961"/>
                    <a:pt x="12582" y="19475"/>
                    <a:pt x="12522" y="18995"/>
                  </a:cubicBezTo>
                  <a:cubicBezTo>
                    <a:pt x="12442" y="18268"/>
                    <a:pt x="12349" y="17541"/>
                    <a:pt x="12256" y="16781"/>
                  </a:cubicBezTo>
                  <a:cubicBezTo>
                    <a:pt x="11749" y="12660"/>
                    <a:pt x="10935" y="8832"/>
                    <a:pt x="10122" y="6538"/>
                  </a:cubicBezTo>
                  <a:cubicBezTo>
                    <a:pt x="9775" y="5544"/>
                    <a:pt x="9422" y="4837"/>
                    <a:pt x="9108" y="4524"/>
                  </a:cubicBezTo>
                  <a:cubicBezTo>
                    <a:pt x="8788" y="4204"/>
                    <a:pt x="8301" y="3757"/>
                    <a:pt x="7688" y="3244"/>
                  </a:cubicBezTo>
                  <a:cubicBezTo>
                    <a:pt x="6201" y="2010"/>
                    <a:pt x="4040" y="496"/>
                    <a:pt x="2240" y="163"/>
                  </a:cubicBezTo>
                  <a:cubicBezTo>
                    <a:pt x="1610" y="45"/>
                    <a:pt x="1178" y="1"/>
                    <a:pt x="885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7" name="Google Shape;2010;p36"/>
            <p:cNvSpPr/>
            <p:nvPr/>
          </p:nvSpPr>
          <p:spPr>
            <a:xfrm>
              <a:off x="2458281" y="3252355"/>
              <a:ext cx="399356" cy="1427113"/>
            </a:xfrm>
            <a:custGeom>
              <a:avLst/>
              <a:gdLst/>
              <a:ahLst/>
              <a:cxnLst/>
              <a:rect l="l" t="t" r="r" b="b"/>
              <a:pathLst>
                <a:path w="14278" h="51023" extrusionOk="0">
                  <a:moveTo>
                    <a:pt x="847" y="571"/>
                  </a:moveTo>
                  <a:cubicBezTo>
                    <a:pt x="1094" y="571"/>
                    <a:pt x="1488" y="604"/>
                    <a:pt x="2161" y="731"/>
                  </a:cubicBezTo>
                  <a:cubicBezTo>
                    <a:pt x="4042" y="1077"/>
                    <a:pt x="6295" y="2771"/>
                    <a:pt x="7482" y="3758"/>
                  </a:cubicBezTo>
                  <a:cubicBezTo>
                    <a:pt x="7996" y="4178"/>
                    <a:pt x="8509" y="4638"/>
                    <a:pt x="8876" y="5005"/>
                  </a:cubicBezTo>
                  <a:cubicBezTo>
                    <a:pt x="9063" y="5205"/>
                    <a:pt x="9390" y="5685"/>
                    <a:pt x="9823" y="6912"/>
                  </a:cubicBezTo>
                  <a:cubicBezTo>
                    <a:pt x="10657" y="9273"/>
                    <a:pt x="11444" y="13081"/>
                    <a:pt x="11944" y="17102"/>
                  </a:cubicBezTo>
                  <a:cubicBezTo>
                    <a:pt x="12030" y="17855"/>
                    <a:pt x="12124" y="18595"/>
                    <a:pt x="12210" y="19309"/>
                  </a:cubicBezTo>
                  <a:cubicBezTo>
                    <a:pt x="12264" y="19796"/>
                    <a:pt x="12324" y="20276"/>
                    <a:pt x="12377" y="20743"/>
                  </a:cubicBezTo>
                  <a:cubicBezTo>
                    <a:pt x="12577" y="22530"/>
                    <a:pt x="12764" y="24190"/>
                    <a:pt x="12931" y="25717"/>
                  </a:cubicBezTo>
                  <a:lnTo>
                    <a:pt x="13044" y="26738"/>
                  </a:lnTo>
                  <a:cubicBezTo>
                    <a:pt x="13051" y="26851"/>
                    <a:pt x="13064" y="26978"/>
                    <a:pt x="13084" y="27104"/>
                  </a:cubicBezTo>
                  <a:cubicBezTo>
                    <a:pt x="13151" y="27698"/>
                    <a:pt x="13211" y="28271"/>
                    <a:pt x="13277" y="28818"/>
                  </a:cubicBezTo>
                  <a:cubicBezTo>
                    <a:pt x="13291" y="28918"/>
                    <a:pt x="13297" y="29031"/>
                    <a:pt x="13317" y="29138"/>
                  </a:cubicBezTo>
                  <a:cubicBezTo>
                    <a:pt x="13357" y="29478"/>
                    <a:pt x="13391" y="29818"/>
                    <a:pt x="13431" y="30145"/>
                  </a:cubicBezTo>
                  <a:lnTo>
                    <a:pt x="13491" y="30619"/>
                  </a:lnTo>
                  <a:cubicBezTo>
                    <a:pt x="13497" y="30632"/>
                    <a:pt x="13497" y="30652"/>
                    <a:pt x="13497" y="30679"/>
                  </a:cubicBezTo>
                  <a:lnTo>
                    <a:pt x="13551" y="31032"/>
                  </a:lnTo>
                  <a:lnTo>
                    <a:pt x="13577" y="31232"/>
                  </a:lnTo>
                  <a:cubicBezTo>
                    <a:pt x="13591" y="31365"/>
                    <a:pt x="13597" y="31512"/>
                    <a:pt x="13611" y="31679"/>
                  </a:cubicBezTo>
                  <a:lnTo>
                    <a:pt x="13624" y="32012"/>
                  </a:lnTo>
                  <a:cubicBezTo>
                    <a:pt x="13451" y="32312"/>
                    <a:pt x="13224" y="32679"/>
                    <a:pt x="12957" y="33106"/>
                  </a:cubicBezTo>
                  <a:lnTo>
                    <a:pt x="12631" y="33639"/>
                  </a:lnTo>
                  <a:cubicBezTo>
                    <a:pt x="12404" y="34006"/>
                    <a:pt x="12164" y="34400"/>
                    <a:pt x="11930" y="34800"/>
                  </a:cubicBezTo>
                  <a:cubicBezTo>
                    <a:pt x="10563" y="37180"/>
                    <a:pt x="10163" y="38614"/>
                    <a:pt x="10643" y="39468"/>
                  </a:cubicBezTo>
                  <a:cubicBezTo>
                    <a:pt x="11037" y="40208"/>
                    <a:pt x="11644" y="40828"/>
                    <a:pt x="12384" y="41235"/>
                  </a:cubicBezTo>
                  <a:cubicBezTo>
                    <a:pt x="11937" y="43249"/>
                    <a:pt x="11424" y="45076"/>
                    <a:pt x="10890" y="46523"/>
                  </a:cubicBezTo>
                  <a:cubicBezTo>
                    <a:pt x="10250" y="48303"/>
                    <a:pt x="9570" y="49544"/>
                    <a:pt x="8930" y="50184"/>
                  </a:cubicBezTo>
                  <a:cubicBezTo>
                    <a:pt x="8923" y="50150"/>
                    <a:pt x="8923" y="50110"/>
                    <a:pt x="8916" y="50077"/>
                  </a:cubicBezTo>
                  <a:lnTo>
                    <a:pt x="8916" y="49984"/>
                  </a:lnTo>
                  <a:lnTo>
                    <a:pt x="8716" y="48450"/>
                  </a:lnTo>
                  <a:lnTo>
                    <a:pt x="8649" y="47903"/>
                  </a:lnTo>
                  <a:lnTo>
                    <a:pt x="8596" y="47483"/>
                  </a:lnTo>
                  <a:lnTo>
                    <a:pt x="8556" y="47156"/>
                  </a:lnTo>
                  <a:lnTo>
                    <a:pt x="8509" y="46769"/>
                  </a:lnTo>
                  <a:lnTo>
                    <a:pt x="8476" y="46483"/>
                  </a:lnTo>
                  <a:cubicBezTo>
                    <a:pt x="8436" y="46176"/>
                    <a:pt x="8396" y="45856"/>
                    <a:pt x="8363" y="45536"/>
                  </a:cubicBezTo>
                  <a:lnTo>
                    <a:pt x="8256" y="44576"/>
                  </a:lnTo>
                  <a:cubicBezTo>
                    <a:pt x="8196" y="44049"/>
                    <a:pt x="8149" y="43615"/>
                    <a:pt x="8069" y="42935"/>
                  </a:cubicBezTo>
                  <a:cubicBezTo>
                    <a:pt x="7996" y="42248"/>
                    <a:pt x="7929" y="41541"/>
                    <a:pt x="7856" y="40821"/>
                  </a:cubicBezTo>
                  <a:lnTo>
                    <a:pt x="7796" y="40221"/>
                  </a:lnTo>
                  <a:cubicBezTo>
                    <a:pt x="7723" y="39408"/>
                    <a:pt x="7649" y="38574"/>
                    <a:pt x="7576" y="37734"/>
                  </a:cubicBezTo>
                  <a:lnTo>
                    <a:pt x="7496" y="36847"/>
                  </a:lnTo>
                  <a:cubicBezTo>
                    <a:pt x="7489" y="36680"/>
                    <a:pt x="7482" y="36513"/>
                    <a:pt x="7462" y="36353"/>
                  </a:cubicBezTo>
                  <a:lnTo>
                    <a:pt x="7462" y="36240"/>
                  </a:lnTo>
                  <a:cubicBezTo>
                    <a:pt x="7429" y="35847"/>
                    <a:pt x="7409" y="35453"/>
                    <a:pt x="7382" y="35066"/>
                  </a:cubicBezTo>
                  <a:cubicBezTo>
                    <a:pt x="7309" y="33953"/>
                    <a:pt x="7249" y="32979"/>
                    <a:pt x="7216" y="32066"/>
                  </a:cubicBezTo>
                  <a:cubicBezTo>
                    <a:pt x="7196" y="31786"/>
                    <a:pt x="7189" y="31519"/>
                    <a:pt x="7182" y="31245"/>
                  </a:cubicBezTo>
                  <a:cubicBezTo>
                    <a:pt x="7156" y="30579"/>
                    <a:pt x="7149" y="29938"/>
                    <a:pt x="7149" y="29332"/>
                  </a:cubicBezTo>
                  <a:lnTo>
                    <a:pt x="7149" y="28951"/>
                  </a:lnTo>
                  <a:cubicBezTo>
                    <a:pt x="7149" y="28878"/>
                    <a:pt x="7149" y="28871"/>
                    <a:pt x="7142" y="28718"/>
                  </a:cubicBezTo>
                  <a:cubicBezTo>
                    <a:pt x="7129" y="28571"/>
                    <a:pt x="7122" y="28405"/>
                    <a:pt x="7116" y="28231"/>
                  </a:cubicBezTo>
                  <a:lnTo>
                    <a:pt x="7089" y="27851"/>
                  </a:lnTo>
                  <a:lnTo>
                    <a:pt x="7062" y="27578"/>
                  </a:lnTo>
                  <a:cubicBezTo>
                    <a:pt x="7062" y="27504"/>
                    <a:pt x="7056" y="27431"/>
                    <a:pt x="7049" y="27364"/>
                  </a:cubicBezTo>
                  <a:lnTo>
                    <a:pt x="7049" y="27211"/>
                  </a:lnTo>
                  <a:lnTo>
                    <a:pt x="7022" y="26964"/>
                  </a:lnTo>
                  <a:lnTo>
                    <a:pt x="7002" y="26804"/>
                  </a:lnTo>
                  <a:cubicBezTo>
                    <a:pt x="6996" y="26644"/>
                    <a:pt x="6982" y="26477"/>
                    <a:pt x="6962" y="26311"/>
                  </a:cubicBezTo>
                  <a:lnTo>
                    <a:pt x="6922" y="25877"/>
                  </a:lnTo>
                  <a:cubicBezTo>
                    <a:pt x="6922" y="25844"/>
                    <a:pt x="6922" y="25811"/>
                    <a:pt x="6916" y="25777"/>
                  </a:cubicBezTo>
                  <a:cubicBezTo>
                    <a:pt x="6889" y="25517"/>
                    <a:pt x="6862" y="25250"/>
                    <a:pt x="6836" y="24970"/>
                  </a:cubicBezTo>
                  <a:lnTo>
                    <a:pt x="6789" y="24530"/>
                  </a:lnTo>
                  <a:cubicBezTo>
                    <a:pt x="6769" y="24310"/>
                    <a:pt x="6749" y="24097"/>
                    <a:pt x="6722" y="23863"/>
                  </a:cubicBezTo>
                  <a:cubicBezTo>
                    <a:pt x="6596" y="22696"/>
                    <a:pt x="6462" y="21496"/>
                    <a:pt x="6315" y="20296"/>
                  </a:cubicBezTo>
                  <a:cubicBezTo>
                    <a:pt x="6289" y="20042"/>
                    <a:pt x="6255" y="19802"/>
                    <a:pt x="6229" y="19549"/>
                  </a:cubicBezTo>
                  <a:cubicBezTo>
                    <a:pt x="6095" y="18495"/>
                    <a:pt x="5962" y="17415"/>
                    <a:pt x="5822" y="16395"/>
                  </a:cubicBezTo>
                  <a:lnTo>
                    <a:pt x="5795" y="16175"/>
                  </a:lnTo>
                  <a:cubicBezTo>
                    <a:pt x="5762" y="15948"/>
                    <a:pt x="5729" y="15728"/>
                    <a:pt x="5702" y="15508"/>
                  </a:cubicBezTo>
                  <a:lnTo>
                    <a:pt x="5655" y="15114"/>
                  </a:lnTo>
                  <a:cubicBezTo>
                    <a:pt x="5629" y="14981"/>
                    <a:pt x="5615" y="14861"/>
                    <a:pt x="5595" y="14734"/>
                  </a:cubicBezTo>
                  <a:lnTo>
                    <a:pt x="5489" y="13967"/>
                  </a:lnTo>
                  <a:cubicBezTo>
                    <a:pt x="5395" y="13341"/>
                    <a:pt x="5315" y="12740"/>
                    <a:pt x="5222" y="12194"/>
                  </a:cubicBezTo>
                  <a:cubicBezTo>
                    <a:pt x="5202" y="12094"/>
                    <a:pt x="5195" y="12000"/>
                    <a:pt x="5182" y="11900"/>
                  </a:cubicBezTo>
                  <a:lnTo>
                    <a:pt x="5122" y="11573"/>
                  </a:lnTo>
                  <a:cubicBezTo>
                    <a:pt x="5088" y="11367"/>
                    <a:pt x="5062" y="11167"/>
                    <a:pt x="5028" y="10973"/>
                  </a:cubicBezTo>
                  <a:cubicBezTo>
                    <a:pt x="4962" y="10593"/>
                    <a:pt x="4895" y="10240"/>
                    <a:pt x="4835" y="9926"/>
                  </a:cubicBezTo>
                  <a:cubicBezTo>
                    <a:pt x="4802" y="9740"/>
                    <a:pt x="4748" y="9513"/>
                    <a:pt x="4722" y="9366"/>
                  </a:cubicBezTo>
                  <a:cubicBezTo>
                    <a:pt x="4695" y="9213"/>
                    <a:pt x="4662" y="9093"/>
                    <a:pt x="4622" y="8913"/>
                  </a:cubicBezTo>
                  <a:cubicBezTo>
                    <a:pt x="4582" y="8739"/>
                    <a:pt x="4528" y="8539"/>
                    <a:pt x="4488" y="8373"/>
                  </a:cubicBezTo>
                  <a:cubicBezTo>
                    <a:pt x="4448" y="8206"/>
                    <a:pt x="4422" y="8146"/>
                    <a:pt x="4348" y="7866"/>
                  </a:cubicBezTo>
                  <a:cubicBezTo>
                    <a:pt x="4268" y="7579"/>
                    <a:pt x="4188" y="7299"/>
                    <a:pt x="4095" y="7026"/>
                  </a:cubicBezTo>
                  <a:cubicBezTo>
                    <a:pt x="4055" y="6892"/>
                    <a:pt x="4015" y="6759"/>
                    <a:pt x="3962" y="6626"/>
                  </a:cubicBezTo>
                  <a:cubicBezTo>
                    <a:pt x="3841" y="6239"/>
                    <a:pt x="3708" y="5839"/>
                    <a:pt x="3555" y="5439"/>
                  </a:cubicBezTo>
                  <a:lnTo>
                    <a:pt x="3428" y="5105"/>
                  </a:lnTo>
                  <a:cubicBezTo>
                    <a:pt x="3381" y="4978"/>
                    <a:pt x="3355" y="4932"/>
                    <a:pt x="3288" y="4745"/>
                  </a:cubicBezTo>
                  <a:cubicBezTo>
                    <a:pt x="3221" y="4565"/>
                    <a:pt x="3148" y="4378"/>
                    <a:pt x="3081" y="4205"/>
                  </a:cubicBezTo>
                  <a:lnTo>
                    <a:pt x="3048" y="4138"/>
                  </a:lnTo>
                  <a:cubicBezTo>
                    <a:pt x="3048" y="4132"/>
                    <a:pt x="3041" y="4112"/>
                    <a:pt x="3041" y="4105"/>
                  </a:cubicBezTo>
                  <a:lnTo>
                    <a:pt x="3015" y="4065"/>
                  </a:lnTo>
                  <a:cubicBezTo>
                    <a:pt x="2928" y="3838"/>
                    <a:pt x="2841" y="3631"/>
                    <a:pt x="2755" y="3431"/>
                  </a:cubicBezTo>
                  <a:lnTo>
                    <a:pt x="2561" y="2998"/>
                  </a:lnTo>
                  <a:lnTo>
                    <a:pt x="2434" y="2711"/>
                  </a:lnTo>
                  <a:lnTo>
                    <a:pt x="2254" y="2324"/>
                  </a:lnTo>
                  <a:lnTo>
                    <a:pt x="2008" y="1798"/>
                  </a:lnTo>
                  <a:lnTo>
                    <a:pt x="1974" y="1798"/>
                  </a:lnTo>
                  <a:cubicBezTo>
                    <a:pt x="1974" y="1791"/>
                    <a:pt x="1974" y="1791"/>
                    <a:pt x="1961" y="1791"/>
                  </a:cubicBezTo>
                  <a:lnTo>
                    <a:pt x="1841" y="1524"/>
                  </a:lnTo>
                  <a:lnTo>
                    <a:pt x="1594" y="1037"/>
                  </a:lnTo>
                  <a:cubicBezTo>
                    <a:pt x="1588" y="1024"/>
                    <a:pt x="1581" y="1011"/>
                    <a:pt x="1574" y="997"/>
                  </a:cubicBezTo>
                  <a:cubicBezTo>
                    <a:pt x="1561" y="977"/>
                    <a:pt x="1548" y="957"/>
                    <a:pt x="1541" y="937"/>
                  </a:cubicBezTo>
                  <a:cubicBezTo>
                    <a:pt x="1508" y="864"/>
                    <a:pt x="1454" y="811"/>
                    <a:pt x="1381" y="791"/>
                  </a:cubicBezTo>
                  <a:lnTo>
                    <a:pt x="847" y="571"/>
                  </a:lnTo>
                  <a:close/>
                  <a:moveTo>
                    <a:pt x="925" y="1"/>
                  </a:moveTo>
                  <a:cubicBezTo>
                    <a:pt x="372" y="1"/>
                    <a:pt x="190" y="142"/>
                    <a:pt x="94" y="310"/>
                  </a:cubicBezTo>
                  <a:cubicBezTo>
                    <a:pt x="0" y="511"/>
                    <a:pt x="40" y="744"/>
                    <a:pt x="194" y="897"/>
                  </a:cubicBezTo>
                  <a:cubicBezTo>
                    <a:pt x="227" y="931"/>
                    <a:pt x="261" y="951"/>
                    <a:pt x="307" y="971"/>
                  </a:cubicBezTo>
                  <a:lnTo>
                    <a:pt x="1141" y="1297"/>
                  </a:lnTo>
                  <a:lnTo>
                    <a:pt x="1141" y="1311"/>
                  </a:lnTo>
                  <a:cubicBezTo>
                    <a:pt x="1187" y="1411"/>
                    <a:pt x="1274" y="1571"/>
                    <a:pt x="1374" y="1784"/>
                  </a:cubicBezTo>
                  <a:lnTo>
                    <a:pt x="1508" y="2044"/>
                  </a:lnTo>
                  <a:lnTo>
                    <a:pt x="1754" y="2571"/>
                  </a:lnTo>
                  <a:lnTo>
                    <a:pt x="1928" y="2951"/>
                  </a:lnTo>
                  <a:lnTo>
                    <a:pt x="2054" y="3231"/>
                  </a:lnTo>
                  <a:lnTo>
                    <a:pt x="2241" y="3651"/>
                  </a:lnTo>
                  <a:cubicBezTo>
                    <a:pt x="2328" y="3851"/>
                    <a:pt x="2414" y="4065"/>
                    <a:pt x="2494" y="4265"/>
                  </a:cubicBezTo>
                  <a:cubicBezTo>
                    <a:pt x="2508" y="4298"/>
                    <a:pt x="2521" y="4325"/>
                    <a:pt x="2541" y="4352"/>
                  </a:cubicBezTo>
                  <a:lnTo>
                    <a:pt x="2561" y="4432"/>
                  </a:lnTo>
                  <a:cubicBezTo>
                    <a:pt x="2628" y="4598"/>
                    <a:pt x="2721" y="4838"/>
                    <a:pt x="2775" y="4952"/>
                  </a:cubicBezTo>
                  <a:cubicBezTo>
                    <a:pt x="2821" y="5072"/>
                    <a:pt x="2861" y="5185"/>
                    <a:pt x="2915" y="5312"/>
                  </a:cubicBezTo>
                  <a:lnTo>
                    <a:pt x="3041" y="5639"/>
                  </a:lnTo>
                  <a:cubicBezTo>
                    <a:pt x="3181" y="6032"/>
                    <a:pt x="3315" y="6419"/>
                    <a:pt x="3441" y="6806"/>
                  </a:cubicBezTo>
                  <a:cubicBezTo>
                    <a:pt x="3481" y="6932"/>
                    <a:pt x="3475" y="6932"/>
                    <a:pt x="3561" y="7199"/>
                  </a:cubicBezTo>
                  <a:cubicBezTo>
                    <a:pt x="3655" y="7466"/>
                    <a:pt x="3761" y="7852"/>
                    <a:pt x="3815" y="8019"/>
                  </a:cubicBezTo>
                  <a:cubicBezTo>
                    <a:pt x="3861" y="8186"/>
                    <a:pt x="3908" y="8353"/>
                    <a:pt x="3955" y="8539"/>
                  </a:cubicBezTo>
                  <a:lnTo>
                    <a:pt x="4082" y="9046"/>
                  </a:lnTo>
                  <a:lnTo>
                    <a:pt x="4182" y="9486"/>
                  </a:lnTo>
                  <a:cubicBezTo>
                    <a:pt x="4222" y="9666"/>
                    <a:pt x="4242" y="9720"/>
                    <a:pt x="4295" y="10033"/>
                  </a:cubicBezTo>
                  <a:cubicBezTo>
                    <a:pt x="4355" y="10340"/>
                    <a:pt x="4415" y="10687"/>
                    <a:pt x="4482" y="11073"/>
                  </a:cubicBezTo>
                  <a:cubicBezTo>
                    <a:pt x="4515" y="11253"/>
                    <a:pt x="4542" y="11453"/>
                    <a:pt x="4575" y="11667"/>
                  </a:cubicBezTo>
                  <a:lnTo>
                    <a:pt x="4628" y="12000"/>
                  </a:lnTo>
                  <a:cubicBezTo>
                    <a:pt x="4648" y="12087"/>
                    <a:pt x="4655" y="12180"/>
                    <a:pt x="4675" y="12280"/>
                  </a:cubicBezTo>
                  <a:cubicBezTo>
                    <a:pt x="4762" y="12834"/>
                    <a:pt x="4848" y="13421"/>
                    <a:pt x="4942" y="14047"/>
                  </a:cubicBezTo>
                  <a:lnTo>
                    <a:pt x="5155" y="15581"/>
                  </a:lnTo>
                  <a:cubicBezTo>
                    <a:pt x="5182" y="15801"/>
                    <a:pt x="5215" y="16021"/>
                    <a:pt x="5249" y="16255"/>
                  </a:cubicBezTo>
                  <a:lnTo>
                    <a:pt x="5275" y="16468"/>
                  </a:lnTo>
                  <a:cubicBezTo>
                    <a:pt x="5415" y="17488"/>
                    <a:pt x="5549" y="18555"/>
                    <a:pt x="5675" y="19622"/>
                  </a:cubicBezTo>
                  <a:cubicBezTo>
                    <a:pt x="5709" y="19876"/>
                    <a:pt x="5742" y="20116"/>
                    <a:pt x="5762" y="20356"/>
                  </a:cubicBezTo>
                  <a:cubicBezTo>
                    <a:pt x="5909" y="21556"/>
                    <a:pt x="6049" y="22756"/>
                    <a:pt x="6175" y="23923"/>
                  </a:cubicBezTo>
                  <a:cubicBezTo>
                    <a:pt x="6189" y="24150"/>
                    <a:pt x="6215" y="24377"/>
                    <a:pt x="6242" y="24584"/>
                  </a:cubicBezTo>
                  <a:lnTo>
                    <a:pt x="6282" y="25024"/>
                  </a:lnTo>
                  <a:cubicBezTo>
                    <a:pt x="6315" y="25310"/>
                    <a:pt x="6342" y="25577"/>
                    <a:pt x="6362" y="25851"/>
                  </a:cubicBezTo>
                  <a:cubicBezTo>
                    <a:pt x="6369" y="25871"/>
                    <a:pt x="6375" y="25891"/>
                    <a:pt x="6375" y="25911"/>
                  </a:cubicBezTo>
                  <a:lnTo>
                    <a:pt x="6415" y="26371"/>
                  </a:lnTo>
                  <a:cubicBezTo>
                    <a:pt x="6429" y="26537"/>
                    <a:pt x="6442" y="26691"/>
                    <a:pt x="6456" y="26844"/>
                  </a:cubicBezTo>
                  <a:lnTo>
                    <a:pt x="6476" y="27018"/>
                  </a:lnTo>
                  <a:cubicBezTo>
                    <a:pt x="6482" y="27104"/>
                    <a:pt x="6482" y="27178"/>
                    <a:pt x="6489" y="27258"/>
                  </a:cubicBezTo>
                  <a:lnTo>
                    <a:pt x="6509" y="27411"/>
                  </a:lnTo>
                  <a:cubicBezTo>
                    <a:pt x="6509" y="27484"/>
                    <a:pt x="6516" y="27558"/>
                    <a:pt x="6522" y="27624"/>
                  </a:cubicBezTo>
                  <a:lnTo>
                    <a:pt x="6542" y="27891"/>
                  </a:lnTo>
                  <a:lnTo>
                    <a:pt x="6562" y="28258"/>
                  </a:lnTo>
                  <a:cubicBezTo>
                    <a:pt x="6576" y="28438"/>
                    <a:pt x="6582" y="28591"/>
                    <a:pt x="6589" y="28751"/>
                  </a:cubicBezTo>
                  <a:cubicBezTo>
                    <a:pt x="6596" y="28825"/>
                    <a:pt x="6596" y="28898"/>
                    <a:pt x="6596" y="28971"/>
                  </a:cubicBezTo>
                  <a:lnTo>
                    <a:pt x="6596" y="29325"/>
                  </a:lnTo>
                  <a:cubicBezTo>
                    <a:pt x="6596" y="29945"/>
                    <a:pt x="6616" y="30592"/>
                    <a:pt x="6629" y="31279"/>
                  </a:cubicBezTo>
                  <a:cubicBezTo>
                    <a:pt x="6642" y="31545"/>
                    <a:pt x="6649" y="31812"/>
                    <a:pt x="6662" y="32086"/>
                  </a:cubicBezTo>
                  <a:cubicBezTo>
                    <a:pt x="6696" y="33006"/>
                    <a:pt x="6756" y="33999"/>
                    <a:pt x="6829" y="35106"/>
                  </a:cubicBezTo>
                  <a:cubicBezTo>
                    <a:pt x="6856" y="35493"/>
                    <a:pt x="6889" y="35887"/>
                    <a:pt x="6916" y="36280"/>
                  </a:cubicBezTo>
                  <a:lnTo>
                    <a:pt x="6916" y="36407"/>
                  </a:lnTo>
                  <a:cubicBezTo>
                    <a:pt x="6929" y="36560"/>
                    <a:pt x="6942" y="36720"/>
                    <a:pt x="6956" y="36887"/>
                  </a:cubicBezTo>
                  <a:lnTo>
                    <a:pt x="7029" y="37780"/>
                  </a:lnTo>
                  <a:cubicBezTo>
                    <a:pt x="7096" y="38627"/>
                    <a:pt x="7176" y="39461"/>
                    <a:pt x="7256" y="40281"/>
                  </a:cubicBezTo>
                  <a:lnTo>
                    <a:pt x="7316" y="40875"/>
                  </a:lnTo>
                  <a:cubicBezTo>
                    <a:pt x="7382" y="41601"/>
                    <a:pt x="7476" y="42422"/>
                    <a:pt x="7529" y="42988"/>
                  </a:cubicBezTo>
                  <a:cubicBezTo>
                    <a:pt x="7589" y="43555"/>
                    <a:pt x="7656" y="44109"/>
                    <a:pt x="7716" y="44642"/>
                  </a:cubicBezTo>
                  <a:lnTo>
                    <a:pt x="7823" y="45603"/>
                  </a:lnTo>
                  <a:cubicBezTo>
                    <a:pt x="7856" y="45923"/>
                    <a:pt x="7896" y="46243"/>
                    <a:pt x="7929" y="46549"/>
                  </a:cubicBezTo>
                  <a:lnTo>
                    <a:pt x="7963" y="46843"/>
                  </a:lnTo>
                  <a:lnTo>
                    <a:pt x="8016" y="47223"/>
                  </a:lnTo>
                  <a:lnTo>
                    <a:pt x="8056" y="47556"/>
                  </a:lnTo>
                  <a:lnTo>
                    <a:pt x="8109" y="47976"/>
                  </a:lnTo>
                  <a:lnTo>
                    <a:pt x="8176" y="48523"/>
                  </a:lnTo>
                  <a:cubicBezTo>
                    <a:pt x="8249" y="49157"/>
                    <a:pt x="8316" y="49684"/>
                    <a:pt x="8376" y="50057"/>
                  </a:cubicBezTo>
                  <a:lnTo>
                    <a:pt x="8376" y="50144"/>
                  </a:lnTo>
                  <a:cubicBezTo>
                    <a:pt x="8383" y="50197"/>
                    <a:pt x="8389" y="50250"/>
                    <a:pt x="8389" y="50310"/>
                  </a:cubicBezTo>
                  <a:lnTo>
                    <a:pt x="8449" y="50724"/>
                  </a:lnTo>
                  <a:cubicBezTo>
                    <a:pt x="8449" y="50751"/>
                    <a:pt x="8456" y="50777"/>
                    <a:pt x="8463" y="50804"/>
                  </a:cubicBezTo>
                  <a:cubicBezTo>
                    <a:pt x="8489" y="50891"/>
                    <a:pt x="8556" y="50964"/>
                    <a:pt x="8643" y="51004"/>
                  </a:cubicBezTo>
                  <a:lnTo>
                    <a:pt x="8749" y="51017"/>
                  </a:lnTo>
                  <a:cubicBezTo>
                    <a:pt x="8764" y="51021"/>
                    <a:pt x="8780" y="51022"/>
                    <a:pt x="8795" y="51022"/>
                  </a:cubicBezTo>
                  <a:cubicBezTo>
                    <a:pt x="8842" y="51022"/>
                    <a:pt x="8889" y="51007"/>
                    <a:pt x="8930" y="50977"/>
                  </a:cubicBezTo>
                  <a:cubicBezTo>
                    <a:pt x="9810" y="50424"/>
                    <a:pt x="10677" y="48997"/>
                    <a:pt x="11510" y="46723"/>
                  </a:cubicBezTo>
                  <a:cubicBezTo>
                    <a:pt x="12064" y="45202"/>
                    <a:pt x="12597" y="43269"/>
                    <a:pt x="13064" y="41141"/>
                  </a:cubicBezTo>
                  <a:cubicBezTo>
                    <a:pt x="13091" y="41015"/>
                    <a:pt x="13031" y="40881"/>
                    <a:pt x="12917" y="40821"/>
                  </a:cubicBezTo>
                  <a:cubicBezTo>
                    <a:pt x="12190" y="40468"/>
                    <a:pt x="11597" y="39888"/>
                    <a:pt x="11217" y="39181"/>
                  </a:cubicBezTo>
                  <a:cubicBezTo>
                    <a:pt x="10690" y="38241"/>
                    <a:pt x="12057" y="35873"/>
                    <a:pt x="12510" y="35086"/>
                  </a:cubicBezTo>
                  <a:cubicBezTo>
                    <a:pt x="12731" y="34693"/>
                    <a:pt x="12964" y="34306"/>
                    <a:pt x="13197" y="33939"/>
                  </a:cubicBezTo>
                  <a:lnTo>
                    <a:pt x="13524" y="33413"/>
                  </a:lnTo>
                  <a:cubicBezTo>
                    <a:pt x="13811" y="32952"/>
                    <a:pt x="14058" y="32552"/>
                    <a:pt x="14231" y="32232"/>
                  </a:cubicBezTo>
                  <a:cubicBezTo>
                    <a:pt x="14258" y="32186"/>
                    <a:pt x="14271" y="32139"/>
                    <a:pt x="14278" y="32086"/>
                  </a:cubicBezTo>
                  <a:lnTo>
                    <a:pt x="14258" y="31652"/>
                  </a:lnTo>
                  <a:cubicBezTo>
                    <a:pt x="14251" y="31472"/>
                    <a:pt x="14231" y="31305"/>
                    <a:pt x="14218" y="31152"/>
                  </a:cubicBezTo>
                  <a:lnTo>
                    <a:pt x="14191" y="30952"/>
                  </a:lnTo>
                  <a:lnTo>
                    <a:pt x="14144" y="30585"/>
                  </a:lnTo>
                  <a:lnTo>
                    <a:pt x="14144" y="30572"/>
                  </a:lnTo>
                  <a:lnTo>
                    <a:pt x="14084" y="30078"/>
                  </a:lnTo>
                  <a:cubicBezTo>
                    <a:pt x="14044" y="29758"/>
                    <a:pt x="14004" y="29425"/>
                    <a:pt x="13958" y="29078"/>
                  </a:cubicBezTo>
                  <a:cubicBezTo>
                    <a:pt x="13951" y="28971"/>
                    <a:pt x="13931" y="28858"/>
                    <a:pt x="13918" y="28751"/>
                  </a:cubicBezTo>
                  <a:cubicBezTo>
                    <a:pt x="13857" y="28211"/>
                    <a:pt x="13791" y="27638"/>
                    <a:pt x="13724" y="27024"/>
                  </a:cubicBezTo>
                  <a:cubicBezTo>
                    <a:pt x="13717" y="26918"/>
                    <a:pt x="13697" y="26804"/>
                    <a:pt x="13691" y="26684"/>
                  </a:cubicBezTo>
                  <a:lnTo>
                    <a:pt x="13577" y="25657"/>
                  </a:lnTo>
                  <a:cubicBezTo>
                    <a:pt x="13411" y="24130"/>
                    <a:pt x="13224" y="22476"/>
                    <a:pt x="13017" y="20689"/>
                  </a:cubicBezTo>
                  <a:cubicBezTo>
                    <a:pt x="12964" y="20216"/>
                    <a:pt x="12911" y="19736"/>
                    <a:pt x="12851" y="19249"/>
                  </a:cubicBezTo>
                  <a:cubicBezTo>
                    <a:pt x="12764" y="18522"/>
                    <a:pt x="12677" y="17788"/>
                    <a:pt x="12584" y="17042"/>
                  </a:cubicBezTo>
                  <a:cubicBezTo>
                    <a:pt x="12084" y="12974"/>
                    <a:pt x="11283" y="9120"/>
                    <a:pt x="10443" y="6732"/>
                  </a:cubicBezTo>
                  <a:cubicBezTo>
                    <a:pt x="10056" y="5645"/>
                    <a:pt x="9723" y="4978"/>
                    <a:pt x="9350" y="4605"/>
                  </a:cubicBezTo>
                  <a:cubicBezTo>
                    <a:pt x="8976" y="4232"/>
                    <a:pt x="8449" y="3751"/>
                    <a:pt x="7916" y="3311"/>
                  </a:cubicBezTo>
                  <a:cubicBezTo>
                    <a:pt x="6689" y="2298"/>
                    <a:pt x="4342" y="544"/>
                    <a:pt x="2341" y="170"/>
                  </a:cubicBezTo>
                  <a:cubicBezTo>
                    <a:pt x="1702" y="50"/>
                    <a:pt x="1250" y="1"/>
                    <a:pt x="92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8" name="Google Shape;2011;p36"/>
            <p:cNvSpPr/>
            <p:nvPr/>
          </p:nvSpPr>
          <p:spPr>
            <a:xfrm>
              <a:off x="2458504" y="3260774"/>
              <a:ext cx="389986" cy="1410723"/>
            </a:xfrm>
            <a:custGeom>
              <a:avLst/>
              <a:gdLst/>
              <a:ahLst/>
              <a:cxnLst/>
              <a:rect l="l" t="t" r="r" b="b"/>
              <a:pathLst>
                <a:path w="13943" h="50437" extrusionOk="0">
                  <a:moveTo>
                    <a:pt x="885" y="1"/>
                  </a:moveTo>
                  <a:cubicBezTo>
                    <a:pt x="0" y="1"/>
                    <a:pt x="373" y="403"/>
                    <a:pt x="373" y="403"/>
                  </a:cubicBezTo>
                  <a:lnTo>
                    <a:pt x="1306" y="770"/>
                  </a:lnTo>
                  <a:lnTo>
                    <a:pt x="1339" y="830"/>
                  </a:lnTo>
                  <a:cubicBezTo>
                    <a:pt x="1346" y="843"/>
                    <a:pt x="1346" y="863"/>
                    <a:pt x="1366" y="876"/>
                  </a:cubicBezTo>
                  <a:lnTo>
                    <a:pt x="1606" y="1363"/>
                  </a:lnTo>
                  <a:cubicBezTo>
                    <a:pt x="1646" y="1437"/>
                    <a:pt x="1686" y="1530"/>
                    <a:pt x="1733" y="1623"/>
                  </a:cubicBezTo>
                  <a:cubicBezTo>
                    <a:pt x="1833" y="1810"/>
                    <a:pt x="1940" y="2037"/>
                    <a:pt x="2046" y="2277"/>
                  </a:cubicBezTo>
                  <a:cubicBezTo>
                    <a:pt x="2086" y="2363"/>
                    <a:pt x="2120" y="2443"/>
                    <a:pt x="2166" y="2537"/>
                  </a:cubicBezTo>
                  <a:cubicBezTo>
                    <a:pt x="2206" y="2630"/>
                    <a:pt x="2233" y="2677"/>
                    <a:pt x="2286" y="2810"/>
                  </a:cubicBezTo>
                  <a:cubicBezTo>
                    <a:pt x="2346" y="2944"/>
                    <a:pt x="2380" y="3044"/>
                    <a:pt x="2473" y="3244"/>
                  </a:cubicBezTo>
                  <a:cubicBezTo>
                    <a:pt x="2566" y="3444"/>
                    <a:pt x="2646" y="3657"/>
                    <a:pt x="2740" y="3871"/>
                  </a:cubicBezTo>
                  <a:lnTo>
                    <a:pt x="2773" y="3944"/>
                  </a:lnTo>
                  <a:lnTo>
                    <a:pt x="3013" y="4544"/>
                  </a:lnTo>
                  <a:lnTo>
                    <a:pt x="3147" y="4904"/>
                  </a:lnTo>
                  <a:lnTo>
                    <a:pt x="3273" y="5238"/>
                  </a:lnTo>
                  <a:cubicBezTo>
                    <a:pt x="3413" y="5624"/>
                    <a:pt x="3553" y="6004"/>
                    <a:pt x="3680" y="6411"/>
                  </a:cubicBezTo>
                  <a:cubicBezTo>
                    <a:pt x="3733" y="6538"/>
                    <a:pt x="3773" y="6671"/>
                    <a:pt x="3813" y="6805"/>
                  </a:cubicBezTo>
                  <a:lnTo>
                    <a:pt x="4067" y="7645"/>
                  </a:lnTo>
                  <a:cubicBezTo>
                    <a:pt x="4107" y="7805"/>
                    <a:pt x="4147" y="7972"/>
                    <a:pt x="4200" y="8145"/>
                  </a:cubicBezTo>
                  <a:cubicBezTo>
                    <a:pt x="4247" y="8325"/>
                    <a:pt x="4287" y="8498"/>
                    <a:pt x="4334" y="8678"/>
                  </a:cubicBezTo>
                  <a:lnTo>
                    <a:pt x="4434" y="9125"/>
                  </a:lnTo>
                  <a:cubicBezTo>
                    <a:pt x="4474" y="9305"/>
                    <a:pt x="4487" y="9372"/>
                    <a:pt x="4547" y="9679"/>
                  </a:cubicBezTo>
                  <a:cubicBezTo>
                    <a:pt x="4607" y="9992"/>
                    <a:pt x="4674" y="10339"/>
                    <a:pt x="4734" y="10726"/>
                  </a:cubicBezTo>
                  <a:cubicBezTo>
                    <a:pt x="4767" y="10906"/>
                    <a:pt x="4800" y="11106"/>
                    <a:pt x="4834" y="11312"/>
                  </a:cubicBezTo>
                  <a:lnTo>
                    <a:pt x="4854" y="11473"/>
                  </a:lnTo>
                  <a:lnTo>
                    <a:pt x="4934" y="11933"/>
                  </a:lnTo>
                  <a:cubicBezTo>
                    <a:pt x="5014" y="12493"/>
                    <a:pt x="5107" y="13080"/>
                    <a:pt x="5201" y="13706"/>
                  </a:cubicBezTo>
                  <a:lnTo>
                    <a:pt x="5247" y="14080"/>
                  </a:lnTo>
                  <a:lnTo>
                    <a:pt x="5267" y="14207"/>
                  </a:lnTo>
                  <a:cubicBezTo>
                    <a:pt x="5301" y="14413"/>
                    <a:pt x="5307" y="14513"/>
                    <a:pt x="5354" y="14860"/>
                  </a:cubicBezTo>
                  <a:cubicBezTo>
                    <a:pt x="5407" y="15200"/>
                    <a:pt x="5447" y="15547"/>
                    <a:pt x="5501" y="15907"/>
                  </a:cubicBezTo>
                  <a:cubicBezTo>
                    <a:pt x="5507" y="15980"/>
                    <a:pt x="5514" y="16054"/>
                    <a:pt x="5534" y="16127"/>
                  </a:cubicBezTo>
                  <a:cubicBezTo>
                    <a:pt x="5667" y="17161"/>
                    <a:pt x="5801" y="18228"/>
                    <a:pt x="5934" y="19295"/>
                  </a:cubicBezTo>
                  <a:cubicBezTo>
                    <a:pt x="5967" y="19535"/>
                    <a:pt x="5987" y="19781"/>
                    <a:pt x="6021" y="20028"/>
                  </a:cubicBezTo>
                  <a:cubicBezTo>
                    <a:pt x="6174" y="21262"/>
                    <a:pt x="6307" y="22469"/>
                    <a:pt x="6421" y="23596"/>
                  </a:cubicBezTo>
                  <a:lnTo>
                    <a:pt x="6501" y="24263"/>
                  </a:lnTo>
                  <a:cubicBezTo>
                    <a:pt x="6541" y="24696"/>
                    <a:pt x="6581" y="25109"/>
                    <a:pt x="6621" y="25510"/>
                  </a:cubicBezTo>
                  <a:lnTo>
                    <a:pt x="6621" y="25576"/>
                  </a:lnTo>
                  <a:cubicBezTo>
                    <a:pt x="6648" y="25736"/>
                    <a:pt x="6654" y="25896"/>
                    <a:pt x="6674" y="26043"/>
                  </a:cubicBezTo>
                  <a:lnTo>
                    <a:pt x="6721" y="26683"/>
                  </a:lnTo>
                  <a:cubicBezTo>
                    <a:pt x="6741" y="26830"/>
                    <a:pt x="6741" y="26950"/>
                    <a:pt x="6754" y="27083"/>
                  </a:cubicBezTo>
                  <a:cubicBezTo>
                    <a:pt x="6774" y="27217"/>
                    <a:pt x="6781" y="27303"/>
                    <a:pt x="6788" y="27470"/>
                  </a:cubicBezTo>
                  <a:cubicBezTo>
                    <a:pt x="6801" y="27637"/>
                    <a:pt x="6814" y="27770"/>
                    <a:pt x="6821" y="27944"/>
                  </a:cubicBezTo>
                  <a:cubicBezTo>
                    <a:pt x="6834" y="28117"/>
                    <a:pt x="6841" y="28330"/>
                    <a:pt x="6848" y="28430"/>
                  </a:cubicBezTo>
                  <a:cubicBezTo>
                    <a:pt x="6854" y="28530"/>
                    <a:pt x="6854" y="28650"/>
                    <a:pt x="6854" y="28697"/>
                  </a:cubicBezTo>
                  <a:cubicBezTo>
                    <a:pt x="6854" y="28737"/>
                    <a:pt x="6868" y="28777"/>
                    <a:pt x="6868" y="28810"/>
                  </a:cubicBezTo>
                  <a:lnTo>
                    <a:pt x="6868" y="29031"/>
                  </a:lnTo>
                  <a:cubicBezTo>
                    <a:pt x="6868" y="29637"/>
                    <a:pt x="6874" y="30284"/>
                    <a:pt x="6901" y="30951"/>
                  </a:cubicBezTo>
                  <a:cubicBezTo>
                    <a:pt x="6908" y="31218"/>
                    <a:pt x="6914" y="31498"/>
                    <a:pt x="6934" y="31771"/>
                  </a:cubicBezTo>
                  <a:cubicBezTo>
                    <a:pt x="6974" y="32745"/>
                    <a:pt x="7034" y="33752"/>
                    <a:pt x="7101" y="34779"/>
                  </a:cubicBezTo>
                  <a:cubicBezTo>
                    <a:pt x="7121" y="35212"/>
                    <a:pt x="7154" y="35646"/>
                    <a:pt x="7188" y="36079"/>
                  </a:cubicBezTo>
                  <a:cubicBezTo>
                    <a:pt x="7208" y="36239"/>
                    <a:pt x="7214" y="36406"/>
                    <a:pt x="7234" y="36566"/>
                  </a:cubicBezTo>
                  <a:lnTo>
                    <a:pt x="7308" y="37453"/>
                  </a:lnTo>
                  <a:cubicBezTo>
                    <a:pt x="7374" y="38300"/>
                    <a:pt x="7448" y="39133"/>
                    <a:pt x="7534" y="39953"/>
                  </a:cubicBezTo>
                  <a:cubicBezTo>
                    <a:pt x="7548" y="40153"/>
                    <a:pt x="7568" y="40347"/>
                    <a:pt x="7588" y="40547"/>
                  </a:cubicBezTo>
                  <a:cubicBezTo>
                    <a:pt x="7655" y="41274"/>
                    <a:pt x="7735" y="41974"/>
                    <a:pt x="7808" y="42654"/>
                  </a:cubicBezTo>
                  <a:cubicBezTo>
                    <a:pt x="7881" y="43381"/>
                    <a:pt x="7961" y="44075"/>
                    <a:pt x="8035" y="44735"/>
                  </a:cubicBezTo>
                  <a:cubicBezTo>
                    <a:pt x="8048" y="44915"/>
                    <a:pt x="8075" y="45088"/>
                    <a:pt x="8088" y="45268"/>
                  </a:cubicBezTo>
                  <a:cubicBezTo>
                    <a:pt x="8141" y="45688"/>
                    <a:pt x="8188" y="46108"/>
                    <a:pt x="8241" y="46502"/>
                  </a:cubicBezTo>
                  <a:cubicBezTo>
                    <a:pt x="8261" y="46682"/>
                    <a:pt x="8261" y="46809"/>
                    <a:pt x="8301" y="47022"/>
                  </a:cubicBezTo>
                  <a:cubicBezTo>
                    <a:pt x="8335" y="47242"/>
                    <a:pt x="8348" y="47442"/>
                    <a:pt x="8375" y="47635"/>
                  </a:cubicBezTo>
                  <a:lnTo>
                    <a:pt x="8448" y="48182"/>
                  </a:lnTo>
                  <a:cubicBezTo>
                    <a:pt x="8521" y="48822"/>
                    <a:pt x="8588" y="49343"/>
                    <a:pt x="8641" y="49723"/>
                  </a:cubicBezTo>
                  <a:cubicBezTo>
                    <a:pt x="8655" y="49816"/>
                    <a:pt x="8668" y="49883"/>
                    <a:pt x="8675" y="49969"/>
                  </a:cubicBezTo>
                  <a:cubicBezTo>
                    <a:pt x="8681" y="50049"/>
                    <a:pt x="8708" y="50143"/>
                    <a:pt x="8708" y="50189"/>
                  </a:cubicBezTo>
                  <a:cubicBezTo>
                    <a:pt x="8708" y="50243"/>
                    <a:pt x="8715" y="50283"/>
                    <a:pt x="8715" y="50310"/>
                  </a:cubicBezTo>
                  <a:cubicBezTo>
                    <a:pt x="8715" y="50336"/>
                    <a:pt x="8721" y="50363"/>
                    <a:pt x="8735" y="50390"/>
                  </a:cubicBezTo>
                  <a:lnTo>
                    <a:pt x="8735" y="50436"/>
                  </a:lnTo>
                  <a:cubicBezTo>
                    <a:pt x="9622" y="49876"/>
                    <a:pt x="10455" y="48336"/>
                    <a:pt x="11189" y="46322"/>
                  </a:cubicBezTo>
                  <a:cubicBezTo>
                    <a:pt x="10695" y="44521"/>
                    <a:pt x="10209" y="42721"/>
                    <a:pt x="9722" y="40920"/>
                  </a:cubicBezTo>
                  <a:cubicBezTo>
                    <a:pt x="9435" y="39853"/>
                    <a:pt x="9135" y="38766"/>
                    <a:pt x="9222" y="37653"/>
                  </a:cubicBezTo>
                  <a:cubicBezTo>
                    <a:pt x="9315" y="36546"/>
                    <a:pt x="9868" y="35412"/>
                    <a:pt x="10869" y="34932"/>
                  </a:cubicBezTo>
                  <a:cubicBezTo>
                    <a:pt x="11289" y="34739"/>
                    <a:pt x="11742" y="34645"/>
                    <a:pt x="12209" y="34645"/>
                  </a:cubicBezTo>
                  <a:cubicBezTo>
                    <a:pt x="12442" y="34245"/>
                    <a:pt x="12683" y="33852"/>
                    <a:pt x="12909" y="33485"/>
                  </a:cubicBezTo>
                  <a:cubicBezTo>
                    <a:pt x="13316" y="32812"/>
                    <a:pt x="13703" y="32218"/>
                    <a:pt x="13943" y="31785"/>
                  </a:cubicBezTo>
                  <a:cubicBezTo>
                    <a:pt x="13943" y="31711"/>
                    <a:pt x="13936" y="31645"/>
                    <a:pt x="13936" y="31585"/>
                  </a:cubicBezTo>
                  <a:cubicBezTo>
                    <a:pt x="13936" y="31518"/>
                    <a:pt x="13930" y="31451"/>
                    <a:pt x="13923" y="31384"/>
                  </a:cubicBezTo>
                  <a:cubicBezTo>
                    <a:pt x="13916" y="31211"/>
                    <a:pt x="13903" y="31098"/>
                    <a:pt x="13883" y="30911"/>
                  </a:cubicBezTo>
                  <a:cubicBezTo>
                    <a:pt x="13870" y="30731"/>
                    <a:pt x="13836" y="30538"/>
                    <a:pt x="13816" y="30344"/>
                  </a:cubicBezTo>
                  <a:cubicBezTo>
                    <a:pt x="13809" y="30338"/>
                    <a:pt x="13809" y="30324"/>
                    <a:pt x="13809" y="30311"/>
                  </a:cubicBezTo>
                  <a:cubicBezTo>
                    <a:pt x="13789" y="30151"/>
                    <a:pt x="13769" y="29984"/>
                    <a:pt x="13749" y="29817"/>
                  </a:cubicBezTo>
                  <a:cubicBezTo>
                    <a:pt x="13709" y="29504"/>
                    <a:pt x="13669" y="29164"/>
                    <a:pt x="13623" y="28817"/>
                  </a:cubicBezTo>
                  <a:cubicBezTo>
                    <a:pt x="13616" y="28710"/>
                    <a:pt x="13609" y="28604"/>
                    <a:pt x="13589" y="28497"/>
                  </a:cubicBezTo>
                  <a:cubicBezTo>
                    <a:pt x="13523" y="27950"/>
                    <a:pt x="13456" y="27377"/>
                    <a:pt x="13403" y="26783"/>
                  </a:cubicBezTo>
                  <a:cubicBezTo>
                    <a:pt x="13383" y="26670"/>
                    <a:pt x="13376" y="26543"/>
                    <a:pt x="13356" y="26430"/>
                  </a:cubicBezTo>
                  <a:cubicBezTo>
                    <a:pt x="13156" y="24636"/>
                    <a:pt x="12943" y="22629"/>
                    <a:pt x="12689" y="20428"/>
                  </a:cubicBezTo>
                  <a:cubicBezTo>
                    <a:pt x="12636" y="19961"/>
                    <a:pt x="12582" y="19475"/>
                    <a:pt x="12522" y="18995"/>
                  </a:cubicBezTo>
                  <a:cubicBezTo>
                    <a:pt x="11189" y="17567"/>
                    <a:pt x="9642" y="16327"/>
                    <a:pt x="8588" y="14693"/>
                  </a:cubicBezTo>
                  <a:cubicBezTo>
                    <a:pt x="6554" y="11506"/>
                    <a:pt x="5701" y="6605"/>
                    <a:pt x="7688" y="3244"/>
                  </a:cubicBezTo>
                  <a:cubicBezTo>
                    <a:pt x="6201" y="2010"/>
                    <a:pt x="4040" y="496"/>
                    <a:pt x="2240" y="163"/>
                  </a:cubicBezTo>
                  <a:cubicBezTo>
                    <a:pt x="1610" y="45"/>
                    <a:pt x="1178" y="1"/>
                    <a:pt x="885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9" name="Google Shape;2012;p36"/>
            <p:cNvSpPr/>
            <p:nvPr/>
          </p:nvSpPr>
          <p:spPr>
            <a:xfrm>
              <a:off x="2617570" y="3443810"/>
              <a:ext cx="55968" cy="293433"/>
            </a:xfrm>
            <a:custGeom>
              <a:avLst/>
              <a:gdLst/>
              <a:ahLst/>
              <a:cxnLst/>
              <a:rect l="l" t="t" r="r" b="b"/>
              <a:pathLst>
                <a:path w="2001" h="10491" extrusionOk="0">
                  <a:moveTo>
                    <a:pt x="0" y="1"/>
                  </a:moveTo>
                  <a:lnTo>
                    <a:pt x="0" y="1"/>
                  </a:lnTo>
                  <a:cubicBezTo>
                    <a:pt x="480" y="1728"/>
                    <a:pt x="887" y="3448"/>
                    <a:pt x="1214" y="5195"/>
                  </a:cubicBezTo>
                  <a:cubicBezTo>
                    <a:pt x="1534" y="6949"/>
                    <a:pt x="1747" y="8716"/>
                    <a:pt x="1921" y="10490"/>
                  </a:cubicBezTo>
                  <a:cubicBezTo>
                    <a:pt x="2001" y="6902"/>
                    <a:pt x="1347" y="3328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0" name="Google Shape;2013;p36"/>
            <p:cNvSpPr/>
            <p:nvPr/>
          </p:nvSpPr>
          <p:spPr>
            <a:xfrm>
              <a:off x="2680055" y="3576611"/>
              <a:ext cx="28921" cy="174617"/>
            </a:xfrm>
            <a:custGeom>
              <a:avLst/>
              <a:gdLst/>
              <a:ahLst/>
              <a:cxnLst/>
              <a:rect l="l" t="t" r="r" b="b"/>
              <a:pathLst>
                <a:path w="1034" h="6243" extrusionOk="0">
                  <a:moveTo>
                    <a:pt x="0" y="0"/>
                  </a:moveTo>
                  <a:lnTo>
                    <a:pt x="0" y="0"/>
                  </a:lnTo>
                  <a:cubicBezTo>
                    <a:pt x="134" y="1054"/>
                    <a:pt x="314" y="2081"/>
                    <a:pt x="487" y="3121"/>
                  </a:cubicBezTo>
                  <a:cubicBezTo>
                    <a:pt x="660" y="4168"/>
                    <a:pt x="820" y="5202"/>
                    <a:pt x="1021" y="6242"/>
                  </a:cubicBezTo>
                  <a:cubicBezTo>
                    <a:pt x="1034" y="5182"/>
                    <a:pt x="954" y="4122"/>
                    <a:pt x="780" y="3081"/>
                  </a:cubicBezTo>
                  <a:cubicBezTo>
                    <a:pt x="614" y="2034"/>
                    <a:pt x="354" y="1001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1" name="Google Shape;2014;p36"/>
            <p:cNvSpPr/>
            <p:nvPr/>
          </p:nvSpPr>
          <p:spPr>
            <a:xfrm>
              <a:off x="2727800" y="3670982"/>
              <a:ext cx="15691" cy="80246"/>
            </a:xfrm>
            <a:custGeom>
              <a:avLst/>
              <a:gdLst/>
              <a:ahLst/>
              <a:cxnLst/>
              <a:rect l="l" t="t" r="r" b="b"/>
              <a:pathLst>
                <a:path w="561" h="2869" extrusionOk="0">
                  <a:moveTo>
                    <a:pt x="14" y="1"/>
                  </a:moveTo>
                  <a:lnTo>
                    <a:pt x="14" y="1"/>
                  </a:lnTo>
                  <a:cubicBezTo>
                    <a:pt x="0" y="488"/>
                    <a:pt x="47" y="974"/>
                    <a:pt x="140" y="1461"/>
                  </a:cubicBezTo>
                  <a:cubicBezTo>
                    <a:pt x="220" y="1941"/>
                    <a:pt x="354" y="2415"/>
                    <a:pt x="547" y="2868"/>
                  </a:cubicBezTo>
                  <a:cubicBezTo>
                    <a:pt x="561" y="2375"/>
                    <a:pt x="521" y="1888"/>
                    <a:pt x="420" y="1408"/>
                  </a:cubicBezTo>
                  <a:cubicBezTo>
                    <a:pt x="340" y="921"/>
                    <a:pt x="200" y="448"/>
                    <a:pt x="1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2" name="Google Shape;2015;p36"/>
            <p:cNvSpPr/>
            <p:nvPr/>
          </p:nvSpPr>
          <p:spPr>
            <a:xfrm>
              <a:off x="2686572" y="4215418"/>
              <a:ext cx="44808" cy="284091"/>
            </a:xfrm>
            <a:custGeom>
              <a:avLst/>
              <a:gdLst/>
              <a:ahLst/>
              <a:cxnLst/>
              <a:rect l="l" t="t" r="r" b="b"/>
              <a:pathLst>
                <a:path w="1602" h="10157" extrusionOk="0">
                  <a:moveTo>
                    <a:pt x="1" y="1"/>
                  </a:moveTo>
                  <a:cubicBezTo>
                    <a:pt x="114" y="1715"/>
                    <a:pt x="314" y="3422"/>
                    <a:pt x="534" y="5136"/>
                  </a:cubicBezTo>
                  <a:cubicBezTo>
                    <a:pt x="654" y="5982"/>
                    <a:pt x="768" y="6836"/>
                    <a:pt x="914" y="7683"/>
                  </a:cubicBezTo>
                  <a:cubicBezTo>
                    <a:pt x="981" y="8110"/>
                    <a:pt x="1048" y="8543"/>
                    <a:pt x="1128" y="8957"/>
                  </a:cubicBezTo>
                  <a:cubicBezTo>
                    <a:pt x="1214" y="9377"/>
                    <a:pt x="1334" y="9810"/>
                    <a:pt x="1601" y="10157"/>
                  </a:cubicBezTo>
                  <a:cubicBezTo>
                    <a:pt x="1388" y="9783"/>
                    <a:pt x="1314" y="9357"/>
                    <a:pt x="1261" y="8937"/>
                  </a:cubicBezTo>
                  <a:lnTo>
                    <a:pt x="1134" y="7650"/>
                  </a:lnTo>
                  <a:cubicBezTo>
                    <a:pt x="1048" y="6803"/>
                    <a:pt x="934" y="5942"/>
                    <a:pt x="828" y="5089"/>
                  </a:cubicBezTo>
                  <a:cubicBezTo>
                    <a:pt x="594" y="3382"/>
                    <a:pt x="347" y="1681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3" name="Google Shape;2016;p36"/>
            <p:cNvSpPr/>
            <p:nvPr/>
          </p:nvSpPr>
          <p:spPr>
            <a:xfrm>
              <a:off x="2719772" y="4243780"/>
              <a:ext cx="23159" cy="122005"/>
            </a:xfrm>
            <a:custGeom>
              <a:avLst/>
              <a:gdLst/>
              <a:ahLst/>
              <a:cxnLst/>
              <a:rect l="l" t="t" r="r" b="b"/>
              <a:pathLst>
                <a:path w="828" h="4362" extrusionOk="0">
                  <a:moveTo>
                    <a:pt x="7" y="0"/>
                  </a:moveTo>
                  <a:lnTo>
                    <a:pt x="7" y="0"/>
                  </a:lnTo>
                  <a:cubicBezTo>
                    <a:pt x="1" y="747"/>
                    <a:pt x="74" y="1488"/>
                    <a:pt x="227" y="2214"/>
                  </a:cubicBezTo>
                  <a:cubicBezTo>
                    <a:pt x="354" y="2948"/>
                    <a:pt x="554" y="3668"/>
                    <a:pt x="828" y="4362"/>
                  </a:cubicBezTo>
                  <a:cubicBezTo>
                    <a:pt x="754" y="3621"/>
                    <a:pt x="654" y="2895"/>
                    <a:pt x="507" y="2168"/>
                  </a:cubicBezTo>
                  <a:cubicBezTo>
                    <a:pt x="374" y="1434"/>
                    <a:pt x="207" y="714"/>
                    <a:pt x="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4" name="Google Shape;2017;p36"/>
            <p:cNvSpPr/>
            <p:nvPr/>
          </p:nvSpPr>
          <p:spPr>
            <a:xfrm>
              <a:off x="2765279" y="4275106"/>
              <a:ext cx="10657" cy="38459"/>
            </a:xfrm>
            <a:custGeom>
              <a:avLst/>
              <a:gdLst/>
              <a:ahLst/>
              <a:cxnLst/>
              <a:rect l="l" t="t" r="r" b="b"/>
              <a:pathLst>
                <a:path w="381" h="1375" extrusionOk="0">
                  <a:moveTo>
                    <a:pt x="74" y="1"/>
                  </a:moveTo>
                  <a:cubicBezTo>
                    <a:pt x="7" y="228"/>
                    <a:pt x="1" y="474"/>
                    <a:pt x="47" y="708"/>
                  </a:cubicBezTo>
                  <a:cubicBezTo>
                    <a:pt x="81" y="948"/>
                    <a:pt x="174" y="1174"/>
                    <a:pt x="314" y="1374"/>
                  </a:cubicBezTo>
                  <a:cubicBezTo>
                    <a:pt x="374" y="1141"/>
                    <a:pt x="381" y="894"/>
                    <a:pt x="334" y="654"/>
                  </a:cubicBezTo>
                  <a:cubicBezTo>
                    <a:pt x="294" y="421"/>
                    <a:pt x="207" y="194"/>
                    <a:pt x="7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5" name="Google Shape;2018;p36"/>
            <p:cNvSpPr/>
            <p:nvPr/>
          </p:nvSpPr>
          <p:spPr>
            <a:xfrm>
              <a:off x="2506948" y="3676212"/>
              <a:ext cx="428081" cy="521165"/>
            </a:xfrm>
            <a:custGeom>
              <a:avLst/>
              <a:gdLst/>
              <a:ahLst/>
              <a:cxnLst/>
              <a:rect l="l" t="t" r="r" b="b"/>
              <a:pathLst>
                <a:path w="15305" h="18633" extrusionOk="0">
                  <a:moveTo>
                    <a:pt x="3622" y="0"/>
                  </a:moveTo>
                  <a:cubicBezTo>
                    <a:pt x="3415" y="60"/>
                    <a:pt x="3215" y="147"/>
                    <a:pt x="3035" y="267"/>
                  </a:cubicBezTo>
                  <a:cubicBezTo>
                    <a:pt x="2648" y="514"/>
                    <a:pt x="2188" y="974"/>
                    <a:pt x="1915" y="1814"/>
                  </a:cubicBezTo>
                  <a:cubicBezTo>
                    <a:pt x="1421" y="3328"/>
                    <a:pt x="1888" y="4808"/>
                    <a:pt x="1915" y="4895"/>
                  </a:cubicBezTo>
                  <a:cubicBezTo>
                    <a:pt x="1900" y="4883"/>
                    <a:pt x="1836" y="4819"/>
                    <a:pt x="1730" y="4819"/>
                  </a:cubicBezTo>
                  <a:cubicBezTo>
                    <a:pt x="1549" y="4819"/>
                    <a:pt x="1244" y="5006"/>
                    <a:pt x="848" y="5962"/>
                  </a:cubicBezTo>
                  <a:cubicBezTo>
                    <a:pt x="221" y="7482"/>
                    <a:pt x="848" y="8463"/>
                    <a:pt x="848" y="8463"/>
                  </a:cubicBezTo>
                  <a:cubicBezTo>
                    <a:pt x="848" y="8463"/>
                    <a:pt x="34" y="8496"/>
                    <a:pt x="14" y="9790"/>
                  </a:cubicBezTo>
                  <a:cubicBezTo>
                    <a:pt x="1" y="11083"/>
                    <a:pt x="908" y="11990"/>
                    <a:pt x="908" y="11990"/>
                  </a:cubicBezTo>
                  <a:cubicBezTo>
                    <a:pt x="908" y="11990"/>
                    <a:pt x="281" y="12324"/>
                    <a:pt x="955" y="14291"/>
                  </a:cubicBezTo>
                  <a:cubicBezTo>
                    <a:pt x="1635" y="16258"/>
                    <a:pt x="6109" y="18119"/>
                    <a:pt x="8970" y="18285"/>
                  </a:cubicBezTo>
                  <a:cubicBezTo>
                    <a:pt x="9710" y="18325"/>
                    <a:pt x="10450" y="18439"/>
                    <a:pt x="11177" y="18632"/>
                  </a:cubicBezTo>
                  <a:cubicBezTo>
                    <a:pt x="11591" y="17959"/>
                    <a:pt x="11971" y="17358"/>
                    <a:pt x="12211" y="16925"/>
                  </a:cubicBezTo>
                  <a:cubicBezTo>
                    <a:pt x="12984" y="15525"/>
                    <a:pt x="14545" y="12484"/>
                    <a:pt x="15305" y="11557"/>
                  </a:cubicBezTo>
                  <a:cubicBezTo>
                    <a:pt x="15218" y="11483"/>
                    <a:pt x="15138" y="11403"/>
                    <a:pt x="15072" y="11317"/>
                  </a:cubicBezTo>
                  <a:cubicBezTo>
                    <a:pt x="14838" y="11030"/>
                    <a:pt x="14665" y="10703"/>
                    <a:pt x="14558" y="10357"/>
                  </a:cubicBezTo>
                  <a:cubicBezTo>
                    <a:pt x="14071" y="8889"/>
                    <a:pt x="13625" y="3715"/>
                    <a:pt x="10417" y="1067"/>
                  </a:cubicBezTo>
                  <a:lnTo>
                    <a:pt x="10417" y="1067"/>
                  </a:lnTo>
                  <a:cubicBezTo>
                    <a:pt x="10417" y="1068"/>
                    <a:pt x="10537" y="1988"/>
                    <a:pt x="10657" y="3015"/>
                  </a:cubicBezTo>
                  <a:cubicBezTo>
                    <a:pt x="10657" y="3015"/>
                    <a:pt x="9141" y="3625"/>
                    <a:pt x="7383" y="3625"/>
                  </a:cubicBezTo>
                  <a:cubicBezTo>
                    <a:pt x="7257" y="3625"/>
                    <a:pt x="7130" y="3621"/>
                    <a:pt x="7003" y="3615"/>
                  </a:cubicBezTo>
                  <a:cubicBezTo>
                    <a:pt x="5949" y="3555"/>
                    <a:pt x="4856" y="3261"/>
                    <a:pt x="3955" y="2488"/>
                  </a:cubicBezTo>
                  <a:cubicBezTo>
                    <a:pt x="3955" y="2488"/>
                    <a:pt x="3709" y="614"/>
                    <a:pt x="3622" y="0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6" name="Google Shape;2019;p36"/>
            <p:cNvSpPr/>
            <p:nvPr/>
          </p:nvSpPr>
          <p:spPr>
            <a:xfrm>
              <a:off x="2498949" y="3666507"/>
              <a:ext cx="447464" cy="540185"/>
            </a:xfrm>
            <a:custGeom>
              <a:avLst/>
              <a:gdLst/>
              <a:ahLst/>
              <a:cxnLst/>
              <a:rect l="l" t="t" r="r" b="b"/>
              <a:pathLst>
                <a:path w="15998" h="19313" extrusionOk="0">
                  <a:moveTo>
                    <a:pt x="3668" y="748"/>
                  </a:moveTo>
                  <a:cubicBezTo>
                    <a:pt x="3775" y="1528"/>
                    <a:pt x="3948" y="2868"/>
                    <a:pt x="3948" y="2868"/>
                  </a:cubicBezTo>
                  <a:lnTo>
                    <a:pt x="3968" y="2975"/>
                  </a:lnTo>
                  <a:lnTo>
                    <a:pt x="4048" y="3048"/>
                  </a:lnTo>
                  <a:cubicBezTo>
                    <a:pt x="4895" y="3775"/>
                    <a:pt x="5975" y="4175"/>
                    <a:pt x="7269" y="4242"/>
                  </a:cubicBezTo>
                  <a:cubicBezTo>
                    <a:pt x="7410" y="4249"/>
                    <a:pt x="7550" y="4253"/>
                    <a:pt x="7688" y="4253"/>
                  </a:cubicBezTo>
                  <a:cubicBezTo>
                    <a:pt x="9472" y="4253"/>
                    <a:pt x="10982" y="3659"/>
                    <a:pt x="11050" y="3628"/>
                  </a:cubicBezTo>
                  <a:lnTo>
                    <a:pt x="11250" y="3542"/>
                  </a:lnTo>
                  <a:lnTo>
                    <a:pt x="11230" y="3328"/>
                  </a:lnTo>
                  <a:cubicBezTo>
                    <a:pt x="11177" y="2901"/>
                    <a:pt x="11130" y="2501"/>
                    <a:pt x="11083" y="2175"/>
                  </a:cubicBezTo>
                  <a:lnTo>
                    <a:pt x="11083" y="2175"/>
                  </a:lnTo>
                  <a:cubicBezTo>
                    <a:pt x="13117" y="4268"/>
                    <a:pt x="13811" y="7476"/>
                    <a:pt x="14237" y="9463"/>
                  </a:cubicBezTo>
                  <a:cubicBezTo>
                    <a:pt x="14364" y="10030"/>
                    <a:pt x="14464" y="10477"/>
                    <a:pt x="14564" y="10797"/>
                  </a:cubicBezTo>
                  <a:cubicBezTo>
                    <a:pt x="14691" y="11177"/>
                    <a:pt x="14877" y="11530"/>
                    <a:pt x="15131" y="11844"/>
                  </a:cubicBezTo>
                  <a:lnTo>
                    <a:pt x="15204" y="11931"/>
                  </a:lnTo>
                  <a:cubicBezTo>
                    <a:pt x="14577" y="12784"/>
                    <a:pt x="13630" y="14565"/>
                    <a:pt x="12844" y="16012"/>
                  </a:cubicBezTo>
                  <a:cubicBezTo>
                    <a:pt x="12617" y="16438"/>
                    <a:pt x="12410" y="16805"/>
                    <a:pt x="12237" y="17132"/>
                  </a:cubicBezTo>
                  <a:cubicBezTo>
                    <a:pt x="12063" y="17452"/>
                    <a:pt x="11803" y="17879"/>
                    <a:pt x="11503" y="18366"/>
                  </a:cubicBezTo>
                  <a:lnTo>
                    <a:pt x="11330" y="18646"/>
                  </a:lnTo>
                  <a:cubicBezTo>
                    <a:pt x="10656" y="18479"/>
                    <a:pt x="9963" y="18379"/>
                    <a:pt x="9269" y="18346"/>
                  </a:cubicBezTo>
                  <a:cubicBezTo>
                    <a:pt x="6395" y="18172"/>
                    <a:pt x="2114" y="16305"/>
                    <a:pt x="1521" y="14545"/>
                  </a:cubicBezTo>
                  <a:cubicBezTo>
                    <a:pt x="1060" y="13204"/>
                    <a:pt x="1241" y="12671"/>
                    <a:pt x="1327" y="12591"/>
                  </a:cubicBezTo>
                  <a:lnTo>
                    <a:pt x="1667" y="12404"/>
                  </a:lnTo>
                  <a:lnTo>
                    <a:pt x="1394" y="12131"/>
                  </a:lnTo>
                  <a:cubicBezTo>
                    <a:pt x="1381" y="12117"/>
                    <a:pt x="580" y="11297"/>
                    <a:pt x="594" y="10137"/>
                  </a:cubicBezTo>
                  <a:cubicBezTo>
                    <a:pt x="600" y="9176"/>
                    <a:pt x="1094" y="9103"/>
                    <a:pt x="1140" y="9103"/>
                  </a:cubicBezTo>
                  <a:lnTo>
                    <a:pt x="1634" y="9076"/>
                  </a:lnTo>
                  <a:lnTo>
                    <a:pt x="1374" y="8656"/>
                  </a:lnTo>
                  <a:cubicBezTo>
                    <a:pt x="1361" y="8623"/>
                    <a:pt x="854" y="7769"/>
                    <a:pt x="1401" y="6422"/>
                  </a:cubicBezTo>
                  <a:cubicBezTo>
                    <a:pt x="1767" y="5522"/>
                    <a:pt x="2021" y="5475"/>
                    <a:pt x="2007" y="5462"/>
                  </a:cubicBezTo>
                  <a:lnTo>
                    <a:pt x="2007" y="5462"/>
                  </a:lnTo>
                  <a:lnTo>
                    <a:pt x="2768" y="6109"/>
                  </a:lnTo>
                  <a:lnTo>
                    <a:pt x="2474" y="5149"/>
                  </a:lnTo>
                  <a:cubicBezTo>
                    <a:pt x="2401" y="4902"/>
                    <a:pt x="2041" y="3595"/>
                    <a:pt x="2474" y="2241"/>
                  </a:cubicBezTo>
                  <a:cubicBezTo>
                    <a:pt x="2728" y="1468"/>
                    <a:pt x="3161" y="1068"/>
                    <a:pt x="3474" y="861"/>
                  </a:cubicBezTo>
                  <a:lnTo>
                    <a:pt x="3668" y="748"/>
                  </a:lnTo>
                  <a:close/>
                  <a:moveTo>
                    <a:pt x="4155" y="1"/>
                  </a:moveTo>
                  <a:lnTo>
                    <a:pt x="3855" y="61"/>
                  </a:lnTo>
                  <a:cubicBezTo>
                    <a:pt x="3601" y="127"/>
                    <a:pt x="3368" y="234"/>
                    <a:pt x="3161" y="374"/>
                  </a:cubicBezTo>
                  <a:cubicBezTo>
                    <a:pt x="2761" y="628"/>
                    <a:pt x="2227" y="1128"/>
                    <a:pt x="1927" y="2068"/>
                  </a:cubicBezTo>
                  <a:cubicBezTo>
                    <a:pt x="1561" y="3208"/>
                    <a:pt x="1694" y="4328"/>
                    <a:pt x="1814" y="4929"/>
                  </a:cubicBezTo>
                  <a:cubicBezTo>
                    <a:pt x="1474" y="5055"/>
                    <a:pt x="1160" y="5469"/>
                    <a:pt x="860" y="6202"/>
                  </a:cubicBezTo>
                  <a:cubicBezTo>
                    <a:pt x="400" y="7329"/>
                    <a:pt x="574" y="8190"/>
                    <a:pt x="734" y="8630"/>
                  </a:cubicBezTo>
                  <a:cubicBezTo>
                    <a:pt x="387" y="8810"/>
                    <a:pt x="20" y="9256"/>
                    <a:pt x="7" y="10137"/>
                  </a:cubicBezTo>
                  <a:cubicBezTo>
                    <a:pt x="0" y="11177"/>
                    <a:pt x="527" y="11977"/>
                    <a:pt x="807" y="12337"/>
                  </a:cubicBezTo>
                  <a:cubicBezTo>
                    <a:pt x="627" y="12664"/>
                    <a:pt x="494" y="13338"/>
                    <a:pt x="967" y="14738"/>
                  </a:cubicBezTo>
                  <a:cubicBezTo>
                    <a:pt x="1721" y="16925"/>
                    <a:pt x="6429" y="18759"/>
                    <a:pt x="9229" y="18926"/>
                  </a:cubicBezTo>
                  <a:cubicBezTo>
                    <a:pt x="9956" y="18966"/>
                    <a:pt x="10683" y="19079"/>
                    <a:pt x="11390" y="19266"/>
                  </a:cubicBezTo>
                  <a:lnTo>
                    <a:pt x="11597" y="19312"/>
                  </a:lnTo>
                  <a:lnTo>
                    <a:pt x="11997" y="18672"/>
                  </a:lnTo>
                  <a:cubicBezTo>
                    <a:pt x="12303" y="18172"/>
                    <a:pt x="12564" y="17745"/>
                    <a:pt x="12757" y="17412"/>
                  </a:cubicBezTo>
                  <a:lnTo>
                    <a:pt x="13364" y="16292"/>
                  </a:lnTo>
                  <a:cubicBezTo>
                    <a:pt x="14157" y="14805"/>
                    <a:pt x="15238" y="12791"/>
                    <a:pt x="15811" y="12091"/>
                  </a:cubicBezTo>
                  <a:lnTo>
                    <a:pt x="15998" y="11870"/>
                  </a:lnTo>
                  <a:lnTo>
                    <a:pt x="15778" y="11690"/>
                  </a:lnTo>
                  <a:cubicBezTo>
                    <a:pt x="15704" y="11624"/>
                    <a:pt x="15638" y="11550"/>
                    <a:pt x="15578" y="11470"/>
                  </a:cubicBezTo>
                  <a:cubicBezTo>
                    <a:pt x="15371" y="11217"/>
                    <a:pt x="15218" y="10924"/>
                    <a:pt x="15124" y="10610"/>
                  </a:cubicBezTo>
                  <a:cubicBezTo>
                    <a:pt x="14991" y="10190"/>
                    <a:pt x="14891" y="9770"/>
                    <a:pt x="14811" y="9336"/>
                  </a:cubicBezTo>
                  <a:cubicBezTo>
                    <a:pt x="14331" y="7103"/>
                    <a:pt x="13524" y="3362"/>
                    <a:pt x="10890" y="1194"/>
                  </a:cubicBezTo>
                  <a:lnTo>
                    <a:pt x="10323" y="728"/>
                  </a:lnTo>
                  <a:lnTo>
                    <a:pt x="10410" y="1454"/>
                  </a:lnTo>
                  <a:lnTo>
                    <a:pt x="10630" y="3162"/>
                  </a:lnTo>
                  <a:cubicBezTo>
                    <a:pt x="10164" y="3321"/>
                    <a:pt x="8972" y="3677"/>
                    <a:pt x="7655" y="3677"/>
                  </a:cubicBezTo>
                  <a:cubicBezTo>
                    <a:pt x="7538" y="3677"/>
                    <a:pt x="7420" y="3674"/>
                    <a:pt x="7302" y="3668"/>
                  </a:cubicBezTo>
                  <a:cubicBezTo>
                    <a:pt x="6175" y="3608"/>
                    <a:pt x="5242" y="3275"/>
                    <a:pt x="4521" y="2688"/>
                  </a:cubicBezTo>
                  <a:cubicBezTo>
                    <a:pt x="4461" y="2268"/>
                    <a:pt x="4268" y="834"/>
                    <a:pt x="4195" y="307"/>
                  </a:cubicBezTo>
                  <a:lnTo>
                    <a:pt x="4155" y="1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7" name="Google Shape;2020;p36"/>
            <p:cNvSpPr/>
            <p:nvPr/>
          </p:nvSpPr>
          <p:spPr>
            <a:xfrm>
              <a:off x="2506948" y="3676017"/>
              <a:ext cx="348087" cy="521165"/>
            </a:xfrm>
            <a:custGeom>
              <a:avLst/>
              <a:gdLst/>
              <a:ahLst/>
              <a:cxnLst/>
              <a:rect l="l" t="t" r="r" b="b"/>
              <a:pathLst>
                <a:path w="12445" h="18633" extrusionOk="0">
                  <a:moveTo>
                    <a:pt x="3622" y="1"/>
                  </a:moveTo>
                  <a:cubicBezTo>
                    <a:pt x="3415" y="54"/>
                    <a:pt x="3215" y="147"/>
                    <a:pt x="3035" y="268"/>
                  </a:cubicBezTo>
                  <a:cubicBezTo>
                    <a:pt x="2648" y="508"/>
                    <a:pt x="2188" y="968"/>
                    <a:pt x="1915" y="1808"/>
                  </a:cubicBezTo>
                  <a:cubicBezTo>
                    <a:pt x="1421" y="3328"/>
                    <a:pt x="1888" y="4802"/>
                    <a:pt x="1915" y="4895"/>
                  </a:cubicBezTo>
                  <a:cubicBezTo>
                    <a:pt x="1900" y="4883"/>
                    <a:pt x="1836" y="4817"/>
                    <a:pt x="1728" y="4817"/>
                  </a:cubicBezTo>
                  <a:cubicBezTo>
                    <a:pt x="1547" y="4817"/>
                    <a:pt x="1242" y="5006"/>
                    <a:pt x="848" y="5962"/>
                  </a:cubicBezTo>
                  <a:cubicBezTo>
                    <a:pt x="221" y="7476"/>
                    <a:pt x="848" y="8463"/>
                    <a:pt x="848" y="8463"/>
                  </a:cubicBezTo>
                  <a:cubicBezTo>
                    <a:pt x="848" y="8463"/>
                    <a:pt x="34" y="8496"/>
                    <a:pt x="14" y="9790"/>
                  </a:cubicBezTo>
                  <a:cubicBezTo>
                    <a:pt x="1" y="11077"/>
                    <a:pt x="908" y="11991"/>
                    <a:pt x="908" y="11991"/>
                  </a:cubicBezTo>
                  <a:cubicBezTo>
                    <a:pt x="908" y="11991"/>
                    <a:pt x="281" y="12324"/>
                    <a:pt x="955" y="14291"/>
                  </a:cubicBezTo>
                  <a:cubicBezTo>
                    <a:pt x="1375" y="15498"/>
                    <a:pt x="3208" y="16659"/>
                    <a:pt x="5216" y="17412"/>
                  </a:cubicBezTo>
                  <a:cubicBezTo>
                    <a:pt x="6503" y="17899"/>
                    <a:pt x="7850" y="18212"/>
                    <a:pt x="8970" y="18279"/>
                  </a:cubicBezTo>
                  <a:cubicBezTo>
                    <a:pt x="9710" y="18326"/>
                    <a:pt x="10450" y="18439"/>
                    <a:pt x="11177" y="18632"/>
                  </a:cubicBezTo>
                  <a:cubicBezTo>
                    <a:pt x="11584" y="17959"/>
                    <a:pt x="11971" y="17365"/>
                    <a:pt x="12211" y="16932"/>
                  </a:cubicBezTo>
                  <a:lnTo>
                    <a:pt x="12444" y="16505"/>
                  </a:lnTo>
                  <a:lnTo>
                    <a:pt x="12184" y="16365"/>
                  </a:lnTo>
                  <a:cubicBezTo>
                    <a:pt x="10917" y="15738"/>
                    <a:pt x="9724" y="15065"/>
                    <a:pt x="9017" y="13878"/>
                  </a:cubicBezTo>
                  <a:cubicBezTo>
                    <a:pt x="8503" y="13011"/>
                    <a:pt x="8316" y="11997"/>
                    <a:pt x="8156" y="10997"/>
                  </a:cubicBezTo>
                  <a:lnTo>
                    <a:pt x="7856" y="9270"/>
                  </a:lnTo>
                  <a:cubicBezTo>
                    <a:pt x="7543" y="7389"/>
                    <a:pt x="7223" y="5496"/>
                    <a:pt x="7003" y="3608"/>
                  </a:cubicBezTo>
                  <a:cubicBezTo>
                    <a:pt x="5949" y="3555"/>
                    <a:pt x="4856" y="3262"/>
                    <a:pt x="3955" y="2488"/>
                  </a:cubicBezTo>
                  <a:cubicBezTo>
                    <a:pt x="3955" y="2488"/>
                    <a:pt x="3889" y="2008"/>
                    <a:pt x="3822" y="1468"/>
                  </a:cubicBezTo>
                  <a:lnTo>
                    <a:pt x="3802" y="1268"/>
                  </a:lnTo>
                  <a:cubicBezTo>
                    <a:pt x="3782" y="1201"/>
                    <a:pt x="3775" y="1128"/>
                    <a:pt x="3769" y="1054"/>
                  </a:cubicBezTo>
                  <a:cubicBezTo>
                    <a:pt x="3749" y="954"/>
                    <a:pt x="3742" y="888"/>
                    <a:pt x="3722" y="761"/>
                  </a:cubicBezTo>
                  <a:cubicBezTo>
                    <a:pt x="3709" y="634"/>
                    <a:pt x="3689" y="508"/>
                    <a:pt x="3682" y="394"/>
                  </a:cubicBezTo>
                  <a:cubicBezTo>
                    <a:pt x="3669" y="334"/>
                    <a:pt x="3662" y="281"/>
                    <a:pt x="3655" y="221"/>
                  </a:cubicBezTo>
                  <a:cubicBezTo>
                    <a:pt x="3642" y="134"/>
                    <a:pt x="3635" y="61"/>
                    <a:pt x="3622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8" name="Google Shape;2021;p36"/>
            <p:cNvSpPr/>
            <p:nvPr/>
          </p:nvSpPr>
          <p:spPr>
            <a:xfrm>
              <a:off x="2690683" y="4124404"/>
              <a:ext cx="115097" cy="18153"/>
            </a:xfrm>
            <a:custGeom>
              <a:avLst/>
              <a:gdLst/>
              <a:ahLst/>
              <a:cxnLst/>
              <a:rect l="l" t="t" r="r" b="b"/>
              <a:pathLst>
                <a:path w="4115" h="649" extrusionOk="0">
                  <a:moveTo>
                    <a:pt x="4115" y="1"/>
                  </a:moveTo>
                  <a:lnTo>
                    <a:pt x="4115" y="1"/>
                  </a:lnTo>
                  <a:cubicBezTo>
                    <a:pt x="3431" y="240"/>
                    <a:pt x="2717" y="360"/>
                    <a:pt x="2004" y="360"/>
                  </a:cubicBezTo>
                  <a:cubicBezTo>
                    <a:pt x="1327" y="360"/>
                    <a:pt x="650" y="252"/>
                    <a:pt x="0" y="34"/>
                  </a:cubicBezTo>
                  <a:lnTo>
                    <a:pt x="0" y="34"/>
                  </a:lnTo>
                  <a:cubicBezTo>
                    <a:pt x="562" y="447"/>
                    <a:pt x="1293" y="648"/>
                    <a:pt x="1999" y="648"/>
                  </a:cubicBezTo>
                  <a:cubicBezTo>
                    <a:pt x="2022" y="648"/>
                    <a:pt x="2045" y="648"/>
                    <a:pt x="2068" y="648"/>
                  </a:cubicBezTo>
                  <a:cubicBezTo>
                    <a:pt x="2788" y="641"/>
                    <a:pt x="3541" y="434"/>
                    <a:pt x="411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9" name="Google Shape;2022;p36"/>
            <p:cNvSpPr/>
            <p:nvPr/>
          </p:nvSpPr>
          <p:spPr>
            <a:xfrm>
              <a:off x="2708584" y="4085413"/>
              <a:ext cx="87882" cy="14013"/>
            </a:xfrm>
            <a:custGeom>
              <a:avLst/>
              <a:gdLst/>
              <a:ahLst/>
              <a:cxnLst/>
              <a:rect l="l" t="t" r="r" b="b"/>
              <a:pathLst>
                <a:path w="3142" h="501" extrusionOk="0">
                  <a:moveTo>
                    <a:pt x="3141" y="1"/>
                  </a:moveTo>
                  <a:cubicBezTo>
                    <a:pt x="2608" y="74"/>
                    <a:pt x="2094" y="161"/>
                    <a:pt x="1574" y="201"/>
                  </a:cubicBezTo>
                  <a:cubicBezTo>
                    <a:pt x="1189" y="231"/>
                    <a:pt x="800" y="235"/>
                    <a:pt x="402" y="235"/>
                  </a:cubicBezTo>
                  <a:cubicBezTo>
                    <a:pt x="269" y="235"/>
                    <a:pt x="136" y="234"/>
                    <a:pt x="1" y="234"/>
                  </a:cubicBezTo>
                  <a:cubicBezTo>
                    <a:pt x="409" y="414"/>
                    <a:pt x="854" y="501"/>
                    <a:pt x="1301" y="501"/>
                  </a:cubicBezTo>
                  <a:cubicBezTo>
                    <a:pt x="1401" y="501"/>
                    <a:pt x="1501" y="496"/>
                    <a:pt x="1601" y="488"/>
                  </a:cubicBezTo>
                  <a:cubicBezTo>
                    <a:pt x="2148" y="454"/>
                    <a:pt x="2675" y="288"/>
                    <a:pt x="314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0" name="Google Shape;2023;p36"/>
            <p:cNvSpPr/>
            <p:nvPr/>
          </p:nvSpPr>
          <p:spPr>
            <a:xfrm>
              <a:off x="2715297" y="4045332"/>
              <a:ext cx="69981" cy="11020"/>
            </a:xfrm>
            <a:custGeom>
              <a:avLst/>
              <a:gdLst/>
              <a:ahLst/>
              <a:cxnLst/>
              <a:rect l="l" t="t" r="r" b="b"/>
              <a:pathLst>
                <a:path w="2502" h="394" extrusionOk="0">
                  <a:moveTo>
                    <a:pt x="2501" y="0"/>
                  </a:moveTo>
                  <a:cubicBezTo>
                    <a:pt x="2068" y="7"/>
                    <a:pt x="1661" y="47"/>
                    <a:pt x="1254" y="87"/>
                  </a:cubicBezTo>
                  <a:cubicBezTo>
                    <a:pt x="841" y="127"/>
                    <a:pt x="434" y="147"/>
                    <a:pt x="1" y="214"/>
                  </a:cubicBezTo>
                  <a:cubicBezTo>
                    <a:pt x="321" y="334"/>
                    <a:pt x="658" y="393"/>
                    <a:pt x="998" y="393"/>
                  </a:cubicBezTo>
                  <a:cubicBezTo>
                    <a:pt x="1090" y="393"/>
                    <a:pt x="1182" y="389"/>
                    <a:pt x="1274" y="380"/>
                  </a:cubicBezTo>
                  <a:cubicBezTo>
                    <a:pt x="1701" y="334"/>
                    <a:pt x="2134" y="234"/>
                    <a:pt x="25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1" name="Google Shape;2024;p36"/>
            <p:cNvSpPr/>
            <p:nvPr/>
          </p:nvSpPr>
          <p:spPr>
            <a:xfrm>
              <a:off x="1205812" y="3146041"/>
              <a:ext cx="1600527" cy="2122084"/>
            </a:xfrm>
            <a:custGeom>
              <a:avLst/>
              <a:gdLst/>
              <a:ahLst/>
              <a:cxnLst/>
              <a:rect l="l" t="t" r="r" b="b"/>
              <a:pathLst>
                <a:path w="57223" h="75870" extrusionOk="0">
                  <a:moveTo>
                    <a:pt x="30635" y="1"/>
                  </a:moveTo>
                  <a:cubicBezTo>
                    <a:pt x="29618" y="1"/>
                    <a:pt x="28459" y="83"/>
                    <a:pt x="27121" y="277"/>
                  </a:cubicBezTo>
                  <a:cubicBezTo>
                    <a:pt x="24114" y="711"/>
                    <a:pt x="22427" y="1024"/>
                    <a:pt x="20300" y="2438"/>
                  </a:cubicBezTo>
                  <a:cubicBezTo>
                    <a:pt x="18179" y="3858"/>
                    <a:pt x="15558" y="5078"/>
                    <a:pt x="12204" y="6459"/>
                  </a:cubicBezTo>
                  <a:cubicBezTo>
                    <a:pt x="8856" y="7832"/>
                    <a:pt x="6869" y="8706"/>
                    <a:pt x="4682" y="14801"/>
                  </a:cubicBezTo>
                  <a:cubicBezTo>
                    <a:pt x="2488" y="20896"/>
                    <a:pt x="4115" y="32119"/>
                    <a:pt x="3788" y="39247"/>
                  </a:cubicBezTo>
                  <a:cubicBezTo>
                    <a:pt x="3462" y="46376"/>
                    <a:pt x="4535" y="56525"/>
                    <a:pt x="2268" y="61707"/>
                  </a:cubicBezTo>
                  <a:cubicBezTo>
                    <a:pt x="1" y="66881"/>
                    <a:pt x="654" y="71309"/>
                    <a:pt x="2815" y="73463"/>
                  </a:cubicBezTo>
                  <a:cubicBezTo>
                    <a:pt x="4519" y="75173"/>
                    <a:pt x="10876" y="75870"/>
                    <a:pt x="15494" y="75870"/>
                  </a:cubicBezTo>
                  <a:cubicBezTo>
                    <a:pt x="16135" y="75870"/>
                    <a:pt x="16742" y="75857"/>
                    <a:pt x="17299" y="75831"/>
                  </a:cubicBezTo>
                  <a:cubicBezTo>
                    <a:pt x="17799" y="75811"/>
                    <a:pt x="18266" y="75777"/>
                    <a:pt x="18672" y="75730"/>
                  </a:cubicBezTo>
                  <a:cubicBezTo>
                    <a:pt x="21401" y="75443"/>
                    <a:pt x="26501" y="75299"/>
                    <a:pt x="31388" y="75299"/>
                  </a:cubicBezTo>
                  <a:cubicBezTo>
                    <a:pt x="33870" y="75299"/>
                    <a:pt x="36297" y="75336"/>
                    <a:pt x="38331" y="75410"/>
                  </a:cubicBezTo>
                  <a:cubicBezTo>
                    <a:pt x="39248" y="75443"/>
                    <a:pt x="40241" y="75463"/>
                    <a:pt x="41273" y="75463"/>
                  </a:cubicBezTo>
                  <a:cubicBezTo>
                    <a:pt x="47041" y="75463"/>
                    <a:pt x="54007" y="74840"/>
                    <a:pt x="55489" y="72283"/>
                  </a:cubicBezTo>
                  <a:cubicBezTo>
                    <a:pt x="57223" y="69255"/>
                    <a:pt x="56029" y="64614"/>
                    <a:pt x="54735" y="60727"/>
                  </a:cubicBezTo>
                  <a:cubicBezTo>
                    <a:pt x="53442" y="56845"/>
                    <a:pt x="53122" y="49717"/>
                    <a:pt x="52468" y="44856"/>
                  </a:cubicBezTo>
                  <a:cubicBezTo>
                    <a:pt x="51821" y="40001"/>
                    <a:pt x="51288" y="20996"/>
                    <a:pt x="50201" y="15228"/>
                  </a:cubicBezTo>
                  <a:cubicBezTo>
                    <a:pt x="49121" y="9460"/>
                    <a:pt x="48307" y="5672"/>
                    <a:pt x="45740" y="4705"/>
                  </a:cubicBezTo>
                  <a:cubicBezTo>
                    <a:pt x="45353" y="4558"/>
                    <a:pt x="44953" y="4412"/>
                    <a:pt x="44553" y="4278"/>
                  </a:cubicBezTo>
                  <a:cubicBezTo>
                    <a:pt x="42352" y="3531"/>
                    <a:pt x="40105" y="2938"/>
                    <a:pt x="38258" y="2111"/>
                  </a:cubicBezTo>
                  <a:cubicBezTo>
                    <a:pt x="36501" y="1331"/>
                    <a:pt x="34719" y="1"/>
                    <a:pt x="30635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2" name="Google Shape;2025;p36"/>
            <p:cNvSpPr/>
            <p:nvPr/>
          </p:nvSpPr>
          <p:spPr>
            <a:xfrm>
              <a:off x="1189785" y="3137902"/>
              <a:ext cx="1624945" cy="2138279"/>
            </a:xfrm>
            <a:custGeom>
              <a:avLst/>
              <a:gdLst/>
              <a:ahLst/>
              <a:cxnLst/>
              <a:rect l="l" t="t" r="r" b="b"/>
              <a:pathLst>
                <a:path w="58096" h="76449" extrusionOk="0">
                  <a:moveTo>
                    <a:pt x="31195" y="588"/>
                  </a:moveTo>
                  <a:cubicBezTo>
                    <a:pt x="34490" y="588"/>
                    <a:pt x="36257" y="1462"/>
                    <a:pt x="37737" y="2202"/>
                  </a:cubicBezTo>
                  <a:cubicBezTo>
                    <a:pt x="38070" y="2369"/>
                    <a:pt x="38391" y="2529"/>
                    <a:pt x="38711" y="2669"/>
                  </a:cubicBezTo>
                  <a:cubicBezTo>
                    <a:pt x="39971" y="3229"/>
                    <a:pt x="41391" y="3682"/>
                    <a:pt x="42878" y="4149"/>
                  </a:cubicBezTo>
                  <a:lnTo>
                    <a:pt x="45032" y="4849"/>
                  </a:lnTo>
                  <a:lnTo>
                    <a:pt x="46213" y="5263"/>
                  </a:lnTo>
                  <a:cubicBezTo>
                    <a:pt x="48613" y="6170"/>
                    <a:pt x="49407" y="9771"/>
                    <a:pt x="50494" y="15565"/>
                  </a:cubicBezTo>
                  <a:cubicBezTo>
                    <a:pt x="51114" y="18926"/>
                    <a:pt x="51561" y="26828"/>
                    <a:pt x="51961" y="33804"/>
                  </a:cubicBezTo>
                  <a:cubicBezTo>
                    <a:pt x="52241" y="38832"/>
                    <a:pt x="52481" y="43166"/>
                    <a:pt x="52748" y="45193"/>
                  </a:cubicBezTo>
                  <a:cubicBezTo>
                    <a:pt x="52941" y="46627"/>
                    <a:pt x="53108" y="48247"/>
                    <a:pt x="53275" y="49968"/>
                  </a:cubicBezTo>
                  <a:cubicBezTo>
                    <a:pt x="53695" y="54082"/>
                    <a:pt x="54108" y="58343"/>
                    <a:pt x="55035" y="61111"/>
                  </a:cubicBezTo>
                  <a:cubicBezTo>
                    <a:pt x="56275" y="64839"/>
                    <a:pt x="57482" y="69500"/>
                    <a:pt x="55802" y="72421"/>
                  </a:cubicBezTo>
                  <a:cubicBezTo>
                    <a:pt x="54299" y="75035"/>
                    <a:pt x="46589" y="75459"/>
                    <a:pt x="41794" y="75459"/>
                  </a:cubicBezTo>
                  <a:cubicBezTo>
                    <a:pt x="40609" y="75459"/>
                    <a:pt x="39602" y="75433"/>
                    <a:pt x="38911" y="75408"/>
                  </a:cubicBezTo>
                  <a:cubicBezTo>
                    <a:pt x="36968" y="75339"/>
                    <a:pt x="34605" y="75305"/>
                    <a:pt x="32161" y="75305"/>
                  </a:cubicBezTo>
                  <a:cubicBezTo>
                    <a:pt x="27249" y="75305"/>
                    <a:pt x="22013" y="75445"/>
                    <a:pt x="19225" y="75735"/>
                  </a:cubicBezTo>
                  <a:cubicBezTo>
                    <a:pt x="18805" y="75775"/>
                    <a:pt x="18352" y="75815"/>
                    <a:pt x="17858" y="75835"/>
                  </a:cubicBezTo>
                  <a:cubicBezTo>
                    <a:pt x="17314" y="75860"/>
                    <a:pt x="16728" y="75872"/>
                    <a:pt x="16115" y="75872"/>
                  </a:cubicBezTo>
                  <a:cubicBezTo>
                    <a:pt x="11445" y="75872"/>
                    <a:pt x="5186" y="75145"/>
                    <a:pt x="3595" y="73548"/>
                  </a:cubicBezTo>
                  <a:cubicBezTo>
                    <a:pt x="1281" y="71234"/>
                    <a:pt x="1087" y="66739"/>
                    <a:pt x="3114" y="62111"/>
                  </a:cubicBezTo>
                  <a:cubicBezTo>
                    <a:pt x="4735" y="58383"/>
                    <a:pt x="4668" y="52295"/>
                    <a:pt x="4602" y="46394"/>
                  </a:cubicBezTo>
                  <a:cubicBezTo>
                    <a:pt x="4581" y="43940"/>
                    <a:pt x="4555" y="41632"/>
                    <a:pt x="4648" y="39545"/>
                  </a:cubicBezTo>
                  <a:cubicBezTo>
                    <a:pt x="4755" y="37178"/>
                    <a:pt x="4655" y="34397"/>
                    <a:pt x="4535" y="31456"/>
                  </a:cubicBezTo>
                  <a:cubicBezTo>
                    <a:pt x="4328" y="25721"/>
                    <a:pt x="4081" y="19220"/>
                    <a:pt x="5528" y="15192"/>
                  </a:cubicBezTo>
                  <a:cubicBezTo>
                    <a:pt x="7702" y="9150"/>
                    <a:pt x="9656" y="8350"/>
                    <a:pt x="12890" y="7017"/>
                  </a:cubicBezTo>
                  <a:cubicBezTo>
                    <a:pt x="16758" y="5423"/>
                    <a:pt x="19119" y="4256"/>
                    <a:pt x="21033" y="2969"/>
                  </a:cubicBezTo>
                  <a:cubicBezTo>
                    <a:pt x="23126" y="1568"/>
                    <a:pt x="24774" y="1288"/>
                    <a:pt x="27734" y="855"/>
                  </a:cubicBezTo>
                  <a:cubicBezTo>
                    <a:pt x="28881" y="682"/>
                    <a:pt x="30035" y="595"/>
                    <a:pt x="31195" y="588"/>
                  </a:cubicBezTo>
                  <a:close/>
                  <a:moveTo>
                    <a:pt x="31221" y="1"/>
                  </a:moveTo>
                  <a:cubicBezTo>
                    <a:pt x="30189" y="1"/>
                    <a:pt x="29012" y="85"/>
                    <a:pt x="27654" y="281"/>
                  </a:cubicBezTo>
                  <a:cubicBezTo>
                    <a:pt x="24694" y="715"/>
                    <a:pt x="22906" y="1022"/>
                    <a:pt x="20706" y="2489"/>
                  </a:cubicBezTo>
                  <a:cubicBezTo>
                    <a:pt x="18825" y="3749"/>
                    <a:pt x="16498" y="4903"/>
                    <a:pt x="12664" y="6483"/>
                  </a:cubicBezTo>
                  <a:cubicBezTo>
                    <a:pt x="9403" y="7823"/>
                    <a:pt x="7249" y="8704"/>
                    <a:pt x="4988" y="14992"/>
                  </a:cubicBezTo>
                  <a:cubicBezTo>
                    <a:pt x="3495" y="19126"/>
                    <a:pt x="3728" y="25401"/>
                    <a:pt x="3961" y="31470"/>
                  </a:cubicBezTo>
                  <a:cubicBezTo>
                    <a:pt x="4068" y="34410"/>
                    <a:pt x="4168" y="37178"/>
                    <a:pt x="4068" y="39525"/>
                  </a:cubicBezTo>
                  <a:cubicBezTo>
                    <a:pt x="3968" y="41626"/>
                    <a:pt x="3995" y="43940"/>
                    <a:pt x="4028" y="46400"/>
                  </a:cubicBezTo>
                  <a:cubicBezTo>
                    <a:pt x="4088" y="52235"/>
                    <a:pt x="4155" y="58270"/>
                    <a:pt x="2581" y="61878"/>
                  </a:cubicBezTo>
                  <a:cubicBezTo>
                    <a:pt x="0" y="67773"/>
                    <a:pt x="1294" y="72074"/>
                    <a:pt x="3181" y="73968"/>
                  </a:cubicBezTo>
                  <a:cubicBezTo>
                    <a:pt x="4335" y="75121"/>
                    <a:pt x="7316" y="75735"/>
                    <a:pt x="9603" y="76035"/>
                  </a:cubicBezTo>
                  <a:cubicBezTo>
                    <a:pt x="11763" y="76308"/>
                    <a:pt x="13937" y="76448"/>
                    <a:pt x="16118" y="76448"/>
                  </a:cubicBezTo>
                  <a:cubicBezTo>
                    <a:pt x="16731" y="76448"/>
                    <a:pt x="17325" y="76442"/>
                    <a:pt x="17885" y="76415"/>
                  </a:cubicBezTo>
                  <a:cubicBezTo>
                    <a:pt x="18385" y="76395"/>
                    <a:pt x="18852" y="76362"/>
                    <a:pt x="19285" y="76315"/>
                  </a:cubicBezTo>
                  <a:cubicBezTo>
                    <a:pt x="22041" y="76023"/>
                    <a:pt x="27215" y="75883"/>
                    <a:pt x="32088" y="75883"/>
                  </a:cubicBezTo>
                  <a:cubicBezTo>
                    <a:pt x="34550" y="75883"/>
                    <a:pt x="36934" y="75919"/>
                    <a:pt x="38891" y="75988"/>
                  </a:cubicBezTo>
                  <a:cubicBezTo>
                    <a:pt x="39716" y="76018"/>
                    <a:pt x="40746" y="76043"/>
                    <a:pt x="41891" y="76043"/>
                  </a:cubicBezTo>
                  <a:cubicBezTo>
                    <a:pt x="47096" y="76043"/>
                    <a:pt x="54685" y="75534"/>
                    <a:pt x="56309" y="72714"/>
                  </a:cubicBezTo>
                  <a:cubicBezTo>
                    <a:pt x="58096" y="69606"/>
                    <a:pt x="56942" y="65012"/>
                    <a:pt x="55582" y="60931"/>
                  </a:cubicBezTo>
                  <a:cubicBezTo>
                    <a:pt x="54682" y="58230"/>
                    <a:pt x="54268" y="53996"/>
                    <a:pt x="53861" y="49908"/>
                  </a:cubicBezTo>
                  <a:cubicBezTo>
                    <a:pt x="53681" y="48181"/>
                    <a:pt x="53528" y="46560"/>
                    <a:pt x="53335" y="45113"/>
                  </a:cubicBezTo>
                  <a:cubicBezTo>
                    <a:pt x="53068" y="43113"/>
                    <a:pt x="52808" y="38572"/>
                    <a:pt x="52534" y="33770"/>
                  </a:cubicBezTo>
                  <a:cubicBezTo>
                    <a:pt x="52141" y="26775"/>
                    <a:pt x="51694" y="18860"/>
                    <a:pt x="51061" y="15459"/>
                  </a:cubicBezTo>
                  <a:cubicBezTo>
                    <a:pt x="49940" y="9464"/>
                    <a:pt x="49113" y="5736"/>
                    <a:pt x="46413" y="4723"/>
                  </a:cubicBezTo>
                  <a:cubicBezTo>
                    <a:pt x="45999" y="4563"/>
                    <a:pt x="45599" y="4423"/>
                    <a:pt x="45212" y="4296"/>
                  </a:cubicBezTo>
                  <a:cubicBezTo>
                    <a:pt x="44499" y="4049"/>
                    <a:pt x="43765" y="3822"/>
                    <a:pt x="43058" y="3596"/>
                  </a:cubicBezTo>
                  <a:cubicBezTo>
                    <a:pt x="41578" y="3129"/>
                    <a:pt x="40178" y="2689"/>
                    <a:pt x="38944" y="2135"/>
                  </a:cubicBezTo>
                  <a:cubicBezTo>
                    <a:pt x="38637" y="2002"/>
                    <a:pt x="38331" y="1848"/>
                    <a:pt x="37997" y="1682"/>
                  </a:cubicBezTo>
                  <a:cubicBezTo>
                    <a:pt x="36456" y="914"/>
                    <a:pt x="34629" y="1"/>
                    <a:pt x="3122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3" name="Google Shape;2026;p36"/>
            <p:cNvSpPr/>
            <p:nvPr/>
          </p:nvSpPr>
          <p:spPr>
            <a:xfrm>
              <a:off x="1205812" y="3146041"/>
              <a:ext cx="1246147" cy="2122084"/>
            </a:xfrm>
            <a:custGeom>
              <a:avLst/>
              <a:gdLst/>
              <a:ahLst/>
              <a:cxnLst/>
              <a:rect l="l" t="t" r="r" b="b"/>
              <a:pathLst>
                <a:path w="44553" h="75870" extrusionOk="0">
                  <a:moveTo>
                    <a:pt x="30635" y="1"/>
                  </a:moveTo>
                  <a:cubicBezTo>
                    <a:pt x="29618" y="1"/>
                    <a:pt x="28459" y="83"/>
                    <a:pt x="27121" y="277"/>
                  </a:cubicBezTo>
                  <a:cubicBezTo>
                    <a:pt x="24114" y="711"/>
                    <a:pt x="22427" y="1024"/>
                    <a:pt x="20300" y="2438"/>
                  </a:cubicBezTo>
                  <a:cubicBezTo>
                    <a:pt x="18179" y="3858"/>
                    <a:pt x="15558" y="5078"/>
                    <a:pt x="12204" y="6459"/>
                  </a:cubicBezTo>
                  <a:cubicBezTo>
                    <a:pt x="8856" y="7832"/>
                    <a:pt x="6869" y="8706"/>
                    <a:pt x="4682" y="14801"/>
                  </a:cubicBezTo>
                  <a:cubicBezTo>
                    <a:pt x="2488" y="20889"/>
                    <a:pt x="4115" y="32119"/>
                    <a:pt x="3788" y="39247"/>
                  </a:cubicBezTo>
                  <a:cubicBezTo>
                    <a:pt x="3462" y="46376"/>
                    <a:pt x="4535" y="56525"/>
                    <a:pt x="2268" y="61707"/>
                  </a:cubicBezTo>
                  <a:cubicBezTo>
                    <a:pt x="1" y="66881"/>
                    <a:pt x="654" y="71303"/>
                    <a:pt x="2815" y="73463"/>
                  </a:cubicBezTo>
                  <a:cubicBezTo>
                    <a:pt x="4519" y="75173"/>
                    <a:pt x="10876" y="75870"/>
                    <a:pt x="15494" y="75870"/>
                  </a:cubicBezTo>
                  <a:cubicBezTo>
                    <a:pt x="16135" y="75870"/>
                    <a:pt x="16742" y="75857"/>
                    <a:pt x="17299" y="75831"/>
                  </a:cubicBezTo>
                  <a:cubicBezTo>
                    <a:pt x="14331" y="66681"/>
                    <a:pt x="14491" y="56532"/>
                    <a:pt x="17752" y="47483"/>
                  </a:cubicBezTo>
                  <a:cubicBezTo>
                    <a:pt x="19186" y="43535"/>
                    <a:pt x="21166" y="39788"/>
                    <a:pt x="22487" y="35807"/>
                  </a:cubicBezTo>
                  <a:cubicBezTo>
                    <a:pt x="23800" y="31819"/>
                    <a:pt x="24401" y="27404"/>
                    <a:pt x="22987" y="23443"/>
                  </a:cubicBezTo>
                  <a:cubicBezTo>
                    <a:pt x="22447" y="21936"/>
                    <a:pt x="21620" y="20509"/>
                    <a:pt x="21266" y="18942"/>
                  </a:cubicBezTo>
                  <a:cubicBezTo>
                    <a:pt x="20920" y="17375"/>
                    <a:pt x="21160" y="15515"/>
                    <a:pt x="22420" y="14508"/>
                  </a:cubicBezTo>
                  <a:cubicBezTo>
                    <a:pt x="23064" y="13992"/>
                    <a:pt x="23776" y="13796"/>
                    <a:pt x="24532" y="13796"/>
                  </a:cubicBezTo>
                  <a:cubicBezTo>
                    <a:pt x="26525" y="13796"/>
                    <a:pt x="28818" y="15163"/>
                    <a:pt x="30936" y="15661"/>
                  </a:cubicBezTo>
                  <a:cubicBezTo>
                    <a:pt x="31567" y="15805"/>
                    <a:pt x="32186" y="15873"/>
                    <a:pt x="32792" y="15873"/>
                  </a:cubicBezTo>
                  <a:cubicBezTo>
                    <a:pt x="38629" y="15873"/>
                    <a:pt x="43151" y="9553"/>
                    <a:pt x="44553" y="4278"/>
                  </a:cubicBezTo>
                  <a:cubicBezTo>
                    <a:pt x="42352" y="3531"/>
                    <a:pt x="40105" y="2938"/>
                    <a:pt x="38258" y="2111"/>
                  </a:cubicBezTo>
                  <a:cubicBezTo>
                    <a:pt x="36501" y="1331"/>
                    <a:pt x="34719" y="1"/>
                    <a:pt x="30635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4" name="Google Shape;2027;p36"/>
            <p:cNvSpPr/>
            <p:nvPr/>
          </p:nvSpPr>
          <p:spPr>
            <a:xfrm>
              <a:off x="1704014" y="3482968"/>
              <a:ext cx="37144" cy="212488"/>
            </a:xfrm>
            <a:custGeom>
              <a:avLst/>
              <a:gdLst/>
              <a:ahLst/>
              <a:cxnLst/>
              <a:rect l="l" t="t" r="r" b="b"/>
              <a:pathLst>
                <a:path w="1328" h="7597" extrusionOk="0">
                  <a:moveTo>
                    <a:pt x="0" y="1"/>
                  </a:moveTo>
                  <a:lnTo>
                    <a:pt x="0" y="1"/>
                  </a:lnTo>
                  <a:cubicBezTo>
                    <a:pt x="274" y="1261"/>
                    <a:pt x="534" y="2522"/>
                    <a:pt x="747" y="3782"/>
                  </a:cubicBezTo>
                  <a:cubicBezTo>
                    <a:pt x="967" y="5036"/>
                    <a:pt x="1114" y="6316"/>
                    <a:pt x="1254" y="7596"/>
                  </a:cubicBezTo>
                  <a:cubicBezTo>
                    <a:pt x="1327" y="6303"/>
                    <a:pt x="1254" y="5002"/>
                    <a:pt x="1040" y="3729"/>
                  </a:cubicBezTo>
                  <a:cubicBezTo>
                    <a:pt x="834" y="2448"/>
                    <a:pt x="487" y="120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5" name="Google Shape;2028;p36"/>
            <p:cNvSpPr/>
            <p:nvPr/>
          </p:nvSpPr>
          <p:spPr>
            <a:xfrm>
              <a:off x="1775449" y="3510938"/>
              <a:ext cx="276064" cy="47605"/>
            </a:xfrm>
            <a:custGeom>
              <a:avLst/>
              <a:gdLst/>
              <a:ahLst/>
              <a:cxnLst/>
              <a:rect l="l" t="t" r="r" b="b"/>
              <a:pathLst>
                <a:path w="9870" h="1702" extrusionOk="0">
                  <a:moveTo>
                    <a:pt x="3134" y="0"/>
                  </a:moveTo>
                  <a:cubicBezTo>
                    <a:pt x="2058" y="0"/>
                    <a:pt x="984" y="169"/>
                    <a:pt x="0" y="588"/>
                  </a:cubicBezTo>
                  <a:cubicBezTo>
                    <a:pt x="875" y="352"/>
                    <a:pt x="1769" y="252"/>
                    <a:pt x="2665" y="252"/>
                  </a:cubicBezTo>
                  <a:cubicBezTo>
                    <a:pt x="3442" y="252"/>
                    <a:pt x="4220" y="328"/>
                    <a:pt x="4988" y="455"/>
                  </a:cubicBezTo>
                  <a:cubicBezTo>
                    <a:pt x="6635" y="728"/>
                    <a:pt x="8236" y="1255"/>
                    <a:pt x="9870" y="1702"/>
                  </a:cubicBezTo>
                  <a:cubicBezTo>
                    <a:pt x="8322" y="1048"/>
                    <a:pt x="6695" y="435"/>
                    <a:pt x="5028" y="161"/>
                  </a:cubicBezTo>
                  <a:cubicBezTo>
                    <a:pt x="4408" y="60"/>
                    <a:pt x="3770" y="0"/>
                    <a:pt x="31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6" name="Google Shape;2029;p36"/>
            <p:cNvSpPr/>
            <p:nvPr/>
          </p:nvSpPr>
          <p:spPr>
            <a:xfrm>
              <a:off x="1466381" y="4212062"/>
              <a:ext cx="261352" cy="327361"/>
            </a:xfrm>
            <a:custGeom>
              <a:avLst/>
              <a:gdLst/>
              <a:ahLst/>
              <a:cxnLst/>
              <a:rect l="l" t="t" r="r" b="b"/>
              <a:pathLst>
                <a:path w="9344" h="11704" extrusionOk="0">
                  <a:moveTo>
                    <a:pt x="9276" y="1"/>
                  </a:moveTo>
                  <a:cubicBezTo>
                    <a:pt x="9236" y="1301"/>
                    <a:pt x="8923" y="2575"/>
                    <a:pt x="8370" y="3755"/>
                  </a:cubicBezTo>
                  <a:cubicBezTo>
                    <a:pt x="7816" y="4922"/>
                    <a:pt x="7002" y="5936"/>
                    <a:pt x="6096" y="6856"/>
                  </a:cubicBezTo>
                  <a:cubicBezTo>
                    <a:pt x="5182" y="7770"/>
                    <a:pt x="4175" y="8576"/>
                    <a:pt x="3148" y="9397"/>
                  </a:cubicBezTo>
                  <a:cubicBezTo>
                    <a:pt x="2121" y="10210"/>
                    <a:pt x="1121" y="11037"/>
                    <a:pt x="1" y="11704"/>
                  </a:cubicBezTo>
                  <a:cubicBezTo>
                    <a:pt x="1181" y="11137"/>
                    <a:pt x="2235" y="10364"/>
                    <a:pt x="3281" y="9577"/>
                  </a:cubicBezTo>
                  <a:cubicBezTo>
                    <a:pt x="4335" y="8797"/>
                    <a:pt x="5375" y="7990"/>
                    <a:pt x="6302" y="7063"/>
                  </a:cubicBezTo>
                  <a:cubicBezTo>
                    <a:pt x="7229" y="6136"/>
                    <a:pt x="8049" y="5062"/>
                    <a:pt x="8576" y="3855"/>
                  </a:cubicBezTo>
                  <a:cubicBezTo>
                    <a:pt x="9103" y="2642"/>
                    <a:pt x="9343" y="1321"/>
                    <a:pt x="927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7" name="Google Shape;2030;p36"/>
            <p:cNvSpPr/>
            <p:nvPr/>
          </p:nvSpPr>
          <p:spPr>
            <a:xfrm>
              <a:off x="1565422" y="4299915"/>
              <a:ext cx="178141" cy="227956"/>
            </a:xfrm>
            <a:custGeom>
              <a:avLst/>
              <a:gdLst/>
              <a:ahLst/>
              <a:cxnLst/>
              <a:rect l="l" t="t" r="r" b="b"/>
              <a:pathLst>
                <a:path w="6369" h="8150" extrusionOk="0">
                  <a:moveTo>
                    <a:pt x="6369" y="1"/>
                  </a:moveTo>
                  <a:lnTo>
                    <a:pt x="6369" y="1"/>
                  </a:lnTo>
                  <a:cubicBezTo>
                    <a:pt x="5335" y="3415"/>
                    <a:pt x="3061" y="6316"/>
                    <a:pt x="1" y="8150"/>
                  </a:cubicBezTo>
                  <a:cubicBezTo>
                    <a:pt x="1634" y="7429"/>
                    <a:pt x="3068" y="6256"/>
                    <a:pt x="4168" y="4849"/>
                  </a:cubicBezTo>
                  <a:cubicBezTo>
                    <a:pt x="5269" y="3435"/>
                    <a:pt x="6069" y="1761"/>
                    <a:pt x="636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8" name="Google Shape;2031;p36"/>
            <p:cNvSpPr/>
            <p:nvPr/>
          </p:nvSpPr>
          <p:spPr>
            <a:xfrm>
              <a:off x="1684043" y="4354932"/>
              <a:ext cx="87518" cy="152604"/>
            </a:xfrm>
            <a:custGeom>
              <a:avLst/>
              <a:gdLst/>
              <a:ahLst/>
              <a:cxnLst/>
              <a:rect l="l" t="t" r="r" b="b"/>
              <a:pathLst>
                <a:path w="3129" h="5456" extrusionOk="0">
                  <a:moveTo>
                    <a:pt x="3082" y="1"/>
                  </a:moveTo>
                  <a:lnTo>
                    <a:pt x="3082" y="1"/>
                  </a:lnTo>
                  <a:cubicBezTo>
                    <a:pt x="2901" y="1054"/>
                    <a:pt x="2548" y="2068"/>
                    <a:pt x="2028" y="3002"/>
                  </a:cubicBezTo>
                  <a:cubicBezTo>
                    <a:pt x="1501" y="3929"/>
                    <a:pt x="814" y="4762"/>
                    <a:pt x="1" y="5456"/>
                  </a:cubicBezTo>
                  <a:cubicBezTo>
                    <a:pt x="961" y="4929"/>
                    <a:pt x="1748" y="4095"/>
                    <a:pt x="2281" y="3148"/>
                  </a:cubicBezTo>
                  <a:cubicBezTo>
                    <a:pt x="2815" y="2195"/>
                    <a:pt x="3128" y="1094"/>
                    <a:pt x="308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9" name="Google Shape;2032;p36"/>
            <p:cNvSpPr/>
            <p:nvPr/>
          </p:nvSpPr>
          <p:spPr>
            <a:xfrm>
              <a:off x="2308501" y="3312882"/>
              <a:ext cx="167904" cy="167317"/>
            </a:xfrm>
            <a:custGeom>
              <a:avLst/>
              <a:gdLst/>
              <a:ahLst/>
              <a:cxnLst/>
              <a:rect l="l" t="t" r="r" b="b"/>
              <a:pathLst>
                <a:path w="6003" h="5982" extrusionOk="0">
                  <a:moveTo>
                    <a:pt x="6002" y="0"/>
                  </a:moveTo>
                  <a:lnTo>
                    <a:pt x="6002" y="0"/>
                  </a:lnTo>
                  <a:cubicBezTo>
                    <a:pt x="4869" y="861"/>
                    <a:pt x="3728" y="1707"/>
                    <a:pt x="2668" y="2661"/>
                  </a:cubicBezTo>
                  <a:cubicBezTo>
                    <a:pt x="1608" y="3608"/>
                    <a:pt x="614" y="4695"/>
                    <a:pt x="1" y="5982"/>
                  </a:cubicBezTo>
                  <a:cubicBezTo>
                    <a:pt x="808" y="4815"/>
                    <a:pt x="1808" y="3828"/>
                    <a:pt x="2861" y="2874"/>
                  </a:cubicBezTo>
                  <a:cubicBezTo>
                    <a:pt x="3908" y="1928"/>
                    <a:pt x="5015" y="1034"/>
                    <a:pt x="600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0" name="Google Shape;2033;p36"/>
            <p:cNvSpPr/>
            <p:nvPr/>
          </p:nvSpPr>
          <p:spPr>
            <a:xfrm>
              <a:off x="2524877" y="3436342"/>
              <a:ext cx="73869" cy="339304"/>
            </a:xfrm>
            <a:custGeom>
              <a:avLst/>
              <a:gdLst/>
              <a:ahLst/>
              <a:cxnLst/>
              <a:rect l="l" t="t" r="r" b="b"/>
              <a:pathLst>
                <a:path w="2641" h="12131" extrusionOk="0">
                  <a:moveTo>
                    <a:pt x="0" y="1"/>
                  </a:moveTo>
                  <a:lnTo>
                    <a:pt x="0" y="1"/>
                  </a:lnTo>
                  <a:cubicBezTo>
                    <a:pt x="607" y="1988"/>
                    <a:pt x="1154" y="3982"/>
                    <a:pt x="1601" y="6002"/>
                  </a:cubicBezTo>
                  <a:cubicBezTo>
                    <a:pt x="2041" y="8030"/>
                    <a:pt x="2367" y="10070"/>
                    <a:pt x="2641" y="12131"/>
                  </a:cubicBezTo>
                  <a:cubicBezTo>
                    <a:pt x="2601" y="10057"/>
                    <a:pt x="2314" y="7976"/>
                    <a:pt x="1881" y="5942"/>
                  </a:cubicBezTo>
                  <a:cubicBezTo>
                    <a:pt x="1447" y="3909"/>
                    <a:pt x="814" y="192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1" name="Google Shape;2034;p36"/>
            <p:cNvSpPr/>
            <p:nvPr/>
          </p:nvSpPr>
          <p:spPr>
            <a:xfrm>
              <a:off x="2589040" y="3835110"/>
              <a:ext cx="14377" cy="83602"/>
            </a:xfrm>
            <a:custGeom>
              <a:avLst/>
              <a:gdLst/>
              <a:ahLst/>
              <a:cxnLst/>
              <a:rect l="l" t="t" r="r" b="b"/>
              <a:pathLst>
                <a:path w="514" h="2989" extrusionOk="0">
                  <a:moveTo>
                    <a:pt x="0" y="1"/>
                  </a:moveTo>
                  <a:lnTo>
                    <a:pt x="0" y="1"/>
                  </a:lnTo>
                  <a:cubicBezTo>
                    <a:pt x="13" y="514"/>
                    <a:pt x="73" y="1001"/>
                    <a:pt x="147" y="1501"/>
                  </a:cubicBezTo>
                  <a:cubicBezTo>
                    <a:pt x="220" y="2001"/>
                    <a:pt x="287" y="2488"/>
                    <a:pt x="413" y="2988"/>
                  </a:cubicBezTo>
                  <a:cubicBezTo>
                    <a:pt x="507" y="2488"/>
                    <a:pt x="514" y="1975"/>
                    <a:pt x="440" y="1468"/>
                  </a:cubicBezTo>
                  <a:cubicBezTo>
                    <a:pt x="373" y="955"/>
                    <a:pt x="227" y="46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2" name="Google Shape;2035;p36"/>
            <p:cNvSpPr/>
            <p:nvPr/>
          </p:nvSpPr>
          <p:spPr>
            <a:xfrm>
              <a:off x="2587166" y="4020887"/>
              <a:ext cx="55241" cy="484972"/>
            </a:xfrm>
            <a:custGeom>
              <a:avLst/>
              <a:gdLst/>
              <a:ahLst/>
              <a:cxnLst/>
              <a:rect l="l" t="t" r="r" b="b"/>
              <a:pathLst>
                <a:path w="1975" h="17339" extrusionOk="0">
                  <a:moveTo>
                    <a:pt x="0" y="1"/>
                  </a:moveTo>
                  <a:cubicBezTo>
                    <a:pt x="414" y="1401"/>
                    <a:pt x="514" y="2841"/>
                    <a:pt x="574" y="4302"/>
                  </a:cubicBezTo>
                  <a:cubicBezTo>
                    <a:pt x="634" y="5762"/>
                    <a:pt x="707" y="7216"/>
                    <a:pt x="821" y="8670"/>
                  </a:cubicBezTo>
                  <a:cubicBezTo>
                    <a:pt x="1047" y="11577"/>
                    <a:pt x="1434" y="14471"/>
                    <a:pt x="1974" y="17339"/>
                  </a:cubicBezTo>
                  <a:cubicBezTo>
                    <a:pt x="1654" y="14445"/>
                    <a:pt x="1347" y="11544"/>
                    <a:pt x="1114" y="8643"/>
                  </a:cubicBezTo>
                  <a:cubicBezTo>
                    <a:pt x="987" y="7196"/>
                    <a:pt x="907" y="5742"/>
                    <a:pt x="801" y="4295"/>
                  </a:cubicBezTo>
                  <a:cubicBezTo>
                    <a:pt x="687" y="2841"/>
                    <a:pt x="520" y="1368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3" name="Google Shape;2036;p36"/>
            <p:cNvSpPr/>
            <p:nvPr/>
          </p:nvSpPr>
          <p:spPr>
            <a:xfrm>
              <a:off x="1237726" y="3311763"/>
              <a:ext cx="483461" cy="1193788"/>
            </a:xfrm>
            <a:custGeom>
              <a:avLst/>
              <a:gdLst/>
              <a:ahLst/>
              <a:cxnLst/>
              <a:rect l="l" t="t" r="r" b="b"/>
              <a:pathLst>
                <a:path w="17285" h="42681" extrusionOk="0">
                  <a:moveTo>
                    <a:pt x="9650" y="1"/>
                  </a:moveTo>
                  <a:cubicBezTo>
                    <a:pt x="8887" y="1"/>
                    <a:pt x="8037" y="174"/>
                    <a:pt x="7082" y="534"/>
                  </a:cubicBezTo>
                  <a:cubicBezTo>
                    <a:pt x="2407" y="2301"/>
                    <a:pt x="3008" y="5822"/>
                    <a:pt x="3008" y="5822"/>
                  </a:cubicBezTo>
                  <a:cubicBezTo>
                    <a:pt x="3539" y="5235"/>
                    <a:pt x="4376" y="4735"/>
                    <a:pt x="5258" y="4735"/>
                  </a:cubicBezTo>
                  <a:cubicBezTo>
                    <a:pt x="6779" y="4735"/>
                    <a:pt x="8433" y="6221"/>
                    <a:pt x="8876" y="11303"/>
                  </a:cubicBezTo>
                  <a:cubicBezTo>
                    <a:pt x="9356" y="16838"/>
                    <a:pt x="10323" y="27108"/>
                    <a:pt x="8409" y="31342"/>
                  </a:cubicBezTo>
                  <a:cubicBezTo>
                    <a:pt x="6882" y="34696"/>
                    <a:pt x="614" y="35143"/>
                    <a:pt x="614" y="35143"/>
                  </a:cubicBezTo>
                  <a:cubicBezTo>
                    <a:pt x="0" y="38050"/>
                    <a:pt x="987" y="42198"/>
                    <a:pt x="987" y="42198"/>
                  </a:cubicBezTo>
                  <a:cubicBezTo>
                    <a:pt x="1820" y="42530"/>
                    <a:pt x="2710" y="42681"/>
                    <a:pt x="3626" y="42681"/>
                  </a:cubicBezTo>
                  <a:cubicBezTo>
                    <a:pt x="8832" y="42681"/>
                    <a:pt x="14888" y="37804"/>
                    <a:pt x="16084" y="33376"/>
                  </a:cubicBezTo>
                  <a:cubicBezTo>
                    <a:pt x="17078" y="29722"/>
                    <a:pt x="17285" y="20993"/>
                    <a:pt x="16738" y="14184"/>
                  </a:cubicBezTo>
                  <a:cubicBezTo>
                    <a:pt x="16504" y="11283"/>
                    <a:pt x="16138" y="8723"/>
                    <a:pt x="15618" y="7069"/>
                  </a:cubicBezTo>
                  <a:cubicBezTo>
                    <a:pt x="15551" y="6842"/>
                    <a:pt x="15484" y="6615"/>
                    <a:pt x="15411" y="6409"/>
                  </a:cubicBezTo>
                  <a:cubicBezTo>
                    <a:pt x="14098" y="2376"/>
                    <a:pt x="12475" y="1"/>
                    <a:pt x="9650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4" name="Google Shape;2037;p36"/>
            <p:cNvSpPr/>
            <p:nvPr/>
          </p:nvSpPr>
          <p:spPr>
            <a:xfrm>
              <a:off x="1229503" y="3303680"/>
              <a:ext cx="498957" cy="1210206"/>
            </a:xfrm>
            <a:custGeom>
              <a:avLst/>
              <a:gdLst/>
              <a:ahLst/>
              <a:cxnLst/>
              <a:rect l="l" t="t" r="r" b="b"/>
              <a:pathLst>
                <a:path w="17839" h="43268" extrusionOk="0">
                  <a:moveTo>
                    <a:pt x="9946" y="581"/>
                  </a:moveTo>
                  <a:cubicBezTo>
                    <a:pt x="10574" y="581"/>
                    <a:pt x="11143" y="705"/>
                    <a:pt x="11657" y="956"/>
                  </a:cubicBezTo>
                  <a:cubicBezTo>
                    <a:pt x="13191" y="1690"/>
                    <a:pt x="14351" y="3490"/>
                    <a:pt x="15425" y="6778"/>
                  </a:cubicBezTo>
                  <a:cubicBezTo>
                    <a:pt x="15505" y="6998"/>
                    <a:pt x="15571" y="7224"/>
                    <a:pt x="15638" y="7438"/>
                  </a:cubicBezTo>
                  <a:cubicBezTo>
                    <a:pt x="16112" y="8992"/>
                    <a:pt x="16492" y="11432"/>
                    <a:pt x="16745" y="14500"/>
                  </a:cubicBezTo>
                  <a:cubicBezTo>
                    <a:pt x="17319" y="21608"/>
                    <a:pt x="17025" y="30171"/>
                    <a:pt x="16105" y="33585"/>
                  </a:cubicBezTo>
                  <a:cubicBezTo>
                    <a:pt x="15331" y="36432"/>
                    <a:pt x="12364" y="39640"/>
                    <a:pt x="8876" y="41380"/>
                  </a:cubicBezTo>
                  <a:cubicBezTo>
                    <a:pt x="7153" y="42244"/>
                    <a:pt x="5459" y="42684"/>
                    <a:pt x="3920" y="42684"/>
                  </a:cubicBezTo>
                  <a:cubicBezTo>
                    <a:pt x="3071" y="42684"/>
                    <a:pt x="2269" y="42551"/>
                    <a:pt x="1534" y="42280"/>
                  </a:cubicBezTo>
                  <a:cubicBezTo>
                    <a:pt x="1368" y="41540"/>
                    <a:pt x="701" y="38199"/>
                    <a:pt x="1148" y="35699"/>
                  </a:cubicBezTo>
                  <a:cubicBezTo>
                    <a:pt x="2315" y="35585"/>
                    <a:pt x="7536" y="34905"/>
                    <a:pt x="8970" y="31751"/>
                  </a:cubicBezTo>
                  <a:cubicBezTo>
                    <a:pt x="10857" y="27577"/>
                    <a:pt x="10010" y="17874"/>
                    <a:pt x="9503" y="12079"/>
                  </a:cubicBezTo>
                  <a:lnTo>
                    <a:pt x="9457" y="11566"/>
                  </a:lnTo>
                  <a:cubicBezTo>
                    <a:pt x="9036" y="6744"/>
                    <a:pt x="7543" y="5264"/>
                    <a:pt x="6369" y="4864"/>
                  </a:cubicBezTo>
                  <a:cubicBezTo>
                    <a:pt x="6091" y="4771"/>
                    <a:pt x="5816" y="4729"/>
                    <a:pt x="5549" y="4729"/>
                  </a:cubicBezTo>
                  <a:cubicBezTo>
                    <a:pt x="4801" y="4729"/>
                    <a:pt x="4110" y="5052"/>
                    <a:pt x="3575" y="5464"/>
                  </a:cubicBezTo>
                  <a:cubicBezTo>
                    <a:pt x="3648" y="4437"/>
                    <a:pt x="4215" y="2323"/>
                    <a:pt x="7476" y="1096"/>
                  </a:cubicBezTo>
                  <a:cubicBezTo>
                    <a:pt x="8385" y="754"/>
                    <a:pt x="9206" y="581"/>
                    <a:pt x="9946" y="581"/>
                  </a:cubicBezTo>
                  <a:close/>
                  <a:moveTo>
                    <a:pt x="9946" y="1"/>
                  </a:moveTo>
                  <a:cubicBezTo>
                    <a:pt x="9139" y="1"/>
                    <a:pt x="8253" y="185"/>
                    <a:pt x="7276" y="556"/>
                  </a:cubicBezTo>
                  <a:cubicBezTo>
                    <a:pt x="4755" y="1496"/>
                    <a:pt x="3775" y="2857"/>
                    <a:pt x="3315" y="4024"/>
                  </a:cubicBezTo>
                  <a:cubicBezTo>
                    <a:pt x="2855" y="5191"/>
                    <a:pt x="3008" y="6124"/>
                    <a:pt x="3015" y="6158"/>
                  </a:cubicBezTo>
                  <a:cubicBezTo>
                    <a:pt x="3035" y="6264"/>
                    <a:pt x="3115" y="6358"/>
                    <a:pt x="3222" y="6391"/>
                  </a:cubicBezTo>
                  <a:cubicBezTo>
                    <a:pt x="3246" y="6397"/>
                    <a:pt x="3271" y="6400"/>
                    <a:pt x="3295" y="6400"/>
                  </a:cubicBezTo>
                  <a:cubicBezTo>
                    <a:pt x="3378" y="6400"/>
                    <a:pt x="3458" y="6366"/>
                    <a:pt x="3515" y="6304"/>
                  </a:cubicBezTo>
                  <a:cubicBezTo>
                    <a:pt x="4004" y="5767"/>
                    <a:pt x="4772" y="5322"/>
                    <a:pt x="5553" y="5322"/>
                  </a:cubicBezTo>
                  <a:cubicBezTo>
                    <a:pt x="5761" y="5322"/>
                    <a:pt x="5970" y="5354"/>
                    <a:pt x="6176" y="5424"/>
                  </a:cubicBezTo>
                  <a:cubicBezTo>
                    <a:pt x="7609" y="5904"/>
                    <a:pt x="8570" y="8105"/>
                    <a:pt x="8876" y="11612"/>
                  </a:cubicBezTo>
                  <a:lnTo>
                    <a:pt x="8923" y="12132"/>
                  </a:lnTo>
                  <a:cubicBezTo>
                    <a:pt x="9390" y="17494"/>
                    <a:pt x="10270" y="27477"/>
                    <a:pt x="8436" y="31511"/>
                  </a:cubicBezTo>
                  <a:cubicBezTo>
                    <a:pt x="7003" y="34672"/>
                    <a:pt x="948" y="35139"/>
                    <a:pt x="881" y="35139"/>
                  </a:cubicBezTo>
                  <a:cubicBezTo>
                    <a:pt x="754" y="35145"/>
                    <a:pt x="647" y="35245"/>
                    <a:pt x="627" y="35372"/>
                  </a:cubicBezTo>
                  <a:cubicBezTo>
                    <a:pt x="1" y="38313"/>
                    <a:pt x="961" y="42387"/>
                    <a:pt x="1001" y="42567"/>
                  </a:cubicBezTo>
                  <a:cubicBezTo>
                    <a:pt x="1021" y="42654"/>
                    <a:pt x="1088" y="42727"/>
                    <a:pt x="1174" y="42767"/>
                  </a:cubicBezTo>
                  <a:cubicBezTo>
                    <a:pt x="2032" y="43094"/>
                    <a:pt x="2947" y="43268"/>
                    <a:pt x="3863" y="43268"/>
                  </a:cubicBezTo>
                  <a:cubicBezTo>
                    <a:pt x="3880" y="43268"/>
                    <a:pt x="3898" y="43268"/>
                    <a:pt x="3915" y="43267"/>
                  </a:cubicBezTo>
                  <a:cubicBezTo>
                    <a:pt x="5549" y="43267"/>
                    <a:pt x="7336" y="42807"/>
                    <a:pt x="9136" y="41900"/>
                  </a:cubicBezTo>
                  <a:cubicBezTo>
                    <a:pt x="12811" y="40067"/>
                    <a:pt x="15838" y="36779"/>
                    <a:pt x="16658" y="33738"/>
                  </a:cubicBezTo>
                  <a:cubicBezTo>
                    <a:pt x="17732" y="29804"/>
                    <a:pt x="17839" y="20841"/>
                    <a:pt x="17319" y="14460"/>
                  </a:cubicBezTo>
                  <a:cubicBezTo>
                    <a:pt x="17072" y="11339"/>
                    <a:pt x="16678" y="8858"/>
                    <a:pt x="16192" y="7264"/>
                  </a:cubicBezTo>
                  <a:cubicBezTo>
                    <a:pt x="16118" y="7044"/>
                    <a:pt x="16052" y="6824"/>
                    <a:pt x="15985" y="6604"/>
                  </a:cubicBezTo>
                  <a:cubicBezTo>
                    <a:pt x="14851" y="3143"/>
                    <a:pt x="13591" y="1236"/>
                    <a:pt x="11911" y="429"/>
                  </a:cubicBezTo>
                  <a:cubicBezTo>
                    <a:pt x="11313" y="145"/>
                    <a:pt x="10661" y="1"/>
                    <a:pt x="994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5" name="Google Shape;2038;p36"/>
            <p:cNvSpPr/>
            <p:nvPr/>
          </p:nvSpPr>
          <p:spPr>
            <a:xfrm>
              <a:off x="1237726" y="3311763"/>
              <a:ext cx="483461" cy="1193788"/>
            </a:xfrm>
            <a:custGeom>
              <a:avLst/>
              <a:gdLst/>
              <a:ahLst/>
              <a:cxnLst/>
              <a:rect l="l" t="t" r="r" b="b"/>
              <a:pathLst>
                <a:path w="17285" h="42681" extrusionOk="0">
                  <a:moveTo>
                    <a:pt x="9650" y="1"/>
                  </a:moveTo>
                  <a:cubicBezTo>
                    <a:pt x="8887" y="1"/>
                    <a:pt x="8037" y="174"/>
                    <a:pt x="7082" y="534"/>
                  </a:cubicBezTo>
                  <a:cubicBezTo>
                    <a:pt x="2407" y="2301"/>
                    <a:pt x="3008" y="5822"/>
                    <a:pt x="3008" y="5822"/>
                  </a:cubicBezTo>
                  <a:cubicBezTo>
                    <a:pt x="3539" y="5235"/>
                    <a:pt x="4376" y="4735"/>
                    <a:pt x="5258" y="4735"/>
                  </a:cubicBezTo>
                  <a:cubicBezTo>
                    <a:pt x="6779" y="4735"/>
                    <a:pt x="8433" y="6221"/>
                    <a:pt x="8876" y="11303"/>
                  </a:cubicBezTo>
                  <a:cubicBezTo>
                    <a:pt x="9356" y="16838"/>
                    <a:pt x="10323" y="27108"/>
                    <a:pt x="8409" y="31342"/>
                  </a:cubicBezTo>
                  <a:cubicBezTo>
                    <a:pt x="6882" y="34696"/>
                    <a:pt x="614" y="35143"/>
                    <a:pt x="614" y="35143"/>
                  </a:cubicBezTo>
                  <a:cubicBezTo>
                    <a:pt x="0" y="38050"/>
                    <a:pt x="987" y="42198"/>
                    <a:pt x="987" y="42198"/>
                  </a:cubicBezTo>
                  <a:cubicBezTo>
                    <a:pt x="1820" y="42530"/>
                    <a:pt x="2710" y="42681"/>
                    <a:pt x="3626" y="42681"/>
                  </a:cubicBezTo>
                  <a:cubicBezTo>
                    <a:pt x="8832" y="42681"/>
                    <a:pt x="14888" y="37804"/>
                    <a:pt x="16084" y="33376"/>
                  </a:cubicBezTo>
                  <a:cubicBezTo>
                    <a:pt x="17078" y="29722"/>
                    <a:pt x="17285" y="20993"/>
                    <a:pt x="16738" y="14184"/>
                  </a:cubicBezTo>
                  <a:cubicBezTo>
                    <a:pt x="16684" y="14181"/>
                    <a:pt x="16630" y="14179"/>
                    <a:pt x="16577" y="14179"/>
                  </a:cubicBezTo>
                  <a:cubicBezTo>
                    <a:pt x="16105" y="14179"/>
                    <a:pt x="15645" y="14313"/>
                    <a:pt x="15304" y="14624"/>
                  </a:cubicBezTo>
                  <a:cubicBezTo>
                    <a:pt x="14751" y="15124"/>
                    <a:pt x="14484" y="16018"/>
                    <a:pt x="13757" y="16171"/>
                  </a:cubicBezTo>
                  <a:cubicBezTo>
                    <a:pt x="13686" y="16186"/>
                    <a:pt x="13617" y="16193"/>
                    <a:pt x="13551" y="16193"/>
                  </a:cubicBezTo>
                  <a:cubicBezTo>
                    <a:pt x="12698" y="16193"/>
                    <a:pt x="12205" y="15020"/>
                    <a:pt x="12057" y="14104"/>
                  </a:cubicBezTo>
                  <a:cubicBezTo>
                    <a:pt x="11843" y="12744"/>
                    <a:pt x="11617" y="11370"/>
                    <a:pt x="11823" y="10010"/>
                  </a:cubicBezTo>
                  <a:cubicBezTo>
                    <a:pt x="12177" y="7689"/>
                    <a:pt x="13617" y="6509"/>
                    <a:pt x="15411" y="6409"/>
                  </a:cubicBezTo>
                  <a:cubicBezTo>
                    <a:pt x="14098" y="2376"/>
                    <a:pt x="12475" y="1"/>
                    <a:pt x="9650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6" name="Google Shape;2039;p36"/>
            <p:cNvSpPr/>
            <p:nvPr/>
          </p:nvSpPr>
          <p:spPr>
            <a:xfrm>
              <a:off x="1377240" y="3357047"/>
              <a:ext cx="102986" cy="38123"/>
            </a:xfrm>
            <a:custGeom>
              <a:avLst/>
              <a:gdLst/>
              <a:ahLst/>
              <a:cxnLst/>
              <a:rect l="l" t="t" r="r" b="b"/>
              <a:pathLst>
                <a:path w="3682" h="1363" extrusionOk="0">
                  <a:moveTo>
                    <a:pt x="2939" y="1"/>
                  </a:moveTo>
                  <a:cubicBezTo>
                    <a:pt x="2873" y="1"/>
                    <a:pt x="2807" y="5"/>
                    <a:pt x="2741" y="15"/>
                  </a:cubicBezTo>
                  <a:cubicBezTo>
                    <a:pt x="2401" y="48"/>
                    <a:pt x="2054" y="122"/>
                    <a:pt x="1727" y="228"/>
                  </a:cubicBezTo>
                  <a:cubicBezTo>
                    <a:pt x="1067" y="462"/>
                    <a:pt x="454" y="835"/>
                    <a:pt x="0" y="1362"/>
                  </a:cubicBezTo>
                  <a:cubicBezTo>
                    <a:pt x="580" y="1022"/>
                    <a:pt x="1187" y="735"/>
                    <a:pt x="1821" y="502"/>
                  </a:cubicBezTo>
                  <a:cubicBezTo>
                    <a:pt x="2134" y="395"/>
                    <a:pt x="2454" y="308"/>
                    <a:pt x="2774" y="235"/>
                  </a:cubicBezTo>
                  <a:cubicBezTo>
                    <a:pt x="2914" y="200"/>
                    <a:pt x="3059" y="181"/>
                    <a:pt x="3200" y="181"/>
                  </a:cubicBezTo>
                  <a:cubicBezTo>
                    <a:pt x="3220" y="181"/>
                    <a:pt x="3241" y="181"/>
                    <a:pt x="3261" y="182"/>
                  </a:cubicBezTo>
                  <a:cubicBezTo>
                    <a:pt x="3268" y="181"/>
                    <a:pt x="3276" y="181"/>
                    <a:pt x="3283" y="181"/>
                  </a:cubicBezTo>
                  <a:cubicBezTo>
                    <a:pt x="3435" y="181"/>
                    <a:pt x="3579" y="248"/>
                    <a:pt x="3681" y="369"/>
                  </a:cubicBezTo>
                  <a:cubicBezTo>
                    <a:pt x="3634" y="195"/>
                    <a:pt x="3454" y="82"/>
                    <a:pt x="3274" y="35"/>
                  </a:cubicBezTo>
                  <a:cubicBezTo>
                    <a:pt x="3165" y="14"/>
                    <a:pt x="3052" y="1"/>
                    <a:pt x="293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7" name="Google Shape;2040;p36"/>
            <p:cNvSpPr/>
            <p:nvPr/>
          </p:nvSpPr>
          <p:spPr>
            <a:xfrm>
              <a:off x="1524950" y="3696910"/>
              <a:ext cx="30431" cy="126480"/>
            </a:xfrm>
            <a:custGeom>
              <a:avLst/>
              <a:gdLst/>
              <a:ahLst/>
              <a:cxnLst/>
              <a:rect l="l" t="t" r="r" b="b"/>
              <a:pathLst>
                <a:path w="1088" h="4522" extrusionOk="0">
                  <a:moveTo>
                    <a:pt x="0" y="1"/>
                  </a:moveTo>
                  <a:lnTo>
                    <a:pt x="0" y="1"/>
                  </a:lnTo>
                  <a:cubicBezTo>
                    <a:pt x="174" y="1548"/>
                    <a:pt x="541" y="3068"/>
                    <a:pt x="1087" y="4522"/>
                  </a:cubicBezTo>
                  <a:cubicBezTo>
                    <a:pt x="1007" y="3748"/>
                    <a:pt x="874" y="2981"/>
                    <a:pt x="687" y="2221"/>
                  </a:cubicBezTo>
                  <a:cubicBezTo>
                    <a:pt x="507" y="1468"/>
                    <a:pt x="274" y="72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8" name="Google Shape;2041;p36"/>
            <p:cNvSpPr/>
            <p:nvPr/>
          </p:nvSpPr>
          <p:spPr>
            <a:xfrm>
              <a:off x="1493064" y="3427587"/>
              <a:ext cx="78344" cy="248290"/>
            </a:xfrm>
            <a:custGeom>
              <a:avLst/>
              <a:gdLst/>
              <a:ahLst/>
              <a:cxnLst/>
              <a:rect l="l" t="t" r="r" b="b"/>
              <a:pathLst>
                <a:path w="2801" h="8877" extrusionOk="0">
                  <a:moveTo>
                    <a:pt x="0" y="0"/>
                  </a:moveTo>
                  <a:lnTo>
                    <a:pt x="0" y="0"/>
                  </a:lnTo>
                  <a:cubicBezTo>
                    <a:pt x="620" y="514"/>
                    <a:pt x="1047" y="1174"/>
                    <a:pt x="1361" y="1901"/>
                  </a:cubicBezTo>
                  <a:cubicBezTo>
                    <a:pt x="1681" y="2628"/>
                    <a:pt x="1861" y="3395"/>
                    <a:pt x="2014" y="4168"/>
                  </a:cubicBezTo>
                  <a:cubicBezTo>
                    <a:pt x="2294" y="5735"/>
                    <a:pt x="2661" y="7276"/>
                    <a:pt x="2728" y="8876"/>
                  </a:cubicBezTo>
                  <a:cubicBezTo>
                    <a:pt x="2801" y="8076"/>
                    <a:pt x="2781" y="7269"/>
                    <a:pt x="2681" y="6475"/>
                  </a:cubicBezTo>
                  <a:cubicBezTo>
                    <a:pt x="2581" y="5682"/>
                    <a:pt x="2454" y="4895"/>
                    <a:pt x="2294" y="4108"/>
                  </a:cubicBezTo>
                  <a:cubicBezTo>
                    <a:pt x="2141" y="3328"/>
                    <a:pt x="1927" y="2534"/>
                    <a:pt x="1574" y="1808"/>
                  </a:cubicBezTo>
                  <a:cubicBezTo>
                    <a:pt x="1214" y="1081"/>
                    <a:pt x="687" y="414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9" name="Google Shape;2042;p36"/>
            <p:cNvSpPr/>
            <p:nvPr/>
          </p:nvSpPr>
          <p:spPr>
            <a:xfrm>
              <a:off x="1431306" y="3673779"/>
              <a:ext cx="394517" cy="556044"/>
            </a:xfrm>
            <a:custGeom>
              <a:avLst/>
              <a:gdLst/>
              <a:ahLst/>
              <a:cxnLst/>
              <a:rect l="l" t="t" r="r" b="b"/>
              <a:pathLst>
                <a:path w="14105" h="19880" extrusionOk="0">
                  <a:moveTo>
                    <a:pt x="9704" y="1"/>
                  </a:moveTo>
                  <a:cubicBezTo>
                    <a:pt x="9724" y="147"/>
                    <a:pt x="9730" y="274"/>
                    <a:pt x="9750" y="401"/>
                  </a:cubicBezTo>
                  <a:cubicBezTo>
                    <a:pt x="9824" y="1108"/>
                    <a:pt x="9624" y="1815"/>
                    <a:pt x="9197" y="2381"/>
                  </a:cubicBezTo>
                  <a:cubicBezTo>
                    <a:pt x="7450" y="4662"/>
                    <a:pt x="3989" y="6462"/>
                    <a:pt x="3495" y="6462"/>
                  </a:cubicBezTo>
                  <a:cubicBezTo>
                    <a:pt x="3002" y="6462"/>
                    <a:pt x="2435" y="4482"/>
                    <a:pt x="2435" y="4482"/>
                  </a:cubicBezTo>
                  <a:cubicBezTo>
                    <a:pt x="1" y="6703"/>
                    <a:pt x="294" y="8436"/>
                    <a:pt x="534" y="9603"/>
                  </a:cubicBezTo>
                  <a:cubicBezTo>
                    <a:pt x="781" y="10770"/>
                    <a:pt x="534" y="12084"/>
                    <a:pt x="534" y="12084"/>
                  </a:cubicBezTo>
                  <a:lnTo>
                    <a:pt x="5462" y="19879"/>
                  </a:lnTo>
                  <a:cubicBezTo>
                    <a:pt x="6543" y="19579"/>
                    <a:pt x="7603" y="19193"/>
                    <a:pt x="8623" y="18719"/>
                  </a:cubicBezTo>
                  <a:cubicBezTo>
                    <a:pt x="10884" y="17665"/>
                    <a:pt x="12424" y="16378"/>
                    <a:pt x="12918" y="15438"/>
                  </a:cubicBezTo>
                  <a:cubicBezTo>
                    <a:pt x="13605" y="14104"/>
                    <a:pt x="13158" y="13738"/>
                    <a:pt x="13158" y="13738"/>
                  </a:cubicBezTo>
                  <a:cubicBezTo>
                    <a:pt x="13158" y="13738"/>
                    <a:pt x="14105" y="12484"/>
                    <a:pt x="13758" y="10950"/>
                  </a:cubicBezTo>
                  <a:cubicBezTo>
                    <a:pt x="13474" y="9717"/>
                    <a:pt x="12974" y="9596"/>
                    <a:pt x="12789" y="9596"/>
                  </a:cubicBezTo>
                  <a:cubicBezTo>
                    <a:pt x="12744" y="9596"/>
                    <a:pt x="12718" y="9603"/>
                    <a:pt x="12718" y="9603"/>
                  </a:cubicBezTo>
                  <a:cubicBezTo>
                    <a:pt x="12718" y="9603"/>
                    <a:pt x="13358" y="8336"/>
                    <a:pt x="12718" y="6462"/>
                  </a:cubicBezTo>
                  <a:cubicBezTo>
                    <a:pt x="12311" y="5279"/>
                    <a:pt x="11869" y="5059"/>
                    <a:pt x="11598" y="5059"/>
                  </a:cubicBezTo>
                  <a:cubicBezTo>
                    <a:pt x="11438" y="5059"/>
                    <a:pt x="11337" y="5135"/>
                    <a:pt x="11337" y="5135"/>
                  </a:cubicBezTo>
                  <a:cubicBezTo>
                    <a:pt x="11531" y="4635"/>
                    <a:pt x="11631" y="3348"/>
                    <a:pt x="10937" y="1675"/>
                  </a:cubicBezTo>
                  <a:cubicBezTo>
                    <a:pt x="10717" y="1128"/>
                    <a:pt x="10504" y="748"/>
                    <a:pt x="10324" y="508"/>
                  </a:cubicBezTo>
                  <a:cubicBezTo>
                    <a:pt x="9957" y="1"/>
                    <a:pt x="9717" y="1"/>
                    <a:pt x="9704" y="1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0" name="Google Shape;2043;p36"/>
            <p:cNvSpPr/>
            <p:nvPr/>
          </p:nvSpPr>
          <p:spPr>
            <a:xfrm>
              <a:off x="1420678" y="3665584"/>
              <a:ext cx="411690" cy="573553"/>
            </a:xfrm>
            <a:custGeom>
              <a:avLst/>
              <a:gdLst/>
              <a:ahLst/>
              <a:cxnLst/>
              <a:rect l="l" t="t" r="r" b="b"/>
              <a:pathLst>
                <a:path w="14719" h="20506" extrusionOk="0">
                  <a:moveTo>
                    <a:pt x="10430" y="914"/>
                  </a:moveTo>
                  <a:lnTo>
                    <a:pt x="10470" y="967"/>
                  </a:lnTo>
                  <a:cubicBezTo>
                    <a:pt x="10704" y="1314"/>
                    <a:pt x="10897" y="1687"/>
                    <a:pt x="11050" y="2074"/>
                  </a:cubicBezTo>
                  <a:cubicBezTo>
                    <a:pt x="11731" y="3728"/>
                    <a:pt x="11604" y="4915"/>
                    <a:pt x="11444" y="5315"/>
                  </a:cubicBezTo>
                  <a:lnTo>
                    <a:pt x="11130" y="6129"/>
                  </a:lnTo>
                  <a:lnTo>
                    <a:pt x="11877" y="5662"/>
                  </a:lnTo>
                  <a:cubicBezTo>
                    <a:pt x="11907" y="5649"/>
                    <a:pt x="11939" y="5642"/>
                    <a:pt x="11971" y="5642"/>
                  </a:cubicBezTo>
                  <a:cubicBezTo>
                    <a:pt x="12002" y="5642"/>
                    <a:pt x="12034" y="5649"/>
                    <a:pt x="12064" y="5662"/>
                  </a:cubicBezTo>
                  <a:cubicBezTo>
                    <a:pt x="12184" y="5702"/>
                    <a:pt x="12491" y="5902"/>
                    <a:pt x="12818" y="6849"/>
                  </a:cubicBezTo>
                  <a:cubicBezTo>
                    <a:pt x="13411" y="8569"/>
                    <a:pt x="12844" y="9750"/>
                    <a:pt x="12838" y="9763"/>
                  </a:cubicBezTo>
                  <a:lnTo>
                    <a:pt x="12524" y="10343"/>
                  </a:lnTo>
                  <a:lnTo>
                    <a:pt x="13151" y="10176"/>
                  </a:lnTo>
                  <a:cubicBezTo>
                    <a:pt x="13158" y="10175"/>
                    <a:pt x="13166" y="10174"/>
                    <a:pt x="13174" y="10174"/>
                  </a:cubicBezTo>
                  <a:cubicBezTo>
                    <a:pt x="13312" y="10174"/>
                    <a:pt x="13644" y="10393"/>
                    <a:pt x="13851" y="11310"/>
                  </a:cubicBezTo>
                  <a:cubicBezTo>
                    <a:pt x="14165" y="12677"/>
                    <a:pt x="13311" y="13844"/>
                    <a:pt x="13304" y="13851"/>
                  </a:cubicBezTo>
                  <a:lnTo>
                    <a:pt x="13051" y="14071"/>
                  </a:lnTo>
                  <a:lnTo>
                    <a:pt x="13338" y="14237"/>
                  </a:lnTo>
                  <a:cubicBezTo>
                    <a:pt x="13404" y="14317"/>
                    <a:pt x="13484" y="14731"/>
                    <a:pt x="13038" y="15598"/>
                  </a:cubicBezTo>
                  <a:cubicBezTo>
                    <a:pt x="12651" y="16331"/>
                    <a:pt x="11337" y="17598"/>
                    <a:pt x="8877" y="18752"/>
                  </a:cubicBezTo>
                  <a:cubicBezTo>
                    <a:pt x="7936" y="19185"/>
                    <a:pt x="6969" y="19546"/>
                    <a:pt x="5976" y="19832"/>
                  </a:cubicBezTo>
                  <a:lnTo>
                    <a:pt x="1214" y="12317"/>
                  </a:lnTo>
                  <a:cubicBezTo>
                    <a:pt x="1274" y="11964"/>
                    <a:pt x="1401" y="10783"/>
                    <a:pt x="1201" y="9836"/>
                  </a:cubicBezTo>
                  <a:cubicBezTo>
                    <a:pt x="1001" y="8883"/>
                    <a:pt x="674" y="7316"/>
                    <a:pt x="2675" y="5308"/>
                  </a:cubicBezTo>
                  <a:cubicBezTo>
                    <a:pt x="2968" y="6182"/>
                    <a:pt x="3502" y="7042"/>
                    <a:pt x="3875" y="7042"/>
                  </a:cubicBezTo>
                  <a:cubicBezTo>
                    <a:pt x="4249" y="7042"/>
                    <a:pt x="5362" y="6475"/>
                    <a:pt x="6383" y="5815"/>
                  </a:cubicBezTo>
                  <a:cubicBezTo>
                    <a:pt x="7409" y="5162"/>
                    <a:pt x="8837" y="4115"/>
                    <a:pt x="9810" y="2861"/>
                  </a:cubicBezTo>
                  <a:cubicBezTo>
                    <a:pt x="10230" y="2301"/>
                    <a:pt x="10450" y="1614"/>
                    <a:pt x="10430" y="914"/>
                  </a:cubicBezTo>
                  <a:close/>
                  <a:moveTo>
                    <a:pt x="9770" y="0"/>
                  </a:moveTo>
                  <a:lnTo>
                    <a:pt x="9803" y="327"/>
                  </a:lnTo>
                  <a:cubicBezTo>
                    <a:pt x="9817" y="447"/>
                    <a:pt x="9823" y="560"/>
                    <a:pt x="9837" y="661"/>
                  </a:cubicBezTo>
                  <a:lnTo>
                    <a:pt x="9837" y="714"/>
                  </a:lnTo>
                  <a:cubicBezTo>
                    <a:pt x="9910" y="1354"/>
                    <a:pt x="9737" y="1988"/>
                    <a:pt x="9350" y="2501"/>
                  </a:cubicBezTo>
                  <a:cubicBezTo>
                    <a:pt x="7710" y="4635"/>
                    <a:pt x="4382" y="6375"/>
                    <a:pt x="3889" y="6462"/>
                  </a:cubicBezTo>
                  <a:cubicBezTo>
                    <a:pt x="3702" y="6342"/>
                    <a:pt x="3335" y="5535"/>
                    <a:pt x="3102" y="4702"/>
                  </a:cubicBezTo>
                  <a:lnTo>
                    <a:pt x="2968" y="4241"/>
                  </a:lnTo>
                  <a:lnTo>
                    <a:pt x="2622" y="4562"/>
                  </a:lnTo>
                  <a:cubicBezTo>
                    <a:pt x="1" y="6956"/>
                    <a:pt x="408" y="8863"/>
                    <a:pt x="634" y="9956"/>
                  </a:cubicBezTo>
                  <a:cubicBezTo>
                    <a:pt x="854" y="11043"/>
                    <a:pt x="634" y="12310"/>
                    <a:pt x="621" y="12330"/>
                  </a:cubicBezTo>
                  <a:lnTo>
                    <a:pt x="608" y="12437"/>
                  </a:lnTo>
                  <a:lnTo>
                    <a:pt x="5716" y="20506"/>
                  </a:lnTo>
                  <a:lnTo>
                    <a:pt x="5936" y="20446"/>
                  </a:lnTo>
                  <a:cubicBezTo>
                    <a:pt x="7029" y="20146"/>
                    <a:pt x="8103" y="19759"/>
                    <a:pt x="9137" y="19279"/>
                  </a:cubicBezTo>
                  <a:cubicBezTo>
                    <a:pt x="11297" y="18265"/>
                    <a:pt x="12991" y="16951"/>
                    <a:pt x="13564" y="15865"/>
                  </a:cubicBezTo>
                  <a:cubicBezTo>
                    <a:pt x="14078" y="14864"/>
                    <a:pt x="14018" y="14311"/>
                    <a:pt x="13898" y="14031"/>
                  </a:cubicBezTo>
                  <a:cubicBezTo>
                    <a:pt x="14151" y="13617"/>
                    <a:pt x="14718" y="12497"/>
                    <a:pt x="14431" y="11177"/>
                  </a:cubicBezTo>
                  <a:cubicBezTo>
                    <a:pt x="14265" y="10443"/>
                    <a:pt x="13985" y="9950"/>
                    <a:pt x="13611" y="9730"/>
                  </a:cubicBezTo>
                  <a:lnTo>
                    <a:pt x="13504" y="9670"/>
                  </a:lnTo>
                  <a:cubicBezTo>
                    <a:pt x="13658" y="9136"/>
                    <a:pt x="13858" y="8062"/>
                    <a:pt x="13378" y="6662"/>
                  </a:cubicBezTo>
                  <a:cubicBezTo>
                    <a:pt x="13078" y="5769"/>
                    <a:pt x="12684" y="5242"/>
                    <a:pt x="12224" y="5102"/>
                  </a:cubicBezTo>
                  <a:lnTo>
                    <a:pt x="12111" y="5068"/>
                  </a:lnTo>
                  <a:cubicBezTo>
                    <a:pt x="12217" y="4395"/>
                    <a:pt x="12177" y="3268"/>
                    <a:pt x="11591" y="1847"/>
                  </a:cubicBezTo>
                  <a:cubicBezTo>
                    <a:pt x="11431" y="1414"/>
                    <a:pt x="11210" y="1007"/>
                    <a:pt x="10944" y="627"/>
                  </a:cubicBezTo>
                  <a:cubicBezTo>
                    <a:pt x="10537" y="67"/>
                    <a:pt x="10210" y="0"/>
                    <a:pt x="1009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1" name="Google Shape;2044;p36"/>
            <p:cNvSpPr/>
            <p:nvPr/>
          </p:nvSpPr>
          <p:spPr>
            <a:xfrm>
              <a:off x="1431306" y="3673779"/>
              <a:ext cx="296426" cy="556044"/>
            </a:xfrm>
            <a:custGeom>
              <a:avLst/>
              <a:gdLst/>
              <a:ahLst/>
              <a:cxnLst/>
              <a:rect l="l" t="t" r="r" b="b"/>
              <a:pathLst>
                <a:path w="10598" h="19880" extrusionOk="0">
                  <a:moveTo>
                    <a:pt x="9704" y="1"/>
                  </a:moveTo>
                  <a:cubicBezTo>
                    <a:pt x="9724" y="147"/>
                    <a:pt x="9730" y="274"/>
                    <a:pt x="9750" y="401"/>
                  </a:cubicBezTo>
                  <a:cubicBezTo>
                    <a:pt x="9824" y="1108"/>
                    <a:pt x="9624" y="1815"/>
                    <a:pt x="9197" y="2381"/>
                  </a:cubicBezTo>
                  <a:cubicBezTo>
                    <a:pt x="7450" y="4662"/>
                    <a:pt x="3989" y="6456"/>
                    <a:pt x="3495" y="6456"/>
                  </a:cubicBezTo>
                  <a:cubicBezTo>
                    <a:pt x="3002" y="6456"/>
                    <a:pt x="2435" y="4482"/>
                    <a:pt x="2435" y="4482"/>
                  </a:cubicBezTo>
                  <a:cubicBezTo>
                    <a:pt x="1" y="6703"/>
                    <a:pt x="294" y="8436"/>
                    <a:pt x="534" y="9603"/>
                  </a:cubicBezTo>
                  <a:cubicBezTo>
                    <a:pt x="781" y="10770"/>
                    <a:pt x="534" y="12084"/>
                    <a:pt x="534" y="12084"/>
                  </a:cubicBezTo>
                  <a:lnTo>
                    <a:pt x="5462" y="19879"/>
                  </a:lnTo>
                  <a:cubicBezTo>
                    <a:pt x="6543" y="19579"/>
                    <a:pt x="7603" y="19193"/>
                    <a:pt x="8623" y="18719"/>
                  </a:cubicBezTo>
                  <a:cubicBezTo>
                    <a:pt x="8210" y="17285"/>
                    <a:pt x="7563" y="15925"/>
                    <a:pt x="6696" y="14711"/>
                  </a:cubicBezTo>
                  <a:cubicBezTo>
                    <a:pt x="5569" y="13111"/>
                    <a:pt x="4015" y="11164"/>
                    <a:pt x="4989" y="9470"/>
                  </a:cubicBezTo>
                  <a:cubicBezTo>
                    <a:pt x="5476" y="8616"/>
                    <a:pt x="6469" y="8216"/>
                    <a:pt x="7296" y="7683"/>
                  </a:cubicBezTo>
                  <a:cubicBezTo>
                    <a:pt x="9837" y="6042"/>
                    <a:pt x="10597" y="3322"/>
                    <a:pt x="10324" y="508"/>
                  </a:cubicBezTo>
                  <a:cubicBezTo>
                    <a:pt x="9957" y="1"/>
                    <a:pt x="9717" y="1"/>
                    <a:pt x="9704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2" name="Google Shape;2045;p36"/>
            <p:cNvSpPr/>
            <p:nvPr/>
          </p:nvSpPr>
          <p:spPr>
            <a:xfrm>
              <a:off x="1465625" y="3858633"/>
              <a:ext cx="48528" cy="107069"/>
            </a:xfrm>
            <a:custGeom>
              <a:avLst/>
              <a:gdLst/>
              <a:ahLst/>
              <a:cxnLst/>
              <a:rect l="l" t="t" r="r" b="b"/>
              <a:pathLst>
                <a:path w="1735" h="3828" extrusionOk="0">
                  <a:moveTo>
                    <a:pt x="648" y="0"/>
                  </a:moveTo>
                  <a:cubicBezTo>
                    <a:pt x="161" y="587"/>
                    <a:pt x="1" y="1441"/>
                    <a:pt x="221" y="2194"/>
                  </a:cubicBezTo>
                  <a:cubicBezTo>
                    <a:pt x="434" y="2941"/>
                    <a:pt x="1021" y="3594"/>
                    <a:pt x="1735" y="3828"/>
                  </a:cubicBezTo>
                  <a:cubicBezTo>
                    <a:pt x="488" y="2988"/>
                    <a:pt x="34" y="1367"/>
                    <a:pt x="64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" name="Google Shape;2046;p36"/>
            <p:cNvSpPr/>
            <p:nvPr/>
          </p:nvSpPr>
          <p:spPr>
            <a:xfrm>
              <a:off x="1528670" y="4026481"/>
              <a:ext cx="100384" cy="148129"/>
            </a:xfrm>
            <a:custGeom>
              <a:avLst/>
              <a:gdLst/>
              <a:ahLst/>
              <a:cxnLst/>
              <a:rect l="l" t="t" r="r" b="b"/>
              <a:pathLst>
                <a:path w="3589" h="5296" extrusionOk="0">
                  <a:moveTo>
                    <a:pt x="1" y="1"/>
                  </a:moveTo>
                  <a:lnTo>
                    <a:pt x="1" y="1"/>
                  </a:lnTo>
                  <a:cubicBezTo>
                    <a:pt x="148" y="528"/>
                    <a:pt x="521" y="954"/>
                    <a:pt x="868" y="1361"/>
                  </a:cubicBezTo>
                  <a:cubicBezTo>
                    <a:pt x="1208" y="1768"/>
                    <a:pt x="1541" y="2188"/>
                    <a:pt x="1841" y="2621"/>
                  </a:cubicBezTo>
                  <a:cubicBezTo>
                    <a:pt x="2148" y="3048"/>
                    <a:pt x="2428" y="3495"/>
                    <a:pt x="2688" y="3962"/>
                  </a:cubicBezTo>
                  <a:lnTo>
                    <a:pt x="3082" y="4662"/>
                  </a:lnTo>
                  <a:cubicBezTo>
                    <a:pt x="3208" y="4902"/>
                    <a:pt x="3382" y="5115"/>
                    <a:pt x="3588" y="5295"/>
                  </a:cubicBezTo>
                  <a:cubicBezTo>
                    <a:pt x="3422" y="5082"/>
                    <a:pt x="3295" y="4849"/>
                    <a:pt x="3215" y="4595"/>
                  </a:cubicBezTo>
                  <a:cubicBezTo>
                    <a:pt x="3115" y="4355"/>
                    <a:pt x="3015" y="4095"/>
                    <a:pt x="2902" y="3855"/>
                  </a:cubicBezTo>
                  <a:cubicBezTo>
                    <a:pt x="2662" y="3362"/>
                    <a:pt x="2388" y="2895"/>
                    <a:pt x="2075" y="2455"/>
                  </a:cubicBezTo>
                  <a:cubicBezTo>
                    <a:pt x="1761" y="2008"/>
                    <a:pt x="1415" y="1595"/>
                    <a:pt x="1034" y="1208"/>
                  </a:cubicBezTo>
                  <a:cubicBezTo>
                    <a:pt x="654" y="828"/>
                    <a:pt x="254" y="474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4" name="Google Shape;2047;p36"/>
            <p:cNvSpPr/>
            <p:nvPr/>
          </p:nvSpPr>
          <p:spPr>
            <a:xfrm>
              <a:off x="1653276" y="4075344"/>
              <a:ext cx="110454" cy="81533"/>
            </a:xfrm>
            <a:custGeom>
              <a:avLst/>
              <a:gdLst/>
              <a:ahLst/>
              <a:cxnLst/>
              <a:rect l="l" t="t" r="r" b="b"/>
              <a:pathLst>
                <a:path w="3949" h="2915" extrusionOk="0">
                  <a:moveTo>
                    <a:pt x="3948" y="1"/>
                  </a:moveTo>
                  <a:lnTo>
                    <a:pt x="3948" y="1"/>
                  </a:lnTo>
                  <a:cubicBezTo>
                    <a:pt x="3475" y="694"/>
                    <a:pt x="2894" y="1301"/>
                    <a:pt x="2221" y="1795"/>
                  </a:cubicBezTo>
                  <a:cubicBezTo>
                    <a:pt x="1547" y="2288"/>
                    <a:pt x="801" y="2668"/>
                    <a:pt x="0" y="2915"/>
                  </a:cubicBezTo>
                  <a:cubicBezTo>
                    <a:pt x="861" y="2882"/>
                    <a:pt x="1701" y="2535"/>
                    <a:pt x="2394" y="2028"/>
                  </a:cubicBezTo>
                  <a:cubicBezTo>
                    <a:pt x="3088" y="1521"/>
                    <a:pt x="3661" y="814"/>
                    <a:pt x="394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5" name="Google Shape;2048;p36"/>
            <p:cNvSpPr/>
            <p:nvPr/>
          </p:nvSpPr>
          <p:spPr>
            <a:xfrm>
              <a:off x="1655514" y="4048129"/>
              <a:ext cx="72023" cy="56919"/>
            </a:xfrm>
            <a:custGeom>
              <a:avLst/>
              <a:gdLst/>
              <a:ahLst/>
              <a:cxnLst/>
              <a:rect l="l" t="t" r="r" b="b"/>
              <a:pathLst>
                <a:path w="2575" h="2035" extrusionOk="0">
                  <a:moveTo>
                    <a:pt x="2574" y="0"/>
                  </a:moveTo>
                  <a:lnTo>
                    <a:pt x="2574" y="0"/>
                  </a:lnTo>
                  <a:cubicBezTo>
                    <a:pt x="2201" y="407"/>
                    <a:pt x="1801" y="787"/>
                    <a:pt x="1374" y="1127"/>
                  </a:cubicBezTo>
                  <a:cubicBezTo>
                    <a:pt x="941" y="1467"/>
                    <a:pt x="481" y="1767"/>
                    <a:pt x="0" y="2034"/>
                  </a:cubicBezTo>
                  <a:cubicBezTo>
                    <a:pt x="567" y="1967"/>
                    <a:pt x="1114" y="1721"/>
                    <a:pt x="1554" y="1361"/>
                  </a:cubicBezTo>
                  <a:cubicBezTo>
                    <a:pt x="2001" y="1001"/>
                    <a:pt x="2381" y="540"/>
                    <a:pt x="257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6" name="Google Shape;2049;p36"/>
            <p:cNvSpPr/>
            <p:nvPr/>
          </p:nvSpPr>
          <p:spPr>
            <a:xfrm>
              <a:off x="1651039" y="4026313"/>
              <a:ext cx="35270" cy="37312"/>
            </a:xfrm>
            <a:custGeom>
              <a:avLst/>
              <a:gdLst/>
              <a:ahLst/>
              <a:cxnLst/>
              <a:rect l="l" t="t" r="r" b="b"/>
              <a:pathLst>
                <a:path w="1261" h="1334" extrusionOk="0">
                  <a:moveTo>
                    <a:pt x="1261" y="0"/>
                  </a:moveTo>
                  <a:cubicBezTo>
                    <a:pt x="707" y="300"/>
                    <a:pt x="267" y="767"/>
                    <a:pt x="0" y="1334"/>
                  </a:cubicBezTo>
                  <a:cubicBezTo>
                    <a:pt x="274" y="1194"/>
                    <a:pt x="527" y="1000"/>
                    <a:pt x="734" y="767"/>
                  </a:cubicBezTo>
                  <a:cubicBezTo>
                    <a:pt x="954" y="540"/>
                    <a:pt x="1127" y="280"/>
                    <a:pt x="126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7" name="Google Shape;2050;p36"/>
            <p:cNvSpPr/>
            <p:nvPr/>
          </p:nvSpPr>
          <p:spPr>
            <a:xfrm>
              <a:off x="727973" y="3414385"/>
              <a:ext cx="911710" cy="1226736"/>
            </a:xfrm>
            <a:custGeom>
              <a:avLst/>
              <a:gdLst/>
              <a:ahLst/>
              <a:cxnLst/>
              <a:rect l="l" t="t" r="r" b="b"/>
              <a:pathLst>
                <a:path w="32596" h="43859" extrusionOk="0">
                  <a:moveTo>
                    <a:pt x="24853" y="0"/>
                  </a:moveTo>
                  <a:cubicBezTo>
                    <a:pt x="24005" y="0"/>
                    <a:pt x="22951" y="499"/>
                    <a:pt x="21653" y="1733"/>
                  </a:cubicBezTo>
                  <a:cubicBezTo>
                    <a:pt x="19585" y="3707"/>
                    <a:pt x="16405" y="8254"/>
                    <a:pt x="13297" y="10949"/>
                  </a:cubicBezTo>
                  <a:cubicBezTo>
                    <a:pt x="10183" y="13643"/>
                    <a:pt x="6649" y="18471"/>
                    <a:pt x="4295" y="22005"/>
                  </a:cubicBezTo>
                  <a:cubicBezTo>
                    <a:pt x="1934" y="25539"/>
                    <a:pt x="1607" y="30027"/>
                    <a:pt x="1074" y="32928"/>
                  </a:cubicBezTo>
                  <a:cubicBezTo>
                    <a:pt x="540" y="35828"/>
                    <a:pt x="0" y="41510"/>
                    <a:pt x="4295" y="43444"/>
                  </a:cubicBezTo>
                  <a:cubicBezTo>
                    <a:pt x="4935" y="43732"/>
                    <a:pt x="5689" y="43859"/>
                    <a:pt x="6521" y="43859"/>
                  </a:cubicBezTo>
                  <a:cubicBezTo>
                    <a:pt x="8695" y="43859"/>
                    <a:pt x="11402" y="42990"/>
                    <a:pt x="13997" y="41857"/>
                  </a:cubicBezTo>
                  <a:cubicBezTo>
                    <a:pt x="17038" y="40530"/>
                    <a:pt x="19939" y="38843"/>
                    <a:pt x="21653" y="37756"/>
                  </a:cubicBezTo>
                  <a:cubicBezTo>
                    <a:pt x="25407" y="35395"/>
                    <a:pt x="30875" y="33474"/>
                    <a:pt x="31735" y="32394"/>
                  </a:cubicBezTo>
                  <a:cubicBezTo>
                    <a:pt x="32596" y="31321"/>
                    <a:pt x="31942" y="30027"/>
                    <a:pt x="30662" y="27680"/>
                  </a:cubicBezTo>
                  <a:cubicBezTo>
                    <a:pt x="29375" y="25326"/>
                    <a:pt x="26907" y="21785"/>
                    <a:pt x="25407" y="19958"/>
                  </a:cubicBezTo>
                  <a:cubicBezTo>
                    <a:pt x="24958" y="19411"/>
                    <a:pt x="24426" y="19210"/>
                    <a:pt x="23880" y="19210"/>
                  </a:cubicBezTo>
                  <a:cubicBezTo>
                    <a:pt x="23008" y="19210"/>
                    <a:pt x="22102" y="19723"/>
                    <a:pt x="21446" y="20158"/>
                  </a:cubicBezTo>
                  <a:cubicBezTo>
                    <a:pt x="22273" y="19457"/>
                    <a:pt x="23020" y="18671"/>
                    <a:pt x="23693" y="17817"/>
                  </a:cubicBezTo>
                  <a:cubicBezTo>
                    <a:pt x="25840" y="15143"/>
                    <a:pt x="27074" y="12736"/>
                    <a:pt x="27874" y="8068"/>
                  </a:cubicBezTo>
                  <a:cubicBezTo>
                    <a:pt x="27981" y="7401"/>
                    <a:pt x="28021" y="6414"/>
                    <a:pt x="27934" y="5347"/>
                  </a:cubicBezTo>
                  <a:cubicBezTo>
                    <a:pt x="27737" y="2871"/>
                    <a:pt x="26888" y="0"/>
                    <a:pt x="24853" y="0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8" name="Google Shape;2051;p36"/>
            <p:cNvSpPr/>
            <p:nvPr/>
          </p:nvSpPr>
          <p:spPr>
            <a:xfrm>
              <a:off x="713232" y="3406358"/>
              <a:ext cx="937079" cy="1242931"/>
            </a:xfrm>
            <a:custGeom>
              <a:avLst/>
              <a:gdLst/>
              <a:ahLst/>
              <a:cxnLst/>
              <a:rect l="l" t="t" r="r" b="b"/>
              <a:pathLst>
                <a:path w="33503" h="44438" extrusionOk="0">
                  <a:moveTo>
                    <a:pt x="25374" y="573"/>
                  </a:moveTo>
                  <a:cubicBezTo>
                    <a:pt x="25587" y="573"/>
                    <a:pt x="25794" y="613"/>
                    <a:pt x="25994" y="693"/>
                  </a:cubicBezTo>
                  <a:cubicBezTo>
                    <a:pt x="27148" y="1133"/>
                    <a:pt x="27961" y="2993"/>
                    <a:pt x="28175" y="5661"/>
                  </a:cubicBezTo>
                  <a:cubicBezTo>
                    <a:pt x="28248" y="6634"/>
                    <a:pt x="28228" y="7628"/>
                    <a:pt x="28108" y="8301"/>
                  </a:cubicBezTo>
                  <a:cubicBezTo>
                    <a:pt x="27294" y="13089"/>
                    <a:pt x="26034" y="15377"/>
                    <a:pt x="23993" y="17924"/>
                  </a:cubicBezTo>
                  <a:cubicBezTo>
                    <a:pt x="23333" y="18758"/>
                    <a:pt x="22600" y="19531"/>
                    <a:pt x="21793" y="20225"/>
                  </a:cubicBezTo>
                  <a:cubicBezTo>
                    <a:pt x="21586" y="20420"/>
                    <a:pt x="21754" y="20729"/>
                    <a:pt x="21991" y="20729"/>
                  </a:cubicBezTo>
                  <a:cubicBezTo>
                    <a:pt x="22036" y="20729"/>
                    <a:pt x="22085" y="20717"/>
                    <a:pt x="22133" y="20691"/>
                  </a:cubicBezTo>
                  <a:cubicBezTo>
                    <a:pt x="23037" y="20090"/>
                    <a:pt x="23783" y="19792"/>
                    <a:pt x="24399" y="19792"/>
                  </a:cubicBezTo>
                  <a:cubicBezTo>
                    <a:pt x="24924" y="19792"/>
                    <a:pt x="25354" y="20008"/>
                    <a:pt x="25707" y="20438"/>
                  </a:cubicBezTo>
                  <a:cubicBezTo>
                    <a:pt x="27194" y="22232"/>
                    <a:pt x="29675" y="25793"/>
                    <a:pt x="30935" y="28107"/>
                  </a:cubicBezTo>
                  <a:cubicBezTo>
                    <a:pt x="32196" y="30427"/>
                    <a:pt x="32769" y="31581"/>
                    <a:pt x="32036" y="32501"/>
                  </a:cubicBezTo>
                  <a:cubicBezTo>
                    <a:pt x="31636" y="33001"/>
                    <a:pt x="29962" y="33775"/>
                    <a:pt x="28015" y="34695"/>
                  </a:cubicBezTo>
                  <a:cubicBezTo>
                    <a:pt x="26074" y="35609"/>
                    <a:pt x="23867" y="36642"/>
                    <a:pt x="22033" y="37803"/>
                  </a:cubicBezTo>
                  <a:cubicBezTo>
                    <a:pt x="20559" y="38716"/>
                    <a:pt x="17625" y="40477"/>
                    <a:pt x="14404" y="41877"/>
                  </a:cubicBezTo>
                  <a:cubicBezTo>
                    <a:pt x="11413" y="43187"/>
                    <a:pt x="8920" y="43852"/>
                    <a:pt x="7044" y="43852"/>
                  </a:cubicBezTo>
                  <a:cubicBezTo>
                    <a:pt x="6218" y="43852"/>
                    <a:pt x="5512" y="43723"/>
                    <a:pt x="4935" y="43464"/>
                  </a:cubicBezTo>
                  <a:cubicBezTo>
                    <a:pt x="1174" y="41770"/>
                    <a:pt x="1201" y="36982"/>
                    <a:pt x="1888" y="33275"/>
                  </a:cubicBezTo>
                  <a:cubicBezTo>
                    <a:pt x="1988" y="32761"/>
                    <a:pt x="2068" y="32201"/>
                    <a:pt x="2161" y="31608"/>
                  </a:cubicBezTo>
                  <a:cubicBezTo>
                    <a:pt x="2601" y="28807"/>
                    <a:pt x="3155" y="25306"/>
                    <a:pt x="5062" y="22445"/>
                  </a:cubicBezTo>
                  <a:cubicBezTo>
                    <a:pt x="6969" y="19584"/>
                    <a:pt x="10663" y="14350"/>
                    <a:pt x="14011" y="11456"/>
                  </a:cubicBezTo>
                  <a:cubicBezTo>
                    <a:pt x="15858" y="9862"/>
                    <a:pt x="17712" y="7628"/>
                    <a:pt x="19359" y="5661"/>
                  </a:cubicBezTo>
                  <a:cubicBezTo>
                    <a:pt x="20473" y="4307"/>
                    <a:pt x="21539" y="3033"/>
                    <a:pt x="22380" y="2233"/>
                  </a:cubicBezTo>
                  <a:cubicBezTo>
                    <a:pt x="23540" y="1133"/>
                    <a:pt x="24540" y="573"/>
                    <a:pt x="25374" y="573"/>
                  </a:cubicBezTo>
                  <a:close/>
                  <a:moveTo>
                    <a:pt x="25378" y="0"/>
                  </a:moveTo>
                  <a:cubicBezTo>
                    <a:pt x="24388" y="0"/>
                    <a:pt x="23254" y="606"/>
                    <a:pt x="21986" y="1806"/>
                  </a:cubicBezTo>
                  <a:cubicBezTo>
                    <a:pt x="21119" y="2633"/>
                    <a:pt x="20039" y="3927"/>
                    <a:pt x="18905" y="5287"/>
                  </a:cubicBezTo>
                  <a:cubicBezTo>
                    <a:pt x="17285" y="7234"/>
                    <a:pt x="15438" y="9455"/>
                    <a:pt x="13631" y="11009"/>
                  </a:cubicBezTo>
                  <a:cubicBezTo>
                    <a:pt x="10230" y="13956"/>
                    <a:pt x="6562" y="19144"/>
                    <a:pt x="4582" y="22125"/>
                  </a:cubicBezTo>
                  <a:cubicBezTo>
                    <a:pt x="2594" y="25099"/>
                    <a:pt x="2034" y="28660"/>
                    <a:pt x="1587" y="31514"/>
                  </a:cubicBezTo>
                  <a:cubicBezTo>
                    <a:pt x="1494" y="32108"/>
                    <a:pt x="1414" y="32668"/>
                    <a:pt x="1321" y="33168"/>
                  </a:cubicBezTo>
                  <a:cubicBezTo>
                    <a:pt x="0" y="40270"/>
                    <a:pt x="2428" y="42971"/>
                    <a:pt x="4702" y="43998"/>
                  </a:cubicBezTo>
                  <a:cubicBezTo>
                    <a:pt x="5362" y="44284"/>
                    <a:pt x="6149" y="44438"/>
                    <a:pt x="7062" y="44438"/>
                  </a:cubicBezTo>
                  <a:cubicBezTo>
                    <a:pt x="9023" y="44438"/>
                    <a:pt x="11557" y="43764"/>
                    <a:pt x="14638" y="42410"/>
                  </a:cubicBezTo>
                  <a:cubicBezTo>
                    <a:pt x="17892" y="40990"/>
                    <a:pt x="20859" y="39216"/>
                    <a:pt x="22340" y="38289"/>
                  </a:cubicBezTo>
                  <a:cubicBezTo>
                    <a:pt x="24147" y="37149"/>
                    <a:pt x="26334" y="36122"/>
                    <a:pt x="28268" y="35222"/>
                  </a:cubicBezTo>
                  <a:cubicBezTo>
                    <a:pt x="30362" y="34242"/>
                    <a:pt x="32002" y="33468"/>
                    <a:pt x="32482" y="32868"/>
                  </a:cubicBezTo>
                  <a:cubicBezTo>
                    <a:pt x="33503" y="31601"/>
                    <a:pt x="32756" y="30214"/>
                    <a:pt x="31442" y="27820"/>
                  </a:cubicBezTo>
                  <a:cubicBezTo>
                    <a:pt x="30135" y="25433"/>
                    <a:pt x="27661" y="21878"/>
                    <a:pt x="26161" y="20065"/>
                  </a:cubicBezTo>
                  <a:cubicBezTo>
                    <a:pt x="25633" y="19429"/>
                    <a:pt x="25014" y="19204"/>
                    <a:pt x="24404" y="19204"/>
                  </a:cubicBezTo>
                  <a:cubicBezTo>
                    <a:pt x="24112" y="19204"/>
                    <a:pt x="23823" y="19256"/>
                    <a:pt x="23547" y="19338"/>
                  </a:cubicBezTo>
                  <a:cubicBezTo>
                    <a:pt x="23833" y="19024"/>
                    <a:pt x="24134" y="18677"/>
                    <a:pt x="24447" y="18291"/>
                  </a:cubicBezTo>
                  <a:cubicBezTo>
                    <a:pt x="26501" y="15730"/>
                    <a:pt x="27848" y="13289"/>
                    <a:pt x="28681" y="8401"/>
                  </a:cubicBezTo>
                  <a:cubicBezTo>
                    <a:pt x="28808" y="7668"/>
                    <a:pt x="28835" y="6654"/>
                    <a:pt x="28755" y="5621"/>
                  </a:cubicBezTo>
                  <a:cubicBezTo>
                    <a:pt x="28641" y="4227"/>
                    <a:pt x="28175" y="899"/>
                    <a:pt x="26201" y="153"/>
                  </a:cubicBezTo>
                  <a:cubicBezTo>
                    <a:pt x="25939" y="51"/>
                    <a:pt x="25665" y="0"/>
                    <a:pt x="2537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9" name="Google Shape;2052;p36"/>
            <p:cNvSpPr/>
            <p:nvPr/>
          </p:nvSpPr>
          <p:spPr>
            <a:xfrm>
              <a:off x="1068927" y="3947941"/>
              <a:ext cx="296566" cy="231508"/>
            </a:xfrm>
            <a:custGeom>
              <a:avLst/>
              <a:gdLst/>
              <a:ahLst/>
              <a:cxnLst/>
              <a:rect l="l" t="t" r="r" b="b"/>
              <a:pathLst>
                <a:path w="10603" h="8277" extrusionOk="0">
                  <a:moveTo>
                    <a:pt x="10275" y="0"/>
                  </a:moveTo>
                  <a:cubicBezTo>
                    <a:pt x="10228" y="0"/>
                    <a:pt x="10181" y="11"/>
                    <a:pt x="10136" y="35"/>
                  </a:cubicBezTo>
                  <a:cubicBezTo>
                    <a:pt x="10083" y="68"/>
                    <a:pt x="4868" y="3002"/>
                    <a:pt x="173" y="7783"/>
                  </a:cubicBezTo>
                  <a:cubicBezTo>
                    <a:pt x="0" y="7970"/>
                    <a:pt x="127" y="8270"/>
                    <a:pt x="380" y="8277"/>
                  </a:cubicBezTo>
                  <a:cubicBezTo>
                    <a:pt x="460" y="8277"/>
                    <a:pt x="534" y="8250"/>
                    <a:pt x="587" y="8197"/>
                  </a:cubicBezTo>
                  <a:cubicBezTo>
                    <a:pt x="5215" y="3476"/>
                    <a:pt x="10370" y="575"/>
                    <a:pt x="10416" y="541"/>
                  </a:cubicBezTo>
                  <a:cubicBezTo>
                    <a:pt x="10556" y="461"/>
                    <a:pt x="10603" y="288"/>
                    <a:pt x="10523" y="148"/>
                  </a:cubicBezTo>
                  <a:cubicBezTo>
                    <a:pt x="10473" y="52"/>
                    <a:pt x="10376" y="0"/>
                    <a:pt x="1027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0" name="Google Shape;2053;p36"/>
            <p:cNvSpPr/>
            <p:nvPr/>
          </p:nvSpPr>
          <p:spPr>
            <a:xfrm>
              <a:off x="727973" y="3414385"/>
              <a:ext cx="781342" cy="1226736"/>
            </a:xfrm>
            <a:custGeom>
              <a:avLst/>
              <a:gdLst/>
              <a:ahLst/>
              <a:cxnLst/>
              <a:rect l="l" t="t" r="r" b="b"/>
              <a:pathLst>
                <a:path w="27935" h="43859" extrusionOk="0">
                  <a:moveTo>
                    <a:pt x="24857" y="0"/>
                  </a:moveTo>
                  <a:cubicBezTo>
                    <a:pt x="24009" y="0"/>
                    <a:pt x="22956" y="499"/>
                    <a:pt x="21659" y="1733"/>
                  </a:cubicBezTo>
                  <a:cubicBezTo>
                    <a:pt x="19592" y="3707"/>
                    <a:pt x="16405" y="8254"/>
                    <a:pt x="13297" y="10949"/>
                  </a:cubicBezTo>
                  <a:cubicBezTo>
                    <a:pt x="10183" y="13643"/>
                    <a:pt x="6649" y="18471"/>
                    <a:pt x="4295" y="22005"/>
                  </a:cubicBezTo>
                  <a:cubicBezTo>
                    <a:pt x="1934" y="25539"/>
                    <a:pt x="1607" y="30027"/>
                    <a:pt x="1074" y="32928"/>
                  </a:cubicBezTo>
                  <a:cubicBezTo>
                    <a:pt x="540" y="35828"/>
                    <a:pt x="0" y="41510"/>
                    <a:pt x="4295" y="43444"/>
                  </a:cubicBezTo>
                  <a:cubicBezTo>
                    <a:pt x="4935" y="43732"/>
                    <a:pt x="5689" y="43859"/>
                    <a:pt x="6521" y="43859"/>
                  </a:cubicBezTo>
                  <a:cubicBezTo>
                    <a:pt x="8695" y="43859"/>
                    <a:pt x="11402" y="42990"/>
                    <a:pt x="13997" y="41857"/>
                  </a:cubicBezTo>
                  <a:lnTo>
                    <a:pt x="13997" y="41857"/>
                  </a:lnTo>
                  <a:cubicBezTo>
                    <a:pt x="13717" y="41858"/>
                    <a:pt x="13437" y="41861"/>
                    <a:pt x="13157" y="41861"/>
                  </a:cubicBezTo>
                  <a:cubicBezTo>
                    <a:pt x="12016" y="41861"/>
                    <a:pt x="10888" y="41805"/>
                    <a:pt x="9876" y="41323"/>
                  </a:cubicBezTo>
                  <a:cubicBezTo>
                    <a:pt x="7162" y="40056"/>
                    <a:pt x="6555" y="36482"/>
                    <a:pt x="6695" y="33495"/>
                  </a:cubicBezTo>
                  <a:cubicBezTo>
                    <a:pt x="7229" y="22898"/>
                    <a:pt x="13124" y="12716"/>
                    <a:pt x="22046" y="6981"/>
                  </a:cubicBezTo>
                  <a:cubicBezTo>
                    <a:pt x="23480" y="6067"/>
                    <a:pt x="25067" y="5220"/>
                    <a:pt x="26774" y="5187"/>
                  </a:cubicBezTo>
                  <a:cubicBezTo>
                    <a:pt x="26796" y="5187"/>
                    <a:pt x="26818" y="5186"/>
                    <a:pt x="26840" y="5186"/>
                  </a:cubicBezTo>
                  <a:cubicBezTo>
                    <a:pt x="27210" y="5186"/>
                    <a:pt x="27575" y="5240"/>
                    <a:pt x="27934" y="5347"/>
                  </a:cubicBezTo>
                  <a:cubicBezTo>
                    <a:pt x="27741" y="2871"/>
                    <a:pt x="26891" y="0"/>
                    <a:pt x="24857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1" name="Google Shape;2054;p36"/>
            <p:cNvSpPr/>
            <p:nvPr/>
          </p:nvSpPr>
          <p:spPr>
            <a:xfrm>
              <a:off x="822707" y="3959912"/>
              <a:ext cx="122565" cy="341709"/>
            </a:xfrm>
            <a:custGeom>
              <a:avLst/>
              <a:gdLst/>
              <a:ahLst/>
              <a:cxnLst/>
              <a:rect l="l" t="t" r="r" b="b"/>
              <a:pathLst>
                <a:path w="4382" h="12217" extrusionOk="0">
                  <a:moveTo>
                    <a:pt x="4382" y="0"/>
                  </a:moveTo>
                  <a:cubicBezTo>
                    <a:pt x="4109" y="53"/>
                    <a:pt x="3882" y="254"/>
                    <a:pt x="3688" y="454"/>
                  </a:cubicBezTo>
                  <a:cubicBezTo>
                    <a:pt x="3502" y="654"/>
                    <a:pt x="3315" y="860"/>
                    <a:pt x="3128" y="1087"/>
                  </a:cubicBezTo>
                  <a:cubicBezTo>
                    <a:pt x="2781" y="1527"/>
                    <a:pt x="2468" y="1994"/>
                    <a:pt x="2188" y="2481"/>
                  </a:cubicBezTo>
                  <a:cubicBezTo>
                    <a:pt x="1635" y="3461"/>
                    <a:pt x="1201" y="4501"/>
                    <a:pt x="888" y="5582"/>
                  </a:cubicBezTo>
                  <a:cubicBezTo>
                    <a:pt x="274" y="7749"/>
                    <a:pt x="67" y="9989"/>
                    <a:pt x="1" y="12217"/>
                  </a:cubicBezTo>
                  <a:cubicBezTo>
                    <a:pt x="294" y="10009"/>
                    <a:pt x="548" y="7789"/>
                    <a:pt x="1174" y="5668"/>
                  </a:cubicBezTo>
                  <a:cubicBezTo>
                    <a:pt x="1474" y="4601"/>
                    <a:pt x="1881" y="3568"/>
                    <a:pt x="2388" y="2587"/>
                  </a:cubicBezTo>
                  <a:cubicBezTo>
                    <a:pt x="2648" y="2101"/>
                    <a:pt x="2935" y="1627"/>
                    <a:pt x="3248" y="1174"/>
                  </a:cubicBezTo>
                  <a:cubicBezTo>
                    <a:pt x="3408" y="947"/>
                    <a:pt x="3575" y="714"/>
                    <a:pt x="3748" y="507"/>
                  </a:cubicBezTo>
                  <a:cubicBezTo>
                    <a:pt x="3922" y="294"/>
                    <a:pt x="4115" y="87"/>
                    <a:pt x="438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2" name="Google Shape;2055;p36"/>
            <p:cNvSpPr/>
            <p:nvPr/>
          </p:nvSpPr>
          <p:spPr>
            <a:xfrm>
              <a:off x="789143" y="4378623"/>
              <a:ext cx="102986" cy="206335"/>
            </a:xfrm>
            <a:custGeom>
              <a:avLst/>
              <a:gdLst/>
              <a:ahLst/>
              <a:cxnLst/>
              <a:rect l="l" t="t" r="r" b="b"/>
              <a:pathLst>
                <a:path w="3682" h="7377" extrusionOk="0">
                  <a:moveTo>
                    <a:pt x="180" y="1"/>
                  </a:moveTo>
                  <a:cubicBezTo>
                    <a:pt x="67" y="748"/>
                    <a:pt x="7" y="1508"/>
                    <a:pt x="7" y="2268"/>
                  </a:cubicBezTo>
                  <a:cubicBezTo>
                    <a:pt x="0" y="3035"/>
                    <a:pt x="120" y="3802"/>
                    <a:pt x="354" y="4542"/>
                  </a:cubicBezTo>
                  <a:cubicBezTo>
                    <a:pt x="601" y="5282"/>
                    <a:pt x="1027" y="5949"/>
                    <a:pt x="1601" y="6482"/>
                  </a:cubicBezTo>
                  <a:cubicBezTo>
                    <a:pt x="2168" y="7009"/>
                    <a:pt x="2915" y="7369"/>
                    <a:pt x="3681" y="7376"/>
                  </a:cubicBezTo>
                  <a:cubicBezTo>
                    <a:pt x="2921" y="7249"/>
                    <a:pt x="2268" y="6843"/>
                    <a:pt x="1754" y="6316"/>
                  </a:cubicBezTo>
                  <a:cubicBezTo>
                    <a:pt x="1247" y="5782"/>
                    <a:pt x="861" y="5142"/>
                    <a:pt x="634" y="4442"/>
                  </a:cubicBezTo>
                  <a:cubicBezTo>
                    <a:pt x="147" y="3042"/>
                    <a:pt x="207" y="1508"/>
                    <a:pt x="1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3" name="Google Shape;2056;p36"/>
            <p:cNvSpPr/>
            <p:nvPr/>
          </p:nvSpPr>
          <p:spPr>
            <a:xfrm>
              <a:off x="823658" y="4409418"/>
              <a:ext cx="105223" cy="133753"/>
            </a:xfrm>
            <a:custGeom>
              <a:avLst/>
              <a:gdLst/>
              <a:ahLst/>
              <a:cxnLst/>
              <a:rect l="l" t="t" r="r" b="b"/>
              <a:pathLst>
                <a:path w="3762" h="4782" extrusionOk="0">
                  <a:moveTo>
                    <a:pt x="47" y="0"/>
                  </a:moveTo>
                  <a:lnTo>
                    <a:pt x="47" y="0"/>
                  </a:lnTo>
                  <a:cubicBezTo>
                    <a:pt x="0" y="1080"/>
                    <a:pt x="394" y="2181"/>
                    <a:pt x="1074" y="3041"/>
                  </a:cubicBezTo>
                  <a:cubicBezTo>
                    <a:pt x="1747" y="3901"/>
                    <a:pt x="2707" y="4568"/>
                    <a:pt x="3761" y="4781"/>
                  </a:cubicBezTo>
                  <a:cubicBezTo>
                    <a:pt x="2794" y="4355"/>
                    <a:pt x="1947" y="3694"/>
                    <a:pt x="1307" y="2854"/>
                  </a:cubicBezTo>
                  <a:cubicBezTo>
                    <a:pt x="654" y="2021"/>
                    <a:pt x="220" y="1040"/>
                    <a:pt x="4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4" name="Google Shape;2057;p36"/>
            <p:cNvSpPr/>
            <p:nvPr/>
          </p:nvSpPr>
          <p:spPr>
            <a:xfrm>
              <a:off x="943202" y="4494838"/>
              <a:ext cx="256317" cy="89224"/>
            </a:xfrm>
            <a:custGeom>
              <a:avLst/>
              <a:gdLst/>
              <a:ahLst/>
              <a:cxnLst/>
              <a:rect l="l" t="t" r="r" b="b"/>
              <a:pathLst>
                <a:path w="9164" h="3190" extrusionOk="0">
                  <a:moveTo>
                    <a:pt x="9163" y="0"/>
                  </a:moveTo>
                  <a:cubicBezTo>
                    <a:pt x="7863" y="1020"/>
                    <a:pt x="6402" y="1807"/>
                    <a:pt x="4842" y="2327"/>
                  </a:cubicBezTo>
                  <a:cubicBezTo>
                    <a:pt x="3320" y="2835"/>
                    <a:pt x="1723" y="3088"/>
                    <a:pt x="124" y="3088"/>
                  </a:cubicBezTo>
                  <a:cubicBezTo>
                    <a:pt x="83" y="3088"/>
                    <a:pt x="42" y="3088"/>
                    <a:pt x="1" y="3088"/>
                  </a:cubicBezTo>
                  <a:lnTo>
                    <a:pt x="1" y="3088"/>
                  </a:lnTo>
                  <a:cubicBezTo>
                    <a:pt x="469" y="3156"/>
                    <a:pt x="943" y="3189"/>
                    <a:pt x="1419" y="3189"/>
                  </a:cubicBezTo>
                  <a:cubicBezTo>
                    <a:pt x="2607" y="3189"/>
                    <a:pt x="3802" y="2982"/>
                    <a:pt x="4935" y="2601"/>
                  </a:cubicBezTo>
                  <a:cubicBezTo>
                    <a:pt x="6516" y="2067"/>
                    <a:pt x="8003" y="1194"/>
                    <a:pt x="916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5" name="Google Shape;2058;p36"/>
            <p:cNvSpPr/>
            <p:nvPr/>
          </p:nvSpPr>
          <p:spPr>
            <a:xfrm>
              <a:off x="1018189" y="4489804"/>
              <a:ext cx="127599" cy="49255"/>
            </a:xfrm>
            <a:custGeom>
              <a:avLst/>
              <a:gdLst/>
              <a:ahLst/>
              <a:cxnLst/>
              <a:rect l="l" t="t" r="r" b="b"/>
              <a:pathLst>
                <a:path w="4562" h="1761" extrusionOk="0">
                  <a:moveTo>
                    <a:pt x="4562" y="0"/>
                  </a:moveTo>
                  <a:lnTo>
                    <a:pt x="4562" y="0"/>
                  </a:lnTo>
                  <a:cubicBezTo>
                    <a:pt x="3795" y="300"/>
                    <a:pt x="3054" y="607"/>
                    <a:pt x="2294" y="907"/>
                  </a:cubicBezTo>
                  <a:cubicBezTo>
                    <a:pt x="1534" y="1207"/>
                    <a:pt x="767" y="1467"/>
                    <a:pt x="0" y="1761"/>
                  </a:cubicBezTo>
                  <a:cubicBezTo>
                    <a:pt x="1647" y="1587"/>
                    <a:pt x="3221" y="980"/>
                    <a:pt x="456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6" name="Google Shape;2059;p36"/>
            <p:cNvSpPr/>
            <p:nvPr/>
          </p:nvSpPr>
          <p:spPr>
            <a:xfrm>
              <a:off x="1311567" y="4338150"/>
              <a:ext cx="215453" cy="103181"/>
            </a:xfrm>
            <a:custGeom>
              <a:avLst/>
              <a:gdLst/>
              <a:ahLst/>
              <a:cxnLst/>
              <a:rect l="l" t="t" r="r" b="b"/>
              <a:pathLst>
                <a:path w="7703" h="3689" extrusionOk="0">
                  <a:moveTo>
                    <a:pt x="7703" y="1"/>
                  </a:moveTo>
                  <a:cubicBezTo>
                    <a:pt x="6249" y="134"/>
                    <a:pt x="4835" y="528"/>
                    <a:pt x="3528" y="1161"/>
                  </a:cubicBezTo>
                  <a:cubicBezTo>
                    <a:pt x="2208" y="1788"/>
                    <a:pt x="1014" y="2641"/>
                    <a:pt x="1" y="3688"/>
                  </a:cubicBezTo>
                  <a:cubicBezTo>
                    <a:pt x="1134" y="2808"/>
                    <a:pt x="2355" y="2048"/>
                    <a:pt x="3648" y="1421"/>
                  </a:cubicBezTo>
                  <a:cubicBezTo>
                    <a:pt x="4949" y="808"/>
                    <a:pt x="6302" y="334"/>
                    <a:pt x="770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7" name="Google Shape;2060;p36"/>
            <p:cNvSpPr/>
            <p:nvPr/>
          </p:nvSpPr>
          <p:spPr>
            <a:xfrm>
              <a:off x="962054" y="3860479"/>
              <a:ext cx="49255" cy="60667"/>
            </a:xfrm>
            <a:custGeom>
              <a:avLst/>
              <a:gdLst/>
              <a:ahLst/>
              <a:cxnLst/>
              <a:rect l="l" t="t" r="r" b="b"/>
              <a:pathLst>
                <a:path w="1761" h="2169" extrusionOk="0">
                  <a:moveTo>
                    <a:pt x="1761" y="1"/>
                  </a:moveTo>
                  <a:lnTo>
                    <a:pt x="1761" y="1"/>
                  </a:lnTo>
                  <a:cubicBezTo>
                    <a:pt x="1420" y="321"/>
                    <a:pt x="1107" y="668"/>
                    <a:pt x="820" y="1034"/>
                  </a:cubicBezTo>
                  <a:cubicBezTo>
                    <a:pt x="514" y="1395"/>
                    <a:pt x="247" y="1768"/>
                    <a:pt x="0" y="2168"/>
                  </a:cubicBezTo>
                  <a:cubicBezTo>
                    <a:pt x="394" y="1908"/>
                    <a:pt x="747" y="1588"/>
                    <a:pt x="1040" y="1221"/>
                  </a:cubicBezTo>
                  <a:cubicBezTo>
                    <a:pt x="1347" y="854"/>
                    <a:pt x="1587" y="441"/>
                    <a:pt x="17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8" name="Google Shape;2061;p36"/>
            <p:cNvSpPr/>
            <p:nvPr/>
          </p:nvSpPr>
          <p:spPr>
            <a:xfrm>
              <a:off x="1065179" y="3706616"/>
              <a:ext cx="128354" cy="105027"/>
            </a:xfrm>
            <a:custGeom>
              <a:avLst/>
              <a:gdLst/>
              <a:ahLst/>
              <a:cxnLst/>
              <a:rect l="l" t="t" r="r" b="b"/>
              <a:pathLst>
                <a:path w="4589" h="3755" extrusionOk="0">
                  <a:moveTo>
                    <a:pt x="4589" y="0"/>
                  </a:moveTo>
                  <a:lnTo>
                    <a:pt x="4589" y="0"/>
                  </a:lnTo>
                  <a:cubicBezTo>
                    <a:pt x="3682" y="427"/>
                    <a:pt x="2835" y="961"/>
                    <a:pt x="2068" y="1601"/>
                  </a:cubicBezTo>
                  <a:cubicBezTo>
                    <a:pt x="1288" y="2228"/>
                    <a:pt x="594" y="2948"/>
                    <a:pt x="1" y="3755"/>
                  </a:cubicBezTo>
                  <a:cubicBezTo>
                    <a:pt x="748" y="3101"/>
                    <a:pt x="1488" y="2454"/>
                    <a:pt x="2248" y="1828"/>
                  </a:cubicBezTo>
                  <a:cubicBezTo>
                    <a:pt x="3008" y="1201"/>
                    <a:pt x="3802" y="621"/>
                    <a:pt x="458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9" name="Google Shape;2062;p36"/>
            <p:cNvSpPr/>
            <p:nvPr/>
          </p:nvSpPr>
          <p:spPr>
            <a:xfrm>
              <a:off x="1297582" y="3452704"/>
              <a:ext cx="175903" cy="119823"/>
            </a:xfrm>
            <a:custGeom>
              <a:avLst/>
              <a:gdLst/>
              <a:ahLst/>
              <a:cxnLst/>
              <a:rect l="l" t="t" r="r" b="b"/>
              <a:pathLst>
                <a:path w="6289" h="4284" extrusionOk="0">
                  <a:moveTo>
                    <a:pt x="5092" y="1"/>
                  </a:moveTo>
                  <a:cubicBezTo>
                    <a:pt x="4995" y="1"/>
                    <a:pt x="4899" y="13"/>
                    <a:pt x="4802" y="36"/>
                  </a:cubicBezTo>
                  <a:cubicBezTo>
                    <a:pt x="4082" y="223"/>
                    <a:pt x="3415" y="543"/>
                    <a:pt x="2828" y="996"/>
                  </a:cubicBezTo>
                  <a:cubicBezTo>
                    <a:pt x="1648" y="1883"/>
                    <a:pt x="774" y="3070"/>
                    <a:pt x="1" y="4284"/>
                  </a:cubicBezTo>
                  <a:cubicBezTo>
                    <a:pt x="961" y="3203"/>
                    <a:pt x="1861" y="2077"/>
                    <a:pt x="3001" y="1230"/>
                  </a:cubicBezTo>
                  <a:cubicBezTo>
                    <a:pt x="3555" y="803"/>
                    <a:pt x="4182" y="476"/>
                    <a:pt x="4849" y="263"/>
                  </a:cubicBezTo>
                  <a:cubicBezTo>
                    <a:pt x="4958" y="232"/>
                    <a:pt x="5070" y="214"/>
                    <a:pt x="5180" y="214"/>
                  </a:cubicBezTo>
                  <a:cubicBezTo>
                    <a:pt x="5398" y="214"/>
                    <a:pt x="5604" y="285"/>
                    <a:pt x="5742" y="463"/>
                  </a:cubicBezTo>
                  <a:cubicBezTo>
                    <a:pt x="5949" y="730"/>
                    <a:pt x="6036" y="1116"/>
                    <a:pt x="6289" y="1376"/>
                  </a:cubicBezTo>
                  <a:cubicBezTo>
                    <a:pt x="6076" y="1076"/>
                    <a:pt x="6069" y="710"/>
                    <a:pt x="5862" y="376"/>
                  </a:cubicBezTo>
                  <a:cubicBezTo>
                    <a:pt x="5756" y="203"/>
                    <a:pt x="5582" y="76"/>
                    <a:pt x="5382" y="36"/>
                  </a:cubicBezTo>
                  <a:cubicBezTo>
                    <a:pt x="5285" y="13"/>
                    <a:pt x="5189" y="1"/>
                    <a:pt x="509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0" name="Google Shape;2063;p36"/>
            <p:cNvSpPr/>
            <p:nvPr/>
          </p:nvSpPr>
          <p:spPr>
            <a:xfrm>
              <a:off x="1094463" y="4028355"/>
              <a:ext cx="234109" cy="156324"/>
            </a:xfrm>
            <a:custGeom>
              <a:avLst/>
              <a:gdLst/>
              <a:ahLst/>
              <a:cxnLst/>
              <a:rect l="l" t="t" r="r" b="b"/>
              <a:pathLst>
                <a:path w="8370" h="5589" extrusionOk="0">
                  <a:moveTo>
                    <a:pt x="8370" y="0"/>
                  </a:moveTo>
                  <a:lnTo>
                    <a:pt x="8370" y="0"/>
                  </a:lnTo>
                  <a:cubicBezTo>
                    <a:pt x="6816" y="654"/>
                    <a:pt x="5322" y="1454"/>
                    <a:pt x="3928" y="2401"/>
                  </a:cubicBezTo>
                  <a:cubicBezTo>
                    <a:pt x="2515" y="3328"/>
                    <a:pt x="1201" y="4395"/>
                    <a:pt x="1" y="5589"/>
                  </a:cubicBezTo>
                  <a:cubicBezTo>
                    <a:pt x="1341" y="4562"/>
                    <a:pt x="2695" y="3575"/>
                    <a:pt x="4082" y="2641"/>
                  </a:cubicBezTo>
                  <a:cubicBezTo>
                    <a:pt x="5475" y="1708"/>
                    <a:pt x="6909" y="841"/>
                    <a:pt x="837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1" name="Google Shape;2064;p36"/>
            <p:cNvSpPr/>
            <p:nvPr/>
          </p:nvSpPr>
          <p:spPr>
            <a:xfrm>
              <a:off x="1491554" y="2957747"/>
              <a:ext cx="932072" cy="614221"/>
            </a:xfrm>
            <a:custGeom>
              <a:avLst/>
              <a:gdLst/>
              <a:ahLst/>
              <a:cxnLst/>
              <a:rect l="l" t="t" r="r" b="b"/>
              <a:pathLst>
                <a:path w="33324" h="21960" extrusionOk="0">
                  <a:moveTo>
                    <a:pt x="18688" y="1"/>
                  </a:moveTo>
                  <a:cubicBezTo>
                    <a:pt x="17979" y="1"/>
                    <a:pt x="17270" y="43"/>
                    <a:pt x="16565" y="127"/>
                  </a:cubicBezTo>
                  <a:cubicBezTo>
                    <a:pt x="9337" y="968"/>
                    <a:pt x="9483" y="2568"/>
                    <a:pt x="9483" y="2568"/>
                  </a:cubicBezTo>
                  <a:cubicBezTo>
                    <a:pt x="4615" y="3235"/>
                    <a:pt x="3975" y="7656"/>
                    <a:pt x="3975" y="7656"/>
                  </a:cubicBezTo>
                  <a:cubicBezTo>
                    <a:pt x="1475" y="8436"/>
                    <a:pt x="1" y="11577"/>
                    <a:pt x="1375" y="14631"/>
                  </a:cubicBezTo>
                  <a:cubicBezTo>
                    <a:pt x="2748" y="17679"/>
                    <a:pt x="9383" y="17825"/>
                    <a:pt x="14985" y="18125"/>
                  </a:cubicBezTo>
                  <a:cubicBezTo>
                    <a:pt x="18186" y="18292"/>
                    <a:pt x="20853" y="19506"/>
                    <a:pt x="22554" y="20533"/>
                  </a:cubicBezTo>
                  <a:cubicBezTo>
                    <a:pt x="23841" y="21300"/>
                    <a:pt x="24574" y="21960"/>
                    <a:pt x="24574" y="21960"/>
                  </a:cubicBezTo>
                  <a:cubicBezTo>
                    <a:pt x="26441" y="17379"/>
                    <a:pt x="32443" y="13898"/>
                    <a:pt x="32883" y="11337"/>
                  </a:cubicBezTo>
                  <a:cubicBezTo>
                    <a:pt x="33323" y="8776"/>
                    <a:pt x="31849" y="8330"/>
                    <a:pt x="31849" y="8330"/>
                  </a:cubicBezTo>
                  <a:cubicBezTo>
                    <a:pt x="31849" y="8330"/>
                    <a:pt x="31649" y="6722"/>
                    <a:pt x="30376" y="4802"/>
                  </a:cubicBezTo>
                  <a:cubicBezTo>
                    <a:pt x="29435" y="3388"/>
                    <a:pt x="26275" y="1041"/>
                    <a:pt x="21767" y="267"/>
                  </a:cubicBezTo>
                  <a:cubicBezTo>
                    <a:pt x="20748" y="90"/>
                    <a:pt x="19718" y="1"/>
                    <a:pt x="18688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2" name="Google Shape;2065;p36"/>
            <p:cNvSpPr/>
            <p:nvPr/>
          </p:nvSpPr>
          <p:spPr>
            <a:xfrm>
              <a:off x="1502014" y="2949720"/>
              <a:ext cx="928129" cy="630080"/>
            </a:xfrm>
            <a:custGeom>
              <a:avLst/>
              <a:gdLst/>
              <a:ahLst/>
              <a:cxnLst/>
              <a:rect l="l" t="t" r="r" b="b"/>
              <a:pathLst>
                <a:path w="33183" h="22527" extrusionOk="0">
                  <a:moveTo>
                    <a:pt x="18312" y="581"/>
                  </a:moveTo>
                  <a:cubicBezTo>
                    <a:pt x="19325" y="581"/>
                    <a:pt x="20339" y="668"/>
                    <a:pt x="21339" y="841"/>
                  </a:cubicBezTo>
                  <a:cubicBezTo>
                    <a:pt x="25861" y="1621"/>
                    <a:pt x="28901" y="3955"/>
                    <a:pt x="29762" y="5249"/>
                  </a:cubicBezTo>
                  <a:cubicBezTo>
                    <a:pt x="30975" y="7083"/>
                    <a:pt x="31182" y="8643"/>
                    <a:pt x="31182" y="8650"/>
                  </a:cubicBezTo>
                  <a:cubicBezTo>
                    <a:pt x="31202" y="8763"/>
                    <a:pt x="31275" y="8857"/>
                    <a:pt x="31382" y="8890"/>
                  </a:cubicBezTo>
                  <a:cubicBezTo>
                    <a:pt x="31435" y="8910"/>
                    <a:pt x="32609" y="9323"/>
                    <a:pt x="32216" y="11577"/>
                  </a:cubicBezTo>
                  <a:cubicBezTo>
                    <a:pt x="32029" y="12684"/>
                    <a:pt x="30635" y="14051"/>
                    <a:pt x="29028" y="15645"/>
                  </a:cubicBezTo>
                  <a:cubicBezTo>
                    <a:pt x="27208" y="17426"/>
                    <a:pt x="25160" y="19433"/>
                    <a:pt x="24093" y="21767"/>
                  </a:cubicBezTo>
                  <a:cubicBezTo>
                    <a:pt x="23533" y="21327"/>
                    <a:pt x="22946" y="20926"/>
                    <a:pt x="22333" y="20566"/>
                  </a:cubicBezTo>
                  <a:cubicBezTo>
                    <a:pt x="20626" y="19546"/>
                    <a:pt x="17905" y="18292"/>
                    <a:pt x="14631" y="18119"/>
                  </a:cubicBezTo>
                  <a:lnTo>
                    <a:pt x="13637" y="18066"/>
                  </a:lnTo>
                  <a:cubicBezTo>
                    <a:pt x="8409" y="17799"/>
                    <a:pt x="2488" y="17499"/>
                    <a:pt x="1267" y="14798"/>
                  </a:cubicBezTo>
                  <a:cubicBezTo>
                    <a:pt x="634" y="13391"/>
                    <a:pt x="600" y="11831"/>
                    <a:pt x="1194" y="10524"/>
                  </a:cubicBezTo>
                  <a:cubicBezTo>
                    <a:pt x="1694" y="9397"/>
                    <a:pt x="2601" y="8556"/>
                    <a:pt x="3695" y="8216"/>
                  </a:cubicBezTo>
                  <a:cubicBezTo>
                    <a:pt x="3801" y="8183"/>
                    <a:pt x="3875" y="8090"/>
                    <a:pt x="3895" y="7983"/>
                  </a:cubicBezTo>
                  <a:cubicBezTo>
                    <a:pt x="3901" y="7943"/>
                    <a:pt x="4555" y="3775"/>
                    <a:pt x="9156" y="3142"/>
                  </a:cubicBezTo>
                  <a:cubicBezTo>
                    <a:pt x="9303" y="3115"/>
                    <a:pt x="9416" y="2982"/>
                    <a:pt x="9403" y="2828"/>
                  </a:cubicBezTo>
                  <a:cubicBezTo>
                    <a:pt x="9403" y="2815"/>
                    <a:pt x="9796" y="1448"/>
                    <a:pt x="16225" y="708"/>
                  </a:cubicBezTo>
                  <a:cubicBezTo>
                    <a:pt x="16918" y="621"/>
                    <a:pt x="17612" y="581"/>
                    <a:pt x="18312" y="581"/>
                  </a:cubicBezTo>
                  <a:close/>
                  <a:moveTo>
                    <a:pt x="18325" y="1"/>
                  </a:moveTo>
                  <a:cubicBezTo>
                    <a:pt x="17601" y="1"/>
                    <a:pt x="16877" y="43"/>
                    <a:pt x="16158" y="128"/>
                  </a:cubicBezTo>
                  <a:cubicBezTo>
                    <a:pt x="10296" y="808"/>
                    <a:pt x="9096" y="2015"/>
                    <a:pt x="8869" y="2595"/>
                  </a:cubicBezTo>
                  <a:cubicBezTo>
                    <a:pt x="4588" y="3288"/>
                    <a:pt x="3541" y="6863"/>
                    <a:pt x="3354" y="7716"/>
                  </a:cubicBezTo>
                  <a:cubicBezTo>
                    <a:pt x="2174" y="8143"/>
                    <a:pt x="1201" y="9063"/>
                    <a:pt x="660" y="10284"/>
                  </a:cubicBezTo>
                  <a:cubicBezTo>
                    <a:pt x="0" y="11744"/>
                    <a:pt x="34" y="13478"/>
                    <a:pt x="734" y="15032"/>
                  </a:cubicBezTo>
                  <a:cubicBezTo>
                    <a:pt x="2101" y="18066"/>
                    <a:pt x="8222" y="18372"/>
                    <a:pt x="13604" y="18646"/>
                  </a:cubicBezTo>
                  <a:lnTo>
                    <a:pt x="14604" y="18693"/>
                  </a:lnTo>
                  <a:cubicBezTo>
                    <a:pt x="17758" y="18859"/>
                    <a:pt x="20379" y="20080"/>
                    <a:pt x="22033" y="21066"/>
                  </a:cubicBezTo>
                  <a:cubicBezTo>
                    <a:pt x="22726" y="21473"/>
                    <a:pt x="23387" y="21940"/>
                    <a:pt x="24007" y="22460"/>
                  </a:cubicBezTo>
                  <a:cubicBezTo>
                    <a:pt x="24060" y="22500"/>
                    <a:pt x="24127" y="22527"/>
                    <a:pt x="24200" y="22527"/>
                  </a:cubicBezTo>
                  <a:lnTo>
                    <a:pt x="24267" y="22520"/>
                  </a:lnTo>
                  <a:cubicBezTo>
                    <a:pt x="24360" y="22500"/>
                    <a:pt x="24433" y="22440"/>
                    <a:pt x="24473" y="22353"/>
                  </a:cubicBezTo>
                  <a:cubicBezTo>
                    <a:pt x="25440" y="19980"/>
                    <a:pt x="27561" y="17892"/>
                    <a:pt x="29428" y="16052"/>
                  </a:cubicBezTo>
                  <a:cubicBezTo>
                    <a:pt x="31115" y="14391"/>
                    <a:pt x="32569" y="12964"/>
                    <a:pt x="32796" y="11677"/>
                  </a:cubicBezTo>
                  <a:cubicBezTo>
                    <a:pt x="33183" y="9410"/>
                    <a:pt x="32169" y="8630"/>
                    <a:pt x="31735" y="8416"/>
                  </a:cubicBezTo>
                  <a:cubicBezTo>
                    <a:pt x="31649" y="7943"/>
                    <a:pt x="31315" y="6543"/>
                    <a:pt x="30242" y="4922"/>
                  </a:cubicBezTo>
                  <a:cubicBezTo>
                    <a:pt x="29695" y="4095"/>
                    <a:pt x="28541" y="3128"/>
                    <a:pt x="27174" y="2328"/>
                  </a:cubicBezTo>
                  <a:cubicBezTo>
                    <a:pt x="25400" y="1308"/>
                    <a:pt x="23460" y="608"/>
                    <a:pt x="21439" y="261"/>
                  </a:cubicBezTo>
                  <a:cubicBezTo>
                    <a:pt x="20409" y="88"/>
                    <a:pt x="19367" y="1"/>
                    <a:pt x="1832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3" name="Google Shape;2066;p36"/>
            <p:cNvSpPr/>
            <p:nvPr/>
          </p:nvSpPr>
          <p:spPr>
            <a:xfrm>
              <a:off x="1491554" y="2957747"/>
              <a:ext cx="630835" cy="574308"/>
            </a:xfrm>
            <a:custGeom>
              <a:avLst/>
              <a:gdLst/>
              <a:ahLst/>
              <a:cxnLst/>
              <a:rect l="l" t="t" r="r" b="b"/>
              <a:pathLst>
                <a:path w="22554" h="20533" extrusionOk="0">
                  <a:moveTo>
                    <a:pt x="18686" y="1"/>
                  </a:moveTo>
                  <a:cubicBezTo>
                    <a:pt x="17976" y="1"/>
                    <a:pt x="17266" y="43"/>
                    <a:pt x="16559" y="127"/>
                  </a:cubicBezTo>
                  <a:cubicBezTo>
                    <a:pt x="9337" y="968"/>
                    <a:pt x="9483" y="2568"/>
                    <a:pt x="9483" y="2568"/>
                  </a:cubicBezTo>
                  <a:cubicBezTo>
                    <a:pt x="4615" y="3235"/>
                    <a:pt x="3975" y="7656"/>
                    <a:pt x="3975" y="7656"/>
                  </a:cubicBezTo>
                  <a:cubicBezTo>
                    <a:pt x="1475" y="8436"/>
                    <a:pt x="1" y="11577"/>
                    <a:pt x="1375" y="14631"/>
                  </a:cubicBezTo>
                  <a:cubicBezTo>
                    <a:pt x="2748" y="17679"/>
                    <a:pt x="9383" y="17825"/>
                    <a:pt x="14985" y="18125"/>
                  </a:cubicBezTo>
                  <a:cubicBezTo>
                    <a:pt x="18186" y="18292"/>
                    <a:pt x="20853" y="19506"/>
                    <a:pt x="22554" y="20533"/>
                  </a:cubicBezTo>
                  <a:cubicBezTo>
                    <a:pt x="22107" y="20186"/>
                    <a:pt x="21633" y="19879"/>
                    <a:pt x="21140" y="19606"/>
                  </a:cubicBezTo>
                  <a:cubicBezTo>
                    <a:pt x="17659" y="17625"/>
                    <a:pt x="13931" y="16138"/>
                    <a:pt x="10044" y="15191"/>
                  </a:cubicBezTo>
                  <a:cubicBezTo>
                    <a:pt x="8543" y="14825"/>
                    <a:pt x="6936" y="14491"/>
                    <a:pt x="5816" y="13431"/>
                  </a:cubicBezTo>
                  <a:cubicBezTo>
                    <a:pt x="4702" y="12371"/>
                    <a:pt x="4389" y="10277"/>
                    <a:pt x="5649" y="9376"/>
                  </a:cubicBezTo>
                  <a:cubicBezTo>
                    <a:pt x="6176" y="6142"/>
                    <a:pt x="8483" y="2895"/>
                    <a:pt x="11484" y="1488"/>
                  </a:cubicBezTo>
                  <a:cubicBezTo>
                    <a:pt x="12245" y="1131"/>
                    <a:pt x="12925" y="1003"/>
                    <a:pt x="13570" y="1003"/>
                  </a:cubicBezTo>
                  <a:cubicBezTo>
                    <a:pt x="15096" y="1003"/>
                    <a:pt x="16428" y="1720"/>
                    <a:pt x="18186" y="1828"/>
                  </a:cubicBezTo>
                  <a:cubicBezTo>
                    <a:pt x="18266" y="1832"/>
                    <a:pt x="18347" y="1835"/>
                    <a:pt x="18426" y="1835"/>
                  </a:cubicBezTo>
                  <a:cubicBezTo>
                    <a:pt x="19758" y="1835"/>
                    <a:pt x="20910" y="1211"/>
                    <a:pt x="21760" y="267"/>
                  </a:cubicBezTo>
                  <a:cubicBezTo>
                    <a:pt x="20745" y="90"/>
                    <a:pt x="19716" y="1"/>
                    <a:pt x="18686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4" name="Google Shape;2067;p36"/>
            <p:cNvSpPr/>
            <p:nvPr/>
          </p:nvSpPr>
          <p:spPr>
            <a:xfrm>
              <a:off x="1639851" y="3078605"/>
              <a:ext cx="53926" cy="114369"/>
            </a:xfrm>
            <a:custGeom>
              <a:avLst/>
              <a:gdLst/>
              <a:ahLst/>
              <a:cxnLst/>
              <a:rect l="l" t="t" r="r" b="b"/>
              <a:pathLst>
                <a:path w="1928" h="4089" extrusionOk="0">
                  <a:moveTo>
                    <a:pt x="1927" y="1"/>
                  </a:moveTo>
                  <a:lnTo>
                    <a:pt x="1927" y="1"/>
                  </a:lnTo>
                  <a:cubicBezTo>
                    <a:pt x="1201" y="334"/>
                    <a:pt x="634" y="988"/>
                    <a:pt x="340" y="1741"/>
                  </a:cubicBezTo>
                  <a:cubicBezTo>
                    <a:pt x="47" y="2488"/>
                    <a:pt x="0" y="3355"/>
                    <a:pt x="307" y="4089"/>
                  </a:cubicBezTo>
                  <a:cubicBezTo>
                    <a:pt x="227" y="3328"/>
                    <a:pt x="334" y="2561"/>
                    <a:pt x="614" y="1848"/>
                  </a:cubicBezTo>
                  <a:cubicBezTo>
                    <a:pt x="900" y="1134"/>
                    <a:pt x="1347" y="501"/>
                    <a:pt x="192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5" name="Google Shape;2068;p36"/>
            <p:cNvSpPr/>
            <p:nvPr/>
          </p:nvSpPr>
          <p:spPr>
            <a:xfrm>
              <a:off x="1546039" y="3223154"/>
              <a:ext cx="97755" cy="174980"/>
            </a:xfrm>
            <a:custGeom>
              <a:avLst/>
              <a:gdLst/>
              <a:ahLst/>
              <a:cxnLst/>
              <a:rect l="l" t="t" r="r" b="b"/>
              <a:pathLst>
                <a:path w="3495" h="6256" extrusionOk="0">
                  <a:moveTo>
                    <a:pt x="1614" y="1"/>
                  </a:moveTo>
                  <a:lnTo>
                    <a:pt x="1614" y="1"/>
                  </a:lnTo>
                  <a:cubicBezTo>
                    <a:pt x="1434" y="34"/>
                    <a:pt x="1274" y="114"/>
                    <a:pt x="1147" y="234"/>
                  </a:cubicBezTo>
                  <a:lnTo>
                    <a:pt x="940" y="408"/>
                  </a:lnTo>
                  <a:lnTo>
                    <a:pt x="760" y="601"/>
                  </a:lnTo>
                  <a:cubicBezTo>
                    <a:pt x="527" y="874"/>
                    <a:pt x="347" y="1188"/>
                    <a:pt x="233" y="1528"/>
                  </a:cubicBezTo>
                  <a:cubicBezTo>
                    <a:pt x="0" y="2228"/>
                    <a:pt x="20" y="2982"/>
                    <a:pt x="287" y="3662"/>
                  </a:cubicBezTo>
                  <a:cubicBezTo>
                    <a:pt x="420" y="4002"/>
                    <a:pt x="620" y="4309"/>
                    <a:pt x="867" y="4575"/>
                  </a:cubicBezTo>
                  <a:cubicBezTo>
                    <a:pt x="1114" y="4829"/>
                    <a:pt x="1374" y="5069"/>
                    <a:pt x="1654" y="5282"/>
                  </a:cubicBezTo>
                  <a:cubicBezTo>
                    <a:pt x="2187" y="5709"/>
                    <a:pt x="2787" y="6176"/>
                    <a:pt x="3494" y="6256"/>
                  </a:cubicBezTo>
                  <a:cubicBezTo>
                    <a:pt x="2821" y="6056"/>
                    <a:pt x="2307" y="5562"/>
                    <a:pt x="1801" y="5109"/>
                  </a:cubicBezTo>
                  <a:cubicBezTo>
                    <a:pt x="1294" y="4649"/>
                    <a:pt x="787" y="4175"/>
                    <a:pt x="554" y="3555"/>
                  </a:cubicBezTo>
                  <a:cubicBezTo>
                    <a:pt x="307" y="2935"/>
                    <a:pt x="273" y="2241"/>
                    <a:pt x="453" y="1595"/>
                  </a:cubicBezTo>
                  <a:cubicBezTo>
                    <a:pt x="540" y="1274"/>
                    <a:pt x="680" y="961"/>
                    <a:pt x="867" y="681"/>
                  </a:cubicBezTo>
                  <a:lnTo>
                    <a:pt x="1020" y="481"/>
                  </a:lnTo>
                  <a:lnTo>
                    <a:pt x="1194" y="288"/>
                  </a:lnTo>
                  <a:cubicBezTo>
                    <a:pt x="1307" y="154"/>
                    <a:pt x="1447" y="54"/>
                    <a:pt x="161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6" name="Google Shape;2069;p36"/>
            <p:cNvSpPr/>
            <p:nvPr/>
          </p:nvSpPr>
          <p:spPr>
            <a:xfrm>
              <a:off x="1699902" y="3400736"/>
              <a:ext cx="183371" cy="19775"/>
            </a:xfrm>
            <a:custGeom>
              <a:avLst/>
              <a:gdLst/>
              <a:ahLst/>
              <a:cxnLst/>
              <a:rect l="l" t="t" r="r" b="b"/>
              <a:pathLst>
                <a:path w="6556" h="707" extrusionOk="0">
                  <a:moveTo>
                    <a:pt x="0" y="0"/>
                  </a:moveTo>
                  <a:cubicBezTo>
                    <a:pt x="454" y="347"/>
                    <a:pt x="994" y="567"/>
                    <a:pt x="1561" y="640"/>
                  </a:cubicBezTo>
                  <a:cubicBezTo>
                    <a:pt x="1874" y="685"/>
                    <a:pt x="2190" y="707"/>
                    <a:pt x="2507" y="707"/>
                  </a:cubicBezTo>
                  <a:cubicBezTo>
                    <a:pt x="2756" y="707"/>
                    <a:pt x="3005" y="693"/>
                    <a:pt x="3255" y="667"/>
                  </a:cubicBezTo>
                  <a:cubicBezTo>
                    <a:pt x="4093" y="591"/>
                    <a:pt x="4921" y="450"/>
                    <a:pt x="5754" y="450"/>
                  </a:cubicBezTo>
                  <a:cubicBezTo>
                    <a:pt x="6020" y="450"/>
                    <a:pt x="6287" y="465"/>
                    <a:pt x="6556" y="500"/>
                  </a:cubicBezTo>
                  <a:cubicBezTo>
                    <a:pt x="6070" y="344"/>
                    <a:pt x="5567" y="264"/>
                    <a:pt x="5064" y="264"/>
                  </a:cubicBezTo>
                  <a:cubicBezTo>
                    <a:pt x="5008" y="264"/>
                    <a:pt x="4951" y="265"/>
                    <a:pt x="4895" y="267"/>
                  </a:cubicBezTo>
                  <a:cubicBezTo>
                    <a:pt x="4328" y="274"/>
                    <a:pt x="3768" y="334"/>
                    <a:pt x="3221" y="387"/>
                  </a:cubicBezTo>
                  <a:cubicBezTo>
                    <a:pt x="2867" y="415"/>
                    <a:pt x="2508" y="438"/>
                    <a:pt x="2151" y="438"/>
                  </a:cubicBezTo>
                  <a:cubicBezTo>
                    <a:pt x="1414" y="438"/>
                    <a:pt x="683" y="342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7" name="Google Shape;2070;p36"/>
            <p:cNvSpPr/>
            <p:nvPr/>
          </p:nvSpPr>
          <p:spPr>
            <a:xfrm>
              <a:off x="1589113" y="3264186"/>
              <a:ext cx="37899" cy="100384"/>
            </a:xfrm>
            <a:custGeom>
              <a:avLst/>
              <a:gdLst/>
              <a:ahLst/>
              <a:cxnLst/>
              <a:rect l="l" t="t" r="r" b="b"/>
              <a:pathLst>
                <a:path w="1355" h="3589" extrusionOk="0">
                  <a:moveTo>
                    <a:pt x="454" y="1"/>
                  </a:moveTo>
                  <a:cubicBezTo>
                    <a:pt x="301" y="81"/>
                    <a:pt x="174" y="214"/>
                    <a:pt x="107" y="381"/>
                  </a:cubicBezTo>
                  <a:cubicBezTo>
                    <a:pt x="34" y="541"/>
                    <a:pt x="0" y="721"/>
                    <a:pt x="7" y="901"/>
                  </a:cubicBezTo>
                  <a:cubicBezTo>
                    <a:pt x="7" y="1248"/>
                    <a:pt x="87" y="1595"/>
                    <a:pt x="227" y="1915"/>
                  </a:cubicBezTo>
                  <a:cubicBezTo>
                    <a:pt x="481" y="2548"/>
                    <a:pt x="861" y="3122"/>
                    <a:pt x="1354" y="3588"/>
                  </a:cubicBezTo>
                  <a:cubicBezTo>
                    <a:pt x="1034" y="3015"/>
                    <a:pt x="747" y="2415"/>
                    <a:pt x="494" y="1808"/>
                  </a:cubicBezTo>
                  <a:cubicBezTo>
                    <a:pt x="367" y="1515"/>
                    <a:pt x="281" y="1208"/>
                    <a:pt x="227" y="888"/>
                  </a:cubicBezTo>
                  <a:cubicBezTo>
                    <a:pt x="194" y="581"/>
                    <a:pt x="220" y="248"/>
                    <a:pt x="45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8" name="Google Shape;2071;p36"/>
            <p:cNvSpPr/>
            <p:nvPr/>
          </p:nvSpPr>
          <p:spPr>
            <a:xfrm>
              <a:off x="1626789" y="3269976"/>
              <a:ext cx="39578" cy="70345"/>
            </a:xfrm>
            <a:custGeom>
              <a:avLst/>
              <a:gdLst/>
              <a:ahLst/>
              <a:cxnLst/>
              <a:rect l="l" t="t" r="r" b="b"/>
              <a:pathLst>
                <a:path w="1415" h="2515" extrusionOk="0">
                  <a:moveTo>
                    <a:pt x="267" y="1"/>
                  </a:moveTo>
                  <a:lnTo>
                    <a:pt x="267" y="1"/>
                  </a:lnTo>
                  <a:cubicBezTo>
                    <a:pt x="0" y="447"/>
                    <a:pt x="14" y="1048"/>
                    <a:pt x="241" y="1534"/>
                  </a:cubicBezTo>
                  <a:cubicBezTo>
                    <a:pt x="467" y="2014"/>
                    <a:pt x="901" y="2428"/>
                    <a:pt x="1414" y="2515"/>
                  </a:cubicBezTo>
                  <a:cubicBezTo>
                    <a:pt x="614" y="1941"/>
                    <a:pt x="181" y="981"/>
                    <a:pt x="26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9" name="Google Shape;2072;p36"/>
            <p:cNvSpPr/>
            <p:nvPr/>
          </p:nvSpPr>
          <p:spPr>
            <a:xfrm>
              <a:off x="1939577" y="3430384"/>
              <a:ext cx="213411" cy="96077"/>
            </a:xfrm>
            <a:custGeom>
              <a:avLst/>
              <a:gdLst/>
              <a:ahLst/>
              <a:cxnLst/>
              <a:rect l="l" t="t" r="r" b="b"/>
              <a:pathLst>
                <a:path w="7630" h="3435" extrusionOk="0">
                  <a:moveTo>
                    <a:pt x="573" y="1"/>
                  </a:moveTo>
                  <a:cubicBezTo>
                    <a:pt x="380" y="1"/>
                    <a:pt x="188" y="19"/>
                    <a:pt x="0" y="60"/>
                  </a:cubicBezTo>
                  <a:cubicBezTo>
                    <a:pt x="50" y="58"/>
                    <a:pt x="100" y="57"/>
                    <a:pt x="149" y="57"/>
                  </a:cubicBezTo>
                  <a:cubicBezTo>
                    <a:pt x="814" y="57"/>
                    <a:pt x="1438" y="261"/>
                    <a:pt x="2028" y="541"/>
                  </a:cubicBezTo>
                  <a:cubicBezTo>
                    <a:pt x="2661" y="841"/>
                    <a:pt x="3268" y="1207"/>
                    <a:pt x="3908" y="1534"/>
                  </a:cubicBezTo>
                  <a:cubicBezTo>
                    <a:pt x="4555" y="1854"/>
                    <a:pt x="5222" y="2121"/>
                    <a:pt x="5902" y="2341"/>
                  </a:cubicBezTo>
                  <a:cubicBezTo>
                    <a:pt x="6235" y="2448"/>
                    <a:pt x="6562" y="2574"/>
                    <a:pt x="6876" y="2734"/>
                  </a:cubicBezTo>
                  <a:cubicBezTo>
                    <a:pt x="7196" y="2888"/>
                    <a:pt x="7456" y="3128"/>
                    <a:pt x="7629" y="3435"/>
                  </a:cubicBezTo>
                  <a:cubicBezTo>
                    <a:pt x="7522" y="3095"/>
                    <a:pt x="7256" y="2808"/>
                    <a:pt x="6956" y="2608"/>
                  </a:cubicBezTo>
                  <a:cubicBezTo>
                    <a:pt x="6642" y="2421"/>
                    <a:pt x="6315" y="2261"/>
                    <a:pt x="5975" y="2134"/>
                  </a:cubicBezTo>
                  <a:cubicBezTo>
                    <a:pt x="5322" y="1868"/>
                    <a:pt x="4682" y="1574"/>
                    <a:pt x="4048" y="1267"/>
                  </a:cubicBezTo>
                  <a:cubicBezTo>
                    <a:pt x="3415" y="961"/>
                    <a:pt x="2788" y="601"/>
                    <a:pt x="2121" y="334"/>
                  </a:cubicBezTo>
                  <a:cubicBezTo>
                    <a:pt x="1633" y="139"/>
                    <a:pt x="1099" y="1"/>
                    <a:pt x="57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0" name="Google Shape;2073;p36"/>
            <p:cNvSpPr/>
            <p:nvPr/>
          </p:nvSpPr>
          <p:spPr>
            <a:xfrm>
              <a:off x="2195111" y="3368095"/>
              <a:ext cx="123683" cy="126676"/>
            </a:xfrm>
            <a:custGeom>
              <a:avLst/>
              <a:gdLst/>
              <a:ahLst/>
              <a:cxnLst/>
              <a:rect l="l" t="t" r="r" b="b"/>
              <a:pathLst>
                <a:path w="4422" h="4529" extrusionOk="0">
                  <a:moveTo>
                    <a:pt x="4421" y="0"/>
                  </a:moveTo>
                  <a:lnTo>
                    <a:pt x="4421" y="0"/>
                  </a:lnTo>
                  <a:cubicBezTo>
                    <a:pt x="3495" y="540"/>
                    <a:pt x="2661" y="1227"/>
                    <a:pt x="1887" y="1961"/>
                  </a:cubicBezTo>
                  <a:cubicBezTo>
                    <a:pt x="1501" y="2334"/>
                    <a:pt x="1134" y="2734"/>
                    <a:pt x="794" y="3134"/>
                  </a:cubicBezTo>
                  <a:cubicBezTo>
                    <a:pt x="454" y="3534"/>
                    <a:pt x="94" y="3988"/>
                    <a:pt x="0" y="4528"/>
                  </a:cubicBezTo>
                  <a:cubicBezTo>
                    <a:pt x="214" y="4028"/>
                    <a:pt x="587" y="3661"/>
                    <a:pt x="961" y="3281"/>
                  </a:cubicBezTo>
                  <a:cubicBezTo>
                    <a:pt x="1334" y="2908"/>
                    <a:pt x="1714" y="2534"/>
                    <a:pt x="2094" y="2167"/>
                  </a:cubicBezTo>
                  <a:cubicBezTo>
                    <a:pt x="2854" y="1434"/>
                    <a:pt x="3635" y="734"/>
                    <a:pt x="442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1" name="Google Shape;2074;p36"/>
            <p:cNvSpPr/>
            <p:nvPr/>
          </p:nvSpPr>
          <p:spPr>
            <a:xfrm>
              <a:off x="2328276" y="3253390"/>
              <a:ext cx="42738" cy="81141"/>
            </a:xfrm>
            <a:custGeom>
              <a:avLst/>
              <a:gdLst/>
              <a:ahLst/>
              <a:cxnLst/>
              <a:rect l="l" t="t" r="r" b="b"/>
              <a:pathLst>
                <a:path w="1528" h="2901" extrusionOk="0">
                  <a:moveTo>
                    <a:pt x="1301" y="0"/>
                  </a:moveTo>
                  <a:lnTo>
                    <a:pt x="1301" y="0"/>
                  </a:lnTo>
                  <a:cubicBezTo>
                    <a:pt x="1288" y="534"/>
                    <a:pt x="1147" y="1060"/>
                    <a:pt x="894" y="1534"/>
                  </a:cubicBezTo>
                  <a:cubicBezTo>
                    <a:pt x="654" y="2007"/>
                    <a:pt x="307" y="2427"/>
                    <a:pt x="1" y="2901"/>
                  </a:cubicBezTo>
                  <a:cubicBezTo>
                    <a:pt x="481" y="2587"/>
                    <a:pt x="874" y="2167"/>
                    <a:pt x="1154" y="1667"/>
                  </a:cubicBezTo>
                  <a:cubicBezTo>
                    <a:pt x="1408" y="1167"/>
                    <a:pt x="1528" y="534"/>
                    <a:pt x="13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2" name="Google Shape;2075;p36"/>
            <p:cNvSpPr/>
            <p:nvPr/>
          </p:nvSpPr>
          <p:spPr>
            <a:xfrm>
              <a:off x="1970736" y="3462829"/>
              <a:ext cx="136745" cy="595202"/>
            </a:xfrm>
            <a:custGeom>
              <a:avLst/>
              <a:gdLst/>
              <a:ahLst/>
              <a:cxnLst/>
              <a:rect l="l" t="t" r="r" b="b"/>
              <a:pathLst>
                <a:path w="4889" h="21280" extrusionOk="0">
                  <a:moveTo>
                    <a:pt x="3743" y="1"/>
                  </a:moveTo>
                  <a:cubicBezTo>
                    <a:pt x="3672" y="1"/>
                    <a:pt x="3600" y="18"/>
                    <a:pt x="3534" y="54"/>
                  </a:cubicBezTo>
                  <a:cubicBezTo>
                    <a:pt x="3328" y="174"/>
                    <a:pt x="3254" y="441"/>
                    <a:pt x="3368" y="648"/>
                  </a:cubicBezTo>
                  <a:cubicBezTo>
                    <a:pt x="3374" y="654"/>
                    <a:pt x="3808" y="1621"/>
                    <a:pt x="2087" y="3608"/>
                  </a:cubicBezTo>
                  <a:cubicBezTo>
                    <a:pt x="240" y="5742"/>
                    <a:pt x="0" y="8976"/>
                    <a:pt x="1334" y="13498"/>
                  </a:cubicBezTo>
                  <a:cubicBezTo>
                    <a:pt x="2374" y="17025"/>
                    <a:pt x="1400" y="20693"/>
                    <a:pt x="1387" y="20726"/>
                  </a:cubicBezTo>
                  <a:cubicBezTo>
                    <a:pt x="1327" y="20960"/>
                    <a:pt x="1467" y="21200"/>
                    <a:pt x="1701" y="21260"/>
                  </a:cubicBezTo>
                  <a:cubicBezTo>
                    <a:pt x="1734" y="21273"/>
                    <a:pt x="1774" y="21280"/>
                    <a:pt x="1814" y="21280"/>
                  </a:cubicBezTo>
                  <a:cubicBezTo>
                    <a:pt x="2007" y="21280"/>
                    <a:pt x="2181" y="21153"/>
                    <a:pt x="2234" y="20960"/>
                  </a:cubicBezTo>
                  <a:cubicBezTo>
                    <a:pt x="2274" y="20800"/>
                    <a:pt x="3281" y="17019"/>
                    <a:pt x="2167" y="13251"/>
                  </a:cubicBezTo>
                  <a:cubicBezTo>
                    <a:pt x="920" y="9030"/>
                    <a:pt x="1114" y="6062"/>
                    <a:pt x="2747" y="4182"/>
                  </a:cubicBezTo>
                  <a:cubicBezTo>
                    <a:pt x="4888" y="1695"/>
                    <a:pt x="4215" y="361"/>
                    <a:pt x="4135" y="221"/>
                  </a:cubicBezTo>
                  <a:cubicBezTo>
                    <a:pt x="4048" y="80"/>
                    <a:pt x="3897" y="1"/>
                    <a:pt x="374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3" name="Google Shape;2076;p36"/>
            <p:cNvSpPr/>
            <p:nvPr/>
          </p:nvSpPr>
          <p:spPr>
            <a:xfrm>
              <a:off x="2199810" y="3449236"/>
              <a:ext cx="227536" cy="542590"/>
            </a:xfrm>
            <a:custGeom>
              <a:avLst/>
              <a:gdLst/>
              <a:ahLst/>
              <a:cxnLst/>
              <a:rect l="l" t="t" r="r" b="b"/>
              <a:pathLst>
                <a:path w="8135" h="19399" extrusionOk="0">
                  <a:moveTo>
                    <a:pt x="612" y="1"/>
                  </a:moveTo>
                  <a:cubicBezTo>
                    <a:pt x="295" y="1"/>
                    <a:pt x="1" y="375"/>
                    <a:pt x="259" y="707"/>
                  </a:cubicBezTo>
                  <a:cubicBezTo>
                    <a:pt x="286" y="740"/>
                    <a:pt x="919" y="1574"/>
                    <a:pt x="3420" y="5828"/>
                  </a:cubicBezTo>
                  <a:cubicBezTo>
                    <a:pt x="4780" y="8115"/>
                    <a:pt x="5220" y="10763"/>
                    <a:pt x="5647" y="13303"/>
                  </a:cubicBezTo>
                  <a:cubicBezTo>
                    <a:pt x="6014" y="15484"/>
                    <a:pt x="6361" y="17545"/>
                    <a:pt x="7261" y="19172"/>
                  </a:cubicBezTo>
                  <a:cubicBezTo>
                    <a:pt x="7334" y="19312"/>
                    <a:pt x="7488" y="19398"/>
                    <a:pt x="7648" y="19398"/>
                  </a:cubicBezTo>
                  <a:cubicBezTo>
                    <a:pt x="7714" y="19398"/>
                    <a:pt x="7788" y="19378"/>
                    <a:pt x="7854" y="19345"/>
                  </a:cubicBezTo>
                  <a:cubicBezTo>
                    <a:pt x="8061" y="19225"/>
                    <a:pt x="8134" y="18958"/>
                    <a:pt x="8021" y="18745"/>
                  </a:cubicBezTo>
                  <a:cubicBezTo>
                    <a:pt x="7194" y="17251"/>
                    <a:pt x="6861" y="15271"/>
                    <a:pt x="6501" y="13163"/>
                  </a:cubicBezTo>
                  <a:cubicBezTo>
                    <a:pt x="6087" y="10663"/>
                    <a:pt x="5614" y="7815"/>
                    <a:pt x="4180" y="5381"/>
                  </a:cubicBezTo>
                  <a:cubicBezTo>
                    <a:pt x="1619" y="1034"/>
                    <a:pt x="966" y="200"/>
                    <a:pt x="946" y="173"/>
                  </a:cubicBezTo>
                  <a:cubicBezTo>
                    <a:pt x="849" y="51"/>
                    <a:pt x="729" y="1"/>
                    <a:pt x="61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4" name="Google Shape;2077;p36"/>
            <p:cNvSpPr/>
            <p:nvPr/>
          </p:nvSpPr>
          <p:spPr>
            <a:xfrm>
              <a:off x="1703454" y="3029658"/>
              <a:ext cx="610865" cy="465281"/>
            </a:xfrm>
            <a:custGeom>
              <a:avLst/>
              <a:gdLst/>
              <a:ahLst/>
              <a:cxnLst/>
              <a:rect l="l" t="t" r="r" b="b"/>
              <a:pathLst>
                <a:path w="21840" h="16635" extrusionOk="0">
                  <a:moveTo>
                    <a:pt x="11930" y="1"/>
                  </a:moveTo>
                  <a:cubicBezTo>
                    <a:pt x="11615" y="1"/>
                    <a:pt x="11294" y="8"/>
                    <a:pt x="10970" y="24"/>
                  </a:cubicBezTo>
                  <a:cubicBezTo>
                    <a:pt x="9563" y="90"/>
                    <a:pt x="8396" y="197"/>
                    <a:pt x="7402" y="330"/>
                  </a:cubicBezTo>
                  <a:cubicBezTo>
                    <a:pt x="5408" y="604"/>
                    <a:pt x="4168" y="1024"/>
                    <a:pt x="3294" y="1571"/>
                  </a:cubicBezTo>
                  <a:cubicBezTo>
                    <a:pt x="1994" y="2398"/>
                    <a:pt x="2221" y="3698"/>
                    <a:pt x="2221" y="3698"/>
                  </a:cubicBezTo>
                  <a:cubicBezTo>
                    <a:pt x="660" y="3971"/>
                    <a:pt x="0" y="5658"/>
                    <a:pt x="800" y="6799"/>
                  </a:cubicBezTo>
                  <a:cubicBezTo>
                    <a:pt x="1601" y="7939"/>
                    <a:pt x="5842" y="8919"/>
                    <a:pt x="9309" y="10940"/>
                  </a:cubicBezTo>
                  <a:cubicBezTo>
                    <a:pt x="12777" y="12967"/>
                    <a:pt x="16198" y="16635"/>
                    <a:pt x="16198" y="16635"/>
                  </a:cubicBezTo>
                  <a:cubicBezTo>
                    <a:pt x="17392" y="13227"/>
                    <a:pt x="21839" y="8459"/>
                    <a:pt x="21533" y="5759"/>
                  </a:cubicBezTo>
                  <a:cubicBezTo>
                    <a:pt x="21493" y="5398"/>
                    <a:pt x="21419" y="5045"/>
                    <a:pt x="21306" y="4705"/>
                  </a:cubicBezTo>
                  <a:cubicBezTo>
                    <a:pt x="20811" y="3171"/>
                    <a:pt x="19800" y="3124"/>
                    <a:pt x="19678" y="3124"/>
                  </a:cubicBezTo>
                  <a:cubicBezTo>
                    <a:pt x="19670" y="3124"/>
                    <a:pt x="19665" y="3124"/>
                    <a:pt x="19665" y="3124"/>
                  </a:cubicBezTo>
                  <a:cubicBezTo>
                    <a:pt x="19952" y="1565"/>
                    <a:pt x="16478" y="1"/>
                    <a:pt x="11930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5" name="Google Shape;2078;p36"/>
            <p:cNvSpPr/>
            <p:nvPr/>
          </p:nvSpPr>
          <p:spPr>
            <a:xfrm>
              <a:off x="1704573" y="3021435"/>
              <a:ext cx="614585" cy="481727"/>
            </a:xfrm>
            <a:custGeom>
              <a:avLst/>
              <a:gdLst/>
              <a:ahLst/>
              <a:cxnLst/>
              <a:rect l="l" t="t" r="r" b="b"/>
              <a:pathLst>
                <a:path w="21973" h="17223" extrusionOk="0">
                  <a:moveTo>
                    <a:pt x="11897" y="584"/>
                  </a:moveTo>
                  <a:cubicBezTo>
                    <a:pt x="15431" y="584"/>
                    <a:pt x="18172" y="1551"/>
                    <a:pt x="19045" y="2552"/>
                  </a:cubicBezTo>
                  <a:cubicBezTo>
                    <a:pt x="19292" y="2832"/>
                    <a:pt x="19392" y="3098"/>
                    <a:pt x="19339" y="3358"/>
                  </a:cubicBezTo>
                  <a:cubicBezTo>
                    <a:pt x="19325" y="3445"/>
                    <a:pt x="19345" y="3532"/>
                    <a:pt x="19405" y="3599"/>
                  </a:cubicBezTo>
                  <a:cubicBezTo>
                    <a:pt x="19461" y="3660"/>
                    <a:pt x="19534" y="3699"/>
                    <a:pt x="19613" y="3699"/>
                  </a:cubicBezTo>
                  <a:cubicBezTo>
                    <a:pt x="19620" y="3699"/>
                    <a:pt x="19626" y="3699"/>
                    <a:pt x="19632" y="3699"/>
                  </a:cubicBezTo>
                  <a:cubicBezTo>
                    <a:pt x="19672" y="3699"/>
                    <a:pt x="20546" y="3712"/>
                    <a:pt x="20993" y="5092"/>
                  </a:cubicBezTo>
                  <a:cubicBezTo>
                    <a:pt x="21093" y="5412"/>
                    <a:pt x="21166" y="5746"/>
                    <a:pt x="21199" y="6086"/>
                  </a:cubicBezTo>
                  <a:cubicBezTo>
                    <a:pt x="21366" y="7580"/>
                    <a:pt x="19899" y="9887"/>
                    <a:pt x="18472" y="12127"/>
                  </a:cubicBezTo>
                  <a:cubicBezTo>
                    <a:pt x="17552" y="13581"/>
                    <a:pt x="16591" y="15068"/>
                    <a:pt x="16051" y="16402"/>
                  </a:cubicBezTo>
                  <a:cubicBezTo>
                    <a:pt x="15104" y="15448"/>
                    <a:pt x="12263" y="12648"/>
                    <a:pt x="9423" y="10987"/>
                  </a:cubicBezTo>
                  <a:cubicBezTo>
                    <a:pt x="7782" y="10034"/>
                    <a:pt x="6082" y="9353"/>
                    <a:pt x="4435" y="8693"/>
                  </a:cubicBezTo>
                  <a:cubicBezTo>
                    <a:pt x="2794" y="8033"/>
                    <a:pt x="1374" y="7460"/>
                    <a:pt x="994" y="6926"/>
                  </a:cubicBezTo>
                  <a:cubicBezTo>
                    <a:pt x="674" y="6473"/>
                    <a:pt x="614" y="5886"/>
                    <a:pt x="834" y="5379"/>
                  </a:cubicBezTo>
                  <a:cubicBezTo>
                    <a:pt x="1074" y="4792"/>
                    <a:pt x="1601" y="4372"/>
                    <a:pt x="2227" y="4272"/>
                  </a:cubicBezTo>
                  <a:cubicBezTo>
                    <a:pt x="2388" y="4252"/>
                    <a:pt x="2494" y="4099"/>
                    <a:pt x="2461" y="3939"/>
                  </a:cubicBezTo>
                  <a:cubicBezTo>
                    <a:pt x="2461" y="3925"/>
                    <a:pt x="2287" y="2825"/>
                    <a:pt x="3414" y="2118"/>
                  </a:cubicBezTo>
                  <a:cubicBezTo>
                    <a:pt x="4301" y="1545"/>
                    <a:pt x="5582" y="1165"/>
                    <a:pt x="7402" y="918"/>
                  </a:cubicBezTo>
                  <a:cubicBezTo>
                    <a:pt x="8402" y="771"/>
                    <a:pt x="9596" y="671"/>
                    <a:pt x="10936" y="604"/>
                  </a:cubicBezTo>
                  <a:lnTo>
                    <a:pt x="11897" y="584"/>
                  </a:lnTo>
                  <a:close/>
                  <a:moveTo>
                    <a:pt x="11881" y="0"/>
                  </a:moveTo>
                  <a:cubicBezTo>
                    <a:pt x="11561" y="0"/>
                    <a:pt x="11239" y="8"/>
                    <a:pt x="10916" y="24"/>
                  </a:cubicBezTo>
                  <a:cubicBezTo>
                    <a:pt x="9556" y="91"/>
                    <a:pt x="8342" y="191"/>
                    <a:pt x="7329" y="331"/>
                  </a:cubicBezTo>
                  <a:cubicBezTo>
                    <a:pt x="5415" y="598"/>
                    <a:pt x="4175" y="938"/>
                    <a:pt x="3094" y="1625"/>
                  </a:cubicBezTo>
                  <a:cubicBezTo>
                    <a:pt x="2007" y="2305"/>
                    <a:pt x="1867" y="3292"/>
                    <a:pt x="1867" y="3759"/>
                  </a:cubicBezTo>
                  <a:cubicBezTo>
                    <a:pt x="1161" y="3959"/>
                    <a:pt x="580" y="4472"/>
                    <a:pt x="294" y="5152"/>
                  </a:cubicBezTo>
                  <a:cubicBezTo>
                    <a:pt x="0" y="5846"/>
                    <a:pt x="87" y="6646"/>
                    <a:pt x="520" y="7266"/>
                  </a:cubicBezTo>
                  <a:cubicBezTo>
                    <a:pt x="1000" y="7940"/>
                    <a:pt x="2421" y="8506"/>
                    <a:pt x="4221" y="9233"/>
                  </a:cubicBezTo>
                  <a:cubicBezTo>
                    <a:pt x="5768" y="9854"/>
                    <a:pt x="7522" y="10554"/>
                    <a:pt x="9123" y="11487"/>
                  </a:cubicBezTo>
                  <a:cubicBezTo>
                    <a:pt x="12517" y="13461"/>
                    <a:pt x="15904" y="17095"/>
                    <a:pt x="15938" y="17129"/>
                  </a:cubicBezTo>
                  <a:cubicBezTo>
                    <a:pt x="15998" y="17189"/>
                    <a:pt x="16071" y="17222"/>
                    <a:pt x="16158" y="17222"/>
                  </a:cubicBezTo>
                  <a:lnTo>
                    <a:pt x="16211" y="17222"/>
                  </a:lnTo>
                  <a:cubicBezTo>
                    <a:pt x="16318" y="17195"/>
                    <a:pt x="16398" y="17129"/>
                    <a:pt x="16431" y="17029"/>
                  </a:cubicBezTo>
                  <a:cubicBezTo>
                    <a:pt x="16905" y="15662"/>
                    <a:pt x="17952" y="14021"/>
                    <a:pt x="18959" y="12434"/>
                  </a:cubicBezTo>
                  <a:cubicBezTo>
                    <a:pt x="20506" y="10007"/>
                    <a:pt x="21973" y="7706"/>
                    <a:pt x="21773" y="6019"/>
                  </a:cubicBezTo>
                  <a:cubicBezTo>
                    <a:pt x="21733" y="5639"/>
                    <a:pt x="21659" y="5272"/>
                    <a:pt x="21553" y="4906"/>
                  </a:cubicBezTo>
                  <a:cubicBezTo>
                    <a:pt x="21133" y="3619"/>
                    <a:pt x="20366" y="3258"/>
                    <a:pt x="19932" y="3158"/>
                  </a:cubicBezTo>
                  <a:cubicBezTo>
                    <a:pt x="19892" y="2792"/>
                    <a:pt x="19739" y="2445"/>
                    <a:pt x="19485" y="2171"/>
                  </a:cubicBezTo>
                  <a:cubicBezTo>
                    <a:pt x="18347" y="875"/>
                    <a:pt x="15240" y="0"/>
                    <a:pt x="1188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6" name="Google Shape;2079;p36"/>
            <p:cNvSpPr/>
            <p:nvPr/>
          </p:nvSpPr>
          <p:spPr>
            <a:xfrm>
              <a:off x="1703454" y="3038888"/>
              <a:ext cx="610865" cy="456051"/>
            </a:xfrm>
            <a:custGeom>
              <a:avLst/>
              <a:gdLst/>
              <a:ahLst/>
              <a:cxnLst/>
              <a:rect l="l" t="t" r="r" b="b"/>
              <a:pathLst>
                <a:path w="21840" h="16305" extrusionOk="0">
                  <a:moveTo>
                    <a:pt x="7402" y="0"/>
                  </a:moveTo>
                  <a:lnTo>
                    <a:pt x="7402" y="0"/>
                  </a:lnTo>
                  <a:cubicBezTo>
                    <a:pt x="5408" y="274"/>
                    <a:pt x="4168" y="694"/>
                    <a:pt x="3294" y="1241"/>
                  </a:cubicBezTo>
                  <a:cubicBezTo>
                    <a:pt x="1994" y="2068"/>
                    <a:pt x="2221" y="3368"/>
                    <a:pt x="2221" y="3368"/>
                  </a:cubicBezTo>
                  <a:cubicBezTo>
                    <a:pt x="660" y="3641"/>
                    <a:pt x="0" y="5328"/>
                    <a:pt x="800" y="6469"/>
                  </a:cubicBezTo>
                  <a:cubicBezTo>
                    <a:pt x="1601" y="7609"/>
                    <a:pt x="5842" y="8589"/>
                    <a:pt x="9309" y="10610"/>
                  </a:cubicBezTo>
                  <a:cubicBezTo>
                    <a:pt x="12777" y="12637"/>
                    <a:pt x="16198" y="16305"/>
                    <a:pt x="16198" y="16305"/>
                  </a:cubicBezTo>
                  <a:cubicBezTo>
                    <a:pt x="17392" y="12897"/>
                    <a:pt x="21839" y="8129"/>
                    <a:pt x="21533" y="5429"/>
                  </a:cubicBezTo>
                  <a:cubicBezTo>
                    <a:pt x="21493" y="5068"/>
                    <a:pt x="21419" y="4715"/>
                    <a:pt x="21306" y="4375"/>
                  </a:cubicBezTo>
                  <a:cubicBezTo>
                    <a:pt x="21139" y="4755"/>
                    <a:pt x="21013" y="5162"/>
                    <a:pt x="20879" y="5535"/>
                  </a:cubicBezTo>
                  <a:cubicBezTo>
                    <a:pt x="19932" y="8243"/>
                    <a:pt x="18265" y="10630"/>
                    <a:pt x="16611" y="12977"/>
                  </a:cubicBezTo>
                  <a:cubicBezTo>
                    <a:pt x="16338" y="13371"/>
                    <a:pt x="16071" y="13804"/>
                    <a:pt x="15491" y="13824"/>
                  </a:cubicBezTo>
                  <a:cubicBezTo>
                    <a:pt x="15485" y="13824"/>
                    <a:pt x="15478" y="13824"/>
                    <a:pt x="15472" y="13824"/>
                  </a:cubicBezTo>
                  <a:cubicBezTo>
                    <a:pt x="14896" y="13824"/>
                    <a:pt x="14527" y="13232"/>
                    <a:pt x="14231" y="12730"/>
                  </a:cubicBezTo>
                  <a:cubicBezTo>
                    <a:pt x="12297" y="9456"/>
                    <a:pt x="8743" y="7189"/>
                    <a:pt x="4955" y="6802"/>
                  </a:cubicBezTo>
                  <a:cubicBezTo>
                    <a:pt x="4228" y="6729"/>
                    <a:pt x="3408" y="6696"/>
                    <a:pt x="2874" y="6202"/>
                  </a:cubicBezTo>
                  <a:cubicBezTo>
                    <a:pt x="2341" y="5709"/>
                    <a:pt x="2428" y="4568"/>
                    <a:pt x="3154" y="4475"/>
                  </a:cubicBezTo>
                  <a:cubicBezTo>
                    <a:pt x="2874" y="3595"/>
                    <a:pt x="3234" y="2428"/>
                    <a:pt x="4001" y="1888"/>
                  </a:cubicBezTo>
                  <a:cubicBezTo>
                    <a:pt x="4621" y="1434"/>
                    <a:pt x="5368" y="1627"/>
                    <a:pt x="6002" y="1387"/>
                  </a:cubicBezTo>
                  <a:cubicBezTo>
                    <a:pt x="6635" y="1141"/>
                    <a:pt x="7095" y="634"/>
                    <a:pt x="7402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7" name="Google Shape;2080;p36"/>
            <p:cNvSpPr/>
            <p:nvPr/>
          </p:nvSpPr>
          <p:spPr>
            <a:xfrm>
              <a:off x="1740738" y="3163662"/>
              <a:ext cx="52276" cy="52723"/>
            </a:xfrm>
            <a:custGeom>
              <a:avLst/>
              <a:gdLst/>
              <a:ahLst/>
              <a:cxnLst/>
              <a:rect l="l" t="t" r="r" b="b"/>
              <a:pathLst>
                <a:path w="1869" h="1885" extrusionOk="0">
                  <a:moveTo>
                    <a:pt x="661" y="1"/>
                  </a:moveTo>
                  <a:lnTo>
                    <a:pt x="661" y="1"/>
                  </a:lnTo>
                  <a:cubicBezTo>
                    <a:pt x="388" y="14"/>
                    <a:pt x="154" y="267"/>
                    <a:pt x="74" y="567"/>
                  </a:cubicBezTo>
                  <a:cubicBezTo>
                    <a:pt x="1" y="867"/>
                    <a:pt x="128" y="1194"/>
                    <a:pt x="321" y="1408"/>
                  </a:cubicBezTo>
                  <a:cubicBezTo>
                    <a:pt x="508" y="1628"/>
                    <a:pt x="768" y="1774"/>
                    <a:pt x="1055" y="1834"/>
                  </a:cubicBezTo>
                  <a:cubicBezTo>
                    <a:pt x="1216" y="1867"/>
                    <a:pt x="1380" y="1884"/>
                    <a:pt x="1545" y="1884"/>
                  </a:cubicBezTo>
                  <a:cubicBezTo>
                    <a:pt x="1652" y="1884"/>
                    <a:pt x="1760" y="1877"/>
                    <a:pt x="1868" y="1861"/>
                  </a:cubicBezTo>
                  <a:cubicBezTo>
                    <a:pt x="1355" y="1708"/>
                    <a:pt x="841" y="1574"/>
                    <a:pt x="534" y="1214"/>
                  </a:cubicBezTo>
                  <a:cubicBezTo>
                    <a:pt x="381" y="1048"/>
                    <a:pt x="294" y="827"/>
                    <a:pt x="301" y="601"/>
                  </a:cubicBezTo>
                  <a:cubicBezTo>
                    <a:pt x="314" y="354"/>
                    <a:pt x="448" y="127"/>
                    <a:pt x="6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8" name="Google Shape;2081;p36"/>
            <p:cNvSpPr/>
            <p:nvPr/>
          </p:nvSpPr>
          <p:spPr>
            <a:xfrm>
              <a:off x="1830830" y="3248719"/>
              <a:ext cx="85840" cy="31550"/>
            </a:xfrm>
            <a:custGeom>
              <a:avLst/>
              <a:gdLst/>
              <a:ahLst/>
              <a:cxnLst/>
              <a:rect l="l" t="t" r="r" b="b"/>
              <a:pathLst>
                <a:path w="3069" h="1128" extrusionOk="0">
                  <a:moveTo>
                    <a:pt x="1" y="0"/>
                  </a:moveTo>
                  <a:cubicBezTo>
                    <a:pt x="888" y="674"/>
                    <a:pt x="1955" y="1067"/>
                    <a:pt x="3068" y="1127"/>
                  </a:cubicBezTo>
                  <a:cubicBezTo>
                    <a:pt x="2568" y="894"/>
                    <a:pt x="2055" y="701"/>
                    <a:pt x="1548" y="521"/>
                  </a:cubicBezTo>
                  <a:cubicBezTo>
                    <a:pt x="1041" y="334"/>
                    <a:pt x="541" y="140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9" name="Google Shape;2082;p36"/>
            <p:cNvSpPr/>
            <p:nvPr/>
          </p:nvSpPr>
          <p:spPr>
            <a:xfrm>
              <a:off x="1952247" y="3290870"/>
              <a:ext cx="190280" cy="131151"/>
            </a:xfrm>
            <a:custGeom>
              <a:avLst/>
              <a:gdLst/>
              <a:ahLst/>
              <a:cxnLst/>
              <a:rect l="l" t="t" r="r" b="b"/>
              <a:pathLst>
                <a:path w="6803" h="4689" extrusionOk="0">
                  <a:moveTo>
                    <a:pt x="1" y="0"/>
                  </a:moveTo>
                  <a:lnTo>
                    <a:pt x="1" y="0"/>
                  </a:lnTo>
                  <a:cubicBezTo>
                    <a:pt x="1221" y="647"/>
                    <a:pt x="2408" y="1361"/>
                    <a:pt x="3549" y="2134"/>
                  </a:cubicBezTo>
                  <a:cubicBezTo>
                    <a:pt x="4682" y="2921"/>
                    <a:pt x="5769" y="3775"/>
                    <a:pt x="6803" y="4688"/>
                  </a:cubicBezTo>
                  <a:cubicBezTo>
                    <a:pt x="5903" y="3615"/>
                    <a:pt x="4862" y="2674"/>
                    <a:pt x="3709" y="1894"/>
                  </a:cubicBezTo>
                  <a:cubicBezTo>
                    <a:pt x="2562" y="1101"/>
                    <a:pt x="1315" y="467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0" name="Google Shape;2083;p36"/>
            <p:cNvSpPr/>
            <p:nvPr/>
          </p:nvSpPr>
          <p:spPr>
            <a:xfrm>
              <a:off x="2161351" y="3355033"/>
              <a:ext cx="41060" cy="66233"/>
            </a:xfrm>
            <a:custGeom>
              <a:avLst/>
              <a:gdLst/>
              <a:ahLst/>
              <a:cxnLst/>
              <a:rect l="l" t="t" r="r" b="b"/>
              <a:pathLst>
                <a:path w="1468" h="2368" extrusionOk="0">
                  <a:moveTo>
                    <a:pt x="1467" y="0"/>
                  </a:moveTo>
                  <a:lnTo>
                    <a:pt x="1467" y="0"/>
                  </a:lnTo>
                  <a:cubicBezTo>
                    <a:pt x="1021" y="200"/>
                    <a:pt x="640" y="534"/>
                    <a:pt x="394" y="961"/>
                  </a:cubicBezTo>
                  <a:cubicBezTo>
                    <a:pt x="154" y="1387"/>
                    <a:pt x="0" y="1874"/>
                    <a:pt x="54" y="2368"/>
                  </a:cubicBezTo>
                  <a:cubicBezTo>
                    <a:pt x="214" y="1934"/>
                    <a:pt x="414" y="1514"/>
                    <a:pt x="640" y="1107"/>
                  </a:cubicBezTo>
                  <a:cubicBezTo>
                    <a:pt x="880" y="714"/>
                    <a:pt x="1161" y="347"/>
                    <a:pt x="14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1" name="Google Shape;2084;p36"/>
            <p:cNvSpPr/>
            <p:nvPr/>
          </p:nvSpPr>
          <p:spPr>
            <a:xfrm>
              <a:off x="1779169" y="2975060"/>
              <a:ext cx="485335" cy="283756"/>
            </a:xfrm>
            <a:custGeom>
              <a:avLst/>
              <a:gdLst/>
              <a:ahLst/>
              <a:cxnLst/>
              <a:rect l="l" t="t" r="r" b="b"/>
              <a:pathLst>
                <a:path w="17352" h="10145" extrusionOk="0">
                  <a:moveTo>
                    <a:pt x="7228" y="0"/>
                  </a:moveTo>
                  <a:cubicBezTo>
                    <a:pt x="6864" y="0"/>
                    <a:pt x="6496" y="5"/>
                    <a:pt x="6129" y="22"/>
                  </a:cubicBezTo>
                  <a:cubicBezTo>
                    <a:pt x="4955" y="75"/>
                    <a:pt x="3768" y="215"/>
                    <a:pt x="2708" y="589"/>
                  </a:cubicBezTo>
                  <a:cubicBezTo>
                    <a:pt x="981" y="1215"/>
                    <a:pt x="1688" y="2983"/>
                    <a:pt x="1861" y="3776"/>
                  </a:cubicBezTo>
                  <a:cubicBezTo>
                    <a:pt x="2034" y="4570"/>
                    <a:pt x="1" y="5817"/>
                    <a:pt x="754" y="7711"/>
                  </a:cubicBezTo>
                  <a:cubicBezTo>
                    <a:pt x="1399" y="9345"/>
                    <a:pt x="5241" y="10145"/>
                    <a:pt x="9115" y="10145"/>
                  </a:cubicBezTo>
                  <a:cubicBezTo>
                    <a:pt x="9730" y="10145"/>
                    <a:pt x="10346" y="10125"/>
                    <a:pt x="10950" y="10084"/>
                  </a:cubicBezTo>
                  <a:cubicBezTo>
                    <a:pt x="14564" y="9844"/>
                    <a:pt x="16572" y="8457"/>
                    <a:pt x="17139" y="7257"/>
                  </a:cubicBezTo>
                  <a:cubicBezTo>
                    <a:pt x="17299" y="6904"/>
                    <a:pt x="17352" y="6557"/>
                    <a:pt x="17265" y="6263"/>
                  </a:cubicBezTo>
                  <a:cubicBezTo>
                    <a:pt x="16905" y="4983"/>
                    <a:pt x="15858" y="4616"/>
                    <a:pt x="16072" y="3329"/>
                  </a:cubicBezTo>
                  <a:cubicBezTo>
                    <a:pt x="16292" y="2049"/>
                    <a:pt x="14438" y="95"/>
                    <a:pt x="8303" y="8"/>
                  </a:cubicBezTo>
                  <a:cubicBezTo>
                    <a:pt x="7953" y="5"/>
                    <a:pt x="7593" y="0"/>
                    <a:pt x="7228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2" name="Google Shape;2085;p36"/>
            <p:cNvSpPr/>
            <p:nvPr/>
          </p:nvSpPr>
          <p:spPr>
            <a:xfrm>
              <a:off x="1778050" y="2967033"/>
              <a:ext cx="494482" cy="299978"/>
            </a:xfrm>
            <a:custGeom>
              <a:avLst/>
              <a:gdLst/>
              <a:ahLst/>
              <a:cxnLst/>
              <a:rect l="l" t="t" r="r" b="b"/>
              <a:pathLst>
                <a:path w="17679" h="10725" extrusionOk="0">
                  <a:moveTo>
                    <a:pt x="7323" y="576"/>
                  </a:moveTo>
                  <a:lnTo>
                    <a:pt x="8336" y="582"/>
                  </a:lnTo>
                  <a:cubicBezTo>
                    <a:pt x="13371" y="662"/>
                    <a:pt x="15005" y="1989"/>
                    <a:pt x="15478" y="2549"/>
                  </a:cubicBezTo>
                  <a:cubicBezTo>
                    <a:pt x="15765" y="2896"/>
                    <a:pt x="15878" y="3243"/>
                    <a:pt x="15825" y="3570"/>
                  </a:cubicBezTo>
                  <a:cubicBezTo>
                    <a:pt x="15671" y="4437"/>
                    <a:pt x="16045" y="4963"/>
                    <a:pt x="16405" y="5470"/>
                  </a:cubicBezTo>
                  <a:cubicBezTo>
                    <a:pt x="16645" y="5810"/>
                    <a:pt x="16892" y="6157"/>
                    <a:pt x="17025" y="6637"/>
                  </a:cubicBezTo>
                  <a:cubicBezTo>
                    <a:pt x="17092" y="6857"/>
                    <a:pt x="17045" y="7131"/>
                    <a:pt x="16912" y="7417"/>
                  </a:cubicBezTo>
                  <a:cubicBezTo>
                    <a:pt x="16412" y="8498"/>
                    <a:pt x="14544" y="9845"/>
                    <a:pt x="10970" y="10078"/>
                  </a:cubicBezTo>
                  <a:cubicBezTo>
                    <a:pt x="10387" y="10118"/>
                    <a:pt x="9789" y="10137"/>
                    <a:pt x="9191" y="10137"/>
                  </a:cubicBezTo>
                  <a:cubicBezTo>
                    <a:pt x="5442" y="10137"/>
                    <a:pt x="1648" y="9368"/>
                    <a:pt x="1068" y="7884"/>
                  </a:cubicBezTo>
                  <a:cubicBezTo>
                    <a:pt x="654" y="6844"/>
                    <a:pt x="1194" y="6030"/>
                    <a:pt x="1674" y="5303"/>
                  </a:cubicBezTo>
                  <a:cubicBezTo>
                    <a:pt x="2001" y="4830"/>
                    <a:pt x="2275" y="4410"/>
                    <a:pt x="2188" y="3996"/>
                  </a:cubicBezTo>
                  <a:cubicBezTo>
                    <a:pt x="2161" y="3903"/>
                    <a:pt x="2134" y="3796"/>
                    <a:pt x="2101" y="3676"/>
                  </a:cubicBezTo>
                  <a:cubicBezTo>
                    <a:pt x="1821" y="2596"/>
                    <a:pt x="1661" y="1576"/>
                    <a:pt x="2841" y="1156"/>
                  </a:cubicBezTo>
                  <a:cubicBezTo>
                    <a:pt x="3742" y="836"/>
                    <a:pt x="4802" y="662"/>
                    <a:pt x="6176" y="602"/>
                  </a:cubicBezTo>
                  <a:lnTo>
                    <a:pt x="7323" y="576"/>
                  </a:lnTo>
                  <a:close/>
                  <a:moveTo>
                    <a:pt x="7282" y="0"/>
                  </a:moveTo>
                  <a:cubicBezTo>
                    <a:pt x="6912" y="0"/>
                    <a:pt x="6532" y="5"/>
                    <a:pt x="6156" y="22"/>
                  </a:cubicBezTo>
                  <a:cubicBezTo>
                    <a:pt x="4722" y="75"/>
                    <a:pt x="3608" y="269"/>
                    <a:pt x="2655" y="602"/>
                  </a:cubicBezTo>
                  <a:cubicBezTo>
                    <a:pt x="861" y="1242"/>
                    <a:pt x="1321" y="2990"/>
                    <a:pt x="1541" y="3830"/>
                  </a:cubicBezTo>
                  <a:cubicBezTo>
                    <a:pt x="1568" y="3936"/>
                    <a:pt x="1568" y="3943"/>
                    <a:pt x="1608" y="4123"/>
                  </a:cubicBezTo>
                  <a:cubicBezTo>
                    <a:pt x="1654" y="4297"/>
                    <a:pt x="1414" y="4643"/>
                    <a:pt x="1194" y="4990"/>
                  </a:cubicBezTo>
                  <a:cubicBezTo>
                    <a:pt x="687" y="5737"/>
                    <a:pt x="1" y="6777"/>
                    <a:pt x="527" y="8104"/>
                  </a:cubicBezTo>
                  <a:cubicBezTo>
                    <a:pt x="1234" y="9891"/>
                    <a:pt x="5222" y="10725"/>
                    <a:pt x="9190" y="10725"/>
                  </a:cubicBezTo>
                  <a:cubicBezTo>
                    <a:pt x="9797" y="10725"/>
                    <a:pt x="10410" y="10698"/>
                    <a:pt x="11010" y="10665"/>
                  </a:cubicBezTo>
                  <a:cubicBezTo>
                    <a:pt x="14845" y="10405"/>
                    <a:pt x="16872" y="8891"/>
                    <a:pt x="17439" y="7664"/>
                  </a:cubicBezTo>
                  <a:lnTo>
                    <a:pt x="17445" y="7664"/>
                  </a:lnTo>
                  <a:cubicBezTo>
                    <a:pt x="17639" y="7244"/>
                    <a:pt x="17679" y="6837"/>
                    <a:pt x="17579" y="6477"/>
                  </a:cubicBezTo>
                  <a:cubicBezTo>
                    <a:pt x="17425" y="5904"/>
                    <a:pt x="17139" y="5497"/>
                    <a:pt x="16878" y="5137"/>
                  </a:cubicBezTo>
                  <a:cubicBezTo>
                    <a:pt x="16538" y="4657"/>
                    <a:pt x="16292" y="4297"/>
                    <a:pt x="16398" y="3670"/>
                  </a:cubicBezTo>
                  <a:cubicBezTo>
                    <a:pt x="16478" y="3176"/>
                    <a:pt x="16312" y="2643"/>
                    <a:pt x="15925" y="2176"/>
                  </a:cubicBezTo>
                  <a:cubicBezTo>
                    <a:pt x="15278" y="1396"/>
                    <a:pt x="13431" y="75"/>
                    <a:pt x="8343" y="9"/>
                  </a:cubicBezTo>
                  <a:cubicBezTo>
                    <a:pt x="8009" y="5"/>
                    <a:pt x="7651" y="0"/>
                    <a:pt x="728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3" name="Google Shape;2086;p36"/>
            <p:cNvSpPr/>
            <p:nvPr/>
          </p:nvSpPr>
          <p:spPr>
            <a:xfrm>
              <a:off x="1779169" y="2975648"/>
              <a:ext cx="479378" cy="283168"/>
            </a:xfrm>
            <a:custGeom>
              <a:avLst/>
              <a:gdLst/>
              <a:ahLst/>
              <a:cxnLst/>
              <a:rect l="l" t="t" r="r" b="b"/>
              <a:pathLst>
                <a:path w="17139" h="10124" extrusionOk="0">
                  <a:moveTo>
                    <a:pt x="6129" y="1"/>
                  </a:moveTo>
                  <a:cubicBezTo>
                    <a:pt x="4955" y="54"/>
                    <a:pt x="3768" y="194"/>
                    <a:pt x="2708" y="568"/>
                  </a:cubicBezTo>
                  <a:cubicBezTo>
                    <a:pt x="981" y="1194"/>
                    <a:pt x="1688" y="2962"/>
                    <a:pt x="1861" y="3755"/>
                  </a:cubicBezTo>
                  <a:cubicBezTo>
                    <a:pt x="2034" y="4549"/>
                    <a:pt x="1" y="5796"/>
                    <a:pt x="754" y="7690"/>
                  </a:cubicBezTo>
                  <a:cubicBezTo>
                    <a:pt x="1399" y="9324"/>
                    <a:pt x="5241" y="10124"/>
                    <a:pt x="9115" y="10124"/>
                  </a:cubicBezTo>
                  <a:cubicBezTo>
                    <a:pt x="9730" y="10124"/>
                    <a:pt x="10346" y="10104"/>
                    <a:pt x="10950" y="10063"/>
                  </a:cubicBezTo>
                  <a:cubicBezTo>
                    <a:pt x="14564" y="9823"/>
                    <a:pt x="16572" y="8436"/>
                    <a:pt x="17139" y="7236"/>
                  </a:cubicBezTo>
                  <a:lnTo>
                    <a:pt x="17139" y="7236"/>
                  </a:lnTo>
                  <a:lnTo>
                    <a:pt x="16598" y="7523"/>
                  </a:lnTo>
                  <a:cubicBezTo>
                    <a:pt x="14443" y="8642"/>
                    <a:pt x="12007" y="9212"/>
                    <a:pt x="9572" y="9212"/>
                  </a:cubicBezTo>
                  <a:cubicBezTo>
                    <a:pt x="7930" y="9212"/>
                    <a:pt x="6290" y="8953"/>
                    <a:pt x="4735" y="8430"/>
                  </a:cubicBezTo>
                  <a:cubicBezTo>
                    <a:pt x="427" y="6969"/>
                    <a:pt x="4568" y="2428"/>
                    <a:pt x="6029" y="161"/>
                  </a:cubicBezTo>
                  <a:lnTo>
                    <a:pt x="6129" y="1"/>
                  </a:ln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4" name="Google Shape;2087;p36"/>
            <p:cNvSpPr/>
            <p:nvPr/>
          </p:nvSpPr>
          <p:spPr>
            <a:xfrm>
              <a:off x="1836619" y="3033098"/>
              <a:ext cx="24642" cy="53367"/>
            </a:xfrm>
            <a:custGeom>
              <a:avLst/>
              <a:gdLst/>
              <a:ahLst/>
              <a:cxnLst/>
              <a:rect l="l" t="t" r="r" b="b"/>
              <a:pathLst>
                <a:path w="881" h="1908" extrusionOk="0">
                  <a:moveTo>
                    <a:pt x="294" y="1"/>
                  </a:moveTo>
                  <a:cubicBezTo>
                    <a:pt x="40" y="294"/>
                    <a:pt x="0" y="728"/>
                    <a:pt x="114" y="1101"/>
                  </a:cubicBezTo>
                  <a:cubicBezTo>
                    <a:pt x="234" y="1474"/>
                    <a:pt x="507" y="1808"/>
                    <a:pt x="881" y="1908"/>
                  </a:cubicBezTo>
                  <a:cubicBezTo>
                    <a:pt x="661" y="1641"/>
                    <a:pt x="494" y="1341"/>
                    <a:pt x="394" y="1014"/>
                  </a:cubicBezTo>
                  <a:cubicBezTo>
                    <a:pt x="287" y="688"/>
                    <a:pt x="254" y="341"/>
                    <a:pt x="29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5" name="Google Shape;2088;p36"/>
            <p:cNvSpPr/>
            <p:nvPr/>
          </p:nvSpPr>
          <p:spPr>
            <a:xfrm>
              <a:off x="1814411" y="3123945"/>
              <a:ext cx="51884" cy="89280"/>
            </a:xfrm>
            <a:custGeom>
              <a:avLst/>
              <a:gdLst/>
              <a:ahLst/>
              <a:cxnLst/>
              <a:rect l="l" t="t" r="r" b="b"/>
              <a:pathLst>
                <a:path w="1855" h="3192" extrusionOk="0">
                  <a:moveTo>
                    <a:pt x="1141" y="0"/>
                  </a:moveTo>
                  <a:cubicBezTo>
                    <a:pt x="441" y="260"/>
                    <a:pt x="1" y="1107"/>
                    <a:pt x="174" y="1887"/>
                  </a:cubicBezTo>
                  <a:cubicBezTo>
                    <a:pt x="346" y="2624"/>
                    <a:pt x="1038" y="3192"/>
                    <a:pt x="1749" y="3192"/>
                  </a:cubicBezTo>
                  <a:cubicBezTo>
                    <a:pt x="1784" y="3192"/>
                    <a:pt x="1820" y="3191"/>
                    <a:pt x="1855" y="3188"/>
                  </a:cubicBezTo>
                  <a:cubicBezTo>
                    <a:pt x="1155" y="3008"/>
                    <a:pt x="601" y="2461"/>
                    <a:pt x="461" y="1821"/>
                  </a:cubicBezTo>
                  <a:cubicBezTo>
                    <a:pt x="321" y="1181"/>
                    <a:pt x="574" y="460"/>
                    <a:pt x="114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6" name="Google Shape;2089;p36"/>
            <p:cNvSpPr/>
            <p:nvPr/>
          </p:nvSpPr>
          <p:spPr>
            <a:xfrm>
              <a:off x="1914404" y="3211603"/>
              <a:ext cx="220488" cy="18404"/>
            </a:xfrm>
            <a:custGeom>
              <a:avLst/>
              <a:gdLst/>
              <a:ahLst/>
              <a:cxnLst/>
              <a:rect l="l" t="t" r="r" b="b"/>
              <a:pathLst>
                <a:path w="7883" h="658" extrusionOk="0">
                  <a:moveTo>
                    <a:pt x="7882" y="0"/>
                  </a:moveTo>
                  <a:lnTo>
                    <a:pt x="7882" y="0"/>
                  </a:lnTo>
                  <a:cubicBezTo>
                    <a:pt x="6433" y="249"/>
                    <a:pt x="4970" y="373"/>
                    <a:pt x="3506" y="373"/>
                  </a:cubicBezTo>
                  <a:cubicBezTo>
                    <a:pt x="2335" y="373"/>
                    <a:pt x="1164" y="294"/>
                    <a:pt x="0" y="134"/>
                  </a:cubicBezTo>
                  <a:lnTo>
                    <a:pt x="0" y="134"/>
                  </a:lnTo>
                  <a:cubicBezTo>
                    <a:pt x="1177" y="483"/>
                    <a:pt x="2399" y="658"/>
                    <a:pt x="3625" y="658"/>
                  </a:cubicBezTo>
                  <a:cubicBezTo>
                    <a:pt x="3733" y="658"/>
                    <a:pt x="3840" y="657"/>
                    <a:pt x="3948" y="654"/>
                  </a:cubicBezTo>
                  <a:cubicBezTo>
                    <a:pt x="5282" y="627"/>
                    <a:pt x="6622" y="434"/>
                    <a:pt x="788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7" name="Google Shape;2090;p36"/>
            <p:cNvSpPr/>
            <p:nvPr/>
          </p:nvSpPr>
          <p:spPr>
            <a:xfrm>
              <a:off x="2160037" y="3173731"/>
              <a:ext cx="50010" cy="33788"/>
            </a:xfrm>
            <a:custGeom>
              <a:avLst/>
              <a:gdLst/>
              <a:ahLst/>
              <a:cxnLst/>
              <a:rect l="l" t="t" r="r" b="b"/>
              <a:pathLst>
                <a:path w="1788" h="1208" extrusionOk="0">
                  <a:moveTo>
                    <a:pt x="1788" y="1"/>
                  </a:moveTo>
                  <a:lnTo>
                    <a:pt x="1788" y="1"/>
                  </a:lnTo>
                  <a:cubicBezTo>
                    <a:pt x="1468" y="207"/>
                    <a:pt x="1188" y="407"/>
                    <a:pt x="901" y="608"/>
                  </a:cubicBezTo>
                  <a:cubicBezTo>
                    <a:pt x="607" y="808"/>
                    <a:pt x="307" y="988"/>
                    <a:pt x="1" y="1208"/>
                  </a:cubicBezTo>
                  <a:cubicBezTo>
                    <a:pt x="767" y="1161"/>
                    <a:pt x="1454" y="694"/>
                    <a:pt x="178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8" name="Google Shape;2091;p36"/>
            <p:cNvSpPr/>
            <p:nvPr/>
          </p:nvSpPr>
          <p:spPr>
            <a:xfrm>
              <a:off x="2656364" y="2141163"/>
              <a:ext cx="243619" cy="376448"/>
            </a:xfrm>
            <a:custGeom>
              <a:avLst/>
              <a:gdLst/>
              <a:ahLst/>
              <a:cxnLst/>
              <a:rect l="l" t="t" r="r" b="b"/>
              <a:pathLst>
                <a:path w="8710" h="13459" extrusionOk="0">
                  <a:moveTo>
                    <a:pt x="5053" y="0"/>
                  </a:moveTo>
                  <a:cubicBezTo>
                    <a:pt x="4802" y="0"/>
                    <a:pt x="4551" y="21"/>
                    <a:pt x="4301" y="61"/>
                  </a:cubicBezTo>
                  <a:cubicBezTo>
                    <a:pt x="1934" y="475"/>
                    <a:pt x="661" y="2715"/>
                    <a:pt x="661" y="2715"/>
                  </a:cubicBezTo>
                  <a:cubicBezTo>
                    <a:pt x="894" y="8270"/>
                    <a:pt x="0" y="13458"/>
                    <a:pt x="0" y="13458"/>
                  </a:cubicBezTo>
                  <a:cubicBezTo>
                    <a:pt x="0" y="13458"/>
                    <a:pt x="3061" y="12151"/>
                    <a:pt x="5262" y="9977"/>
                  </a:cubicBezTo>
                  <a:cubicBezTo>
                    <a:pt x="5809" y="9444"/>
                    <a:pt x="6289" y="8844"/>
                    <a:pt x="6682" y="8190"/>
                  </a:cubicBezTo>
                  <a:cubicBezTo>
                    <a:pt x="8596" y="4963"/>
                    <a:pt x="8709" y="381"/>
                    <a:pt x="5549" y="28"/>
                  </a:cubicBezTo>
                  <a:cubicBezTo>
                    <a:pt x="5384" y="9"/>
                    <a:pt x="5219" y="0"/>
                    <a:pt x="5053" y="0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9" name="Google Shape;2092;p36"/>
            <p:cNvSpPr/>
            <p:nvPr/>
          </p:nvSpPr>
          <p:spPr>
            <a:xfrm>
              <a:off x="2645903" y="2132940"/>
              <a:ext cx="255002" cy="397901"/>
            </a:xfrm>
            <a:custGeom>
              <a:avLst/>
              <a:gdLst/>
              <a:ahLst/>
              <a:cxnLst/>
              <a:rect l="l" t="t" r="r" b="b"/>
              <a:pathLst>
                <a:path w="9117" h="14226" extrusionOk="0">
                  <a:moveTo>
                    <a:pt x="5425" y="581"/>
                  </a:moveTo>
                  <a:cubicBezTo>
                    <a:pt x="5580" y="581"/>
                    <a:pt x="5735" y="590"/>
                    <a:pt x="5889" y="609"/>
                  </a:cubicBezTo>
                  <a:cubicBezTo>
                    <a:pt x="6736" y="709"/>
                    <a:pt x="7356" y="1135"/>
                    <a:pt x="7723" y="1882"/>
                  </a:cubicBezTo>
                  <a:cubicBezTo>
                    <a:pt x="8490" y="3423"/>
                    <a:pt x="8110" y="6137"/>
                    <a:pt x="6809" y="8344"/>
                  </a:cubicBezTo>
                  <a:cubicBezTo>
                    <a:pt x="6423" y="8971"/>
                    <a:pt x="5963" y="9544"/>
                    <a:pt x="5436" y="10058"/>
                  </a:cubicBezTo>
                  <a:cubicBezTo>
                    <a:pt x="3809" y="11672"/>
                    <a:pt x="1681" y="12805"/>
                    <a:pt x="741" y="13252"/>
                  </a:cubicBezTo>
                  <a:cubicBezTo>
                    <a:pt x="955" y="11785"/>
                    <a:pt x="1501" y="7544"/>
                    <a:pt x="1321" y="3083"/>
                  </a:cubicBezTo>
                  <a:cubicBezTo>
                    <a:pt x="1555" y="2716"/>
                    <a:pt x="2742" y="982"/>
                    <a:pt x="4722" y="642"/>
                  </a:cubicBezTo>
                  <a:cubicBezTo>
                    <a:pt x="4955" y="602"/>
                    <a:pt x="5191" y="581"/>
                    <a:pt x="5425" y="581"/>
                  </a:cubicBezTo>
                  <a:close/>
                  <a:moveTo>
                    <a:pt x="5401" y="1"/>
                  </a:moveTo>
                  <a:cubicBezTo>
                    <a:pt x="5144" y="1"/>
                    <a:pt x="4889" y="22"/>
                    <a:pt x="4635" y="68"/>
                  </a:cubicBezTo>
                  <a:cubicBezTo>
                    <a:pt x="2155" y="489"/>
                    <a:pt x="841" y="2769"/>
                    <a:pt x="781" y="2869"/>
                  </a:cubicBezTo>
                  <a:lnTo>
                    <a:pt x="741" y="2943"/>
                  </a:lnTo>
                  <a:lnTo>
                    <a:pt x="741" y="3023"/>
                  </a:lnTo>
                  <a:cubicBezTo>
                    <a:pt x="975" y="8484"/>
                    <a:pt x="88" y="13645"/>
                    <a:pt x="81" y="13705"/>
                  </a:cubicBezTo>
                  <a:lnTo>
                    <a:pt x="1" y="14226"/>
                  </a:lnTo>
                  <a:lnTo>
                    <a:pt x="488" y="14019"/>
                  </a:lnTo>
                  <a:cubicBezTo>
                    <a:pt x="621" y="13959"/>
                    <a:pt x="3635" y="12672"/>
                    <a:pt x="5849" y="10478"/>
                  </a:cubicBezTo>
                  <a:cubicBezTo>
                    <a:pt x="6416" y="9924"/>
                    <a:pt x="6909" y="9311"/>
                    <a:pt x="7316" y="8637"/>
                  </a:cubicBezTo>
                  <a:cubicBezTo>
                    <a:pt x="8730" y="6237"/>
                    <a:pt x="9117" y="3356"/>
                    <a:pt x="8256" y="1622"/>
                  </a:cubicBezTo>
                  <a:cubicBezTo>
                    <a:pt x="7803" y="702"/>
                    <a:pt x="7003" y="149"/>
                    <a:pt x="5969" y="35"/>
                  </a:cubicBezTo>
                  <a:cubicBezTo>
                    <a:pt x="5780" y="13"/>
                    <a:pt x="5590" y="1"/>
                    <a:pt x="540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0" name="Google Shape;2093;p36"/>
            <p:cNvSpPr/>
            <p:nvPr/>
          </p:nvSpPr>
          <p:spPr>
            <a:xfrm>
              <a:off x="2656364" y="2142869"/>
              <a:ext cx="147178" cy="374742"/>
            </a:xfrm>
            <a:custGeom>
              <a:avLst/>
              <a:gdLst/>
              <a:ahLst/>
              <a:cxnLst/>
              <a:rect l="l" t="t" r="r" b="b"/>
              <a:pathLst>
                <a:path w="5262" h="13398" extrusionOk="0">
                  <a:moveTo>
                    <a:pt x="4301" y="0"/>
                  </a:moveTo>
                  <a:cubicBezTo>
                    <a:pt x="1934" y="414"/>
                    <a:pt x="661" y="2654"/>
                    <a:pt x="661" y="2654"/>
                  </a:cubicBezTo>
                  <a:cubicBezTo>
                    <a:pt x="894" y="8216"/>
                    <a:pt x="0" y="13397"/>
                    <a:pt x="0" y="13397"/>
                  </a:cubicBezTo>
                  <a:cubicBezTo>
                    <a:pt x="0" y="13397"/>
                    <a:pt x="3061" y="12090"/>
                    <a:pt x="5262" y="9916"/>
                  </a:cubicBezTo>
                  <a:cubicBezTo>
                    <a:pt x="5068" y="9736"/>
                    <a:pt x="4848" y="9589"/>
                    <a:pt x="4702" y="9383"/>
                  </a:cubicBezTo>
                  <a:cubicBezTo>
                    <a:pt x="4428" y="9003"/>
                    <a:pt x="4402" y="8516"/>
                    <a:pt x="4395" y="8049"/>
                  </a:cubicBezTo>
                  <a:cubicBezTo>
                    <a:pt x="4328" y="5882"/>
                    <a:pt x="4268" y="3701"/>
                    <a:pt x="4201" y="1534"/>
                  </a:cubicBezTo>
                  <a:cubicBezTo>
                    <a:pt x="4188" y="1034"/>
                    <a:pt x="4188" y="494"/>
                    <a:pt x="4301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1" name="Google Shape;2094;p36"/>
            <p:cNvSpPr/>
            <p:nvPr/>
          </p:nvSpPr>
          <p:spPr>
            <a:xfrm>
              <a:off x="2678740" y="2191341"/>
              <a:ext cx="184294" cy="110649"/>
            </a:xfrm>
            <a:custGeom>
              <a:avLst/>
              <a:gdLst/>
              <a:ahLst/>
              <a:cxnLst/>
              <a:rect l="l" t="t" r="r" b="b"/>
              <a:pathLst>
                <a:path w="6589" h="3956" extrusionOk="0">
                  <a:moveTo>
                    <a:pt x="4069" y="1"/>
                  </a:moveTo>
                  <a:cubicBezTo>
                    <a:pt x="4058" y="1"/>
                    <a:pt x="4046" y="1"/>
                    <a:pt x="4035" y="1"/>
                  </a:cubicBezTo>
                  <a:cubicBezTo>
                    <a:pt x="1601" y="34"/>
                    <a:pt x="121" y="3402"/>
                    <a:pt x="67" y="3542"/>
                  </a:cubicBezTo>
                  <a:cubicBezTo>
                    <a:pt x="1" y="3695"/>
                    <a:pt x="67" y="3862"/>
                    <a:pt x="214" y="3929"/>
                  </a:cubicBezTo>
                  <a:lnTo>
                    <a:pt x="334" y="3955"/>
                  </a:lnTo>
                  <a:cubicBezTo>
                    <a:pt x="447" y="3955"/>
                    <a:pt x="554" y="3889"/>
                    <a:pt x="601" y="3782"/>
                  </a:cubicBezTo>
                  <a:cubicBezTo>
                    <a:pt x="614" y="3749"/>
                    <a:pt x="1981" y="615"/>
                    <a:pt x="4035" y="581"/>
                  </a:cubicBezTo>
                  <a:cubicBezTo>
                    <a:pt x="4622" y="581"/>
                    <a:pt x="5089" y="735"/>
                    <a:pt x="5422" y="1061"/>
                  </a:cubicBezTo>
                  <a:cubicBezTo>
                    <a:pt x="6002" y="1621"/>
                    <a:pt x="6009" y="2502"/>
                    <a:pt x="6009" y="2515"/>
                  </a:cubicBezTo>
                  <a:cubicBezTo>
                    <a:pt x="6009" y="2708"/>
                    <a:pt x="6154" y="2805"/>
                    <a:pt x="6299" y="2805"/>
                  </a:cubicBezTo>
                  <a:cubicBezTo>
                    <a:pt x="6444" y="2805"/>
                    <a:pt x="6589" y="2708"/>
                    <a:pt x="6589" y="2515"/>
                  </a:cubicBezTo>
                  <a:cubicBezTo>
                    <a:pt x="6589" y="2468"/>
                    <a:pt x="6582" y="1388"/>
                    <a:pt x="5842" y="655"/>
                  </a:cubicBezTo>
                  <a:cubicBezTo>
                    <a:pt x="5396" y="215"/>
                    <a:pt x="4800" y="1"/>
                    <a:pt x="406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2" name="Google Shape;2095;p36"/>
            <p:cNvSpPr/>
            <p:nvPr/>
          </p:nvSpPr>
          <p:spPr>
            <a:xfrm>
              <a:off x="2724052" y="2200683"/>
              <a:ext cx="69617" cy="172939"/>
            </a:xfrm>
            <a:custGeom>
              <a:avLst/>
              <a:gdLst/>
              <a:ahLst/>
              <a:cxnLst/>
              <a:rect l="l" t="t" r="r" b="b"/>
              <a:pathLst>
                <a:path w="2489" h="6183" extrusionOk="0">
                  <a:moveTo>
                    <a:pt x="1189" y="1"/>
                  </a:moveTo>
                  <a:cubicBezTo>
                    <a:pt x="944" y="1"/>
                    <a:pt x="766" y="349"/>
                    <a:pt x="1021" y="534"/>
                  </a:cubicBezTo>
                  <a:cubicBezTo>
                    <a:pt x="1048" y="554"/>
                    <a:pt x="1655" y="914"/>
                    <a:pt x="1775" y="1968"/>
                  </a:cubicBezTo>
                  <a:cubicBezTo>
                    <a:pt x="1888" y="3028"/>
                    <a:pt x="1315" y="4322"/>
                    <a:pt x="108" y="5695"/>
                  </a:cubicBezTo>
                  <a:cubicBezTo>
                    <a:pt x="1" y="5822"/>
                    <a:pt x="14" y="6002"/>
                    <a:pt x="141" y="6115"/>
                  </a:cubicBezTo>
                  <a:cubicBezTo>
                    <a:pt x="188" y="6155"/>
                    <a:pt x="254" y="6175"/>
                    <a:pt x="321" y="6182"/>
                  </a:cubicBezTo>
                  <a:cubicBezTo>
                    <a:pt x="408" y="6182"/>
                    <a:pt x="488" y="6142"/>
                    <a:pt x="548" y="6082"/>
                  </a:cubicBezTo>
                  <a:cubicBezTo>
                    <a:pt x="1888" y="4542"/>
                    <a:pt x="2488" y="3135"/>
                    <a:pt x="2348" y="1888"/>
                  </a:cubicBezTo>
                  <a:cubicBezTo>
                    <a:pt x="2275" y="1174"/>
                    <a:pt x="1922" y="514"/>
                    <a:pt x="1361" y="60"/>
                  </a:cubicBezTo>
                  <a:cubicBezTo>
                    <a:pt x="1303" y="19"/>
                    <a:pt x="1244" y="1"/>
                    <a:pt x="11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3" name="Google Shape;2096;p36"/>
            <p:cNvSpPr/>
            <p:nvPr/>
          </p:nvSpPr>
          <p:spPr>
            <a:xfrm>
              <a:off x="2675943" y="2461419"/>
              <a:ext cx="92721" cy="79351"/>
            </a:xfrm>
            <a:custGeom>
              <a:avLst/>
              <a:gdLst/>
              <a:ahLst/>
              <a:cxnLst/>
              <a:rect l="l" t="t" r="r" b="b"/>
              <a:pathLst>
                <a:path w="3315" h="2837" extrusionOk="0">
                  <a:moveTo>
                    <a:pt x="1894" y="1"/>
                  </a:moveTo>
                  <a:cubicBezTo>
                    <a:pt x="627" y="1"/>
                    <a:pt x="1" y="1521"/>
                    <a:pt x="887" y="2415"/>
                  </a:cubicBezTo>
                  <a:cubicBezTo>
                    <a:pt x="1176" y="2706"/>
                    <a:pt x="1533" y="2836"/>
                    <a:pt x="1883" y="2836"/>
                  </a:cubicBezTo>
                  <a:cubicBezTo>
                    <a:pt x="2608" y="2836"/>
                    <a:pt x="3304" y="2278"/>
                    <a:pt x="3308" y="1428"/>
                  </a:cubicBezTo>
                  <a:cubicBezTo>
                    <a:pt x="3315" y="641"/>
                    <a:pt x="2675" y="1"/>
                    <a:pt x="1894" y="1"/>
                  </a:cubicBezTo>
                  <a:close/>
                </a:path>
              </a:pathLst>
            </a:custGeom>
            <a:solidFill>
              <a:srgbClr val="B39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4" name="Google Shape;2097;p36"/>
            <p:cNvSpPr/>
            <p:nvPr/>
          </p:nvSpPr>
          <p:spPr>
            <a:xfrm>
              <a:off x="2670153" y="2457280"/>
              <a:ext cx="102622" cy="87938"/>
            </a:xfrm>
            <a:custGeom>
              <a:avLst/>
              <a:gdLst/>
              <a:ahLst/>
              <a:cxnLst/>
              <a:rect l="l" t="t" r="r" b="b"/>
              <a:pathLst>
                <a:path w="3669" h="3144" extrusionOk="0">
                  <a:moveTo>
                    <a:pt x="2101" y="296"/>
                  </a:moveTo>
                  <a:cubicBezTo>
                    <a:pt x="2802" y="302"/>
                    <a:pt x="3368" y="869"/>
                    <a:pt x="3375" y="1569"/>
                  </a:cubicBezTo>
                  <a:cubicBezTo>
                    <a:pt x="3375" y="2341"/>
                    <a:pt x="2745" y="2850"/>
                    <a:pt x="2088" y="2850"/>
                  </a:cubicBezTo>
                  <a:cubicBezTo>
                    <a:pt x="1775" y="2850"/>
                    <a:pt x="1455" y="2735"/>
                    <a:pt x="1194" y="2476"/>
                  </a:cubicBezTo>
                  <a:cubicBezTo>
                    <a:pt x="394" y="1669"/>
                    <a:pt x="961" y="296"/>
                    <a:pt x="2101" y="296"/>
                  </a:cubicBezTo>
                  <a:close/>
                  <a:moveTo>
                    <a:pt x="2084" y="1"/>
                  </a:moveTo>
                  <a:cubicBezTo>
                    <a:pt x="1699" y="1"/>
                    <a:pt x="1307" y="144"/>
                    <a:pt x="988" y="462"/>
                  </a:cubicBezTo>
                  <a:cubicBezTo>
                    <a:pt x="1" y="1449"/>
                    <a:pt x="701" y="3143"/>
                    <a:pt x="2101" y="3143"/>
                  </a:cubicBezTo>
                  <a:cubicBezTo>
                    <a:pt x="2962" y="3143"/>
                    <a:pt x="3668" y="2436"/>
                    <a:pt x="3668" y="1576"/>
                  </a:cubicBezTo>
                  <a:cubicBezTo>
                    <a:pt x="3668" y="628"/>
                    <a:pt x="2892" y="1"/>
                    <a:pt x="208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5" name="Google Shape;2098;p36"/>
            <p:cNvSpPr/>
            <p:nvPr/>
          </p:nvSpPr>
          <p:spPr>
            <a:xfrm>
              <a:off x="1227824" y="1627885"/>
              <a:ext cx="1493654" cy="1475138"/>
            </a:xfrm>
            <a:custGeom>
              <a:avLst/>
              <a:gdLst/>
              <a:ahLst/>
              <a:cxnLst/>
              <a:rect l="l" t="t" r="r" b="b"/>
              <a:pathLst>
                <a:path w="53402" h="52740" extrusionOk="0">
                  <a:moveTo>
                    <a:pt x="34783" y="1"/>
                  </a:moveTo>
                  <a:cubicBezTo>
                    <a:pt x="34783" y="1"/>
                    <a:pt x="36070" y="3102"/>
                    <a:pt x="36317" y="6622"/>
                  </a:cubicBezTo>
                  <a:cubicBezTo>
                    <a:pt x="36317" y="6622"/>
                    <a:pt x="34406" y="6318"/>
                    <a:pt x="31392" y="6318"/>
                  </a:cubicBezTo>
                  <a:cubicBezTo>
                    <a:pt x="29774" y="6318"/>
                    <a:pt x="27837" y="6406"/>
                    <a:pt x="25708" y="6676"/>
                  </a:cubicBezTo>
                  <a:cubicBezTo>
                    <a:pt x="25708" y="6676"/>
                    <a:pt x="25134" y="3162"/>
                    <a:pt x="27141" y="1"/>
                  </a:cubicBezTo>
                  <a:lnTo>
                    <a:pt x="27141" y="1"/>
                  </a:lnTo>
                  <a:cubicBezTo>
                    <a:pt x="27015" y="141"/>
                    <a:pt x="24921" y="2495"/>
                    <a:pt x="24454" y="6502"/>
                  </a:cubicBezTo>
                  <a:cubicBezTo>
                    <a:pt x="24454" y="6502"/>
                    <a:pt x="20399" y="6889"/>
                    <a:pt x="17539" y="8430"/>
                  </a:cubicBezTo>
                  <a:cubicBezTo>
                    <a:pt x="17539" y="8430"/>
                    <a:pt x="17879" y="4295"/>
                    <a:pt x="22413" y="954"/>
                  </a:cubicBezTo>
                  <a:lnTo>
                    <a:pt x="22413" y="954"/>
                  </a:lnTo>
                  <a:cubicBezTo>
                    <a:pt x="22267" y="1021"/>
                    <a:pt x="17452" y="3068"/>
                    <a:pt x="15985" y="8830"/>
                  </a:cubicBezTo>
                  <a:cubicBezTo>
                    <a:pt x="15985" y="8830"/>
                    <a:pt x="13117" y="9103"/>
                    <a:pt x="11210" y="10810"/>
                  </a:cubicBezTo>
                  <a:cubicBezTo>
                    <a:pt x="11210" y="10810"/>
                    <a:pt x="9477" y="13938"/>
                    <a:pt x="9837" y="21826"/>
                  </a:cubicBezTo>
                  <a:cubicBezTo>
                    <a:pt x="9837" y="21826"/>
                    <a:pt x="7995" y="19480"/>
                    <a:pt x="5456" y="19480"/>
                  </a:cubicBezTo>
                  <a:cubicBezTo>
                    <a:pt x="5287" y="19480"/>
                    <a:pt x="5116" y="19491"/>
                    <a:pt x="4942" y="19513"/>
                  </a:cubicBezTo>
                  <a:cubicBezTo>
                    <a:pt x="2141" y="19873"/>
                    <a:pt x="1" y="22793"/>
                    <a:pt x="1428" y="27001"/>
                  </a:cubicBezTo>
                  <a:cubicBezTo>
                    <a:pt x="2716" y="30817"/>
                    <a:pt x="7212" y="32702"/>
                    <a:pt x="10306" y="32702"/>
                  </a:cubicBezTo>
                  <a:cubicBezTo>
                    <a:pt x="10624" y="32702"/>
                    <a:pt x="10927" y="32682"/>
                    <a:pt x="11210" y="32643"/>
                  </a:cubicBezTo>
                  <a:cubicBezTo>
                    <a:pt x="11210" y="32643"/>
                    <a:pt x="12771" y="36104"/>
                    <a:pt x="15985" y="38311"/>
                  </a:cubicBezTo>
                  <a:cubicBezTo>
                    <a:pt x="19206" y="40518"/>
                    <a:pt x="22347" y="41832"/>
                    <a:pt x="22807" y="42545"/>
                  </a:cubicBezTo>
                  <a:cubicBezTo>
                    <a:pt x="23267" y="43265"/>
                    <a:pt x="23474" y="44633"/>
                    <a:pt x="23134" y="47080"/>
                  </a:cubicBezTo>
                  <a:cubicBezTo>
                    <a:pt x="22793" y="49534"/>
                    <a:pt x="22773" y="50427"/>
                    <a:pt x="24781" y="51441"/>
                  </a:cubicBezTo>
                  <a:cubicBezTo>
                    <a:pt x="26315" y="52208"/>
                    <a:pt x="28016" y="52739"/>
                    <a:pt x="30036" y="52739"/>
                  </a:cubicBezTo>
                  <a:cubicBezTo>
                    <a:pt x="30668" y="52739"/>
                    <a:pt x="31331" y="52687"/>
                    <a:pt x="32029" y="52575"/>
                  </a:cubicBezTo>
                  <a:cubicBezTo>
                    <a:pt x="32816" y="52441"/>
                    <a:pt x="33370" y="52281"/>
                    <a:pt x="33750" y="52081"/>
                  </a:cubicBezTo>
                  <a:cubicBezTo>
                    <a:pt x="34803" y="51554"/>
                    <a:pt x="34583" y="50774"/>
                    <a:pt x="34363" y="49767"/>
                  </a:cubicBezTo>
                  <a:cubicBezTo>
                    <a:pt x="34070" y="48400"/>
                    <a:pt x="33823" y="44639"/>
                    <a:pt x="34543" y="44039"/>
                  </a:cubicBezTo>
                  <a:cubicBezTo>
                    <a:pt x="35263" y="43439"/>
                    <a:pt x="41172" y="43979"/>
                    <a:pt x="47280" y="39444"/>
                  </a:cubicBezTo>
                  <a:cubicBezTo>
                    <a:pt x="53402" y="34910"/>
                    <a:pt x="53168" y="23207"/>
                    <a:pt x="52148" y="17065"/>
                  </a:cubicBezTo>
                  <a:cubicBezTo>
                    <a:pt x="51795" y="14945"/>
                    <a:pt x="51041" y="12844"/>
                    <a:pt x="50127" y="10930"/>
                  </a:cubicBezTo>
                  <a:cubicBezTo>
                    <a:pt x="48394" y="7276"/>
                    <a:pt x="46106" y="4268"/>
                    <a:pt x="44953" y="2988"/>
                  </a:cubicBezTo>
                  <a:lnTo>
                    <a:pt x="44953" y="2988"/>
                  </a:lnTo>
                  <a:cubicBezTo>
                    <a:pt x="44953" y="2989"/>
                    <a:pt x="47373" y="6863"/>
                    <a:pt x="47280" y="7576"/>
                  </a:cubicBezTo>
                  <a:cubicBezTo>
                    <a:pt x="47280" y="7576"/>
                    <a:pt x="43668" y="6687"/>
                    <a:pt x="39646" y="6687"/>
                  </a:cubicBezTo>
                  <a:cubicBezTo>
                    <a:pt x="39125" y="6687"/>
                    <a:pt x="38598" y="6702"/>
                    <a:pt x="38071" y="6736"/>
                  </a:cubicBezTo>
                  <a:cubicBezTo>
                    <a:pt x="38071" y="6736"/>
                    <a:pt x="36924" y="2441"/>
                    <a:pt x="34783" y="1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6" name="Google Shape;2099;p36"/>
            <p:cNvSpPr/>
            <p:nvPr/>
          </p:nvSpPr>
          <p:spPr>
            <a:xfrm>
              <a:off x="1239572" y="1585175"/>
              <a:ext cx="1481347" cy="1526099"/>
            </a:xfrm>
            <a:custGeom>
              <a:avLst/>
              <a:gdLst/>
              <a:ahLst/>
              <a:cxnLst/>
              <a:rect l="l" t="t" r="r" b="b"/>
              <a:pathLst>
                <a:path w="52962" h="54562" extrusionOk="0">
                  <a:moveTo>
                    <a:pt x="35290" y="3335"/>
                  </a:moveTo>
                  <a:cubicBezTo>
                    <a:pt x="36631" y="5622"/>
                    <a:pt x="37357" y="8303"/>
                    <a:pt x="37364" y="8336"/>
                  </a:cubicBezTo>
                  <a:lnTo>
                    <a:pt x="37431" y="8570"/>
                  </a:lnTo>
                  <a:lnTo>
                    <a:pt x="37664" y="8556"/>
                  </a:lnTo>
                  <a:cubicBezTo>
                    <a:pt x="38190" y="8522"/>
                    <a:pt x="38718" y="8507"/>
                    <a:pt x="39239" y="8507"/>
                  </a:cubicBezTo>
                  <a:cubicBezTo>
                    <a:pt x="43176" y="8507"/>
                    <a:pt x="46758" y="9372"/>
                    <a:pt x="46793" y="9390"/>
                  </a:cubicBezTo>
                  <a:lnTo>
                    <a:pt x="47113" y="9463"/>
                  </a:lnTo>
                  <a:lnTo>
                    <a:pt x="47153" y="9136"/>
                  </a:lnTo>
                  <a:cubicBezTo>
                    <a:pt x="47187" y="8916"/>
                    <a:pt x="47027" y="8470"/>
                    <a:pt x="46793" y="7936"/>
                  </a:cubicBezTo>
                  <a:lnTo>
                    <a:pt x="46793" y="7936"/>
                  </a:lnTo>
                  <a:cubicBezTo>
                    <a:pt x="47787" y="9423"/>
                    <a:pt x="48680" y="10970"/>
                    <a:pt x="49454" y="12584"/>
                  </a:cubicBezTo>
                  <a:cubicBezTo>
                    <a:pt x="50454" y="14698"/>
                    <a:pt x="51128" y="16738"/>
                    <a:pt x="51435" y="18639"/>
                  </a:cubicBezTo>
                  <a:cubicBezTo>
                    <a:pt x="52455" y="24787"/>
                    <a:pt x="52595" y="36357"/>
                    <a:pt x="46693" y="40738"/>
                  </a:cubicBezTo>
                  <a:cubicBezTo>
                    <a:pt x="42285" y="44006"/>
                    <a:pt x="37998" y="44599"/>
                    <a:pt x="35697" y="44926"/>
                  </a:cubicBezTo>
                  <a:cubicBezTo>
                    <a:pt x="34730" y="45059"/>
                    <a:pt x="34197" y="45133"/>
                    <a:pt x="33943" y="45339"/>
                  </a:cubicBezTo>
                  <a:cubicBezTo>
                    <a:pt x="33023" y="46113"/>
                    <a:pt x="33416" y="50214"/>
                    <a:pt x="33656" y="51361"/>
                  </a:cubicBezTo>
                  <a:lnTo>
                    <a:pt x="33683" y="51474"/>
                  </a:lnTo>
                  <a:cubicBezTo>
                    <a:pt x="33910" y="52495"/>
                    <a:pt x="33977" y="52961"/>
                    <a:pt x="33196" y="53348"/>
                  </a:cubicBezTo>
                  <a:cubicBezTo>
                    <a:pt x="32830" y="53541"/>
                    <a:pt x="32289" y="53695"/>
                    <a:pt x="31563" y="53808"/>
                  </a:cubicBezTo>
                  <a:cubicBezTo>
                    <a:pt x="30885" y="53922"/>
                    <a:pt x="30226" y="53979"/>
                    <a:pt x="29579" y="53979"/>
                  </a:cubicBezTo>
                  <a:cubicBezTo>
                    <a:pt x="27830" y="53979"/>
                    <a:pt x="26174" y="53560"/>
                    <a:pt x="24494" y="52708"/>
                  </a:cubicBezTo>
                  <a:cubicBezTo>
                    <a:pt x="22647" y="51768"/>
                    <a:pt x="22660" y="51041"/>
                    <a:pt x="23007" y="48647"/>
                  </a:cubicBezTo>
                  <a:cubicBezTo>
                    <a:pt x="23320" y="46400"/>
                    <a:pt x="23194" y="44806"/>
                    <a:pt x="22627" y="43926"/>
                  </a:cubicBezTo>
                  <a:cubicBezTo>
                    <a:pt x="22353" y="43492"/>
                    <a:pt x="21440" y="42972"/>
                    <a:pt x="20046" y="42198"/>
                  </a:cubicBezTo>
                  <a:cubicBezTo>
                    <a:pt x="18812" y="41512"/>
                    <a:pt x="17285" y="40665"/>
                    <a:pt x="15725" y="39598"/>
                  </a:cubicBezTo>
                  <a:cubicBezTo>
                    <a:pt x="12617" y="37464"/>
                    <a:pt x="11077" y="34083"/>
                    <a:pt x="11057" y="34050"/>
                  </a:cubicBezTo>
                  <a:lnTo>
                    <a:pt x="10970" y="33856"/>
                  </a:lnTo>
                  <a:lnTo>
                    <a:pt x="10750" y="33890"/>
                  </a:lnTo>
                  <a:cubicBezTo>
                    <a:pt x="10384" y="33940"/>
                    <a:pt x="10021" y="33964"/>
                    <a:pt x="9662" y="33964"/>
                  </a:cubicBezTo>
                  <a:cubicBezTo>
                    <a:pt x="5610" y="33964"/>
                    <a:pt x="2120" y="30910"/>
                    <a:pt x="1281" y="28435"/>
                  </a:cubicBezTo>
                  <a:cubicBezTo>
                    <a:pt x="608" y="26461"/>
                    <a:pt x="708" y="24620"/>
                    <a:pt x="1554" y="23253"/>
                  </a:cubicBezTo>
                  <a:cubicBezTo>
                    <a:pt x="2215" y="22186"/>
                    <a:pt x="3315" y="21480"/>
                    <a:pt x="4555" y="21326"/>
                  </a:cubicBezTo>
                  <a:cubicBezTo>
                    <a:pt x="4715" y="21306"/>
                    <a:pt x="4872" y="21297"/>
                    <a:pt x="5027" y="21297"/>
                  </a:cubicBezTo>
                  <a:cubicBezTo>
                    <a:pt x="7400" y="21297"/>
                    <a:pt x="9165" y="23508"/>
                    <a:pt x="9190" y="23534"/>
                  </a:cubicBezTo>
                  <a:lnTo>
                    <a:pt x="9750" y="24254"/>
                  </a:lnTo>
                  <a:lnTo>
                    <a:pt x="9710" y="23340"/>
                  </a:lnTo>
                  <a:cubicBezTo>
                    <a:pt x="9383" y="16125"/>
                    <a:pt x="10830" y="12917"/>
                    <a:pt x="11024" y="12524"/>
                  </a:cubicBezTo>
                  <a:cubicBezTo>
                    <a:pt x="12831" y="10930"/>
                    <a:pt x="15565" y="10650"/>
                    <a:pt x="15592" y="10650"/>
                  </a:cubicBezTo>
                  <a:lnTo>
                    <a:pt x="15792" y="10623"/>
                  </a:lnTo>
                  <a:lnTo>
                    <a:pt x="15845" y="10430"/>
                  </a:lnTo>
                  <a:cubicBezTo>
                    <a:pt x="16385" y="8263"/>
                    <a:pt x="17545" y="6296"/>
                    <a:pt x="19179" y="4769"/>
                  </a:cubicBezTo>
                  <a:lnTo>
                    <a:pt x="19179" y="4769"/>
                  </a:lnTo>
                  <a:cubicBezTo>
                    <a:pt x="17059" y="7396"/>
                    <a:pt x="16832" y="9797"/>
                    <a:pt x="16825" y="9930"/>
                  </a:cubicBezTo>
                  <a:lnTo>
                    <a:pt x="16779" y="10463"/>
                  </a:lnTo>
                  <a:lnTo>
                    <a:pt x="17252" y="10217"/>
                  </a:lnTo>
                  <a:cubicBezTo>
                    <a:pt x="20026" y="8723"/>
                    <a:pt x="24027" y="8323"/>
                    <a:pt x="24061" y="8323"/>
                  </a:cubicBezTo>
                  <a:lnTo>
                    <a:pt x="24294" y="8296"/>
                  </a:lnTo>
                  <a:lnTo>
                    <a:pt x="24327" y="8063"/>
                  </a:lnTo>
                  <a:cubicBezTo>
                    <a:pt x="24454" y="6969"/>
                    <a:pt x="24721" y="5896"/>
                    <a:pt x="25114" y="4869"/>
                  </a:cubicBezTo>
                  <a:lnTo>
                    <a:pt x="25114" y="4869"/>
                  </a:lnTo>
                  <a:cubicBezTo>
                    <a:pt x="24761" y="6722"/>
                    <a:pt x="24987" y="8163"/>
                    <a:pt x="25001" y="8256"/>
                  </a:cubicBezTo>
                  <a:lnTo>
                    <a:pt x="25047" y="8530"/>
                  </a:lnTo>
                  <a:lnTo>
                    <a:pt x="25328" y="8496"/>
                  </a:lnTo>
                  <a:cubicBezTo>
                    <a:pt x="27437" y="8228"/>
                    <a:pt x="29365" y="8140"/>
                    <a:pt x="30978" y="8140"/>
                  </a:cubicBezTo>
                  <a:cubicBezTo>
                    <a:pt x="33929" y="8140"/>
                    <a:pt x="35827" y="8432"/>
                    <a:pt x="35857" y="8436"/>
                  </a:cubicBezTo>
                  <a:lnTo>
                    <a:pt x="36217" y="8490"/>
                  </a:lnTo>
                  <a:lnTo>
                    <a:pt x="36190" y="8129"/>
                  </a:lnTo>
                  <a:cubicBezTo>
                    <a:pt x="36057" y="6502"/>
                    <a:pt x="35757" y="4895"/>
                    <a:pt x="35290" y="3335"/>
                  </a:cubicBezTo>
                  <a:close/>
                  <a:moveTo>
                    <a:pt x="33416" y="1"/>
                  </a:moveTo>
                  <a:lnTo>
                    <a:pt x="34097" y="1634"/>
                  </a:lnTo>
                  <a:cubicBezTo>
                    <a:pt x="34110" y="1668"/>
                    <a:pt x="35284" y="4528"/>
                    <a:pt x="35584" y="7816"/>
                  </a:cubicBezTo>
                  <a:cubicBezTo>
                    <a:pt x="34894" y="7726"/>
                    <a:pt x="33257" y="7560"/>
                    <a:pt x="31021" y="7560"/>
                  </a:cubicBezTo>
                  <a:cubicBezTo>
                    <a:pt x="29451" y="7560"/>
                    <a:pt x="27586" y="7642"/>
                    <a:pt x="25548" y="7889"/>
                  </a:cubicBezTo>
                  <a:cubicBezTo>
                    <a:pt x="25461" y="7016"/>
                    <a:pt x="25354" y="4215"/>
                    <a:pt x="26975" y="1688"/>
                  </a:cubicBezTo>
                  <a:lnTo>
                    <a:pt x="26515" y="1334"/>
                  </a:lnTo>
                  <a:cubicBezTo>
                    <a:pt x="26421" y="1434"/>
                    <a:pt x="24314" y="3768"/>
                    <a:pt x="23780" y="7763"/>
                  </a:cubicBezTo>
                  <a:cubicBezTo>
                    <a:pt x="22920" y="7863"/>
                    <a:pt x="19946" y="8283"/>
                    <a:pt x="17505" y="9436"/>
                  </a:cubicBezTo>
                  <a:cubicBezTo>
                    <a:pt x="17759" y="8229"/>
                    <a:pt x="18746" y="5235"/>
                    <a:pt x="22173" y="2715"/>
                  </a:cubicBezTo>
                  <a:lnTo>
                    <a:pt x="24027" y="1341"/>
                  </a:lnTo>
                  <a:lnTo>
                    <a:pt x="21887" y="2208"/>
                  </a:lnTo>
                  <a:cubicBezTo>
                    <a:pt x="21840" y="2228"/>
                    <a:pt x="16912" y="4288"/>
                    <a:pt x="15338" y="10090"/>
                  </a:cubicBezTo>
                  <a:cubicBezTo>
                    <a:pt x="14625" y="10190"/>
                    <a:pt x="12277" y="10610"/>
                    <a:pt x="10604" y="12124"/>
                  </a:cubicBezTo>
                  <a:lnTo>
                    <a:pt x="10557" y="12157"/>
                  </a:lnTo>
                  <a:lnTo>
                    <a:pt x="10537" y="12197"/>
                  </a:lnTo>
                  <a:cubicBezTo>
                    <a:pt x="10470" y="12331"/>
                    <a:pt x="8883" y="15271"/>
                    <a:pt x="9103" y="22573"/>
                  </a:cubicBezTo>
                  <a:cubicBezTo>
                    <a:pt x="8352" y="21846"/>
                    <a:pt x="6885" y="20717"/>
                    <a:pt x="5052" y="20717"/>
                  </a:cubicBezTo>
                  <a:cubicBezTo>
                    <a:pt x="4868" y="20717"/>
                    <a:pt x="4680" y="20728"/>
                    <a:pt x="4489" y="20753"/>
                  </a:cubicBezTo>
                  <a:cubicBezTo>
                    <a:pt x="3075" y="20933"/>
                    <a:pt x="1821" y="21733"/>
                    <a:pt x="1068" y="22940"/>
                  </a:cubicBezTo>
                  <a:cubicBezTo>
                    <a:pt x="121" y="24460"/>
                    <a:pt x="1" y="26474"/>
                    <a:pt x="734" y="28622"/>
                  </a:cubicBezTo>
                  <a:cubicBezTo>
                    <a:pt x="2054" y="32511"/>
                    <a:pt x="6646" y="34525"/>
                    <a:pt x="9895" y="34525"/>
                  </a:cubicBezTo>
                  <a:cubicBezTo>
                    <a:pt x="10144" y="34525"/>
                    <a:pt x="10386" y="34514"/>
                    <a:pt x="10617" y="34490"/>
                  </a:cubicBezTo>
                  <a:cubicBezTo>
                    <a:pt x="11004" y="35263"/>
                    <a:pt x="12551" y="38124"/>
                    <a:pt x="15405" y="40078"/>
                  </a:cubicBezTo>
                  <a:cubicBezTo>
                    <a:pt x="16979" y="41158"/>
                    <a:pt x="18592" y="42058"/>
                    <a:pt x="19759" y="42705"/>
                  </a:cubicBezTo>
                  <a:cubicBezTo>
                    <a:pt x="20926" y="43359"/>
                    <a:pt x="21947" y="43926"/>
                    <a:pt x="22140" y="44232"/>
                  </a:cubicBezTo>
                  <a:cubicBezTo>
                    <a:pt x="22480" y="44759"/>
                    <a:pt x="22807" y="45939"/>
                    <a:pt x="22427" y="48567"/>
                  </a:cubicBezTo>
                  <a:cubicBezTo>
                    <a:pt x="22087" y="50994"/>
                    <a:pt x="22027" y="52101"/>
                    <a:pt x="24241" y="53228"/>
                  </a:cubicBezTo>
                  <a:cubicBezTo>
                    <a:pt x="26008" y="54122"/>
                    <a:pt x="27748" y="54562"/>
                    <a:pt x="29589" y="54562"/>
                  </a:cubicBezTo>
                  <a:cubicBezTo>
                    <a:pt x="30282" y="54555"/>
                    <a:pt x="30976" y="54495"/>
                    <a:pt x="31656" y="54382"/>
                  </a:cubicBezTo>
                  <a:cubicBezTo>
                    <a:pt x="32449" y="54255"/>
                    <a:pt x="33043" y="54088"/>
                    <a:pt x="33463" y="53875"/>
                  </a:cubicBezTo>
                  <a:cubicBezTo>
                    <a:pt x="34677" y="53255"/>
                    <a:pt x="34457" y="52281"/>
                    <a:pt x="34257" y="51348"/>
                  </a:cubicBezTo>
                  <a:lnTo>
                    <a:pt x="34230" y="51234"/>
                  </a:lnTo>
                  <a:cubicBezTo>
                    <a:pt x="33883" y="49640"/>
                    <a:pt x="33796" y="46226"/>
                    <a:pt x="34317" y="45786"/>
                  </a:cubicBezTo>
                  <a:cubicBezTo>
                    <a:pt x="34443" y="45679"/>
                    <a:pt x="35124" y="45593"/>
                    <a:pt x="35777" y="45499"/>
                  </a:cubicBezTo>
                  <a:cubicBezTo>
                    <a:pt x="38124" y="45173"/>
                    <a:pt x="42512" y="44566"/>
                    <a:pt x="47033" y="41205"/>
                  </a:cubicBezTo>
                  <a:cubicBezTo>
                    <a:pt x="49814" y="39144"/>
                    <a:pt x="51561" y="35583"/>
                    <a:pt x="52261" y="30429"/>
                  </a:cubicBezTo>
                  <a:cubicBezTo>
                    <a:pt x="52962" y="25267"/>
                    <a:pt x="52335" y="20493"/>
                    <a:pt x="52015" y="18539"/>
                  </a:cubicBezTo>
                  <a:cubicBezTo>
                    <a:pt x="51688" y="16592"/>
                    <a:pt x="51001" y="14498"/>
                    <a:pt x="49981" y="12331"/>
                  </a:cubicBezTo>
                  <a:cubicBezTo>
                    <a:pt x="48354" y="8916"/>
                    <a:pt x="46153" y="5882"/>
                    <a:pt x="44753" y="4315"/>
                  </a:cubicBezTo>
                  <a:lnTo>
                    <a:pt x="44286" y="4662"/>
                  </a:lnTo>
                  <a:cubicBezTo>
                    <a:pt x="45226" y="6169"/>
                    <a:pt x="46213" y="7936"/>
                    <a:pt x="46493" y="8723"/>
                  </a:cubicBezTo>
                  <a:cubicBezTo>
                    <a:pt x="45404" y="8495"/>
                    <a:pt x="42425" y="7927"/>
                    <a:pt x="39214" y="7927"/>
                  </a:cubicBezTo>
                  <a:cubicBezTo>
                    <a:pt x="38767" y="7927"/>
                    <a:pt x="38316" y="7938"/>
                    <a:pt x="37864" y="7963"/>
                  </a:cubicBezTo>
                  <a:cubicBezTo>
                    <a:pt x="37598" y="7022"/>
                    <a:pt x="36491" y="3502"/>
                    <a:pt x="34583" y="1334"/>
                  </a:cubicBezTo>
                  <a:lnTo>
                    <a:pt x="33416" y="1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7" name="Google Shape;2100;p36"/>
            <p:cNvSpPr/>
            <p:nvPr/>
          </p:nvSpPr>
          <p:spPr>
            <a:xfrm>
              <a:off x="1227629" y="1627885"/>
              <a:ext cx="1402472" cy="1475166"/>
            </a:xfrm>
            <a:custGeom>
              <a:avLst/>
              <a:gdLst/>
              <a:ahLst/>
              <a:cxnLst/>
              <a:rect l="l" t="t" r="r" b="b"/>
              <a:pathLst>
                <a:path w="50142" h="52741" extrusionOk="0">
                  <a:moveTo>
                    <a:pt x="7710" y="21242"/>
                  </a:moveTo>
                  <a:cubicBezTo>
                    <a:pt x="8305" y="21242"/>
                    <a:pt x="8909" y="21394"/>
                    <a:pt x="9470" y="21733"/>
                  </a:cubicBezTo>
                  <a:cubicBezTo>
                    <a:pt x="11651" y="23060"/>
                    <a:pt x="11824" y="26781"/>
                    <a:pt x="10617" y="28762"/>
                  </a:cubicBezTo>
                  <a:cubicBezTo>
                    <a:pt x="10021" y="29727"/>
                    <a:pt x="8988" y="30533"/>
                    <a:pt x="7869" y="30533"/>
                  </a:cubicBezTo>
                  <a:cubicBezTo>
                    <a:pt x="7774" y="30533"/>
                    <a:pt x="7679" y="30527"/>
                    <a:pt x="7583" y="30515"/>
                  </a:cubicBezTo>
                  <a:cubicBezTo>
                    <a:pt x="6356" y="30369"/>
                    <a:pt x="5449" y="29248"/>
                    <a:pt x="4869" y="28148"/>
                  </a:cubicBezTo>
                  <a:cubicBezTo>
                    <a:pt x="4282" y="27048"/>
                    <a:pt x="3895" y="25914"/>
                    <a:pt x="3955" y="24714"/>
                  </a:cubicBezTo>
                  <a:cubicBezTo>
                    <a:pt x="4067" y="22742"/>
                    <a:pt x="5845" y="21242"/>
                    <a:pt x="7710" y="21242"/>
                  </a:cubicBezTo>
                  <a:close/>
                  <a:moveTo>
                    <a:pt x="34790" y="1"/>
                  </a:moveTo>
                  <a:cubicBezTo>
                    <a:pt x="34790" y="1"/>
                    <a:pt x="36077" y="3102"/>
                    <a:pt x="36324" y="6616"/>
                  </a:cubicBezTo>
                  <a:cubicBezTo>
                    <a:pt x="36324" y="6616"/>
                    <a:pt x="34426" y="6316"/>
                    <a:pt x="31429" y="6316"/>
                  </a:cubicBezTo>
                  <a:cubicBezTo>
                    <a:pt x="29804" y="6316"/>
                    <a:pt x="27857" y="6404"/>
                    <a:pt x="25715" y="6676"/>
                  </a:cubicBezTo>
                  <a:cubicBezTo>
                    <a:pt x="25715" y="6676"/>
                    <a:pt x="25141" y="3162"/>
                    <a:pt x="27148" y="1"/>
                  </a:cubicBezTo>
                  <a:lnTo>
                    <a:pt x="27148" y="1"/>
                  </a:lnTo>
                  <a:cubicBezTo>
                    <a:pt x="27022" y="141"/>
                    <a:pt x="24934" y="2495"/>
                    <a:pt x="24468" y="6502"/>
                  </a:cubicBezTo>
                  <a:cubicBezTo>
                    <a:pt x="24468" y="6502"/>
                    <a:pt x="20406" y="6883"/>
                    <a:pt x="17546" y="8430"/>
                  </a:cubicBezTo>
                  <a:cubicBezTo>
                    <a:pt x="17546" y="8430"/>
                    <a:pt x="17886" y="4295"/>
                    <a:pt x="22420" y="948"/>
                  </a:cubicBezTo>
                  <a:lnTo>
                    <a:pt x="22420" y="948"/>
                  </a:lnTo>
                  <a:cubicBezTo>
                    <a:pt x="22274" y="1014"/>
                    <a:pt x="17466" y="3068"/>
                    <a:pt x="15999" y="8830"/>
                  </a:cubicBezTo>
                  <a:cubicBezTo>
                    <a:pt x="15999" y="8830"/>
                    <a:pt x="13131" y="9103"/>
                    <a:pt x="11217" y="10810"/>
                  </a:cubicBezTo>
                  <a:cubicBezTo>
                    <a:pt x="11217" y="10810"/>
                    <a:pt x="9484" y="13938"/>
                    <a:pt x="9844" y="21826"/>
                  </a:cubicBezTo>
                  <a:cubicBezTo>
                    <a:pt x="9844" y="21826"/>
                    <a:pt x="8014" y="19480"/>
                    <a:pt x="5465" y="19480"/>
                  </a:cubicBezTo>
                  <a:cubicBezTo>
                    <a:pt x="5296" y="19480"/>
                    <a:pt x="5124" y="19491"/>
                    <a:pt x="4949" y="19513"/>
                  </a:cubicBezTo>
                  <a:cubicBezTo>
                    <a:pt x="2142" y="19873"/>
                    <a:pt x="1" y="22793"/>
                    <a:pt x="1435" y="27001"/>
                  </a:cubicBezTo>
                  <a:cubicBezTo>
                    <a:pt x="2735" y="30817"/>
                    <a:pt x="7221" y="32702"/>
                    <a:pt x="10313" y="32702"/>
                  </a:cubicBezTo>
                  <a:cubicBezTo>
                    <a:pt x="10631" y="32702"/>
                    <a:pt x="10934" y="32682"/>
                    <a:pt x="11217" y="32643"/>
                  </a:cubicBezTo>
                  <a:cubicBezTo>
                    <a:pt x="11217" y="32643"/>
                    <a:pt x="12771" y="36104"/>
                    <a:pt x="15999" y="38311"/>
                  </a:cubicBezTo>
                  <a:cubicBezTo>
                    <a:pt x="19219" y="40518"/>
                    <a:pt x="22354" y="41832"/>
                    <a:pt x="22814" y="42545"/>
                  </a:cubicBezTo>
                  <a:cubicBezTo>
                    <a:pt x="23274" y="43259"/>
                    <a:pt x="23487" y="44639"/>
                    <a:pt x="23141" y="47080"/>
                  </a:cubicBezTo>
                  <a:cubicBezTo>
                    <a:pt x="22787" y="49520"/>
                    <a:pt x="22800" y="50421"/>
                    <a:pt x="24788" y="51441"/>
                  </a:cubicBezTo>
                  <a:cubicBezTo>
                    <a:pt x="26305" y="52212"/>
                    <a:pt x="28011" y="52740"/>
                    <a:pt x="30032" y="52740"/>
                  </a:cubicBezTo>
                  <a:cubicBezTo>
                    <a:pt x="30668" y="52740"/>
                    <a:pt x="31334" y="52688"/>
                    <a:pt x="32036" y="52575"/>
                  </a:cubicBezTo>
                  <a:cubicBezTo>
                    <a:pt x="32823" y="52441"/>
                    <a:pt x="33377" y="52281"/>
                    <a:pt x="33757" y="52081"/>
                  </a:cubicBezTo>
                  <a:cubicBezTo>
                    <a:pt x="32910" y="51841"/>
                    <a:pt x="31970" y="51754"/>
                    <a:pt x="31089" y="51741"/>
                  </a:cubicBezTo>
                  <a:cubicBezTo>
                    <a:pt x="29182" y="51688"/>
                    <a:pt x="27022" y="51641"/>
                    <a:pt x="25755" y="50214"/>
                  </a:cubicBezTo>
                  <a:cubicBezTo>
                    <a:pt x="24107" y="48347"/>
                    <a:pt x="25034" y="45413"/>
                    <a:pt x="24368" y="43012"/>
                  </a:cubicBezTo>
                  <a:cubicBezTo>
                    <a:pt x="23814" y="40998"/>
                    <a:pt x="22174" y="39498"/>
                    <a:pt x="20953" y="37784"/>
                  </a:cubicBezTo>
                  <a:cubicBezTo>
                    <a:pt x="17332" y="32669"/>
                    <a:pt x="17646" y="25834"/>
                    <a:pt x="18119" y="19573"/>
                  </a:cubicBezTo>
                  <a:cubicBezTo>
                    <a:pt x="18399" y="15932"/>
                    <a:pt x="18873" y="11877"/>
                    <a:pt x="21673" y="9537"/>
                  </a:cubicBezTo>
                  <a:cubicBezTo>
                    <a:pt x="23941" y="7643"/>
                    <a:pt x="27135" y="7409"/>
                    <a:pt x="30089" y="7409"/>
                  </a:cubicBezTo>
                  <a:cubicBezTo>
                    <a:pt x="30186" y="7409"/>
                    <a:pt x="30283" y="7409"/>
                    <a:pt x="30380" y="7409"/>
                  </a:cubicBezTo>
                  <a:cubicBezTo>
                    <a:pt x="35141" y="7409"/>
                    <a:pt x="40146" y="7576"/>
                    <a:pt x="44793" y="8570"/>
                  </a:cubicBezTo>
                  <a:cubicBezTo>
                    <a:pt x="46327" y="8896"/>
                    <a:pt x="48214" y="9997"/>
                    <a:pt x="50141" y="10930"/>
                  </a:cubicBezTo>
                  <a:cubicBezTo>
                    <a:pt x="48407" y="7276"/>
                    <a:pt x="46113" y="4268"/>
                    <a:pt x="44960" y="2981"/>
                  </a:cubicBezTo>
                  <a:lnTo>
                    <a:pt x="44960" y="2981"/>
                  </a:lnTo>
                  <a:cubicBezTo>
                    <a:pt x="44960" y="2982"/>
                    <a:pt x="47380" y="6863"/>
                    <a:pt x="47287" y="7576"/>
                  </a:cubicBezTo>
                  <a:cubicBezTo>
                    <a:pt x="47287" y="7576"/>
                    <a:pt x="43675" y="6687"/>
                    <a:pt x="39653" y="6687"/>
                  </a:cubicBezTo>
                  <a:cubicBezTo>
                    <a:pt x="39132" y="6687"/>
                    <a:pt x="38605" y="6702"/>
                    <a:pt x="38078" y="6736"/>
                  </a:cubicBezTo>
                  <a:cubicBezTo>
                    <a:pt x="38078" y="6736"/>
                    <a:pt x="36938" y="2441"/>
                    <a:pt x="34790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8" name="Google Shape;2101;p36"/>
            <p:cNvSpPr/>
            <p:nvPr/>
          </p:nvSpPr>
          <p:spPr>
            <a:xfrm>
              <a:off x="1655514" y="2022374"/>
              <a:ext cx="23886" cy="198671"/>
            </a:xfrm>
            <a:custGeom>
              <a:avLst/>
              <a:gdLst/>
              <a:ahLst/>
              <a:cxnLst/>
              <a:rect l="l" t="t" r="r" b="b"/>
              <a:pathLst>
                <a:path w="854" h="7103" extrusionOk="0">
                  <a:moveTo>
                    <a:pt x="854" y="0"/>
                  </a:moveTo>
                  <a:lnTo>
                    <a:pt x="854" y="0"/>
                  </a:lnTo>
                  <a:cubicBezTo>
                    <a:pt x="314" y="1094"/>
                    <a:pt x="54" y="2321"/>
                    <a:pt x="34" y="3541"/>
                  </a:cubicBezTo>
                  <a:cubicBezTo>
                    <a:pt x="0" y="4768"/>
                    <a:pt x="247" y="5982"/>
                    <a:pt x="747" y="7102"/>
                  </a:cubicBezTo>
                  <a:cubicBezTo>
                    <a:pt x="447" y="5942"/>
                    <a:pt x="307" y="4742"/>
                    <a:pt x="320" y="3541"/>
                  </a:cubicBezTo>
                  <a:cubicBezTo>
                    <a:pt x="347" y="2341"/>
                    <a:pt x="527" y="1154"/>
                    <a:pt x="85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9" name="Google Shape;2102;p36"/>
            <p:cNvSpPr/>
            <p:nvPr/>
          </p:nvSpPr>
          <p:spPr>
            <a:xfrm>
              <a:off x="1661108" y="2282188"/>
              <a:ext cx="59352" cy="397873"/>
            </a:xfrm>
            <a:custGeom>
              <a:avLst/>
              <a:gdLst/>
              <a:ahLst/>
              <a:cxnLst/>
              <a:rect l="l" t="t" r="r" b="b"/>
              <a:pathLst>
                <a:path w="2122" h="14225" extrusionOk="0">
                  <a:moveTo>
                    <a:pt x="341" y="1"/>
                  </a:moveTo>
                  <a:cubicBezTo>
                    <a:pt x="0" y="2381"/>
                    <a:pt x="154" y="4822"/>
                    <a:pt x="534" y="7189"/>
                  </a:cubicBezTo>
                  <a:cubicBezTo>
                    <a:pt x="721" y="8383"/>
                    <a:pt x="954" y="9556"/>
                    <a:pt x="1214" y="10737"/>
                  </a:cubicBezTo>
                  <a:cubicBezTo>
                    <a:pt x="1354" y="11317"/>
                    <a:pt x="1481" y="11904"/>
                    <a:pt x="1641" y="12484"/>
                  </a:cubicBezTo>
                  <a:cubicBezTo>
                    <a:pt x="1801" y="13071"/>
                    <a:pt x="1954" y="13651"/>
                    <a:pt x="2121" y="14224"/>
                  </a:cubicBezTo>
                  <a:cubicBezTo>
                    <a:pt x="1901" y="13044"/>
                    <a:pt x="1654" y="11877"/>
                    <a:pt x="1441" y="10690"/>
                  </a:cubicBezTo>
                  <a:cubicBezTo>
                    <a:pt x="1221" y="9510"/>
                    <a:pt x="1001" y="8336"/>
                    <a:pt x="814" y="7149"/>
                  </a:cubicBezTo>
                  <a:cubicBezTo>
                    <a:pt x="441" y="4782"/>
                    <a:pt x="221" y="2401"/>
                    <a:pt x="34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0" name="Google Shape;2103;p36"/>
            <p:cNvSpPr/>
            <p:nvPr/>
          </p:nvSpPr>
          <p:spPr>
            <a:xfrm>
              <a:off x="1281163" y="2198837"/>
              <a:ext cx="76498" cy="115097"/>
            </a:xfrm>
            <a:custGeom>
              <a:avLst/>
              <a:gdLst/>
              <a:ahLst/>
              <a:cxnLst/>
              <a:rect l="l" t="t" r="r" b="b"/>
              <a:pathLst>
                <a:path w="2735" h="4115" extrusionOk="0">
                  <a:moveTo>
                    <a:pt x="2498" y="0"/>
                  </a:moveTo>
                  <a:cubicBezTo>
                    <a:pt x="2128" y="0"/>
                    <a:pt x="1752" y="179"/>
                    <a:pt x="1461" y="420"/>
                  </a:cubicBezTo>
                  <a:cubicBezTo>
                    <a:pt x="1121" y="720"/>
                    <a:pt x="834" y="1087"/>
                    <a:pt x="628" y="1493"/>
                  </a:cubicBezTo>
                  <a:cubicBezTo>
                    <a:pt x="208" y="2294"/>
                    <a:pt x="1" y="3221"/>
                    <a:pt x="121" y="4114"/>
                  </a:cubicBezTo>
                  <a:cubicBezTo>
                    <a:pt x="221" y="3247"/>
                    <a:pt x="481" y="2407"/>
                    <a:pt x="888" y="1634"/>
                  </a:cubicBezTo>
                  <a:cubicBezTo>
                    <a:pt x="1074" y="1247"/>
                    <a:pt x="1321" y="893"/>
                    <a:pt x="1621" y="587"/>
                  </a:cubicBezTo>
                  <a:cubicBezTo>
                    <a:pt x="1908" y="287"/>
                    <a:pt x="2288" y="46"/>
                    <a:pt x="2735" y="26"/>
                  </a:cubicBezTo>
                  <a:cubicBezTo>
                    <a:pt x="2657" y="9"/>
                    <a:pt x="2577" y="0"/>
                    <a:pt x="249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1" name="Google Shape;2104;p36"/>
            <p:cNvSpPr/>
            <p:nvPr/>
          </p:nvSpPr>
          <p:spPr>
            <a:xfrm>
              <a:off x="1305245" y="2405479"/>
              <a:ext cx="104664" cy="86008"/>
            </a:xfrm>
            <a:custGeom>
              <a:avLst/>
              <a:gdLst/>
              <a:ahLst/>
              <a:cxnLst/>
              <a:rect l="l" t="t" r="r" b="b"/>
              <a:pathLst>
                <a:path w="3742" h="3075" extrusionOk="0">
                  <a:moveTo>
                    <a:pt x="0" y="0"/>
                  </a:moveTo>
                  <a:cubicBezTo>
                    <a:pt x="400" y="734"/>
                    <a:pt x="907" y="1401"/>
                    <a:pt x="1507" y="1981"/>
                  </a:cubicBezTo>
                  <a:cubicBezTo>
                    <a:pt x="2121" y="2548"/>
                    <a:pt x="2894" y="3015"/>
                    <a:pt x="3741" y="3075"/>
                  </a:cubicBezTo>
                  <a:cubicBezTo>
                    <a:pt x="2961" y="2794"/>
                    <a:pt x="2307" y="2308"/>
                    <a:pt x="1707" y="1768"/>
                  </a:cubicBezTo>
                  <a:cubicBezTo>
                    <a:pt x="1107" y="1227"/>
                    <a:pt x="587" y="594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2" name="Google Shape;2105;p36"/>
            <p:cNvSpPr/>
            <p:nvPr/>
          </p:nvSpPr>
          <p:spPr>
            <a:xfrm>
              <a:off x="2755965" y="2157525"/>
              <a:ext cx="81337" cy="27886"/>
            </a:xfrm>
            <a:custGeom>
              <a:avLst/>
              <a:gdLst/>
              <a:ahLst/>
              <a:cxnLst/>
              <a:rect l="l" t="t" r="r" b="b"/>
              <a:pathLst>
                <a:path w="2908" h="997" extrusionOk="0">
                  <a:moveTo>
                    <a:pt x="1647" y="1"/>
                  </a:moveTo>
                  <a:cubicBezTo>
                    <a:pt x="1611" y="1"/>
                    <a:pt x="1576" y="2"/>
                    <a:pt x="1541" y="3"/>
                  </a:cubicBezTo>
                  <a:cubicBezTo>
                    <a:pt x="1241" y="30"/>
                    <a:pt x="941" y="103"/>
                    <a:pt x="667" y="223"/>
                  </a:cubicBezTo>
                  <a:cubicBezTo>
                    <a:pt x="380" y="336"/>
                    <a:pt x="147" y="550"/>
                    <a:pt x="0" y="823"/>
                  </a:cubicBezTo>
                  <a:cubicBezTo>
                    <a:pt x="214" y="637"/>
                    <a:pt x="474" y="503"/>
                    <a:pt x="747" y="436"/>
                  </a:cubicBezTo>
                  <a:cubicBezTo>
                    <a:pt x="1014" y="363"/>
                    <a:pt x="1281" y="316"/>
                    <a:pt x="1554" y="296"/>
                  </a:cubicBezTo>
                  <a:cubicBezTo>
                    <a:pt x="1615" y="289"/>
                    <a:pt x="1677" y="285"/>
                    <a:pt x="1738" y="285"/>
                  </a:cubicBezTo>
                  <a:cubicBezTo>
                    <a:pt x="1942" y="285"/>
                    <a:pt x="2144" y="328"/>
                    <a:pt x="2334" y="410"/>
                  </a:cubicBezTo>
                  <a:cubicBezTo>
                    <a:pt x="2581" y="523"/>
                    <a:pt x="2781" y="737"/>
                    <a:pt x="2881" y="997"/>
                  </a:cubicBezTo>
                  <a:cubicBezTo>
                    <a:pt x="2908" y="690"/>
                    <a:pt x="2714" y="396"/>
                    <a:pt x="2448" y="210"/>
                  </a:cubicBezTo>
                  <a:cubicBezTo>
                    <a:pt x="2211" y="50"/>
                    <a:pt x="1923" y="1"/>
                    <a:pt x="164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3" name="Google Shape;2106;p36"/>
            <p:cNvSpPr/>
            <p:nvPr/>
          </p:nvSpPr>
          <p:spPr>
            <a:xfrm>
              <a:off x="2756525" y="2309598"/>
              <a:ext cx="90847" cy="117166"/>
            </a:xfrm>
            <a:custGeom>
              <a:avLst/>
              <a:gdLst/>
              <a:ahLst/>
              <a:cxnLst/>
              <a:rect l="l" t="t" r="r" b="b"/>
              <a:pathLst>
                <a:path w="3248" h="4189" extrusionOk="0">
                  <a:moveTo>
                    <a:pt x="3248" y="1"/>
                  </a:moveTo>
                  <a:lnTo>
                    <a:pt x="3248" y="1"/>
                  </a:lnTo>
                  <a:cubicBezTo>
                    <a:pt x="2688" y="701"/>
                    <a:pt x="2161" y="1401"/>
                    <a:pt x="1627" y="2101"/>
                  </a:cubicBezTo>
                  <a:cubicBezTo>
                    <a:pt x="1094" y="2802"/>
                    <a:pt x="547" y="3475"/>
                    <a:pt x="0" y="4189"/>
                  </a:cubicBezTo>
                  <a:cubicBezTo>
                    <a:pt x="694" y="3628"/>
                    <a:pt x="1321" y="2982"/>
                    <a:pt x="1861" y="2275"/>
                  </a:cubicBezTo>
                  <a:cubicBezTo>
                    <a:pt x="2414" y="1575"/>
                    <a:pt x="2881" y="814"/>
                    <a:pt x="324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4" name="Google Shape;2107;p36"/>
            <p:cNvSpPr/>
            <p:nvPr/>
          </p:nvSpPr>
          <p:spPr>
            <a:xfrm>
              <a:off x="1769463" y="2696619"/>
              <a:ext cx="111377" cy="73897"/>
            </a:xfrm>
            <a:custGeom>
              <a:avLst/>
              <a:gdLst/>
              <a:ahLst/>
              <a:cxnLst/>
              <a:rect l="l" t="t" r="r" b="b"/>
              <a:pathLst>
                <a:path w="3982" h="2642" extrusionOk="0">
                  <a:moveTo>
                    <a:pt x="1" y="1"/>
                  </a:moveTo>
                  <a:lnTo>
                    <a:pt x="1" y="1"/>
                  </a:lnTo>
                  <a:cubicBezTo>
                    <a:pt x="328" y="768"/>
                    <a:pt x="914" y="1428"/>
                    <a:pt x="1615" y="1888"/>
                  </a:cubicBezTo>
                  <a:cubicBezTo>
                    <a:pt x="2315" y="2341"/>
                    <a:pt x="3148" y="2635"/>
                    <a:pt x="3982" y="2642"/>
                  </a:cubicBezTo>
                  <a:cubicBezTo>
                    <a:pt x="3202" y="2421"/>
                    <a:pt x="2455" y="2088"/>
                    <a:pt x="1775" y="1641"/>
                  </a:cubicBezTo>
                  <a:cubicBezTo>
                    <a:pt x="1101" y="1188"/>
                    <a:pt x="501" y="634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5" name="Google Shape;2108;p36"/>
            <p:cNvSpPr/>
            <p:nvPr/>
          </p:nvSpPr>
          <p:spPr>
            <a:xfrm>
              <a:off x="1906740" y="2807240"/>
              <a:ext cx="12894" cy="156688"/>
            </a:xfrm>
            <a:custGeom>
              <a:avLst/>
              <a:gdLst/>
              <a:ahLst/>
              <a:cxnLst/>
              <a:rect l="l" t="t" r="r" b="b"/>
              <a:pathLst>
                <a:path w="461" h="5602" extrusionOk="0">
                  <a:moveTo>
                    <a:pt x="1" y="0"/>
                  </a:moveTo>
                  <a:lnTo>
                    <a:pt x="1" y="0"/>
                  </a:lnTo>
                  <a:cubicBezTo>
                    <a:pt x="128" y="920"/>
                    <a:pt x="181" y="1854"/>
                    <a:pt x="148" y="2788"/>
                  </a:cubicBezTo>
                  <a:cubicBezTo>
                    <a:pt x="134" y="3721"/>
                    <a:pt x="54" y="4655"/>
                    <a:pt x="54" y="5602"/>
                  </a:cubicBezTo>
                  <a:cubicBezTo>
                    <a:pt x="288" y="4681"/>
                    <a:pt x="414" y="3741"/>
                    <a:pt x="441" y="2801"/>
                  </a:cubicBezTo>
                  <a:cubicBezTo>
                    <a:pt x="461" y="1854"/>
                    <a:pt x="361" y="880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6" name="Google Shape;2109;p36"/>
            <p:cNvSpPr/>
            <p:nvPr/>
          </p:nvSpPr>
          <p:spPr>
            <a:xfrm>
              <a:off x="2160400" y="2550951"/>
              <a:ext cx="50206" cy="22264"/>
            </a:xfrm>
            <a:custGeom>
              <a:avLst/>
              <a:gdLst/>
              <a:ahLst/>
              <a:cxnLst/>
              <a:rect l="l" t="t" r="r" b="b"/>
              <a:pathLst>
                <a:path w="1795" h="796" extrusionOk="0">
                  <a:moveTo>
                    <a:pt x="1" y="1"/>
                  </a:moveTo>
                  <a:lnTo>
                    <a:pt x="1" y="1"/>
                  </a:lnTo>
                  <a:cubicBezTo>
                    <a:pt x="348" y="498"/>
                    <a:pt x="916" y="795"/>
                    <a:pt x="1518" y="795"/>
                  </a:cubicBezTo>
                  <a:cubicBezTo>
                    <a:pt x="1610" y="795"/>
                    <a:pt x="1702" y="788"/>
                    <a:pt x="1795" y="774"/>
                  </a:cubicBezTo>
                  <a:cubicBezTo>
                    <a:pt x="1475" y="614"/>
                    <a:pt x="1195" y="494"/>
                    <a:pt x="901" y="374"/>
                  </a:cubicBezTo>
                  <a:cubicBezTo>
                    <a:pt x="608" y="261"/>
                    <a:pt x="328" y="114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7" name="Google Shape;2110;p36"/>
            <p:cNvSpPr/>
            <p:nvPr/>
          </p:nvSpPr>
          <p:spPr>
            <a:xfrm>
              <a:off x="2097552" y="1826752"/>
              <a:ext cx="130788" cy="20334"/>
            </a:xfrm>
            <a:custGeom>
              <a:avLst/>
              <a:gdLst/>
              <a:ahLst/>
              <a:cxnLst/>
              <a:rect l="l" t="t" r="r" b="b"/>
              <a:pathLst>
                <a:path w="4676" h="727" extrusionOk="0">
                  <a:moveTo>
                    <a:pt x="1790" y="1"/>
                  </a:moveTo>
                  <a:cubicBezTo>
                    <a:pt x="1180" y="1"/>
                    <a:pt x="575" y="101"/>
                    <a:pt x="1" y="293"/>
                  </a:cubicBezTo>
                  <a:cubicBezTo>
                    <a:pt x="326" y="270"/>
                    <a:pt x="654" y="260"/>
                    <a:pt x="983" y="260"/>
                  </a:cubicBezTo>
                  <a:cubicBezTo>
                    <a:pt x="1441" y="260"/>
                    <a:pt x="1900" y="280"/>
                    <a:pt x="2355" y="319"/>
                  </a:cubicBezTo>
                  <a:cubicBezTo>
                    <a:pt x="3135" y="399"/>
                    <a:pt x="3908" y="539"/>
                    <a:pt x="4675" y="726"/>
                  </a:cubicBezTo>
                  <a:cubicBezTo>
                    <a:pt x="3968" y="333"/>
                    <a:pt x="3188" y="99"/>
                    <a:pt x="2381" y="33"/>
                  </a:cubicBezTo>
                  <a:cubicBezTo>
                    <a:pt x="2184" y="11"/>
                    <a:pt x="1987" y="1"/>
                    <a:pt x="179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8" name="Google Shape;2111;p36"/>
            <p:cNvSpPr/>
            <p:nvPr/>
          </p:nvSpPr>
          <p:spPr>
            <a:xfrm>
              <a:off x="1903580" y="2990192"/>
              <a:ext cx="65506" cy="52136"/>
            </a:xfrm>
            <a:custGeom>
              <a:avLst/>
              <a:gdLst/>
              <a:ahLst/>
              <a:cxnLst/>
              <a:rect l="l" t="t" r="r" b="b"/>
              <a:pathLst>
                <a:path w="2342" h="1864" extrusionOk="0">
                  <a:moveTo>
                    <a:pt x="247" y="1"/>
                  </a:moveTo>
                  <a:lnTo>
                    <a:pt x="247" y="1"/>
                  </a:lnTo>
                  <a:cubicBezTo>
                    <a:pt x="40" y="208"/>
                    <a:pt x="0" y="561"/>
                    <a:pt x="80" y="848"/>
                  </a:cubicBezTo>
                  <a:cubicBezTo>
                    <a:pt x="174" y="1148"/>
                    <a:pt x="367" y="1401"/>
                    <a:pt x="634" y="1575"/>
                  </a:cubicBezTo>
                  <a:cubicBezTo>
                    <a:pt x="983" y="1790"/>
                    <a:pt x="1362" y="1863"/>
                    <a:pt x="1736" y="1863"/>
                  </a:cubicBezTo>
                  <a:cubicBezTo>
                    <a:pt x="1941" y="1863"/>
                    <a:pt x="2145" y="1841"/>
                    <a:pt x="2341" y="1808"/>
                  </a:cubicBezTo>
                  <a:cubicBezTo>
                    <a:pt x="1788" y="1675"/>
                    <a:pt x="1221" y="1615"/>
                    <a:pt x="787" y="1335"/>
                  </a:cubicBezTo>
                  <a:cubicBezTo>
                    <a:pt x="574" y="1195"/>
                    <a:pt x="407" y="995"/>
                    <a:pt x="301" y="768"/>
                  </a:cubicBezTo>
                  <a:cubicBezTo>
                    <a:pt x="174" y="528"/>
                    <a:pt x="154" y="248"/>
                    <a:pt x="24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9" name="Google Shape;2112;p36"/>
            <p:cNvSpPr/>
            <p:nvPr/>
          </p:nvSpPr>
          <p:spPr>
            <a:xfrm>
              <a:off x="1995909" y="3054355"/>
              <a:ext cx="70149" cy="10657"/>
            </a:xfrm>
            <a:custGeom>
              <a:avLst/>
              <a:gdLst/>
              <a:ahLst/>
              <a:cxnLst/>
              <a:rect l="l" t="t" r="r" b="b"/>
              <a:pathLst>
                <a:path w="2508" h="381" extrusionOk="0">
                  <a:moveTo>
                    <a:pt x="0" y="1"/>
                  </a:moveTo>
                  <a:cubicBezTo>
                    <a:pt x="374" y="208"/>
                    <a:pt x="801" y="334"/>
                    <a:pt x="1234" y="368"/>
                  </a:cubicBezTo>
                  <a:cubicBezTo>
                    <a:pt x="1326" y="376"/>
                    <a:pt x="1419" y="381"/>
                    <a:pt x="1511" y="381"/>
                  </a:cubicBezTo>
                  <a:cubicBezTo>
                    <a:pt x="1847" y="381"/>
                    <a:pt x="2184" y="324"/>
                    <a:pt x="2508" y="214"/>
                  </a:cubicBezTo>
                  <a:cubicBezTo>
                    <a:pt x="2074" y="141"/>
                    <a:pt x="1674" y="108"/>
                    <a:pt x="1254" y="74"/>
                  </a:cubicBezTo>
                  <a:cubicBezTo>
                    <a:pt x="841" y="41"/>
                    <a:pt x="440" y="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0" name="Google Shape;2113;p36"/>
            <p:cNvSpPr/>
            <p:nvPr/>
          </p:nvSpPr>
          <p:spPr>
            <a:xfrm>
              <a:off x="1304490" y="2253490"/>
              <a:ext cx="170114" cy="128522"/>
            </a:xfrm>
            <a:custGeom>
              <a:avLst/>
              <a:gdLst/>
              <a:ahLst/>
              <a:cxnLst/>
              <a:rect l="l" t="t" r="r" b="b"/>
              <a:pathLst>
                <a:path w="6082" h="4595" extrusionOk="0">
                  <a:moveTo>
                    <a:pt x="3718" y="1"/>
                  </a:moveTo>
                  <a:cubicBezTo>
                    <a:pt x="3306" y="1"/>
                    <a:pt x="2844" y="76"/>
                    <a:pt x="2334" y="273"/>
                  </a:cubicBezTo>
                  <a:cubicBezTo>
                    <a:pt x="27" y="1173"/>
                    <a:pt x="0" y="4174"/>
                    <a:pt x="0" y="4301"/>
                  </a:cubicBezTo>
                  <a:cubicBezTo>
                    <a:pt x="0" y="4461"/>
                    <a:pt x="134" y="4594"/>
                    <a:pt x="294" y="4594"/>
                  </a:cubicBezTo>
                  <a:cubicBezTo>
                    <a:pt x="454" y="4594"/>
                    <a:pt x="587" y="4461"/>
                    <a:pt x="587" y="4301"/>
                  </a:cubicBezTo>
                  <a:cubicBezTo>
                    <a:pt x="587" y="4274"/>
                    <a:pt x="614" y="1573"/>
                    <a:pt x="2548" y="813"/>
                  </a:cubicBezTo>
                  <a:cubicBezTo>
                    <a:pt x="2982" y="644"/>
                    <a:pt x="3374" y="579"/>
                    <a:pt x="3719" y="579"/>
                  </a:cubicBezTo>
                  <a:cubicBezTo>
                    <a:pt x="4600" y="579"/>
                    <a:pt x="5187" y="998"/>
                    <a:pt x="5455" y="1180"/>
                  </a:cubicBezTo>
                  <a:cubicBezTo>
                    <a:pt x="5557" y="1263"/>
                    <a:pt x="5659" y="1331"/>
                    <a:pt x="5777" y="1331"/>
                  </a:cubicBezTo>
                  <a:cubicBezTo>
                    <a:pt x="5821" y="1331"/>
                    <a:pt x="5867" y="1322"/>
                    <a:pt x="5915" y="1300"/>
                  </a:cubicBezTo>
                  <a:cubicBezTo>
                    <a:pt x="6015" y="1247"/>
                    <a:pt x="6075" y="1140"/>
                    <a:pt x="6082" y="1027"/>
                  </a:cubicBezTo>
                  <a:cubicBezTo>
                    <a:pt x="6082" y="880"/>
                    <a:pt x="5975" y="753"/>
                    <a:pt x="5829" y="733"/>
                  </a:cubicBezTo>
                  <a:lnTo>
                    <a:pt x="5789" y="706"/>
                  </a:lnTo>
                  <a:cubicBezTo>
                    <a:pt x="5500" y="504"/>
                    <a:pt x="4781" y="1"/>
                    <a:pt x="371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1" name="Google Shape;2114;p36"/>
            <p:cNvSpPr/>
            <p:nvPr/>
          </p:nvSpPr>
          <p:spPr>
            <a:xfrm>
              <a:off x="1330978" y="2252567"/>
              <a:ext cx="110817" cy="179987"/>
            </a:xfrm>
            <a:custGeom>
              <a:avLst/>
              <a:gdLst/>
              <a:ahLst/>
              <a:cxnLst/>
              <a:rect l="l" t="t" r="r" b="b"/>
              <a:pathLst>
                <a:path w="3962" h="6435" extrusionOk="0">
                  <a:moveTo>
                    <a:pt x="2757" y="1"/>
                  </a:moveTo>
                  <a:cubicBezTo>
                    <a:pt x="2673" y="1"/>
                    <a:pt x="2587" y="41"/>
                    <a:pt x="2521" y="139"/>
                  </a:cubicBezTo>
                  <a:cubicBezTo>
                    <a:pt x="2501" y="166"/>
                    <a:pt x="0" y="3240"/>
                    <a:pt x="3448" y="6361"/>
                  </a:cubicBezTo>
                  <a:cubicBezTo>
                    <a:pt x="3501" y="6408"/>
                    <a:pt x="3568" y="6434"/>
                    <a:pt x="3641" y="6434"/>
                  </a:cubicBezTo>
                  <a:cubicBezTo>
                    <a:pt x="3721" y="6434"/>
                    <a:pt x="3801" y="6401"/>
                    <a:pt x="3855" y="6341"/>
                  </a:cubicBezTo>
                  <a:cubicBezTo>
                    <a:pt x="3961" y="6221"/>
                    <a:pt x="3955" y="6034"/>
                    <a:pt x="3841" y="5928"/>
                  </a:cubicBezTo>
                  <a:cubicBezTo>
                    <a:pt x="814" y="3193"/>
                    <a:pt x="2881" y="613"/>
                    <a:pt x="2974" y="506"/>
                  </a:cubicBezTo>
                  <a:cubicBezTo>
                    <a:pt x="3192" y="283"/>
                    <a:pt x="2981" y="1"/>
                    <a:pt x="275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2" name="Google Shape;2115;p36"/>
            <p:cNvSpPr/>
            <p:nvPr/>
          </p:nvSpPr>
          <p:spPr>
            <a:xfrm>
              <a:off x="1391449" y="2500773"/>
              <a:ext cx="116299" cy="99517"/>
            </a:xfrm>
            <a:custGeom>
              <a:avLst/>
              <a:gdLst/>
              <a:ahLst/>
              <a:cxnLst/>
              <a:rect l="l" t="t" r="r" b="b"/>
              <a:pathLst>
                <a:path w="4158" h="3558" extrusionOk="0">
                  <a:moveTo>
                    <a:pt x="2378" y="1"/>
                  </a:moveTo>
                  <a:cubicBezTo>
                    <a:pt x="796" y="1"/>
                    <a:pt x="1" y="1910"/>
                    <a:pt x="1119" y="3035"/>
                  </a:cubicBezTo>
                  <a:cubicBezTo>
                    <a:pt x="1482" y="3396"/>
                    <a:pt x="1927" y="3558"/>
                    <a:pt x="2364" y="3558"/>
                  </a:cubicBezTo>
                  <a:cubicBezTo>
                    <a:pt x="3280" y="3558"/>
                    <a:pt x="4158" y="2844"/>
                    <a:pt x="4153" y="1768"/>
                  </a:cubicBezTo>
                  <a:cubicBezTo>
                    <a:pt x="4153" y="795"/>
                    <a:pt x="3360" y="1"/>
                    <a:pt x="2386" y="1"/>
                  </a:cubicBezTo>
                  <a:cubicBezTo>
                    <a:pt x="2383" y="1"/>
                    <a:pt x="2381" y="1"/>
                    <a:pt x="2378" y="1"/>
                  </a:cubicBezTo>
                  <a:close/>
                </a:path>
              </a:pathLst>
            </a:custGeom>
            <a:solidFill>
              <a:srgbClr val="B39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3" name="Google Shape;2116;p36"/>
            <p:cNvSpPr/>
            <p:nvPr/>
          </p:nvSpPr>
          <p:spPr>
            <a:xfrm>
              <a:off x="1386247" y="2496466"/>
              <a:ext cx="125306" cy="107489"/>
            </a:xfrm>
            <a:custGeom>
              <a:avLst/>
              <a:gdLst/>
              <a:ahLst/>
              <a:cxnLst/>
              <a:rect l="l" t="t" r="r" b="b"/>
              <a:pathLst>
                <a:path w="4480" h="3843" extrusionOk="0">
                  <a:moveTo>
                    <a:pt x="2564" y="295"/>
                  </a:moveTo>
                  <a:cubicBezTo>
                    <a:pt x="2567" y="295"/>
                    <a:pt x="2569" y="295"/>
                    <a:pt x="2572" y="295"/>
                  </a:cubicBezTo>
                  <a:cubicBezTo>
                    <a:pt x="3466" y="302"/>
                    <a:pt x="4193" y="1029"/>
                    <a:pt x="4193" y="1922"/>
                  </a:cubicBezTo>
                  <a:cubicBezTo>
                    <a:pt x="4188" y="2901"/>
                    <a:pt x="3384" y="3550"/>
                    <a:pt x="2549" y="3550"/>
                  </a:cubicBezTo>
                  <a:cubicBezTo>
                    <a:pt x="2149" y="3550"/>
                    <a:pt x="1742" y="3401"/>
                    <a:pt x="1412" y="3069"/>
                  </a:cubicBezTo>
                  <a:cubicBezTo>
                    <a:pt x="394" y="2044"/>
                    <a:pt x="1122" y="295"/>
                    <a:pt x="2564" y="295"/>
                  </a:cubicBezTo>
                  <a:close/>
                  <a:moveTo>
                    <a:pt x="2548" y="0"/>
                  </a:moveTo>
                  <a:cubicBezTo>
                    <a:pt x="2076" y="0"/>
                    <a:pt x="1596" y="176"/>
                    <a:pt x="1205" y="568"/>
                  </a:cubicBezTo>
                  <a:cubicBezTo>
                    <a:pt x="0" y="1780"/>
                    <a:pt x="862" y="3843"/>
                    <a:pt x="2564" y="3843"/>
                  </a:cubicBezTo>
                  <a:cubicBezTo>
                    <a:pt x="2567" y="3843"/>
                    <a:pt x="2569" y="3843"/>
                    <a:pt x="2572" y="3843"/>
                  </a:cubicBezTo>
                  <a:cubicBezTo>
                    <a:pt x="3626" y="3836"/>
                    <a:pt x="4479" y="2976"/>
                    <a:pt x="4479" y="1922"/>
                  </a:cubicBezTo>
                  <a:cubicBezTo>
                    <a:pt x="4479" y="767"/>
                    <a:pt x="3534" y="0"/>
                    <a:pt x="254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4" name="Google Shape;2117;p36"/>
            <p:cNvSpPr/>
            <p:nvPr/>
          </p:nvSpPr>
          <p:spPr>
            <a:xfrm>
              <a:off x="1424426" y="2532127"/>
              <a:ext cx="54290" cy="50122"/>
            </a:xfrm>
            <a:custGeom>
              <a:avLst/>
              <a:gdLst/>
              <a:ahLst/>
              <a:cxnLst/>
              <a:rect l="l" t="t" r="r" b="b"/>
              <a:pathLst>
                <a:path w="1941" h="1792" extrusionOk="0">
                  <a:moveTo>
                    <a:pt x="300" y="0"/>
                  </a:moveTo>
                  <a:lnTo>
                    <a:pt x="300" y="0"/>
                  </a:lnTo>
                  <a:cubicBezTo>
                    <a:pt x="0" y="414"/>
                    <a:pt x="74" y="1061"/>
                    <a:pt x="474" y="1454"/>
                  </a:cubicBezTo>
                  <a:cubicBezTo>
                    <a:pt x="700" y="1676"/>
                    <a:pt x="1008" y="1792"/>
                    <a:pt x="1307" y="1792"/>
                  </a:cubicBezTo>
                  <a:cubicBezTo>
                    <a:pt x="1538" y="1792"/>
                    <a:pt x="1764" y="1723"/>
                    <a:pt x="1941" y="1581"/>
                  </a:cubicBezTo>
                  <a:lnTo>
                    <a:pt x="1941" y="1581"/>
                  </a:lnTo>
                  <a:cubicBezTo>
                    <a:pt x="1824" y="1611"/>
                    <a:pt x="1709" y="1626"/>
                    <a:pt x="1597" y="1626"/>
                  </a:cubicBezTo>
                  <a:cubicBezTo>
                    <a:pt x="775" y="1626"/>
                    <a:pt x="107" y="857"/>
                    <a:pt x="3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5" name="Google Shape;2118;p36"/>
            <p:cNvSpPr/>
            <p:nvPr/>
          </p:nvSpPr>
          <p:spPr>
            <a:xfrm>
              <a:off x="2737505" y="2471684"/>
              <a:ext cx="18097" cy="53563"/>
            </a:xfrm>
            <a:custGeom>
              <a:avLst/>
              <a:gdLst/>
              <a:ahLst/>
              <a:cxnLst/>
              <a:rect l="l" t="t" r="r" b="b"/>
              <a:pathLst>
                <a:path w="647" h="1915" extrusionOk="0">
                  <a:moveTo>
                    <a:pt x="274" y="1"/>
                  </a:moveTo>
                  <a:lnTo>
                    <a:pt x="274" y="1"/>
                  </a:lnTo>
                  <a:cubicBezTo>
                    <a:pt x="247" y="347"/>
                    <a:pt x="234" y="648"/>
                    <a:pt x="194" y="968"/>
                  </a:cubicBezTo>
                  <a:cubicBezTo>
                    <a:pt x="147" y="1281"/>
                    <a:pt x="73" y="1574"/>
                    <a:pt x="0" y="1915"/>
                  </a:cubicBezTo>
                  <a:cubicBezTo>
                    <a:pt x="527" y="1421"/>
                    <a:pt x="647" y="621"/>
                    <a:pt x="27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6" name="Google Shape;2119;p36"/>
            <p:cNvSpPr/>
            <p:nvPr/>
          </p:nvSpPr>
          <p:spPr>
            <a:xfrm>
              <a:off x="1680015" y="2029143"/>
              <a:ext cx="502061" cy="353932"/>
            </a:xfrm>
            <a:custGeom>
              <a:avLst/>
              <a:gdLst/>
              <a:ahLst/>
              <a:cxnLst/>
              <a:rect l="l" t="t" r="r" b="b"/>
              <a:pathLst>
                <a:path w="17950" h="12654" extrusionOk="0">
                  <a:moveTo>
                    <a:pt x="8729" y="0"/>
                  </a:moveTo>
                  <a:cubicBezTo>
                    <a:pt x="903" y="0"/>
                    <a:pt x="1" y="12654"/>
                    <a:pt x="8717" y="12654"/>
                  </a:cubicBezTo>
                  <a:cubicBezTo>
                    <a:pt x="8819" y="12654"/>
                    <a:pt x="8922" y="12652"/>
                    <a:pt x="9027" y="12649"/>
                  </a:cubicBezTo>
                  <a:cubicBezTo>
                    <a:pt x="17949" y="12342"/>
                    <a:pt x="17169" y="305"/>
                    <a:pt x="9000" y="5"/>
                  </a:cubicBezTo>
                  <a:cubicBezTo>
                    <a:pt x="8909" y="2"/>
                    <a:pt x="8818" y="0"/>
                    <a:pt x="8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7" name="Google Shape;2120;p36"/>
            <p:cNvSpPr/>
            <p:nvPr/>
          </p:nvSpPr>
          <p:spPr>
            <a:xfrm>
              <a:off x="1634424" y="2014235"/>
              <a:ext cx="440975" cy="203006"/>
            </a:xfrm>
            <a:custGeom>
              <a:avLst/>
              <a:gdLst/>
              <a:ahLst/>
              <a:cxnLst/>
              <a:rect l="l" t="t" r="r" b="b"/>
              <a:pathLst>
                <a:path w="15766" h="7258" extrusionOk="0">
                  <a:moveTo>
                    <a:pt x="10214" y="0"/>
                  </a:moveTo>
                  <a:cubicBezTo>
                    <a:pt x="9781" y="0"/>
                    <a:pt x="9328" y="39"/>
                    <a:pt x="8857" y="125"/>
                  </a:cubicBezTo>
                  <a:cubicBezTo>
                    <a:pt x="4922" y="845"/>
                    <a:pt x="3568" y="3686"/>
                    <a:pt x="2742" y="5453"/>
                  </a:cubicBezTo>
                  <a:cubicBezTo>
                    <a:pt x="2159" y="6708"/>
                    <a:pt x="1021" y="6890"/>
                    <a:pt x="411" y="6890"/>
                  </a:cubicBezTo>
                  <a:cubicBezTo>
                    <a:pt x="162" y="6890"/>
                    <a:pt x="1" y="6860"/>
                    <a:pt x="1" y="6860"/>
                  </a:cubicBezTo>
                  <a:lnTo>
                    <a:pt x="1" y="6860"/>
                  </a:lnTo>
                  <a:cubicBezTo>
                    <a:pt x="999" y="7135"/>
                    <a:pt x="1785" y="7257"/>
                    <a:pt x="2404" y="7257"/>
                  </a:cubicBezTo>
                  <a:cubicBezTo>
                    <a:pt x="4020" y="7257"/>
                    <a:pt x="4512" y="6430"/>
                    <a:pt x="4729" y="5346"/>
                  </a:cubicBezTo>
                  <a:cubicBezTo>
                    <a:pt x="5029" y="3846"/>
                    <a:pt x="6603" y="1358"/>
                    <a:pt x="10277" y="1025"/>
                  </a:cubicBezTo>
                  <a:cubicBezTo>
                    <a:pt x="10513" y="1004"/>
                    <a:pt x="10741" y="994"/>
                    <a:pt x="10962" y="994"/>
                  </a:cubicBezTo>
                  <a:cubicBezTo>
                    <a:pt x="14182" y="994"/>
                    <a:pt x="15765" y="3126"/>
                    <a:pt x="15765" y="3126"/>
                  </a:cubicBezTo>
                  <a:cubicBezTo>
                    <a:pt x="15477" y="2092"/>
                    <a:pt x="13392" y="0"/>
                    <a:pt x="102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8" name="Google Shape;2121;p36"/>
            <p:cNvSpPr/>
            <p:nvPr/>
          </p:nvSpPr>
          <p:spPr>
            <a:xfrm>
              <a:off x="2308697" y="2061504"/>
              <a:ext cx="359722" cy="279504"/>
            </a:xfrm>
            <a:custGeom>
              <a:avLst/>
              <a:gdLst/>
              <a:ahLst/>
              <a:cxnLst/>
              <a:rect l="l" t="t" r="r" b="b"/>
              <a:pathLst>
                <a:path w="12861" h="9993" extrusionOk="0">
                  <a:moveTo>
                    <a:pt x="5942" y="1"/>
                  </a:moveTo>
                  <a:cubicBezTo>
                    <a:pt x="5762" y="1"/>
                    <a:pt x="5578" y="10"/>
                    <a:pt x="5388" y="28"/>
                  </a:cubicBezTo>
                  <a:cubicBezTo>
                    <a:pt x="1507" y="409"/>
                    <a:pt x="0" y="4156"/>
                    <a:pt x="1027" y="6937"/>
                  </a:cubicBezTo>
                  <a:cubicBezTo>
                    <a:pt x="1567" y="8404"/>
                    <a:pt x="2794" y="9598"/>
                    <a:pt x="4742" y="9904"/>
                  </a:cubicBezTo>
                  <a:cubicBezTo>
                    <a:pt x="5108" y="9965"/>
                    <a:pt x="5480" y="9992"/>
                    <a:pt x="5852" y="9992"/>
                  </a:cubicBezTo>
                  <a:cubicBezTo>
                    <a:pt x="5893" y="9992"/>
                    <a:pt x="5934" y="9992"/>
                    <a:pt x="5975" y="9991"/>
                  </a:cubicBezTo>
                  <a:cubicBezTo>
                    <a:pt x="12861" y="9803"/>
                    <a:pt x="11859" y="1"/>
                    <a:pt x="59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9" name="Google Shape;2122;p36"/>
            <p:cNvSpPr/>
            <p:nvPr/>
          </p:nvSpPr>
          <p:spPr>
            <a:xfrm>
              <a:off x="2351603" y="2049645"/>
              <a:ext cx="346185" cy="149891"/>
            </a:xfrm>
            <a:custGeom>
              <a:avLst/>
              <a:gdLst/>
              <a:ahLst/>
              <a:cxnLst/>
              <a:rect l="l" t="t" r="r" b="b"/>
              <a:pathLst>
                <a:path w="12377" h="5359" extrusionOk="0">
                  <a:moveTo>
                    <a:pt x="4480" y="1"/>
                  </a:moveTo>
                  <a:cubicBezTo>
                    <a:pt x="1822" y="1"/>
                    <a:pt x="184" y="1868"/>
                    <a:pt x="0" y="2726"/>
                  </a:cubicBezTo>
                  <a:cubicBezTo>
                    <a:pt x="0" y="2726"/>
                    <a:pt x="1229" y="816"/>
                    <a:pt x="3948" y="816"/>
                  </a:cubicBezTo>
                  <a:cubicBezTo>
                    <a:pt x="4012" y="816"/>
                    <a:pt x="4076" y="817"/>
                    <a:pt x="4141" y="819"/>
                  </a:cubicBezTo>
                  <a:cubicBezTo>
                    <a:pt x="7002" y="913"/>
                    <a:pt x="8342" y="2786"/>
                    <a:pt x="8642" y="3953"/>
                  </a:cubicBezTo>
                  <a:cubicBezTo>
                    <a:pt x="8848" y="4751"/>
                    <a:pt x="9237" y="5359"/>
                    <a:pt x="10338" y="5359"/>
                  </a:cubicBezTo>
                  <a:cubicBezTo>
                    <a:pt x="10847" y="5359"/>
                    <a:pt x="11510" y="5229"/>
                    <a:pt x="12377" y="4927"/>
                  </a:cubicBezTo>
                  <a:lnTo>
                    <a:pt x="12377" y="4927"/>
                  </a:lnTo>
                  <a:cubicBezTo>
                    <a:pt x="12377" y="4927"/>
                    <a:pt x="12194" y="4973"/>
                    <a:pt x="11927" y="4973"/>
                  </a:cubicBezTo>
                  <a:cubicBezTo>
                    <a:pt x="11436" y="4973"/>
                    <a:pt x="10658" y="4819"/>
                    <a:pt x="10196" y="3947"/>
                  </a:cubicBezTo>
                  <a:cubicBezTo>
                    <a:pt x="9476" y="2593"/>
                    <a:pt x="8289" y="419"/>
                    <a:pt x="5201" y="46"/>
                  </a:cubicBezTo>
                  <a:cubicBezTo>
                    <a:pt x="4953" y="15"/>
                    <a:pt x="4712" y="1"/>
                    <a:pt x="44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0" name="Google Shape;2123;p36"/>
            <p:cNvSpPr/>
            <p:nvPr/>
          </p:nvSpPr>
          <p:spPr>
            <a:xfrm>
              <a:off x="1799699" y="2148799"/>
              <a:ext cx="261743" cy="225438"/>
            </a:xfrm>
            <a:custGeom>
              <a:avLst/>
              <a:gdLst/>
              <a:ahLst/>
              <a:cxnLst/>
              <a:rect l="l" t="t" r="r" b="b"/>
              <a:pathLst>
                <a:path w="9358" h="8060" extrusionOk="0">
                  <a:moveTo>
                    <a:pt x="4741" y="1"/>
                  </a:moveTo>
                  <a:cubicBezTo>
                    <a:pt x="4717" y="1"/>
                    <a:pt x="4693" y="1"/>
                    <a:pt x="4668" y="2"/>
                  </a:cubicBezTo>
                  <a:cubicBezTo>
                    <a:pt x="133" y="82"/>
                    <a:pt x="0" y="7897"/>
                    <a:pt x="4668" y="8057"/>
                  </a:cubicBezTo>
                  <a:cubicBezTo>
                    <a:pt x="4713" y="8059"/>
                    <a:pt x="4757" y="8059"/>
                    <a:pt x="4800" y="8059"/>
                  </a:cubicBezTo>
                  <a:cubicBezTo>
                    <a:pt x="9313" y="8059"/>
                    <a:pt x="9357" y="1"/>
                    <a:pt x="474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1" name="Google Shape;2124;p36"/>
            <p:cNvSpPr/>
            <p:nvPr/>
          </p:nvSpPr>
          <p:spPr>
            <a:xfrm>
              <a:off x="2332947" y="2148631"/>
              <a:ext cx="196909" cy="189916"/>
            </a:xfrm>
            <a:custGeom>
              <a:avLst/>
              <a:gdLst/>
              <a:ahLst/>
              <a:cxnLst/>
              <a:rect l="l" t="t" r="r" b="b"/>
              <a:pathLst>
                <a:path w="7040" h="6790" extrusionOk="0">
                  <a:moveTo>
                    <a:pt x="3143" y="1"/>
                  </a:moveTo>
                  <a:cubicBezTo>
                    <a:pt x="3124" y="1"/>
                    <a:pt x="3106" y="1"/>
                    <a:pt x="3088" y="1"/>
                  </a:cubicBezTo>
                  <a:cubicBezTo>
                    <a:pt x="994" y="41"/>
                    <a:pt x="0" y="2001"/>
                    <a:pt x="160" y="3822"/>
                  </a:cubicBezTo>
                  <a:cubicBezTo>
                    <a:pt x="700" y="5289"/>
                    <a:pt x="1927" y="6483"/>
                    <a:pt x="3875" y="6789"/>
                  </a:cubicBezTo>
                  <a:cubicBezTo>
                    <a:pt x="7040" y="6033"/>
                    <a:pt x="6831" y="1"/>
                    <a:pt x="314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2" name="Google Shape;2125;p36"/>
            <p:cNvSpPr/>
            <p:nvPr/>
          </p:nvSpPr>
          <p:spPr>
            <a:xfrm>
              <a:off x="2245849" y="2049421"/>
              <a:ext cx="165443" cy="378210"/>
            </a:xfrm>
            <a:custGeom>
              <a:avLst/>
              <a:gdLst/>
              <a:ahLst/>
              <a:cxnLst/>
              <a:rect l="l" t="t" r="r" b="b"/>
              <a:pathLst>
                <a:path w="5915" h="13522" extrusionOk="0">
                  <a:moveTo>
                    <a:pt x="1080" y="0"/>
                  </a:moveTo>
                  <a:lnTo>
                    <a:pt x="1080" y="0"/>
                  </a:lnTo>
                  <a:cubicBezTo>
                    <a:pt x="747" y="714"/>
                    <a:pt x="494" y="1467"/>
                    <a:pt x="320" y="2234"/>
                  </a:cubicBezTo>
                  <a:cubicBezTo>
                    <a:pt x="147" y="3008"/>
                    <a:pt x="47" y="3801"/>
                    <a:pt x="33" y="4595"/>
                  </a:cubicBezTo>
                  <a:cubicBezTo>
                    <a:pt x="0" y="6175"/>
                    <a:pt x="280" y="7822"/>
                    <a:pt x="1154" y="9223"/>
                  </a:cubicBezTo>
                  <a:cubicBezTo>
                    <a:pt x="1380" y="9576"/>
                    <a:pt x="1647" y="9896"/>
                    <a:pt x="1967" y="10176"/>
                  </a:cubicBezTo>
                  <a:cubicBezTo>
                    <a:pt x="2127" y="10316"/>
                    <a:pt x="2314" y="10436"/>
                    <a:pt x="2507" y="10536"/>
                  </a:cubicBezTo>
                  <a:cubicBezTo>
                    <a:pt x="2607" y="10590"/>
                    <a:pt x="2714" y="10637"/>
                    <a:pt x="2821" y="10670"/>
                  </a:cubicBezTo>
                  <a:lnTo>
                    <a:pt x="3134" y="10743"/>
                  </a:lnTo>
                  <a:cubicBezTo>
                    <a:pt x="3541" y="10810"/>
                    <a:pt x="3934" y="10843"/>
                    <a:pt x="4308" y="10897"/>
                  </a:cubicBezTo>
                  <a:cubicBezTo>
                    <a:pt x="4681" y="10943"/>
                    <a:pt x="5075" y="11010"/>
                    <a:pt x="5308" y="11163"/>
                  </a:cubicBezTo>
                  <a:cubicBezTo>
                    <a:pt x="5542" y="11310"/>
                    <a:pt x="5542" y="11630"/>
                    <a:pt x="5382" y="11944"/>
                  </a:cubicBezTo>
                  <a:cubicBezTo>
                    <a:pt x="5221" y="12264"/>
                    <a:pt x="4941" y="12524"/>
                    <a:pt x="4641" y="12737"/>
                  </a:cubicBezTo>
                  <a:cubicBezTo>
                    <a:pt x="4008" y="13177"/>
                    <a:pt x="3274" y="13451"/>
                    <a:pt x="2507" y="13511"/>
                  </a:cubicBezTo>
                  <a:cubicBezTo>
                    <a:pt x="2605" y="13518"/>
                    <a:pt x="2703" y="13522"/>
                    <a:pt x="2801" y="13522"/>
                  </a:cubicBezTo>
                  <a:cubicBezTo>
                    <a:pt x="3502" y="13522"/>
                    <a:pt x="4193" y="13334"/>
                    <a:pt x="4801" y="12977"/>
                  </a:cubicBezTo>
                  <a:cubicBezTo>
                    <a:pt x="5141" y="12770"/>
                    <a:pt x="5475" y="12510"/>
                    <a:pt x="5708" y="12137"/>
                  </a:cubicBezTo>
                  <a:cubicBezTo>
                    <a:pt x="5842" y="11950"/>
                    <a:pt x="5915" y="11717"/>
                    <a:pt x="5915" y="11490"/>
                  </a:cubicBezTo>
                  <a:cubicBezTo>
                    <a:pt x="5915" y="11223"/>
                    <a:pt x="5795" y="10977"/>
                    <a:pt x="5588" y="10810"/>
                  </a:cubicBezTo>
                  <a:cubicBezTo>
                    <a:pt x="5188" y="10503"/>
                    <a:pt x="4775" y="10443"/>
                    <a:pt x="4381" y="10383"/>
                  </a:cubicBezTo>
                  <a:cubicBezTo>
                    <a:pt x="3988" y="10330"/>
                    <a:pt x="3608" y="10276"/>
                    <a:pt x="3241" y="10203"/>
                  </a:cubicBezTo>
                  <a:cubicBezTo>
                    <a:pt x="2567" y="10090"/>
                    <a:pt x="2041" y="9530"/>
                    <a:pt x="1647" y="8909"/>
                  </a:cubicBezTo>
                  <a:cubicBezTo>
                    <a:pt x="847" y="7656"/>
                    <a:pt x="540" y="6102"/>
                    <a:pt x="480" y="4588"/>
                  </a:cubicBezTo>
                  <a:cubicBezTo>
                    <a:pt x="447" y="3034"/>
                    <a:pt x="647" y="1487"/>
                    <a:pt x="108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3" name="Google Shape;2126;p36"/>
            <p:cNvSpPr/>
            <p:nvPr/>
          </p:nvSpPr>
          <p:spPr>
            <a:xfrm>
              <a:off x="2256058" y="2399606"/>
              <a:ext cx="36613" cy="15635"/>
            </a:xfrm>
            <a:custGeom>
              <a:avLst/>
              <a:gdLst/>
              <a:ahLst/>
              <a:cxnLst/>
              <a:rect l="l" t="t" r="r" b="b"/>
              <a:pathLst>
                <a:path w="1309" h="559" extrusionOk="0">
                  <a:moveTo>
                    <a:pt x="615" y="0"/>
                  </a:moveTo>
                  <a:cubicBezTo>
                    <a:pt x="400" y="0"/>
                    <a:pt x="198" y="61"/>
                    <a:pt x="122" y="204"/>
                  </a:cubicBezTo>
                  <a:cubicBezTo>
                    <a:pt x="0" y="414"/>
                    <a:pt x="465" y="559"/>
                    <a:pt x="848" y="559"/>
                  </a:cubicBezTo>
                  <a:cubicBezTo>
                    <a:pt x="1095" y="559"/>
                    <a:pt x="1309" y="498"/>
                    <a:pt x="1309" y="357"/>
                  </a:cubicBezTo>
                  <a:cubicBezTo>
                    <a:pt x="1309" y="143"/>
                    <a:pt x="945" y="0"/>
                    <a:pt x="61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4" name="Google Shape;2127;p36"/>
            <p:cNvSpPr/>
            <p:nvPr/>
          </p:nvSpPr>
          <p:spPr>
            <a:xfrm>
              <a:off x="2230549" y="2383103"/>
              <a:ext cx="12531" cy="32110"/>
            </a:xfrm>
            <a:custGeom>
              <a:avLst/>
              <a:gdLst/>
              <a:ahLst/>
              <a:cxnLst/>
              <a:rect l="l" t="t" r="r" b="b"/>
              <a:pathLst>
                <a:path w="448" h="1148" extrusionOk="0">
                  <a:moveTo>
                    <a:pt x="447" y="0"/>
                  </a:moveTo>
                  <a:lnTo>
                    <a:pt x="447" y="0"/>
                  </a:lnTo>
                  <a:cubicBezTo>
                    <a:pt x="320" y="27"/>
                    <a:pt x="214" y="100"/>
                    <a:pt x="134" y="200"/>
                  </a:cubicBezTo>
                  <a:cubicBezTo>
                    <a:pt x="47" y="307"/>
                    <a:pt x="0" y="440"/>
                    <a:pt x="0" y="574"/>
                  </a:cubicBezTo>
                  <a:cubicBezTo>
                    <a:pt x="0" y="707"/>
                    <a:pt x="47" y="840"/>
                    <a:pt x="127" y="947"/>
                  </a:cubicBezTo>
                  <a:cubicBezTo>
                    <a:pt x="207" y="1047"/>
                    <a:pt x="320" y="1120"/>
                    <a:pt x="447" y="1147"/>
                  </a:cubicBezTo>
                  <a:cubicBezTo>
                    <a:pt x="354" y="914"/>
                    <a:pt x="287" y="740"/>
                    <a:pt x="287" y="574"/>
                  </a:cubicBezTo>
                  <a:cubicBezTo>
                    <a:pt x="294" y="487"/>
                    <a:pt x="307" y="400"/>
                    <a:pt x="334" y="314"/>
                  </a:cubicBezTo>
                  <a:cubicBezTo>
                    <a:pt x="360" y="214"/>
                    <a:pt x="400" y="114"/>
                    <a:pt x="44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5" name="Google Shape;2128;p36"/>
            <p:cNvSpPr/>
            <p:nvPr/>
          </p:nvSpPr>
          <p:spPr>
            <a:xfrm>
              <a:off x="2111537" y="2461419"/>
              <a:ext cx="208572" cy="100804"/>
            </a:xfrm>
            <a:custGeom>
              <a:avLst/>
              <a:gdLst/>
              <a:ahLst/>
              <a:cxnLst/>
              <a:rect l="l" t="t" r="r" b="b"/>
              <a:pathLst>
                <a:path w="7457" h="3604" extrusionOk="0">
                  <a:moveTo>
                    <a:pt x="1" y="1"/>
                  </a:moveTo>
                  <a:lnTo>
                    <a:pt x="1" y="1"/>
                  </a:lnTo>
                  <a:cubicBezTo>
                    <a:pt x="314" y="661"/>
                    <a:pt x="788" y="1235"/>
                    <a:pt x="1321" y="1735"/>
                  </a:cubicBezTo>
                  <a:cubicBezTo>
                    <a:pt x="1861" y="2242"/>
                    <a:pt x="2481" y="2655"/>
                    <a:pt x="3155" y="2968"/>
                  </a:cubicBezTo>
                  <a:cubicBezTo>
                    <a:pt x="3322" y="3048"/>
                    <a:pt x="3488" y="3122"/>
                    <a:pt x="3668" y="3182"/>
                  </a:cubicBezTo>
                  <a:cubicBezTo>
                    <a:pt x="3842" y="3242"/>
                    <a:pt x="4015" y="3315"/>
                    <a:pt x="4189" y="3362"/>
                  </a:cubicBezTo>
                  <a:cubicBezTo>
                    <a:pt x="4555" y="3442"/>
                    <a:pt x="4915" y="3542"/>
                    <a:pt x="5282" y="3562"/>
                  </a:cubicBezTo>
                  <a:cubicBezTo>
                    <a:pt x="5490" y="3590"/>
                    <a:pt x="5699" y="3603"/>
                    <a:pt x="5907" y="3603"/>
                  </a:cubicBezTo>
                  <a:cubicBezTo>
                    <a:pt x="6432" y="3603"/>
                    <a:pt x="6954" y="3521"/>
                    <a:pt x="7456" y="3402"/>
                  </a:cubicBezTo>
                  <a:cubicBezTo>
                    <a:pt x="6736" y="3328"/>
                    <a:pt x="6036" y="3282"/>
                    <a:pt x="5356" y="3115"/>
                  </a:cubicBezTo>
                  <a:cubicBezTo>
                    <a:pt x="4682" y="2968"/>
                    <a:pt x="4022" y="2742"/>
                    <a:pt x="3402" y="2442"/>
                  </a:cubicBezTo>
                  <a:cubicBezTo>
                    <a:pt x="2768" y="2155"/>
                    <a:pt x="2175" y="1801"/>
                    <a:pt x="1615" y="1395"/>
                  </a:cubicBezTo>
                  <a:cubicBezTo>
                    <a:pt x="1041" y="968"/>
                    <a:pt x="501" y="501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6" name="Google Shape;2129;p36"/>
            <p:cNvSpPr/>
            <p:nvPr/>
          </p:nvSpPr>
          <p:spPr>
            <a:xfrm>
              <a:off x="1627712" y="2374153"/>
              <a:ext cx="247171" cy="219173"/>
            </a:xfrm>
            <a:custGeom>
              <a:avLst/>
              <a:gdLst/>
              <a:ahLst/>
              <a:cxnLst/>
              <a:rect l="l" t="t" r="r" b="b"/>
              <a:pathLst>
                <a:path w="8837" h="7836" extrusionOk="0">
                  <a:moveTo>
                    <a:pt x="4415" y="0"/>
                  </a:moveTo>
                  <a:cubicBezTo>
                    <a:pt x="1975" y="0"/>
                    <a:pt x="1" y="1754"/>
                    <a:pt x="1" y="3921"/>
                  </a:cubicBezTo>
                  <a:cubicBezTo>
                    <a:pt x="1" y="6082"/>
                    <a:pt x="1975" y="7836"/>
                    <a:pt x="4415" y="7836"/>
                  </a:cubicBezTo>
                  <a:cubicBezTo>
                    <a:pt x="6856" y="7836"/>
                    <a:pt x="8837" y="6082"/>
                    <a:pt x="8837" y="3921"/>
                  </a:cubicBezTo>
                  <a:cubicBezTo>
                    <a:pt x="8837" y="1754"/>
                    <a:pt x="6856" y="0"/>
                    <a:pt x="4415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7" name="Google Shape;2130;p36"/>
            <p:cNvSpPr/>
            <p:nvPr/>
          </p:nvSpPr>
          <p:spPr>
            <a:xfrm>
              <a:off x="2503424" y="2352141"/>
              <a:ext cx="213020" cy="188770"/>
            </a:xfrm>
            <a:custGeom>
              <a:avLst/>
              <a:gdLst/>
              <a:ahLst/>
              <a:cxnLst/>
              <a:rect l="l" t="t" r="r" b="b"/>
              <a:pathLst>
                <a:path w="7616" h="6749" extrusionOk="0">
                  <a:moveTo>
                    <a:pt x="3808" y="0"/>
                  </a:moveTo>
                  <a:cubicBezTo>
                    <a:pt x="1707" y="0"/>
                    <a:pt x="0" y="1507"/>
                    <a:pt x="0" y="3374"/>
                  </a:cubicBezTo>
                  <a:cubicBezTo>
                    <a:pt x="0" y="5235"/>
                    <a:pt x="1707" y="6749"/>
                    <a:pt x="3808" y="6749"/>
                  </a:cubicBezTo>
                  <a:cubicBezTo>
                    <a:pt x="5908" y="6749"/>
                    <a:pt x="7616" y="5235"/>
                    <a:pt x="7616" y="3374"/>
                  </a:cubicBezTo>
                  <a:cubicBezTo>
                    <a:pt x="7616" y="1507"/>
                    <a:pt x="5908" y="0"/>
                    <a:pt x="3808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8" name="Google Shape;2131;p36"/>
            <p:cNvSpPr/>
            <p:nvPr/>
          </p:nvSpPr>
          <p:spPr>
            <a:xfrm>
              <a:off x="1688211" y="1847310"/>
              <a:ext cx="393706" cy="150003"/>
            </a:xfrm>
            <a:custGeom>
              <a:avLst/>
              <a:gdLst/>
              <a:ahLst/>
              <a:cxnLst/>
              <a:rect l="l" t="t" r="r" b="b"/>
              <a:pathLst>
                <a:path w="14076" h="5363" extrusionOk="0">
                  <a:moveTo>
                    <a:pt x="10533" y="1"/>
                  </a:moveTo>
                  <a:cubicBezTo>
                    <a:pt x="9142" y="1"/>
                    <a:pt x="7631" y="165"/>
                    <a:pt x="6674" y="365"/>
                  </a:cubicBezTo>
                  <a:cubicBezTo>
                    <a:pt x="4586" y="798"/>
                    <a:pt x="2579" y="2145"/>
                    <a:pt x="1232" y="3452"/>
                  </a:cubicBezTo>
                  <a:cubicBezTo>
                    <a:pt x="80" y="4564"/>
                    <a:pt x="0" y="5362"/>
                    <a:pt x="564" y="5362"/>
                  </a:cubicBezTo>
                  <a:cubicBezTo>
                    <a:pt x="663" y="5362"/>
                    <a:pt x="782" y="5338"/>
                    <a:pt x="919" y="5286"/>
                  </a:cubicBezTo>
                  <a:cubicBezTo>
                    <a:pt x="1839" y="4932"/>
                    <a:pt x="4053" y="3225"/>
                    <a:pt x="6674" y="2885"/>
                  </a:cubicBezTo>
                  <a:cubicBezTo>
                    <a:pt x="9288" y="2545"/>
                    <a:pt x="13022" y="2672"/>
                    <a:pt x="13549" y="2545"/>
                  </a:cubicBezTo>
                  <a:cubicBezTo>
                    <a:pt x="14075" y="2412"/>
                    <a:pt x="14015" y="1411"/>
                    <a:pt x="13842" y="885"/>
                  </a:cubicBezTo>
                  <a:cubicBezTo>
                    <a:pt x="13626" y="226"/>
                    <a:pt x="12162" y="1"/>
                    <a:pt x="10533" y="1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9" name="Google Shape;2132;p36"/>
            <p:cNvSpPr/>
            <p:nvPr/>
          </p:nvSpPr>
          <p:spPr>
            <a:xfrm>
              <a:off x="1681050" y="1839227"/>
              <a:ext cx="408698" cy="166198"/>
            </a:xfrm>
            <a:custGeom>
              <a:avLst/>
              <a:gdLst/>
              <a:ahLst/>
              <a:cxnLst/>
              <a:rect l="l" t="t" r="r" b="b"/>
              <a:pathLst>
                <a:path w="14612" h="5942" extrusionOk="0">
                  <a:moveTo>
                    <a:pt x="10537" y="574"/>
                  </a:moveTo>
                  <a:cubicBezTo>
                    <a:pt x="12344" y="574"/>
                    <a:pt x="13698" y="880"/>
                    <a:pt x="13818" y="1260"/>
                  </a:cubicBezTo>
                  <a:cubicBezTo>
                    <a:pt x="13945" y="1627"/>
                    <a:pt x="13978" y="2194"/>
                    <a:pt x="13838" y="2447"/>
                  </a:cubicBezTo>
                  <a:cubicBezTo>
                    <a:pt x="13818" y="2494"/>
                    <a:pt x="13785" y="2527"/>
                    <a:pt x="13738" y="2547"/>
                  </a:cubicBezTo>
                  <a:cubicBezTo>
                    <a:pt x="13565" y="2587"/>
                    <a:pt x="12804" y="2594"/>
                    <a:pt x="11998" y="2614"/>
                  </a:cubicBezTo>
                  <a:cubicBezTo>
                    <a:pt x="10530" y="2641"/>
                    <a:pt x="8510" y="2674"/>
                    <a:pt x="6896" y="2887"/>
                  </a:cubicBezTo>
                  <a:cubicBezTo>
                    <a:pt x="4956" y="3148"/>
                    <a:pt x="3229" y="4121"/>
                    <a:pt x="2088" y="4775"/>
                  </a:cubicBezTo>
                  <a:cubicBezTo>
                    <a:pt x="1761" y="4968"/>
                    <a:pt x="1421" y="5141"/>
                    <a:pt x="1075" y="5301"/>
                  </a:cubicBezTo>
                  <a:cubicBezTo>
                    <a:pt x="993" y="5336"/>
                    <a:pt x="907" y="5356"/>
                    <a:pt x="815" y="5356"/>
                  </a:cubicBezTo>
                  <a:cubicBezTo>
                    <a:pt x="802" y="5356"/>
                    <a:pt x="788" y="5356"/>
                    <a:pt x="775" y="5355"/>
                  </a:cubicBezTo>
                  <a:cubicBezTo>
                    <a:pt x="735" y="5268"/>
                    <a:pt x="861" y="4755"/>
                    <a:pt x="1688" y="3948"/>
                  </a:cubicBezTo>
                  <a:cubicBezTo>
                    <a:pt x="3262" y="2427"/>
                    <a:pt x="5242" y="1300"/>
                    <a:pt x="6996" y="940"/>
                  </a:cubicBezTo>
                  <a:cubicBezTo>
                    <a:pt x="8163" y="700"/>
                    <a:pt x="9350" y="574"/>
                    <a:pt x="10537" y="574"/>
                  </a:cubicBezTo>
                  <a:close/>
                  <a:moveTo>
                    <a:pt x="10819" y="0"/>
                  </a:moveTo>
                  <a:cubicBezTo>
                    <a:pt x="9246" y="0"/>
                    <a:pt x="7594" y="215"/>
                    <a:pt x="6869" y="367"/>
                  </a:cubicBezTo>
                  <a:cubicBezTo>
                    <a:pt x="5022" y="754"/>
                    <a:pt x="2935" y="1941"/>
                    <a:pt x="1288" y="3534"/>
                  </a:cubicBezTo>
                  <a:cubicBezTo>
                    <a:pt x="368" y="4415"/>
                    <a:pt x="1" y="5215"/>
                    <a:pt x="288" y="5675"/>
                  </a:cubicBezTo>
                  <a:cubicBezTo>
                    <a:pt x="404" y="5843"/>
                    <a:pt x="595" y="5942"/>
                    <a:pt x="801" y="5942"/>
                  </a:cubicBezTo>
                  <a:cubicBezTo>
                    <a:pt x="808" y="5942"/>
                    <a:pt x="815" y="5942"/>
                    <a:pt x="821" y="5942"/>
                  </a:cubicBezTo>
                  <a:cubicBezTo>
                    <a:pt x="981" y="5935"/>
                    <a:pt x="1135" y="5902"/>
                    <a:pt x="1288" y="5842"/>
                  </a:cubicBezTo>
                  <a:cubicBezTo>
                    <a:pt x="1561" y="5742"/>
                    <a:pt x="1921" y="5535"/>
                    <a:pt x="2375" y="5275"/>
                  </a:cubicBezTo>
                  <a:cubicBezTo>
                    <a:pt x="3475" y="4648"/>
                    <a:pt x="5136" y="3708"/>
                    <a:pt x="6970" y="3468"/>
                  </a:cubicBezTo>
                  <a:cubicBezTo>
                    <a:pt x="8550" y="3254"/>
                    <a:pt x="10550" y="3221"/>
                    <a:pt x="12004" y="3201"/>
                  </a:cubicBezTo>
                  <a:cubicBezTo>
                    <a:pt x="13078" y="3181"/>
                    <a:pt x="13658" y="3168"/>
                    <a:pt x="13871" y="3114"/>
                  </a:cubicBezTo>
                  <a:cubicBezTo>
                    <a:pt x="14078" y="3061"/>
                    <a:pt x="14251" y="2921"/>
                    <a:pt x="14345" y="2734"/>
                  </a:cubicBezTo>
                  <a:cubicBezTo>
                    <a:pt x="14612" y="2254"/>
                    <a:pt x="14505" y="1487"/>
                    <a:pt x="14372" y="1080"/>
                  </a:cubicBezTo>
                  <a:cubicBezTo>
                    <a:pt x="14096" y="246"/>
                    <a:pt x="12502" y="0"/>
                    <a:pt x="1081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0" name="Google Shape;2133;p36"/>
            <p:cNvSpPr/>
            <p:nvPr/>
          </p:nvSpPr>
          <p:spPr>
            <a:xfrm>
              <a:off x="2320640" y="1863449"/>
              <a:ext cx="350632" cy="133864"/>
            </a:xfrm>
            <a:custGeom>
              <a:avLst/>
              <a:gdLst/>
              <a:ahLst/>
              <a:cxnLst/>
              <a:rect l="l" t="t" r="r" b="b"/>
              <a:pathLst>
                <a:path w="12536" h="4786" extrusionOk="0">
                  <a:moveTo>
                    <a:pt x="3320" y="1"/>
                  </a:moveTo>
                  <a:cubicBezTo>
                    <a:pt x="1794" y="1"/>
                    <a:pt x="420" y="229"/>
                    <a:pt x="214" y="888"/>
                  </a:cubicBezTo>
                  <a:cubicBezTo>
                    <a:pt x="47" y="1415"/>
                    <a:pt x="0" y="2415"/>
                    <a:pt x="494" y="2542"/>
                  </a:cubicBezTo>
                  <a:cubicBezTo>
                    <a:pt x="980" y="2668"/>
                    <a:pt x="4461" y="2542"/>
                    <a:pt x="6895" y="2888"/>
                  </a:cubicBezTo>
                  <a:cubicBezTo>
                    <a:pt x="9329" y="3242"/>
                    <a:pt x="10830" y="4355"/>
                    <a:pt x="11677" y="4709"/>
                  </a:cubicBezTo>
                  <a:cubicBezTo>
                    <a:pt x="11804" y="4761"/>
                    <a:pt x="11915" y="4785"/>
                    <a:pt x="12008" y="4785"/>
                  </a:cubicBezTo>
                  <a:cubicBezTo>
                    <a:pt x="12535" y="4785"/>
                    <a:pt x="12463" y="3987"/>
                    <a:pt x="11397" y="2875"/>
                  </a:cubicBezTo>
                  <a:cubicBezTo>
                    <a:pt x="10136" y="1568"/>
                    <a:pt x="8842" y="808"/>
                    <a:pt x="6895" y="368"/>
                  </a:cubicBezTo>
                  <a:cubicBezTo>
                    <a:pt x="6001" y="163"/>
                    <a:pt x="4607" y="1"/>
                    <a:pt x="3320" y="1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1" name="Google Shape;2134;p36"/>
            <p:cNvSpPr/>
            <p:nvPr/>
          </p:nvSpPr>
          <p:spPr>
            <a:xfrm>
              <a:off x="2312613" y="1855477"/>
              <a:ext cx="366351" cy="149947"/>
            </a:xfrm>
            <a:custGeom>
              <a:avLst/>
              <a:gdLst/>
              <a:ahLst/>
              <a:cxnLst/>
              <a:rect l="l" t="t" r="r" b="b"/>
              <a:pathLst>
                <a:path w="13098" h="5361" extrusionOk="0">
                  <a:moveTo>
                    <a:pt x="3635" y="581"/>
                  </a:moveTo>
                  <a:cubicBezTo>
                    <a:pt x="4817" y="581"/>
                    <a:pt x="6137" y="712"/>
                    <a:pt x="7122" y="933"/>
                  </a:cubicBezTo>
                  <a:cubicBezTo>
                    <a:pt x="8949" y="1340"/>
                    <a:pt x="10203" y="2053"/>
                    <a:pt x="11470" y="3367"/>
                  </a:cubicBezTo>
                  <a:cubicBezTo>
                    <a:pt x="12257" y="4174"/>
                    <a:pt x="12364" y="4694"/>
                    <a:pt x="12330" y="4774"/>
                  </a:cubicBezTo>
                  <a:cubicBezTo>
                    <a:pt x="12244" y="4774"/>
                    <a:pt x="12150" y="4754"/>
                    <a:pt x="12070" y="4720"/>
                  </a:cubicBezTo>
                  <a:cubicBezTo>
                    <a:pt x="11817" y="4614"/>
                    <a:pt x="11570" y="4487"/>
                    <a:pt x="11330" y="4354"/>
                  </a:cubicBezTo>
                  <a:cubicBezTo>
                    <a:pt x="10450" y="3874"/>
                    <a:pt x="9103" y="3160"/>
                    <a:pt x="7222" y="2893"/>
                  </a:cubicBezTo>
                  <a:cubicBezTo>
                    <a:pt x="5715" y="2673"/>
                    <a:pt x="3828" y="2640"/>
                    <a:pt x="2461" y="2620"/>
                  </a:cubicBezTo>
                  <a:cubicBezTo>
                    <a:pt x="1714" y="2600"/>
                    <a:pt x="1001" y="2593"/>
                    <a:pt x="854" y="2553"/>
                  </a:cubicBezTo>
                  <a:cubicBezTo>
                    <a:pt x="814" y="2533"/>
                    <a:pt x="787" y="2507"/>
                    <a:pt x="767" y="2466"/>
                  </a:cubicBezTo>
                  <a:cubicBezTo>
                    <a:pt x="627" y="2226"/>
                    <a:pt x="661" y="1633"/>
                    <a:pt x="781" y="1260"/>
                  </a:cubicBezTo>
                  <a:cubicBezTo>
                    <a:pt x="928" y="781"/>
                    <a:pt x="2176" y="581"/>
                    <a:pt x="3635" y="581"/>
                  </a:cubicBezTo>
                  <a:close/>
                  <a:moveTo>
                    <a:pt x="3552" y="1"/>
                  </a:moveTo>
                  <a:cubicBezTo>
                    <a:pt x="1976" y="1"/>
                    <a:pt x="482" y="249"/>
                    <a:pt x="220" y="1093"/>
                  </a:cubicBezTo>
                  <a:cubicBezTo>
                    <a:pt x="94" y="1500"/>
                    <a:pt x="0" y="2280"/>
                    <a:pt x="260" y="2753"/>
                  </a:cubicBezTo>
                  <a:cubicBezTo>
                    <a:pt x="347" y="2927"/>
                    <a:pt x="507" y="3053"/>
                    <a:pt x="694" y="3107"/>
                  </a:cubicBezTo>
                  <a:cubicBezTo>
                    <a:pt x="907" y="3167"/>
                    <a:pt x="1421" y="3173"/>
                    <a:pt x="2454" y="3200"/>
                  </a:cubicBezTo>
                  <a:cubicBezTo>
                    <a:pt x="3801" y="3227"/>
                    <a:pt x="5662" y="3260"/>
                    <a:pt x="7142" y="3467"/>
                  </a:cubicBezTo>
                  <a:cubicBezTo>
                    <a:pt x="8923" y="3720"/>
                    <a:pt x="10156" y="4387"/>
                    <a:pt x="11063" y="4867"/>
                  </a:cubicBezTo>
                  <a:cubicBezTo>
                    <a:pt x="11363" y="5027"/>
                    <a:pt x="11630" y="5167"/>
                    <a:pt x="11857" y="5261"/>
                  </a:cubicBezTo>
                  <a:cubicBezTo>
                    <a:pt x="11997" y="5321"/>
                    <a:pt x="12144" y="5354"/>
                    <a:pt x="12297" y="5361"/>
                  </a:cubicBezTo>
                  <a:cubicBezTo>
                    <a:pt x="12304" y="5361"/>
                    <a:pt x="12310" y="5361"/>
                    <a:pt x="12317" y="5361"/>
                  </a:cubicBezTo>
                  <a:cubicBezTo>
                    <a:pt x="12509" y="5361"/>
                    <a:pt x="12688" y="5268"/>
                    <a:pt x="12797" y="5107"/>
                  </a:cubicBezTo>
                  <a:cubicBezTo>
                    <a:pt x="13097" y="4667"/>
                    <a:pt x="12764" y="3867"/>
                    <a:pt x="11890" y="2960"/>
                  </a:cubicBezTo>
                  <a:cubicBezTo>
                    <a:pt x="10537" y="1560"/>
                    <a:pt x="9190" y="806"/>
                    <a:pt x="7249" y="366"/>
                  </a:cubicBezTo>
                  <a:cubicBezTo>
                    <a:pt x="6572" y="218"/>
                    <a:pt x="5026" y="1"/>
                    <a:pt x="355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2" name="Google Shape;2135;p36"/>
            <p:cNvSpPr/>
            <p:nvPr/>
          </p:nvSpPr>
          <p:spPr>
            <a:xfrm>
              <a:off x="1726026" y="2351749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4" y="1"/>
                  </a:moveTo>
                  <a:cubicBezTo>
                    <a:pt x="153" y="1"/>
                    <a:pt x="0" y="154"/>
                    <a:pt x="0" y="334"/>
                  </a:cubicBezTo>
                  <a:cubicBezTo>
                    <a:pt x="0" y="521"/>
                    <a:pt x="153" y="668"/>
                    <a:pt x="334" y="668"/>
                  </a:cubicBezTo>
                  <a:cubicBezTo>
                    <a:pt x="520" y="668"/>
                    <a:pt x="667" y="521"/>
                    <a:pt x="667" y="334"/>
                  </a:cubicBezTo>
                  <a:cubicBezTo>
                    <a:pt x="667" y="154"/>
                    <a:pt x="520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3" name="Google Shape;2136;p36"/>
            <p:cNvSpPr/>
            <p:nvPr/>
          </p:nvSpPr>
          <p:spPr>
            <a:xfrm>
              <a:off x="2044576" y="2387383"/>
              <a:ext cx="20166" cy="18684"/>
            </a:xfrm>
            <a:custGeom>
              <a:avLst/>
              <a:gdLst/>
              <a:ahLst/>
              <a:cxnLst/>
              <a:rect l="l" t="t" r="r" b="b"/>
              <a:pathLst>
                <a:path w="721" h="668" extrusionOk="0">
                  <a:moveTo>
                    <a:pt x="361" y="1"/>
                  </a:moveTo>
                  <a:cubicBezTo>
                    <a:pt x="154" y="1"/>
                    <a:pt x="1" y="187"/>
                    <a:pt x="34" y="387"/>
                  </a:cubicBezTo>
                  <a:cubicBezTo>
                    <a:pt x="64" y="574"/>
                    <a:pt x="214" y="667"/>
                    <a:pt x="364" y="667"/>
                  </a:cubicBezTo>
                  <a:cubicBezTo>
                    <a:pt x="514" y="667"/>
                    <a:pt x="664" y="574"/>
                    <a:pt x="694" y="387"/>
                  </a:cubicBezTo>
                  <a:cubicBezTo>
                    <a:pt x="721" y="187"/>
                    <a:pt x="568" y="1"/>
                    <a:pt x="3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4" name="Google Shape;2137;p36"/>
            <p:cNvSpPr/>
            <p:nvPr/>
          </p:nvSpPr>
          <p:spPr>
            <a:xfrm>
              <a:off x="2123676" y="2320059"/>
              <a:ext cx="18684" cy="18684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334" y="0"/>
                  </a:moveTo>
                  <a:cubicBezTo>
                    <a:pt x="147" y="0"/>
                    <a:pt x="0" y="154"/>
                    <a:pt x="0" y="334"/>
                  </a:cubicBezTo>
                  <a:cubicBezTo>
                    <a:pt x="0" y="520"/>
                    <a:pt x="147" y="667"/>
                    <a:pt x="334" y="667"/>
                  </a:cubicBezTo>
                  <a:cubicBezTo>
                    <a:pt x="514" y="667"/>
                    <a:pt x="667" y="520"/>
                    <a:pt x="667" y="334"/>
                  </a:cubicBezTo>
                  <a:cubicBezTo>
                    <a:pt x="667" y="154"/>
                    <a:pt x="514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5" name="Google Shape;2138;p36"/>
            <p:cNvSpPr/>
            <p:nvPr/>
          </p:nvSpPr>
          <p:spPr>
            <a:xfrm>
              <a:off x="1795951" y="2398207"/>
              <a:ext cx="18488" cy="18488"/>
            </a:xfrm>
            <a:custGeom>
              <a:avLst/>
              <a:gdLst/>
              <a:ahLst/>
              <a:cxnLst/>
              <a:rect l="l" t="t" r="r" b="b"/>
              <a:pathLst>
                <a:path w="661" h="661" extrusionOk="0">
                  <a:moveTo>
                    <a:pt x="339" y="0"/>
                  </a:moveTo>
                  <a:cubicBezTo>
                    <a:pt x="335" y="0"/>
                    <a:pt x="331" y="0"/>
                    <a:pt x="328" y="0"/>
                  </a:cubicBezTo>
                  <a:cubicBezTo>
                    <a:pt x="324" y="0"/>
                    <a:pt x="320" y="0"/>
                    <a:pt x="316" y="0"/>
                  </a:cubicBezTo>
                  <a:cubicBezTo>
                    <a:pt x="141" y="0"/>
                    <a:pt x="1" y="151"/>
                    <a:pt x="1" y="327"/>
                  </a:cubicBezTo>
                  <a:cubicBezTo>
                    <a:pt x="1" y="507"/>
                    <a:pt x="147" y="660"/>
                    <a:pt x="328" y="660"/>
                  </a:cubicBezTo>
                  <a:cubicBezTo>
                    <a:pt x="514" y="660"/>
                    <a:pt x="661" y="507"/>
                    <a:pt x="661" y="327"/>
                  </a:cubicBezTo>
                  <a:cubicBezTo>
                    <a:pt x="661" y="144"/>
                    <a:pt x="514" y="0"/>
                    <a:pt x="33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6" name="Google Shape;2139;p36"/>
            <p:cNvSpPr/>
            <p:nvPr/>
          </p:nvSpPr>
          <p:spPr>
            <a:xfrm>
              <a:off x="1987126" y="2442959"/>
              <a:ext cx="18684" cy="18488"/>
            </a:xfrm>
            <a:custGeom>
              <a:avLst/>
              <a:gdLst/>
              <a:ahLst/>
              <a:cxnLst/>
              <a:rect l="l" t="t" r="r" b="b"/>
              <a:pathLst>
                <a:path w="668" h="661" extrusionOk="0">
                  <a:moveTo>
                    <a:pt x="334" y="1"/>
                  </a:moveTo>
                  <a:cubicBezTo>
                    <a:pt x="154" y="1"/>
                    <a:pt x="1" y="147"/>
                    <a:pt x="1" y="334"/>
                  </a:cubicBezTo>
                  <a:cubicBezTo>
                    <a:pt x="1" y="514"/>
                    <a:pt x="154" y="661"/>
                    <a:pt x="334" y="661"/>
                  </a:cubicBezTo>
                  <a:cubicBezTo>
                    <a:pt x="514" y="661"/>
                    <a:pt x="668" y="514"/>
                    <a:pt x="661" y="334"/>
                  </a:cubicBezTo>
                  <a:cubicBezTo>
                    <a:pt x="668" y="154"/>
                    <a:pt x="521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7" name="Google Shape;2140;p36"/>
            <p:cNvSpPr/>
            <p:nvPr/>
          </p:nvSpPr>
          <p:spPr>
            <a:xfrm>
              <a:off x="2149604" y="2415185"/>
              <a:ext cx="18488" cy="18488"/>
            </a:xfrm>
            <a:custGeom>
              <a:avLst/>
              <a:gdLst/>
              <a:ahLst/>
              <a:cxnLst/>
              <a:rect l="l" t="t" r="r" b="b"/>
              <a:pathLst>
                <a:path w="661" h="661" extrusionOk="0">
                  <a:moveTo>
                    <a:pt x="327" y="0"/>
                  </a:moveTo>
                  <a:cubicBezTo>
                    <a:pt x="147" y="0"/>
                    <a:pt x="0" y="147"/>
                    <a:pt x="7" y="327"/>
                  </a:cubicBezTo>
                  <a:cubicBezTo>
                    <a:pt x="0" y="507"/>
                    <a:pt x="147" y="660"/>
                    <a:pt x="327" y="660"/>
                  </a:cubicBezTo>
                  <a:cubicBezTo>
                    <a:pt x="514" y="660"/>
                    <a:pt x="660" y="514"/>
                    <a:pt x="660" y="327"/>
                  </a:cubicBezTo>
                  <a:cubicBezTo>
                    <a:pt x="660" y="147"/>
                    <a:pt x="514" y="0"/>
                    <a:pt x="32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8" name="Google Shape;2141;p36"/>
            <p:cNvSpPr/>
            <p:nvPr/>
          </p:nvSpPr>
          <p:spPr>
            <a:xfrm>
              <a:off x="2387041" y="2461419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4" y="1"/>
                  </a:moveTo>
                  <a:cubicBezTo>
                    <a:pt x="147" y="1"/>
                    <a:pt x="0" y="148"/>
                    <a:pt x="0" y="334"/>
                  </a:cubicBezTo>
                  <a:cubicBezTo>
                    <a:pt x="0" y="514"/>
                    <a:pt x="147" y="668"/>
                    <a:pt x="334" y="668"/>
                  </a:cubicBezTo>
                  <a:cubicBezTo>
                    <a:pt x="520" y="668"/>
                    <a:pt x="667" y="514"/>
                    <a:pt x="667" y="334"/>
                  </a:cubicBezTo>
                  <a:cubicBezTo>
                    <a:pt x="667" y="148"/>
                    <a:pt x="520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9" name="Google Shape;2142;p36"/>
            <p:cNvSpPr/>
            <p:nvPr/>
          </p:nvSpPr>
          <p:spPr>
            <a:xfrm>
              <a:off x="2225151" y="2301767"/>
              <a:ext cx="18656" cy="18320"/>
            </a:xfrm>
            <a:custGeom>
              <a:avLst/>
              <a:gdLst/>
              <a:ahLst/>
              <a:cxnLst/>
              <a:rect l="l" t="t" r="r" b="b"/>
              <a:pathLst>
                <a:path w="667" h="655" extrusionOk="0">
                  <a:moveTo>
                    <a:pt x="351" y="1"/>
                  </a:moveTo>
                  <a:cubicBezTo>
                    <a:pt x="348" y="1"/>
                    <a:pt x="344" y="1"/>
                    <a:pt x="340" y="1"/>
                  </a:cubicBezTo>
                  <a:cubicBezTo>
                    <a:pt x="153" y="1"/>
                    <a:pt x="7" y="147"/>
                    <a:pt x="7" y="334"/>
                  </a:cubicBezTo>
                  <a:cubicBezTo>
                    <a:pt x="0" y="510"/>
                    <a:pt x="147" y="654"/>
                    <a:pt x="328" y="654"/>
                  </a:cubicBezTo>
                  <a:cubicBezTo>
                    <a:pt x="332" y="654"/>
                    <a:pt x="336" y="654"/>
                    <a:pt x="340" y="654"/>
                  </a:cubicBezTo>
                  <a:cubicBezTo>
                    <a:pt x="344" y="654"/>
                    <a:pt x="348" y="654"/>
                    <a:pt x="352" y="654"/>
                  </a:cubicBezTo>
                  <a:cubicBezTo>
                    <a:pt x="526" y="654"/>
                    <a:pt x="667" y="510"/>
                    <a:pt x="660" y="334"/>
                  </a:cubicBezTo>
                  <a:cubicBezTo>
                    <a:pt x="667" y="151"/>
                    <a:pt x="526" y="1"/>
                    <a:pt x="35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0" name="Google Shape;2143;p36"/>
            <p:cNvSpPr/>
            <p:nvPr/>
          </p:nvSpPr>
          <p:spPr>
            <a:xfrm>
              <a:off x="2609738" y="2301767"/>
              <a:ext cx="18684" cy="18320"/>
            </a:xfrm>
            <a:custGeom>
              <a:avLst/>
              <a:gdLst/>
              <a:ahLst/>
              <a:cxnLst/>
              <a:rect l="l" t="t" r="r" b="b"/>
              <a:pathLst>
                <a:path w="668" h="655" extrusionOk="0">
                  <a:moveTo>
                    <a:pt x="322" y="1"/>
                  </a:moveTo>
                  <a:cubicBezTo>
                    <a:pt x="141" y="1"/>
                    <a:pt x="0" y="151"/>
                    <a:pt x="7" y="334"/>
                  </a:cubicBezTo>
                  <a:cubicBezTo>
                    <a:pt x="0" y="510"/>
                    <a:pt x="147" y="654"/>
                    <a:pt x="322" y="654"/>
                  </a:cubicBezTo>
                  <a:cubicBezTo>
                    <a:pt x="326" y="654"/>
                    <a:pt x="330" y="654"/>
                    <a:pt x="334" y="654"/>
                  </a:cubicBezTo>
                  <a:cubicBezTo>
                    <a:pt x="338" y="654"/>
                    <a:pt x="342" y="654"/>
                    <a:pt x="345" y="654"/>
                  </a:cubicBezTo>
                  <a:cubicBezTo>
                    <a:pt x="520" y="654"/>
                    <a:pt x="667" y="510"/>
                    <a:pt x="667" y="334"/>
                  </a:cubicBezTo>
                  <a:cubicBezTo>
                    <a:pt x="667" y="147"/>
                    <a:pt x="514" y="1"/>
                    <a:pt x="334" y="1"/>
                  </a:cubicBezTo>
                  <a:cubicBezTo>
                    <a:pt x="330" y="1"/>
                    <a:pt x="326" y="1"/>
                    <a:pt x="32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1" name="Google Shape;2144;p36"/>
            <p:cNvSpPr/>
            <p:nvPr/>
          </p:nvSpPr>
          <p:spPr>
            <a:xfrm>
              <a:off x="2459763" y="2373761"/>
              <a:ext cx="18684" cy="18684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334" y="1"/>
                  </a:moveTo>
                  <a:cubicBezTo>
                    <a:pt x="147" y="1"/>
                    <a:pt x="1" y="147"/>
                    <a:pt x="1" y="334"/>
                  </a:cubicBezTo>
                  <a:cubicBezTo>
                    <a:pt x="1" y="514"/>
                    <a:pt x="147" y="668"/>
                    <a:pt x="334" y="668"/>
                  </a:cubicBezTo>
                  <a:cubicBezTo>
                    <a:pt x="521" y="668"/>
                    <a:pt x="668" y="514"/>
                    <a:pt x="668" y="334"/>
                  </a:cubicBezTo>
                  <a:cubicBezTo>
                    <a:pt x="668" y="147"/>
                    <a:pt x="521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2" name="Google Shape;2145;p36"/>
            <p:cNvSpPr/>
            <p:nvPr/>
          </p:nvSpPr>
          <p:spPr>
            <a:xfrm>
              <a:off x="2485132" y="2452105"/>
              <a:ext cx="18684" cy="18684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334" y="0"/>
                  </a:moveTo>
                  <a:cubicBezTo>
                    <a:pt x="154" y="0"/>
                    <a:pt x="1" y="147"/>
                    <a:pt x="1" y="334"/>
                  </a:cubicBezTo>
                  <a:cubicBezTo>
                    <a:pt x="1" y="514"/>
                    <a:pt x="154" y="667"/>
                    <a:pt x="334" y="667"/>
                  </a:cubicBezTo>
                  <a:cubicBezTo>
                    <a:pt x="521" y="667"/>
                    <a:pt x="668" y="514"/>
                    <a:pt x="668" y="334"/>
                  </a:cubicBezTo>
                  <a:cubicBezTo>
                    <a:pt x="668" y="147"/>
                    <a:pt x="521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3" name="Google Shape;2146;p36"/>
            <p:cNvSpPr/>
            <p:nvPr/>
          </p:nvSpPr>
          <p:spPr>
            <a:xfrm>
              <a:off x="2656168" y="2331443"/>
              <a:ext cx="18684" cy="18656"/>
            </a:xfrm>
            <a:custGeom>
              <a:avLst/>
              <a:gdLst/>
              <a:ahLst/>
              <a:cxnLst/>
              <a:rect l="l" t="t" r="r" b="b"/>
              <a:pathLst>
                <a:path w="668" h="667" extrusionOk="0">
                  <a:moveTo>
                    <a:pt x="334" y="0"/>
                  </a:moveTo>
                  <a:cubicBezTo>
                    <a:pt x="147" y="0"/>
                    <a:pt x="1" y="153"/>
                    <a:pt x="1" y="333"/>
                  </a:cubicBezTo>
                  <a:cubicBezTo>
                    <a:pt x="1" y="520"/>
                    <a:pt x="147" y="667"/>
                    <a:pt x="334" y="667"/>
                  </a:cubicBezTo>
                  <a:cubicBezTo>
                    <a:pt x="514" y="667"/>
                    <a:pt x="668" y="520"/>
                    <a:pt x="668" y="333"/>
                  </a:cubicBezTo>
                  <a:cubicBezTo>
                    <a:pt x="668" y="153"/>
                    <a:pt x="514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4" name="Google Shape;2147;p36"/>
            <p:cNvSpPr/>
            <p:nvPr/>
          </p:nvSpPr>
          <p:spPr>
            <a:xfrm>
              <a:off x="2591278" y="2424303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3" y="1"/>
                  </a:moveTo>
                  <a:cubicBezTo>
                    <a:pt x="147" y="1"/>
                    <a:pt x="0" y="148"/>
                    <a:pt x="0" y="334"/>
                  </a:cubicBezTo>
                  <a:cubicBezTo>
                    <a:pt x="0" y="521"/>
                    <a:pt x="147" y="668"/>
                    <a:pt x="333" y="668"/>
                  </a:cubicBezTo>
                  <a:cubicBezTo>
                    <a:pt x="520" y="668"/>
                    <a:pt x="667" y="521"/>
                    <a:pt x="667" y="334"/>
                  </a:cubicBezTo>
                  <a:cubicBezTo>
                    <a:pt x="667" y="148"/>
                    <a:pt x="520" y="1"/>
                    <a:pt x="33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5" name="Google Shape;2148;p36"/>
            <p:cNvSpPr/>
            <p:nvPr/>
          </p:nvSpPr>
          <p:spPr>
            <a:xfrm>
              <a:off x="2550218" y="2351749"/>
              <a:ext cx="18684" cy="18684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334" y="1"/>
                  </a:moveTo>
                  <a:cubicBezTo>
                    <a:pt x="148" y="1"/>
                    <a:pt x="1" y="154"/>
                    <a:pt x="1" y="334"/>
                  </a:cubicBezTo>
                  <a:cubicBezTo>
                    <a:pt x="1" y="521"/>
                    <a:pt x="148" y="668"/>
                    <a:pt x="334" y="668"/>
                  </a:cubicBezTo>
                  <a:cubicBezTo>
                    <a:pt x="521" y="668"/>
                    <a:pt x="668" y="521"/>
                    <a:pt x="668" y="334"/>
                  </a:cubicBezTo>
                  <a:cubicBezTo>
                    <a:pt x="668" y="154"/>
                    <a:pt x="521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6" name="Google Shape;2149;p36"/>
            <p:cNvSpPr/>
            <p:nvPr/>
          </p:nvSpPr>
          <p:spPr>
            <a:xfrm>
              <a:off x="1865540" y="2452105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4" y="0"/>
                  </a:moveTo>
                  <a:cubicBezTo>
                    <a:pt x="147" y="0"/>
                    <a:pt x="0" y="147"/>
                    <a:pt x="0" y="334"/>
                  </a:cubicBezTo>
                  <a:cubicBezTo>
                    <a:pt x="0" y="514"/>
                    <a:pt x="147" y="667"/>
                    <a:pt x="334" y="667"/>
                  </a:cubicBezTo>
                  <a:cubicBezTo>
                    <a:pt x="514" y="667"/>
                    <a:pt x="667" y="514"/>
                    <a:pt x="667" y="334"/>
                  </a:cubicBezTo>
                  <a:cubicBezTo>
                    <a:pt x="667" y="147"/>
                    <a:pt x="514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7" name="Google Shape;2150;p36"/>
            <p:cNvSpPr/>
            <p:nvPr/>
          </p:nvSpPr>
          <p:spPr>
            <a:xfrm>
              <a:off x="1726026" y="2414989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4" y="0"/>
                  </a:moveTo>
                  <a:cubicBezTo>
                    <a:pt x="153" y="0"/>
                    <a:pt x="0" y="147"/>
                    <a:pt x="0" y="334"/>
                  </a:cubicBezTo>
                  <a:cubicBezTo>
                    <a:pt x="0" y="521"/>
                    <a:pt x="153" y="667"/>
                    <a:pt x="334" y="667"/>
                  </a:cubicBezTo>
                  <a:cubicBezTo>
                    <a:pt x="520" y="667"/>
                    <a:pt x="667" y="521"/>
                    <a:pt x="667" y="334"/>
                  </a:cubicBezTo>
                  <a:cubicBezTo>
                    <a:pt x="667" y="147"/>
                    <a:pt x="520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8" name="Google Shape;2151;p36"/>
            <p:cNvSpPr/>
            <p:nvPr/>
          </p:nvSpPr>
          <p:spPr>
            <a:xfrm>
              <a:off x="1911048" y="2399522"/>
              <a:ext cx="20166" cy="18656"/>
            </a:xfrm>
            <a:custGeom>
              <a:avLst/>
              <a:gdLst/>
              <a:ahLst/>
              <a:cxnLst/>
              <a:rect l="l" t="t" r="r" b="b"/>
              <a:pathLst>
                <a:path w="721" h="667" extrusionOk="0">
                  <a:moveTo>
                    <a:pt x="358" y="0"/>
                  </a:moveTo>
                  <a:cubicBezTo>
                    <a:pt x="209" y="0"/>
                    <a:pt x="60" y="93"/>
                    <a:pt x="34" y="280"/>
                  </a:cubicBezTo>
                  <a:cubicBezTo>
                    <a:pt x="0" y="480"/>
                    <a:pt x="154" y="667"/>
                    <a:pt x="360" y="667"/>
                  </a:cubicBezTo>
                  <a:cubicBezTo>
                    <a:pt x="567" y="667"/>
                    <a:pt x="720" y="480"/>
                    <a:pt x="687" y="280"/>
                  </a:cubicBezTo>
                  <a:cubicBezTo>
                    <a:pt x="657" y="93"/>
                    <a:pt x="507" y="0"/>
                    <a:pt x="35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9" name="Google Shape;2152;p36"/>
            <p:cNvSpPr/>
            <p:nvPr/>
          </p:nvSpPr>
          <p:spPr>
            <a:xfrm>
              <a:off x="1441012" y="1620305"/>
              <a:ext cx="459239" cy="1706030"/>
            </a:xfrm>
            <a:custGeom>
              <a:avLst/>
              <a:gdLst/>
              <a:ahLst/>
              <a:cxnLst/>
              <a:rect l="l" t="t" r="r" b="b"/>
              <a:pathLst>
                <a:path w="16419" h="60995" extrusionOk="0">
                  <a:moveTo>
                    <a:pt x="15398" y="0"/>
                  </a:moveTo>
                  <a:cubicBezTo>
                    <a:pt x="15336" y="0"/>
                    <a:pt x="15271" y="2"/>
                    <a:pt x="15205" y="5"/>
                  </a:cubicBezTo>
                  <a:cubicBezTo>
                    <a:pt x="12384" y="158"/>
                    <a:pt x="6082" y="3259"/>
                    <a:pt x="3335" y="10374"/>
                  </a:cubicBezTo>
                  <a:cubicBezTo>
                    <a:pt x="1" y="19003"/>
                    <a:pt x="1708" y="31867"/>
                    <a:pt x="5989" y="43116"/>
                  </a:cubicBezTo>
                  <a:cubicBezTo>
                    <a:pt x="10277" y="54373"/>
                    <a:pt x="8570" y="60994"/>
                    <a:pt x="8570" y="60994"/>
                  </a:cubicBezTo>
                  <a:cubicBezTo>
                    <a:pt x="10157" y="58120"/>
                    <a:pt x="10857" y="55240"/>
                    <a:pt x="11004" y="52292"/>
                  </a:cubicBezTo>
                  <a:cubicBezTo>
                    <a:pt x="11477" y="42403"/>
                    <a:pt x="5669" y="31873"/>
                    <a:pt x="6669" y="18897"/>
                  </a:cubicBezTo>
                  <a:cubicBezTo>
                    <a:pt x="7976" y="2059"/>
                    <a:pt x="16418" y="272"/>
                    <a:pt x="16418" y="265"/>
                  </a:cubicBezTo>
                  <a:cubicBezTo>
                    <a:pt x="16212" y="88"/>
                    <a:pt x="15866" y="0"/>
                    <a:pt x="15398" y="0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0" name="Google Shape;2153;p36"/>
            <p:cNvSpPr/>
            <p:nvPr/>
          </p:nvSpPr>
          <p:spPr>
            <a:xfrm>
              <a:off x="1441012" y="1612250"/>
              <a:ext cx="467826" cy="1722477"/>
            </a:xfrm>
            <a:custGeom>
              <a:avLst/>
              <a:gdLst/>
              <a:ahLst/>
              <a:cxnLst/>
              <a:rect l="l" t="t" r="r" b="b"/>
              <a:pathLst>
                <a:path w="16726" h="61583" extrusionOk="0">
                  <a:moveTo>
                    <a:pt x="15438" y="580"/>
                  </a:moveTo>
                  <a:lnTo>
                    <a:pt x="15438" y="580"/>
                  </a:lnTo>
                  <a:cubicBezTo>
                    <a:pt x="13158" y="1567"/>
                    <a:pt x="7443" y="5414"/>
                    <a:pt x="6382" y="19151"/>
                  </a:cubicBezTo>
                  <a:cubicBezTo>
                    <a:pt x="5836" y="26287"/>
                    <a:pt x="7289" y="32541"/>
                    <a:pt x="8703" y="38603"/>
                  </a:cubicBezTo>
                  <a:cubicBezTo>
                    <a:pt x="9843" y="43491"/>
                    <a:pt x="10924" y="48106"/>
                    <a:pt x="10710" y="52567"/>
                  </a:cubicBezTo>
                  <a:cubicBezTo>
                    <a:pt x="10584" y="55061"/>
                    <a:pt x="10070" y="57348"/>
                    <a:pt x="9123" y="59502"/>
                  </a:cubicBezTo>
                  <a:cubicBezTo>
                    <a:pt x="9357" y="56795"/>
                    <a:pt x="9270" y="51193"/>
                    <a:pt x="6269" y="43298"/>
                  </a:cubicBezTo>
                  <a:cubicBezTo>
                    <a:pt x="1608" y="31041"/>
                    <a:pt x="588" y="18584"/>
                    <a:pt x="3608" y="10762"/>
                  </a:cubicBezTo>
                  <a:cubicBezTo>
                    <a:pt x="6422" y="3460"/>
                    <a:pt x="12757" y="720"/>
                    <a:pt x="15218" y="586"/>
                  </a:cubicBezTo>
                  <a:lnTo>
                    <a:pt x="15405" y="586"/>
                  </a:lnTo>
                  <a:lnTo>
                    <a:pt x="15438" y="580"/>
                  </a:lnTo>
                  <a:close/>
                  <a:moveTo>
                    <a:pt x="15402" y="1"/>
                  </a:moveTo>
                  <a:cubicBezTo>
                    <a:pt x="15332" y="1"/>
                    <a:pt x="15259" y="2"/>
                    <a:pt x="15185" y="6"/>
                  </a:cubicBezTo>
                  <a:cubicBezTo>
                    <a:pt x="12611" y="153"/>
                    <a:pt x="5982" y="3000"/>
                    <a:pt x="3068" y="10562"/>
                  </a:cubicBezTo>
                  <a:cubicBezTo>
                    <a:pt x="1" y="18504"/>
                    <a:pt x="1014" y="31134"/>
                    <a:pt x="5722" y="43511"/>
                  </a:cubicBezTo>
                  <a:cubicBezTo>
                    <a:pt x="9917" y="54534"/>
                    <a:pt x="8296" y="61156"/>
                    <a:pt x="8283" y="61216"/>
                  </a:cubicBezTo>
                  <a:cubicBezTo>
                    <a:pt x="8243" y="61362"/>
                    <a:pt x="8316" y="61516"/>
                    <a:pt x="8456" y="61569"/>
                  </a:cubicBezTo>
                  <a:lnTo>
                    <a:pt x="8570" y="61583"/>
                  </a:lnTo>
                  <a:cubicBezTo>
                    <a:pt x="8670" y="61583"/>
                    <a:pt x="8763" y="61523"/>
                    <a:pt x="8816" y="61436"/>
                  </a:cubicBezTo>
                  <a:cubicBezTo>
                    <a:pt x="10323" y="58715"/>
                    <a:pt x="11137" y="55834"/>
                    <a:pt x="11290" y="52600"/>
                  </a:cubicBezTo>
                  <a:cubicBezTo>
                    <a:pt x="11510" y="48066"/>
                    <a:pt x="10423" y="43404"/>
                    <a:pt x="9270" y="38476"/>
                  </a:cubicBezTo>
                  <a:cubicBezTo>
                    <a:pt x="7869" y="32461"/>
                    <a:pt x="6416" y="26240"/>
                    <a:pt x="6956" y="19205"/>
                  </a:cubicBezTo>
                  <a:cubicBezTo>
                    <a:pt x="8223" y="2820"/>
                    <a:pt x="16392" y="860"/>
                    <a:pt x="16478" y="840"/>
                  </a:cubicBezTo>
                  <a:cubicBezTo>
                    <a:pt x="16585" y="820"/>
                    <a:pt x="16672" y="733"/>
                    <a:pt x="16705" y="626"/>
                  </a:cubicBezTo>
                  <a:cubicBezTo>
                    <a:pt x="16725" y="520"/>
                    <a:pt x="16685" y="406"/>
                    <a:pt x="16605" y="333"/>
                  </a:cubicBezTo>
                  <a:cubicBezTo>
                    <a:pt x="16345" y="114"/>
                    <a:pt x="15944" y="1"/>
                    <a:pt x="1540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1" name="Google Shape;2154;p36"/>
            <p:cNvSpPr/>
            <p:nvPr/>
          </p:nvSpPr>
          <p:spPr>
            <a:xfrm>
              <a:off x="1441012" y="1620613"/>
              <a:ext cx="425284" cy="1706086"/>
            </a:xfrm>
            <a:custGeom>
              <a:avLst/>
              <a:gdLst/>
              <a:ahLst/>
              <a:cxnLst/>
              <a:rect l="l" t="t" r="r" b="b"/>
              <a:pathLst>
                <a:path w="15205" h="60997" extrusionOk="0">
                  <a:moveTo>
                    <a:pt x="15205" y="1"/>
                  </a:moveTo>
                  <a:lnTo>
                    <a:pt x="15205" y="1"/>
                  </a:lnTo>
                  <a:cubicBezTo>
                    <a:pt x="12384" y="154"/>
                    <a:pt x="6082" y="3255"/>
                    <a:pt x="3335" y="10370"/>
                  </a:cubicBezTo>
                  <a:cubicBezTo>
                    <a:pt x="1" y="18999"/>
                    <a:pt x="1708" y="31862"/>
                    <a:pt x="5989" y="43112"/>
                  </a:cubicBezTo>
                  <a:cubicBezTo>
                    <a:pt x="10277" y="54368"/>
                    <a:pt x="8570" y="60997"/>
                    <a:pt x="8570" y="60997"/>
                  </a:cubicBezTo>
                  <a:cubicBezTo>
                    <a:pt x="10157" y="58116"/>
                    <a:pt x="10857" y="55235"/>
                    <a:pt x="11004" y="52294"/>
                  </a:cubicBezTo>
                  <a:lnTo>
                    <a:pt x="11004" y="52294"/>
                  </a:lnTo>
                  <a:cubicBezTo>
                    <a:pt x="10572" y="53778"/>
                    <a:pt x="10283" y="54382"/>
                    <a:pt x="10075" y="54382"/>
                  </a:cubicBezTo>
                  <a:cubicBezTo>
                    <a:pt x="9430" y="54382"/>
                    <a:pt x="9546" y="48616"/>
                    <a:pt x="8523" y="45226"/>
                  </a:cubicBezTo>
                  <a:cubicBezTo>
                    <a:pt x="7176" y="40731"/>
                    <a:pt x="2381" y="33243"/>
                    <a:pt x="2655" y="20193"/>
                  </a:cubicBezTo>
                  <a:cubicBezTo>
                    <a:pt x="2935" y="7136"/>
                    <a:pt x="15205" y="1"/>
                    <a:pt x="15205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2" name="Google Shape;2155;p36"/>
            <p:cNvSpPr/>
            <p:nvPr/>
          </p:nvSpPr>
          <p:spPr>
            <a:xfrm>
              <a:off x="2485132" y="1711460"/>
              <a:ext cx="358519" cy="1479277"/>
            </a:xfrm>
            <a:custGeom>
              <a:avLst/>
              <a:gdLst/>
              <a:ahLst/>
              <a:cxnLst/>
              <a:rect l="l" t="t" r="r" b="b"/>
              <a:pathLst>
                <a:path w="12818" h="52888" extrusionOk="0">
                  <a:moveTo>
                    <a:pt x="1" y="0"/>
                  </a:moveTo>
                  <a:cubicBezTo>
                    <a:pt x="2" y="1"/>
                    <a:pt x="6322" y="5876"/>
                    <a:pt x="7196" y="14077"/>
                  </a:cubicBezTo>
                  <a:cubicBezTo>
                    <a:pt x="8716" y="28241"/>
                    <a:pt x="1414" y="44359"/>
                    <a:pt x="9737" y="52888"/>
                  </a:cubicBezTo>
                  <a:lnTo>
                    <a:pt x="9737" y="52888"/>
                  </a:lnTo>
                  <a:cubicBezTo>
                    <a:pt x="9737" y="52887"/>
                    <a:pt x="6329" y="45432"/>
                    <a:pt x="7296" y="37117"/>
                  </a:cubicBezTo>
                  <a:cubicBezTo>
                    <a:pt x="8263" y="28794"/>
                    <a:pt x="12817" y="9829"/>
                    <a:pt x="1" y="0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3" name="Google Shape;2156;p36"/>
            <p:cNvSpPr/>
            <p:nvPr/>
          </p:nvSpPr>
          <p:spPr>
            <a:xfrm>
              <a:off x="2474224" y="1703348"/>
              <a:ext cx="337346" cy="1495584"/>
            </a:xfrm>
            <a:custGeom>
              <a:avLst/>
              <a:gdLst/>
              <a:ahLst/>
              <a:cxnLst/>
              <a:rect l="l" t="t" r="r" b="b"/>
              <a:pathLst>
                <a:path w="12061" h="53471" extrusionOk="0">
                  <a:moveTo>
                    <a:pt x="4125" y="4445"/>
                  </a:moveTo>
                  <a:cubicBezTo>
                    <a:pt x="10827" y="13327"/>
                    <a:pt x="8993" y="26070"/>
                    <a:pt x="7839" y="34132"/>
                  </a:cubicBezTo>
                  <a:cubicBezTo>
                    <a:pt x="7659" y="35306"/>
                    <a:pt x="7506" y="36413"/>
                    <a:pt x="7393" y="37373"/>
                  </a:cubicBezTo>
                  <a:cubicBezTo>
                    <a:pt x="6692" y="43382"/>
                    <a:pt x="8286" y="48990"/>
                    <a:pt x="9226" y="51670"/>
                  </a:cubicBezTo>
                  <a:cubicBezTo>
                    <a:pt x="5325" y="46356"/>
                    <a:pt x="6239" y="38560"/>
                    <a:pt x="7186" y="30351"/>
                  </a:cubicBezTo>
                  <a:cubicBezTo>
                    <a:pt x="7806" y="25063"/>
                    <a:pt x="8440" y="19582"/>
                    <a:pt x="7879" y="14334"/>
                  </a:cubicBezTo>
                  <a:cubicBezTo>
                    <a:pt x="7453" y="10386"/>
                    <a:pt x="5772" y="6952"/>
                    <a:pt x="4125" y="4445"/>
                  </a:cubicBezTo>
                  <a:close/>
                  <a:moveTo>
                    <a:pt x="408" y="0"/>
                  </a:moveTo>
                  <a:cubicBezTo>
                    <a:pt x="177" y="0"/>
                    <a:pt x="1" y="291"/>
                    <a:pt x="191" y="497"/>
                  </a:cubicBezTo>
                  <a:cubicBezTo>
                    <a:pt x="257" y="550"/>
                    <a:pt x="6446" y="6405"/>
                    <a:pt x="7293" y="14401"/>
                  </a:cubicBezTo>
                  <a:cubicBezTo>
                    <a:pt x="7853" y="19575"/>
                    <a:pt x="7219" y="25023"/>
                    <a:pt x="6612" y="30285"/>
                  </a:cubicBezTo>
                  <a:cubicBezTo>
                    <a:pt x="5559" y="39340"/>
                    <a:pt x="4572" y="47889"/>
                    <a:pt x="9920" y="53378"/>
                  </a:cubicBezTo>
                  <a:cubicBezTo>
                    <a:pt x="9973" y="53431"/>
                    <a:pt x="10047" y="53464"/>
                    <a:pt x="10127" y="53471"/>
                  </a:cubicBezTo>
                  <a:cubicBezTo>
                    <a:pt x="10347" y="53471"/>
                    <a:pt x="10487" y="53244"/>
                    <a:pt x="10393" y="53051"/>
                  </a:cubicBezTo>
                  <a:cubicBezTo>
                    <a:pt x="10360" y="52984"/>
                    <a:pt x="7026" y="45582"/>
                    <a:pt x="7973" y="37440"/>
                  </a:cubicBezTo>
                  <a:cubicBezTo>
                    <a:pt x="8079" y="36486"/>
                    <a:pt x="8246" y="35386"/>
                    <a:pt x="8413" y="34212"/>
                  </a:cubicBezTo>
                  <a:cubicBezTo>
                    <a:pt x="9773" y="24737"/>
                    <a:pt x="12061" y="8872"/>
                    <a:pt x="571" y="50"/>
                  </a:cubicBezTo>
                  <a:cubicBezTo>
                    <a:pt x="516" y="15"/>
                    <a:pt x="461" y="0"/>
                    <a:pt x="40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4" name="Google Shape;2157;p36"/>
            <p:cNvSpPr/>
            <p:nvPr/>
          </p:nvSpPr>
          <p:spPr>
            <a:xfrm>
              <a:off x="1536893" y="1783622"/>
              <a:ext cx="114929" cy="404027"/>
            </a:xfrm>
            <a:custGeom>
              <a:avLst/>
              <a:gdLst/>
              <a:ahLst/>
              <a:cxnLst/>
              <a:rect l="l" t="t" r="r" b="b"/>
              <a:pathLst>
                <a:path w="4109" h="14445" extrusionOk="0">
                  <a:moveTo>
                    <a:pt x="4108" y="1"/>
                  </a:moveTo>
                  <a:lnTo>
                    <a:pt x="4108" y="1"/>
                  </a:lnTo>
                  <a:cubicBezTo>
                    <a:pt x="3108" y="808"/>
                    <a:pt x="2394" y="1928"/>
                    <a:pt x="1887" y="3122"/>
                  </a:cubicBezTo>
                  <a:cubicBezTo>
                    <a:pt x="1381" y="4309"/>
                    <a:pt x="1047" y="5556"/>
                    <a:pt x="767" y="6803"/>
                  </a:cubicBezTo>
                  <a:cubicBezTo>
                    <a:pt x="207" y="9310"/>
                    <a:pt x="0" y="11884"/>
                    <a:pt x="147" y="14445"/>
                  </a:cubicBezTo>
                  <a:cubicBezTo>
                    <a:pt x="220" y="11891"/>
                    <a:pt x="494" y="9357"/>
                    <a:pt x="1054" y="6869"/>
                  </a:cubicBezTo>
                  <a:cubicBezTo>
                    <a:pt x="1327" y="5629"/>
                    <a:pt x="1641" y="4375"/>
                    <a:pt x="2094" y="3202"/>
                  </a:cubicBezTo>
                  <a:cubicBezTo>
                    <a:pt x="2554" y="2028"/>
                    <a:pt x="3181" y="901"/>
                    <a:pt x="410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5" name="Google Shape;2158;p36"/>
            <p:cNvSpPr/>
            <p:nvPr/>
          </p:nvSpPr>
          <p:spPr>
            <a:xfrm>
              <a:off x="1518796" y="2240596"/>
              <a:ext cx="18488" cy="134144"/>
            </a:xfrm>
            <a:custGeom>
              <a:avLst/>
              <a:gdLst/>
              <a:ahLst/>
              <a:cxnLst/>
              <a:rect l="l" t="t" r="r" b="b"/>
              <a:pathLst>
                <a:path w="661" h="4796" extrusionOk="0">
                  <a:moveTo>
                    <a:pt x="267" y="0"/>
                  </a:moveTo>
                  <a:cubicBezTo>
                    <a:pt x="67" y="794"/>
                    <a:pt x="0" y="1621"/>
                    <a:pt x="74" y="2434"/>
                  </a:cubicBezTo>
                  <a:cubicBezTo>
                    <a:pt x="134" y="3248"/>
                    <a:pt x="327" y="4048"/>
                    <a:pt x="661" y="4795"/>
                  </a:cubicBezTo>
                  <a:cubicBezTo>
                    <a:pt x="541" y="3995"/>
                    <a:pt x="427" y="3208"/>
                    <a:pt x="361" y="2408"/>
                  </a:cubicBezTo>
                  <a:cubicBezTo>
                    <a:pt x="294" y="1608"/>
                    <a:pt x="287" y="821"/>
                    <a:pt x="2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6" name="Google Shape;2159;p36"/>
            <p:cNvSpPr/>
            <p:nvPr/>
          </p:nvSpPr>
          <p:spPr>
            <a:xfrm>
              <a:off x="1539131" y="2432890"/>
              <a:ext cx="22600" cy="103909"/>
            </a:xfrm>
            <a:custGeom>
              <a:avLst/>
              <a:gdLst/>
              <a:ahLst/>
              <a:cxnLst/>
              <a:rect l="l" t="t" r="r" b="b"/>
              <a:pathLst>
                <a:path w="808" h="3715" extrusionOk="0">
                  <a:moveTo>
                    <a:pt x="80" y="1"/>
                  </a:moveTo>
                  <a:lnTo>
                    <a:pt x="80" y="1"/>
                  </a:lnTo>
                  <a:cubicBezTo>
                    <a:pt x="0" y="1281"/>
                    <a:pt x="254" y="2561"/>
                    <a:pt x="807" y="3715"/>
                  </a:cubicBezTo>
                  <a:cubicBezTo>
                    <a:pt x="740" y="3081"/>
                    <a:pt x="614" y="2468"/>
                    <a:pt x="494" y="1854"/>
                  </a:cubicBezTo>
                  <a:cubicBezTo>
                    <a:pt x="367" y="1234"/>
                    <a:pt x="260" y="621"/>
                    <a:pt x="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7" name="Google Shape;2160;p36"/>
            <p:cNvSpPr/>
            <p:nvPr/>
          </p:nvSpPr>
          <p:spPr>
            <a:xfrm>
              <a:off x="1566541" y="2574838"/>
              <a:ext cx="87686" cy="281099"/>
            </a:xfrm>
            <a:custGeom>
              <a:avLst/>
              <a:gdLst/>
              <a:ahLst/>
              <a:cxnLst/>
              <a:rect l="l" t="t" r="r" b="b"/>
              <a:pathLst>
                <a:path w="3135" h="10050" extrusionOk="0">
                  <a:moveTo>
                    <a:pt x="1" y="0"/>
                  </a:moveTo>
                  <a:lnTo>
                    <a:pt x="1" y="0"/>
                  </a:lnTo>
                  <a:cubicBezTo>
                    <a:pt x="354" y="1721"/>
                    <a:pt x="801" y="3421"/>
                    <a:pt x="1334" y="5095"/>
                  </a:cubicBezTo>
                  <a:cubicBezTo>
                    <a:pt x="1868" y="6775"/>
                    <a:pt x="2441" y="8429"/>
                    <a:pt x="3135" y="10050"/>
                  </a:cubicBezTo>
                  <a:cubicBezTo>
                    <a:pt x="2661" y="8356"/>
                    <a:pt x="2148" y="6689"/>
                    <a:pt x="1621" y="5015"/>
                  </a:cubicBezTo>
                  <a:cubicBezTo>
                    <a:pt x="1094" y="3335"/>
                    <a:pt x="567" y="1661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8" name="Google Shape;2161;p36"/>
            <p:cNvSpPr/>
            <p:nvPr/>
          </p:nvSpPr>
          <p:spPr>
            <a:xfrm>
              <a:off x="1667821" y="2913918"/>
              <a:ext cx="30236" cy="202223"/>
            </a:xfrm>
            <a:custGeom>
              <a:avLst/>
              <a:gdLst/>
              <a:ahLst/>
              <a:cxnLst/>
              <a:rect l="l" t="t" r="r" b="b"/>
              <a:pathLst>
                <a:path w="1081" h="7230" extrusionOk="0">
                  <a:moveTo>
                    <a:pt x="1" y="1"/>
                  </a:moveTo>
                  <a:lnTo>
                    <a:pt x="1" y="1"/>
                  </a:lnTo>
                  <a:cubicBezTo>
                    <a:pt x="207" y="1201"/>
                    <a:pt x="414" y="2401"/>
                    <a:pt x="581" y="3601"/>
                  </a:cubicBezTo>
                  <a:cubicBezTo>
                    <a:pt x="747" y="4802"/>
                    <a:pt x="867" y="6009"/>
                    <a:pt x="994" y="7229"/>
                  </a:cubicBezTo>
                  <a:cubicBezTo>
                    <a:pt x="1081" y="6002"/>
                    <a:pt x="1041" y="4775"/>
                    <a:pt x="867" y="3561"/>
                  </a:cubicBezTo>
                  <a:cubicBezTo>
                    <a:pt x="707" y="2348"/>
                    <a:pt x="421" y="1154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0" y="2260600"/>
            <a:ext cx="4284020" cy="4597400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31848" y="4318162"/>
            <a:ext cx="1757636" cy="9648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68%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1"/>
          <p:cNvSpPr txBox="1">
            <a:spLocks noChangeArrowheads="1"/>
          </p:cNvSpPr>
          <p:nvPr/>
        </p:nvSpPr>
        <p:spPr bwMode="auto">
          <a:xfrm>
            <a:off x="3293443" y="4086574"/>
            <a:ext cx="94530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难点分析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13" name="图片 12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14" name="图片 13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sp>
        <p:nvSpPr>
          <p:cNvPr id="460" name="textbox 460"/>
          <p:cNvSpPr/>
          <p:nvPr/>
        </p:nvSpPr>
        <p:spPr>
          <a:xfrm>
            <a:off x="873999" y="881184"/>
            <a:ext cx="7559675" cy="1156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820"/>
              </a:lnSpc>
            </a:pPr>
            <a:r>
              <a:rPr sz="3100" b="1" kern="0" spc="320" dirty="0">
                <a:solidFill>
                  <a:srgbClr val="FF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3100" b="1" kern="0" spc="-15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算数运算符</a:t>
            </a:r>
            <a:endParaRPr sz="3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5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  <a:spcBef>
                <a:spcPts val="5"/>
              </a:spcBef>
            </a:pPr>
            <a:r>
              <a:rPr sz="2400" b="1" kern="0" spc="-5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sz="2400" b="1" kern="0" spc="-50" dirty="0">
                <a:solidFill>
                  <a:srgbClr val="40404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</a:t>
            </a:r>
            <a:r>
              <a:rPr sz="2400" b="1" kern="0" spc="-5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中，算数运</a:t>
            </a:r>
            <a:r>
              <a:rPr sz="2400" b="1" kern="0" spc="-6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算符的用法和功能如下表所示。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579" name="组合 578"/>
          <p:cNvGrpSpPr/>
          <p:nvPr/>
        </p:nvGrpSpPr>
        <p:grpSpPr>
          <a:xfrm>
            <a:off x="-273685" y="1812925"/>
            <a:ext cx="3279140" cy="4554220"/>
            <a:chOff x="14035" y="1820"/>
            <a:chExt cx="5164" cy="7172"/>
          </a:xfrm>
        </p:grpSpPr>
        <p:grpSp>
          <p:nvGrpSpPr>
            <p:cNvPr id="2208" name="Google Shape;2208;p36"/>
            <p:cNvGrpSpPr/>
            <p:nvPr/>
          </p:nvGrpSpPr>
          <p:grpSpPr>
            <a:xfrm>
              <a:off x="15401" y="4153"/>
              <a:ext cx="1385" cy="1035"/>
              <a:chOff x="4030925" y="2186525"/>
              <a:chExt cx="944700" cy="706325"/>
            </a:xfrm>
          </p:grpSpPr>
          <p:sp>
            <p:nvSpPr>
              <p:cNvPr id="2209" name="Google Shape;2209;p36"/>
              <p:cNvSpPr/>
              <p:nvPr/>
            </p:nvSpPr>
            <p:spPr>
              <a:xfrm>
                <a:off x="4030925" y="2186525"/>
                <a:ext cx="944700" cy="281675"/>
              </a:xfrm>
              <a:custGeom>
                <a:avLst/>
                <a:gdLst/>
                <a:ahLst/>
                <a:cxnLst/>
                <a:rect l="l" t="t" r="r" b="b"/>
                <a:pathLst>
                  <a:path w="37788" h="11267" extrusionOk="0">
                    <a:moveTo>
                      <a:pt x="33327" y="1430"/>
                    </a:moveTo>
                    <a:lnTo>
                      <a:pt x="9699" y="10348"/>
                    </a:lnTo>
                    <a:lnTo>
                      <a:pt x="1770" y="6049"/>
                    </a:lnTo>
                    <a:lnTo>
                      <a:pt x="33327" y="1430"/>
                    </a:lnTo>
                    <a:close/>
                    <a:moveTo>
                      <a:pt x="37185" y="0"/>
                    </a:moveTo>
                    <a:cubicBezTo>
                      <a:pt x="37164" y="0"/>
                      <a:pt x="37142" y="1"/>
                      <a:pt x="37120" y="5"/>
                    </a:cubicBezTo>
                    <a:lnTo>
                      <a:pt x="391" y="5383"/>
                    </a:lnTo>
                    <a:cubicBezTo>
                      <a:pt x="207" y="5406"/>
                      <a:pt x="69" y="5544"/>
                      <a:pt x="23" y="5728"/>
                    </a:cubicBezTo>
                    <a:cubicBezTo>
                      <a:pt x="0" y="5912"/>
                      <a:pt x="92" y="6095"/>
                      <a:pt x="253" y="6187"/>
                    </a:cubicBezTo>
                    <a:lnTo>
                      <a:pt x="9447" y="11221"/>
                    </a:lnTo>
                    <a:lnTo>
                      <a:pt x="9653" y="11267"/>
                    </a:lnTo>
                    <a:lnTo>
                      <a:pt x="9814" y="11244"/>
                    </a:lnTo>
                    <a:lnTo>
                      <a:pt x="37327" y="855"/>
                    </a:lnTo>
                    <a:cubicBezTo>
                      <a:pt x="37788" y="679"/>
                      <a:pt x="37641" y="0"/>
                      <a:pt x="371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0" name="Google Shape;2210;p36"/>
              <p:cNvSpPr/>
              <p:nvPr/>
            </p:nvSpPr>
            <p:spPr>
              <a:xfrm>
                <a:off x="4423950" y="2187475"/>
                <a:ext cx="547625" cy="512875"/>
              </a:xfrm>
              <a:custGeom>
                <a:avLst/>
                <a:gdLst/>
                <a:ahLst/>
                <a:cxnLst/>
                <a:rect l="l" t="t" r="r" b="b"/>
                <a:pathLst>
                  <a:path w="21905" h="20515" extrusionOk="0">
                    <a:moveTo>
                      <a:pt x="19882" y="2104"/>
                    </a:moveTo>
                    <a:lnTo>
                      <a:pt x="8918" y="19572"/>
                    </a:lnTo>
                    <a:lnTo>
                      <a:pt x="1265" y="15918"/>
                    </a:lnTo>
                    <a:lnTo>
                      <a:pt x="19882" y="2104"/>
                    </a:lnTo>
                    <a:close/>
                    <a:moveTo>
                      <a:pt x="21443" y="0"/>
                    </a:moveTo>
                    <a:cubicBezTo>
                      <a:pt x="21354" y="0"/>
                      <a:pt x="21266" y="29"/>
                      <a:pt x="21192" y="81"/>
                    </a:cubicBezTo>
                    <a:lnTo>
                      <a:pt x="184" y="15688"/>
                    </a:lnTo>
                    <a:cubicBezTo>
                      <a:pt x="69" y="15780"/>
                      <a:pt x="0" y="15941"/>
                      <a:pt x="23" y="16102"/>
                    </a:cubicBezTo>
                    <a:cubicBezTo>
                      <a:pt x="23" y="16240"/>
                      <a:pt x="115" y="16378"/>
                      <a:pt x="253" y="16446"/>
                    </a:cubicBezTo>
                    <a:lnTo>
                      <a:pt x="8918" y="20515"/>
                    </a:lnTo>
                    <a:lnTo>
                      <a:pt x="9102" y="20515"/>
                    </a:lnTo>
                    <a:cubicBezTo>
                      <a:pt x="9240" y="20515"/>
                      <a:pt x="9378" y="20469"/>
                      <a:pt x="9470" y="20354"/>
                    </a:cubicBezTo>
                    <a:lnTo>
                      <a:pt x="21813" y="656"/>
                    </a:lnTo>
                    <a:cubicBezTo>
                      <a:pt x="21905" y="472"/>
                      <a:pt x="21882" y="265"/>
                      <a:pt x="21744" y="127"/>
                    </a:cubicBezTo>
                    <a:cubicBezTo>
                      <a:pt x="21656" y="40"/>
                      <a:pt x="21549" y="0"/>
                      <a:pt x="214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1" name="Google Shape;2211;p36"/>
              <p:cNvSpPr/>
              <p:nvPr/>
            </p:nvSpPr>
            <p:spPr>
              <a:xfrm>
                <a:off x="4261325" y="2186625"/>
                <a:ext cx="710825" cy="706225"/>
              </a:xfrm>
              <a:custGeom>
                <a:avLst/>
                <a:gdLst/>
                <a:ahLst/>
                <a:cxnLst/>
                <a:rect l="l" t="t" r="r" b="b"/>
                <a:pathLst>
                  <a:path w="28433" h="28249" extrusionOk="0">
                    <a:moveTo>
                      <a:pt x="25261" y="1908"/>
                    </a:moveTo>
                    <a:lnTo>
                      <a:pt x="6689" y="15699"/>
                    </a:lnTo>
                    <a:cubicBezTo>
                      <a:pt x="6620" y="15745"/>
                      <a:pt x="6551" y="15837"/>
                      <a:pt x="6528" y="15929"/>
                    </a:cubicBezTo>
                    <a:lnTo>
                      <a:pt x="3196" y="25973"/>
                    </a:lnTo>
                    <a:lnTo>
                      <a:pt x="920" y="11102"/>
                    </a:lnTo>
                    <a:lnTo>
                      <a:pt x="25261" y="1908"/>
                    </a:lnTo>
                    <a:close/>
                    <a:moveTo>
                      <a:pt x="27953" y="1"/>
                    </a:moveTo>
                    <a:cubicBezTo>
                      <a:pt x="27906" y="1"/>
                      <a:pt x="27859" y="8"/>
                      <a:pt x="27812" y="24"/>
                    </a:cubicBezTo>
                    <a:lnTo>
                      <a:pt x="300" y="10436"/>
                    </a:lnTo>
                    <a:cubicBezTo>
                      <a:pt x="116" y="10504"/>
                      <a:pt x="1" y="10711"/>
                      <a:pt x="24" y="10895"/>
                    </a:cubicBezTo>
                    <a:lnTo>
                      <a:pt x="2621" y="27881"/>
                    </a:lnTo>
                    <a:cubicBezTo>
                      <a:pt x="2644" y="28065"/>
                      <a:pt x="2805" y="28226"/>
                      <a:pt x="3012" y="28249"/>
                    </a:cubicBezTo>
                    <a:lnTo>
                      <a:pt x="3058" y="28249"/>
                    </a:lnTo>
                    <a:cubicBezTo>
                      <a:pt x="3242" y="28249"/>
                      <a:pt x="3402" y="28111"/>
                      <a:pt x="3448" y="27927"/>
                    </a:cubicBezTo>
                    <a:lnTo>
                      <a:pt x="7310" y="16297"/>
                    </a:lnTo>
                    <a:lnTo>
                      <a:pt x="28226" y="782"/>
                    </a:lnTo>
                    <a:cubicBezTo>
                      <a:pt x="28387" y="667"/>
                      <a:pt x="28433" y="414"/>
                      <a:pt x="28341" y="230"/>
                    </a:cubicBezTo>
                    <a:cubicBezTo>
                      <a:pt x="28269" y="88"/>
                      <a:pt x="28115" y="1"/>
                      <a:pt x="279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2" name="Google Shape;2212;p36"/>
              <p:cNvSpPr/>
              <p:nvPr/>
            </p:nvSpPr>
            <p:spPr>
              <a:xfrm>
                <a:off x="4325700" y="2577225"/>
                <a:ext cx="236750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9470" h="12625" extrusionOk="0">
                    <a:moveTo>
                      <a:pt x="4620" y="1017"/>
                    </a:moveTo>
                    <a:lnTo>
                      <a:pt x="8343" y="2764"/>
                    </a:lnTo>
                    <a:lnTo>
                      <a:pt x="1540" y="10395"/>
                    </a:lnTo>
                    <a:lnTo>
                      <a:pt x="4620" y="1017"/>
                    </a:lnTo>
                    <a:close/>
                    <a:moveTo>
                      <a:pt x="4379" y="0"/>
                    </a:moveTo>
                    <a:cubicBezTo>
                      <a:pt x="4321" y="0"/>
                      <a:pt x="4264" y="18"/>
                      <a:pt x="4206" y="52"/>
                    </a:cubicBezTo>
                    <a:cubicBezTo>
                      <a:pt x="4091" y="98"/>
                      <a:pt x="3999" y="190"/>
                      <a:pt x="3953" y="305"/>
                    </a:cubicBezTo>
                    <a:lnTo>
                      <a:pt x="69" y="12050"/>
                    </a:lnTo>
                    <a:cubicBezTo>
                      <a:pt x="0" y="12257"/>
                      <a:pt x="92" y="12464"/>
                      <a:pt x="276" y="12579"/>
                    </a:cubicBezTo>
                    <a:lnTo>
                      <a:pt x="483" y="12625"/>
                    </a:lnTo>
                    <a:cubicBezTo>
                      <a:pt x="598" y="12625"/>
                      <a:pt x="713" y="12579"/>
                      <a:pt x="781" y="12487"/>
                    </a:cubicBezTo>
                    <a:lnTo>
                      <a:pt x="9355" y="2925"/>
                    </a:lnTo>
                    <a:cubicBezTo>
                      <a:pt x="9424" y="2810"/>
                      <a:pt x="9470" y="2672"/>
                      <a:pt x="9470" y="2534"/>
                    </a:cubicBezTo>
                    <a:cubicBezTo>
                      <a:pt x="9447" y="2396"/>
                      <a:pt x="9332" y="2304"/>
                      <a:pt x="9217" y="2259"/>
                    </a:cubicBezTo>
                    <a:lnTo>
                      <a:pt x="4551" y="52"/>
                    </a:lnTo>
                    <a:cubicBezTo>
                      <a:pt x="4493" y="18"/>
                      <a:pt x="4436" y="0"/>
                      <a:pt x="4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61" name="Google Shape;4561;p69"/>
            <p:cNvSpPr/>
            <p:nvPr/>
          </p:nvSpPr>
          <p:spPr>
            <a:xfrm>
              <a:off x="14035" y="1820"/>
              <a:ext cx="5165" cy="7172"/>
            </a:xfrm>
            <a:custGeom>
              <a:avLst/>
              <a:gdLst/>
              <a:ahLst/>
              <a:cxnLst/>
              <a:rect l="l" t="t" r="r" b="b"/>
              <a:pathLst>
                <a:path w="92138" h="127940" extrusionOk="0">
                  <a:moveTo>
                    <a:pt x="85073" y="0"/>
                  </a:moveTo>
                  <a:cubicBezTo>
                    <a:pt x="85013" y="0"/>
                    <a:pt x="84958" y="40"/>
                    <a:pt x="84958" y="108"/>
                  </a:cubicBezTo>
                  <a:cubicBezTo>
                    <a:pt x="84899" y="167"/>
                    <a:pt x="84919" y="266"/>
                    <a:pt x="84998" y="326"/>
                  </a:cubicBezTo>
                  <a:cubicBezTo>
                    <a:pt x="85573" y="603"/>
                    <a:pt x="86128" y="940"/>
                    <a:pt x="86644" y="1337"/>
                  </a:cubicBezTo>
                  <a:lnTo>
                    <a:pt x="86743" y="1337"/>
                  </a:lnTo>
                  <a:cubicBezTo>
                    <a:pt x="86783" y="1337"/>
                    <a:pt x="86842" y="1317"/>
                    <a:pt x="86882" y="1297"/>
                  </a:cubicBezTo>
                  <a:cubicBezTo>
                    <a:pt x="86922" y="1218"/>
                    <a:pt x="86902" y="1119"/>
                    <a:pt x="86842" y="1059"/>
                  </a:cubicBezTo>
                  <a:cubicBezTo>
                    <a:pt x="86307" y="663"/>
                    <a:pt x="85732" y="326"/>
                    <a:pt x="85157" y="28"/>
                  </a:cubicBezTo>
                  <a:cubicBezTo>
                    <a:pt x="85131" y="9"/>
                    <a:pt x="85102" y="0"/>
                    <a:pt x="85073" y="0"/>
                  </a:cubicBezTo>
                  <a:close/>
                  <a:moveTo>
                    <a:pt x="88675" y="2762"/>
                  </a:moveTo>
                  <a:cubicBezTo>
                    <a:pt x="88636" y="2762"/>
                    <a:pt x="88595" y="2777"/>
                    <a:pt x="88568" y="2805"/>
                  </a:cubicBezTo>
                  <a:cubicBezTo>
                    <a:pt x="88488" y="2844"/>
                    <a:pt x="88488" y="2963"/>
                    <a:pt x="88548" y="3023"/>
                  </a:cubicBezTo>
                  <a:cubicBezTo>
                    <a:pt x="88984" y="3499"/>
                    <a:pt x="89381" y="4014"/>
                    <a:pt x="89738" y="4570"/>
                  </a:cubicBezTo>
                  <a:cubicBezTo>
                    <a:pt x="89777" y="4609"/>
                    <a:pt x="89817" y="4629"/>
                    <a:pt x="89877" y="4629"/>
                  </a:cubicBezTo>
                  <a:lnTo>
                    <a:pt x="89956" y="4609"/>
                  </a:lnTo>
                  <a:cubicBezTo>
                    <a:pt x="90035" y="4550"/>
                    <a:pt x="90055" y="4451"/>
                    <a:pt x="89996" y="4371"/>
                  </a:cubicBezTo>
                  <a:cubicBezTo>
                    <a:pt x="89658" y="3816"/>
                    <a:pt x="89242" y="3300"/>
                    <a:pt x="88786" y="2824"/>
                  </a:cubicBezTo>
                  <a:cubicBezTo>
                    <a:pt x="88765" y="2782"/>
                    <a:pt x="88721" y="2762"/>
                    <a:pt x="88675" y="2762"/>
                  </a:cubicBezTo>
                  <a:close/>
                  <a:moveTo>
                    <a:pt x="91110" y="6597"/>
                  </a:moveTo>
                  <a:cubicBezTo>
                    <a:pt x="91089" y="6597"/>
                    <a:pt x="91068" y="6602"/>
                    <a:pt x="91047" y="6612"/>
                  </a:cubicBezTo>
                  <a:cubicBezTo>
                    <a:pt x="90967" y="6632"/>
                    <a:pt x="90908" y="6731"/>
                    <a:pt x="90947" y="6810"/>
                  </a:cubicBezTo>
                  <a:cubicBezTo>
                    <a:pt x="91185" y="7425"/>
                    <a:pt x="91384" y="8040"/>
                    <a:pt x="91523" y="8675"/>
                  </a:cubicBezTo>
                  <a:cubicBezTo>
                    <a:pt x="91542" y="8754"/>
                    <a:pt x="91622" y="8794"/>
                    <a:pt x="91701" y="8794"/>
                  </a:cubicBezTo>
                  <a:lnTo>
                    <a:pt x="91721" y="8794"/>
                  </a:lnTo>
                  <a:cubicBezTo>
                    <a:pt x="91800" y="8774"/>
                    <a:pt x="91860" y="8694"/>
                    <a:pt x="91840" y="8595"/>
                  </a:cubicBezTo>
                  <a:cubicBezTo>
                    <a:pt x="91681" y="7941"/>
                    <a:pt x="91483" y="7306"/>
                    <a:pt x="91245" y="6692"/>
                  </a:cubicBezTo>
                  <a:cubicBezTo>
                    <a:pt x="91216" y="6633"/>
                    <a:pt x="91166" y="6597"/>
                    <a:pt x="91110" y="6597"/>
                  </a:cubicBezTo>
                  <a:close/>
                  <a:moveTo>
                    <a:pt x="91959" y="11054"/>
                  </a:moveTo>
                  <a:cubicBezTo>
                    <a:pt x="91879" y="11054"/>
                    <a:pt x="91800" y="11114"/>
                    <a:pt x="91780" y="11213"/>
                  </a:cubicBezTo>
                  <a:cubicBezTo>
                    <a:pt x="91800" y="11848"/>
                    <a:pt x="91741" y="12502"/>
                    <a:pt x="91622" y="13137"/>
                  </a:cubicBezTo>
                  <a:cubicBezTo>
                    <a:pt x="91622" y="13236"/>
                    <a:pt x="91681" y="13315"/>
                    <a:pt x="91760" y="13335"/>
                  </a:cubicBezTo>
                  <a:lnTo>
                    <a:pt x="91800" y="13335"/>
                  </a:lnTo>
                  <a:cubicBezTo>
                    <a:pt x="91879" y="13335"/>
                    <a:pt x="91939" y="13275"/>
                    <a:pt x="91939" y="13196"/>
                  </a:cubicBezTo>
                  <a:cubicBezTo>
                    <a:pt x="92058" y="12542"/>
                    <a:pt x="92117" y="11887"/>
                    <a:pt x="92137" y="11233"/>
                  </a:cubicBezTo>
                  <a:cubicBezTo>
                    <a:pt x="92137" y="11134"/>
                    <a:pt x="92058" y="11054"/>
                    <a:pt x="91959" y="11054"/>
                  </a:cubicBezTo>
                  <a:close/>
                  <a:moveTo>
                    <a:pt x="91092" y="15504"/>
                  </a:moveTo>
                  <a:cubicBezTo>
                    <a:pt x="91027" y="15504"/>
                    <a:pt x="90963" y="15554"/>
                    <a:pt x="90947" y="15616"/>
                  </a:cubicBezTo>
                  <a:cubicBezTo>
                    <a:pt x="90709" y="16211"/>
                    <a:pt x="90432" y="16786"/>
                    <a:pt x="90134" y="17381"/>
                  </a:cubicBezTo>
                  <a:cubicBezTo>
                    <a:pt x="90095" y="17460"/>
                    <a:pt x="90114" y="17539"/>
                    <a:pt x="90174" y="17599"/>
                  </a:cubicBezTo>
                  <a:lnTo>
                    <a:pt x="90253" y="17599"/>
                  </a:lnTo>
                  <a:cubicBezTo>
                    <a:pt x="90313" y="17599"/>
                    <a:pt x="90372" y="17579"/>
                    <a:pt x="90412" y="17519"/>
                  </a:cubicBezTo>
                  <a:cubicBezTo>
                    <a:pt x="90729" y="16944"/>
                    <a:pt x="91007" y="16349"/>
                    <a:pt x="91245" y="15735"/>
                  </a:cubicBezTo>
                  <a:cubicBezTo>
                    <a:pt x="91265" y="15635"/>
                    <a:pt x="91245" y="15536"/>
                    <a:pt x="91146" y="15516"/>
                  </a:cubicBezTo>
                  <a:cubicBezTo>
                    <a:pt x="91128" y="15508"/>
                    <a:pt x="91110" y="15504"/>
                    <a:pt x="91092" y="15504"/>
                  </a:cubicBezTo>
                  <a:close/>
                  <a:moveTo>
                    <a:pt x="88856" y="19462"/>
                  </a:moveTo>
                  <a:cubicBezTo>
                    <a:pt x="88802" y="19462"/>
                    <a:pt x="88752" y="19484"/>
                    <a:pt x="88726" y="19522"/>
                  </a:cubicBezTo>
                  <a:cubicBezTo>
                    <a:pt x="88330" y="20018"/>
                    <a:pt x="87893" y="20514"/>
                    <a:pt x="87457" y="20990"/>
                  </a:cubicBezTo>
                  <a:cubicBezTo>
                    <a:pt x="87378" y="21049"/>
                    <a:pt x="87378" y="21168"/>
                    <a:pt x="87457" y="21208"/>
                  </a:cubicBezTo>
                  <a:lnTo>
                    <a:pt x="87576" y="21267"/>
                  </a:lnTo>
                  <a:lnTo>
                    <a:pt x="87675" y="21208"/>
                  </a:lnTo>
                  <a:cubicBezTo>
                    <a:pt x="88131" y="20752"/>
                    <a:pt x="88568" y="20256"/>
                    <a:pt x="88964" y="19721"/>
                  </a:cubicBezTo>
                  <a:cubicBezTo>
                    <a:pt x="89024" y="19661"/>
                    <a:pt x="89004" y="19542"/>
                    <a:pt x="88944" y="19483"/>
                  </a:cubicBezTo>
                  <a:cubicBezTo>
                    <a:pt x="88916" y="19469"/>
                    <a:pt x="88886" y="19462"/>
                    <a:pt x="88856" y="19462"/>
                  </a:cubicBezTo>
                  <a:close/>
                  <a:moveTo>
                    <a:pt x="85625" y="22735"/>
                  </a:moveTo>
                  <a:cubicBezTo>
                    <a:pt x="85601" y="22735"/>
                    <a:pt x="85577" y="22741"/>
                    <a:pt x="85553" y="22755"/>
                  </a:cubicBezTo>
                  <a:cubicBezTo>
                    <a:pt x="85057" y="23151"/>
                    <a:pt x="84522" y="23548"/>
                    <a:pt x="83987" y="23925"/>
                  </a:cubicBezTo>
                  <a:cubicBezTo>
                    <a:pt x="83907" y="23965"/>
                    <a:pt x="83887" y="24084"/>
                    <a:pt x="83967" y="24143"/>
                  </a:cubicBezTo>
                  <a:cubicBezTo>
                    <a:pt x="83987" y="24183"/>
                    <a:pt x="84026" y="24222"/>
                    <a:pt x="84086" y="24222"/>
                  </a:cubicBezTo>
                  <a:lnTo>
                    <a:pt x="84185" y="24183"/>
                  </a:lnTo>
                  <a:cubicBezTo>
                    <a:pt x="84720" y="23826"/>
                    <a:pt x="85256" y="23429"/>
                    <a:pt x="85771" y="22993"/>
                  </a:cubicBezTo>
                  <a:cubicBezTo>
                    <a:pt x="85837" y="22878"/>
                    <a:pt x="85739" y="22735"/>
                    <a:pt x="85625" y="22735"/>
                  </a:cubicBezTo>
                  <a:close/>
                  <a:moveTo>
                    <a:pt x="81855" y="25254"/>
                  </a:moveTo>
                  <a:cubicBezTo>
                    <a:pt x="81829" y="25254"/>
                    <a:pt x="81805" y="25260"/>
                    <a:pt x="81785" y="25273"/>
                  </a:cubicBezTo>
                  <a:lnTo>
                    <a:pt x="81706" y="25273"/>
                  </a:lnTo>
                  <a:lnTo>
                    <a:pt x="80020" y="26106"/>
                  </a:lnTo>
                  <a:cubicBezTo>
                    <a:pt x="79834" y="26144"/>
                    <a:pt x="79893" y="26407"/>
                    <a:pt x="80064" y="26407"/>
                  </a:cubicBezTo>
                  <a:cubicBezTo>
                    <a:pt x="80075" y="26407"/>
                    <a:pt x="80087" y="26406"/>
                    <a:pt x="80100" y="26404"/>
                  </a:cubicBezTo>
                  <a:lnTo>
                    <a:pt x="80159" y="26424"/>
                  </a:lnTo>
                  <a:lnTo>
                    <a:pt x="81845" y="25611"/>
                  </a:lnTo>
                  <a:lnTo>
                    <a:pt x="81924" y="25551"/>
                  </a:lnTo>
                  <a:cubicBezTo>
                    <a:pt x="82023" y="25531"/>
                    <a:pt x="82043" y="25412"/>
                    <a:pt x="82003" y="25333"/>
                  </a:cubicBezTo>
                  <a:cubicBezTo>
                    <a:pt x="81964" y="25280"/>
                    <a:pt x="81907" y="25254"/>
                    <a:pt x="81855" y="25254"/>
                  </a:cubicBezTo>
                  <a:close/>
                  <a:moveTo>
                    <a:pt x="77650" y="27033"/>
                  </a:moveTo>
                  <a:cubicBezTo>
                    <a:pt x="77634" y="27033"/>
                    <a:pt x="77618" y="27035"/>
                    <a:pt x="77601" y="27038"/>
                  </a:cubicBezTo>
                  <a:cubicBezTo>
                    <a:pt x="77026" y="27257"/>
                    <a:pt x="76391" y="27455"/>
                    <a:pt x="75757" y="27653"/>
                  </a:cubicBezTo>
                  <a:cubicBezTo>
                    <a:pt x="75677" y="27693"/>
                    <a:pt x="75638" y="27772"/>
                    <a:pt x="75657" y="27851"/>
                  </a:cubicBezTo>
                  <a:cubicBezTo>
                    <a:pt x="75657" y="27931"/>
                    <a:pt x="75737" y="27990"/>
                    <a:pt x="75796" y="27990"/>
                  </a:cubicBezTo>
                  <a:lnTo>
                    <a:pt x="75856" y="27970"/>
                  </a:lnTo>
                  <a:lnTo>
                    <a:pt x="77720" y="27376"/>
                  </a:lnTo>
                  <a:cubicBezTo>
                    <a:pt x="77819" y="27316"/>
                    <a:pt x="77859" y="27237"/>
                    <a:pt x="77819" y="27138"/>
                  </a:cubicBezTo>
                  <a:cubicBezTo>
                    <a:pt x="77786" y="27072"/>
                    <a:pt x="77726" y="27033"/>
                    <a:pt x="77650" y="27033"/>
                  </a:cubicBezTo>
                  <a:close/>
                  <a:moveTo>
                    <a:pt x="73289" y="28343"/>
                  </a:moveTo>
                  <a:cubicBezTo>
                    <a:pt x="73279" y="28343"/>
                    <a:pt x="73268" y="28345"/>
                    <a:pt x="73258" y="28347"/>
                  </a:cubicBezTo>
                  <a:lnTo>
                    <a:pt x="71374" y="28823"/>
                  </a:lnTo>
                  <a:cubicBezTo>
                    <a:pt x="71275" y="28843"/>
                    <a:pt x="71215" y="28942"/>
                    <a:pt x="71235" y="29022"/>
                  </a:cubicBezTo>
                  <a:cubicBezTo>
                    <a:pt x="71252" y="29090"/>
                    <a:pt x="71299" y="29144"/>
                    <a:pt x="71363" y="29144"/>
                  </a:cubicBezTo>
                  <a:cubicBezTo>
                    <a:pt x="71373" y="29144"/>
                    <a:pt x="71383" y="29143"/>
                    <a:pt x="71394" y="29141"/>
                  </a:cubicBezTo>
                  <a:lnTo>
                    <a:pt x="71433" y="29141"/>
                  </a:lnTo>
                  <a:lnTo>
                    <a:pt x="73317" y="28684"/>
                  </a:lnTo>
                  <a:cubicBezTo>
                    <a:pt x="73416" y="28665"/>
                    <a:pt x="73456" y="28565"/>
                    <a:pt x="73456" y="28486"/>
                  </a:cubicBezTo>
                  <a:cubicBezTo>
                    <a:pt x="73439" y="28400"/>
                    <a:pt x="73361" y="28343"/>
                    <a:pt x="73289" y="28343"/>
                  </a:cubicBezTo>
                  <a:close/>
                  <a:moveTo>
                    <a:pt x="68816" y="29398"/>
                  </a:moveTo>
                  <a:lnTo>
                    <a:pt x="66912" y="29815"/>
                  </a:lnTo>
                  <a:cubicBezTo>
                    <a:pt x="66813" y="29835"/>
                    <a:pt x="66753" y="29934"/>
                    <a:pt x="66773" y="30013"/>
                  </a:cubicBezTo>
                  <a:cubicBezTo>
                    <a:pt x="66790" y="30082"/>
                    <a:pt x="66837" y="30136"/>
                    <a:pt x="66901" y="30136"/>
                  </a:cubicBezTo>
                  <a:cubicBezTo>
                    <a:pt x="66911" y="30136"/>
                    <a:pt x="66921" y="30135"/>
                    <a:pt x="66932" y="30132"/>
                  </a:cubicBezTo>
                  <a:lnTo>
                    <a:pt x="66971" y="30132"/>
                  </a:lnTo>
                  <a:lnTo>
                    <a:pt x="68895" y="29716"/>
                  </a:lnTo>
                  <a:cubicBezTo>
                    <a:pt x="68974" y="29716"/>
                    <a:pt x="69034" y="29616"/>
                    <a:pt x="69014" y="29517"/>
                  </a:cubicBezTo>
                  <a:cubicBezTo>
                    <a:pt x="68974" y="29438"/>
                    <a:pt x="68895" y="29398"/>
                    <a:pt x="68816" y="29398"/>
                  </a:cubicBezTo>
                  <a:close/>
                  <a:moveTo>
                    <a:pt x="64396" y="30405"/>
                  </a:moveTo>
                  <a:cubicBezTo>
                    <a:pt x="64381" y="30405"/>
                    <a:pt x="64367" y="30406"/>
                    <a:pt x="64354" y="30410"/>
                  </a:cubicBezTo>
                  <a:lnTo>
                    <a:pt x="64135" y="30469"/>
                  </a:lnTo>
                  <a:lnTo>
                    <a:pt x="62470" y="30886"/>
                  </a:lnTo>
                  <a:cubicBezTo>
                    <a:pt x="62370" y="30886"/>
                    <a:pt x="62311" y="30985"/>
                    <a:pt x="62351" y="31084"/>
                  </a:cubicBezTo>
                  <a:cubicBezTo>
                    <a:pt x="62351" y="31163"/>
                    <a:pt x="62410" y="31203"/>
                    <a:pt x="62489" y="31203"/>
                  </a:cubicBezTo>
                  <a:lnTo>
                    <a:pt x="62549" y="31183"/>
                  </a:lnTo>
                  <a:lnTo>
                    <a:pt x="64195" y="30787"/>
                  </a:lnTo>
                  <a:lnTo>
                    <a:pt x="64433" y="30707"/>
                  </a:lnTo>
                  <a:cubicBezTo>
                    <a:pt x="64512" y="30707"/>
                    <a:pt x="64572" y="30608"/>
                    <a:pt x="64552" y="30509"/>
                  </a:cubicBezTo>
                  <a:cubicBezTo>
                    <a:pt x="64535" y="30443"/>
                    <a:pt x="64465" y="30405"/>
                    <a:pt x="64396" y="30405"/>
                  </a:cubicBezTo>
                  <a:close/>
                  <a:moveTo>
                    <a:pt x="59994" y="31567"/>
                  </a:moveTo>
                  <a:cubicBezTo>
                    <a:pt x="59974" y="31567"/>
                    <a:pt x="59952" y="31571"/>
                    <a:pt x="59931" y="31580"/>
                  </a:cubicBezTo>
                  <a:lnTo>
                    <a:pt x="58087" y="32195"/>
                  </a:lnTo>
                  <a:cubicBezTo>
                    <a:pt x="57988" y="32234"/>
                    <a:pt x="57948" y="32333"/>
                    <a:pt x="57988" y="32413"/>
                  </a:cubicBezTo>
                  <a:cubicBezTo>
                    <a:pt x="57988" y="32478"/>
                    <a:pt x="58042" y="32517"/>
                    <a:pt x="58095" y="32517"/>
                  </a:cubicBezTo>
                  <a:cubicBezTo>
                    <a:pt x="58106" y="32517"/>
                    <a:pt x="58116" y="32515"/>
                    <a:pt x="58127" y="32512"/>
                  </a:cubicBezTo>
                  <a:lnTo>
                    <a:pt x="58186" y="32512"/>
                  </a:lnTo>
                  <a:lnTo>
                    <a:pt x="60030" y="31897"/>
                  </a:lnTo>
                  <a:cubicBezTo>
                    <a:pt x="60110" y="31877"/>
                    <a:pt x="60149" y="31778"/>
                    <a:pt x="60129" y="31699"/>
                  </a:cubicBezTo>
                  <a:cubicBezTo>
                    <a:pt x="60129" y="31621"/>
                    <a:pt x="60068" y="31567"/>
                    <a:pt x="59994" y="31567"/>
                  </a:cubicBezTo>
                  <a:close/>
                  <a:moveTo>
                    <a:pt x="55702" y="33154"/>
                  </a:moveTo>
                  <a:cubicBezTo>
                    <a:pt x="55683" y="33154"/>
                    <a:pt x="55665" y="33158"/>
                    <a:pt x="55648" y="33166"/>
                  </a:cubicBezTo>
                  <a:cubicBezTo>
                    <a:pt x="55033" y="33444"/>
                    <a:pt x="54438" y="33741"/>
                    <a:pt x="53863" y="34039"/>
                  </a:cubicBezTo>
                  <a:cubicBezTo>
                    <a:pt x="53783" y="34059"/>
                    <a:pt x="53744" y="34158"/>
                    <a:pt x="53783" y="34237"/>
                  </a:cubicBezTo>
                  <a:cubicBezTo>
                    <a:pt x="53803" y="34297"/>
                    <a:pt x="53863" y="34336"/>
                    <a:pt x="53942" y="34336"/>
                  </a:cubicBezTo>
                  <a:lnTo>
                    <a:pt x="54021" y="34316"/>
                  </a:lnTo>
                  <a:lnTo>
                    <a:pt x="55767" y="33464"/>
                  </a:lnTo>
                  <a:cubicBezTo>
                    <a:pt x="55846" y="33424"/>
                    <a:pt x="55886" y="33345"/>
                    <a:pt x="55846" y="33265"/>
                  </a:cubicBezTo>
                  <a:cubicBezTo>
                    <a:pt x="55830" y="33203"/>
                    <a:pt x="55767" y="33154"/>
                    <a:pt x="55702" y="33154"/>
                  </a:cubicBezTo>
                  <a:close/>
                  <a:moveTo>
                    <a:pt x="51683" y="35303"/>
                  </a:moveTo>
                  <a:cubicBezTo>
                    <a:pt x="51654" y="35303"/>
                    <a:pt x="51626" y="35316"/>
                    <a:pt x="51602" y="35348"/>
                  </a:cubicBezTo>
                  <a:cubicBezTo>
                    <a:pt x="51047" y="35705"/>
                    <a:pt x="50511" y="36081"/>
                    <a:pt x="49996" y="36518"/>
                  </a:cubicBezTo>
                  <a:cubicBezTo>
                    <a:pt x="49916" y="36557"/>
                    <a:pt x="49916" y="36676"/>
                    <a:pt x="49976" y="36736"/>
                  </a:cubicBezTo>
                  <a:lnTo>
                    <a:pt x="50095" y="36795"/>
                  </a:lnTo>
                  <a:lnTo>
                    <a:pt x="50194" y="36756"/>
                  </a:lnTo>
                  <a:cubicBezTo>
                    <a:pt x="50690" y="36359"/>
                    <a:pt x="51245" y="36002"/>
                    <a:pt x="51780" y="35625"/>
                  </a:cubicBezTo>
                  <a:cubicBezTo>
                    <a:pt x="51960" y="35593"/>
                    <a:pt x="51816" y="35303"/>
                    <a:pt x="51683" y="35303"/>
                  </a:cubicBezTo>
                  <a:close/>
                  <a:moveTo>
                    <a:pt x="48182" y="38228"/>
                  </a:moveTo>
                  <a:cubicBezTo>
                    <a:pt x="48145" y="38228"/>
                    <a:pt x="48106" y="38244"/>
                    <a:pt x="48072" y="38283"/>
                  </a:cubicBezTo>
                  <a:lnTo>
                    <a:pt x="47775" y="38580"/>
                  </a:lnTo>
                  <a:cubicBezTo>
                    <a:pt x="47418" y="38937"/>
                    <a:pt x="47100" y="39334"/>
                    <a:pt x="46783" y="39770"/>
                  </a:cubicBezTo>
                  <a:cubicBezTo>
                    <a:pt x="46704" y="39830"/>
                    <a:pt x="46723" y="39929"/>
                    <a:pt x="46803" y="39988"/>
                  </a:cubicBezTo>
                  <a:lnTo>
                    <a:pt x="46902" y="40028"/>
                  </a:lnTo>
                  <a:cubicBezTo>
                    <a:pt x="46942" y="40028"/>
                    <a:pt x="47001" y="40008"/>
                    <a:pt x="47021" y="39968"/>
                  </a:cubicBezTo>
                  <a:cubicBezTo>
                    <a:pt x="47338" y="39572"/>
                    <a:pt x="47675" y="39175"/>
                    <a:pt x="48013" y="38798"/>
                  </a:cubicBezTo>
                  <a:lnTo>
                    <a:pt x="48290" y="38501"/>
                  </a:lnTo>
                  <a:cubicBezTo>
                    <a:pt x="48395" y="38381"/>
                    <a:pt x="48296" y="38228"/>
                    <a:pt x="48182" y="38228"/>
                  </a:cubicBezTo>
                  <a:close/>
                  <a:moveTo>
                    <a:pt x="45430" y="41892"/>
                  </a:moveTo>
                  <a:cubicBezTo>
                    <a:pt x="45373" y="41892"/>
                    <a:pt x="45315" y="41918"/>
                    <a:pt x="45276" y="41971"/>
                  </a:cubicBezTo>
                  <a:cubicBezTo>
                    <a:pt x="44958" y="42546"/>
                    <a:pt x="44661" y="43122"/>
                    <a:pt x="44383" y="43716"/>
                  </a:cubicBezTo>
                  <a:cubicBezTo>
                    <a:pt x="44364" y="43796"/>
                    <a:pt x="44383" y="43895"/>
                    <a:pt x="44463" y="43935"/>
                  </a:cubicBezTo>
                  <a:lnTo>
                    <a:pt x="44542" y="43935"/>
                  </a:lnTo>
                  <a:cubicBezTo>
                    <a:pt x="44602" y="43935"/>
                    <a:pt x="44661" y="43895"/>
                    <a:pt x="44701" y="43855"/>
                  </a:cubicBezTo>
                  <a:cubicBezTo>
                    <a:pt x="44958" y="43260"/>
                    <a:pt x="45256" y="42685"/>
                    <a:pt x="45593" y="42150"/>
                  </a:cubicBezTo>
                  <a:cubicBezTo>
                    <a:pt x="45633" y="42051"/>
                    <a:pt x="45613" y="41952"/>
                    <a:pt x="45514" y="41912"/>
                  </a:cubicBezTo>
                  <a:cubicBezTo>
                    <a:pt x="45487" y="41899"/>
                    <a:pt x="45459" y="41892"/>
                    <a:pt x="45430" y="41892"/>
                  </a:cubicBezTo>
                  <a:close/>
                  <a:moveTo>
                    <a:pt x="43607" y="46032"/>
                  </a:moveTo>
                  <a:cubicBezTo>
                    <a:pt x="43538" y="46032"/>
                    <a:pt x="43464" y="46070"/>
                    <a:pt x="43431" y="46136"/>
                  </a:cubicBezTo>
                  <a:cubicBezTo>
                    <a:pt x="43233" y="46751"/>
                    <a:pt x="43055" y="47365"/>
                    <a:pt x="42876" y="48040"/>
                  </a:cubicBezTo>
                  <a:cubicBezTo>
                    <a:pt x="42876" y="48119"/>
                    <a:pt x="42936" y="48198"/>
                    <a:pt x="43015" y="48238"/>
                  </a:cubicBezTo>
                  <a:lnTo>
                    <a:pt x="43055" y="48238"/>
                  </a:lnTo>
                  <a:cubicBezTo>
                    <a:pt x="43134" y="48238"/>
                    <a:pt x="43194" y="48179"/>
                    <a:pt x="43213" y="48119"/>
                  </a:cubicBezTo>
                  <a:cubicBezTo>
                    <a:pt x="43372" y="47465"/>
                    <a:pt x="43550" y="46850"/>
                    <a:pt x="43749" y="46235"/>
                  </a:cubicBezTo>
                  <a:cubicBezTo>
                    <a:pt x="43769" y="46156"/>
                    <a:pt x="43729" y="46057"/>
                    <a:pt x="43650" y="46037"/>
                  </a:cubicBezTo>
                  <a:cubicBezTo>
                    <a:pt x="43636" y="46033"/>
                    <a:pt x="43622" y="46032"/>
                    <a:pt x="43607" y="46032"/>
                  </a:cubicBezTo>
                  <a:close/>
                  <a:moveTo>
                    <a:pt x="42528" y="50475"/>
                  </a:moveTo>
                  <a:cubicBezTo>
                    <a:pt x="42460" y="50475"/>
                    <a:pt x="42398" y="50529"/>
                    <a:pt x="42380" y="50598"/>
                  </a:cubicBezTo>
                  <a:cubicBezTo>
                    <a:pt x="42281" y="51233"/>
                    <a:pt x="42182" y="51887"/>
                    <a:pt x="42142" y="52561"/>
                  </a:cubicBezTo>
                  <a:cubicBezTo>
                    <a:pt x="42123" y="52641"/>
                    <a:pt x="42202" y="52720"/>
                    <a:pt x="42281" y="52720"/>
                  </a:cubicBezTo>
                  <a:cubicBezTo>
                    <a:pt x="42380" y="52720"/>
                    <a:pt x="42460" y="52680"/>
                    <a:pt x="42460" y="52581"/>
                  </a:cubicBezTo>
                  <a:cubicBezTo>
                    <a:pt x="42539" y="51927"/>
                    <a:pt x="42618" y="51292"/>
                    <a:pt x="42718" y="50638"/>
                  </a:cubicBezTo>
                  <a:cubicBezTo>
                    <a:pt x="42718" y="50558"/>
                    <a:pt x="42638" y="50479"/>
                    <a:pt x="42559" y="50479"/>
                  </a:cubicBezTo>
                  <a:cubicBezTo>
                    <a:pt x="42548" y="50476"/>
                    <a:pt x="42538" y="50475"/>
                    <a:pt x="42528" y="50475"/>
                  </a:cubicBezTo>
                  <a:close/>
                  <a:moveTo>
                    <a:pt x="42142" y="55000"/>
                  </a:moveTo>
                  <a:cubicBezTo>
                    <a:pt x="42063" y="55000"/>
                    <a:pt x="41964" y="55080"/>
                    <a:pt x="41964" y="55159"/>
                  </a:cubicBezTo>
                  <a:lnTo>
                    <a:pt x="41964" y="57142"/>
                  </a:lnTo>
                  <a:cubicBezTo>
                    <a:pt x="41964" y="57222"/>
                    <a:pt x="42023" y="57281"/>
                    <a:pt x="42123" y="57281"/>
                  </a:cubicBezTo>
                  <a:cubicBezTo>
                    <a:pt x="42202" y="57281"/>
                    <a:pt x="42281" y="57202"/>
                    <a:pt x="42281" y="57122"/>
                  </a:cubicBezTo>
                  <a:lnTo>
                    <a:pt x="42281" y="55179"/>
                  </a:lnTo>
                  <a:cubicBezTo>
                    <a:pt x="42301" y="55080"/>
                    <a:pt x="42222" y="55000"/>
                    <a:pt x="42142" y="55000"/>
                  </a:cubicBezTo>
                  <a:close/>
                  <a:moveTo>
                    <a:pt x="42221" y="59619"/>
                  </a:moveTo>
                  <a:cubicBezTo>
                    <a:pt x="42152" y="59619"/>
                    <a:pt x="42084" y="59658"/>
                    <a:pt x="42063" y="59740"/>
                  </a:cubicBezTo>
                  <a:cubicBezTo>
                    <a:pt x="42123" y="60395"/>
                    <a:pt x="42162" y="61029"/>
                    <a:pt x="42242" y="61703"/>
                  </a:cubicBezTo>
                  <a:cubicBezTo>
                    <a:pt x="42242" y="61783"/>
                    <a:pt x="42321" y="61842"/>
                    <a:pt x="42420" y="61842"/>
                  </a:cubicBezTo>
                  <a:cubicBezTo>
                    <a:pt x="42519" y="61822"/>
                    <a:pt x="42579" y="61743"/>
                    <a:pt x="42559" y="61684"/>
                  </a:cubicBezTo>
                  <a:cubicBezTo>
                    <a:pt x="42519" y="61009"/>
                    <a:pt x="42440" y="60355"/>
                    <a:pt x="42380" y="59720"/>
                  </a:cubicBezTo>
                  <a:cubicBezTo>
                    <a:pt x="42352" y="59653"/>
                    <a:pt x="42286" y="59619"/>
                    <a:pt x="42221" y="59619"/>
                  </a:cubicBezTo>
                  <a:close/>
                  <a:moveTo>
                    <a:pt x="42718" y="64103"/>
                  </a:moveTo>
                  <a:cubicBezTo>
                    <a:pt x="42618" y="64123"/>
                    <a:pt x="42559" y="64202"/>
                    <a:pt x="42559" y="64301"/>
                  </a:cubicBezTo>
                  <a:lnTo>
                    <a:pt x="42856" y="66245"/>
                  </a:lnTo>
                  <a:cubicBezTo>
                    <a:pt x="42876" y="66304"/>
                    <a:pt x="42956" y="66364"/>
                    <a:pt x="43035" y="66364"/>
                  </a:cubicBezTo>
                  <a:lnTo>
                    <a:pt x="43055" y="66364"/>
                  </a:lnTo>
                  <a:cubicBezTo>
                    <a:pt x="43134" y="66344"/>
                    <a:pt x="43194" y="66265"/>
                    <a:pt x="43174" y="66185"/>
                  </a:cubicBezTo>
                  <a:lnTo>
                    <a:pt x="42876" y="64262"/>
                  </a:lnTo>
                  <a:cubicBezTo>
                    <a:pt x="42876" y="64163"/>
                    <a:pt x="42797" y="64103"/>
                    <a:pt x="42718" y="64103"/>
                  </a:cubicBezTo>
                  <a:close/>
                  <a:moveTo>
                    <a:pt x="43471" y="68650"/>
                  </a:moveTo>
                  <a:cubicBezTo>
                    <a:pt x="43389" y="68650"/>
                    <a:pt x="43312" y="68709"/>
                    <a:pt x="43312" y="68803"/>
                  </a:cubicBezTo>
                  <a:lnTo>
                    <a:pt x="43610" y="70548"/>
                  </a:lnTo>
                  <a:lnTo>
                    <a:pt x="43650" y="70727"/>
                  </a:lnTo>
                  <a:cubicBezTo>
                    <a:pt x="43650" y="70806"/>
                    <a:pt x="43709" y="70866"/>
                    <a:pt x="43808" y="70866"/>
                  </a:cubicBezTo>
                  <a:lnTo>
                    <a:pt x="43828" y="70866"/>
                  </a:lnTo>
                  <a:cubicBezTo>
                    <a:pt x="43907" y="70846"/>
                    <a:pt x="43967" y="70766"/>
                    <a:pt x="43967" y="70667"/>
                  </a:cubicBezTo>
                  <a:lnTo>
                    <a:pt x="43927" y="70489"/>
                  </a:lnTo>
                  <a:lnTo>
                    <a:pt x="43630" y="68744"/>
                  </a:lnTo>
                  <a:cubicBezTo>
                    <a:pt x="43589" y="68679"/>
                    <a:pt x="43529" y="68650"/>
                    <a:pt x="43471" y="68650"/>
                  </a:cubicBezTo>
                  <a:close/>
                  <a:moveTo>
                    <a:pt x="44225" y="73106"/>
                  </a:moveTo>
                  <a:cubicBezTo>
                    <a:pt x="44126" y="73126"/>
                    <a:pt x="44086" y="73206"/>
                    <a:pt x="44106" y="73305"/>
                  </a:cubicBezTo>
                  <a:cubicBezTo>
                    <a:pt x="44205" y="73939"/>
                    <a:pt x="44324" y="74594"/>
                    <a:pt x="44423" y="75228"/>
                  </a:cubicBezTo>
                  <a:cubicBezTo>
                    <a:pt x="44423" y="75308"/>
                    <a:pt x="44502" y="75367"/>
                    <a:pt x="44562" y="75367"/>
                  </a:cubicBezTo>
                  <a:lnTo>
                    <a:pt x="44602" y="75367"/>
                  </a:lnTo>
                  <a:cubicBezTo>
                    <a:pt x="44681" y="75347"/>
                    <a:pt x="44740" y="75268"/>
                    <a:pt x="44740" y="75189"/>
                  </a:cubicBezTo>
                  <a:cubicBezTo>
                    <a:pt x="44641" y="74534"/>
                    <a:pt x="44522" y="73900"/>
                    <a:pt x="44423" y="73245"/>
                  </a:cubicBezTo>
                  <a:cubicBezTo>
                    <a:pt x="44403" y="73166"/>
                    <a:pt x="44304" y="73106"/>
                    <a:pt x="44225" y="73106"/>
                  </a:cubicBezTo>
                  <a:close/>
                  <a:moveTo>
                    <a:pt x="44939" y="77608"/>
                  </a:moveTo>
                  <a:cubicBezTo>
                    <a:pt x="44840" y="77628"/>
                    <a:pt x="44780" y="77727"/>
                    <a:pt x="44780" y="77806"/>
                  </a:cubicBezTo>
                  <a:cubicBezTo>
                    <a:pt x="44879" y="78481"/>
                    <a:pt x="44958" y="79135"/>
                    <a:pt x="45038" y="79750"/>
                  </a:cubicBezTo>
                  <a:cubicBezTo>
                    <a:pt x="45038" y="79829"/>
                    <a:pt x="45097" y="79889"/>
                    <a:pt x="45177" y="79889"/>
                  </a:cubicBezTo>
                  <a:lnTo>
                    <a:pt x="45216" y="79889"/>
                  </a:lnTo>
                  <a:cubicBezTo>
                    <a:pt x="45296" y="79869"/>
                    <a:pt x="45355" y="79790"/>
                    <a:pt x="45355" y="79690"/>
                  </a:cubicBezTo>
                  <a:cubicBezTo>
                    <a:pt x="45276" y="79076"/>
                    <a:pt x="45216" y="78421"/>
                    <a:pt x="45117" y="77767"/>
                  </a:cubicBezTo>
                  <a:cubicBezTo>
                    <a:pt x="45117" y="77668"/>
                    <a:pt x="45038" y="77608"/>
                    <a:pt x="44939" y="77608"/>
                  </a:cubicBezTo>
                  <a:close/>
                  <a:moveTo>
                    <a:pt x="45415" y="82150"/>
                  </a:moveTo>
                  <a:cubicBezTo>
                    <a:pt x="45335" y="82169"/>
                    <a:pt x="45276" y="82249"/>
                    <a:pt x="45256" y="82328"/>
                  </a:cubicBezTo>
                  <a:cubicBezTo>
                    <a:pt x="45315" y="83002"/>
                    <a:pt x="45335" y="83657"/>
                    <a:pt x="45355" y="84291"/>
                  </a:cubicBezTo>
                  <a:cubicBezTo>
                    <a:pt x="45355" y="84371"/>
                    <a:pt x="45434" y="84430"/>
                    <a:pt x="45514" y="84430"/>
                  </a:cubicBezTo>
                  <a:cubicBezTo>
                    <a:pt x="45593" y="84430"/>
                    <a:pt x="45672" y="84371"/>
                    <a:pt x="45672" y="84291"/>
                  </a:cubicBezTo>
                  <a:cubicBezTo>
                    <a:pt x="45653" y="83637"/>
                    <a:pt x="45633" y="82963"/>
                    <a:pt x="45573" y="82308"/>
                  </a:cubicBezTo>
                  <a:cubicBezTo>
                    <a:pt x="45573" y="82209"/>
                    <a:pt x="45494" y="82150"/>
                    <a:pt x="45415" y="82150"/>
                  </a:cubicBezTo>
                  <a:close/>
                  <a:moveTo>
                    <a:pt x="45514" y="86711"/>
                  </a:moveTo>
                  <a:cubicBezTo>
                    <a:pt x="45415" y="86711"/>
                    <a:pt x="45335" y="86790"/>
                    <a:pt x="45335" y="86889"/>
                  </a:cubicBezTo>
                  <a:cubicBezTo>
                    <a:pt x="45315" y="87524"/>
                    <a:pt x="45256" y="88198"/>
                    <a:pt x="45196" y="88813"/>
                  </a:cubicBezTo>
                  <a:cubicBezTo>
                    <a:pt x="45196" y="88912"/>
                    <a:pt x="45236" y="88991"/>
                    <a:pt x="45335" y="88991"/>
                  </a:cubicBezTo>
                  <a:lnTo>
                    <a:pt x="45355" y="88991"/>
                  </a:lnTo>
                  <a:cubicBezTo>
                    <a:pt x="45434" y="88991"/>
                    <a:pt x="45514" y="88932"/>
                    <a:pt x="45514" y="88852"/>
                  </a:cubicBezTo>
                  <a:cubicBezTo>
                    <a:pt x="45573" y="88218"/>
                    <a:pt x="45633" y="87563"/>
                    <a:pt x="45653" y="86889"/>
                  </a:cubicBezTo>
                  <a:cubicBezTo>
                    <a:pt x="45653" y="86810"/>
                    <a:pt x="45593" y="86731"/>
                    <a:pt x="45514" y="86711"/>
                  </a:cubicBezTo>
                  <a:close/>
                  <a:moveTo>
                    <a:pt x="45018" y="91252"/>
                  </a:moveTo>
                  <a:cubicBezTo>
                    <a:pt x="44919" y="91252"/>
                    <a:pt x="44859" y="91312"/>
                    <a:pt x="44840" y="91391"/>
                  </a:cubicBezTo>
                  <a:cubicBezTo>
                    <a:pt x="44721" y="92025"/>
                    <a:pt x="44602" y="92660"/>
                    <a:pt x="44423" y="93315"/>
                  </a:cubicBezTo>
                  <a:cubicBezTo>
                    <a:pt x="44403" y="93394"/>
                    <a:pt x="44463" y="93473"/>
                    <a:pt x="44542" y="93513"/>
                  </a:cubicBezTo>
                  <a:lnTo>
                    <a:pt x="44602" y="93513"/>
                  </a:lnTo>
                  <a:cubicBezTo>
                    <a:pt x="44661" y="93513"/>
                    <a:pt x="44721" y="93453"/>
                    <a:pt x="44740" y="93374"/>
                  </a:cubicBezTo>
                  <a:cubicBezTo>
                    <a:pt x="44879" y="92739"/>
                    <a:pt x="45038" y="92085"/>
                    <a:pt x="45157" y="91450"/>
                  </a:cubicBezTo>
                  <a:cubicBezTo>
                    <a:pt x="45157" y="91351"/>
                    <a:pt x="45097" y="91272"/>
                    <a:pt x="45018" y="91252"/>
                  </a:cubicBezTo>
                  <a:close/>
                  <a:moveTo>
                    <a:pt x="43854" y="95679"/>
                  </a:moveTo>
                  <a:cubicBezTo>
                    <a:pt x="43788" y="95679"/>
                    <a:pt x="43733" y="95720"/>
                    <a:pt x="43689" y="95793"/>
                  </a:cubicBezTo>
                  <a:cubicBezTo>
                    <a:pt x="43511" y="96408"/>
                    <a:pt x="43273" y="97023"/>
                    <a:pt x="43055" y="97618"/>
                  </a:cubicBezTo>
                  <a:cubicBezTo>
                    <a:pt x="43015" y="97697"/>
                    <a:pt x="43055" y="97796"/>
                    <a:pt x="43134" y="97836"/>
                  </a:cubicBezTo>
                  <a:lnTo>
                    <a:pt x="43213" y="97836"/>
                  </a:lnTo>
                  <a:cubicBezTo>
                    <a:pt x="43273" y="97836"/>
                    <a:pt x="43332" y="97796"/>
                    <a:pt x="43352" y="97737"/>
                  </a:cubicBezTo>
                  <a:cubicBezTo>
                    <a:pt x="43590" y="97122"/>
                    <a:pt x="43828" y="96507"/>
                    <a:pt x="44026" y="95893"/>
                  </a:cubicBezTo>
                  <a:cubicBezTo>
                    <a:pt x="44046" y="95793"/>
                    <a:pt x="44007" y="95714"/>
                    <a:pt x="43927" y="95694"/>
                  </a:cubicBezTo>
                  <a:cubicBezTo>
                    <a:pt x="43902" y="95684"/>
                    <a:pt x="43877" y="95679"/>
                    <a:pt x="43854" y="95679"/>
                  </a:cubicBezTo>
                  <a:close/>
                  <a:moveTo>
                    <a:pt x="42153" y="99929"/>
                  </a:moveTo>
                  <a:cubicBezTo>
                    <a:pt x="42092" y="99929"/>
                    <a:pt x="42030" y="99965"/>
                    <a:pt x="42004" y="100017"/>
                  </a:cubicBezTo>
                  <a:cubicBezTo>
                    <a:pt x="41746" y="100593"/>
                    <a:pt x="41448" y="101188"/>
                    <a:pt x="41111" y="101763"/>
                  </a:cubicBezTo>
                  <a:cubicBezTo>
                    <a:pt x="41091" y="101842"/>
                    <a:pt x="41111" y="101941"/>
                    <a:pt x="41191" y="101981"/>
                  </a:cubicBezTo>
                  <a:lnTo>
                    <a:pt x="41270" y="101981"/>
                  </a:lnTo>
                  <a:cubicBezTo>
                    <a:pt x="41329" y="101981"/>
                    <a:pt x="41389" y="101961"/>
                    <a:pt x="41409" y="101901"/>
                  </a:cubicBezTo>
                  <a:cubicBezTo>
                    <a:pt x="41706" y="101326"/>
                    <a:pt x="42043" y="100751"/>
                    <a:pt x="42301" y="100176"/>
                  </a:cubicBezTo>
                  <a:cubicBezTo>
                    <a:pt x="42341" y="100077"/>
                    <a:pt x="42301" y="99978"/>
                    <a:pt x="42242" y="99958"/>
                  </a:cubicBezTo>
                  <a:cubicBezTo>
                    <a:pt x="42215" y="99938"/>
                    <a:pt x="42184" y="99929"/>
                    <a:pt x="42153" y="99929"/>
                  </a:cubicBezTo>
                  <a:close/>
                  <a:moveTo>
                    <a:pt x="39901" y="103899"/>
                  </a:moveTo>
                  <a:cubicBezTo>
                    <a:pt x="39853" y="103899"/>
                    <a:pt x="39813" y="103923"/>
                    <a:pt x="39802" y="103984"/>
                  </a:cubicBezTo>
                  <a:cubicBezTo>
                    <a:pt x="39465" y="104539"/>
                    <a:pt x="39088" y="105074"/>
                    <a:pt x="38712" y="105630"/>
                  </a:cubicBezTo>
                  <a:cubicBezTo>
                    <a:pt x="38672" y="105709"/>
                    <a:pt x="38692" y="105788"/>
                    <a:pt x="38771" y="105848"/>
                  </a:cubicBezTo>
                  <a:lnTo>
                    <a:pt x="38870" y="105848"/>
                  </a:lnTo>
                  <a:cubicBezTo>
                    <a:pt x="38910" y="105848"/>
                    <a:pt x="38969" y="105828"/>
                    <a:pt x="38989" y="105808"/>
                  </a:cubicBezTo>
                  <a:cubicBezTo>
                    <a:pt x="39366" y="105273"/>
                    <a:pt x="39743" y="104717"/>
                    <a:pt x="40080" y="104162"/>
                  </a:cubicBezTo>
                  <a:cubicBezTo>
                    <a:pt x="40209" y="104062"/>
                    <a:pt x="40027" y="103899"/>
                    <a:pt x="39901" y="103899"/>
                  </a:cubicBezTo>
                  <a:close/>
                  <a:moveTo>
                    <a:pt x="37289" y="107605"/>
                  </a:moveTo>
                  <a:cubicBezTo>
                    <a:pt x="37242" y="107605"/>
                    <a:pt x="37198" y="107620"/>
                    <a:pt x="37165" y="107653"/>
                  </a:cubicBezTo>
                  <a:cubicBezTo>
                    <a:pt x="36768" y="108188"/>
                    <a:pt x="36332" y="108684"/>
                    <a:pt x="35915" y="109180"/>
                  </a:cubicBezTo>
                  <a:cubicBezTo>
                    <a:pt x="35856" y="109239"/>
                    <a:pt x="35876" y="109338"/>
                    <a:pt x="35935" y="109398"/>
                  </a:cubicBezTo>
                  <a:cubicBezTo>
                    <a:pt x="35955" y="109418"/>
                    <a:pt x="35995" y="109437"/>
                    <a:pt x="36034" y="109437"/>
                  </a:cubicBezTo>
                  <a:cubicBezTo>
                    <a:pt x="36094" y="109437"/>
                    <a:pt x="36134" y="109418"/>
                    <a:pt x="36173" y="109378"/>
                  </a:cubicBezTo>
                  <a:cubicBezTo>
                    <a:pt x="36590" y="108882"/>
                    <a:pt x="37026" y="108386"/>
                    <a:pt x="37423" y="107890"/>
                  </a:cubicBezTo>
                  <a:cubicBezTo>
                    <a:pt x="37482" y="107811"/>
                    <a:pt x="37462" y="107692"/>
                    <a:pt x="37403" y="107633"/>
                  </a:cubicBezTo>
                  <a:cubicBezTo>
                    <a:pt x="37367" y="107615"/>
                    <a:pt x="37327" y="107605"/>
                    <a:pt x="37289" y="107605"/>
                  </a:cubicBezTo>
                  <a:close/>
                  <a:moveTo>
                    <a:pt x="34266" y="111031"/>
                  </a:moveTo>
                  <a:cubicBezTo>
                    <a:pt x="34228" y="111031"/>
                    <a:pt x="34188" y="111046"/>
                    <a:pt x="34150" y="111083"/>
                  </a:cubicBezTo>
                  <a:cubicBezTo>
                    <a:pt x="33714" y="111520"/>
                    <a:pt x="33238" y="111996"/>
                    <a:pt x="32742" y="112452"/>
                  </a:cubicBezTo>
                  <a:cubicBezTo>
                    <a:pt x="32683" y="112511"/>
                    <a:pt x="32683" y="112591"/>
                    <a:pt x="32742" y="112670"/>
                  </a:cubicBezTo>
                  <a:lnTo>
                    <a:pt x="32861" y="112709"/>
                  </a:lnTo>
                  <a:lnTo>
                    <a:pt x="32961" y="112670"/>
                  </a:lnTo>
                  <a:cubicBezTo>
                    <a:pt x="33456" y="112214"/>
                    <a:pt x="33932" y="111777"/>
                    <a:pt x="34388" y="111301"/>
                  </a:cubicBezTo>
                  <a:cubicBezTo>
                    <a:pt x="34495" y="111195"/>
                    <a:pt x="34392" y="111031"/>
                    <a:pt x="34266" y="111031"/>
                  </a:cubicBezTo>
                  <a:close/>
                  <a:moveTo>
                    <a:pt x="30919" y="114115"/>
                  </a:moveTo>
                  <a:cubicBezTo>
                    <a:pt x="30883" y="114115"/>
                    <a:pt x="30846" y="114130"/>
                    <a:pt x="30819" y="114157"/>
                  </a:cubicBezTo>
                  <a:lnTo>
                    <a:pt x="29292" y="115367"/>
                  </a:lnTo>
                  <a:cubicBezTo>
                    <a:pt x="29232" y="115426"/>
                    <a:pt x="29193" y="115526"/>
                    <a:pt x="29252" y="115625"/>
                  </a:cubicBezTo>
                  <a:lnTo>
                    <a:pt x="29391" y="115664"/>
                  </a:lnTo>
                  <a:lnTo>
                    <a:pt x="29490" y="115645"/>
                  </a:lnTo>
                  <a:cubicBezTo>
                    <a:pt x="30025" y="115248"/>
                    <a:pt x="30521" y="114831"/>
                    <a:pt x="31017" y="114395"/>
                  </a:cubicBezTo>
                  <a:cubicBezTo>
                    <a:pt x="31077" y="114355"/>
                    <a:pt x="31096" y="114237"/>
                    <a:pt x="31037" y="114177"/>
                  </a:cubicBezTo>
                  <a:cubicBezTo>
                    <a:pt x="31005" y="114135"/>
                    <a:pt x="30962" y="114115"/>
                    <a:pt x="30919" y="114115"/>
                  </a:cubicBezTo>
                  <a:close/>
                  <a:moveTo>
                    <a:pt x="27278" y="116860"/>
                  </a:moveTo>
                  <a:cubicBezTo>
                    <a:pt x="27247" y="116860"/>
                    <a:pt x="27216" y="116876"/>
                    <a:pt x="27190" y="116914"/>
                  </a:cubicBezTo>
                  <a:lnTo>
                    <a:pt x="25563" y="117965"/>
                  </a:lnTo>
                  <a:cubicBezTo>
                    <a:pt x="25484" y="118024"/>
                    <a:pt x="25464" y="118143"/>
                    <a:pt x="25504" y="118223"/>
                  </a:cubicBezTo>
                  <a:cubicBezTo>
                    <a:pt x="25544" y="118262"/>
                    <a:pt x="25603" y="118282"/>
                    <a:pt x="25663" y="118302"/>
                  </a:cubicBezTo>
                  <a:lnTo>
                    <a:pt x="25722" y="118262"/>
                  </a:lnTo>
                  <a:lnTo>
                    <a:pt x="27368" y="117172"/>
                  </a:lnTo>
                  <a:cubicBezTo>
                    <a:pt x="27545" y="117139"/>
                    <a:pt x="27409" y="116860"/>
                    <a:pt x="27278" y="116860"/>
                  </a:cubicBezTo>
                  <a:close/>
                  <a:moveTo>
                    <a:pt x="23367" y="119328"/>
                  </a:moveTo>
                  <a:cubicBezTo>
                    <a:pt x="23353" y="119328"/>
                    <a:pt x="23338" y="119329"/>
                    <a:pt x="23322" y="119333"/>
                  </a:cubicBezTo>
                  <a:lnTo>
                    <a:pt x="21617" y="120245"/>
                  </a:lnTo>
                  <a:cubicBezTo>
                    <a:pt x="21538" y="120305"/>
                    <a:pt x="21518" y="120384"/>
                    <a:pt x="21538" y="120483"/>
                  </a:cubicBezTo>
                  <a:cubicBezTo>
                    <a:pt x="21557" y="120523"/>
                    <a:pt x="21617" y="120563"/>
                    <a:pt x="21696" y="120583"/>
                  </a:cubicBezTo>
                  <a:lnTo>
                    <a:pt x="21756" y="120543"/>
                  </a:lnTo>
                  <a:cubicBezTo>
                    <a:pt x="22351" y="120245"/>
                    <a:pt x="22926" y="119928"/>
                    <a:pt x="23501" y="119611"/>
                  </a:cubicBezTo>
                  <a:cubicBezTo>
                    <a:pt x="23573" y="119485"/>
                    <a:pt x="23499" y="119328"/>
                    <a:pt x="23367" y="119328"/>
                  </a:cubicBezTo>
                  <a:close/>
                  <a:moveTo>
                    <a:pt x="19343" y="121409"/>
                  </a:moveTo>
                  <a:cubicBezTo>
                    <a:pt x="19321" y="121409"/>
                    <a:pt x="19299" y="121411"/>
                    <a:pt x="19277" y="121415"/>
                  </a:cubicBezTo>
                  <a:cubicBezTo>
                    <a:pt x="18722" y="121713"/>
                    <a:pt x="18127" y="121991"/>
                    <a:pt x="17532" y="122229"/>
                  </a:cubicBezTo>
                  <a:cubicBezTo>
                    <a:pt x="17452" y="122288"/>
                    <a:pt x="17413" y="122367"/>
                    <a:pt x="17433" y="122466"/>
                  </a:cubicBezTo>
                  <a:cubicBezTo>
                    <a:pt x="17472" y="122506"/>
                    <a:pt x="17532" y="122546"/>
                    <a:pt x="17591" y="122566"/>
                  </a:cubicBezTo>
                  <a:lnTo>
                    <a:pt x="17651" y="122526"/>
                  </a:lnTo>
                  <a:cubicBezTo>
                    <a:pt x="18246" y="122288"/>
                    <a:pt x="18841" y="122010"/>
                    <a:pt x="19436" y="121713"/>
                  </a:cubicBezTo>
                  <a:cubicBezTo>
                    <a:pt x="19515" y="121673"/>
                    <a:pt x="19535" y="121594"/>
                    <a:pt x="19515" y="121515"/>
                  </a:cubicBezTo>
                  <a:cubicBezTo>
                    <a:pt x="19484" y="121438"/>
                    <a:pt x="19418" y="121409"/>
                    <a:pt x="19343" y="121409"/>
                  </a:cubicBezTo>
                  <a:close/>
                  <a:moveTo>
                    <a:pt x="15196" y="123240"/>
                  </a:moveTo>
                  <a:cubicBezTo>
                    <a:pt x="15167" y="123240"/>
                    <a:pt x="15139" y="123247"/>
                    <a:pt x="15112" y="123260"/>
                  </a:cubicBezTo>
                  <a:lnTo>
                    <a:pt x="13288" y="123954"/>
                  </a:lnTo>
                  <a:cubicBezTo>
                    <a:pt x="13208" y="123974"/>
                    <a:pt x="13169" y="124053"/>
                    <a:pt x="13189" y="124152"/>
                  </a:cubicBezTo>
                  <a:cubicBezTo>
                    <a:pt x="13208" y="124212"/>
                    <a:pt x="13288" y="124271"/>
                    <a:pt x="13367" y="124271"/>
                  </a:cubicBezTo>
                  <a:lnTo>
                    <a:pt x="13407" y="124251"/>
                  </a:lnTo>
                  <a:lnTo>
                    <a:pt x="15251" y="123557"/>
                  </a:lnTo>
                  <a:cubicBezTo>
                    <a:pt x="15330" y="123498"/>
                    <a:pt x="15370" y="123418"/>
                    <a:pt x="15350" y="123319"/>
                  </a:cubicBezTo>
                  <a:cubicBezTo>
                    <a:pt x="15311" y="123266"/>
                    <a:pt x="15253" y="123240"/>
                    <a:pt x="15196" y="123240"/>
                  </a:cubicBezTo>
                  <a:close/>
                  <a:moveTo>
                    <a:pt x="10871" y="124782"/>
                  </a:moveTo>
                  <a:cubicBezTo>
                    <a:pt x="10857" y="124782"/>
                    <a:pt x="10842" y="124783"/>
                    <a:pt x="10829" y="124787"/>
                  </a:cubicBezTo>
                  <a:lnTo>
                    <a:pt x="8965" y="125382"/>
                  </a:lnTo>
                  <a:cubicBezTo>
                    <a:pt x="8885" y="125421"/>
                    <a:pt x="8846" y="125501"/>
                    <a:pt x="8865" y="125580"/>
                  </a:cubicBezTo>
                  <a:cubicBezTo>
                    <a:pt x="8885" y="125659"/>
                    <a:pt x="8945" y="125699"/>
                    <a:pt x="9024" y="125699"/>
                  </a:cubicBezTo>
                  <a:lnTo>
                    <a:pt x="9064" y="125699"/>
                  </a:lnTo>
                  <a:lnTo>
                    <a:pt x="10928" y="125104"/>
                  </a:lnTo>
                  <a:cubicBezTo>
                    <a:pt x="11027" y="125084"/>
                    <a:pt x="11087" y="124985"/>
                    <a:pt x="11047" y="124886"/>
                  </a:cubicBezTo>
                  <a:cubicBezTo>
                    <a:pt x="11014" y="124820"/>
                    <a:pt x="10940" y="124782"/>
                    <a:pt x="10871" y="124782"/>
                  </a:cubicBezTo>
                  <a:close/>
                  <a:moveTo>
                    <a:pt x="6503" y="126092"/>
                  </a:moveTo>
                  <a:cubicBezTo>
                    <a:pt x="6491" y="126092"/>
                    <a:pt x="6479" y="126093"/>
                    <a:pt x="6466" y="126096"/>
                  </a:cubicBezTo>
                  <a:lnTo>
                    <a:pt x="4582" y="126591"/>
                  </a:lnTo>
                  <a:cubicBezTo>
                    <a:pt x="4503" y="126611"/>
                    <a:pt x="4443" y="126710"/>
                    <a:pt x="4463" y="126790"/>
                  </a:cubicBezTo>
                  <a:cubicBezTo>
                    <a:pt x="4483" y="126869"/>
                    <a:pt x="4562" y="126909"/>
                    <a:pt x="4641" y="126929"/>
                  </a:cubicBezTo>
                  <a:lnTo>
                    <a:pt x="4661" y="126929"/>
                  </a:lnTo>
                  <a:lnTo>
                    <a:pt x="6565" y="126433"/>
                  </a:lnTo>
                  <a:cubicBezTo>
                    <a:pt x="6644" y="126393"/>
                    <a:pt x="6684" y="126314"/>
                    <a:pt x="6664" y="126234"/>
                  </a:cubicBezTo>
                  <a:cubicBezTo>
                    <a:pt x="6647" y="126148"/>
                    <a:pt x="6584" y="126092"/>
                    <a:pt x="6503" y="126092"/>
                  </a:cubicBezTo>
                  <a:close/>
                  <a:moveTo>
                    <a:pt x="2103" y="127221"/>
                  </a:moveTo>
                  <a:cubicBezTo>
                    <a:pt x="2090" y="127221"/>
                    <a:pt x="2076" y="127223"/>
                    <a:pt x="2063" y="127226"/>
                  </a:cubicBezTo>
                  <a:lnTo>
                    <a:pt x="140" y="127623"/>
                  </a:lnTo>
                  <a:cubicBezTo>
                    <a:pt x="60" y="127642"/>
                    <a:pt x="1" y="127722"/>
                    <a:pt x="21" y="127821"/>
                  </a:cubicBezTo>
                  <a:cubicBezTo>
                    <a:pt x="40" y="127880"/>
                    <a:pt x="100" y="127940"/>
                    <a:pt x="179" y="127940"/>
                  </a:cubicBezTo>
                  <a:lnTo>
                    <a:pt x="199" y="127940"/>
                  </a:lnTo>
                  <a:lnTo>
                    <a:pt x="2123" y="127523"/>
                  </a:lnTo>
                  <a:cubicBezTo>
                    <a:pt x="2202" y="127523"/>
                    <a:pt x="2262" y="127424"/>
                    <a:pt x="2262" y="127345"/>
                  </a:cubicBezTo>
                  <a:cubicBezTo>
                    <a:pt x="2229" y="127262"/>
                    <a:pt x="2168" y="127221"/>
                    <a:pt x="2103" y="127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458" name="picture 4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280157" y="2170556"/>
            <a:ext cx="7630667" cy="3291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0" y="2260600"/>
            <a:ext cx="4284020" cy="4597400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31848" y="4318162"/>
            <a:ext cx="1757636" cy="9648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68%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1"/>
          <p:cNvSpPr txBox="1">
            <a:spLocks noChangeArrowheads="1"/>
          </p:cNvSpPr>
          <p:nvPr/>
        </p:nvSpPr>
        <p:spPr bwMode="auto">
          <a:xfrm>
            <a:off x="3293443" y="4086574"/>
            <a:ext cx="94530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难点分析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13" name="图片 12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14" name="图片 13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grpSp>
        <p:nvGrpSpPr>
          <p:cNvPr id="579" name="组合 578"/>
          <p:cNvGrpSpPr/>
          <p:nvPr/>
        </p:nvGrpSpPr>
        <p:grpSpPr>
          <a:xfrm>
            <a:off x="-304800" y="1322070"/>
            <a:ext cx="3279140" cy="4554220"/>
            <a:chOff x="14035" y="1820"/>
            <a:chExt cx="5164" cy="7172"/>
          </a:xfrm>
        </p:grpSpPr>
        <p:grpSp>
          <p:nvGrpSpPr>
            <p:cNvPr id="2208" name="Google Shape;2208;p36"/>
            <p:cNvGrpSpPr/>
            <p:nvPr/>
          </p:nvGrpSpPr>
          <p:grpSpPr>
            <a:xfrm>
              <a:off x="15401" y="4153"/>
              <a:ext cx="1385" cy="1035"/>
              <a:chOff x="4030925" y="2186525"/>
              <a:chExt cx="944700" cy="706325"/>
            </a:xfrm>
          </p:grpSpPr>
          <p:sp>
            <p:nvSpPr>
              <p:cNvPr id="2209" name="Google Shape;2209;p36"/>
              <p:cNvSpPr/>
              <p:nvPr/>
            </p:nvSpPr>
            <p:spPr>
              <a:xfrm>
                <a:off x="4030925" y="2186525"/>
                <a:ext cx="944700" cy="281675"/>
              </a:xfrm>
              <a:custGeom>
                <a:avLst/>
                <a:gdLst/>
                <a:ahLst/>
                <a:cxnLst/>
                <a:rect l="l" t="t" r="r" b="b"/>
                <a:pathLst>
                  <a:path w="37788" h="11267" extrusionOk="0">
                    <a:moveTo>
                      <a:pt x="33327" y="1430"/>
                    </a:moveTo>
                    <a:lnTo>
                      <a:pt x="9699" y="10348"/>
                    </a:lnTo>
                    <a:lnTo>
                      <a:pt x="1770" y="6049"/>
                    </a:lnTo>
                    <a:lnTo>
                      <a:pt x="33327" y="1430"/>
                    </a:lnTo>
                    <a:close/>
                    <a:moveTo>
                      <a:pt x="37185" y="0"/>
                    </a:moveTo>
                    <a:cubicBezTo>
                      <a:pt x="37164" y="0"/>
                      <a:pt x="37142" y="1"/>
                      <a:pt x="37120" y="5"/>
                    </a:cubicBezTo>
                    <a:lnTo>
                      <a:pt x="391" y="5383"/>
                    </a:lnTo>
                    <a:cubicBezTo>
                      <a:pt x="207" y="5406"/>
                      <a:pt x="69" y="5544"/>
                      <a:pt x="23" y="5728"/>
                    </a:cubicBezTo>
                    <a:cubicBezTo>
                      <a:pt x="0" y="5912"/>
                      <a:pt x="92" y="6095"/>
                      <a:pt x="253" y="6187"/>
                    </a:cubicBezTo>
                    <a:lnTo>
                      <a:pt x="9447" y="11221"/>
                    </a:lnTo>
                    <a:lnTo>
                      <a:pt x="9653" y="11267"/>
                    </a:lnTo>
                    <a:lnTo>
                      <a:pt x="9814" y="11244"/>
                    </a:lnTo>
                    <a:lnTo>
                      <a:pt x="37327" y="855"/>
                    </a:lnTo>
                    <a:cubicBezTo>
                      <a:pt x="37788" y="679"/>
                      <a:pt x="37641" y="0"/>
                      <a:pt x="371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0" name="Google Shape;2210;p36"/>
              <p:cNvSpPr/>
              <p:nvPr/>
            </p:nvSpPr>
            <p:spPr>
              <a:xfrm>
                <a:off x="4423950" y="2187475"/>
                <a:ext cx="547625" cy="512875"/>
              </a:xfrm>
              <a:custGeom>
                <a:avLst/>
                <a:gdLst/>
                <a:ahLst/>
                <a:cxnLst/>
                <a:rect l="l" t="t" r="r" b="b"/>
                <a:pathLst>
                  <a:path w="21905" h="20515" extrusionOk="0">
                    <a:moveTo>
                      <a:pt x="19882" y="2104"/>
                    </a:moveTo>
                    <a:lnTo>
                      <a:pt x="8918" y="19572"/>
                    </a:lnTo>
                    <a:lnTo>
                      <a:pt x="1265" y="15918"/>
                    </a:lnTo>
                    <a:lnTo>
                      <a:pt x="19882" y="2104"/>
                    </a:lnTo>
                    <a:close/>
                    <a:moveTo>
                      <a:pt x="21443" y="0"/>
                    </a:moveTo>
                    <a:cubicBezTo>
                      <a:pt x="21354" y="0"/>
                      <a:pt x="21266" y="29"/>
                      <a:pt x="21192" y="81"/>
                    </a:cubicBezTo>
                    <a:lnTo>
                      <a:pt x="184" y="15688"/>
                    </a:lnTo>
                    <a:cubicBezTo>
                      <a:pt x="69" y="15780"/>
                      <a:pt x="0" y="15941"/>
                      <a:pt x="23" y="16102"/>
                    </a:cubicBezTo>
                    <a:cubicBezTo>
                      <a:pt x="23" y="16240"/>
                      <a:pt x="115" y="16378"/>
                      <a:pt x="253" y="16446"/>
                    </a:cubicBezTo>
                    <a:lnTo>
                      <a:pt x="8918" y="20515"/>
                    </a:lnTo>
                    <a:lnTo>
                      <a:pt x="9102" y="20515"/>
                    </a:lnTo>
                    <a:cubicBezTo>
                      <a:pt x="9240" y="20515"/>
                      <a:pt x="9378" y="20469"/>
                      <a:pt x="9470" y="20354"/>
                    </a:cubicBezTo>
                    <a:lnTo>
                      <a:pt x="21813" y="656"/>
                    </a:lnTo>
                    <a:cubicBezTo>
                      <a:pt x="21905" y="472"/>
                      <a:pt x="21882" y="265"/>
                      <a:pt x="21744" y="127"/>
                    </a:cubicBezTo>
                    <a:cubicBezTo>
                      <a:pt x="21656" y="40"/>
                      <a:pt x="21549" y="0"/>
                      <a:pt x="214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1" name="Google Shape;2211;p36"/>
              <p:cNvSpPr/>
              <p:nvPr/>
            </p:nvSpPr>
            <p:spPr>
              <a:xfrm>
                <a:off x="4261325" y="2186625"/>
                <a:ext cx="710825" cy="706225"/>
              </a:xfrm>
              <a:custGeom>
                <a:avLst/>
                <a:gdLst/>
                <a:ahLst/>
                <a:cxnLst/>
                <a:rect l="l" t="t" r="r" b="b"/>
                <a:pathLst>
                  <a:path w="28433" h="28249" extrusionOk="0">
                    <a:moveTo>
                      <a:pt x="25261" y="1908"/>
                    </a:moveTo>
                    <a:lnTo>
                      <a:pt x="6689" y="15699"/>
                    </a:lnTo>
                    <a:cubicBezTo>
                      <a:pt x="6620" y="15745"/>
                      <a:pt x="6551" y="15837"/>
                      <a:pt x="6528" y="15929"/>
                    </a:cubicBezTo>
                    <a:lnTo>
                      <a:pt x="3196" y="25973"/>
                    </a:lnTo>
                    <a:lnTo>
                      <a:pt x="920" y="11102"/>
                    </a:lnTo>
                    <a:lnTo>
                      <a:pt x="25261" y="1908"/>
                    </a:lnTo>
                    <a:close/>
                    <a:moveTo>
                      <a:pt x="27953" y="1"/>
                    </a:moveTo>
                    <a:cubicBezTo>
                      <a:pt x="27906" y="1"/>
                      <a:pt x="27859" y="8"/>
                      <a:pt x="27812" y="24"/>
                    </a:cubicBezTo>
                    <a:lnTo>
                      <a:pt x="300" y="10436"/>
                    </a:lnTo>
                    <a:cubicBezTo>
                      <a:pt x="116" y="10504"/>
                      <a:pt x="1" y="10711"/>
                      <a:pt x="24" y="10895"/>
                    </a:cubicBezTo>
                    <a:lnTo>
                      <a:pt x="2621" y="27881"/>
                    </a:lnTo>
                    <a:cubicBezTo>
                      <a:pt x="2644" y="28065"/>
                      <a:pt x="2805" y="28226"/>
                      <a:pt x="3012" y="28249"/>
                    </a:cubicBezTo>
                    <a:lnTo>
                      <a:pt x="3058" y="28249"/>
                    </a:lnTo>
                    <a:cubicBezTo>
                      <a:pt x="3242" y="28249"/>
                      <a:pt x="3402" y="28111"/>
                      <a:pt x="3448" y="27927"/>
                    </a:cubicBezTo>
                    <a:lnTo>
                      <a:pt x="7310" y="16297"/>
                    </a:lnTo>
                    <a:lnTo>
                      <a:pt x="28226" y="782"/>
                    </a:lnTo>
                    <a:cubicBezTo>
                      <a:pt x="28387" y="667"/>
                      <a:pt x="28433" y="414"/>
                      <a:pt x="28341" y="230"/>
                    </a:cubicBezTo>
                    <a:cubicBezTo>
                      <a:pt x="28269" y="88"/>
                      <a:pt x="28115" y="1"/>
                      <a:pt x="279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2" name="Google Shape;2212;p36"/>
              <p:cNvSpPr/>
              <p:nvPr/>
            </p:nvSpPr>
            <p:spPr>
              <a:xfrm>
                <a:off x="4325700" y="2577225"/>
                <a:ext cx="236750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9470" h="12625" extrusionOk="0">
                    <a:moveTo>
                      <a:pt x="4620" y="1017"/>
                    </a:moveTo>
                    <a:lnTo>
                      <a:pt x="8343" y="2764"/>
                    </a:lnTo>
                    <a:lnTo>
                      <a:pt x="1540" y="10395"/>
                    </a:lnTo>
                    <a:lnTo>
                      <a:pt x="4620" y="1017"/>
                    </a:lnTo>
                    <a:close/>
                    <a:moveTo>
                      <a:pt x="4379" y="0"/>
                    </a:moveTo>
                    <a:cubicBezTo>
                      <a:pt x="4321" y="0"/>
                      <a:pt x="4264" y="18"/>
                      <a:pt x="4206" y="52"/>
                    </a:cubicBezTo>
                    <a:cubicBezTo>
                      <a:pt x="4091" y="98"/>
                      <a:pt x="3999" y="190"/>
                      <a:pt x="3953" y="305"/>
                    </a:cubicBezTo>
                    <a:lnTo>
                      <a:pt x="69" y="12050"/>
                    </a:lnTo>
                    <a:cubicBezTo>
                      <a:pt x="0" y="12257"/>
                      <a:pt x="92" y="12464"/>
                      <a:pt x="276" y="12579"/>
                    </a:cubicBezTo>
                    <a:lnTo>
                      <a:pt x="483" y="12625"/>
                    </a:lnTo>
                    <a:cubicBezTo>
                      <a:pt x="598" y="12625"/>
                      <a:pt x="713" y="12579"/>
                      <a:pt x="781" y="12487"/>
                    </a:cubicBezTo>
                    <a:lnTo>
                      <a:pt x="9355" y="2925"/>
                    </a:lnTo>
                    <a:cubicBezTo>
                      <a:pt x="9424" y="2810"/>
                      <a:pt x="9470" y="2672"/>
                      <a:pt x="9470" y="2534"/>
                    </a:cubicBezTo>
                    <a:cubicBezTo>
                      <a:pt x="9447" y="2396"/>
                      <a:pt x="9332" y="2304"/>
                      <a:pt x="9217" y="2259"/>
                    </a:cubicBezTo>
                    <a:lnTo>
                      <a:pt x="4551" y="52"/>
                    </a:lnTo>
                    <a:cubicBezTo>
                      <a:pt x="4493" y="18"/>
                      <a:pt x="4436" y="0"/>
                      <a:pt x="4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61" name="Google Shape;4561;p69"/>
            <p:cNvSpPr/>
            <p:nvPr/>
          </p:nvSpPr>
          <p:spPr>
            <a:xfrm>
              <a:off x="14035" y="1820"/>
              <a:ext cx="5165" cy="7172"/>
            </a:xfrm>
            <a:custGeom>
              <a:avLst/>
              <a:gdLst/>
              <a:ahLst/>
              <a:cxnLst/>
              <a:rect l="l" t="t" r="r" b="b"/>
              <a:pathLst>
                <a:path w="92138" h="127940" extrusionOk="0">
                  <a:moveTo>
                    <a:pt x="85073" y="0"/>
                  </a:moveTo>
                  <a:cubicBezTo>
                    <a:pt x="85013" y="0"/>
                    <a:pt x="84958" y="40"/>
                    <a:pt x="84958" y="108"/>
                  </a:cubicBezTo>
                  <a:cubicBezTo>
                    <a:pt x="84899" y="167"/>
                    <a:pt x="84919" y="266"/>
                    <a:pt x="84998" y="326"/>
                  </a:cubicBezTo>
                  <a:cubicBezTo>
                    <a:pt x="85573" y="603"/>
                    <a:pt x="86128" y="940"/>
                    <a:pt x="86644" y="1337"/>
                  </a:cubicBezTo>
                  <a:lnTo>
                    <a:pt x="86743" y="1337"/>
                  </a:lnTo>
                  <a:cubicBezTo>
                    <a:pt x="86783" y="1337"/>
                    <a:pt x="86842" y="1317"/>
                    <a:pt x="86882" y="1297"/>
                  </a:cubicBezTo>
                  <a:cubicBezTo>
                    <a:pt x="86922" y="1218"/>
                    <a:pt x="86902" y="1119"/>
                    <a:pt x="86842" y="1059"/>
                  </a:cubicBezTo>
                  <a:cubicBezTo>
                    <a:pt x="86307" y="663"/>
                    <a:pt x="85732" y="326"/>
                    <a:pt x="85157" y="28"/>
                  </a:cubicBezTo>
                  <a:cubicBezTo>
                    <a:pt x="85131" y="9"/>
                    <a:pt x="85102" y="0"/>
                    <a:pt x="85073" y="0"/>
                  </a:cubicBezTo>
                  <a:close/>
                  <a:moveTo>
                    <a:pt x="88675" y="2762"/>
                  </a:moveTo>
                  <a:cubicBezTo>
                    <a:pt x="88636" y="2762"/>
                    <a:pt x="88595" y="2777"/>
                    <a:pt x="88568" y="2805"/>
                  </a:cubicBezTo>
                  <a:cubicBezTo>
                    <a:pt x="88488" y="2844"/>
                    <a:pt x="88488" y="2963"/>
                    <a:pt x="88548" y="3023"/>
                  </a:cubicBezTo>
                  <a:cubicBezTo>
                    <a:pt x="88984" y="3499"/>
                    <a:pt x="89381" y="4014"/>
                    <a:pt x="89738" y="4570"/>
                  </a:cubicBezTo>
                  <a:cubicBezTo>
                    <a:pt x="89777" y="4609"/>
                    <a:pt x="89817" y="4629"/>
                    <a:pt x="89877" y="4629"/>
                  </a:cubicBezTo>
                  <a:lnTo>
                    <a:pt x="89956" y="4609"/>
                  </a:lnTo>
                  <a:cubicBezTo>
                    <a:pt x="90035" y="4550"/>
                    <a:pt x="90055" y="4451"/>
                    <a:pt x="89996" y="4371"/>
                  </a:cubicBezTo>
                  <a:cubicBezTo>
                    <a:pt x="89658" y="3816"/>
                    <a:pt x="89242" y="3300"/>
                    <a:pt x="88786" y="2824"/>
                  </a:cubicBezTo>
                  <a:cubicBezTo>
                    <a:pt x="88765" y="2782"/>
                    <a:pt x="88721" y="2762"/>
                    <a:pt x="88675" y="2762"/>
                  </a:cubicBezTo>
                  <a:close/>
                  <a:moveTo>
                    <a:pt x="91110" y="6597"/>
                  </a:moveTo>
                  <a:cubicBezTo>
                    <a:pt x="91089" y="6597"/>
                    <a:pt x="91068" y="6602"/>
                    <a:pt x="91047" y="6612"/>
                  </a:cubicBezTo>
                  <a:cubicBezTo>
                    <a:pt x="90967" y="6632"/>
                    <a:pt x="90908" y="6731"/>
                    <a:pt x="90947" y="6810"/>
                  </a:cubicBezTo>
                  <a:cubicBezTo>
                    <a:pt x="91185" y="7425"/>
                    <a:pt x="91384" y="8040"/>
                    <a:pt x="91523" y="8675"/>
                  </a:cubicBezTo>
                  <a:cubicBezTo>
                    <a:pt x="91542" y="8754"/>
                    <a:pt x="91622" y="8794"/>
                    <a:pt x="91701" y="8794"/>
                  </a:cubicBezTo>
                  <a:lnTo>
                    <a:pt x="91721" y="8794"/>
                  </a:lnTo>
                  <a:cubicBezTo>
                    <a:pt x="91800" y="8774"/>
                    <a:pt x="91860" y="8694"/>
                    <a:pt x="91840" y="8595"/>
                  </a:cubicBezTo>
                  <a:cubicBezTo>
                    <a:pt x="91681" y="7941"/>
                    <a:pt x="91483" y="7306"/>
                    <a:pt x="91245" y="6692"/>
                  </a:cubicBezTo>
                  <a:cubicBezTo>
                    <a:pt x="91216" y="6633"/>
                    <a:pt x="91166" y="6597"/>
                    <a:pt x="91110" y="6597"/>
                  </a:cubicBezTo>
                  <a:close/>
                  <a:moveTo>
                    <a:pt x="91959" y="11054"/>
                  </a:moveTo>
                  <a:cubicBezTo>
                    <a:pt x="91879" y="11054"/>
                    <a:pt x="91800" y="11114"/>
                    <a:pt x="91780" y="11213"/>
                  </a:cubicBezTo>
                  <a:cubicBezTo>
                    <a:pt x="91800" y="11848"/>
                    <a:pt x="91741" y="12502"/>
                    <a:pt x="91622" y="13137"/>
                  </a:cubicBezTo>
                  <a:cubicBezTo>
                    <a:pt x="91622" y="13236"/>
                    <a:pt x="91681" y="13315"/>
                    <a:pt x="91760" y="13335"/>
                  </a:cubicBezTo>
                  <a:lnTo>
                    <a:pt x="91800" y="13335"/>
                  </a:lnTo>
                  <a:cubicBezTo>
                    <a:pt x="91879" y="13335"/>
                    <a:pt x="91939" y="13275"/>
                    <a:pt x="91939" y="13196"/>
                  </a:cubicBezTo>
                  <a:cubicBezTo>
                    <a:pt x="92058" y="12542"/>
                    <a:pt x="92117" y="11887"/>
                    <a:pt x="92137" y="11233"/>
                  </a:cubicBezTo>
                  <a:cubicBezTo>
                    <a:pt x="92137" y="11134"/>
                    <a:pt x="92058" y="11054"/>
                    <a:pt x="91959" y="11054"/>
                  </a:cubicBezTo>
                  <a:close/>
                  <a:moveTo>
                    <a:pt x="91092" y="15504"/>
                  </a:moveTo>
                  <a:cubicBezTo>
                    <a:pt x="91027" y="15504"/>
                    <a:pt x="90963" y="15554"/>
                    <a:pt x="90947" y="15616"/>
                  </a:cubicBezTo>
                  <a:cubicBezTo>
                    <a:pt x="90709" y="16211"/>
                    <a:pt x="90432" y="16786"/>
                    <a:pt x="90134" y="17381"/>
                  </a:cubicBezTo>
                  <a:cubicBezTo>
                    <a:pt x="90095" y="17460"/>
                    <a:pt x="90114" y="17539"/>
                    <a:pt x="90174" y="17599"/>
                  </a:cubicBezTo>
                  <a:lnTo>
                    <a:pt x="90253" y="17599"/>
                  </a:lnTo>
                  <a:cubicBezTo>
                    <a:pt x="90313" y="17599"/>
                    <a:pt x="90372" y="17579"/>
                    <a:pt x="90412" y="17519"/>
                  </a:cubicBezTo>
                  <a:cubicBezTo>
                    <a:pt x="90729" y="16944"/>
                    <a:pt x="91007" y="16349"/>
                    <a:pt x="91245" y="15735"/>
                  </a:cubicBezTo>
                  <a:cubicBezTo>
                    <a:pt x="91265" y="15635"/>
                    <a:pt x="91245" y="15536"/>
                    <a:pt x="91146" y="15516"/>
                  </a:cubicBezTo>
                  <a:cubicBezTo>
                    <a:pt x="91128" y="15508"/>
                    <a:pt x="91110" y="15504"/>
                    <a:pt x="91092" y="15504"/>
                  </a:cubicBezTo>
                  <a:close/>
                  <a:moveTo>
                    <a:pt x="88856" y="19462"/>
                  </a:moveTo>
                  <a:cubicBezTo>
                    <a:pt x="88802" y="19462"/>
                    <a:pt x="88752" y="19484"/>
                    <a:pt x="88726" y="19522"/>
                  </a:cubicBezTo>
                  <a:cubicBezTo>
                    <a:pt x="88330" y="20018"/>
                    <a:pt x="87893" y="20514"/>
                    <a:pt x="87457" y="20990"/>
                  </a:cubicBezTo>
                  <a:cubicBezTo>
                    <a:pt x="87378" y="21049"/>
                    <a:pt x="87378" y="21168"/>
                    <a:pt x="87457" y="21208"/>
                  </a:cubicBezTo>
                  <a:lnTo>
                    <a:pt x="87576" y="21267"/>
                  </a:lnTo>
                  <a:lnTo>
                    <a:pt x="87675" y="21208"/>
                  </a:lnTo>
                  <a:cubicBezTo>
                    <a:pt x="88131" y="20752"/>
                    <a:pt x="88568" y="20256"/>
                    <a:pt x="88964" y="19721"/>
                  </a:cubicBezTo>
                  <a:cubicBezTo>
                    <a:pt x="89024" y="19661"/>
                    <a:pt x="89004" y="19542"/>
                    <a:pt x="88944" y="19483"/>
                  </a:cubicBezTo>
                  <a:cubicBezTo>
                    <a:pt x="88916" y="19469"/>
                    <a:pt x="88886" y="19462"/>
                    <a:pt x="88856" y="19462"/>
                  </a:cubicBezTo>
                  <a:close/>
                  <a:moveTo>
                    <a:pt x="85625" y="22735"/>
                  </a:moveTo>
                  <a:cubicBezTo>
                    <a:pt x="85601" y="22735"/>
                    <a:pt x="85577" y="22741"/>
                    <a:pt x="85553" y="22755"/>
                  </a:cubicBezTo>
                  <a:cubicBezTo>
                    <a:pt x="85057" y="23151"/>
                    <a:pt x="84522" y="23548"/>
                    <a:pt x="83987" y="23925"/>
                  </a:cubicBezTo>
                  <a:cubicBezTo>
                    <a:pt x="83907" y="23965"/>
                    <a:pt x="83887" y="24084"/>
                    <a:pt x="83967" y="24143"/>
                  </a:cubicBezTo>
                  <a:cubicBezTo>
                    <a:pt x="83987" y="24183"/>
                    <a:pt x="84026" y="24222"/>
                    <a:pt x="84086" y="24222"/>
                  </a:cubicBezTo>
                  <a:lnTo>
                    <a:pt x="84185" y="24183"/>
                  </a:lnTo>
                  <a:cubicBezTo>
                    <a:pt x="84720" y="23826"/>
                    <a:pt x="85256" y="23429"/>
                    <a:pt x="85771" y="22993"/>
                  </a:cubicBezTo>
                  <a:cubicBezTo>
                    <a:pt x="85837" y="22878"/>
                    <a:pt x="85739" y="22735"/>
                    <a:pt x="85625" y="22735"/>
                  </a:cubicBezTo>
                  <a:close/>
                  <a:moveTo>
                    <a:pt x="81855" y="25254"/>
                  </a:moveTo>
                  <a:cubicBezTo>
                    <a:pt x="81829" y="25254"/>
                    <a:pt x="81805" y="25260"/>
                    <a:pt x="81785" y="25273"/>
                  </a:cubicBezTo>
                  <a:lnTo>
                    <a:pt x="81706" y="25273"/>
                  </a:lnTo>
                  <a:lnTo>
                    <a:pt x="80020" y="26106"/>
                  </a:lnTo>
                  <a:cubicBezTo>
                    <a:pt x="79834" y="26144"/>
                    <a:pt x="79893" y="26407"/>
                    <a:pt x="80064" y="26407"/>
                  </a:cubicBezTo>
                  <a:cubicBezTo>
                    <a:pt x="80075" y="26407"/>
                    <a:pt x="80087" y="26406"/>
                    <a:pt x="80100" y="26404"/>
                  </a:cubicBezTo>
                  <a:lnTo>
                    <a:pt x="80159" y="26424"/>
                  </a:lnTo>
                  <a:lnTo>
                    <a:pt x="81845" y="25611"/>
                  </a:lnTo>
                  <a:lnTo>
                    <a:pt x="81924" y="25551"/>
                  </a:lnTo>
                  <a:cubicBezTo>
                    <a:pt x="82023" y="25531"/>
                    <a:pt x="82043" y="25412"/>
                    <a:pt x="82003" y="25333"/>
                  </a:cubicBezTo>
                  <a:cubicBezTo>
                    <a:pt x="81964" y="25280"/>
                    <a:pt x="81907" y="25254"/>
                    <a:pt x="81855" y="25254"/>
                  </a:cubicBezTo>
                  <a:close/>
                  <a:moveTo>
                    <a:pt x="77650" y="27033"/>
                  </a:moveTo>
                  <a:cubicBezTo>
                    <a:pt x="77634" y="27033"/>
                    <a:pt x="77618" y="27035"/>
                    <a:pt x="77601" y="27038"/>
                  </a:cubicBezTo>
                  <a:cubicBezTo>
                    <a:pt x="77026" y="27257"/>
                    <a:pt x="76391" y="27455"/>
                    <a:pt x="75757" y="27653"/>
                  </a:cubicBezTo>
                  <a:cubicBezTo>
                    <a:pt x="75677" y="27693"/>
                    <a:pt x="75638" y="27772"/>
                    <a:pt x="75657" y="27851"/>
                  </a:cubicBezTo>
                  <a:cubicBezTo>
                    <a:pt x="75657" y="27931"/>
                    <a:pt x="75737" y="27990"/>
                    <a:pt x="75796" y="27990"/>
                  </a:cubicBezTo>
                  <a:lnTo>
                    <a:pt x="75856" y="27970"/>
                  </a:lnTo>
                  <a:lnTo>
                    <a:pt x="77720" y="27376"/>
                  </a:lnTo>
                  <a:cubicBezTo>
                    <a:pt x="77819" y="27316"/>
                    <a:pt x="77859" y="27237"/>
                    <a:pt x="77819" y="27138"/>
                  </a:cubicBezTo>
                  <a:cubicBezTo>
                    <a:pt x="77786" y="27072"/>
                    <a:pt x="77726" y="27033"/>
                    <a:pt x="77650" y="27033"/>
                  </a:cubicBezTo>
                  <a:close/>
                  <a:moveTo>
                    <a:pt x="73289" y="28343"/>
                  </a:moveTo>
                  <a:cubicBezTo>
                    <a:pt x="73279" y="28343"/>
                    <a:pt x="73268" y="28345"/>
                    <a:pt x="73258" y="28347"/>
                  </a:cubicBezTo>
                  <a:lnTo>
                    <a:pt x="71374" y="28823"/>
                  </a:lnTo>
                  <a:cubicBezTo>
                    <a:pt x="71275" y="28843"/>
                    <a:pt x="71215" y="28942"/>
                    <a:pt x="71235" y="29022"/>
                  </a:cubicBezTo>
                  <a:cubicBezTo>
                    <a:pt x="71252" y="29090"/>
                    <a:pt x="71299" y="29144"/>
                    <a:pt x="71363" y="29144"/>
                  </a:cubicBezTo>
                  <a:cubicBezTo>
                    <a:pt x="71373" y="29144"/>
                    <a:pt x="71383" y="29143"/>
                    <a:pt x="71394" y="29141"/>
                  </a:cubicBezTo>
                  <a:lnTo>
                    <a:pt x="71433" y="29141"/>
                  </a:lnTo>
                  <a:lnTo>
                    <a:pt x="73317" y="28684"/>
                  </a:lnTo>
                  <a:cubicBezTo>
                    <a:pt x="73416" y="28665"/>
                    <a:pt x="73456" y="28565"/>
                    <a:pt x="73456" y="28486"/>
                  </a:cubicBezTo>
                  <a:cubicBezTo>
                    <a:pt x="73439" y="28400"/>
                    <a:pt x="73361" y="28343"/>
                    <a:pt x="73289" y="28343"/>
                  </a:cubicBezTo>
                  <a:close/>
                  <a:moveTo>
                    <a:pt x="68816" y="29398"/>
                  </a:moveTo>
                  <a:lnTo>
                    <a:pt x="66912" y="29815"/>
                  </a:lnTo>
                  <a:cubicBezTo>
                    <a:pt x="66813" y="29835"/>
                    <a:pt x="66753" y="29934"/>
                    <a:pt x="66773" y="30013"/>
                  </a:cubicBezTo>
                  <a:cubicBezTo>
                    <a:pt x="66790" y="30082"/>
                    <a:pt x="66837" y="30136"/>
                    <a:pt x="66901" y="30136"/>
                  </a:cubicBezTo>
                  <a:cubicBezTo>
                    <a:pt x="66911" y="30136"/>
                    <a:pt x="66921" y="30135"/>
                    <a:pt x="66932" y="30132"/>
                  </a:cubicBezTo>
                  <a:lnTo>
                    <a:pt x="66971" y="30132"/>
                  </a:lnTo>
                  <a:lnTo>
                    <a:pt x="68895" y="29716"/>
                  </a:lnTo>
                  <a:cubicBezTo>
                    <a:pt x="68974" y="29716"/>
                    <a:pt x="69034" y="29616"/>
                    <a:pt x="69014" y="29517"/>
                  </a:cubicBezTo>
                  <a:cubicBezTo>
                    <a:pt x="68974" y="29438"/>
                    <a:pt x="68895" y="29398"/>
                    <a:pt x="68816" y="29398"/>
                  </a:cubicBezTo>
                  <a:close/>
                  <a:moveTo>
                    <a:pt x="64396" y="30405"/>
                  </a:moveTo>
                  <a:cubicBezTo>
                    <a:pt x="64381" y="30405"/>
                    <a:pt x="64367" y="30406"/>
                    <a:pt x="64354" y="30410"/>
                  </a:cubicBezTo>
                  <a:lnTo>
                    <a:pt x="64135" y="30469"/>
                  </a:lnTo>
                  <a:lnTo>
                    <a:pt x="62470" y="30886"/>
                  </a:lnTo>
                  <a:cubicBezTo>
                    <a:pt x="62370" y="30886"/>
                    <a:pt x="62311" y="30985"/>
                    <a:pt x="62351" y="31084"/>
                  </a:cubicBezTo>
                  <a:cubicBezTo>
                    <a:pt x="62351" y="31163"/>
                    <a:pt x="62410" y="31203"/>
                    <a:pt x="62489" y="31203"/>
                  </a:cubicBezTo>
                  <a:lnTo>
                    <a:pt x="62549" y="31183"/>
                  </a:lnTo>
                  <a:lnTo>
                    <a:pt x="64195" y="30787"/>
                  </a:lnTo>
                  <a:lnTo>
                    <a:pt x="64433" y="30707"/>
                  </a:lnTo>
                  <a:cubicBezTo>
                    <a:pt x="64512" y="30707"/>
                    <a:pt x="64572" y="30608"/>
                    <a:pt x="64552" y="30509"/>
                  </a:cubicBezTo>
                  <a:cubicBezTo>
                    <a:pt x="64535" y="30443"/>
                    <a:pt x="64465" y="30405"/>
                    <a:pt x="64396" y="30405"/>
                  </a:cubicBezTo>
                  <a:close/>
                  <a:moveTo>
                    <a:pt x="59994" y="31567"/>
                  </a:moveTo>
                  <a:cubicBezTo>
                    <a:pt x="59974" y="31567"/>
                    <a:pt x="59952" y="31571"/>
                    <a:pt x="59931" y="31580"/>
                  </a:cubicBezTo>
                  <a:lnTo>
                    <a:pt x="58087" y="32195"/>
                  </a:lnTo>
                  <a:cubicBezTo>
                    <a:pt x="57988" y="32234"/>
                    <a:pt x="57948" y="32333"/>
                    <a:pt x="57988" y="32413"/>
                  </a:cubicBezTo>
                  <a:cubicBezTo>
                    <a:pt x="57988" y="32478"/>
                    <a:pt x="58042" y="32517"/>
                    <a:pt x="58095" y="32517"/>
                  </a:cubicBezTo>
                  <a:cubicBezTo>
                    <a:pt x="58106" y="32517"/>
                    <a:pt x="58116" y="32515"/>
                    <a:pt x="58127" y="32512"/>
                  </a:cubicBezTo>
                  <a:lnTo>
                    <a:pt x="58186" y="32512"/>
                  </a:lnTo>
                  <a:lnTo>
                    <a:pt x="60030" y="31897"/>
                  </a:lnTo>
                  <a:cubicBezTo>
                    <a:pt x="60110" y="31877"/>
                    <a:pt x="60149" y="31778"/>
                    <a:pt x="60129" y="31699"/>
                  </a:cubicBezTo>
                  <a:cubicBezTo>
                    <a:pt x="60129" y="31621"/>
                    <a:pt x="60068" y="31567"/>
                    <a:pt x="59994" y="31567"/>
                  </a:cubicBezTo>
                  <a:close/>
                  <a:moveTo>
                    <a:pt x="55702" y="33154"/>
                  </a:moveTo>
                  <a:cubicBezTo>
                    <a:pt x="55683" y="33154"/>
                    <a:pt x="55665" y="33158"/>
                    <a:pt x="55648" y="33166"/>
                  </a:cubicBezTo>
                  <a:cubicBezTo>
                    <a:pt x="55033" y="33444"/>
                    <a:pt x="54438" y="33741"/>
                    <a:pt x="53863" y="34039"/>
                  </a:cubicBezTo>
                  <a:cubicBezTo>
                    <a:pt x="53783" y="34059"/>
                    <a:pt x="53744" y="34158"/>
                    <a:pt x="53783" y="34237"/>
                  </a:cubicBezTo>
                  <a:cubicBezTo>
                    <a:pt x="53803" y="34297"/>
                    <a:pt x="53863" y="34336"/>
                    <a:pt x="53942" y="34336"/>
                  </a:cubicBezTo>
                  <a:lnTo>
                    <a:pt x="54021" y="34316"/>
                  </a:lnTo>
                  <a:lnTo>
                    <a:pt x="55767" y="33464"/>
                  </a:lnTo>
                  <a:cubicBezTo>
                    <a:pt x="55846" y="33424"/>
                    <a:pt x="55886" y="33345"/>
                    <a:pt x="55846" y="33265"/>
                  </a:cubicBezTo>
                  <a:cubicBezTo>
                    <a:pt x="55830" y="33203"/>
                    <a:pt x="55767" y="33154"/>
                    <a:pt x="55702" y="33154"/>
                  </a:cubicBezTo>
                  <a:close/>
                  <a:moveTo>
                    <a:pt x="51683" y="35303"/>
                  </a:moveTo>
                  <a:cubicBezTo>
                    <a:pt x="51654" y="35303"/>
                    <a:pt x="51626" y="35316"/>
                    <a:pt x="51602" y="35348"/>
                  </a:cubicBezTo>
                  <a:cubicBezTo>
                    <a:pt x="51047" y="35705"/>
                    <a:pt x="50511" y="36081"/>
                    <a:pt x="49996" y="36518"/>
                  </a:cubicBezTo>
                  <a:cubicBezTo>
                    <a:pt x="49916" y="36557"/>
                    <a:pt x="49916" y="36676"/>
                    <a:pt x="49976" y="36736"/>
                  </a:cubicBezTo>
                  <a:lnTo>
                    <a:pt x="50095" y="36795"/>
                  </a:lnTo>
                  <a:lnTo>
                    <a:pt x="50194" y="36756"/>
                  </a:lnTo>
                  <a:cubicBezTo>
                    <a:pt x="50690" y="36359"/>
                    <a:pt x="51245" y="36002"/>
                    <a:pt x="51780" y="35625"/>
                  </a:cubicBezTo>
                  <a:cubicBezTo>
                    <a:pt x="51960" y="35593"/>
                    <a:pt x="51816" y="35303"/>
                    <a:pt x="51683" y="35303"/>
                  </a:cubicBezTo>
                  <a:close/>
                  <a:moveTo>
                    <a:pt x="48182" y="38228"/>
                  </a:moveTo>
                  <a:cubicBezTo>
                    <a:pt x="48145" y="38228"/>
                    <a:pt x="48106" y="38244"/>
                    <a:pt x="48072" y="38283"/>
                  </a:cubicBezTo>
                  <a:lnTo>
                    <a:pt x="47775" y="38580"/>
                  </a:lnTo>
                  <a:cubicBezTo>
                    <a:pt x="47418" y="38937"/>
                    <a:pt x="47100" y="39334"/>
                    <a:pt x="46783" y="39770"/>
                  </a:cubicBezTo>
                  <a:cubicBezTo>
                    <a:pt x="46704" y="39830"/>
                    <a:pt x="46723" y="39929"/>
                    <a:pt x="46803" y="39988"/>
                  </a:cubicBezTo>
                  <a:lnTo>
                    <a:pt x="46902" y="40028"/>
                  </a:lnTo>
                  <a:cubicBezTo>
                    <a:pt x="46942" y="40028"/>
                    <a:pt x="47001" y="40008"/>
                    <a:pt x="47021" y="39968"/>
                  </a:cubicBezTo>
                  <a:cubicBezTo>
                    <a:pt x="47338" y="39572"/>
                    <a:pt x="47675" y="39175"/>
                    <a:pt x="48013" y="38798"/>
                  </a:cubicBezTo>
                  <a:lnTo>
                    <a:pt x="48290" y="38501"/>
                  </a:lnTo>
                  <a:cubicBezTo>
                    <a:pt x="48395" y="38381"/>
                    <a:pt x="48296" y="38228"/>
                    <a:pt x="48182" y="38228"/>
                  </a:cubicBezTo>
                  <a:close/>
                  <a:moveTo>
                    <a:pt x="45430" y="41892"/>
                  </a:moveTo>
                  <a:cubicBezTo>
                    <a:pt x="45373" y="41892"/>
                    <a:pt x="45315" y="41918"/>
                    <a:pt x="45276" y="41971"/>
                  </a:cubicBezTo>
                  <a:cubicBezTo>
                    <a:pt x="44958" y="42546"/>
                    <a:pt x="44661" y="43122"/>
                    <a:pt x="44383" y="43716"/>
                  </a:cubicBezTo>
                  <a:cubicBezTo>
                    <a:pt x="44364" y="43796"/>
                    <a:pt x="44383" y="43895"/>
                    <a:pt x="44463" y="43935"/>
                  </a:cubicBezTo>
                  <a:lnTo>
                    <a:pt x="44542" y="43935"/>
                  </a:lnTo>
                  <a:cubicBezTo>
                    <a:pt x="44602" y="43935"/>
                    <a:pt x="44661" y="43895"/>
                    <a:pt x="44701" y="43855"/>
                  </a:cubicBezTo>
                  <a:cubicBezTo>
                    <a:pt x="44958" y="43260"/>
                    <a:pt x="45256" y="42685"/>
                    <a:pt x="45593" y="42150"/>
                  </a:cubicBezTo>
                  <a:cubicBezTo>
                    <a:pt x="45633" y="42051"/>
                    <a:pt x="45613" y="41952"/>
                    <a:pt x="45514" y="41912"/>
                  </a:cubicBezTo>
                  <a:cubicBezTo>
                    <a:pt x="45487" y="41899"/>
                    <a:pt x="45459" y="41892"/>
                    <a:pt x="45430" y="41892"/>
                  </a:cubicBezTo>
                  <a:close/>
                  <a:moveTo>
                    <a:pt x="43607" y="46032"/>
                  </a:moveTo>
                  <a:cubicBezTo>
                    <a:pt x="43538" y="46032"/>
                    <a:pt x="43464" y="46070"/>
                    <a:pt x="43431" y="46136"/>
                  </a:cubicBezTo>
                  <a:cubicBezTo>
                    <a:pt x="43233" y="46751"/>
                    <a:pt x="43055" y="47365"/>
                    <a:pt x="42876" y="48040"/>
                  </a:cubicBezTo>
                  <a:cubicBezTo>
                    <a:pt x="42876" y="48119"/>
                    <a:pt x="42936" y="48198"/>
                    <a:pt x="43015" y="48238"/>
                  </a:cubicBezTo>
                  <a:lnTo>
                    <a:pt x="43055" y="48238"/>
                  </a:lnTo>
                  <a:cubicBezTo>
                    <a:pt x="43134" y="48238"/>
                    <a:pt x="43194" y="48179"/>
                    <a:pt x="43213" y="48119"/>
                  </a:cubicBezTo>
                  <a:cubicBezTo>
                    <a:pt x="43372" y="47465"/>
                    <a:pt x="43550" y="46850"/>
                    <a:pt x="43749" y="46235"/>
                  </a:cubicBezTo>
                  <a:cubicBezTo>
                    <a:pt x="43769" y="46156"/>
                    <a:pt x="43729" y="46057"/>
                    <a:pt x="43650" y="46037"/>
                  </a:cubicBezTo>
                  <a:cubicBezTo>
                    <a:pt x="43636" y="46033"/>
                    <a:pt x="43622" y="46032"/>
                    <a:pt x="43607" y="46032"/>
                  </a:cubicBezTo>
                  <a:close/>
                  <a:moveTo>
                    <a:pt x="42528" y="50475"/>
                  </a:moveTo>
                  <a:cubicBezTo>
                    <a:pt x="42460" y="50475"/>
                    <a:pt x="42398" y="50529"/>
                    <a:pt x="42380" y="50598"/>
                  </a:cubicBezTo>
                  <a:cubicBezTo>
                    <a:pt x="42281" y="51233"/>
                    <a:pt x="42182" y="51887"/>
                    <a:pt x="42142" y="52561"/>
                  </a:cubicBezTo>
                  <a:cubicBezTo>
                    <a:pt x="42123" y="52641"/>
                    <a:pt x="42202" y="52720"/>
                    <a:pt x="42281" y="52720"/>
                  </a:cubicBezTo>
                  <a:cubicBezTo>
                    <a:pt x="42380" y="52720"/>
                    <a:pt x="42460" y="52680"/>
                    <a:pt x="42460" y="52581"/>
                  </a:cubicBezTo>
                  <a:cubicBezTo>
                    <a:pt x="42539" y="51927"/>
                    <a:pt x="42618" y="51292"/>
                    <a:pt x="42718" y="50638"/>
                  </a:cubicBezTo>
                  <a:cubicBezTo>
                    <a:pt x="42718" y="50558"/>
                    <a:pt x="42638" y="50479"/>
                    <a:pt x="42559" y="50479"/>
                  </a:cubicBezTo>
                  <a:cubicBezTo>
                    <a:pt x="42548" y="50476"/>
                    <a:pt x="42538" y="50475"/>
                    <a:pt x="42528" y="50475"/>
                  </a:cubicBezTo>
                  <a:close/>
                  <a:moveTo>
                    <a:pt x="42142" y="55000"/>
                  </a:moveTo>
                  <a:cubicBezTo>
                    <a:pt x="42063" y="55000"/>
                    <a:pt x="41964" y="55080"/>
                    <a:pt x="41964" y="55159"/>
                  </a:cubicBezTo>
                  <a:lnTo>
                    <a:pt x="41964" y="57142"/>
                  </a:lnTo>
                  <a:cubicBezTo>
                    <a:pt x="41964" y="57222"/>
                    <a:pt x="42023" y="57281"/>
                    <a:pt x="42123" y="57281"/>
                  </a:cubicBezTo>
                  <a:cubicBezTo>
                    <a:pt x="42202" y="57281"/>
                    <a:pt x="42281" y="57202"/>
                    <a:pt x="42281" y="57122"/>
                  </a:cubicBezTo>
                  <a:lnTo>
                    <a:pt x="42281" y="55179"/>
                  </a:lnTo>
                  <a:cubicBezTo>
                    <a:pt x="42301" y="55080"/>
                    <a:pt x="42222" y="55000"/>
                    <a:pt x="42142" y="55000"/>
                  </a:cubicBezTo>
                  <a:close/>
                  <a:moveTo>
                    <a:pt x="42221" y="59619"/>
                  </a:moveTo>
                  <a:cubicBezTo>
                    <a:pt x="42152" y="59619"/>
                    <a:pt x="42084" y="59658"/>
                    <a:pt x="42063" y="59740"/>
                  </a:cubicBezTo>
                  <a:cubicBezTo>
                    <a:pt x="42123" y="60395"/>
                    <a:pt x="42162" y="61029"/>
                    <a:pt x="42242" y="61703"/>
                  </a:cubicBezTo>
                  <a:cubicBezTo>
                    <a:pt x="42242" y="61783"/>
                    <a:pt x="42321" y="61842"/>
                    <a:pt x="42420" y="61842"/>
                  </a:cubicBezTo>
                  <a:cubicBezTo>
                    <a:pt x="42519" y="61822"/>
                    <a:pt x="42579" y="61743"/>
                    <a:pt x="42559" y="61684"/>
                  </a:cubicBezTo>
                  <a:cubicBezTo>
                    <a:pt x="42519" y="61009"/>
                    <a:pt x="42440" y="60355"/>
                    <a:pt x="42380" y="59720"/>
                  </a:cubicBezTo>
                  <a:cubicBezTo>
                    <a:pt x="42352" y="59653"/>
                    <a:pt x="42286" y="59619"/>
                    <a:pt x="42221" y="59619"/>
                  </a:cubicBezTo>
                  <a:close/>
                  <a:moveTo>
                    <a:pt x="42718" y="64103"/>
                  </a:moveTo>
                  <a:cubicBezTo>
                    <a:pt x="42618" y="64123"/>
                    <a:pt x="42559" y="64202"/>
                    <a:pt x="42559" y="64301"/>
                  </a:cubicBezTo>
                  <a:lnTo>
                    <a:pt x="42856" y="66245"/>
                  </a:lnTo>
                  <a:cubicBezTo>
                    <a:pt x="42876" y="66304"/>
                    <a:pt x="42956" y="66364"/>
                    <a:pt x="43035" y="66364"/>
                  </a:cubicBezTo>
                  <a:lnTo>
                    <a:pt x="43055" y="66364"/>
                  </a:lnTo>
                  <a:cubicBezTo>
                    <a:pt x="43134" y="66344"/>
                    <a:pt x="43194" y="66265"/>
                    <a:pt x="43174" y="66185"/>
                  </a:cubicBezTo>
                  <a:lnTo>
                    <a:pt x="42876" y="64262"/>
                  </a:lnTo>
                  <a:cubicBezTo>
                    <a:pt x="42876" y="64163"/>
                    <a:pt x="42797" y="64103"/>
                    <a:pt x="42718" y="64103"/>
                  </a:cubicBezTo>
                  <a:close/>
                  <a:moveTo>
                    <a:pt x="43471" y="68650"/>
                  </a:moveTo>
                  <a:cubicBezTo>
                    <a:pt x="43389" y="68650"/>
                    <a:pt x="43312" y="68709"/>
                    <a:pt x="43312" y="68803"/>
                  </a:cubicBezTo>
                  <a:lnTo>
                    <a:pt x="43610" y="70548"/>
                  </a:lnTo>
                  <a:lnTo>
                    <a:pt x="43650" y="70727"/>
                  </a:lnTo>
                  <a:cubicBezTo>
                    <a:pt x="43650" y="70806"/>
                    <a:pt x="43709" y="70866"/>
                    <a:pt x="43808" y="70866"/>
                  </a:cubicBezTo>
                  <a:lnTo>
                    <a:pt x="43828" y="70866"/>
                  </a:lnTo>
                  <a:cubicBezTo>
                    <a:pt x="43907" y="70846"/>
                    <a:pt x="43967" y="70766"/>
                    <a:pt x="43967" y="70667"/>
                  </a:cubicBezTo>
                  <a:lnTo>
                    <a:pt x="43927" y="70489"/>
                  </a:lnTo>
                  <a:lnTo>
                    <a:pt x="43630" y="68744"/>
                  </a:lnTo>
                  <a:cubicBezTo>
                    <a:pt x="43589" y="68679"/>
                    <a:pt x="43529" y="68650"/>
                    <a:pt x="43471" y="68650"/>
                  </a:cubicBezTo>
                  <a:close/>
                  <a:moveTo>
                    <a:pt x="44225" y="73106"/>
                  </a:moveTo>
                  <a:cubicBezTo>
                    <a:pt x="44126" y="73126"/>
                    <a:pt x="44086" y="73206"/>
                    <a:pt x="44106" y="73305"/>
                  </a:cubicBezTo>
                  <a:cubicBezTo>
                    <a:pt x="44205" y="73939"/>
                    <a:pt x="44324" y="74594"/>
                    <a:pt x="44423" y="75228"/>
                  </a:cubicBezTo>
                  <a:cubicBezTo>
                    <a:pt x="44423" y="75308"/>
                    <a:pt x="44502" y="75367"/>
                    <a:pt x="44562" y="75367"/>
                  </a:cubicBezTo>
                  <a:lnTo>
                    <a:pt x="44602" y="75367"/>
                  </a:lnTo>
                  <a:cubicBezTo>
                    <a:pt x="44681" y="75347"/>
                    <a:pt x="44740" y="75268"/>
                    <a:pt x="44740" y="75189"/>
                  </a:cubicBezTo>
                  <a:cubicBezTo>
                    <a:pt x="44641" y="74534"/>
                    <a:pt x="44522" y="73900"/>
                    <a:pt x="44423" y="73245"/>
                  </a:cubicBezTo>
                  <a:cubicBezTo>
                    <a:pt x="44403" y="73166"/>
                    <a:pt x="44304" y="73106"/>
                    <a:pt x="44225" y="73106"/>
                  </a:cubicBezTo>
                  <a:close/>
                  <a:moveTo>
                    <a:pt x="44939" y="77608"/>
                  </a:moveTo>
                  <a:cubicBezTo>
                    <a:pt x="44840" y="77628"/>
                    <a:pt x="44780" y="77727"/>
                    <a:pt x="44780" y="77806"/>
                  </a:cubicBezTo>
                  <a:cubicBezTo>
                    <a:pt x="44879" y="78481"/>
                    <a:pt x="44958" y="79135"/>
                    <a:pt x="45038" y="79750"/>
                  </a:cubicBezTo>
                  <a:cubicBezTo>
                    <a:pt x="45038" y="79829"/>
                    <a:pt x="45097" y="79889"/>
                    <a:pt x="45177" y="79889"/>
                  </a:cubicBezTo>
                  <a:lnTo>
                    <a:pt x="45216" y="79889"/>
                  </a:lnTo>
                  <a:cubicBezTo>
                    <a:pt x="45296" y="79869"/>
                    <a:pt x="45355" y="79790"/>
                    <a:pt x="45355" y="79690"/>
                  </a:cubicBezTo>
                  <a:cubicBezTo>
                    <a:pt x="45276" y="79076"/>
                    <a:pt x="45216" y="78421"/>
                    <a:pt x="45117" y="77767"/>
                  </a:cubicBezTo>
                  <a:cubicBezTo>
                    <a:pt x="45117" y="77668"/>
                    <a:pt x="45038" y="77608"/>
                    <a:pt x="44939" y="77608"/>
                  </a:cubicBezTo>
                  <a:close/>
                  <a:moveTo>
                    <a:pt x="45415" y="82150"/>
                  </a:moveTo>
                  <a:cubicBezTo>
                    <a:pt x="45335" y="82169"/>
                    <a:pt x="45276" y="82249"/>
                    <a:pt x="45256" y="82328"/>
                  </a:cubicBezTo>
                  <a:cubicBezTo>
                    <a:pt x="45315" y="83002"/>
                    <a:pt x="45335" y="83657"/>
                    <a:pt x="45355" y="84291"/>
                  </a:cubicBezTo>
                  <a:cubicBezTo>
                    <a:pt x="45355" y="84371"/>
                    <a:pt x="45434" y="84430"/>
                    <a:pt x="45514" y="84430"/>
                  </a:cubicBezTo>
                  <a:cubicBezTo>
                    <a:pt x="45593" y="84430"/>
                    <a:pt x="45672" y="84371"/>
                    <a:pt x="45672" y="84291"/>
                  </a:cubicBezTo>
                  <a:cubicBezTo>
                    <a:pt x="45653" y="83637"/>
                    <a:pt x="45633" y="82963"/>
                    <a:pt x="45573" y="82308"/>
                  </a:cubicBezTo>
                  <a:cubicBezTo>
                    <a:pt x="45573" y="82209"/>
                    <a:pt x="45494" y="82150"/>
                    <a:pt x="45415" y="82150"/>
                  </a:cubicBezTo>
                  <a:close/>
                  <a:moveTo>
                    <a:pt x="45514" y="86711"/>
                  </a:moveTo>
                  <a:cubicBezTo>
                    <a:pt x="45415" y="86711"/>
                    <a:pt x="45335" y="86790"/>
                    <a:pt x="45335" y="86889"/>
                  </a:cubicBezTo>
                  <a:cubicBezTo>
                    <a:pt x="45315" y="87524"/>
                    <a:pt x="45256" y="88198"/>
                    <a:pt x="45196" y="88813"/>
                  </a:cubicBezTo>
                  <a:cubicBezTo>
                    <a:pt x="45196" y="88912"/>
                    <a:pt x="45236" y="88991"/>
                    <a:pt x="45335" y="88991"/>
                  </a:cubicBezTo>
                  <a:lnTo>
                    <a:pt x="45355" y="88991"/>
                  </a:lnTo>
                  <a:cubicBezTo>
                    <a:pt x="45434" y="88991"/>
                    <a:pt x="45514" y="88932"/>
                    <a:pt x="45514" y="88852"/>
                  </a:cubicBezTo>
                  <a:cubicBezTo>
                    <a:pt x="45573" y="88218"/>
                    <a:pt x="45633" y="87563"/>
                    <a:pt x="45653" y="86889"/>
                  </a:cubicBezTo>
                  <a:cubicBezTo>
                    <a:pt x="45653" y="86810"/>
                    <a:pt x="45593" y="86731"/>
                    <a:pt x="45514" y="86711"/>
                  </a:cubicBezTo>
                  <a:close/>
                  <a:moveTo>
                    <a:pt x="45018" y="91252"/>
                  </a:moveTo>
                  <a:cubicBezTo>
                    <a:pt x="44919" y="91252"/>
                    <a:pt x="44859" y="91312"/>
                    <a:pt x="44840" y="91391"/>
                  </a:cubicBezTo>
                  <a:cubicBezTo>
                    <a:pt x="44721" y="92025"/>
                    <a:pt x="44602" y="92660"/>
                    <a:pt x="44423" y="93315"/>
                  </a:cubicBezTo>
                  <a:cubicBezTo>
                    <a:pt x="44403" y="93394"/>
                    <a:pt x="44463" y="93473"/>
                    <a:pt x="44542" y="93513"/>
                  </a:cubicBezTo>
                  <a:lnTo>
                    <a:pt x="44602" y="93513"/>
                  </a:lnTo>
                  <a:cubicBezTo>
                    <a:pt x="44661" y="93513"/>
                    <a:pt x="44721" y="93453"/>
                    <a:pt x="44740" y="93374"/>
                  </a:cubicBezTo>
                  <a:cubicBezTo>
                    <a:pt x="44879" y="92739"/>
                    <a:pt x="45038" y="92085"/>
                    <a:pt x="45157" y="91450"/>
                  </a:cubicBezTo>
                  <a:cubicBezTo>
                    <a:pt x="45157" y="91351"/>
                    <a:pt x="45097" y="91272"/>
                    <a:pt x="45018" y="91252"/>
                  </a:cubicBezTo>
                  <a:close/>
                  <a:moveTo>
                    <a:pt x="43854" y="95679"/>
                  </a:moveTo>
                  <a:cubicBezTo>
                    <a:pt x="43788" y="95679"/>
                    <a:pt x="43733" y="95720"/>
                    <a:pt x="43689" y="95793"/>
                  </a:cubicBezTo>
                  <a:cubicBezTo>
                    <a:pt x="43511" y="96408"/>
                    <a:pt x="43273" y="97023"/>
                    <a:pt x="43055" y="97618"/>
                  </a:cubicBezTo>
                  <a:cubicBezTo>
                    <a:pt x="43015" y="97697"/>
                    <a:pt x="43055" y="97796"/>
                    <a:pt x="43134" y="97836"/>
                  </a:cubicBezTo>
                  <a:lnTo>
                    <a:pt x="43213" y="97836"/>
                  </a:lnTo>
                  <a:cubicBezTo>
                    <a:pt x="43273" y="97836"/>
                    <a:pt x="43332" y="97796"/>
                    <a:pt x="43352" y="97737"/>
                  </a:cubicBezTo>
                  <a:cubicBezTo>
                    <a:pt x="43590" y="97122"/>
                    <a:pt x="43828" y="96507"/>
                    <a:pt x="44026" y="95893"/>
                  </a:cubicBezTo>
                  <a:cubicBezTo>
                    <a:pt x="44046" y="95793"/>
                    <a:pt x="44007" y="95714"/>
                    <a:pt x="43927" y="95694"/>
                  </a:cubicBezTo>
                  <a:cubicBezTo>
                    <a:pt x="43902" y="95684"/>
                    <a:pt x="43877" y="95679"/>
                    <a:pt x="43854" y="95679"/>
                  </a:cubicBezTo>
                  <a:close/>
                  <a:moveTo>
                    <a:pt x="42153" y="99929"/>
                  </a:moveTo>
                  <a:cubicBezTo>
                    <a:pt x="42092" y="99929"/>
                    <a:pt x="42030" y="99965"/>
                    <a:pt x="42004" y="100017"/>
                  </a:cubicBezTo>
                  <a:cubicBezTo>
                    <a:pt x="41746" y="100593"/>
                    <a:pt x="41448" y="101188"/>
                    <a:pt x="41111" y="101763"/>
                  </a:cubicBezTo>
                  <a:cubicBezTo>
                    <a:pt x="41091" y="101842"/>
                    <a:pt x="41111" y="101941"/>
                    <a:pt x="41191" y="101981"/>
                  </a:cubicBezTo>
                  <a:lnTo>
                    <a:pt x="41270" y="101981"/>
                  </a:lnTo>
                  <a:cubicBezTo>
                    <a:pt x="41329" y="101981"/>
                    <a:pt x="41389" y="101961"/>
                    <a:pt x="41409" y="101901"/>
                  </a:cubicBezTo>
                  <a:cubicBezTo>
                    <a:pt x="41706" y="101326"/>
                    <a:pt x="42043" y="100751"/>
                    <a:pt x="42301" y="100176"/>
                  </a:cubicBezTo>
                  <a:cubicBezTo>
                    <a:pt x="42341" y="100077"/>
                    <a:pt x="42301" y="99978"/>
                    <a:pt x="42242" y="99958"/>
                  </a:cubicBezTo>
                  <a:cubicBezTo>
                    <a:pt x="42215" y="99938"/>
                    <a:pt x="42184" y="99929"/>
                    <a:pt x="42153" y="99929"/>
                  </a:cubicBezTo>
                  <a:close/>
                  <a:moveTo>
                    <a:pt x="39901" y="103899"/>
                  </a:moveTo>
                  <a:cubicBezTo>
                    <a:pt x="39853" y="103899"/>
                    <a:pt x="39813" y="103923"/>
                    <a:pt x="39802" y="103984"/>
                  </a:cubicBezTo>
                  <a:cubicBezTo>
                    <a:pt x="39465" y="104539"/>
                    <a:pt x="39088" y="105074"/>
                    <a:pt x="38712" y="105630"/>
                  </a:cubicBezTo>
                  <a:cubicBezTo>
                    <a:pt x="38672" y="105709"/>
                    <a:pt x="38692" y="105788"/>
                    <a:pt x="38771" y="105848"/>
                  </a:cubicBezTo>
                  <a:lnTo>
                    <a:pt x="38870" y="105848"/>
                  </a:lnTo>
                  <a:cubicBezTo>
                    <a:pt x="38910" y="105848"/>
                    <a:pt x="38969" y="105828"/>
                    <a:pt x="38989" y="105808"/>
                  </a:cubicBezTo>
                  <a:cubicBezTo>
                    <a:pt x="39366" y="105273"/>
                    <a:pt x="39743" y="104717"/>
                    <a:pt x="40080" y="104162"/>
                  </a:cubicBezTo>
                  <a:cubicBezTo>
                    <a:pt x="40209" y="104062"/>
                    <a:pt x="40027" y="103899"/>
                    <a:pt x="39901" y="103899"/>
                  </a:cubicBezTo>
                  <a:close/>
                  <a:moveTo>
                    <a:pt x="37289" y="107605"/>
                  </a:moveTo>
                  <a:cubicBezTo>
                    <a:pt x="37242" y="107605"/>
                    <a:pt x="37198" y="107620"/>
                    <a:pt x="37165" y="107653"/>
                  </a:cubicBezTo>
                  <a:cubicBezTo>
                    <a:pt x="36768" y="108188"/>
                    <a:pt x="36332" y="108684"/>
                    <a:pt x="35915" y="109180"/>
                  </a:cubicBezTo>
                  <a:cubicBezTo>
                    <a:pt x="35856" y="109239"/>
                    <a:pt x="35876" y="109338"/>
                    <a:pt x="35935" y="109398"/>
                  </a:cubicBezTo>
                  <a:cubicBezTo>
                    <a:pt x="35955" y="109418"/>
                    <a:pt x="35995" y="109437"/>
                    <a:pt x="36034" y="109437"/>
                  </a:cubicBezTo>
                  <a:cubicBezTo>
                    <a:pt x="36094" y="109437"/>
                    <a:pt x="36134" y="109418"/>
                    <a:pt x="36173" y="109378"/>
                  </a:cubicBezTo>
                  <a:cubicBezTo>
                    <a:pt x="36590" y="108882"/>
                    <a:pt x="37026" y="108386"/>
                    <a:pt x="37423" y="107890"/>
                  </a:cubicBezTo>
                  <a:cubicBezTo>
                    <a:pt x="37482" y="107811"/>
                    <a:pt x="37462" y="107692"/>
                    <a:pt x="37403" y="107633"/>
                  </a:cubicBezTo>
                  <a:cubicBezTo>
                    <a:pt x="37367" y="107615"/>
                    <a:pt x="37327" y="107605"/>
                    <a:pt x="37289" y="107605"/>
                  </a:cubicBezTo>
                  <a:close/>
                  <a:moveTo>
                    <a:pt x="34266" y="111031"/>
                  </a:moveTo>
                  <a:cubicBezTo>
                    <a:pt x="34228" y="111031"/>
                    <a:pt x="34188" y="111046"/>
                    <a:pt x="34150" y="111083"/>
                  </a:cubicBezTo>
                  <a:cubicBezTo>
                    <a:pt x="33714" y="111520"/>
                    <a:pt x="33238" y="111996"/>
                    <a:pt x="32742" y="112452"/>
                  </a:cubicBezTo>
                  <a:cubicBezTo>
                    <a:pt x="32683" y="112511"/>
                    <a:pt x="32683" y="112591"/>
                    <a:pt x="32742" y="112670"/>
                  </a:cubicBezTo>
                  <a:lnTo>
                    <a:pt x="32861" y="112709"/>
                  </a:lnTo>
                  <a:lnTo>
                    <a:pt x="32961" y="112670"/>
                  </a:lnTo>
                  <a:cubicBezTo>
                    <a:pt x="33456" y="112214"/>
                    <a:pt x="33932" y="111777"/>
                    <a:pt x="34388" y="111301"/>
                  </a:cubicBezTo>
                  <a:cubicBezTo>
                    <a:pt x="34495" y="111195"/>
                    <a:pt x="34392" y="111031"/>
                    <a:pt x="34266" y="111031"/>
                  </a:cubicBezTo>
                  <a:close/>
                  <a:moveTo>
                    <a:pt x="30919" y="114115"/>
                  </a:moveTo>
                  <a:cubicBezTo>
                    <a:pt x="30883" y="114115"/>
                    <a:pt x="30846" y="114130"/>
                    <a:pt x="30819" y="114157"/>
                  </a:cubicBezTo>
                  <a:lnTo>
                    <a:pt x="29292" y="115367"/>
                  </a:lnTo>
                  <a:cubicBezTo>
                    <a:pt x="29232" y="115426"/>
                    <a:pt x="29193" y="115526"/>
                    <a:pt x="29252" y="115625"/>
                  </a:cubicBezTo>
                  <a:lnTo>
                    <a:pt x="29391" y="115664"/>
                  </a:lnTo>
                  <a:lnTo>
                    <a:pt x="29490" y="115645"/>
                  </a:lnTo>
                  <a:cubicBezTo>
                    <a:pt x="30025" y="115248"/>
                    <a:pt x="30521" y="114831"/>
                    <a:pt x="31017" y="114395"/>
                  </a:cubicBezTo>
                  <a:cubicBezTo>
                    <a:pt x="31077" y="114355"/>
                    <a:pt x="31096" y="114237"/>
                    <a:pt x="31037" y="114177"/>
                  </a:cubicBezTo>
                  <a:cubicBezTo>
                    <a:pt x="31005" y="114135"/>
                    <a:pt x="30962" y="114115"/>
                    <a:pt x="30919" y="114115"/>
                  </a:cubicBezTo>
                  <a:close/>
                  <a:moveTo>
                    <a:pt x="27278" y="116860"/>
                  </a:moveTo>
                  <a:cubicBezTo>
                    <a:pt x="27247" y="116860"/>
                    <a:pt x="27216" y="116876"/>
                    <a:pt x="27190" y="116914"/>
                  </a:cubicBezTo>
                  <a:lnTo>
                    <a:pt x="25563" y="117965"/>
                  </a:lnTo>
                  <a:cubicBezTo>
                    <a:pt x="25484" y="118024"/>
                    <a:pt x="25464" y="118143"/>
                    <a:pt x="25504" y="118223"/>
                  </a:cubicBezTo>
                  <a:cubicBezTo>
                    <a:pt x="25544" y="118262"/>
                    <a:pt x="25603" y="118282"/>
                    <a:pt x="25663" y="118302"/>
                  </a:cubicBezTo>
                  <a:lnTo>
                    <a:pt x="25722" y="118262"/>
                  </a:lnTo>
                  <a:lnTo>
                    <a:pt x="27368" y="117172"/>
                  </a:lnTo>
                  <a:cubicBezTo>
                    <a:pt x="27545" y="117139"/>
                    <a:pt x="27409" y="116860"/>
                    <a:pt x="27278" y="116860"/>
                  </a:cubicBezTo>
                  <a:close/>
                  <a:moveTo>
                    <a:pt x="23367" y="119328"/>
                  </a:moveTo>
                  <a:cubicBezTo>
                    <a:pt x="23353" y="119328"/>
                    <a:pt x="23338" y="119329"/>
                    <a:pt x="23322" y="119333"/>
                  </a:cubicBezTo>
                  <a:lnTo>
                    <a:pt x="21617" y="120245"/>
                  </a:lnTo>
                  <a:cubicBezTo>
                    <a:pt x="21538" y="120305"/>
                    <a:pt x="21518" y="120384"/>
                    <a:pt x="21538" y="120483"/>
                  </a:cubicBezTo>
                  <a:cubicBezTo>
                    <a:pt x="21557" y="120523"/>
                    <a:pt x="21617" y="120563"/>
                    <a:pt x="21696" y="120583"/>
                  </a:cubicBezTo>
                  <a:lnTo>
                    <a:pt x="21756" y="120543"/>
                  </a:lnTo>
                  <a:cubicBezTo>
                    <a:pt x="22351" y="120245"/>
                    <a:pt x="22926" y="119928"/>
                    <a:pt x="23501" y="119611"/>
                  </a:cubicBezTo>
                  <a:cubicBezTo>
                    <a:pt x="23573" y="119485"/>
                    <a:pt x="23499" y="119328"/>
                    <a:pt x="23367" y="119328"/>
                  </a:cubicBezTo>
                  <a:close/>
                  <a:moveTo>
                    <a:pt x="19343" y="121409"/>
                  </a:moveTo>
                  <a:cubicBezTo>
                    <a:pt x="19321" y="121409"/>
                    <a:pt x="19299" y="121411"/>
                    <a:pt x="19277" y="121415"/>
                  </a:cubicBezTo>
                  <a:cubicBezTo>
                    <a:pt x="18722" y="121713"/>
                    <a:pt x="18127" y="121991"/>
                    <a:pt x="17532" y="122229"/>
                  </a:cubicBezTo>
                  <a:cubicBezTo>
                    <a:pt x="17452" y="122288"/>
                    <a:pt x="17413" y="122367"/>
                    <a:pt x="17433" y="122466"/>
                  </a:cubicBezTo>
                  <a:cubicBezTo>
                    <a:pt x="17472" y="122506"/>
                    <a:pt x="17532" y="122546"/>
                    <a:pt x="17591" y="122566"/>
                  </a:cubicBezTo>
                  <a:lnTo>
                    <a:pt x="17651" y="122526"/>
                  </a:lnTo>
                  <a:cubicBezTo>
                    <a:pt x="18246" y="122288"/>
                    <a:pt x="18841" y="122010"/>
                    <a:pt x="19436" y="121713"/>
                  </a:cubicBezTo>
                  <a:cubicBezTo>
                    <a:pt x="19515" y="121673"/>
                    <a:pt x="19535" y="121594"/>
                    <a:pt x="19515" y="121515"/>
                  </a:cubicBezTo>
                  <a:cubicBezTo>
                    <a:pt x="19484" y="121438"/>
                    <a:pt x="19418" y="121409"/>
                    <a:pt x="19343" y="121409"/>
                  </a:cubicBezTo>
                  <a:close/>
                  <a:moveTo>
                    <a:pt x="15196" y="123240"/>
                  </a:moveTo>
                  <a:cubicBezTo>
                    <a:pt x="15167" y="123240"/>
                    <a:pt x="15139" y="123247"/>
                    <a:pt x="15112" y="123260"/>
                  </a:cubicBezTo>
                  <a:lnTo>
                    <a:pt x="13288" y="123954"/>
                  </a:lnTo>
                  <a:cubicBezTo>
                    <a:pt x="13208" y="123974"/>
                    <a:pt x="13169" y="124053"/>
                    <a:pt x="13189" y="124152"/>
                  </a:cubicBezTo>
                  <a:cubicBezTo>
                    <a:pt x="13208" y="124212"/>
                    <a:pt x="13288" y="124271"/>
                    <a:pt x="13367" y="124271"/>
                  </a:cubicBezTo>
                  <a:lnTo>
                    <a:pt x="13407" y="124251"/>
                  </a:lnTo>
                  <a:lnTo>
                    <a:pt x="15251" y="123557"/>
                  </a:lnTo>
                  <a:cubicBezTo>
                    <a:pt x="15330" y="123498"/>
                    <a:pt x="15370" y="123418"/>
                    <a:pt x="15350" y="123319"/>
                  </a:cubicBezTo>
                  <a:cubicBezTo>
                    <a:pt x="15311" y="123266"/>
                    <a:pt x="15253" y="123240"/>
                    <a:pt x="15196" y="123240"/>
                  </a:cubicBezTo>
                  <a:close/>
                  <a:moveTo>
                    <a:pt x="10871" y="124782"/>
                  </a:moveTo>
                  <a:cubicBezTo>
                    <a:pt x="10857" y="124782"/>
                    <a:pt x="10842" y="124783"/>
                    <a:pt x="10829" y="124787"/>
                  </a:cubicBezTo>
                  <a:lnTo>
                    <a:pt x="8965" y="125382"/>
                  </a:lnTo>
                  <a:cubicBezTo>
                    <a:pt x="8885" y="125421"/>
                    <a:pt x="8846" y="125501"/>
                    <a:pt x="8865" y="125580"/>
                  </a:cubicBezTo>
                  <a:cubicBezTo>
                    <a:pt x="8885" y="125659"/>
                    <a:pt x="8945" y="125699"/>
                    <a:pt x="9024" y="125699"/>
                  </a:cubicBezTo>
                  <a:lnTo>
                    <a:pt x="9064" y="125699"/>
                  </a:lnTo>
                  <a:lnTo>
                    <a:pt x="10928" y="125104"/>
                  </a:lnTo>
                  <a:cubicBezTo>
                    <a:pt x="11027" y="125084"/>
                    <a:pt x="11087" y="124985"/>
                    <a:pt x="11047" y="124886"/>
                  </a:cubicBezTo>
                  <a:cubicBezTo>
                    <a:pt x="11014" y="124820"/>
                    <a:pt x="10940" y="124782"/>
                    <a:pt x="10871" y="124782"/>
                  </a:cubicBezTo>
                  <a:close/>
                  <a:moveTo>
                    <a:pt x="6503" y="126092"/>
                  </a:moveTo>
                  <a:cubicBezTo>
                    <a:pt x="6491" y="126092"/>
                    <a:pt x="6479" y="126093"/>
                    <a:pt x="6466" y="126096"/>
                  </a:cubicBezTo>
                  <a:lnTo>
                    <a:pt x="4582" y="126591"/>
                  </a:lnTo>
                  <a:cubicBezTo>
                    <a:pt x="4503" y="126611"/>
                    <a:pt x="4443" y="126710"/>
                    <a:pt x="4463" y="126790"/>
                  </a:cubicBezTo>
                  <a:cubicBezTo>
                    <a:pt x="4483" y="126869"/>
                    <a:pt x="4562" y="126909"/>
                    <a:pt x="4641" y="126929"/>
                  </a:cubicBezTo>
                  <a:lnTo>
                    <a:pt x="4661" y="126929"/>
                  </a:lnTo>
                  <a:lnTo>
                    <a:pt x="6565" y="126433"/>
                  </a:lnTo>
                  <a:cubicBezTo>
                    <a:pt x="6644" y="126393"/>
                    <a:pt x="6684" y="126314"/>
                    <a:pt x="6664" y="126234"/>
                  </a:cubicBezTo>
                  <a:cubicBezTo>
                    <a:pt x="6647" y="126148"/>
                    <a:pt x="6584" y="126092"/>
                    <a:pt x="6503" y="126092"/>
                  </a:cubicBezTo>
                  <a:close/>
                  <a:moveTo>
                    <a:pt x="2103" y="127221"/>
                  </a:moveTo>
                  <a:cubicBezTo>
                    <a:pt x="2090" y="127221"/>
                    <a:pt x="2076" y="127223"/>
                    <a:pt x="2063" y="127226"/>
                  </a:cubicBezTo>
                  <a:lnTo>
                    <a:pt x="140" y="127623"/>
                  </a:lnTo>
                  <a:cubicBezTo>
                    <a:pt x="60" y="127642"/>
                    <a:pt x="1" y="127722"/>
                    <a:pt x="21" y="127821"/>
                  </a:cubicBezTo>
                  <a:cubicBezTo>
                    <a:pt x="40" y="127880"/>
                    <a:pt x="100" y="127940"/>
                    <a:pt x="179" y="127940"/>
                  </a:cubicBezTo>
                  <a:lnTo>
                    <a:pt x="199" y="127940"/>
                  </a:lnTo>
                  <a:lnTo>
                    <a:pt x="2123" y="127523"/>
                  </a:lnTo>
                  <a:cubicBezTo>
                    <a:pt x="2202" y="127523"/>
                    <a:pt x="2262" y="127424"/>
                    <a:pt x="2262" y="127345"/>
                  </a:cubicBezTo>
                  <a:cubicBezTo>
                    <a:pt x="2229" y="127262"/>
                    <a:pt x="2168" y="127221"/>
                    <a:pt x="2103" y="127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5" name="picture 464"/>
          <p:cNvPicPr>
            <a:picLocks noChangeAspect="1"/>
          </p:cNvPicPr>
          <p:nvPr/>
        </p:nvPicPr>
        <p:blipFill>
          <a:blip r:embed="rId3"/>
          <a:srcRect l="2671" t="3755" r="23222" b="5316"/>
          <a:stretch>
            <a:fillRect/>
          </a:stretch>
        </p:blipFill>
        <p:spPr>
          <a:xfrm rot="21600000">
            <a:off x="2672080" y="1060450"/>
            <a:ext cx="6847205" cy="4728210"/>
          </a:xfrm>
          <a:prstGeom prst="rect">
            <a:avLst/>
          </a:prstGeom>
        </p:spPr>
      </p:pic>
      <p:grpSp>
        <p:nvGrpSpPr>
          <p:cNvPr id="4521" name="Google Shape;4521;p69"/>
          <p:cNvGrpSpPr/>
          <p:nvPr/>
        </p:nvGrpSpPr>
        <p:grpSpPr>
          <a:xfrm flipH="1">
            <a:off x="7386096" y="-70"/>
            <a:ext cx="1091382" cy="1155725"/>
            <a:chOff x="2958275" y="539500"/>
            <a:chExt cx="1091382" cy="1155725"/>
          </a:xfrm>
        </p:grpSpPr>
        <p:grpSp>
          <p:nvGrpSpPr>
            <p:cNvPr id="4522" name="Google Shape;4522;p69"/>
            <p:cNvGrpSpPr/>
            <p:nvPr/>
          </p:nvGrpSpPr>
          <p:grpSpPr>
            <a:xfrm>
              <a:off x="3170379" y="1212137"/>
              <a:ext cx="879278" cy="483088"/>
              <a:chOff x="2296950" y="3661600"/>
              <a:chExt cx="616475" cy="338700"/>
            </a:xfrm>
          </p:grpSpPr>
          <p:sp>
            <p:nvSpPr>
              <p:cNvPr id="4523" name="Google Shape;4523;p69"/>
              <p:cNvSpPr/>
              <p:nvPr/>
            </p:nvSpPr>
            <p:spPr>
              <a:xfrm>
                <a:off x="2510075" y="3661600"/>
                <a:ext cx="402675" cy="97750"/>
              </a:xfrm>
              <a:custGeom>
                <a:avLst/>
                <a:gdLst/>
                <a:ahLst/>
                <a:cxnLst/>
                <a:rect l="l" t="t" r="r" b="b"/>
                <a:pathLst>
                  <a:path w="16107" h="3910" extrusionOk="0">
                    <a:moveTo>
                      <a:pt x="4306" y="700"/>
                    </a:moveTo>
                    <a:lnTo>
                      <a:pt x="13180" y="2635"/>
                    </a:lnTo>
                    <a:lnTo>
                      <a:pt x="1346" y="3189"/>
                    </a:lnTo>
                    <a:lnTo>
                      <a:pt x="4306" y="700"/>
                    </a:lnTo>
                    <a:close/>
                    <a:moveTo>
                      <a:pt x="4216" y="0"/>
                    </a:moveTo>
                    <a:cubicBezTo>
                      <a:pt x="4136" y="0"/>
                      <a:pt x="4058" y="29"/>
                      <a:pt x="3998" y="83"/>
                    </a:cubicBezTo>
                    <a:lnTo>
                      <a:pt x="152" y="3314"/>
                    </a:lnTo>
                    <a:cubicBezTo>
                      <a:pt x="42" y="3405"/>
                      <a:pt x="0" y="3560"/>
                      <a:pt x="56" y="3696"/>
                    </a:cubicBezTo>
                    <a:cubicBezTo>
                      <a:pt x="103" y="3823"/>
                      <a:pt x="227" y="3909"/>
                      <a:pt x="368" y="3909"/>
                    </a:cubicBezTo>
                    <a:lnTo>
                      <a:pt x="385" y="3909"/>
                    </a:lnTo>
                    <a:lnTo>
                      <a:pt x="15768" y="3189"/>
                    </a:lnTo>
                    <a:cubicBezTo>
                      <a:pt x="15937" y="3184"/>
                      <a:pt x="16078" y="3051"/>
                      <a:pt x="16092" y="2882"/>
                    </a:cubicBezTo>
                    <a:cubicBezTo>
                      <a:pt x="16106" y="2713"/>
                      <a:pt x="15990" y="2558"/>
                      <a:pt x="15824" y="2525"/>
                    </a:cubicBezTo>
                    <a:lnTo>
                      <a:pt x="4286" y="8"/>
                    </a:lnTo>
                    <a:cubicBezTo>
                      <a:pt x="4263" y="3"/>
                      <a:pt x="4240" y="0"/>
                      <a:pt x="42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69"/>
              <p:cNvSpPr/>
              <p:nvPr/>
            </p:nvSpPr>
            <p:spPr>
              <a:xfrm>
                <a:off x="2296950" y="3724500"/>
                <a:ext cx="616275" cy="210650"/>
              </a:xfrm>
              <a:custGeom>
                <a:avLst/>
                <a:gdLst/>
                <a:ahLst/>
                <a:cxnLst/>
                <a:rect l="l" t="t" r="r" b="b"/>
                <a:pathLst>
                  <a:path w="24651" h="8426" extrusionOk="0">
                    <a:moveTo>
                      <a:pt x="20027" y="1363"/>
                    </a:moveTo>
                    <a:lnTo>
                      <a:pt x="2334" y="7100"/>
                    </a:lnTo>
                    <a:lnTo>
                      <a:pt x="7528" y="3373"/>
                    </a:lnTo>
                    <a:lnTo>
                      <a:pt x="20027" y="1363"/>
                    </a:lnTo>
                    <a:close/>
                    <a:moveTo>
                      <a:pt x="24283" y="1"/>
                    </a:moveTo>
                    <a:cubicBezTo>
                      <a:pt x="24264" y="1"/>
                      <a:pt x="24244" y="3"/>
                      <a:pt x="24224" y="6"/>
                    </a:cubicBezTo>
                    <a:lnTo>
                      <a:pt x="7346" y="2722"/>
                    </a:lnTo>
                    <a:cubicBezTo>
                      <a:pt x="7293" y="2730"/>
                      <a:pt x="7243" y="2750"/>
                      <a:pt x="7204" y="2780"/>
                    </a:cubicBezTo>
                    <a:lnTo>
                      <a:pt x="180" y="7817"/>
                    </a:lnTo>
                    <a:cubicBezTo>
                      <a:pt x="44" y="7914"/>
                      <a:pt x="0" y="8094"/>
                      <a:pt x="78" y="8243"/>
                    </a:cubicBezTo>
                    <a:cubicBezTo>
                      <a:pt x="136" y="8354"/>
                      <a:pt x="252" y="8426"/>
                      <a:pt x="379" y="8426"/>
                    </a:cubicBezTo>
                    <a:cubicBezTo>
                      <a:pt x="413" y="8426"/>
                      <a:pt x="449" y="8420"/>
                      <a:pt x="482" y="8409"/>
                    </a:cubicBezTo>
                    <a:lnTo>
                      <a:pt x="24385" y="657"/>
                    </a:lnTo>
                    <a:cubicBezTo>
                      <a:pt x="24551" y="601"/>
                      <a:pt x="24651" y="427"/>
                      <a:pt x="24606" y="255"/>
                    </a:cubicBezTo>
                    <a:cubicBezTo>
                      <a:pt x="24569" y="103"/>
                      <a:pt x="24435" y="1"/>
                      <a:pt x="242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69"/>
              <p:cNvSpPr/>
              <p:nvPr/>
            </p:nvSpPr>
            <p:spPr>
              <a:xfrm>
                <a:off x="2510825" y="3724575"/>
                <a:ext cx="401925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16077" h="3146" extrusionOk="0">
                    <a:moveTo>
                      <a:pt x="9783" y="950"/>
                    </a:moveTo>
                    <a:lnTo>
                      <a:pt x="676" y="2415"/>
                    </a:lnTo>
                    <a:lnTo>
                      <a:pt x="676" y="1376"/>
                    </a:lnTo>
                    <a:lnTo>
                      <a:pt x="9783" y="950"/>
                    </a:lnTo>
                    <a:close/>
                    <a:moveTo>
                      <a:pt x="15719" y="0"/>
                    </a:moveTo>
                    <a:cubicBezTo>
                      <a:pt x="15715" y="0"/>
                      <a:pt x="15712" y="0"/>
                      <a:pt x="15708" y="0"/>
                    </a:cubicBezTo>
                    <a:lnTo>
                      <a:pt x="325" y="720"/>
                    </a:lnTo>
                    <a:cubicBezTo>
                      <a:pt x="142" y="726"/>
                      <a:pt x="1" y="875"/>
                      <a:pt x="1" y="1055"/>
                    </a:cubicBezTo>
                    <a:lnTo>
                      <a:pt x="1" y="2811"/>
                    </a:lnTo>
                    <a:cubicBezTo>
                      <a:pt x="1" y="2907"/>
                      <a:pt x="42" y="3002"/>
                      <a:pt x="120" y="3065"/>
                    </a:cubicBezTo>
                    <a:cubicBezTo>
                      <a:pt x="181" y="3118"/>
                      <a:pt x="258" y="3146"/>
                      <a:pt x="338" y="3146"/>
                    </a:cubicBezTo>
                    <a:lnTo>
                      <a:pt x="394" y="3143"/>
                    </a:lnTo>
                    <a:lnTo>
                      <a:pt x="15777" y="667"/>
                    </a:lnTo>
                    <a:cubicBezTo>
                      <a:pt x="15954" y="640"/>
                      <a:pt x="16076" y="476"/>
                      <a:pt x="16057" y="299"/>
                    </a:cubicBezTo>
                    <a:cubicBezTo>
                      <a:pt x="16035" y="128"/>
                      <a:pt x="15891" y="0"/>
                      <a:pt x="157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69"/>
              <p:cNvSpPr/>
              <p:nvPr/>
            </p:nvSpPr>
            <p:spPr>
              <a:xfrm>
                <a:off x="2482025" y="3724450"/>
                <a:ext cx="431400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11034" extrusionOk="0">
                    <a:moveTo>
                      <a:pt x="14387" y="1500"/>
                    </a:moveTo>
                    <a:lnTo>
                      <a:pt x="676" y="10089"/>
                    </a:lnTo>
                    <a:lnTo>
                      <a:pt x="676" y="5947"/>
                    </a:lnTo>
                    <a:lnTo>
                      <a:pt x="14387" y="1500"/>
                    </a:lnTo>
                    <a:close/>
                    <a:moveTo>
                      <a:pt x="16882" y="1"/>
                    </a:moveTo>
                    <a:cubicBezTo>
                      <a:pt x="16846" y="1"/>
                      <a:pt x="16810" y="7"/>
                      <a:pt x="16774" y="19"/>
                    </a:cubicBezTo>
                    <a:lnTo>
                      <a:pt x="236" y="5382"/>
                    </a:lnTo>
                    <a:cubicBezTo>
                      <a:pt x="98" y="5426"/>
                      <a:pt x="4" y="5554"/>
                      <a:pt x="1" y="5701"/>
                    </a:cubicBezTo>
                    <a:lnTo>
                      <a:pt x="1" y="10695"/>
                    </a:lnTo>
                    <a:cubicBezTo>
                      <a:pt x="1" y="10817"/>
                      <a:pt x="70" y="10931"/>
                      <a:pt x="178" y="10989"/>
                    </a:cubicBezTo>
                    <a:cubicBezTo>
                      <a:pt x="222" y="11017"/>
                      <a:pt x="275" y="11034"/>
                      <a:pt x="329" y="11034"/>
                    </a:cubicBezTo>
                    <a:cubicBezTo>
                      <a:pt x="333" y="11034"/>
                      <a:pt x="337" y="11033"/>
                      <a:pt x="341" y="11033"/>
                    </a:cubicBezTo>
                    <a:cubicBezTo>
                      <a:pt x="402" y="11033"/>
                      <a:pt x="463" y="11017"/>
                      <a:pt x="516" y="10983"/>
                    </a:cubicBezTo>
                    <a:lnTo>
                      <a:pt x="17054" y="623"/>
                    </a:lnTo>
                    <a:cubicBezTo>
                      <a:pt x="17200" y="534"/>
                      <a:pt x="17256" y="351"/>
                      <a:pt x="17184" y="196"/>
                    </a:cubicBezTo>
                    <a:cubicBezTo>
                      <a:pt x="17128" y="73"/>
                      <a:pt x="17008" y="1"/>
                      <a:pt x="16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27" name="Google Shape;4527;p69"/>
            <p:cNvSpPr/>
            <p:nvPr/>
          </p:nvSpPr>
          <p:spPr>
            <a:xfrm>
              <a:off x="2958275" y="539500"/>
              <a:ext cx="562425" cy="897575"/>
            </a:xfrm>
            <a:custGeom>
              <a:avLst/>
              <a:gdLst/>
              <a:ahLst/>
              <a:cxnLst/>
              <a:rect l="l" t="t" r="r" b="b"/>
              <a:pathLst>
                <a:path w="22497" h="35903" extrusionOk="0">
                  <a:moveTo>
                    <a:pt x="20015" y="1"/>
                  </a:moveTo>
                  <a:cubicBezTo>
                    <a:pt x="19867" y="1"/>
                    <a:pt x="19729" y="176"/>
                    <a:pt x="19849" y="335"/>
                  </a:cubicBezTo>
                  <a:cubicBezTo>
                    <a:pt x="20176" y="761"/>
                    <a:pt x="20470" y="1210"/>
                    <a:pt x="20733" y="1680"/>
                  </a:cubicBezTo>
                  <a:cubicBezTo>
                    <a:pt x="20766" y="1747"/>
                    <a:pt x="20832" y="1788"/>
                    <a:pt x="20907" y="1788"/>
                  </a:cubicBezTo>
                  <a:cubicBezTo>
                    <a:pt x="20943" y="1788"/>
                    <a:pt x="20976" y="1777"/>
                    <a:pt x="21010" y="1761"/>
                  </a:cubicBezTo>
                  <a:cubicBezTo>
                    <a:pt x="21109" y="1705"/>
                    <a:pt x="21145" y="1581"/>
                    <a:pt x="21087" y="1484"/>
                  </a:cubicBezTo>
                  <a:cubicBezTo>
                    <a:pt x="20818" y="994"/>
                    <a:pt x="20514" y="526"/>
                    <a:pt x="20173" y="86"/>
                  </a:cubicBezTo>
                  <a:cubicBezTo>
                    <a:pt x="20128" y="26"/>
                    <a:pt x="20071" y="1"/>
                    <a:pt x="20015" y="1"/>
                  </a:cubicBezTo>
                  <a:close/>
                  <a:moveTo>
                    <a:pt x="22064" y="4439"/>
                  </a:moveTo>
                  <a:cubicBezTo>
                    <a:pt x="22050" y="4439"/>
                    <a:pt x="22035" y="4440"/>
                    <a:pt x="22020" y="4444"/>
                  </a:cubicBezTo>
                  <a:cubicBezTo>
                    <a:pt x="21909" y="4469"/>
                    <a:pt x="21837" y="4577"/>
                    <a:pt x="21860" y="4687"/>
                  </a:cubicBezTo>
                  <a:cubicBezTo>
                    <a:pt x="21973" y="5213"/>
                    <a:pt x="22048" y="5745"/>
                    <a:pt x="22081" y="6279"/>
                  </a:cubicBezTo>
                  <a:cubicBezTo>
                    <a:pt x="22087" y="6390"/>
                    <a:pt x="22175" y="6473"/>
                    <a:pt x="22286" y="6473"/>
                  </a:cubicBezTo>
                  <a:lnTo>
                    <a:pt x="22300" y="6473"/>
                  </a:lnTo>
                  <a:cubicBezTo>
                    <a:pt x="22413" y="6468"/>
                    <a:pt x="22496" y="6368"/>
                    <a:pt x="22491" y="6257"/>
                  </a:cubicBezTo>
                  <a:cubicBezTo>
                    <a:pt x="22455" y="5701"/>
                    <a:pt x="22380" y="5147"/>
                    <a:pt x="22261" y="4601"/>
                  </a:cubicBezTo>
                  <a:cubicBezTo>
                    <a:pt x="22242" y="4506"/>
                    <a:pt x="22158" y="4439"/>
                    <a:pt x="22064" y="4439"/>
                  </a:cubicBezTo>
                  <a:close/>
                  <a:moveTo>
                    <a:pt x="21969" y="9334"/>
                  </a:moveTo>
                  <a:cubicBezTo>
                    <a:pt x="21889" y="9334"/>
                    <a:pt x="21810" y="9377"/>
                    <a:pt x="21776" y="9475"/>
                  </a:cubicBezTo>
                  <a:cubicBezTo>
                    <a:pt x="21646" y="9998"/>
                    <a:pt x="21477" y="10507"/>
                    <a:pt x="21273" y="11006"/>
                  </a:cubicBezTo>
                  <a:cubicBezTo>
                    <a:pt x="21228" y="11108"/>
                    <a:pt x="21278" y="11227"/>
                    <a:pt x="21383" y="11271"/>
                  </a:cubicBezTo>
                  <a:cubicBezTo>
                    <a:pt x="21408" y="11283"/>
                    <a:pt x="21433" y="11288"/>
                    <a:pt x="21461" y="11288"/>
                  </a:cubicBezTo>
                  <a:cubicBezTo>
                    <a:pt x="21544" y="11285"/>
                    <a:pt x="21619" y="11235"/>
                    <a:pt x="21652" y="11161"/>
                  </a:cubicBezTo>
                  <a:cubicBezTo>
                    <a:pt x="21862" y="10643"/>
                    <a:pt x="22039" y="10114"/>
                    <a:pt x="22178" y="9574"/>
                  </a:cubicBezTo>
                  <a:cubicBezTo>
                    <a:pt x="22203" y="9426"/>
                    <a:pt x="22086" y="9334"/>
                    <a:pt x="21969" y="9334"/>
                  </a:cubicBezTo>
                  <a:close/>
                  <a:moveTo>
                    <a:pt x="19769" y="13698"/>
                  </a:moveTo>
                  <a:cubicBezTo>
                    <a:pt x="19720" y="13698"/>
                    <a:pt x="19669" y="13717"/>
                    <a:pt x="19625" y="13761"/>
                  </a:cubicBezTo>
                  <a:cubicBezTo>
                    <a:pt x="19285" y="14176"/>
                    <a:pt x="18914" y="14564"/>
                    <a:pt x="18512" y="14921"/>
                  </a:cubicBezTo>
                  <a:cubicBezTo>
                    <a:pt x="18376" y="15051"/>
                    <a:pt x="18465" y="15281"/>
                    <a:pt x="18651" y="15283"/>
                  </a:cubicBezTo>
                  <a:cubicBezTo>
                    <a:pt x="18700" y="15283"/>
                    <a:pt x="18750" y="15264"/>
                    <a:pt x="18786" y="15231"/>
                  </a:cubicBezTo>
                  <a:cubicBezTo>
                    <a:pt x="19201" y="14857"/>
                    <a:pt x="19589" y="14453"/>
                    <a:pt x="19944" y="14021"/>
                  </a:cubicBezTo>
                  <a:cubicBezTo>
                    <a:pt x="20045" y="13865"/>
                    <a:pt x="19915" y="13698"/>
                    <a:pt x="19769" y="13698"/>
                  </a:cubicBezTo>
                  <a:close/>
                  <a:moveTo>
                    <a:pt x="15938" y="16706"/>
                  </a:moveTo>
                  <a:cubicBezTo>
                    <a:pt x="15907" y="16706"/>
                    <a:pt x="15875" y="16713"/>
                    <a:pt x="15846" y="16729"/>
                  </a:cubicBezTo>
                  <a:cubicBezTo>
                    <a:pt x="15389" y="16967"/>
                    <a:pt x="14907" y="17194"/>
                    <a:pt x="14370" y="17418"/>
                  </a:cubicBezTo>
                  <a:cubicBezTo>
                    <a:pt x="14265" y="17460"/>
                    <a:pt x="14215" y="17579"/>
                    <a:pt x="14259" y="17684"/>
                  </a:cubicBezTo>
                  <a:cubicBezTo>
                    <a:pt x="14292" y="17761"/>
                    <a:pt x="14367" y="17811"/>
                    <a:pt x="14450" y="17811"/>
                  </a:cubicBezTo>
                  <a:cubicBezTo>
                    <a:pt x="14478" y="17811"/>
                    <a:pt x="14503" y="17806"/>
                    <a:pt x="14531" y="17795"/>
                  </a:cubicBezTo>
                  <a:cubicBezTo>
                    <a:pt x="15076" y="17568"/>
                    <a:pt x="15569" y="17338"/>
                    <a:pt x="16031" y="17097"/>
                  </a:cubicBezTo>
                  <a:cubicBezTo>
                    <a:pt x="16134" y="17044"/>
                    <a:pt x="16172" y="16920"/>
                    <a:pt x="16120" y="16820"/>
                  </a:cubicBezTo>
                  <a:cubicBezTo>
                    <a:pt x="16085" y="16748"/>
                    <a:pt x="16012" y="16706"/>
                    <a:pt x="15938" y="16706"/>
                  </a:cubicBezTo>
                  <a:close/>
                  <a:moveTo>
                    <a:pt x="11369" y="18532"/>
                  </a:moveTo>
                  <a:cubicBezTo>
                    <a:pt x="11348" y="18532"/>
                    <a:pt x="11326" y="18535"/>
                    <a:pt x="11305" y="18542"/>
                  </a:cubicBezTo>
                  <a:lnTo>
                    <a:pt x="10782" y="18714"/>
                  </a:lnTo>
                  <a:lnTo>
                    <a:pt x="9743" y="19060"/>
                  </a:lnTo>
                  <a:cubicBezTo>
                    <a:pt x="9533" y="19143"/>
                    <a:pt x="9583" y="19453"/>
                    <a:pt x="9807" y="19462"/>
                  </a:cubicBezTo>
                  <a:cubicBezTo>
                    <a:pt x="9832" y="19462"/>
                    <a:pt x="9854" y="19459"/>
                    <a:pt x="9879" y="19453"/>
                  </a:cubicBezTo>
                  <a:lnTo>
                    <a:pt x="10912" y="19102"/>
                  </a:lnTo>
                  <a:lnTo>
                    <a:pt x="11432" y="18930"/>
                  </a:lnTo>
                  <a:cubicBezTo>
                    <a:pt x="11538" y="18894"/>
                    <a:pt x="11598" y="18778"/>
                    <a:pt x="11562" y="18670"/>
                  </a:cubicBezTo>
                  <a:cubicBezTo>
                    <a:pt x="11534" y="18586"/>
                    <a:pt x="11454" y="18532"/>
                    <a:pt x="11369" y="18532"/>
                  </a:cubicBezTo>
                  <a:close/>
                  <a:moveTo>
                    <a:pt x="6751" y="20236"/>
                  </a:moveTo>
                  <a:cubicBezTo>
                    <a:pt x="6722" y="20236"/>
                    <a:pt x="6691" y="20242"/>
                    <a:pt x="6662" y="20256"/>
                  </a:cubicBezTo>
                  <a:cubicBezTo>
                    <a:pt x="6141" y="20494"/>
                    <a:pt x="5646" y="20752"/>
                    <a:pt x="5186" y="21009"/>
                  </a:cubicBezTo>
                  <a:cubicBezTo>
                    <a:pt x="5086" y="21067"/>
                    <a:pt x="5053" y="21192"/>
                    <a:pt x="5108" y="21289"/>
                  </a:cubicBezTo>
                  <a:cubicBezTo>
                    <a:pt x="5143" y="21353"/>
                    <a:pt x="5209" y="21394"/>
                    <a:pt x="5281" y="21394"/>
                  </a:cubicBezTo>
                  <a:cubicBezTo>
                    <a:pt x="5284" y="21394"/>
                    <a:pt x="5286" y="21394"/>
                    <a:pt x="5288" y="21394"/>
                  </a:cubicBezTo>
                  <a:cubicBezTo>
                    <a:pt x="5324" y="21394"/>
                    <a:pt x="5358" y="21386"/>
                    <a:pt x="5388" y="21369"/>
                  </a:cubicBezTo>
                  <a:cubicBezTo>
                    <a:pt x="5837" y="21114"/>
                    <a:pt x="6324" y="20865"/>
                    <a:pt x="6836" y="20630"/>
                  </a:cubicBezTo>
                  <a:cubicBezTo>
                    <a:pt x="6936" y="20580"/>
                    <a:pt x="6980" y="20458"/>
                    <a:pt x="6936" y="20356"/>
                  </a:cubicBezTo>
                  <a:cubicBezTo>
                    <a:pt x="6902" y="20280"/>
                    <a:pt x="6829" y="20236"/>
                    <a:pt x="6751" y="20236"/>
                  </a:cubicBezTo>
                  <a:close/>
                  <a:moveTo>
                    <a:pt x="2649" y="22927"/>
                  </a:moveTo>
                  <a:cubicBezTo>
                    <a:pt x="2598" y="22927"/>
                    <a:pt x="2547" y="22945"/>
                    <a:pt x="2506" y="22983"/>
                  </a:cubicBezTo>
                  <a:cubicBezTo>
                    <a:pt x="2104" y="23374"/>
                    <a:pt x="1736" y="23797"/>
                    <a:pt x="1409" y="24254"/>
                  </a:cubicBezTo>
                  <a:cubicBezTo>
                    <a:pt x="1343" y="24346"/>
                    <a:pt x="1365" y="24470"/>
                    <a:pt x="1456" y="24537"/>
                  </a:cubicBezTo>
                  <a:cubicBezTo>
                    <a:pt x="1492" y="24562"/>
                    <a:pt x="1534" y="24575"/>
                    <a:pt x="1578" y="24575"/>
                  </a:cubicBezTo>
                  <a:cubicBezTo>
                    <a:pt x="1645" y="24575"/>
                    <a:pt x="1706" y="24545"/>
                    <a:pt x="1744" y="24492"/>
                  </a:cubicBezTo>
                  <a:cubicBezTo>
                    <a:pt x="2057" y="24058"/>
                    <a:pt x="2406" y="23651"/>
                    <a:pt x="2788" y="23277"/>
                  </a:cubicBezTo>
                  <a:cubicBezTo>
                    <a:pt x="2871" y="23199"/>
                    <a:pt x="2874" y="23069"/>
                    <a:pt x="2796" y="22986"/>
                  </a:cubicBezTo>
                  <a:cubicBezTo>
                    <a:pt x="2756" y="22947"/>
                    <a:pt x="2703" y="22927"/>
                    <a:pt x="2649" y="22927"/>
                  </a:cubicBezTo>
                  <a:close/>
                  <a:moveTo>
                    <a:pt x="304" y="27162"/>
                  </a:moveTo>
                  <a:cubicBezTo>
                    <a:pt x="205" y="27162"/>
                    <a:pt x="117" y="27233"/>
                    <a:pt x="100" y="27333"/>
                  </a:cubicBezTo>
                  <a:cubicBezTo>
                    <a:pt x="33" y="27735"/>
                    <a:pt x="0" y="28139"/>
                    <a:pt x="0" y="28546"/>
                  </a:cubicBezTo>
                  <a:cubicBezTo>
                    <a:pt x="0" y="28701"/>
                    <a:pt x="3" y="28859"/>
                    <a:pt x="14" y="29017"/>
                  </a:cubicBezTo>
                  <a:cubicBezTo>
                    <a:pt x="22" y="29122"/>
                    <a:pt x="111" y="29208"/>
                    <a:pt x="219" y="29210"/>
                  </a:cubicBezTo>
                  <a:lnTo>
                    <a:pt x="233" y="29205"/>
                  </a:lnTo>
                  <a:cubicBezTo>
                    <a:pt x="346" y="29199"/>
                    <a:pt x="432" y="29105"/>
                    <a:pt x="426" y="28992"/>
                  </a:cubicBezTo>
                  <a:cubicBezTo>
                    <a:pt x="415" y="28842"/>
                    <a:pt x="410" y="28693"/>
                    <a:pt x="413" y="28546"/>
                  </a:cubicBezTo>
                  <a:cubicBezTo>
                    <a:pt x="413" y="28161"/>
                    <a:pt x="443" y="27779"/>
                    <a:pt x="507" y="27400"/>
                  </a:cubicBezTo>
                  <a:cubicBezTo>
                    <a:pt x="526" y="27286"/>
                    <a:pt x="449" y="27178"/>
                    <a:pt x="335" y="27164"/>
                  </a:cubicBezTo>
                  <a:cubicBezTo>
                    <a:pt x="325" y="27163"/>
                    <a:pt x="314" y="27162"/>
                    <a:pt x="304" y="27162"/>
                  </a:cubicBezTo>
                  <a:close/>
                  <a:moveTo>
                    <a:pt x="1122" y="31929"/>
                  </a:moveTo>
                  <a:cubicBezTo>
                    <a:pt x="1089" y="31929"/>
                    <a:pt x="1055" y="31937"/>
                    <a:pt x="1024" y="31954"/>
                  </a:cubicBezTo>
                  <a:cubicBezTo>
                    <a:pt x="925" y="32007"/>
                    <a:pt x="889" y="32131"/>
                    <a:pt x="941" y="32231"/>
                  </a:cubicBezTo>
                  <a:cubicBezTo>
                    <a:pt x="1210" y="32727"/>
                    <a:pt x="1537" y="33189"/>
                    <a:pt x="1910" y="33613"/>
                  </a:cubicBezTo>
                  <a:cubicBezTo>
                    <a:pt x="1949" y="33654"/>
                    <a:pt x="2005" y="33679"/>
                    <a:pt x="2063" y="33682"/>
                  </a:cubicBezTo>
                  <a:cubicBezTo>
                    <a:pt x="2113" y="33682"/>
                    <a:pt x="2162" y="33660"/>
                    <a:pt x="2198" y="33627"/>
                  </a:cubicBezTo>
                  <a:cubicBezTo>
                    <a:pt x="2284" y="33552"/>
                    <a:pt x="2290" y="33422"/>
                    <a:pt x="2215" y="33339"/>
                  </a:cubicBezTo>
                  <a:cubicBezTo>
                    <a:pt x="1861" y="32940"/>
                    <a:pt x="1556" y="32505"/>
                    <a:pt x="1301" y="32037"/>
                  </a:cubicBezTo>
                  <a:cubicBezTo>
                    <a:pt x="1265" y="31969"/>
                    <a:pt x="1195" y="31929"/>
                    <a:pt x="1122" y="31929"/>
                  </a:cubicBezTo>
                  <a:close/>
                  <a:moveTo>
                    <a:pt x="11080" y="34552"/>
                  </a:moveTo>
                  <a:cubicBezTo>
                    <a:pt x="11045" y="34552"/>
                    <a:pt x="11009" y="34562"/>
                    <a:pt x="10975" y="34582"/>
                  </a:cubicBezTo>
                  <a:cubicBezTo>
                    <a:pt x="10521" y="34856"/>
                    <a:pt x="10034" y="35077"/>
                    <a:pt x="9527" y="35238"/>
                  </a:cubicBezTo>
                  <a:cubicBezTo>
                    <a:pt x="9419" y="35269"/>
                    <a:pt x="9358" y="35385"/>
                    <a:pt x="9392" y="35496"/>
                  </a:cubicBezTo>
                  <a:cubicBezTo>
                    <a:pt x="9419" y="35579"/>
                    <a:pt x="9500" y="35637"/>
                    <a:pt x="9588" y="35637"/>
                  </a:cubicBezTo>
                  <a:cubicBezTo>
                    <a:pt x="9608" y="35637"/>
                    <a:pt x="9630" y="35634"/>
                    <a:pt x="9649" y="35628"/>
                  </a:cubicBezTo>
                  <a:cubicBezTo>
                    <a:pt x="10189" y="35460"/>
                    <a:pt x="10704" y="35224"/>
                    <a:pt x="11186" y="34931"/>
                  </a:cubicBezTo>
                  <a:cubicBezTo>
                    <a:pt x="11280" y="34870"/>
                    <a:pt x="11310" y="34748"/>
                    <a:pt x="11252" y="34651"/>
                  </a:cubicBezTo>
                  <a:cubicBezTo>
                    <a:pt x="11214" y="34587"/>
                    <a:pt x="11148" y="34552"/>
                    <a:pt x="11080" y="34552"/>
                  </a:cubicBezTo>
                  <a:close/>
                  <a:moveTo>
                    <a:pt x="4752" y="35094"/>
                  </a:moveTo>
                  <a:cubicBezTo>
                    <a:pt x="4669" y="35094"/>
                    <a:pt x="4593" y="35146"/>
                    <a:pt x="4563" y="35227"/>
                  </a:cubicBezTo>
                  <a:cubicBezTo>
                    <a:pt x="4521" y="35335"/>
                    <a:pt x="4577" y="35451"/>
                    <a:pt x="4682" y="35490"/>
                  </a:cubicBezTo>
                  <a:cubicBezTo>
                    <a:pt x="5211" y="35687"/>
                    <a:pt x="5756" y="35825"/>
                    <a:pt x="6313" y="35903"/>
                  </a:cubicBezTo>
                  <a:lnTo>
                    <a:pt x="6343" y="35903"/>
                  </a:lnTo>
                  <a:cubicBezTo>
                    <a:pt x="6446" y="35903"/>
                    <a:pt x="6532" y="35828"/>
                    <a:pt x="6545" y="35725"/>
                  </a:cubicBezTo>
                  <a:cubicBezTo>
                    <a:pt x="6562" y="35615"/>
                    <a:pt x="6484" y="35509"/>
                    <a:pt x="6371" y="35496"/>
                  </a:cubicBezTo>
                  <a:cubicBezTo>
                    <a:pt x="5842" y="35421"/>
                    <a:pt x="5324" y="35291"/>
                    <a:pt x="4826" y="35108"/>
                  </a:cubicBezTo>
                  <a:cubicBezTo>
                    <a:pt x="4802" y="35099"/>
                    <a:pt x="4777" y="35094"/>
                    <a:pt x="4752" y="350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0" y="2260600"/>
            <a:ext cx="4284020" cy="4597400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31848" y="4318162"/>
            <a:ext cx="1757636" cy="9648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68%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1"/>
          <p:cNvSpPr txBox="1">
            <a:spLocks noChangeArrowheads="1"/>
          </p:cNvSpPr>
          <p:nvPr/>
        </p:nvSpPr>
        <p:spPr bwMode="auto">
          <a:xfrm>
            <a:off x="3293443" y="4086574"/>
            <a:ext cx="94530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难点分析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13" name="图片 12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14" name="图片 13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sp>
        <p:nvSpPr>
          <p:cNvPr id="476" name="textbox 476"/>
          <p:cNvSpPr/>
          <p:nvPr/>
        </p:nvSpPr>
        <p:spPr>
          <a:xfrm>
            <a:off x="944442" y="809822"/>
            <a:ext cx="6744334" cy="11283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4300" algn="l" rtl="0" eaLnBrk="0">
              <a:lnSpc>
                <a:spcPct val="96000"/>
              </a:lnSpc>
            </a:pPr>
            <a:r>
              <a:rPr sz="3100" b="1" kern="0" spc="-6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关系运算符</a:t>
            </a:r>
            <a:endParaRPr sz="3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5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  <a:spcBef>
                <a:spcPts val="5"/>
              </a:spcBef>
            </a:pPr>
            <a:r>
              <a:rPr sz="2400" b="1" kern="0" spc="-30" dirty="0">
                <a:solidFill>
                  <a:srgbClr val="40404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</a:t>
            </a:r>
            <a:r>
              <a:rPr sz="2400" b="1" kern="0" spc="-3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中关系运算符的</a:t>
            </a:r>
            <a:r>
              <a:rPr sz="2400" b="1" kern="0" spc="-4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用法和功能如下表所示。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74" name="picture 4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31570" y="2375535"/>
            <a:ext cx="7955915" cy="2106930"/>
          </a:xfrm>
          <a:prstGeom prst="rect">
            <a:avLst/>
          </a:prstGeom>
        </p:spPr>
      </p:pic>
      <p:grpSp>
        <p:nvGrpSpPr>
          <p:cNvPr id="579" name="组合 578"/>
          <p:cNvGrpSpPr/>
          <p:nvPr/>
        </p:nvGrpSpPr>
        <p:grpSpPr>
          <a:xfrm>
            <a:off x="8912225" y="1155700"/>
            <a:ext cx="3279140" cy="4554220"/>
            <a:chOff x="14035" y="1820"/>
            <a:chExt cx="5164" cy="7172"/>
          </a:xfrm>
        </p:grpSpPr>
        <p:grpSp>
          <p:nvGrpSpPr>
            <p:cNvPr id="2208" name="Google Shape;2208;p36"/>
            <p:cNvGrpSpPr/>
            <p:nvPr/>
          </p:nvGrpSpPr>
          <p:grpSpPr>
            <a:xfrm>
              <a:off x="15401" y="4153"/>
              <a:ext cx="1385" cy="1035"/>
              <a:chOff x="4030925" y="2186525"/>
              <a:chExt cx="944700" cy="706325"/>
            </a:xfrm>
          </p:grpSpPr>
          <p:sp>
            <p:nvSpPr>
              <p:cNvPr id="2209" name="Google Shape;2209;p36"/>
              <p:cNvSpPr/>
              <p:nvPr/>
            </p:nvSpPr>
            <p:spPr>
              <a:xfrm>
                <a:off x="4030925" y="2186525"/>
                <a:ext cx="944700" cy="281675"/>
              </a:xfrm>
              <a:custGeom>
                <a:avLst/>
                <a:gdLst/>
                <a:ahLst/>
                <a:cxnLst/>
                <a:rect l="l" t="t" r="r" b="b"/>
                <a:pathLst>
                  <a:path w="37788" h="11267" extrusionOk="0">
                    <a:moveTo>
                      <a:pt x="33327" y="1430"/>
                    </a:moveTo>
                    <a:lnTo>
                      <a:pt x="9699" y="10348"/>
                    </a:lnTo>
                    <a:lnTo>
                      <a:pt x="1770" y="6049"/>
                    </a:lnTo>
                    <a:lnTo>
                      <a:pt x="33327" y="1430"/>
                    </a:lnTo>
                    <a:close/>
                    <a:moveTo>
                      <a:pt x="37185" y="0"/>
                    </a:moveTo>
                    <a:cubicBezTo>
                      <a:pt x="37164" y="0"/>
                      <a:pt x="37142" y="1"/>
                      <a:pt x="37120" y="5"/>
                    </a:cubicBezTo>
                    <a:lnTo>
                      <a:pt x="391" y="5383"/>
                    </a:lnTo>
                    <a:cubicBezTo>
                      <a:pt x="207" y="5406"/>
                      <a:pt x="69" y="5544"/>
                      <a:pt x="23" y="5728"/>
                    </a:cubicBezTo>
                    <a:cubicBezTo>
                      <a:pt x="0" y="5912"/>
                      <a:pt x="92" y="6095"/>
                      <a:pt x="253" y="6187"/>
                    </a:cubicBezTo>
                    <a:lnTo>
                      <a:pt x="9447" y="11221"/>
                    </a:lnTo>
                    <a:lnTo>
                      <a:pt x="9653" y="11267"/>
                    </a:lnTo>
                    <a:lnTo>
                      <a:pt x="9814" y="11244"/>
                    </a:lnTo>
                    <a:lnTo>
                      <a:pt x="37327" y="855"/>
                    </a:lnTo>
                    <a:cubicBezTo>
                      <a:pt x="37788" y="679"/>
                      <a:pt x="37641" y="0"/>
                      <a:pt x="371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0" name="Google Shape;2210;p36"/>
              <p:cNvSpPr/>
              <p:nvPr/>
            </p:nvSpPr>
            <p:spPr>
              <a:xfrm>
                <a:off x="4423950" y="2187475"/>
                <a:ext cx="547625" cy="512875"/>
              </a:xfrm>
              <a:custGeom>
                <a:avLst/>
                <a:gdLst/>
                <a:ahLst/>
                <a:cxnLst/>
                <a:rect l="l" t="t" r="r" b="b"/>
                <a:pathLst>
                  <a:path w="21905" h="20515" extrusionOk="0">
                    <a:moveTo>
                      <a:pt x="19882" y="2104"/>
                    </a:moveTo>
                    <a:lnTo>
                      <a:pt x="8918" y="19572"/>
                    </a:lnTo>
                    <a:lnTo>
                      <a:pt x="1265" y="15918"/>
                    </a:lnTo>
                    <a:lnTo>
                      <a:pt x="19882" y="2104"/>
                    </a:lnTo>
                    <a:close/>
                    <a:moveTo>
                      <a:pt x="21443" y="0"/>
                    </a:moveTo>
                    <a:cubicBezTo>
                      <a:pt x="21354" y="0"/>
                      <a:pt x="21266" y="29"/>
                      <a:pt x="21192" y="81"/>
                    </a:cubicBezTo>
                    <a:lnTo>
                      <a:pt x="184" y="15688"/>
                    </a:lnTo>
                    <a:cubicBezTo>
                      <a:pt x="69" y="15780"/>
                      <a:pt x="0" y="15941"/>
                      <a:pt x="23" y="16102"/>
                    </a:cubicBezTo>
                    <a:cubicBezTo>
                      <a:pt x="23" y="16240"/>
                      <a:pt x="115" y="16378"/>
                      <a:pt x="253" y="16446"/>
                    </a:cubicBezTo>
                    <a:lnTo>
                      <a:pt x="8918" y="20515"/>
                    </a:lnTo>
                    <a:lnTo>
                      <a:pt x="9102" y="20515"/>
                    </a:lnTo>
                    <a:cubicBezTo>
                      <a:pt x="9240" y="20515"/>
                      <a:pt x="9378" y="20469"/>
                      <a:pt x="9470" y="20354"/>
                    </a:cubicBezTo>
                    <a:lnTo>
                      <a:pt x="21813" y="656"/>
                    </a:lnTo>
                    <a:cubicBezTo>
                      <a:pt x="21905" y="472"/>
                      <a:pt x="21882" y="265"/>
                      <a:pt x="21744" y="127"/>
                    </a:cubicBezTo>
                    <a:cubicBezTo>
                      <a:pt x="21656" y="40"/>
                      <a:pt x="21549" y="0"/>
                      <a:pt x="214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1" name="Google Shape;2211;p36"/>
              <p:cNvSpPr/>
              <p:nvPr/>
            </p:nvSpPr>
            <p:spPr>
              <a:xfrm>
                <a:off x="4261325" y="2186625"/>
                <a:ext cx="710825" cy="706225"/>
              </a:xfrm>
              <a:custGeom>
                <a:avLst/>
                <a:gdLst/>
                <a:ahLst/>
                <a:cxnLst/>
                <a:rect l="l" t="t" r="r" b="b"/>
                <a:pathLst>
                  <a:path w="28433" h="28249" extrusionOk="0">
                    <a:moveTo>
                      <a:pt x="25261" y="1908"/>
                    </a:moveTo>
                    <a:lnTo>
                      <a:pt x="6689" y="15699"/>
                    </a:lnTo>
                    <a:cubicBezTo>
                      <a:pt x="6620" y="15745"/>
                      <a:pt x="6551" y="15837"/>
                      <a:pt x="6528" y="15929"/>
                    </a:cubicBezTo>
                    <a:lnTo>
                      <a:pt x="3196" y="25973"/>
                    </a:lnTo>
                    <a:lnTo>
                      <a:pt x="920" y="11102"/>
                    </a:lnTo>
                    <a:lnTo>
                      <a:pt x="25261" y="1908"/>
                    </a:lnTo>
                    <a:close/>
                    <a:moveTo>
                      <a:pt x="27953" y="1"/>
                    </a:moveTo>
                    <a:cubicBezTo>
                      <a:pt x="27906" y="1"/>
                      <a:pt x="27859" y="8"/>
                      <a:pt x="27812" y="24"/>
                    </a:cubicBezTo>
                    <a:lnTo>
                      <a:pt x="300" y="10436"/>
                    </a:lnTo>
                    <a:cubicBezTo>
                      <a:pt x="116" y="10504"/>
                      <a:pt x="1" y="10711"/>
                      <a:pt x="24" y="10895"/>
                    </a:cubicBezTo>
                    <a:lnTo>
                      <a:pt x="2621" y="27881"/>
                    </a:lnTo>
                    <a:cubicBezTo>
                      <a:pt x="2644" y="28065"/>
                      <a:pt x="2805" y="28226"/>
                      <a:pt x="3012" y="28249"/>
                    </a:cubicBezTo>
                    <a:lnTo>
                      <a:pt x="3058" y="28249"/>
                    </a:lnTo>
                    <a:cubicBezTo>
                      <a:pt x="3242" y="28249"/>
                      <a:pt x="3402" y="28111"/>
                      <a:pt x="3448" y="27927"/>
                    </a:cubicBezTo>
                    <a:lnTo>
                      <a:pt x="7310" y="16297"/>
                    </a:lnTo>
                    <a:lnTo>
                      <a:pt x="28226" y="782"/>
                    </a:lnTo>
                    <a:cubicBezTo>
                      <a:pt x="28387" y="667"/>
                      <a:pt x="28433" y="414"/>
                      <a:pt x="28341" y="230"/>
                    </a:cubicBezTo>
                    <a:cubicBezTo>
                      <a:pt x="28269" y="88"/>
                      <a:pt x="28115" y="1"/>
                      <a:pt x="279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2" name="Google Shape;2212;p36"/>
              <p:cNvSpPr/>
              <p:nvPr/>
            </p:nvSpPr>
            <p:spPr>
              <a:xfrm>
                <a:off x="4325700" y="2577225"/>
                <a:ext cx="236750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9470" h="12625" extrusionOk="0">
                    <a:moveTo>
                      <a:pt x="4620" y="1017"/>
                    </a:moveTo>
                    <a:lnTo>
                      <a:pt x="8343" y="2764"/>
                    </a:lnTo>
                    <a:lnTo>
                      <a:pt x="1540" y="10395"/>
                    </a:lnTo>
                    <a:lnTo>
                      <a:pt x="4620" y="1017"/>
                    </a:lnTo>
                    <a:close/>
                    <a:moveTo>
                      <a:pt x="4379" y="0"/>
                    </a:moveTo>
                    <a:cubicBezTo>
                      <a:pt x="4321" y="0"/>
                      <a:pt x="4264" y="18"/>
                      <a:pt x="4206" y="52"/>
                    </a:cubicBezTo>
                    <a:cubicBezTo>
                      <a:pt x="4091" y="98"/>
                      <a:pt x="3999" y="190"/>
                      <a:pt x="3953" y="305"/>
                    </a:cubicBezTo>
                    <a:lnTo>
                      <a:pt x="69" y="12050"/>
                    </a:lnTo>
                    <a:cubicBezTo>
                      <a:pt x="0" y="12257"/>
                      <a:pt x="92" y="12464"/>
                      <a:pt x="276" y="12579"/>
                    </a:cubicBezTo>
                    <a:lnTo>
                      <a:pt x="483" y="12625"/>
                    </a:lnTo>
                    <a:cubicBezTo>
                      <a:pt x="598" y="12625"/>
                      <a:pt x="713" y="12579"/>
                      <a:pt x="781" y="12487"/>
                    </a:cubicBezTo>
                    <a:lnTo>
                      <a:pt x="9355" y="2925"/>
                    </a:lnTo>
                    <a:cubicBezTo>
                      <a:pt x="9424" y="2810"/>
                      <a:pt x="9470" y="2672"/>
                      <a:pt x="9470" y="2534"/>
                    </a:cubicBezTo>
                    <a:cubicBezTo>
                      <a:pt x="9447" y="2396"/>
                      <a:pt x="9332" y="2304"/>
                      <a:pt x="9217" y="2259"/>
                    </a:cubicBezTo>
                    <a:lnTo>
                      <a:pt x="4551" y="52"/>
                    </a:lnTo>
                    <a:cubicBezTo>
                      <a:pt x="4493" y="18"/>
                      <a:pt x="4436" y="0"/>
                      <a:pt x="4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61" name="Google Shape;4561;p69"/>
            <p:cNvSpPr/>
            <p:nvPr/>
          </p:nvSpPr>
          <p:spPr>
            <a:xfrm>
              <a:off x="14035" y="1820"/>
              <a:ext cx="5165" cy="7172"/>
            </a:xfrm>
            <a:custGeom>
              <a:avLst/>
              <a:gdLst/>
              <a:ahLst/>
              <a:cxnLst/>
              <a:rect l="l" t="t" r="r" b="b"/>
              <a:pathLst>
                <a:path w="92138" h="127940" extrusionOk="0">
                  <a:moveTo>
                    <a:pt x="85073" y="0"/>
                  </a:moveTo>
                  <a:cubicBezTo>
                    <a:pt x="85013" y="0"/>
                    <a:pt x="84958" y="40"/>
                    <a:pt x="84958" y="108"/>
                  </a:cubicBezTo>
                  <a:cubicBezTo>
                    <a:pt x="84899" y="167"/>
                    <a:pt x="84919" y="266"/>
                    <a:pt x="84998" y="326"/>
                  </a:cubicBezTo>
                  <a:cubicBezTo>
                    <a:pt x="85573" y="603"/>
                    <a:pt x="86128" y="940"/>
                    <a:pt x="86644" y="1337"/>
                  </a:cubicBezTo>
                  <a:lnTo>
                    <a:pt x="86743" y="1337"/>
                  </a:lnTo>
                  <a:cubicBezTo>
                    <a:pt x="86783" y="1337"/>
                    <a:pt x="86842" y="1317"/>
                    <a:pt x="86882" y="1297"/>
                  </a:cubicBezTo>
                  <a:cubicBezTo>
                    <a:pt x="86922" y="1218"/>
                    <a:pt x="86902" y="1119"/>
                    <a:pt x="86842" y="1059"/>
                  </a:cubicBezTo>
                  <a:cubicBezTo>
                    <a:pt x="86307" y="663"/>
                    <a:pt x="85732" y="326"/>
                    <a:pt x="85157" y="28"/>
                  </a:cubicBezTo>
                  <a:cubicBezTo>
                    <a:pt x="85131" y="9"/>
                    <a:pt x="85102" y="0"/>
                    <a:pt x="85073" y="0"/>
                  </a:cubicBezTo>
                  <a:close/>
                  <a:moveTo>
                    <a:pt x="88675" y="2762"/>
                  </a:moveTo>
                  <a:cubicBezTo>
                    <a:pt x="88636" y="2762"/>
                    <a:pt x="88595" y="2777"/>
                    <a:pt x="88568" y="2805"/>
                  </a:cubicBezTo>
                  <a:cubicBezTo>
                    <a:pt x="88488" y="2844"/>
                    <a:pt x="88488" y="2963"/>
                    <a:pt x="88548" y="3023"/>
                  </a:cubicBezTo>
                  <a:cubicBezTo>
                    <a:pt x="88984" y="3499"/>
                    <a:pt x="89381" y="4014"/>
                    <a:pt x="89738" y="4570"/>
                  </a:cubicBezTo>
                  <a:cubicBezTo>
                    <a:pt x="89777" y="4609"/>
                    <a:pt x="89817" y="4629"/>
                    <a:pt x="89877" y="4629"/>
                  </a:cubicBezTo>
                  <a:lnTo>
                    <a:pt x="89956" y="4609"/>
                  </a:lnTo>
                  <a:cubicBezTo>
                    <a:pt x="90035" y="4550"/>
                    <a:pt x="90055" y="4451"/>
                    <a:pt x="89996" y="4371"/>
                  </a:cubicBezTo>
                  <a:cubicBezTo>
                    <a:pt x="89658" y="3816"/>
                    <a:pt x="89242" y="3300"/>
                    <a:pt x="88786" y="2824"/>
                  </a:cubicBezTo>
                  <a:cubicBezTo>
                    <a:pt x="88765" y="2782"/>
                    <a:pt x="88721" y="2762"/>
                    <a:pt x="88675" y="2762"/>
                  </a:cubicBezTo>
                  <a:close/>
                  <a:moveTo>
                    <a:pt x="91110" y="6597"/>
                  </a:moveTo>
                  <a:cubicBezTo>
                    <a:pt x="91089" y="6597"/>
                    <a:pt x="91068" y="6602"/>
                    <a:pt x="91047" y="6612"/>
                  </a:cubicBezTo>
                  <a:cubicBezTo>
                    <a:pt x="90967" y="6632"/>
                    <a:pt x="90908" y="6731"/>
                    <a:pt x="90947" y="6810"/>
                  </a:cubicBezTo>
                  <a:cubicBezTo>
                    <a:pt x="91185" y="7425"/>
                    <a:pt x="91384" y="8040"/>
                    <a:pt x="91523" y="8675"/>
                  </a:cubicBezTo>
                  <a:cubicBezTo>
                    <a:pt x="91542" y="8754"/>
                    <a:pt x="91622" y="8794"/>
                    <a:pt x="91701" y="8794"/>
                  </a:cubicBezTo>
                  <a:lnTo>
                    <a:pt x="91721" y="8794"/>
                  </a:lnTo>
                  <a:cubicBezTo>
                    <a:pt x="91800" y="8774"/>
                    <a:pt x="91860" y="8694"/>
                    <a:pt x="91840" y="8595"/>
                  </a:cubicBezTo>
                  <a:cubicBezTo>
                    <a:pt x="91681" y="7941"/>
                    <a:pt x="91483" y="7306"/>
                    <a:pt x="91245" y="6692"/>
                  </a:cubicBezTo>
                  <a:cubicBezTo>
                    <a:pt x="91216" y="6633"/>
                    <a:pt x="91166" y="6597"/>
                    <a:pt x="91110" y="6597"/>
                  </a:cubicBezTo>
                  <a:close/>
                  <a:moveTo>
                    <a:pt x="91959" y="11054"/>
                  </a:moveTo>
                  <a:cubicBezTo>
                    <a:pt x="91879" y="11054"/>
                    <a:pt x="91800" y="11114"/>
                    <a:pt x="91780" y="11213"/>
                  </a:cubicBezTo>
                  <a:cubicBezTo>
                    <a:pt x="91800" y="11848"/>
                    <a:pt x="91741" y="12502"/>
                    <a:pt x="91622" y="13137"/>
                  </a:cubicBezTo>
                  <a:cubicBezTo>
                    <a:pt x="91622" y="13236"/>
                    <a:pt x="91681" y="13315"/>
                    <a:pt x="91760" y="13335"/>
                  </a:cubicBezTo>
                  <a:lnTo>
                    <a:pt x="91800" y="13335"/>
                  </a:lnTo>
                  <a:cubicBezTo>
                    <a:pt x="91879" y="13335"/>
                    <a:pt x="91939" y="13275"/>
                    <a:pt x="91939" y="13196"/>
                  </a:cubicBezTo>
                  <a:cubicBezTo>
                    <a:pt x="92058" y="12542"/>
                    <a:pt x="92117" y="11887"/>
                    <a:pt x="92137" y="11233"/>
                  </a:cubicBezTo>
                  <a:cubicBezTo>
                    <a:pt x="92137" y="11134"/>
                    <a:pt x="92058" y="11054"/>
                    <a:pt x="91959" y="11054"/>
                  </a:cubicBezTo>
                  <a:close/>
                  <a:moveTo>
                    <a:pt x="91092" y="15504"/>
                  </a:moveTo>
                  <a:cubicBezTo>
                    <a:pt x="91027" y="15504"/>
                    <a:pt x="90963" y="15554"/>
                    <a:pt x="90947" y="15616"/>
                  </a:cubicBezTo>
                  <a:cubicBezTo>
                    <a:pt x="90709" y="16211"/>
                    <a:pt x="90432" y="16786"/>
                    <a:pt x="90134" y="17381"/>
                  </a:cubicBezTo>
                  <a:cubicBezTo>
                    <a:pt x="90095" y="17460"/>
                    <a:pt x="90114" y="17539"/>
                    <a:pt x="90174" y="17599"/>
                  </a:cubicBezTo>
                  <a:lnTo>
                    <a:pt x="90253" y="17599"/>
                  </a:lnTo>
                  <a:cubicBezTo>
                    <a:pt x="90313" y="17599"/>
                    <a:pt x="90372" y="17579"/>
                    <a:pt x="90412" y="17519"/>
                  </a:cubicBezTo>
                  <a:cubicBezTo>
                    <a:pt x="90729" y="16944"/>
                    <a:pt x="91007" y="16349"/>
                    <a:pt x="91245" y="15735"/>
                  </a:cubicBezTo>
                  <a:cubicBezTo>
                    <a:pt x="91265" y="15635"/>
                    <a:pt x="91245" y="15536"/>
                    <a:pt x="91146" y="15516"/>
                  </a:cubicBezTo>
                  <a:cubicBezTo>
                    <a:pt x="91128" y="15508"/>
                    <a:pt x="91110" y="15504"/>
                    <a:pt x="91092" y="15504"/>
                  </a:cubicBezTo>
                  <a:close/>
                  <a:moveTo>
                    <a:pt x="88856" y="19462"/>
                  </a:moveTo>
                  <a:cubicBezTo>
                    <a:pt x="88802" y="19462"/>
                    <a:pt x="88752" y="19484"/>
                    <a:pt x="88726" y="19522"/>
                  </a:cubicBezTo>
                  <a:cubicBezTo>
                    <a:pt x="88330" y="20018"/>
                    <a:pt x="87893" y="20514"/>
                    <a:pt x="87457" y="20990"/>
                  </a:cubicBezTo>
                  <a:cubicBezTo>
                    <a:pt x="87378" y="21049"/>
                    <a:pt x="87378" y="21168"/>
                    <a:pt x="87457" y="21208"/>
                  </a:cubicBezTo>
                  <a:lnTo>
                    <a:pt x="87576" y="21267"/>
                  </a:lnTo>
                  <a:lnTo>
                    <a:pt x="87675" y="21208"/>
                  </a:lnTo>
                  <a:cubicBezTo>
                    <a:pt x="88131" y="20752"/>
                    <a:pt x="88568" y="20256"/>
                    <a:pt x="88964" y="19721"/>
                  </a:cubicBezTo>
                  <a:cubicBezTo>
                    <a:pt x="89024" y="19661"/>
                    <a:pt x="89004" y="19542"/>
                    <a:pt x="88944" y="19483"/>
                  </a:cubicBezTo>
                  <a:cubicBezTo>
                    <a:pt x="88916" y="19469"/>
                    <a:pt x="88886" y="19462"/>
                    <a:pt x="88856" y="19462"/>
                  </a:cubicBezTo>
                  <a:close/>
                  <a:moveTo>
                    <a:pt x="85625" y="22735"/>
                  </a:moveTo>
                  <a:cubicBezTo>
                    <a:pt x="85601" y="22735"/>
                    <a:pt x="85577" y="22741"/>
                    <a:pt x="85553" y="22755"/>
                  </a:cubicBezTo>
                  <a:cubicBezTo>
                    <a:pt x="85057" y="23151"/>
                    <a:pt x="84522" y="23548"/>
                    <a:pt x="83987" y="23925"/>
                  </a:cubicBezTo>
                  <a:cubicBezTo>
                    <a:pt x="83907" y="23965"/>
                    <a:pt x="83887" y="24084"/>
                    <a:pt x="83967" y="24143"/>
                  </a:cubicBezTo>
                  <a:cubicBezTo>
                    <a:pt x="83987" y="24183"/>
                    <a:pt x="84026" y="24222"/>
                    <a:pt x="84086" y="24222"/>
                  </a:cubicBezTo>
                  <a:lnTo>
                    <a:pt x="84185" y="24183"/>
                  </a:lnTo>
                  <a:cubicBezTo>
                    <a:pt x="84720" y="23826"/>
                    <a:pt x="85256" y="23429"/>
                    <a:pt x="85771" y="22993"/>
                  </a:cubicBezTo>
                  <a:cubicBezTo>
                    <a:pt x="85837" y="22878"/>
                    <a:pt x="85739" y="22735"/>
                    <a:pt x="85625" y="22735"/>
                  </a:cubicBezTo>
                  <a:close/>
                  <a:moveTo>
                    <a:pt x="81855" y="25254"/>
                  </a:moveTo>
                  <a:cubicBezTo>
                    <a:pt x="81829" y="25254"/>
                    <a:pt x="81805" y="25260"/>
                    <a:pt x="81785" y="25273"/>
                  </a:cubicBezTo>
                  <a:lnTo>
                    <a:pt x="81706" y="25273"/>
                  </a:lnTo>
                  <a:lnTo>
                    <a:pt x="80020" y="26106"/>
                  </a:lnTo>
                  <a:cubicBezTo>
                    <a:pt x="79834" y="26144"/>
                    <a:pt x="79893" y="26407"/>
                    <a:pt x="80064" y="26407"/>
                  </a:cubicBezTo>
                  <a:cubicBezTo>
                    <a:pt x="80075" y="26407"/>
                    <a:pt x="80087" y="26406"/>
                    <a:pt x="80100" y="26404"/>
                  </a:cubicBezTo>
                  <a:lnTo>
                    <a:pt x="80159" y="26424"/>
                  </a:lnTo>
                  <a:lnTo>
                    <a:pt x="81845" y="25611"/>
                  </a:lnTo>
                  <a:lnTo>
                    <a:pt x="81924" y="25551"/>
                  </a:lnTo>
                  <a:cubicBezTo>
                    <a:pt x="82023" y="25531"/>
                    <a:pt x="82043" y="25412"/>
                    <a:pt x="82003" y="25333"/>
                  </a:cubicBezTo>
                  <a:cubicBezTo>
                    <a:pt x="81964" y="25280"/>
                    <a:pt x="81907" y="25254"/>
                    <a:pt x="81855" y="25254"/>
                  </a:cubicBezTo>
                  <a:close/>
                  <a:moveTo>
                    <a:pt x="77650" y="27033"/>
                  </a:moveTo>
                  <a:cubicBezTo>
                    <a:pt x="77634" y="27033"/>
                    <a:pt x="77618" y="27035"/>
                    <a:pt x="77601" y="27038"/>
                  </a:cubicBezTo>
                  <a:cubicBezTo>
                    <a:pt x="77026" y="27257"/>
                    <a:pt x="76391" y="27455"/>
                    <a:pt x="75757" y="27653"/>
                  </a:cubicBezTo>
                  <a:cubicBezTo>
                    <a:pt x="75677" y="27693"/>
                    <a:pt x="75638" y="27772"/>
                    <a:pt x="75657" y="27851"/>
                  </a:cubicBezTo>
                  <a:cubicBezTo>
                    <a:pt x="75657" y="27931"/>
                    <a:pt x="75737" y="27990"/>
                    <a:pt x="75796" y="27990"/>
                  </a:cubicBezTo>
                  <a:lnTo>
                    <a:pt x="75856" y="27970"/>
                  </a:lnTo>
                  <a:lnTo>
                    <a:pt x="77720" y="27376"/>
                  </a:lnTo>
                  <a:cubicBezTo>
                    <a:pt x="77819" y="27316"/>
                    <a:pt x="77859" y="27237"/>
                    <a:pt x="77819" y="27138"/>
                  </a:cubicBezTo>
                  <a:cubicBezTo>
                    <a:pt x="77786" y="27072"/>
                    <a:pt x="77726" y="27033"/>
                    <a:pt x="77650" y="27033"/>
                  </a:cubicBezTo>
                  <a:close/>
                  <a:moveTo>
                    <a:pt x="73289" y="28343"/>
                  </a:moveTo>
                  <a:cubicBezTo>
                    <a:pt x="73279" y="28343"/>
                    <a:pt x="73268" y="28345"/>
                    <a:pt x="73258" y="28347"/>
                  </a:cubicBezTo>
                  <a:lnTo>
                    <a:pt x="71374" y="28823"/>
                  </a:lnTo>
                  <a:cubicBezTo>
                    <a:pt x="71275" y="28843"/>
                    <a:pt x="71215" y="28942"/>
                    <a:pt x="71235" y="29022"/>
                  </a:cubicBezTo>
                  <a:cubicBezTo>
                    <a:pt x="71252" y="29090"/>
                    <a:pt x="71299" y="29144"/>
                    <a:pt x="71363" y="29144"/>
                  </a:cubicBezTo>
                  <a:cubicBezTo>
                    <a:pt x="71373" y="29144"/>
                    <a:pt x="71383" y="29143"/>
                    <a:pt x="71394" y="29141"/>
                  </a:cubicBezTo>
                  <a:lnTo>
                    <a:pt x="71433" y="29141"/>
                  </a:lnTo>
                  <a:lnTo>
                    <a:pt x="73317" y="28684"/>
                  </a:lnTo>
                  <a:cubicBezTo>
                    <a:pt x="73416" y="28665"/>
                    <a:pt x="73456" y="28565"/>
                    <a:pt x="73456" y="28486"/>
                  </a:cubicBezTo>
                  <a:cubicBezTo>
                    <a:pt x="73439" y="28400"/>
                    <a:pt x="73361" y="28343"/>
                    <a:pt x="73289" y="28343"/>
                  </a:cubicBezTo>
                  <a:close/>
                  <a:moveTo>
                    <a:pt x="68816" y="29398"/>
                  </a:moveTo>
                  <a:lnTo>
                    <a:pt x="66912" y="29815"/>
                  </a:lnTo>
                  <a:cubicBezTo>
                    <a:pt x="66813" y="29835"/>
                    <a:pt x="66753" y="29934"/>
                    <a:pt x="66773" y="30013"/>
                  </a:cubicBezTo>
                  <a:cubicBezTo>
                    <a:pt x="66790" y="30082"/>
                    <a:pt x="66837" y="30136"/>
                    <a:pt x="66901" y="30136"/>
                  </a:cubicBezTo>
                  <a:cubicBezTo>
                    <a:pt x="66911" y="30136"/>
                    <a:pt x="66921" y="30135"/>
                    <a:pt x="66932" y="30132"/>
                  </a:cubicBezTo>
                  <a:lnTo>
                    <a:pt x="66971" y="30132"/>
                  </a:lnTo>
                  <a:lnTo>
                    <a:pt x="68895" y="29716"/>
                  </a:lnTo>
                  <a:cubicBezTo>
                    <a:pt x="68974" y="29716"/>
                    <a:pt x="69034" y="29616"/>
                    <a:pt x="69014" y="29517"/>
                  </a:cubicBezTo>
                  <a:cubicBezTo>
                    <a:pt x="68974" y="29438"/>
                    <a:pt x="68895" y="29398"/>
                    <a:pt x="68816" y="29398"/>
                  </a:cubicBezTo>
                  <a:close/>
                  <a:moveTo>
                    <a:pt x="64396" y="30405"/>
                  </a:moveTo>
                  <a:cubicBezTo>
                    <a:pt x="64381" y="30405"/>
                    <a:pt x="64367" y="30406"/>
                    <a:pt x="64354" y="30410"/>
                  </a:cubicBezTo>
                  <a:lnTo>
                    <a:pt x="64135" y="30469"/>
                  </a:lnTo>
                  <a:lnTo>
                    <a:pt x="62470" y="30886"/>
                  </a:lnTo>
                  <a:cubicBezTo>
                    <a:pt x="62370" y="30886"/>
                    <a:pt x="62311" y="30985"/>
                    <a:pt x="62351" y="31084"/>
                  </a:cubicBezTo>
                  <a:cubicBezTo>
                    <a:pt x="62351" y="31163"/>
                    <a:pt x="62410" y="31203"/>
                    <a:pt x="62489" y="31203"/>
                  </a:cubicBezTo>
                  <a:lnTo>
                    <a:pt x="62549" y="31183"/>
                  </a:lnTo>
                  <a:lnTo>
                    <a:pt x="64195" y="30787"/>
                  </a:lnTo>
                  <a:lnTo>
                    <a:pt x="64433" y="30707"/>
                  </a:lnTo>
                  <a:cubicBezTo>
                    <a:pt x="64512" y="30707"/>
                    <a:pt x="64572" y="30608"/>
                    <a:pt x="64552" y="30509"/>
                  </a:cubicBezTo>
                  <a:cubicBezTo>
                    <a:pt x="64535" y="30443"/>
                    <a:pt x="64465" y="30405"/>
                    <a:pt x="64396" y="30405"/>
                  </a:cubicBezTo>
                  <a:close/>
                  <a:moveTo>
                    <a:pt x="59994" y="31567"/>
                  </a:moveTo>
                  <a:cubicBezTo>
                    <a:pt x="59974" y="31567"/>
                    <a:pt x="59952" y="31571"/>
                    <a:pt x="59931" y="31580"/>
                  </a:cubicBezTo>
                  <a:lnTo>
                    <a:pt x="58087" y="32195"/>
                  </a:lnTo>
                  <a:cubicBezTo>
                    <a:pt x="57988" y="32234"/>
                    <a:pt x="57948" y="32333"/>
                    <a:pt x="57988" y="32413"/>
                  </a:cubicBezTo>
                  <a:cubicBezTo>
                    <a:pt x="57988" y="32478"/>
                    <a:pt x="58042" y="32517"/>
                    <a:pt x="58095" y="32517"/>
                  </a:cubicBezTo>
                  <a:cubicBezTo>
                    <a:pt x="58106" y="32517"/>
                    <a:pt x="58116" y="32515"/>
                    <a:pt x="58127" y="32512"/>
                  </a:cubicBezTo>
                  <a:lnTo>
                    <a:pt x="58186" y="32512"/>
                  </a:lnTo>
                  <a:lnTo>
                    <a:pt x="60030" y="31897"/>
                  </a:lnTo>
                  <a:cubicBezTo>
                    <a:pt x="60110" y="31877"/>
                    <a:pt x="60149" y="31778"/>
                    <a:pt x="60129" y="31699"/>
                  </a:cubicBezTo>
                  <a:cubicBezTo>
                    <a:pt x="60129" y="31621"/>
                    <a:pt x="60068" y="31567"/>
                    <a:pt x="59994" y="31567"/>
                  </a:cubicBezTo>
                  <a:close/>
                  <a:moveTo>
                    <a:pt x="55702" y="33154"/>
                  </a:moveTo>
                  <a:cubicBezTo>
                    <a:pt x="55683" y="33154"/>
                    <a:pt x="55665" y="33158"/>
                    <a:pt x="55648" y="33166"/>
                  </a:cubicBezTo>
                  <a:cubicBezTo>
                    <a:pt x="55033" y="33444"/>
                    <a:pt x="54438" y="33741"/>
                    <a:pt x="53863" y="34039"/>
                  </a:cubicBezTo>
                  <a:cubicBezTo>
                    <a:pt x="53783" y="34059"/>
                    <a:pt x="53744" y="34158"/>
                    <a:pt x="53783" y="34237"/>
                  </a:cubicBezTo>
                  <a:cubicBezTo>
                    <a:pt x="53803" y="34297"/>
                    <a:pt x="53863" y="34336"/>
                    <a:pt x="53942" y="34336"/>
                  </a:cubicBezTo>
                  <a:lnTo>
                    <a:pt x="54021" y="34316"/>
                  </a:lnTo>
                  <a:lnTo>
                    <a:pt x="55767" y="33464"/>
                  </a:lnTo>
                  <a:cubicBezTo>
                    <a:pt x="55846" y="33424"/>
                    <a:pt x="55886" y="33345"/>
                    <a:pt x="55846" y="33265"/>
                  </a:cubicBezTo>
                  <a:cubicBezTo>
                    <a:pt x="55830" y="33203"/>
                    <a:pt x="55767" y="33154"/>
                    <a:pt x="55702" y="33154"/>
                  </a:cubicBezTo>
                  <a:close/>
                  <a:moveTo>
                    <a:pt x="51683" y="35303"/>
                  </a:moveTo>
                  <a:cubicBezTo>
                    <a:pt x="51654" y="35303"/>
                    <a:pt x="51626" y="35316"/>
                    <a:pt x="51602" y="35348"/>
                  </a:cubicBezTo>
                  <a:cubicBezTo>
                    <a:pt x="51047" y="35705"/>
                    <a:pt x="50511" y="36081"/>
                    <a:pt x="49996" y="36518"/>
                  </a:cubicBezTo>
                  <a:cubicBezTo>
                    <a:pt x="49916" y="36557"/>
                    <a:pt x="49916" y="36676"/>
                    <a:pt x="49976" y="36736"/>
                  </a:cubicBezTo>
                  <a:lnTo>
                    <a:pt x="50095" y="36795"/>
                  </a:lnTo>
                  <a:lnTo>
                    <a:pt x="50194" y="36756"/>
                  </a:lnTo>
                  <a:cubicBezTo>
                    <a:pt x="50690" y="36359"/>
                    <a:pt x="51245" y="36002"/>
                    <a:pt x="51780" y="35625"/>
                  </a:cubicBezTo>
                  <a:cubicBezTo>
                    <a:pt x="51960" y="35593"/>
                    <a:pt x="51816" y="35303"/>
                    <a:pt x="51683" y="35303"/>
                  </a:cubicBezTo>
                  <a:close/>
                  <a:moveTo>
                    <a:pt x="48182" y="38228"/>
                  </a:moveTo>
                  <a:cubicBezTo>
                    <a:pt x="48145" y="38228"/>
                    <a:pt x="48106" y="38244"/>
                    <a:pt x="48072" y="38283"/>
                  </a:cubicBezTo>
                  <a:lnTo>
                    <a:pt x="47775" y="38580"/>
                  </a:lnTo>
                  <a:cubicBezTo>
                    <a:pt x="47418" y="38937"/>
                    <a:pt x="47100" y="39334"/>
                    <a:pt x="46783" y="39770"/>
                  </a:cubicBezTo>
                  <a:cubicBezTo>
                    <a:pt x="46704" y="39830"/>
                    <a:pt x="46723" y="39929"/>
                    <a:pt x="46803" y="39988"/>
                  </a:cubicBezTo>
                  <a:lnTo>
                    <a:pt x="46902" y="40028"/>
                  </a:lnTo>
                  <a:cubicBezTo>
                    <a:pt x="46942" y="40028"/>
                    <a:pt x="47001" y="40008"/>
                    <a:pt x="47021" y="39968"/>
                  </a:cubicBezTo>
                  <a:cubicBezTo>
                    <a:pt x="47338" y="39572"/>
                    <a:pt x="47675" y="39175"/>
                    <a:pt x="48013" y="38798"/>
                  </a:cubicBezTo>
                  <a:lnTo>
                    <a:pt x="48290" y="38501"/>
                  </a:lnTo>
                  <a:cubicBezTo>
                    <a:pt x="48395" y="38381"/>
                    <a:pt x="48296" y="38228"/>
                    <a:pt x="48182" y="38228"/>
                  </a:cubicBezTo>
                  <a:close/>
                  <a:moveTo>
                    <a:pt x="45430" y="41892"/>
                  </a:moveTo>
                  <a:cubicBezTo>
                    <a:pt x="45373" y="41892"/>
                    <a:pt x="45315" y="41918"/>
                    <a:pt x="45276" y="41971"/>
                  </a:cubicBezTo>
                  <a:cubicBezTo>
                    <a:pt x="44958" y="42546"/>
                    <a:pt x="44661" y="43122"/>
                    <a:pt x="44383" y="43716"/>
                  </a:cubicBezTo>
                  <a:cubicBezTo>
                    <a:pt x="44364" y="43796"/>
                    <a:pt x="44383" y="43895"/>
                    <a:pt x="44463" y="43935"/>
                  </a:cubicBezTo>
                  <a:lnTo>
                    <a:pt x="44542" y="43935"/>
                  </a:lnTo>
                  <a:cubicBezTo>
                    <a:pt x="44602" y="43935"/>
                    <a:pt x="44661" y="43895"/>
                    <a:pt x="44701" y="43855"/>
                  </a:cubicBezTo>
                  <a:cubicBezTo>
                    <a:pt x="44958" y="43260"/>
                    <a:pt x="45256" y="42685"/>
                    <a:pt x="45593" y="42150"/>
                  </a:cubicBezTo>
                  <a:cubicBezTo>
                    <a:pt x="45633" y="42051"/>
                    <a:pt x="45613" y="41952"/>
                    <a:pt x="45514" y="41912"/>
                  </a:cubicBezTo>
                  <a:cubicBezTo>
                    <a:pt x="45487" y="41899"/>
                    <a:pt x="45459" y="41892"/>
                    <a:pt x="45430" y="41892"/>
                  </a:cubicBezTo>
                  <a:close/>
                  <a:moveTo>
                    <a:pt x="43607" y="46032"/>
                  </a:moveTo>
                  <a:cubicBezTo>
                    <a:pt x="43538" y="46032"/>
                    <a:pt x="43464" y="46070"/>
                    <a:pt x="43431" y="46136"/>
                  </a:cubicBezTo>
                  <a:cubicBezTo>
                    <a:pt x="43233" y="46751"/>
                    <a:pt x="43055" y="47365"/>
                    <a:pt x="42876" y="48040"/>
                  </a:cubicBezTo>
                  <a:cubicBezTo>
                    <a:pt x="42876" y="48119"/>
                    <a:pt x="42936" y="48198"/>
                    <a:pt x="43015" y="48238"/>
                  </a:cubicBezTo>
                  <a:lnTo>
                    <a:pt x="43055" y="48238"/>
                  </a:lnTo>
                  <a:cubicBezTo>
                    <a:pt x="43134" y="48238"/>
                    <a:pt x="43194" y="48179"/>
                    <a:pt x="43213" y="48119"/>
                  </a:cubicBezTo>
                  <a:cubicBezTo>
                    <a:pt x="43372" y="47465"/>
                    <a:pt x="43550" y="46850"/>
                    <a:pt x="43749" y="46235"/>
                  </a:cubicBezTo>
                  <a:cubicBezTo>
                    <a:pt x="43769" y="46156"/>
                    <a:pt x="43729" y="46057"/>
                    <a:pt x="43650" y="46037"/>
                  </a:cubicBezTo>
                  <a:cubicBezTo>
                    <a:pt x="43636" y="46033"/>
                    <a:pt x="43622" y="46032"/>
                    <a:pt x="43607" y="46032"/>
                  </a:cubicBezTo>
                  <a:close/>
                  <a:moveTo>
                    <a:pt x="42528" y="50475"/>
                  </a:moveTo>
                  <a:cubicBezTo>
                    <a:pt x="42460" y="50475"/>
                    <a:pt x="42398" y="50529"/>
                    <a:pt x="42380" y="50598"/>
                  </a:cubicBezTo>
                  <a:cubicBezTo>
                    <a:pt x="42281" y="51233"/>
                    <a:pt x="42182" y="51887"/>
                    <a:pt x="42142" y="52561"/>
                  </a:cubicBezTo>
                  <a:cubicBezTo>
                    <a:pt x="42123" y="52641"/>
                    <a:pt x="42202" y="52720"/>
                    <a:pt x="42281" y="52720"/>
                  </a:cubicBezTo>
                  <a:cubicBezTo>
                    <a:pt x="42380" y="52720"/>
                    <a:pt x="42460" y="52680"/>
                    <a:pt x="42460" y="52581"/>
                  </a:cubicBezTo>
                  <a:cubicBezTo>
                    <a:pt x="42539" y="51927"/>
                    <a:pt x="42618" y="51292"/>
                    <a:pt x="42718" y="50638"/>
                  </a:cubicBezTo>
                  <a:cubicBezTo>
                    <a:pt x="42718" y="50558"/>
                    <a:pt x="42638" y="50479"/>
                    <a:pt x="42559" y="50479"/>
                  </a:cubicBezTo>
                  <a:cubicBezTo>
                    <a:pt x="42548" y="50476"/>
                    <a:pt x="42538" y="50475"/>
                    <a:pt x="42528" y="50475"/>
                  </a:cubicBezTo>
                  <a:close/>
                  <a:moveTo>
                    <a:pt x="42142" y="55000"/>
                  </a:moveTo>
                  <a:cubicBezTo>
                    <a:pt x="42063" y="55000"/>
                    <a:pt x="41964" y="55080"/>
                    <a:pt x="41964" y="55159"/>
                  </a:cubicBezTo>
                  <a:lnTo>
                    <a:pt x="41964" y="57142"/>
                  </a:lnTo>
                  <a:cubicBezTo>
                    <a:pt x="41964" y="57222"/>
                    <a:pt x="42023" y="57281"/>
                    <a:pt x="42123" y="57281"/>
                  </a:cubicBezTo>
                  <a:cubicBezTo>
                    <a:pt x="42202" y="57281"/>
                    <a:pt x="42281" y="57202"/>
                    <a:pt x="42281" y="57122"/>
                  </a:cubicBezTo>
                  <a:lnTo>
                    <a:pt x="42281" y="55179"/>
                  </a:lnTo>
                  <a:cubicBezTo>
                    <a:pt x="42301" y="55080"/>
                    <a:pt x="42222" y="55000"/>
                    <a:pt x="42142" y="55000"/>
                  </a:cubicBezTo>
                  <a:close/>
                  <a:moveTo>
                    <a:pt x="42221" y="59619"/>
                  </a:moveTo>
                  <a:cubicBezTo>
                    <a:pt x="42152" y="59619"/>
                    <a:pt x="42084" y="59658"/>
                    <a:pt x="42063" y="59740"/>
                  </a:cubicBezTo>
                  <a:cubicBezTo>
                    <a:pt x="42123" y="60395"/>
                    <a:pt x="42162" y="61029"/>
                    <a:pt x="42242" y="61703"/>
                  </a:cubicBezTo>
                  <a:cubicBezTo>
                    <a:pt x="42242" y="61783"/>
                    <a:pt x="42321" y="61842"/>
                    <a:pt x="42420" y="61842"/>
                  </a:cubicBezTo>
                  <a:cubicBezTo>
                    <a:pt x="42519" y="61822"/>
                    <a:pt x="42579" y="61743"/>
                    <a:pt x="42559" y="61684"/>
                  </a:cubicBezTo>
                  <a:cubicBezTo>
                    <a:pt x="42519" y="61009"/>
                    <a:pt x="42440" y="60355"/>
                    <a:pt x="42380" y="59720"/>
                  </a:cubicBezTo>
                  <a:cubicBezTo>
                    <a:pt x="42352" y="59653"/>
                    <a:pt x="42286" y="59619"/>
                    <a:pt x="42221" y="59619"/>
                  </a:cubicBezTo>
                  <a:close/>
                  <a:moveTo>
                    <a:pt x="42718" y="64103"/>
                  </a:moveTo>
                  <a:cubicBezTo>
                    <a:pt x="42618" y="64123"/>
                    <a:pt x="42559" y="64202"/>
                    <a:pt x="42559" y="64301"/>
                  </a:cubicBezTo>
                  <a:lnTo>
                    <a:pt x="42856" y="66245"/>
                  </a:lnTo>
                  <a:cubicBezTo>
                    <a:pt x="42876" y="66304"/>
                    <a:pt x="42956" y="66364"/>
                    <a:pt x="43035" y="66364"/>
                  </a:cubicBezTo>
                  <a:lnTo>
                    <a:pt x="43055" y="66364"/>
                  </a:lnTo>
                  <a:cubicBezTo>
                    <a:pt x="43134" y="66344"/>
                    <a:pt x="43194" y="66265"/>
                    <a:pt x="43174" y="66185"/>
                  </a:cubicBezTo>
                  <a:lnTo>
                    <a:pt x="42876" y="64262"/>
                  </a:lnTo>
                  <a:cubicBezTo>
                    <a:pt x="42876" y="64163"/>
                    <a:pt x="42797" y="64103"/>
                    <a:pt x="42718" y="64103"/>
                  </a:cubicBezTo>
                  <a:close/>
                  <a:moveTo>
                    <a:pt x="43471" y="68650"/>
                  </a:moveTo>
                  <a:cubicBezTo>
                    <a:pt x="43389" y="68650"/>
                    <a:pt x="43312" y="68709"/>
                    <a:pt x="43312" y="68803"/>
                  </a:cubicBezTo>
                  <a:lnTo>
                    <a:pt x="43610" y="70548"/>
                  </a:lnTo>
                  <a:lnTo>
                    <a:pt x="43650" y="70727"/>
                  </a:lnTo>
                  <a:cubicBezTo>
                    <a:pt x="43650" y="70806"/>
                    <a:pt x="43709" y="70866"/>
                    <a:pt x="43808" y="70866"/>
                  </a:cubicBezTo>
                  <a:lnTo>
                    <a:pt x="43828" y="70866"/>
                  </a:lnTo>
                  <a:cubicBezTo>
                    <a:pt x="43907" y="70846"/>
                    <a:pt x="43967" y="70766"/>
                    <a:pt x="43967" y="70667"/>
                  </a:cubicBezTo>
                  <a:lnTo>
                    <a:pt x="43927" y="70489"/>
                  </a:lnTo>
                  <a:lnTo>
                    <a:pt x="43630" y="68744"/>
                  </a:lnTo>
                  <a:cubicBezTo>
                    <a:pt x="43589" y="68679"/>
                    <a:pt x="43529" y="68650"/>
                    <a:pt x="43471" y="68650"/>
                  </a:cubicBezTo>
                  <a:close/>
                  <a:moveTo>
                    <a:pt x="44225" y="73106"/>
                  </a:moveTo>
                  <a:cubicBezTo>
                    <a:pt x="44126" y="73126"/>
                    <a:pt x="44086" y="73206"/>
                    <a:pt x="44106" y="73305"/>
                  </a:cubicBezTo>
                  <a:cubicBezTo>
                    <a:pt x="44205" y="73939"/>
                    <a:pt x="44324" y="74594"/>
                    <a:pt x="44423" y="75228"/>
                  </a:cubicBezTo>
                  <a:cubicBezTo>
                    <a:pt x="44423" y="75308"/>
                    <a:pt x="44502" y="75367"/>
                    <a:pt x="44562" y="75367"/>
                  </a:cubicBezTo>
                  <a:lnTo>
                    <a:pt x="44602" y="75367"/>
                  </a:lnTo>
                  <a:cubicBezTo>
                    <a:pt x="44681" y="75347"/>
                    <a:pt x="44740" y="75268"/>
                    <a:pt x="44740" y="75189"/>
                  </a:cubicBezTo>
                  <a:cubicBezTo>
                    <a:pt x="44641" y="74534"/>
                    <a:pt x="44522" y="73900"/>
                    <a:pt x="44423" y="73245"/>
                  </a:cubicBezTo>
                  <a:cubicBezTo>
                    <a:pt x="44403" y="73166"/>
                    <a:pt x="44304" y="73106"/>
                    <a:pt x="44225" y="73106"/>
                  </a:cubicBezTo>
                  <a:close/>
                  <a:moveTo>
                    <a:pt x="44939" y="77608"/>
                  </a:moveTo>
                  <a:cubicBezTo>
                    <a:pt x="44840" y="77628"/>
                    <a:pt x="44780" y="77727"/>
                    <a:pt x="44780" y="77806"/>
                  </a:cubicBezTo>
                  <a:cubicBezTo>
                    <a:pt x="44879" y="78481"/>
                    <a:pt x="44958" y="79135"/>
                    <a:pt x="45038" y="79750"/>
                  </a:cubicBezTo>
                  <a:cubicBezTo>
                    <a:pt x="45038" y="79829"/>
                    <a:pt x="45097" y="79889"/>
                    <a:pt x="45177" y="79889"/>
                  </a:cubicBezTo>
                  <a:lnTo>
                    <a:pt x="45216" y="79889"/>
                  </a:lnTo>
                  <a:cubicBezTo>
                    <a:pt x="45296" y="79869"/>
                    <a:pt x="45355" y="79790"/>
                    <a:pt x="45355" y="79690"/>
                  </a:cubicBezTo>
                  <a:cubicBezTo>
                    <a:pt x="45276" y="79076"/>
                    <a:pt x="45216" y="78421"/>
                    <a:pt x="45117" y="77767"/>
                  </a:cubicBezTo>
                  <a:cubicBezTo>
                    <a:pt x="45117" y="77668"/>
                    <a:pt x="45038" y="77608"/>
                    <a:pt x="44939" y="77608"/>
                  </a:cubicBezTo>
                  <a:close/>
                  <a:moveTo>
                    <a:pt x="45415" y="82150"/>
                  </a:moveTo>
                  <a:cubicBezTo>
                    <a:pt x="45335" y="82169"/>
                    <a:pt x="45276" y="82249"/>
                    <a:pt x="45256" y="82328"/>
                  </a:cubicBezTo>
                  <a:cubicBezTo>
                    <a:pt x="45315" y="83002"/>
                    <a:pt x="45335" y="83657"/>
                    <a:pt x="45355" y="84291"/>
                  </a:cubicBezTo>
                  <a:cubicBezTo>
                    <a:pt x="45355" y="84371"/>
                    <a:pt x="45434" y="84430"/>
                    <a:pt x="45514" y="84430"/>
                  </a:cubicBezTo>
                  <a:cubicBezTo>
                    <a:pt x="45593" y="84430"/>
                    <a:pt x="45672" y="84371"/>
                    <a:pt x="45672" y="84291"/>
                  </a:cubicBezTo>
                  <a:cubicBezTo>
                    <a:pt x="45653" y="83637"/>
                    <a:pt x="45633" y="82963"/>
                    <a:pt x="45573" y="82308"/>
                  </a:cubicBezTo>
                  <a:cubicBezTo>
                    <a:pt x="45573" y="82209"/>
                    <a:pt x="45494" y="82150"/>
                    <a:pt x="45415" y="82150"/>
                  </a:cubicBezTo>
                  <a:close/>
                  <a:moveTo>
                    <a:pt x="45514" y="86711"/>
                  </a:moveTo>
                  <a:cubicBezTo>
                    <a:pt x="45415" y="86711"/>
                    <a:pt x="45335" y="86790"/>
                    <a:pt x="45335" y="86889"/>
                  </a:cubicBezTo>
                  <a:cubicBezTo>
                    <a:pt x="45315" y="87524"/>
                    <a:pt x="45256" y="88198"/>
                    <a:pt x="45196" y="88813"/>
                  </a:cubicBezTo>
                  <a:cubicBezTo>
                    <a:pt x="45196" y="88912"/>
                    <a:pt x="45236" y="88991"/>
                    <a:pt x="45335" y="88991"/>
                  </a:cubicBezTo>
                  <a:lnTo>
                    <a:pt x="45355" y="88991"/>
                  </a:lnTo>
                  <a:cubicBezTo>
                    <a:pt x="45434" y="88991"/>
                    <a:pt x="45514" y="88932"/>
                    <a:pt x="45514" y="88852"/>
                  </a:cubicBezTo>
                  <a:cubicBezTo>
                    <a:pt x="45573" y="88218"/>
                    <a:pt x="45633" y="87563"/>
                    <a:pt x="45653" y="86889"/>
                  </a:cubicBezTo>
                  <a:cubicBezTo>
                    <a:pt x="45653" y="86810"/>
                    <a:pt x="45593" y="86731"/>
                    <a:pt x="45514" y="86711"/>
                  </a:cubicBezTo>
                  <a:close/>
                  <a:moveTo>
                    <a:pt x="45018" y="91252"/>
                  </a:moveTo>
                  <a:cubicBezTo>
                    <a:pt x="44919" y="91252"/>
                    <a:pt x="44859" y="91312"/>
                    <a:pt x="44840" y="91391"/>
                  </a:cubicBezTo>
                  <a:cubicBezTo>
                    <a:pt x="44721" y="92025"/>
                    <a:pt x="44602" y="92660"/>
                    <a:pt x="44423" y="93315"/>
                  </a:cubicBezTo>
                  <a:cubicBezTo>
                    <a:pt x="44403" y="93394"/>
                    <a:pt x="44463" y="93473"/>
                    <a:pt x="44542" y="93513"/>
                  </a:cubicBezTo>
                  <a:lnTo>
                    <a:pt x="44602" y="93513"/>
                  </a:lnTo>
                  <a:cubicBezTo>
                    <a:pt x="44661" y="93513"/>
                    <a:pt x="44721" y="93453"/>
                    <a:pt x="44740" y="93374"/>
                  </a:cubicBezTo>
                  <a:cubicBezTo>
                    <a:pt x="44879" y="92739"/>
                    <a:pt x="45038" y="92085"/>
                    <a:pt x="45157" y="91450"/>
                  </a:cubicBezTo>
                  <a:cubicBezTo>
                    <a:pt x="45157" y="91351"/>
                    <a:pt x="45097" y="91272"/>
                    <a:pt x="45018" y="91252"/>
                  </a:cubicBezTo>
                  <a:close/>
                  <a:moveTo>
                    <a:pt x="43854" y="95679"/>
                  </a:moveTo>
                  <a:cubicBezTo>
                    <a:pt x="43788" y="95679"/>
                    <a:pt x="43733" y="95720"/>
                    <a:pt x="43689" y="95793"/>
                  </a:cubicBezTo>
                  <a:cubicBezTo>
                    <a:pt x="43511" y="96408"/>
                    <a:pt x="43273" y="97023"/>
                    <a:pt x="43055" y="97618"/>
                  </a:cubicBezTo>
                  <a:cubicBezTo>
                    <a:pt x="43015" y="97697"/>
                    <a:pt x="43055" y="97796"/>
                    <a:pt x="43134" y="97836"/>
                  </a:cubicBezTo>
                  <a:lnTo>
                    <a:pt x="43213" y="97836"/>
                  </a:lnTo>
                  <a:cubicBezTo>
                    <a:pt x="43273" y="97836"/>
                    <a:pt x="43332" y="97796"/>
                    <a:pt x="43352" y="97737"/>
                  </a:cubicBezTo>
                  <a:cubicBezTo>
                    <a:pt x="43590" y="97122"/>
                    <a:pt x="43828" y="96507"/>
                    <a:pt x="44026" y="95893"/>
                  </a:cubicBezTo>
                  <a:cubicBezTo>
                    <a:pt x="44046" y="95793"/>
                    <a:pt x="44007" y="95714"/>
                    <a:pt x="43927" y="95694"/>
                  </a:cubicBezTo>
                  <a:cubicBezTo>
                    <a:pt x="43902" y="95684"/>
                    <a:pt x="43877" y="95679"/>
                    <a:pt x="43854" y="95679"/>
                  </a:cubicBezTo>
                  <a:close/>
                  <a:moveTo>
                    <a:pt x="42153" y="99929"/>
                  </a:moveTo>
                  <a:cubicBezTo>
                    <a:pt x="42092" y="99929"/>
                    <a:pt x="42030" y="99965"/>
                    <a:pt x="42004" y="100017"/>
                  </a:cubicBezTo>
                  <a:cubicBezTo>
                    <a:pt x="41746" y="100593"/>
                    <a:pt x="41448" y="101188"/>
                    <a:pt x="41111" y="101763"/>
                  </a:cubicBezTo>
                  <a:cubicBezTo>
                    <a:pt x="41091" y="101842"/>
                    <a:pt x="41111" y="101941"/>
                    <a:pt x="41191" y="101981"/>
                  </a:cubicBezTo>
                  <a:lnTo>
                    <a:pt x="41270" y="101981"/>
                  </a:lnTo>
                  <a:cubicBezTo>
                    <a:pt x="41329" y="101981"/>
                    <a:pt x="41389" y="101961"/>
                    <a:pt x="41409" y="101901"/>
                  </a:cubicBezTo>
                  <a:cubicBezTo>
                    <a:pt x="41706" y="101326"/>
                    <a:pt x="42043" y="100751"/>
                    <a:pt x="42301" y="100176"/>
                  </a:cubicBezTo>
                  <a:cubicBezTo>
                    <a:pt x="42341" y="100077"/>
                    <a:pt x="42301" y="99978"/>
                    <a:pt x="42242" y="99958"/>
                  </a:cubicBezTo>
                  <a:cubicBezTo>
                    <a:pt x="42215" y="99938"/>
                    <a:pt x="42184" y="99929"/>
                    <a:pt x="42153" y="99929"/>
                  </a:cubicBezTo>
                  <a:close/>
                  <a:moveTo>
                    <a:pt x="39901" y="103899"/>
                  </a:moveTo>
                  <a:cubicBezTo>
                    <a:pt x="39853" y="103899"/>
                    <a:pt x="39813" y="103923"/>
                    <a:pt x="39802" y="103984"/>
                  </a:cubicBezTo>
                  <a:cubicBezTo>
                    <a:pt x="39465" y="104539"/>
                    <a:pt x="39088" y="105074"/>
                    <a:pt x="38712" y="105630"/>
                  </a:cubicBezTo>
                  <a:cubicBezTo>
                    <a:pt x="38672" y="105709"/>
                    <a:pt x="38692" y="105788"/>
                    <a:pt x="38771" y="105848"/>
                  </a:cubicBezTo>
                  <a:lnTo>
                    <a:pt x="38870" y="105848"/>
                  </a:lnTo>
                  <a:cubicBezTo>
                    <a:pt x="38910" y="105848"/>
                    <a:pt x="38969" y="105828"/>
                    <a:pt x="38989" y="105808"/>
                  </a:cubicBezTo>
                  <a:cubicBezTo>
                    <a:pt x="39366" y="105273"/>
                    <a:pt x="39743" y="104717"/>
                    <a:pt x="40080" y="104162"/>
                  </a:cubicBezTo>
                  <a:cubicBezTo>
                    <a:pt x="40209" y="104062"/>
                    <a:pt x="40027" y="103899"/>
                    <a:pt x="39901" y="103899"/>
                  </a:cubicBezTo>
                  <a:close/>
                  <a:moveTo>
                    <a:pt x="37289" y="107605"/>
                  </a:moveTo>
                  <a:cubicBezTo>
                    <a:pt x="37242" y="107605"/>
                    <a:pt x="37198" y="107620"/>
                    <a:pt x="37165" y="107653"/>
                  </a:cubicBezTo>
                  <a:cubicBezTo>
                    <a:pt x="36768" y="108188"/>
                    <a:pt x="36332" y="108684"/>
                    <a:pt x="35915" y="109180"/>
                  </a:cubicBezTo>
                  <a:cubicBezTo>
                    <a:pt x="35856" y="109239"/>
                    <a:pt x="35876" y="109338"/>
                    <a:pt x="35935" y="109398"/>
                  </a:cubicBezTo>
                  <a:cubicBezTo>
                    <a:pt x="35955" y="109418"/>
                    <a:pt x="35995" y="109437"/>
                    <a:pt x="36034" y="109437"/>
                  </a:cubicBezTo>
                  <a:cubicBezTo>
                    <a:pt x="36094" y="109437"/>
                    <a:pt x="36134" y="109418"/>
                    <a:pt x="36173" y="109378"/>
                  </a:cubicBezTo>
                  <a:cubicBezTo>
                    <a:pt x="36590" y="108882"/>
                    <a:pt x="37026" y="108386"/>
                    <a:pt x="37423" y="107890"/>
                  </a:cubicBezTo>
                  <a:cubicBezTo>
                    <a:pt x="37482" y="107811"/>
                    <a:pt x="37462" y="107692"/>
                    <a:pt x="37403" y="107633"/>
                  </a:cubicBezTo>
                  <a:cubicBezTo>
                    <a:pt x="37367" y="107615"/>
                    <a:pt x="37327" y="107605"/>
                    <a:pt x="37289" y="107605"/>
                  </a:cubicBezTo>
                  <a:close/>
                  <a:moveTo>
                    <a:pt x="34266" y="111031"/>
                  </a:moveTo>
                  <a:cubicBezTo>
                    <a:pt x="34228" y="111031"/>
                    <a:pt x="34188" y="111046"/>
                    <a:pt x="34150" y="111083"/>
                  </a:cubicBezTo>
                  <a:cubicBezTo>
                    <a:pt x="33714" y="111520"/>
                    <a:pt x="33238" y="111996"/>
                    <a:pt x="32742" y="112452"/>
                  </a:cubicBezTo>
                  <a:cubicBezTo>
                    <a:pt x="32683" y="112511"/>
                    <a:pt x="32683" y="112591"/>
                    <a:pt x="32742" y="112670"/>
                  </a:cubicBezTo>
                  <a:lnTo>
                    <a:pt x="32861" y="112709"/>
                  </a:lnTo>
                  <a:lnTo>
                    <a:pt x="32961" y="112670"/>
                  </a:lnTo>
                  <a:cubicBezTo>
                    <a:pt x="33456" y="112214"/>
                    <a:pt x="33932" y="111777"/>
                    <a:pt x="34388" y="111301"/>
                  </a:cubicBezTo>
                  <a:cubicBezTo>
                    <a:pt x="34495" y="111195"/>
                    <a:pt x="34392" y="111031"/>
                    <a:pt x="34266" y="111031"/>
                  </a:cubicBezTo>
                  <a:close/>
                  <a:moveTo>
                    <a:pt x="30919" y="114115"/>
                  </a:moveTo>
                  <a:cubicBezTo>
                    <a:pt x="30883" y="114115"/>
                    <a:pt x="30846" y="114130"/>
                    <a:pt x="30819" y="114157"/>
                  </a:cubicBezTo>
                  <a:lnTo>
                    <a:pt x="29292" y="115367"/>
                  </a:lnTo>
                  <a:cubicBezTo>
                    <a:pt x="29232" y="115426"/>
                    <a:pt x="29193" y="115526"/>
                    <a:pt x="29252" y="115625"/>
                  </a:cubicBezTo>
                  <a:lnTo>
                    <a:pt x="29391" y="115664"/>
                  </a:lnTo>
                  <a:lnTo>
                    <a:pt x="29490" y="115645"/>
                  </a:lnTo>
                  <a:cubicBezTo>
                    <a:pt x="30025" y="115248"/>
                    <a:pt x="30521" y="114831"/>
                    <a:pt x="31017" y="114395"/>
                  </a:cubicBezTo>
                  <a:cubicBezTo>
                    <a:pt x="31077" y="114355"/>
                    <a:pt x="31096" y="114237"/>
                    <a:pt x="31037" y="114177"/>
                  </a:cubicBezTo>
                  <a:cubicBezTo>
                    <a:pt x="31005" y="114135"/>
                    <a:pt x="30962" y="114115"/>
                    <a:pt x="30919" y="114115"/>
                  </a:cubicBezTo>
                  <a:close/>
                  <a:moveTo>
                    <a:pt x="27278" y="116860"/>
                  </a:moveTo>
                  <a:cubicBezTo>
                    <a:pt x="27247" y="116860"/>
                    <a:pt x="27216" y="116876"/>
                    <a:pt x="27190" y="116914"/>
                  </a:cubicBezTo>
                  <a:lnTo>
                    <a:pt x="25563" y="117965"/>
                  </a:lnTo>
                  <a:cubicBezTo>
                    <a:pt x="25484" y="118024"/>
                    <a:pt x="25464" y="118143"/>
                    <a:pt x="25504" y="118223"/>
                  </a:cubicBezTo>
                  <a:cubicBezTo>
                    <a:pt x="25544" y="118262"/>
                    <a:pt x="25603" y="118282"/>
                    <a:pt x="25663" y="118302"/>
                  </a:cubicBezTo>
                  <a:lnTo>
                    <a:pt x="25722" y="118262"/>
                  </a:lnTo>
                  <a:lnTo>
                    <a:pt x="27368" y="117172"/>
                  </a:lnTo>
                  <a:cubicBezTo>
                    <a:pt x="27545" y="117139"/>
                    <a:pt x="27409" y="116860"/>
                    <a:pt x="27278" y="116860"/>
                  </a:cubicBezTo>
                  <a:close/>
                  <a:moveTo>
                    <a:pt x="23367" y="119328"/>
                  </a:moveTo>
                  <a:cubicBezTo>
                    <a:pt x="23353" y="119328"/>
                    <a:pt x="23338" y="119329"/>
                    <a:pt x="23322" y="119333"/>
                  </a:cubicBezTo>
                  <a:lnTo>
                    <a:pt x="21617" y="120245"/>
                  </a:lnTo>
                  <a:cubicBezTo>
                    <a:pt x="21538" y="120305"/>
                    <a:pt x="21518" y="120384"/>
                    <a:pt x="21538" y="120483"/>
                  </a:cubicBezTo>
                  <a:cubicBezTo>
                    <a:pt x="21557" y="120523"/>
                    <a:pt x="21617" y="120563"/>
                    <a:pt x="21696" y="120583"/>
                  </a:cubicBezTo>
                  <a:lnTo>
                    <a:pt x="21756" y="120543"/>
                  </a:lnTo>
                  <a:cubicBezTo>
                    <a:pt x="22351" y="120245"/>
                    <a:pt x="22926" y="119928"/>
                    <a:pt x="23501" y="119611"/>
                  </a:cubicBezTo>
                  <a:cubicBezTo>
                    <a:pt x="23573" y="119485"/>
                    <a:pt x="23499" y="119328"/>
                    <a:pt x="23367" y="119328"/>
                  </a:cubicBezTo>
                  <a:close/>
                  <a:moveTo>
                    <a:pt x="19343" y="121409"/>
                  </a:moveTo>
                  <a:cubicBezTo>
                    <a:pt x="19321" y="121409"/>
                    <a:pt x="19299" y="121411"/>
                    <a:pt x="19277" y="121415"/>
                  </a:cubicBezTo>
                  <a:cubicBezTo>
                    <a:pt x="18722" y="121713"/>
                    <a:pt x="18127" y="121991"/>
                    <a:pt x="17532" y="122229"/>
                  </a:cubicBezTo>
                  <a:cubicBezTo>
                    <a:pt x="17452" y="122288"/>
                    <a:pt x="17413" y="122367"/>
                    <a:pt x="17433" y="122466"/>
                  </a:cubicBezTo>
                  <a:cubicBezTo>
                    <a:pt x="17472" y="122506"/>
                    <a:pt x="17532" y="122546"/>
                    <a:pt x="17591" y="122566"/>
                  </a:cubicBezTo>
                  <a:lnTo>
                    <a:pt x="17651" y="122526"/>
                  </a:lnTo>
                  <a:cubicBezTo>
                    <a:pt x="18246" y="122288"/>
                    <a:pt x="18841" y="122010"/>
                    <a:pt x="19436" y="121713"/>
                  </a:cubicBezTo>
                  <a:cubicBezTo>
                    <a:pt x="19515" y="121673"/>
                    <a:pt x="19535" y="121594"/>
                    <a:pt x="19515" y="121515"/>
                  </a:cubicBezTo>
                  <a:cubicBezTo>
                    <a:pt x="19484" y="121438"/>
                    <a:pt x="19418" y="121409"/>
                    <a:pt x="19343" y="121409"/>
                  </a:cubicBezTo>
                  <a:close/>
                  <a:moveTo>
                    <a:pt x="15196" y="123240"/>
                  </a:moveTo>
                  <a:cubicBezTo>
                    <a:pt x="15167" y="123240"/>
                    <a:pt x="15139" y="123247"/>
                    <a:pt x="15112" y="123260"/>
                  </a:cubicBezTo>
                  <a:lnTo>
                    <a:pt x="13288" y="123954"/>
                  </a:lnTo>
                  <a:cubicBezTo>
                    <a:pt x="13208" y="123974"/>
                    <a:pt x="13169" y="124053"/>
                    <a:pt x="13189" y="124152"/>
                  </a:cubicBezTo>
                  <a:cubicBezTo>
                    <a:pt x="13208" y="124212"/>
                    <a:pt x="13288" y="124271"/>
                    <a:pt x="13367" y="124271"/>
                  </a:cubicBezTo>
                  <a:lnTo>
                    <a:pt x="13407" y="124251"/>
                  </a:lnTo>
                  <a:lnTo>
                    <a:pt x="15251" y="123557"/>
                  </a:lnTo>
                  <a:cubicBezTo>
                    <a:pt x="15330" y="123498"/>
                    <a:pt x="15370" y="123418"/>
                    <a:pt x="15350" y="123319"/>
                  </a:cubicBezTo>
                  <a:cubicBezTo>
                    <a:pt x="15311" y="123266"/>
                    <a:pt x="15253" y="123240"/>
                    <a:pt x="15196" y="123240"/>
                  </a:cubicBezTo>
                  <a:close/>
                  <a:moveTo>
                    <a:pt x="10871" y="124782"/>
                  </a:moveTo>
                  <a:cubicBezTo>
                    <a:pt x="10857" y="124782"/>
                    <a:pt x="10842" y="124783"/>
                    <a:pt x="10829" y="124787"/>
                  </a:cubicBezTo>
                  <a:lnTo>
                    <a:pt x="8965" y="125382"/>
                  </a:lnTo>
                  <a:cubicBezTo>
                    <a:pt x="8885" y="125421"/>
                    <a:pt x="8846" y="125501"/>
                    <a:pt x="8865" y="125580"/>
                  </a:cubicBezTo>
                  <a:cubicBezTo>
                    <a:pt x="8885" y="125659"/>
                    <a:pt x="8945" y="125699"/>
                    <a:pt x="9024" y="125699"/>
                  </a:cubicBezTo>
                  <a:lnTo>
                    <a:pt x="9064" y="125699"/>
                  </a:lnTo>
                  <a:lnTo>
                    <a:pt x="10928" y="125104"/>
                  </a:lnTo>
                  <a:cubicBezTo>
                    <a:pt x="11027" y="125084"/>
                    <a:pt x="11087" y="124985"/>
                    <a:pt x="11047" y="124886"/>
                  </a:cubicBezTo>
                  <a:cubicBezTo>
                    <a:pt x="11014" y="124820"/>
                    <a:pt x="10940" y="124782"/>
                    <a:pt x="10871" y="124782"/>
                  </a:cubicBezTo>
                  <a:close/>
                  <a:moveTo>
                    <a:pt x="6503" y="126092"/>
                  </a:moveTo>
                  <a:cubicBezTo>
                    <a:pt x="6491" y="126092"/>
                    <a:pt x="6479" y="126093"/>
                    <a:pt x="6466" y="126096"/>
                  </a:cubicBezTo>
                  <a:lnTo>
                    <a:pt x="4582" y="126591"/>
                  </a:lnTo>
                  <a:cubicBezTo>
                    <a:pt x="4503" y="126611"/>
                    <a:pt x="4443" y="126710"/>
                    <a:pt x="4463" y="126790"/>
                  </a:cubicBezTo>
                  <a:cubicBezTo>
                    <a:pt x="4483" y="126869"/>
                    <a:pt x="4562" y="126909"/>
                    <a:pt x="4641" y="126929"/>
                  </a:cubicBezTo>
                  <a:lnTo>
                    <a:pt x="4661" y="126929"/>
                  </a:lnTo>
                  <a:lnTo>
                    <a:pt x="6565" y="126433"/>
                  </a:lnTo>
                  <a:cubicBezTo>
                    <a:pt x="6644" y="126393"/>
                    <a:pt x="6684" y="126314"/>
                    <a:pt x="6664" y="126234"/>
                  </a:cubicBezTo>
                  <a:cubicBezTo>
                    <a:pt x="6647" y="126148"/>
                    <a:pt x="6584" y="126092"/>
                    <a:pt x="6503" y="126092"/>
                  </a:cubicBezTo>
                  <a:close/>
                  <a:moveTo>
                    <a:pt x="2103" y="127221"/>
                  </a:moveTo>
                  <a:cubicBezTo>
                    <a:pt x="2090" y="127221"/>
                    <a:pt x="2076" y="127223"/>
                    <a:pt x="2063" y="127226"/>
                  </a:cubicBezTo>
                  <a:lnTo>
                    <a:pt x="140" y="127623"/>
                  </a:lnTo>
                  <a:cubicBezTo>
                    <a:pt x="60" y="127642"/>
                    <a:pt x="1" y="127722"/>
                    <a:pt x="21" y="127821"/>
                  </a:cubicBezTo>
                  <a:cubicBezTo>
                    <a:pt x="40" y="127880"/>
                    <a:pt x="100" y="127940"/>
                    <a:pt x="179" y="127940"/>
                  </a:cubicBezTo>
                  <a:lnTo>
                    <a:pt x="199" y="127940"/>
                  </a:lnTo>
                  <a:lnTo>
                    <a:pt x="2123" y="127523"/>
                  </a:lnTo>
                  <a:cubicBezTo>
                    <a:pt x="2202" y="127523"/>
                    <a:pt x="2262" y="127424"/>
                    <a:pt x="2262" y="127345"/>
                  </a:cubicBezTo>
                  <a:cubicBezTo>
                    <a:pt x="2229" y="127262"/>
                    <a:pt x="2168" y="127221"/>
                    <a:pt x="2103" y="127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0" y="2260600"/>
            <a:ext cx="4284020" cy="4597400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31848" y="4318162"/>
            <a:ext cx="1757636" cy="9648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68%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1"/>
          <p:cNvSpPr txBox="1">
            <a:spLocks noChangeArrowheads="1"/>
          </p:cNvSpPr>
          <p:nvPr/>
        </p:nvSpPr>
        <p:spPr bwMode="auto">
          <a:xfrm>
            <a:off x="3293443" y="4086574"/>
            <a:ext cx="94530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难点分析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13" name="图片 12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14" name="图片 13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sp>
        <p:nvSpPr>
          <p:cNvPr id="502" name="textbox 502"/>
          <p:cNvSpPr/>
          <p:nvPr/>
        </p:nvSpPr>
        <p:spPr>
          <a:xfrm>
            <a:off x="1131605" y="879339"/>
            <a:ext cx="8025765" cy="19691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42595" algn="l" rtl="0" eaLnBrk="0">
              <a:lnSpc>
                <a:spcPts val="3810"/>
              </a:lnSpc>
            </a:pPr>
            <a:r>
              <a:rPr sz="3100" b="1" kern="0" spc="270" dirty="0">
                <a:solidFill>
                  <a:srgbClr val="FF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3100" b="1" kern="0" spc="-11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逻辑运算符</a:t>
            </a:r>
            <a:endParaRPr sz="3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r" rtl="0" eaLnBrk="0">
              <a:lnSpc>
                <a:spcPct val="87000"/>
              </a:lnSpc>
              <a:spcBef>
                <a:spcPts val="1285"/>
              </a:spcBef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MATLAB</a:t>
            </a:r>
            <a:r>
              <a:rPr sz="2400" b="1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提供元素方式和比特方式等逻辑运算符。元素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indent="16510" algn="l" rtl="0" eaLnBrk="0">
              <a:lnSpc>
                <a:spcPct val="133000"/>
              </a:lnSpc>
              <a:spcBef>
                <a:spcPts val="40"/>
              </a:spcBef>
            </a:pPr>
            <a:r>
              <a:rPr sz="2400" b="1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方式逻辑运算符的用法和功能如下表所示，其中例子采用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如下矩阵：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04" name="picture 5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92371" y="2718943"/>
            <a:ext cx="3384803" cy="804671"/>
          </a:xfrm>
          <a:prstGeom prst="rect">
            <a:avLst/>
          </a:prstGeom>
        </p:spPr>
      </p:pic>
      <p:grpSp>
        <p:nvGrpSpPr>
          <p:cNvPr id="579" name="组合 578"/>
          <p:cNvGrpSpPr/>
          <p:nvPr/>
        </p:nvGrpSpPr>
        <p:grpSpPr>
          <a:xfrm>
            <a:off x="8912225" y="1155700"/>
            <a:ext cx="3279140" cy="4554220"/>
            <a:chOff x="14035" y="1820"/>
            <a:chExt cx="5164" cy="7172"/>
          </a:xfrm>
        </p:grpSpPr>
        <p:grpSp>
          <p:nvGrpSpPr>
            <p:cNvPr id="2208" name="Google Shape;2208;p36"/>
            <p:cNvGrpSpPr/>
            <p:nvPr/>
          </p:nvGrpSpPr>
          <p:grpSpPr>
            <a:xfrm>
              <a:off x="15401" y="4153"/>
              <a:ext cx="1385" cy="1035"/>
              <a:chOff x="4030925" y="2186525"/>
              <a:chExt cx="944700" cy="706325"/>
            </a:xfrm>
          </p:grpSpPr>
          <p:sp>
            <p:nvSpPr>
              <p:cNvPr id="2209" name="Google Shape;2209;p36"/>
              <p:cNvSpPr/>
              <p:nvPr/>
            </p:nvSpPr>
            <p:spPr>
              <a:xfrm>
                <a:off x="4030925" y="2186525"/>
                <a:ext cx="944700" cy="281675"/>
              </a:xfrm>
              <a:custGeom>
                <a:avLst/>
                <a:gdLst/>
                <a:ahLst/>
                <a:cxnLst/>
                <a:rect l="l" t="t" r="r" b="b"/>
                <a:pathLst>
                  <a:path w="37788" h="11267" extrusionOk="0">
                    <a:moveTo>
                      <a:pt x="33327" y="1430"/>
                    </a:moveTo>
                    <a:lnTo>
                      <a:pt x="9699" y="10348"/>
                    </a:lnTo>
                    <a:lnTo>
                      <a:pt x="1770" y="6049"/>
                    </a:lnTo>
                    <a:lnTo>
                      <a:pt x="33327" y="1430"/>
                    </a:lnTo>
                    <a:close/>
                    <a:moveTo>
                      <a:pt x="37185" y="0"/>
                    </a:moveTo>
                    <a:cubicBezTo>
                      <a:pt x="37164" y="0"/>
                      <a:pt x="37142" y="1"/>
                      <a:pt x="37120" y="5"/>
                    </a:cubicBezTo>
                    <a:lnTo>
                      <a:pt x="391" y="5383"/>
                    </a:lnTo>
                    <a:cubicBezTo>
                      <a:pt x="207" y="5406"/>
                      <a:pt x="69" y="5544"/>
                      <a:pt x="23" y="5728"/>
                    </a:cubicBezTo>
                    <a:cubicBezTo>
                      <a:pt x="0" y="5912"/>
                      <a:pt x="92" y="6095"/>
                      <a:pt x="253" y="6187"/>
                    </a:cubicBezTo>
                    <a:lnTo>
                      <a:pt x="9447" y="11221"/>
                    </a:lnTo>
                    <a:lnTo>
                      <a:pt x="9653" y="11267"/>
                    </a:lnTo>
                    <a:lnTo>
                      <a:pt x="9814" y="11244"/>
                    </a:lnTo>
                    <a:lnTo>
                      <a:pt x="37327" y="855"/>
                    </a:lnTo>
                    <a:cubicBezTo>
                      <a:pt x="37788" y="679"/>
                      <a:pt x="37641" y="0"/>
                      <a:pt x="371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0" name="Google Shape;2210;p36"/>
              <p:cNvSpPr/>
              <p:nvPr/>
            </p:nvSpPr>
            <p:spPr>
              <a:xfrm>
                <a:off x="4423950" y="2187475"/>
                <a:ext cx="547625" cy="512875"/>
              </a:xfrm>
              <a:custGeom>
                <a:avLst/>
                <a:gdLst/>
                <a:ahLst/>
                <a:cxnLst/>
                <a:rect l="l" t="t" r="r" b="b"/>
                <a:pathLst>
                  <a:path w="21905" h="20515" extrusionOk="0">
                    <a:moveTo>
                      <a:pt x="19882" y="2104"/>
                    </a:moveTo>
                    <a:lnTo>
                      <a:pt x="8918" y="19572"/>
                    </a:lnTo>
                    <a:lnTo>
                      <a:pt x="1265" y="15918"/>
                    </a:lnTo>
                    <a:lnTo>
                      <a:pt x="19882" y="2104"/>
                    </a:lnTo>
                    <a:close/>
                    <a:moveTo>
                      <a:pt x="21443" y="0"/>
                    </a:moveTo>
                    <a:cubicBezTo>
                      <a:pt x="21354" y="0"/>
                      <a:pt x="21266" y="29"/>
                      <a:pt x="21192" y="81"/>
                    </a:cubicBezTo>
                    <a:lnTo>
                      <a:pt x="184" y="15688"/>
                    </a:lnTo>
                    <a:cubicBezTo>
                      <a:pt x="69" y="15780"/>
                      <a:pt x="0" y="15941"/>
                      <a:pt x="23" y="16102"/>
                    </a:cubicBezTo>
                    <a:cubicBezTo>
                      <a:pt x="23" y="16240"/>
                      <a:pt x="115" y="16378"/>
                      <a:pt x="253" y="16446"/>
                    </a:cubicBezTo>
                    <a:lnTo>
                      <a:pt x="8918" y="20515"/>
                    </a:lnTo>
                    <a:lnTo>
                      <a:pt x="9102" y="20515"/>
                    </a:lnTo>
                    <a:cubicBezTo>
                      <a:pt x="9240" y="20515"/>
                      <a:pt x="9378" y="20469"/>
                      <a:pt x="9470" y="20354"/>
                    </a:cubicBezTo>
                    <a:lnTo>
                      <a:pt x="21813" y="656"/>
                    </a:lnTo>
                    <a:cubicBezTo>
                      <a:pt x="21905" y="472"/>
                      <a:pt x="21882" y="265"/>
                      <a:pt x="21744" y="127"/>
                    </a:cubicBezTo>
                    <a:cubicBezTo>
                      <a:pt x="21656" y="40"/>
                      <a:pt x="21549" y="0"/>
                      <a:pt x="214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1" name="Google Shape;2211;p36"/>
              <p:cNvSpPr/>
              <p:nvPr/>
            </p:nvSpPr>
            <p:spPr>
              <a:xfrm>
                <a:off x="4261325" y="2186625"/>
                <a:ext cx="710825" cy="706225"/>
              </a:xfrm>
              <a:custGeom>
                <a:avLst/>
                <a:gdLst/>
                <a:ahLst/>
                <a:cxnLst/>
                <a:rect l="l" t="t" r="r" b="b"/>
                <a:pathLst>
                  <a:path w="28433" h="28249" extrusionOk="0">
                    <a:moveTo>
                      <a:pt x="25261" y="1908"/>
                    </a:moveTo>
                    <a:lnTo>
                      <a:pt x="6689" y="15699"/>
                    </a:lnTo>
                    <a:cubicBezTo>
                      <a:pt x="6620" y="15745"/>
                      <a:pt x="6551" y="15837"/>
                      <a:pt x="6528" y="15929"/>
                    </a:cubicBezTo>
                    <a:lnTo>
                      <a:pt x="3196" y="25973"/>
                    </a:lnTo>
                    <a:lnTo>
                      <a:pt x="920" y="11102"/>
                    </a:lnTo>
                    <a:lnTo>
                      <a:pt x="25261" y="1908"/>
                    </a:lnTo>
                    <a:close/>
                    <a:moveTo>
                      <a:pt x="27953" y="1"/>
                    </a:moveTo>
                    <a:cubicBezTo>
                      <a:pt x="27906" y="1"/>
                      <a:pt x="27859" y="8"/>
                      <a:pt x="27812" y="24"/>
                    </a:cubicBezTo>
                    <a:lnTo>
                      <a:pt x="300" y="10436"/>
                    </a:lnTo>
                    <a:cubicBezTo>
                      <a:pt x="116" y="10504"/>
                      <a:pt x="1" y="10711"/>
                      <a:pt x="24" y="10895"/>
                    </a:cubicBezTo>
                    <a:lnTo>
                      <a:pt x="2621" y="27881"/>
                    </a:lnTo>
                    <a:cubicBezTo>
                      <a:pt x="2644" y="28065"/>
                      <a:pt x="2805" y="28226"/>
                      <a:pt x="3012" y="28249"/>
                    </a:cubicBezTo>
                    <a:lnTo>
                      <a:pt x="3058" y="28249"/>
                    </a:lnTo>
                    <a:cubicBezTo>
                      <a:pt x="3242" y="28249"/>
                      <a:pt x="3402" y="28111"/>
                      <a:pt x="3448" y="27927"/>
                    </a:cubicBezTo>
                    <a:lnTo>
                      <a:pt x="7310" y="16297"/>
                    </a:lnTo>
                    <a:lnTo>
                      <a:pt x="28226" y="782"/>
                    </a:lnTo>
                    <a:cubicBezTo>
                      <a:pt x="28387" y="667"/>
                      <a:pt x="28433" y="414"/>
                      <a:pt x="28341" y="230"/>
                    </a:cubicBezTo>
                    <a:cubicBezTo>
                      <a:pt x="28269" y="88"/>
                      <a:pt x="28115" y="1"/>
                      <a:pt x="279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2" name="Google Shape;2212;p36"/>
              <p:cNvSpPr/>
              <p:nvPr/>
            </p:nvSpPr>
            <p:spPr>
              <a:xfrm>
                <a:off x="4325700" y="2577225"/>
                <a:ext cx="236750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9470" h="12625" extrusionOk="0">
                    <a:moveTo>
                      <a:pt x="4620" y="1017"/>
                    </a:moveTo>
                    <a:lnTo>
                      <a:pt x="8343" y="2764"/>
                    </a:lnTo>
                    <a:lnTo>
                      <a:pt x="1540" y="10395"/>
                    </a:lnTo>
                    <a:lnTo>
                      <a:pt x="4620" y="1017"/>
                    </a:lnTo>
                    <a:close/>
                    <a:moveTo>
                      <a:pt x="4379" y="0"/>
                    </a:moveTo>
                    <a:cubicBezTo>
                      <a:pt x="4321" y="0"/>
                      <a:pt x="4264" y="18"/>
                      <a:pt x="4206" y="52"/>
                    </a:cubicBezTo>
                    <a:cubicBezTo>
                      <a:pt x="4091" y="98"/>
                      <a:pt x="3999" y="190"/>
                      <a:pt x="3953" y="305"/>
                    </a:cubicBezTo>
                    <a:lnTo>
                      <a:pt x="69" y="12050"/>
                    </a:lnTo>
                    <a:cubicBezTo>
                      <a:pt x="0" y="12257"/>
                      <a:pt x="92" y="12464"/>
                      <a:pt x="276" y="12579"/>
                    </a:cubicBezTo>
                    <a:lnTo>
                      <a:pt x="483" y="12625"/>
                    </a:lnTo>
                    <a:cubicBezTo>
                      <a:pt x="598" y="12625"/>
                      <a:pt x="713" y="12579"/>
                      <a:pt x="781" y="12487"/>
                    </a:cubicBezTo>
                    <a:lnTo>
                      <a:pt x="9355" y="2925"/>
                    </a:lnTo>
                    <a:cubicBezTo>
                      <a:pt x="9424" y="2810"/>
                      <a:pt x="9470" y="2672"/>
                      <a:pt x="9470" y="2534"/>
                    </a:cubicBezTo>
                    <a:cubicBezTo>
                      <a:pt x="9447" y="2396"/>
                      <a:pt x="9332" y="2304"/>
                      <a:pt x="9217" y="2259"/>
                    </a:cubicBezTo>
                    <a:lnTo>
                      <a:pt x="4551" y="52"/>
                    </a:lnTo>
                    <a:cubicBezTo>
                      <a:pt x="4493" y="18"/>
                      <a:pt x="4436" y="0"/>
                      <a:pt x="4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61" name="Google Shape;4561;p69"/>
            <p:cNvSpPr/>
            <p:nvPr/>
          </p:nvSpPr>
          <p:spPr>
            <a:xfrm>
              <a:off x="14035" y="1820"/>
              <a:ext cx="5165" cy="7172"/>
            </a:xfrm>
            <a:custGeom>
              <a:avLst/>
              <a:gdLst/>
              <a:ahLst/>
              <a:cxnLst/>
              <a:rect l="l" t="t" r="r" b="b"/>
              <a:pathLst>
                <a:path w="92138" h="127940" extrusionOk="0">
                  <a:moveTo>
                    <a:pt x="85073" y="0"/>
                  </a:moveTo>
                  <a:cubicBezTo>
                    <a:pt x="85013" y="0"/>
                    <a:pt x="84958" y="40"/>
                    <a:pt x="84958" y="108"/>
                  </a:cubicBezTo>
                  <a:cubicBezTo>
                    <a:pt x="84899" y="167"/>
                    <a:pt x="84919" y="266"/>
                    <a:pt x="84998" y="326"/>
                  </a:cubicBezTo>
                  <a:cubicBezTo>
                    <a:pt x="85573" y="603"/>
                    <a:pt x="86128" y="940"/>
                    <a:pt x="86644" y="1337"/>
                  </a:cubicBezTo>
                  <a:lnTo>
                    <a:pt x="86743" y="1337"/>
                  </a:lnTo>
                  <a:cubicBezTo>
                    <a:pt x="86783" y="1337"/>
                    <a:pt x="86842" y="1317"/>
                    <a:pt x="86882" y="1297"/>
                  </a:cubicBezTo>
                  <a:cubicBezTo>
                    <a:pt x="86922" y="1218"/>
                    <a:pt x="86902" y="1119"/>
                    <a:pt x="86842" y="1059"/>
                  </a:cubicBezTo>
                  <a:cubicBezTo>
                    <a:pt x="86307" y="663"/>
                    <a:pt x="85732" y="326"/>
                    <a:pt x="85157" y="28"/>
                  </a:cubicBezTo>
                  <a:cubicBezTo>
                    <a:pt x="85131" y="9"/>
                    <a:pt x="85102" y="0"/>
                    <a:pt x="85073" y="0"/>
                  </a:cubicBezTo>
                  <a:close/>
                  <a:moveTo>
                    <a:pt x="88675" y="2762"/>
                  </a:moveTo>
                  <a:cubicBezTo>
                    <a:pt x="88636" y="2762"/>
                    <a:pt x="88595" y="2777"/>
                    <a:pt x="88568" y="2805"/>
                  </a:cubicBezTo>
                  <a:cubicBezTo>
                    <a:pt x="88488" y="2844"/>
                    <a:pt x="88488" y="2963"/>
                    <a:pt x="88548" y="3023"/>
                  </a:cubicBezTo>
                  <a:cubicBezTo>
                    <a:pt x="88984" y="3499"/>
                    <a:pt x="89381" y="4014"/>
                    <a:pt x="89738" y="4570"/>
                  </a:cubicBezTo>
                  <a:cubicBezTo>
                    <a:pt x="89777" y="4609"/>
                    <a:pt x="89817" y="4629"/>
                    <a:pt x="89877" y="4629"/>
                  </a:cubicBezTo>
                  <a:lnTo>
                    <a:pt x="89956" y="4609"/>
                  </a:lnTo>
                  <a:cubicBezTo>
                    <a:pt x="90035" y="4550"/>
                    <a:pt x="90055" y="4451"/>
                    <a:pt x="89996" y="4371"/>
                  </a:cubicBezTo>
                  <a:cubicBezTo>
                    <a:pt x="89658" y="3816"/>
                    <a:pt x="89242" y="3300"/>
                    <a:pt x="88786" y="2824"/>
                  </a:cubicBezTo>
                  <a:cubicBezTo>
                    <a:pt x="88765" y="2782"/>
                    <a:pt x="88721" y="2762"/>
                    <a:pt x="88675" y="2762"/>
                  </a:cubicBezTo>
                  <a:close/>
                  <a:moveTo>
                    <a:pt x="91110" y="6597"/>
                  </a:moveTo>
                  <a:cubicBezTo>
                    <a:pt x="91089" y="6597"/>
                    <a:pt x="91068" y="6602"/>
                    <a:pt x="91047" y="6612"/>
                  </a:cubicBezTo>
                  <a:cubicBezTo>
                    <a:pt x="90967" y="6632"/>
                    <a:pt x="90908" y="6731"/>
                    <a:pt x="90947" y="6810"/>
                  </a:cubicBezTo>
                  <a:cubicBezTo>
                    <a:pt x="91185" y="7425"/>
                    <a:pt x="91384" y="8040"/>
                    <a:pt x="91523" y="8675"/>
                  </a:cubicBezTo>
                  <a:cubicBezTo>
                    <a:pt x="91542" y="8754"/>
                    <a:pt x="91622" y="8794"/>
                    <a:pt x="91701" y="8794"/>
                  </a:cubicBezTo>
                  <a:lnTo>
                    <a:pt x="91721" y="8794"/>
                  </a:lnTo>
                  <a:cubicBezTo>
                    <a:pt x="91800" y="8774"/>
                    <a:pt x="91860" y="8694"/>
                    <a:pt x="91840" y="8595"/>
                  </a:cubicBezTo>
                  <a:cubicBezTo>
                    <a:pt x="91681" y="7941"/>
                    <a:pt x="91483" y="7306"/>
                    <a:pt x="91245" y="6692"/>
                  </a:cubicBezTo>
                  <a:cubicBezTo>
                    <a:pt x="91216" y="6633"/>
                    <a:pt x="91166" y="6597"/>
                    <a:pt x="91110" y="6597"/>
                  </a:cubicBezTo>
                  <a:close/>
                  <a:moveTo>
                    <a:pt x="91959" y="11054"/>
                  </a:moveTo>
                  <a:cubicBezTo>
                    <a:pt x="91879" y="11054"/>
                    <a:pt x="91800" y="11114"/>
                    <a:pt x="91780" y="11213"/>
                  </a:cubicBezTo>
                  <a:cubicBezTo>
                    <a:pt x="91800" y="11848"/>
                    <a:pt x="91741" y="12502"/>
                    <a:pt x="91622" y="13137"/>
                  </a:cubicBezTo>
                  <a:cubicBezTo>
                    <a:pt x="91622" y="13236"/>
                    <a:pt x="91681" y="13315"/>
                    <a:pt x="91760" y="13335"/>
                  </a:cubicBezTo>
                  <a:lnTo>
                    <a:pt x="91800" y="13335"/>
                  </a:lnTo>
                  <a:cubicBezTo>
                    <a:pt x="91879" y="13335"/>
                    <a:pt x="91939" y="13275"/>
                    <a:pt x="91939" y="13196"/>
                  </a:cubicBezTo>
                  <a:cubicBezTo>
                    <a:pt x="92058" y="12542"/>
                    <a:pt x="92117" y="11887"/>
                    <a:pt x="92137" y="11233"/>
                  </a:cubicBezTo>
                  <a:cubicBezTo>
                    <a:pt x="92137" y="11134"/>
                    <a:pt x="92058" y="11054"/>
                    <a:pt x="91959" y="11054"/>
                  </a:cubicBezTo>
                  <a:close/>
                  <a:moveTo>
                    <a:pt x="91092" y="15504"/>
                  </a:moveTo>
                  <a:cubicBezTo>
                    <a:pt x="91027" y="15504"/>
                    <a:pt x="90963" y="15554"/>
                    <a:pt x="90947" y="15616"/>
                  </a:cubicBezTo>
                  <a:cubicBezTo>
                    <a:pt x="90709" y="16211"/>
                    <a:pt x="90432" y="16786"/>
                    <a:pt x="90134" y="17381"/>
                  </a:cubicBezTo>
                  <a:cubicBezTo>
                    <a:pt x="90095" y="17460"/>
                    <a:pt x="90114" y="17539"/>
                    <a:pt x="90174" y="17599"/>
                  </a:cubicBezTo>
                  <a:lnTo>
                    <a:pt x="90253" y="17599"/>
                  </a:lnTo>
                  <a:cubicBezTo>
                    <a:pt x="90313" y="17599"/>
                    <a:pt x="90372" y="17579"/>
                    <a:pt x="90412" y="17519"/>
                  </a:cubicBezTo>
                  <a:cubicBezTo>
                    <a:pt x="90729" y="16944"/>
                    <a:pt x="91007" y="16349"/>
                    <a:pt x="91245" y="15735"/>
                  </a:cubicBezTo>
                  <a:cubicBezTo>
                    <a:pt x="91265" y="15635"/>
                    <a:pt x="91245" y="15536"/>
                    <a:pt x="91146" y="15516"/>
                  </a:cubicBezTo>
                  <a:cubicBezTo>
                    <a:pt x="91128" y="15508"/>
                    <a:pt x="91110" y="15504"/>
                    <a:pt x="91092" y="15504"/>
                  </a:cubicBezTo>
                  <a:close/>
                  <a:moveTo>
                    <a:pt x="88856" y="19462"/>
                  </a:moveTo>
                  <a:cubicBezTo>
                    <a:pt x="88802" y="19462"/>
                    <a:pt x="88752" y="19484"/>
                    <a:pt x="88726" y="19522"/>
                  </a:cubicBezTo>
                  <a:cubicBezTo>
                    <a:pt x="88330" y="20018"/>
                    <a:pt x="87893" y="20514"/>
                    <a:pt x="87457" y="20990"/>
                  </a:cubicBezTo>
                  <a:cubicBezTo>
                    <a:pt x="87378" y="21049"/>
                    <a:pt x="87378" y="21168"/>
                    <a:pt x="87457" y="21208"/>
                  </a:cubicBezTo>
                  <a:lnTo>
                    <a:pt x="87576" y="21267"/>
                  </a:lnTo>
                  <a:lnTo>
                    <a:pt x="87675" y="21208"/>
                  </a:lnTo>
                  <a:cubicBezTo>
                    <a:pt x="88131" y="20752"/>
                    <a:pt x="88568" y="20256"/>
                    <a:pt x="88964" y="19721"/>
                  </a:cubicBezTo>
                  <a:cubicBezTo>
                    <a:pt x="89024" y="19661"/>
                    <a:pt x="89004" y="19542"/>
                    <a:pt x="88944" y="19483"/>
                  </a:cubicBezTo>
                  <a:cubicBezTo>
                    <a:pt x="88916" y="19469"/>
                    <a:pt x="88886" y="19462"/>
                    <a:pt x="88856" y="19462"/>
                  </a:cubicBezTo>
                  <a:close/>
                  <a:moveTo>
                    <a:pt x="85625" y="22735"/>
                  </a:moveTo>
                  <a:cubicBezTo>
                    <a:pt x="85601" y="22735"/>
                    <a:pt x="85577" y="22741"/>
                    <a:pt x="85553" y="22755"/>
                  </a:cubicBezTo>
                  <a:cubicBezTo>
                    <a:pt x="85057" y="23151"/>
                    <a:pt x="84522" y="23548"/>
                    <a:pt x="83987" y="23925"/>
                  </a:cubicBezTo>
                  <a:cubicBezTo>
                    <a:pt x="83907" y="23965"/>
                    <a:pt x="83887" y="24084"/>
                    <a:pt x="83967" y="24143"/>
                  </a:cubicBezTo>
                  <a:cubicBezTo>
                    <a:pt x="83987" y="24183"/>
                    <a:pt x="84026" y="24222"/>
                    <a:pt x="84086" y="24222"/>
                  </a:cubicBezTo>
                  <a:lnTo>
                    <a:pt x="84185" y="24183"/>
                  </a:lnTo>
                  <a:cubicBezTo>
                    <a:pt x="84720" y="23826"/>
                    <a:pt x="85256" y="23429"/>
                    <a:pt x="85771" y="22993"/>
                  </a:cubicBezTo>
                  <a:cubicBezTo>
                    <a:pt x="85837" y="22878"/>
                    <a:pt x="85739" y="22735"/>
                    <a:pt x="85625" y="22735"/>
                  </a:cubicBezTo>
                  <a:close/>
                  <a:moveTo>
                    <a:pt x="81855" y="25254"/>
                  </a:moveTo>
                  <a:cubicBezTo>
                    <a:pt x="81829" y="25254"/>
                    <a:pt x="81805" y="25260"/>
                    <a:pt x="81785" y="25273"/>
                  </a:cubicBezTo>
                  <a:lnTo>
                    <a:pt x="81706" y="25273"/>
                  </a:lnTo>
                  <a:lnTo>
                    <a:pt x="80020" y="26106"/>
                  </a:lnTo>
                  <a:cubicBezTo>
                    <a:pt x="79834" y="26144"/>
                    <a:pt x="79893" y="26407"/>
                    <a:pt x="80064" y="26407"/>
                  </a:cubicBezTo>
                  <a:cubicBezTo>
                    <a:pt x="80075" y="26407"/>
                    <a:pt x="80087" y="26406"/>
                    <a:pt x="80100" y="26404"/>
                  </a:cubicBezTo>
                  <a:lnTo>
                    <a:pt x="80159" y="26424"/>
                  </a:lnTo>
                  <a:lnTo>
                    <a:pt x="81845" y="25611"/>
                  </a:lnTo>
                  <a:lnTo>
                    <a:pt x="81924" y="25551"/>
                  </a:lnTo>
                  <a:cubicBezTo>
                    <a:pt x="82023" y="25531"/>
                    <a:pt x="82043" y="25412"/>
                    <a:pt x="82003" y="25333"/>
                  </a:cubicBezTo>
                  <a:cubicBezTo>
                    <a:pt x="81964" y="25280"/>
                    <a:pt x="81907" y="25254"/>
                    <a:pt x="81855" y="25254"/>
                  </a:cubicBezTo>
                  <a:close/>
                  <a:moveTo>
                    <a:pt x="77650" y="27033"/>
                  </a:moveTo>
                  <a:cubicBezTo>
                    <a:pt x="77634" y="27033"/>
                    <a:pt x="77618" y="27035"/>
                    <a:pt x="77601" y="27038"/>
                  </a:cubicBezTo>
                  <a:cubicBezTo>
                    <a:pt x="77026" y="27257"/>
                    <a:pt x="76391" y="27455"/>
                    <a:pt x="75757" y="27653"/>
                  </a:cubicBezTo>
                  <a:cubicBezTo>
                    <a:pt x="75677" y="27693"/>
                    <a:pt x="75638" y="27772"/>
                    <a:pt x="75657" y="27851"/>
                  </a:cubicBezTo>
                  <a:cubicBezTo>
                    <a:pt x="75657" y="27931"/>
                    <a:pt x="75737" y="27990"/>
                    <a:pt x="75796" y="27990"/>
                  </a:cubicBezTo>
                  <a:lnTo>
                    <a:pt x="75856" y="27970"/>
                  </a:lnTo>
                  <a:lnTo>
                    <a:pt x="77720" y="27376"/>
                  </a:lnTo>
                  <a:cubicBezTo>
                    <a:pt x="77819" y="27316"/>
                    <a:pt x="77859" y="27237"/>
                    <a:pt x="77819" y="27138"/>
                  </a:cubicBezTo>
                  <a:cubicBezTo>
                    <a:pt x="77786" y="27072"/>
                    <a:pt x="77726" y="27033"/>
                    <a:pt x="77650" y="27033"/>
                  </a:cubicBezTo>
                  <a:close/>
                  <a:moveTo>
                    <a:pt x="73289" y="28343"/>
                  </a:moveTo>
                  <a:cubicBezTo>
                    <a:pt x="73279" y="28343"/>
                    <a:pt x="73268" y="28345"/>
                    <a:pt x="73258" y="28347"/>
                  </a:cubicBezTo>
                  <a:lnTo>
                    <a:pt x="71374" y="28823"/>
                  </a:lnTo>
                  <a:cubicBezTo>
                    <a:pt x="71275" y="28843"/>
                    <a:pt x="71215" y="28942"/>
                    <a:pt x="71235" y="29022"/>
                  </a:cubicBezTo>
                  <a:cubicBezTo>
                    <a:pt x="71252" y="29090"/>
                    <a:pt x="71299" y="29144"/>
                    <a:pt x="71363" y="29144"/>
                  </a:cubicBezTo>
                  <a:cubicBezTo>
                    <a:pt x="71373" y="29144"/>
                    <a:pt x="71383" y="29143"/>
                    <a:pt x="71394" y="29141"/>
                  </a:cubicBezTo>
                  <a:lnTo>
                    <a:pt x="71433" y="29141"/>
                  </a:lnTo>
                  <a:lnTo>
                    <a:pt x="73317" y="28684"/>
                  </a:lnTo>
                  <a:cubicBezTo>
                    <a:pt x="73416" y="28665"/>
                    <a:pt x="73456" y="28565"/>
                    <a:pt x="73456" y="28486"/>
                  </a:cubicBezTo>
                  <a:cubicBezTo>
                    <a:pt x="73439" y="28400"/>
                    <a:pt x="73361" y="28343"/>
                    <a:pt x="73289" y="28343"/>
                  </a:cubicBezTo>
                  <a:close/>
                  <a:moveTo>
                    <a:pt x="68816" y="29398"/>
                  </a:moveTo>
                  <a:lnTo>
                    <a:pt x="66912" y="29815"/>
                  </a:lnTo>
                  <a:cubicBezTo>
                    <a:pt x="66813" y="29835"/>
                    <a:pt x="66753" y="29934"/>
                    <a:pt x="66773" y="30013"/>
                  </a:cubicBezTo>
                  <a:cubicBezTo>
                    <a:pt x="66790" y="30082"/>
                    <a:pt x="66837" y="30136"/>
                    <a:pt x="66901" y="30136"/>
                  </a:cubicBezTo>
                  <a:cubicBezTo>
                    <a:pt x="66911" y="30136"/>
                    <a:pt x="66921" y="30135"/>
                    <a:pt x="66932" y="30132"/>
                  </a:cubicBezTo>
                  <a:lnTo>
                    <a:pt x="66971" y="30132"/>
                  </a:lnTo>
                  <a:lnTo>
                    <a:pt x="68895" y="29716"/>
                  </a:lnTo>
                  <a:cubicBezTo>
                    <a:pt x="68974" y="29716"/>
                    <a:pt x="69034" y="29616"/>
                    <a:pt x="69014" y="29517"/>
                  </a:cubicBezTo>
                  <a:cubicBezTo>
                    <a:pt x="68974" y="29438"/>
                    <a:pt x="68895" y="29398"/>
                    <a:pt x="68816" y="29398"/>
                  </a:cubicBezTo>
                  <a:close/>
                  <a:moveTo>
                    <a:pt x="64396" y="30405"/>
                  </a:moveTo>
                  <a:cubicBezTo>
                    <a:pt x="64381" y="30405"/>
                    <a:pt x="64367" y="30406"/>
                    <a:pt x="64354" y="30410"/>
                  </a:cubicBezTo>
                  <a:lnTo>
                    <a:pt x="64135" y="30469"/>
                  </a:lnTo>
                  <a:lnTo>
                    <a:pt x="62470" y="30886"/>
                  </a:lnTo>
                  <a:cubicBezTo>
                    <a:pt x="62370" y="30886"/>
                    <a:pt x="62311" y="30985"/>
                    <a:pt x="62351" y="31084"/>
                  </a:cubicBezTo>
                  <a:cubicBezTo>
                    <a:pt x="62351" y="31163"/>
                    <a:pt x="62410" y="31203"/>
                    <a:pt x="62489" y="31203"/>
                  </a:cubicBezTo>
                  <a:lnTo>
                    <a:pt x="62549" y="31183"/>
                  </a:lnTo>
                  <a:lnTo>
                    <a:pt x="64195" y="30787"/>
                  </a:lnTo>
                  <a:lnTo>
                    <a:pt x="64433" y="30707"/>
                  </a:lnTo>
                  <a:cubicBezTo>
                    <a:pt x="64512" y="30707"/>
                    <a:pt x="64572" y="30608"/>
                    <a:pt x="64552" y="30509"/>
                  </a:cubicBezTo>
                  <a:cubicBezTo>
                    <a:pt x="64535" y="30443"/>
                    <a:pt x="64465" y="30405"/>
                    <a:pt x="64396" y="30405"/>
                  </a:cubicBezTo>
                  <a:close/>
                  <a:moveTo>
                    <a:pt x="59994" y="31567"/>
                  </a:moveTo>
                  <a:cubicBezTo>
                    <a:pt x="59974" y="31567"/>
                    <a:pt x="59952" y="31571"/>
                    <a:pt x="59931" y="31580"/>
                  </a:cubicBezTo>
                  <a:lnTo>
                    <a:pt x="58087" y="32195"/>
                  </a:lnTo>
                  <a:cubicBezTo>
                    <a:pt x="57988" y="32234"/>
                    <a:pt x="57948" y="32333"/>
                    <a:pt x="57988" y="32413"/>
                  </a:cubicBezTo>
                  <a:cubicBezTo>
                    <a:pt x="57988" y="32478"/>
                    <a:pt x="58042" y="32517"/>
                    <a:pt x="58095" y="32517"/>
                  </a:cubicBezTo>
                  <a:cubicBezTo>
                    <a:pt x="58106" y="32517"/>
                    <a:pt x="58116" y="32515"/>
                    <a:pt x="58127" y="32512"/>
                  </a:cubicBezTo>
                  <a:lnTo>
                    <a:pt x="58186" y="32512"/>
                  </a:lnTo>
                  <a:lnTo>
                    <a:pt x="60030" y="31897"/>
                  </a:lnTo>
                  <a:cubicBezTo>
                    <a:pt x="60110" y="31877"/>
                    <a:pt x="60149" y="31778"/>
                    <a:pt x="60129" y="31699"/>
                  </a:cubicBezTo>
                  <a:cubicBezTo>
                    <a:pt x="60129" y="31621"/>
                    <a:pt x="60068" y="31567"/>
                    <a:pt x="59994" y="31567"/>
                  </a:cubicBezTo>
                  <a:close/>
                  <a:moveTo>
                    <a:pt x="55702" y="33154"/>
                  </a:moveTo>
                  <a:cubicBezTo>
                    <a:pt x="55683" y="33154"/>
                    <a:pt x="55665" y="33158"/>
                    <a:pt x="55648" y="33166"/>
                  </a:cubicBezTo>
                  <a:cubicBezTo>
                    <a:pt x="55033" y="33444"/>
                    <a:pt x="54438" y="33741"/>
                    <a:pt x="53863" y="34039"/>
                  </a:cubicBezTo>
                  <a:cubicBezTo>
                    <a:pt x="53783" y="34059"/>
                    <a:pt x="53744" y="34158"/>
                    <a:pt x="53783" y="34237"/>
                  </a:cubicBezTo>
                  <a:cubicBezTo>
                    <a:pt x="53803" y="34297"/>
                    <a:pt x="53863" y="34336"/>
                    <a:pt x="53942" y="34336"/>
                  </a:cubicBezTo>
                  <a:lnTo>
                    <a:pt x="54021" y="34316"/>
                  </a:lnTo>
                  <a:lnTo>
                    <a:pt x="55767" y="33464"/>
                  </a:lnTo>
                  <a:cubicBezTo>
                    <a:pt x="55846" y="33424"/>
                    <a:pt x="55886" y="33345"/>
                    <a:pt x="55846" y="33265"/>
                  </a:cubicBezTo>
                  <a:cubicBezTo>
                    <a:pt x="55830" y="33203"/>
                    <a:pt x="55767" y="33154"/>
                    <a:pt x="55702" y="33154"/>
                  </a:cubicBezTo>
                  <a:close/>
                  <a:moveTo>
                    <a:pt x="51683" y="35303"/>
                  </a:moveTo>
                  <a:cubicBezTo>
                    <a:pt x="51654" y="35303"/>
                    <a:pt x="51626" y="35316"/>
                    <a:pt x="51602" y="35348"/>
                  </a:cubicBezTo>
                  <a:cubicBezTo>
                    <a:pt x="51047" y="35705"/>
                    <a:pt x="50511" y="36081"/>
                    <a:pt x="49996" y="36518"/>
                  </a:cubicBezTo>
                  <a:cubicBezTo>
                    <a:pt x="49916" y="36557"/>
                    <a:pt x="49916" y="36676"/>
                    <a:pt x="49976" y="36736"/>
                  </a:cubicBezTo>
                  <a:lnTo>
                    <a:pt x="50095" y="36795"/>
                  </a:lnTo>
                  <a:lnTo>
                    <a:pt x="50194" y="36756"/>
                  </a:lnTo>
                  <a:cubicBezTo>
                    <a:pt x="50690" y="36359"/>
                    <a:pt x="51245" y="36002"/>
                    <a:pt x="51780" y="35625"/>
                  </a:cubicBezTo>
                  <a:cubicBezTo>
                    <a:pt x="51960" y="35593"/>
                    <a:pt x="51816" y="35303"/>
                    <a:pt x="51683" y="35303"/>
                  </a:cubicBezTo>
                  <a:close/>
                  <a:moveTo>
                    <a:pt x="48182" y="38228"/>
                  </a:moveTo>
                  <a:cubicBezTo>
                    <a:pt x="48145" y="38228"/>
                    <a:pt x="48106" y="38244"/>
                    <a:pt x="48072" y="38283"/>
                  </a:cubicBezTo>
                  <a:lnTo>
                    <a:pt x="47775" y="38580"/>
                  </a:lnTo>
                  <a:cubicBezTo>
                    <a:pt x="47418" y="38937"/>
                    <a:pt x="47100" y="39334"/>
                    <a:pt x="46783" y="39770"/>
                  </a:cubicBezTo>
                  <a:cubicBezTo>
                    <a:pt x="46704" y="39830"/>
                    <a:pt x="46723" y="39929"/>
                    <a:pt x="46803" y="39988"/>
                  </a:cubicBezTo>
                  <a:lnTo>
                    <a:pt x="46902" y="40028"/>
                  </a:lnTo>
                  <a:cubicBezTo>
                    <a:pt x="46942" y="40028"/>
                    <a:pt x="47001" y="40008"/>
                    <a:pt x="47021" y="39968"/>
                  </a:cubicBezTo>
                  <a:cubicBezTo>
                    <a:pt x="47338" y="39572"/>
                    <a:pt x="47675" y="39175"/>
                    <a:pt x="48013" y="38798"/>
                  </a:cubicBezTo>
                  <a:lnTo>
                    <a:pt x="48290" y="38501"/>
                  </a:lnTo>
                  <a:cubicBezTo>
                    <a:pt x="48395" y="38381"/>
                    <a:pt x="48296" y="38228"/>
                    <a:pt x="48182" y="38228"/>
                  </a:cubicBezTo>
                  <a:close/>
                  <a:moveTo>
                    <a:pt x="45430" y="41892"/>
                  </a:moveTo>
                  <a:cubicBezTo>
                    <a:pt x="45373" y="41892"/>
                    <a:pt x="45315" y="41918"/>
                    <a:pt x="45276" y="41971"/>
                  </a:cubicBezTo>
                  <a:cubicBezTo>
                    <a:pt x="44958" y="42546"/>
                    <a:pt x="44661" y="43122"/>
                    <a:pt x="44383" y="43716"/>
                  </a:cubicBezTo>
                  <a:cubicBezTo>
                    <a:pt x="44364" y="43796"/>
                    <a:pt x="44383" y="43895"/>
                    <a:pt x="44463" y="43935"/>
                  </a:cubicBezTo>
                  <a:lnTo>
                    <a:pt x="44542" y="43935"/>
                  </a:lnTo>
                  <a:cubicBezTo>
                    <a:pt x="44602" y="43935"/>
                    <a:pt x="44661" y="43895"/>
                    <a:pt x="44701" y="43855"/>
                  </a:cubicBezTo>
                  <a:cubicBezTo>
                    <a:pt x="44958" y="43260"/>
                    <a:pt x="45256" y="42685"/>
                    <a:pt x="45593" y="42150"/>
                  </a:cubicBezTo>
                  <a:cubicBezTo>
                    <a:pt x="45633" y="42051"/>
                    <a:pt x="45613" y="41952"/>
                    <a:pt x="45514" y="41912"/>
                  </a:cubicBezTo>
                  <a:cubicBezTo>
                    <a:pt x="45487" y="41899"/>
                    <a:pt x="45459" y="41892"/>
                    <a:pt x="45430" y="41892"/>
                  </a:cubicBezTo>
                  <a:close/>
                  <a:moveTo>
                    <a:pt x="43607" y="46032"/>
                  </a:moveTo>
                  <a:cubicBezTo>
                    <a:pt x="43538" y="46032"/>
                    <a:pt x="43464" y="46070"/>
                    <a:pt x="43431" y="46136"/>
                  </a:cubicBezTo>
                  <a:cubicBezTo>
                    <a:pt x="43233" y="46751"/>
                    <a:pt x="43055" y="47365"/>
                    <a:pt x="42876" y="48040"/>
                  </a:cubicBezTo>
                  <a:cubicBezTo>
                    <a:pt x="42876" y="48119"/>
                    <a:pt x="42936" y="48198"/>
                    <a:pt x="43015" y="48238"/>
                  </a:cubicBezTo>
                  <a:lnTo>
                    <a:pt x="43055" y="48238"/>
                  </a:lnTo>
                  <a:cubicBezTo>
                    <a:pt x="43134" y="48238"/>
                    <a:pt x="43194" y="48179"/>
                    <a:pt x="43213" y="48119"/>
                  </a:cubicBezTo>
                  <a:cubicBezTo>
                    <a:pt x="43372" y="47465"/>
                    <a:pt x="43550" y="46850"/>
                    <a:pt x="43749" y="46235"/>
                  </a:cubicBezTo>
                  <a:cubicBezTo>
                    <a:pt x="43769" y="46156"/>
                    <a:pt x="43729" y="46057"/>
                    <a:pt x="43650" y="46037"/>
                  </a:cubicBezTo>
                  <a:cubicBezTo>
                    <a:pt x="43636" y="46033"/>
                    <a:pt x="43622" y="46032"/>
                    <a:pt x="43607" y="46032"/>
                  </a:cubicBezTo>
                  <a:close/>
                  <a:moveTo>
                    <a:pt x="42528" y="50475"/>
                  </a:moveTo>
                  <a:cubicBezTo>
                    <a:pt x="42460" y="50475"/>
                    <a:pt x="42398" y="50529"/>
                    <a:pt x="42380" y="50598"/>
                  </a:cubicBezTo>
                  <a:cubicBezTo>
                    <a:pt x="42281" y="51233"/>
                    <a:pt x="42182" y="51887"/>
                    <a:pt x="42142" y="52561"/>
                  </a:cubicBezTo>
                  <a:cubicBezTo>
                    <a:pt x="42123" y="52641"/>
                    <a:pt x="42202" y="52720"/>
                    <a:pt x="42281" y="52720"/>
                  </a:cubicBezTo>
                  <a:cubicBezTo>
                    <a:pt x="42380" y="52720"/>
                    <a:pt x="42460" y="52680"/>
                    <a:pt x="42460" y="52581"/>
                  </a:cubicBezTo>
                  <a:cubicBezTo>
                    <a:pt x="42539" y="51927"/>
                    <a:pt x="42618" y="51292"/>
                    <a:pt x="42718" y="50638"/>
                  </a:cubicBezTo>
                  <a:cubicBezTo>
                    <a:pt x="42718" y="50558"/>
                    <a:pt x="42638" y="50479"/>
                    <a:pt x="42559" y="50479"/>
                  </a:cubicBezTo>
                  <a:cubicBezTo>
                    <a:pt x="42548" y="50476"/>
                    <a:pt x="42538" y="50475"/>
                    <a:pt x="42528" y="50475"/>
                  </a:cubicBezTo>
                  <a:close/>
                  <a:moveTo>
                    <a:pt x="42142" y="55000"/>
                  </a:moveTo>
                  <a:cubicBezTo>
                    <a:pt x="42063" y="55000"/>
                    <a:pt x="41964" y="55080"/>
                    <a:pt x="41964" y="55159"/>
                  </a:cubicBezTo>
                  <a:lnTo>
                    <a:pt x="41964" y="57142"/>
                  </a:lnTo>
                  <a:cubicBezTo>
                    <a:pt x="41964" y="57222"/>
                    <a:pt x="42023" y="57281"/>
                    <a:pt x="42123" y="57281"/>
                  </a:cubicBezTo>
                  <a:cubicBezTo>
                    <a:pt x="42202" y="57281"/>
                    <a:pt x="42281" y="57202"/>
                    <a:pt x="42281" y="57122"/>
                  </a:cubicBezTo>
                  <a:lnTo>
                    <a:pt x="42281" y="55179"/>
                  </a:lnTo>
                  <a:cubicBezTo>
                    <a:pt x="42301" y="55080"/>
                    <a:pt x="42222" y="55000"/>
                    <a:pt x="42142" y="55000"/>
                  </a:cubicBezTo>
                  <a:close/>
                  <a:moveTo>
                    <a:pt x="42221" y="59619"/>
                  </a:moveTo>
                  <a:cubicBezTo>
                    <a:pt x="42152" y="59619"/>
                    <a:pt x="42084" y="59658"/>
                    <a:pt x="42063" y="59740"/>
                  </a:cubicBezTo>
                  <a:cubicBezTo>
                    <a:pt x="42123" y="60395"/>
                    <a:pt x="42162" y="61029"/>
                    <a:pt x="42242" y="61703"/>
                  </a:cubicBezTo>
                  <a:cubicBezTo>
                    <a:pt x="42242" y="61783"/>
                    <a:pt x="42321" y="61842"/>
                    <a:pt x="42420" y="61842"/>
                  </a:cubicBezTo>
                  <a:cubicBezTo>
                    <a:pt x="42519" y="61822"/>
                    <a:pt x="42579" y="61743"/>
                    <a:pt x="42559" y="61684"/>
                  </a:cubicBezTo>
                  <a:cubicBezTo>
                    <a:pt x="42519" y="61009"/>
                    <a:pt x="42440" y="60355"/>
                    <a:pt x="42380" y="59720"/>
                  </a:cubicBezTo>
                  <a:cubicBezTo>
                    <a:pt x="42352" y="59653"/>
                    <a:pt x="42286" y="59619"/>
                    <a:pt x="42221" y="59619"/>
                  </a:cubicBezTo>
                  <a:close/>
                  <a:moveTo>
                    <a:pt x="42718" y="64103"/>
                  </a:moveTo>
                  <a:cubicBezTo>
                    <a:pt x="42618" y="64123"/>
                    <a:pt x="42559" y="64202"/>
                    <a:pt x="42559" y="64301"/>
                  </a:cubicBezTo>
                  <a:lnTo>
                    <a:pt x="42856" y="66245"/>
                  </a:lnTo>
                  <a:cubicBezTo>
                    <a:pt x="42876" y="66304"/>
                    <a:pt x="42956" y="66364"/>
                    <a:pt x="43035" y="66364"/>
                  </a:cubicBezTo>
                  <a:lnTo>
                    <a:pt x="43055" y="66364"/>
                  </a:lnTo>
                  <a:cubicBezTo>
                    <a:pt x="43134" y="66344"/>
                    <a:pt x="43194" y="66265"/>
                    <a:pt x="43174" y="66185"/>
                  </a:cubicBezTo>
                  <a:lnTo>
                    <a:pt x="42876" y="64262"/>
                  </a:lnTo>
                  <a:cubicBezTo>
                    <a:pt x="42876" y="64163"/>
                    <a:pt x="42797" y="64103"/>
                    <a:pt x="42718" y="64103"/>
                  </a:cubicBezTo>
                  <a:close/>
                  <a:moveTo>
                    <a:pt x="43471" y="68650"/>
                  </a:moveTo>
                  <a:cubicBezTo>
                    <a:pt x="43389" y="68650"/>
                    <a:pt x="43312" y="68709"/>
                    <a:pt x="43312" y="68803"/>
                  </a:cubicBezTo>
                  <a:lnTo>
                    <a:pt x="43610" y="70548"/>
                  </a:lnTo>
                  <a:lnTo>
                    <a:pt x="43650" y="70727"/>
                  </a:lnTo>
                  <a:cubicBezTo>
                    <a:pt x="43650" y="70806"/>
                    <a:pt x="43709" y="70866"/>
                    <a:pt x="43808" y="70866"/>
                  </a:cubicBezTo>
                  <a:lnTo>
                    <a:pt x="43828" y="70866"/>
                  </a:lnTo>
                  <a:cubicBezTo>
                    <a:pt x="43907" y="70846"/>
                    <a:pt x="43967" y="70766"/>
                    <a:pt x="43967" y="70667"/>
                  </a:cubicBezTo>
                  <a:lnTo>
                    <a:pt x="43927" y="70489"/>
                  </a:lnTo>
                  <a:lnTo>
                    <a:pt x="43630" y="68744"/>
                  </a:lnTo>
                  <a:cubicBezTo>
                    <a:pt x="43589" y="68679"/>
                    <a:pt x="43529" y="68650"/>
                    <a:pt x="43471" y="68650"/>
                  </a:cubicBezTo>
                  <a:close/>
                  <a:moveTo>
                    <a:pt x="44225" y="73106"/>
                  </a:moveTo>
                  <a:cubicBezTo>
                    <a:pt x="44126" y="73126"/>
                    <a:pt x="44086" y="73206"/>
                    <a:pt x="44106" y="73305"/>
                  </a:cubicBezTo>
                  <a:cubicBezTo>
                    <a:pt x="44205" y="73939"/>
                    <a:pt x="44324" y="74594"/>
                    <a:pt x="44423" y="75228"/>
                  </a:cubicBezTo>
                  <a:cubicBezTo>
                    <a:pt x="44423" y="75308"/>
                    <a:pt x="44502" y="75367"/>
                    <a:pt x="44562" y="75367"/>
                  </a:cubicBezTo>
                  <a:lnTo>
                    <a:pt x="44602" y="75367"/>
                  </a:lnTo>
                  <a:cubicBezTo>
                    <a:pt x="44681" y="75347"/>
                    <a:pt x="44740" y="75268"/>
                    <a:pt x="44740" y="75189"/>
                  </a:cubicBezTo>
                  <a:cubicBezTo>
                    <a:pt x="44641" y="74534"/>
                    <a:pt x="44522" y="73900"/>
                    <a:pt x="44423" y="73245"/>
                  </a:cubicBezTo>
                  <a:cubicBezTo>
                    <a:pt x="44403" y="73166"/>
                    <a:pt x="44304" y="73106"/>
                    <a:pt x="44225" y="73106"/>
                  </a:cubicBezTo>
                  <a:close/>
                  <a:moveTo>
                    <a:pt x="44939" y="77608"/>
                  </a:moveTo>
                  <a:cubicBezTo>
                    <a:pt x="44840" y="77628"/>
                    <a:pt x="44780" y="77727"/>
                    <a:pt x="44780" y="77806"/>
                  </a:cubicBezTo>
                  <a:cubicBezTo>
                    <a:pt x="44879" y="78481"/>
                    <a:pt x="44958" y="79135"/>
                    <a:pt x="45038" y="79750"/>
                  </a:cubicBezTo>
                  <a:cubicBezTo>
                    <a:pt x="45038" y="79829"/>
                    <a:pt x="45097" y="79889"/>
                    <a:pt x="45177" y="79889"/>
                  </a:cubicBezTo>
                  <a:lnTo>
                    <a:pt x="45216" y="79889"/>
                  </a:lnTo>
                  <a:cubicBezTo>
                    <a:pt x="45296" y="79869"/>
                    <a:pt x="45355" y="79790"/>
                    <a:pt x="45355" y="79690"/>
                  </a:cubicBezTo>
                  <a:cubicBezTo>
                    <a:pt x="45276" y="79076"/>
                    <a:pt x="45216" y="78421"/>
                    <a:pt x="45117" y="77767"/>
                  </a:cubicBezTo>
                  <a:cubicBezTo>
                    <a:pt x="45117" y="77668"/>
                    <a:pt x="45038" y="77608"/>
                    <a:pt x="44939" y="77608"/>
                  </a:cubicBezTo>
                  <a:close/>
                  <a:moveTo>
                    <a:pt x="45415" y="82150"/>
                  </a:moveTo>
                  <a:cubicBezTo>
                    <a:pt x="45335" y="82169"/>
                    <a:pt x="45276" y="82249"/>
                    <a:pt x="45256" y="82328"/>
                  </a:cubicBezTo>
                  <a:cubicBezTo>
                    <a:pt x="45315" y="83002"/>
                    <a:pt x="45335" y="83657"/>
                    <a:pt x="45355" y="84291"/>
                  </a:cubicBezTo>
                  <a:cubicBezTo>
                    <a:pt x="45355" y="84371"/>
                    <a:pt x="45434" y="84430"/>
                    <a:pt x="45514" y="84430"/>
                  </a:cubicBezTo>
                  <a:cubicBezTo>
                    <a:pt x="45593" y="84430"/>
                    <a:pt x="45672" y="84371"/>
                    <a:pt x="45672" y="84291"/>
                  </a:cubicBezTo>
                  <a:cubicBezTo>
                    <a:pt x="45653" y="83637"/>
                    <a:pt x="45633" y="82963"/>
                    <a:pt x="45573" y="82308"/>
                  </a:cubicBezTo>
                  <a:cubicBezTo>
                    <a:pt x="45573" y="82209"/>
                    <a:pt x="45494" y="82150"/>
                    <a:pt x="45415" y="82150"/>
                  </a:cubicBezTo>
                  <a:close/>
                  <a:moveTo>
                    <a:pt x="45514" y="86711"/>
                  </a:moveTo>
                  <a:cubicBezTo>
                    <a:pt x="45415" y="86711"/>
                    <a:pt x="45335" y="86790"/>
                    <a:pt x="45335" y="86889"/>
                  </a:cubicBezTo>
                  <a:cubicBezTo>
                    <a:pt x="45315" y="87524"/>
                    <a:pt x="45256" y="88198"/>
                    <a:pt x="45196" y="88813"/>
                  </a:cubicBezTo>
                  <a:cubicBezTo>
                    <a:pt x="45196" y="88912"/>
                    <a:pt x="45236" y="88991"/>
                    <a:pt x="45335" y="88991"/>
                  </a:cubicBezTo>
                  <a:lnTo>
                    <a:pt x="45355" y="88991"/>
                  </a:lnTo>
                  <a:cubicBezTo>
                    <a:pt x="45434" y="88991"/>
                    <a:pt x="45514" y="88932"/>
                    <a:pt x="45514" y="88852"/>
                  </a:cubicBezTo>
                  <a:cubicBezTo>
                    <a:pt x="45573" y="88218"/>
                    <a:pt x="45633" y="87563"/>
                    <a:pt x="45653" y="86889"/>
                  </a:cubicBezTo>
                  <a:cubicBezTo>
                    <a:pt x="45653" y="86810"/>
                    <a:pt x="45593" y="86731"/>
                    <a:pt x="45514" y="86711"/>
                  </a:cubicBezTo>
                  <a:close/>
                  <a:moveTo>
                    <a:pt x="45018" y="91252"/>
                  </a:moveTo>
                  <a:cubicBezTo>
                    <a:pt x="44919" y="91252"/>
                    <a:pt x="44859" y="91312"/>
                    <a:pt x="44840" y="91391"/>
                  </a:cubicBezTo>
                  <a:cubicBezTo>
                    <a:pt x="44721" y="92025"/>
                    <a:pt x="44602" y="92660"/>
                    <a:pt x="44423" y="93315"/>
                  </a:cubicBezTo>
                  <a:cubicBezTo>
                    <a:pt x="44403" y="93394"/>
                    <a:pt x="44463" y="93473"/>
                    <a:pt x="44542" y="93513"/>
                  </a:cubicBezTo>
                  <a:lnTo>
                    <a:pt x="44602" y="93513"/>
                  </a:lnTo>
                  <a:cubicBezTo>
                    <a:pt x="44661" y="93513"/>
                    <a:pt x="44721" y="93453"/>
                    <a:pt x="44740" y="93374"/>
                  </a:cubicBezTo>
                  <a:cubicBezTo>
                    <a:pt x="44879" y="92739"/>
                    <a:pt x="45038" y="92085"/>
                    <a:pt x="45157" y="91450"/>
                  </a:cubicBezTo>
                  <a:cubicBezTo>
                    <a:pt x="45157" y="91351"/>
                    <a:pt x="45097" y="91272"/>
                    <a:pt x="45018" y="91252"/>
                  </a:cubicBezTo>
                  <a:close/>
                  <a:moveTo>
                    <a:pt x="43854" y="95679"/>
                  </a:moveTo>
                  <a:cubicBezTo>
                    <a:pt x="43788" y="95679"/>
                    <a:pt x="43733" y="95720"/>
                    <a:pt x="43689" y="95793"/>
                  </a:cubicBezTo>
                  <a:cubicBezTo>
                    <a:pt x="43511" y="96408"/>
                    <a:pt x="43273" y="97023"/>
                    <a:pt x="43055" y="97618"/>
                  </a:cubicBezTo>
                  <a:cubicBezTo>
                    <a:pt x="43015" y="97697"/>
                    <a:pt x="43055" y="97796"/>
                    <a:pt x="43134" y="97836"/>
                  </a:cubicBezTo>
                  <a:lnTo>
                    <a:pt x="43213" y="97836"/>
                  </a:lnTo>
                  <a:cubicBezTo>
                    <a:pt x="43273" y="97836"/>
                    <a:pt x="43332" y="97796"/>
                    <a:pt x="43352" y="97737"/>
                  </a:cubicBezTo>
                  <a:cubicBezTo>
                    <a:pt x="43590" y="97122"/>
                    <a:pt x="43828" y="96507"/>
                    <a:pt x="44026" y="95893"/>
                  </a:cubicBezTo>
                  <a:cubicBezTo>
                    <a:pt x="44046" y="95793"/>
                    <a:pt x="44007" y="95714"/>
                    <a:pt x="43927" y="95694"/>
                  </a:cubicBezTo>
                  <a:cubicBezTo>
                    <a:pt x="43902" y="95684"/>
                    <a:pt x="43877" y="95679"/>
                    <a:pt x="43854" y="95679"/>
                  </a:cubicBezTo>
                  <a:close/>
                  <a:moveTo>
                    <a:pt x="42153" y="99929"/>
                  </a:moveTo>
                  <a:cubicBezTo>
                    <a:pt x="42092" y="99929"/>
                    <a:pt x="42030" y="99965"/>
                    <a:pt x="42004" y="100017"/>
                  </a:cubicBezTo>
                  <a:cubicBezTo>
                    <a:pt x="41746" y="100593"/>
                    <a:pt x="41448" y="101188"/>
                    <a:pt x="41111" y="101763"/>
                  </a:cubicBezTo>
                  <a:cubicBezTo>
                    <a:pt x="41091" y="101842"/>
                    <a:pt x="41111" y="101941"/>
                    <a:pt x="41191" y="101981"/>
                  </a:cubicBezTo>
                  <a:lnTo>
                    <a:pt x="41270" y="101981"/>
                  </a:lnTo>
                  <a:cubicBezTo>
                    <a:pt x="41329" y="101981"/>
                    <a:pt x="41389" y="101961"/>
                    <a:pt x="41409" y="101901"/>
                  </a:cubicBezTo>
                  <a:cubicBezTo>
                    <a:pt x="41706" y="101326"/>
                    <a:pt x="42043" y="100751"/>
                    <a:pt x="42301" y="100176"/>
                  </a:cubicBezTo>
                  <a:cubicBezTo>
                    <a:pt x="42341" y="100077"/>
                    <a:pt x="42301" y="99978"/>
                    <a:pt x="42242" y="99958"/>
                  </a:cubicBezTo>
                  <a:cubicBezTo>
                    <a:pt x="42215" y="99938"/>
                    <a:pt x="42184" y="99929"/>
                    <a:pt x="42153" y="99929"/>
                  </a:cubicBezTo>
                  <a:close/>
                  <a:moveTo>
                    <a:pt x="39901" y="103899"/>
                  </a:moveTo>
                  <a:cubicBezTo>
                    <a:pt x="39853" y="103899"/>
                    <a:pt x="39813" y="103923"/>
                    <a:pt x="39802" y="103984"/>
                  </a:cubicBezTo>
                  <a:cubicBezTo>
                    <a:pt x="39465" y="104539"/>
                    <a:pt x="39088" y="105074"/>
                    <a:pt x="38712" y="105630"/>
                  </a:cubicBezTo>
                  <a:cubicBezTo>
                    <a:pt x="38672" y="105709"/>
                    <a:pt x="38692" y="105788"/>
                    <a:pt x="38771" y="105848"/>
                  </a:cubicBezTo>
                  <a:lnTo>
                    <a:pt x="38870" y="105848"/>
                  </a:lnTo>
                  <a:cubicBezTo>
                    <a:pt x="38910" y="105848"/>
                    <a:pt x="38969" y="105828"/>
                    <a:pt x="38989" y="105808"/>
                  </a:cubicBezTo>
                  <a:cubicBezTo>
                    <a:pt x="39366" y="105273"/>
                    <a:pt x="39743" y="104717"/>
                    <a:pt x="40080" y="104162"/>
                  </a:cubicBezTo>
                  <a:cubicBezTo>
                    <a:pt x="40209" y="104062"/>
                    <a:pt x="40027" y="103899"/>
                    <a:pt x="39901" y="103899"/>
                  </a:cubicBezTo>
                  <a:close/>
                  <a:moveTo>
                    <a:pt x="37289" y="107605"/>
                  </a:moveTo>
                  <a:cubicBezTo>
                    <a:pt x="37242" y="107605"/>
                    <a:pt x="37198" y="107620"/>
                    <a:pt x="37165" y="107653"/>
                  </a:cubicBezTo>
                  <a:cubicBezTo>
                    <a:pt x="36768" y="108188"/>
                    <a:pt x="36332" y="108684"/>
                    <a:pt x="35915" y="109180"/>
                  </a:cubicBezTo>
                  <a:cubicBezTo>
                    <a:pt x="35856" y="109239"/>
                    <a:pt x="35876" y="109338"/>
                    <a:pt x="35935" y="109398"/>
                  </a:cubicBezTo>
                  <a:cubicBezTo>
                    <a:pt x="35955" y="109418"/>
                    <a:pt x="35995" y="109437"/>
                    <a:pt x="36034" y="109437"/>
                  </a:cubicBezTo>
                  <a:cubicBezTo>
                    <a:pt x="36094" y="109437"/>
                    <a:pt x="36134" y="109418"/>
                    <a:pt x="36173" y="109378"/>
                  </a:cubicBezTo>
                  <a:cubicBezTo>
                    <a:pt x="36590" y="108882"/>
                    <a:pt x="37026" y="108386"/>
                    <a:pt x="37423" y="107890"/>
                  </a:cubicBezTo>
                  <a:cubicBezTo>
                    <a:pt x="37482" y="107811"/>
                    <a:pt x="37462" y="107692"/>
                    <a:pt x="37403" y="107633"/>
                  </a:cubicBezTo>
                  <a:cubicBezTo>
                    <a:pt x="37367" y="107615"/>
                    <a:pt x="37327" y="107605"/>
                    <a:pt x="37289" y="107605"/>
                  </a:cubicBezTo>
                  <a:close/>
                  <a:moveTo>
                    <a:pt x="34266" y="111031"/>
                  </a:moveTo>
                  <a:cubicBezTo>
                    <a:pt x="34228" y="111031"/>
                    <a:pt x="34188" y="111046"/>
                    <a:pt x="34150" y="111083"/>
                  </a:cubicBezTo>
                  <a:cubicBezTo>
                    <a:pt x="33714" y="111520"/>
                    <a:pt x="33238" y="111996"/>
                    <a:pt x="32742" y="112452"/>
                  </a:cubicBezTo>
                  <a:cubicBezTo>
                    <a:pt x="32683" y="112511"/>
                    <a:pt x="32683" y="112591"/>
                    <a:pt x="32742" y="112670"/>
                  </a:cubicBezTo>
                  <a:lnTo>
                    <a:pt x="32861" y="112709"/>
                  </a:lnTo>
                  <a:lnTo>
                    <a:pt x="32961" y="112670"/>
                  </a:lnTo>
                  <a:cubicBezTo>
                    <a:pt x="33456" y="112214"/>
                    <a:pt x="33932" y="111777"/>
                    <a:pt x="34388" y="111301"/>
                  </a:cubicBezTo>
                  <a:cubicBezTo>
                    <a:pt x="34495" y="111195"/>
                    <a:pt x="34392" y="111031"/>
                    <a:pt x="34266" y="111031"/>
                  </a:cubicBezTo>
                  <a:close/>
                  <a:moveTo>
                    <a:pt x="30919" y="114115"/>
                  </a:moveTo>
                  <a:cubicBezTo>
                    <a:pt x="30883" y="114115"/>
                    <a:pt x="30846" y="114130"/>
                    <a:pt x="30819" y="114157"/>
                  </a:cubicBezTo>
                  <a:lnTo>
                    <a:pt x="29292" y="115367"/>
                  </a:lnTo>
                  <a:cubicBezTo>
                    <a:pt x="29232" y="115426"/>
                    <a:pt x="29193" y="115526"/>
                    <a:pt x="29252" y="115625"/>
                  </a:cubicBezTo>
                  <a:lnTo>
                    <a:pt x="29391" y="115664"/>
                  </a:lnTo>
                  <a:lnTo>
                    <a:pt x="29490" y="115645"/>
                  </a:lnTo>
                  <a:cubicBezTo>
                    <a:pt x="30025" y="115248"/>
                    <a:pt x="30521" y="114831"/>
                    <a:pt x="31017" y="114395"/>
                  </a:cubicBezTo>
                  <a:cubicBezTo>
                    <a:pt x="31077" y="114355"/>
                    <a:pt x="31096" y="114237"/>
                    <a:pt x="31037" y="114177"/>
                  </a:cubicBezTo>
                  <a:cubicBezTo>
                    <a:pt x="31005" y="114135"/>
                    <a:pt x="30962" y="114115"/>
                    <a:pt x="30919" y="114115"/>
                  </a:cubicBezTo>
                  <a:close/>
                  <a:moveTo>
                    <a:pt x="27278" y="116860"/>
                  </a:moveTo>
                  <a:cubicBezTo>
                    <a:pt x="27247" y="116860"/>
                    <a:pt x="27216" y="116876"/>
                    <a:pt x="27190" y="116914"/>
                  </a:cubicBezTo>
                  <a:lnTo>
                    <a:pt x="25563" y="117965"/>
                  </a:lnTo>
                  <a:cubicBezTo>
                    <a:pt x="25484" y="118024"/>
                    <a:pt x="25464" y="118143"/>
                    <a:pt x="25504" y="118223"/>
                  </a:cubicBezTo>
                  <a:cubicBezTo>
                    <a:pt x="25544" y="118262"/>
                    <a:pt x="25603" y="118282"/>
                    <a:pt x="25663" y="118302"/>
                  </a:cubicBezTo>
                  <a:lnTo>
                    <a:pt x="25722" y="118262"/>
                  </a:lnTo>
                  <a:lnTo>
                    <a:pt x="27368" y="117172"/>
                  </a:lnTo>
                  <a:cubicBezTo>
                    <a:pt x="27545" y="117139"/>
                    <a:pt x="27409" y="116860"/>
                    <a:pt x="27278" y="116860"/>
                  </a:cubicBezTo>
                  <a:close/>
                  <a:moveTo>
                    <a:pt x="23367" y="119328"/>
                  </a:moveTo>
                  <a:cubicBezTo>
                    <a:pt x="23353" y="119328"/>
                    <a:pt x="23338" y="119329"/>
                    <a:pt x="23322" y="119333"/>
                  </a:cubicBezTo>
                  <a:lnTo>
                    <a:pt x="21617" y="120245"/>
                  </a:lnTo>
                  <a:cubicBezTo>
                    <a:pt x="21538" y="120305"/>
                    <a:pt x="21518" y="120384"/>
                    <a:pt x="21538" y="120483"/>
                  </a:cubicBezTo>
                  <a:cubicBezTo>
                    <a:pt x="21557" y="120523"/>
                    <a:pt x="21617" y="120563"/>
                    <a:pt x="21696" y="120583"/>
                  </a:cubicBezTo>
                  <a:lnTo>
                    <a:pt x="21756" y="120543"/>
                  </a:lnTo>
                  <a:cubicBezTo>
                    <a:pt x="22351" y="120245"/>
                    <a:pt x="22926" y="119928"/>
                    <a:pt x="23501" y="119611"/>
                  </a:cubicBezTo>
                  <a:cubicBezTo>
                    <a:pt x="23573" y="119485"/>
                    <a:pt x="23499" y="119328"/>
                    <a:pt x="23367" y="119328"/>
                  </a:cubicBezTo>
                  <a:close/>
                  <a:moveTo>
                    <a:pt x="19343" y="121409"/>
                  </a:moveTo>
                  <a:cubicBezTo>
                    <a:pt x="19321" y="121409"/>
                    <a:pt x="19299" y="121411"/>
                    <a:pt x="19277" y="121415"/>
                  </a:cubicBezTo>
                  <a:cubicBezTo>
                    <a:pt x="18722" y="121713"/>
                    <a:pt x="18127" y="121991"/>
                    <a:pt x="17532" y="122229"/>
                  </a:cubicBezTo>
                  <a:cubicBezTo>
                    <a:pt x="17452" y="122288"/>
                    <a:pt x="17413" y="122367"/>
                    <a:pt x="17433" y="122466"/>
                  </a:cubicBezTo>
                  <a:cubicBezTo>
                    <a:pt x="17472" y="122506"/>
                    <a:pt x="17532" y="122546"/>
                    <a:pt x="17591" y="122566"/>
                  </a:cubicBezTo>
                  <a:lnTo>
                    <a:pt x="17651" y="122526"/>
                  </a:lnTo>
                  <a:cubicBezTo>
                    <a:pt x="18246" y="122288"/>
                    <a:pt x="18841" y="122010"/>
                    <a:pt x="19436" y="121713"/>
                  </a:cubicBezTo>
                  <a:cubicBezTo>
                    <a:pt x="19515" y="121673"/>
                    <a:pt x="19535" y="121594"/>
                    <a:pt x="19515" y="121515"/>
                  </a:cubicBezTo>
                  <a:cubicBezTo>
                    <a:pt x="19484" y="121438"/>
                    <a:pt x="19418" y="121409"/>
                    <a:pt x="19343" y="121409"/>
                  </a:cubicBezTo>
                  <a:close/>
                  <a:moveTo>
                    <a:pt x="15196" y="123240"/>
                  </a:moveTo>
                  <a:cubicBezTo>
                    <a:pt x="15167" y="123240"/>
                    <a:pt x="15139" y="123247"/>
                    <a:pt x="15112" y="123260"/>
                  </a:cubicBezTo>
                  <a:lnTo>
                    <a:pt x="13288" y="123954"/>
                  </a:lnTo>
                  <a:cubicBezTo>
                    <a:pt x="13208" y="123974"/>
                    <a:pt x="13169" y="124053"/>
                    <a:pt x="13189" y="124152"/>
                  </a:cubicBezTo>
                  <a:cubicBezTo>
                    <a:pt x="13208" y="124212"/>
                    <a:pt x="13288" y="124271"/>
                    <a:pt x="13367" y="124271"/>
                  </a:cubicBezTo>
                  <a:lnTo>
                    <a:pt x="13407" y="124251"/>
                  </a:lnTo>
                  <a:lnTo>
                    <a:pt x="15251" y="123557"/>
                  </a:lnTo>
                  <a:cubicBezTo>
                    <a:pt x="15330" y="123498"/>
                    <a:pt x="15370" y="123418"/>
                    <a:pt x="15350" y="123319"/>
                  </a:cubicBezTo>
                  <a:cubicBezTo>
                    <a:pt x="15311" y="123266"/>
                    <a:pt x="15253" y="123240"/>
                    <a:pt x="15196" y="123240"/>
                  </a:cubicBezTo>
                  <a:close/>
                  <a:moveTo>
                    <a:pt x="10871" y="124782"/>
                  </a:moveTo>
                  <a:cubicBezTo>
                    <a:pt x="10857" y="124782"/>
                    <a:pt x="10842" y="124783"/>
                    <a:pt x="10829" y="124787"/>
                  </a:cubicBezTo>
                  <a:lnTo>
                    <a:pt x="8965" y="125382"/>
                  </a:lnTo>
                  <a:cubicBezTo>
                    <a:pt x="8885" y="125421"/>
                    <a:pt x="8846" y="125501"/>
                    <a:pt x="8865" y="125580"/>
                  </a:cubicBezTo>
                  <a:cubicBezTo>
                    <a:pt x="8885" y="125659"/>
                    <a:pt x="8945" y="125699"/>
                    <a:pt x="9024" y="125699"/>
                  </a:cubicBezTo>
                  <a:lnTo>
                    <a:pt x="9064" y="125699"/>
                  </a:lnTo>
                  <a:lnTo>
                    <a:pt x="10928" y="125104"/>
                  </a:lnTo>
                  <a:cubicBezTo>
                    <a:pt x="11027" y="125084"/>
                    <a:pt x="11087" y="124985"/>
                    <a:pt x="11047" y="124886"/>
                  </a:cubicBezTo>
                  <a:cubicBezTo>
                    <a:pt x="11014" y="124820"/>
                    <a:pt x="10940" y="124782"/>
                    <a:pt x="10871" y="124782"/>
                  </a:cubicBezTo>
                  <a:close/>
                  <a:moveTo>
                    <a:pt x="6503" y="126092"/>
                  </a:moveTo>
                  <a:cubicBezTo>
                    <a:pt x="6491" y="126092"/>
                    <a:pt x="6479" y="126093"/>
                    <a:pt x="6466" y="126096"/>
                  </a:cubicBezTo>
                  <a:lnTo>
                    <a:pt x="4582" y="126591"/>
                  </a:lnTo>
                  <a:cubicBezTo>
                    <a:pt x="4503" y="126611"/>
                    <a:pt x="4443" y="126710"/>
                    <a:pt x="4463" y="126790"/>
                  </a:cubicBezTo>
                  <a:cubicBezTo>
                    <a:pt x="4483" y="126869"/>
                    <a:pt x="4562" y="126909"/>
                    <a:pt x="4641" y="126929"/>
                  </a:cubicBezTo>
                  <a:lnTo>
                    <a:pt x="4661" y="126929"/>
                  </a:lnTo>
                  <a:lnTo>
                    <a:pt x="6565" y="126433"/>
                  </a:lnTo>
                  <a:cubicBezTo>
                    <a:pt x="6644" y="126393"/>
                    <a:pt x="6684" y="126314"/>
                    <a:pt x="6664" y="126234"/>
                  </a:cubicBezTo>
                  <a:cubicBezTo>
                    <a:pt x="6647" y="126148"/>
                    <a:pt x="6584" y="126092"/>
                    <a:pt x="6503" y="126092"/>
                  </a:cubicBezTo>
                  <a:close/>
                  <a:moveTo>
                    <a:pt x="2103" y="127221"/>
                  </a:moveTo>
                  <a:cubicBezTo>
                    <a:pt x="2090" y="127221"/>
                    <a:pt x="2076" y="127223"/>
                    <a:pt x="2063" y="127226"/>
                  </a:cubicBezTo>
                  <a:lnTo>
                    <a:pt x="140" y="127623"/>
                  </a:lnTo>
                  <a:cubicBezTo>
                    <a:pt x="60" y="127642"/>
                    <a:pt x="1" y="127722"/>
                    <a:pt x="21" y="127821"/>
                  </a:cubicBezTo>
                  <a:cubicBezTo>
                    <a:pt x="40" y="127880"/>
                    <a:pt x="100" y="127940"/>
                    <a:pt x="179" y="127940"/>
                  </a:cubicBezTo>
                  <a:lnTo>
                    <a:pt x="199" y="127940"/>
                  </a:lnTo>
                  <a:lnTo>
                    <a:pt x="2123" y="127523"/>
                  </a:lnTo>
                  <a:cubicBezTo>
                    <a:pt x="2202" y="127523"/>
                    <a:pt x="2262" y="127424"/>
                    <a:pt x="2262" y="127345"/>
                  </a:cubicBezTo>
                  <a:cubicBezTo>
                    <a:pt x="2229" y="127262"/>
                    <a:pt x="2168" y="127221"/>
                    <a:pt x="2103" y="127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500" name="picture 5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424557" y="3523615"/>
            <a:ext cx="7357871" cy="2744723"/>
          </a:xfrm>
          <a:prstGeom prst="rect">
            <a:avLst/>
          </a:prstGeom>
        </p:spPr>
      </p:pic>
      <p:grpSp>
        <p:nvGrpSpPr>
          <p:cNvPr id="4521" name="Google Shape;4521;p69"/>
          <p:cNvGrpSpPr/>
          <p:nvPr/>
        </p:nvGrpSpPr>
        <p:grpSpPr>
          <a:xfrm flipH="1">
            <a:off x="7386096" y="-70"/>
            <a:ext cx="1091382" cy="1155725"/>
            <a:chOff x="2958275" y="539500"/>
            <a:chExt cx="1091382" cy="1155725"/>
          </a:xfrm>
        </p:grpSpPr>
        <p:grpSp>
          <p:nvGrpSpPr>
            <p:cNvPr id="4522" name="Google Shape;4522;p69"/>
            <p:cNvGrpSpPr/>
            <p:nvPr/>
          </p:nvGrpSpPr>
          <p:grpSpPr>
            <a:xfrm>
              <a:off x="3170379" y="1212137"/>
              <a:ext cx="879278" cy="483088"/>
              <a:chOff x="2296950" y="3661600"/>
              <a:chExt cx="616475" cy="338700"/>
            </a:xfrm>
          </p:grpSpPr>
          <p:sp>
            <p:nvSpPr>
              <p:cNvPr id="4523" name="Google Shape;4523;p69"/>
              <p:cNvSpPr/>
              <p:nvPr/>
            </p:nvSpPr>
            <p:spPr>
              <a:xfrm>
                <a:off x="2510075" y="3661600"/>
                <a:ext cx="402675" cy="97750"/>
              </a:xfrm>
              <a:custGeom>
                <a:avLst/>
                <a:gdLst/>
                <a:ahLst/>
                <a:cxnLst/>
                <a:rect l="l" t="t" r="r" b="b"/>
                <a:pathLst>
                  <a:path w="16107" h="3910" extrusionOk="0">
                    <a:moveTo>
                      <a:pt x="4306" y="700"/>
                    </a:moveTo>
                    <a:lnTo>
                      <a:pt x="13180" y="2635"/>
                    </a:lnTo>
                    <a:lnTo>
                      <a:pt x="1346" y="3189"/>
                    </a:lnTo>
                    <a:lnTo>
                      <a:pt x="4306" y="700"/>
                    </a:lnTo>
                    <a:close/>
                    <a:moveTo>
                      <a:pt x="4216" y="0"/>
                    </a:moveTo>
                    <a:cubicBezTo>
                      <a:pt x="4136" y="0"/>
                      <a:pt x="4058" y="29"/>
                      <a:pt x="3998" y="83"/>
                    </a:cubicBezTo>
                    <a:lnTo>
                      <a:pt x="152" y="3314"/>
                    </a:lnTo>
                    <a:cubicBezTo>
                      <a:pt x="42" y="3405"/>
                      <a:pt x="0" y="3560"/>
                      <a:pt x="56" y="3696"/>
                    </a:cubicBezTo>
                    <a:cubicBezTo>
                      <a:pt x="103" y="3823"/>
                      <a:pt x="227" y="3909"/>
                      <a:pt x="368" y="3909"/>
                    </a:cubicBezTo>
                    <a:lnTo>
                      <a:pt x="385" y="3909"/>
                    </a:lnTo>
                    <a:lnTo>
                      <a:pt x="15768" y="3189"/>
                    </a:lnTo>
                    <a:cubicBezTo>
                      <a:pt x="15937" y="3184"/>
                      <a:pt x="16078" y="3051"/>
                      <a:pt x="16092" y="2882"/>
                    </a:cubicBezTo>
                    <a:cubicBezTo>
                      <a:pt x="16106" y="2713"/>
                      <a:pt x="15990" y="2558"/>
                      <a:pt x="15824" y="2525"/>
                    </a:cubicBezTo>
                    <a:lnTo>
                      <a:pt x="4286" y="8"/>
                    </a:lnTo>
                    <a:cubicBezTo>
                      <a:pt x="4263" y="3"/>
                      <a:pt x="4240" y="0"/>
                      <a:pt x="42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69"/>
              <p:cNvSpPr/>
              <p:nvPr/>
            </p:nvSpPr>
            <p:spPr>
              <a:xfrm>
                <a:off x="2296950" y="3724500"/>
                <a:ext cx="616275" cy="210650"/>
              </a:xfrm>
              <a:custGeom>
                <a:avLst/>
                <a:gdLst/>
                <a:ahLst/>
                <a:cxnLst/>
                <a:rect l="l" t="t" r="r" b="b"/>
                <a:pathLst>
                  <a:path w="24651" h="8426" extrusionOk="0">
                    <a:moveTo>
                      <a:pt x="20027" y="1363"/>
                    </a:moveTo>
                    <a:lnTo>
                      <a:pt x="2334" y="7100"/>
                    </a:lnTo>
                    <a:lnTo>
                      <a:pt x="7528" y="3373"/>
                    </a:lnTo>
                    <a:lnTo>
                      <a:pt x="20027" y="1363"/>
                    </a:lnTo>
                    <a:close/>
                    <a:moveTo>
                      <a:pt x="24283" y="1"/>
                    </a:moveTo>
                    <a:cubicBezTo>
                      <a:pt x="24264" y="1"/>
                      <a:pt x="24244" y="3"/>
                      <a:pt x="24224" y="6"/>
                    </a:cubicBezTo>
                    <a:lnTo>
                      <a:pt x="7346" y="2722"/>
                    </a:lnTo>
                    <a:cubicBezTo>
                      <a:pt x="7293" y="2730"/>
                      <a:pt x="7243" y="2750"/>
                      <a:pt x="7204" y="2780"/>
                    </a:cubicBezTo>
                    <a:lnTo>
                      <a:pt x="180" y="7817"/>
                    </a:lnTo>
                    <a:cubicBezTo>
                      <a:pt x="44" y="7914"/>
                      <a:pt x="0" y="8094"/>
                      <a:pt x="78" y="8243"/>
                    </a:cubicBezTo>
                    <a:cubicBezTo>
                      <a:pt x="136" y="8354"/>
                      <a:pt x="252" y="8426"/>
                      <a:pt x="379" y="8426"/>
                    </a:cubicBezTo>
                    <a:cubicBezTo>
                      <a:pt x="413" y="8426"/>
                      <a:pt x="449" y="8420"/>
                      <a:pt x="482" y="8409"/>
                    </a:cubicBezTo>
                    <a:lnTo>
                      <a:pt x="24385" y="657"/>
                    </a:lnTo>
                    <a:cubicBezTo>
                      <a:pt x="24551" y="601"/>
                      <a:pt x="24651" y="427"/>
                      <a:pt x="24606" y="255"/>
                    </a:cubicBezTo>
                    <a:cubicBezTo>
                      <a:pt x="24569" y="103"/>
                      <a:pt x="24435" y="1"/>
                      <a:pt x="242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69"/>
              <p:cNvSpPr/>
              <p:nvPr/>
            </p:nvSpPr>
            <p:spPr>
              <a:xfrm>
                <a:off x="2510825" y="3724575"/>
                <a:ext cx="401925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16077" h="3146" extrusionOk="0">
                    <a:moveTo>
                      <a:pt x="9783" y="950"/>
                    </a:moveTo>
                    <a:lnTo>
                      <a:pt x="676" y="2415"/>
                    </a:lnTo>
                    <a:lnTo>
                      <a:pt x="676" y="1376"/>
                    </a:lnTo>
                    <a:lnTo>
                      <a:pt x="9783" y="950"/>
                    </a:lnTo>
                    <a:close/>
                    <a:moveTo>
                      <a:pt x="15719" y="0"/>
                    </a:moveTo>
                    <a:cubicBezTo>
                      <a:pt x="15715" y="0"/>
                      <a:pt x="15712" y="0"/>
                      <a:pt x="15708" y="0"/>
                    </a:cubicBezTo>
                    <a:lnTo>
                      <a:pt x="325" y="720"/>
                    </a:lnTo>
                    <a:cubicBezTo>
                      <a:pt x="142" y="726"/>
                      <a:pt x="1" y="875"/>
                      <a:pt x="1" y="1055"/>
                    </a:cubicBezTo>
                    <a:lnTo>
                      <a:pt x="1" y="2811"/>
                    </a:lnTo>
                    <a:cubicBezTo>
                      <a:pt x="1" y="2907"/>
                      <a:pt x="42" y="3002"/>
                      <a:pt x="120" y="3065"/>
                    </a:cubicBezTo>
                    <a:cubicBezTo>
                      <a:pt x="181" y="3118"/>
                      <a:pt x="258" y="3146"/>
                      <a:pt x="338" y="3146"/>
                    </a:cubicBezTo>
                    <a:lnTo>
                      <a:pt x="394" y="3143"/>
                    </a:lnTo>
                    <a:lnTo>
                      <a:pt x="15777" y="667"/>
                    </a:lnTo>
                    <a:cubicBezTo>
                      <a:pt x="15954" y="640"/>
                      <a:pt x="16076" y="476"/>
                      <a:pt x="16057" y="299"/>
                    </a:cubicBezTo>
                    <a:cubicBezTo>
                      <a:pt x="16035" y="128"/>
                      <a:pt x="15891" y="0"/>
                      <a:pt x="157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69"/>
              <p:cNvSpPr/>
              <p:nvPr/>
            </p:nvSpPr>
            <p:spPr>
              <a:xfrm>
                <a:off x="2482025" y="3724450"/>
                <a:ext cx="431400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11034" extrusionOk="0">
                    <a:moveTo>
                      <a:pt x="14387" y="1500"/>
                    </a:moveTo>
                    <a:lnTo>
                      <a:pt x="676" y="10089"/>
                    </a:lnTo>
                    <a:lnTo>
                      <a:pt x="676" y="5947"/>
                    </a:lnTo>
                    <a:lnTo>
                      <a:pt x="14387" y="1500"/>
                    </a:lnTo>
                    <a:close/>
                    <a:moveTo>
                      <a:pt x="16882" y="1"/>
                    </a:moveTo>
                    <a:cubicBezTo>
                      <a:pt x="16846" y="1"/>
                      <a:pt x="16810" y="7"/>
                      <a:pt x="16774" y="19"/>
                    </a:cubicBezTo>
                    <a:lnTo>
                      <a:pt x="236" y="5382"/>
                    </a:lnTo>
                    <a:cubicBezTo>
                      <a:pt x="98" y="5426"/>
                      <a:pt x="4" y="5554"/>
                      <a:pt x="1" y="5701"/>
                    </a:cubicBezTo>
                    <a:lnTo>
                      <a:pt x="1" y="10695"/>
                    </a:lnTo>
                    <a:cubicBezTo>
                      <a:pt x="1" y="10817"/>
                      <a:pt x="70" y="10931"/>
                      <a:pt x="178" y="10989"/>
                    </a:cubicBezTo>
                    <a:cubicBezTo>
                      <a:pt x="222" y="11017"/>
                      <a:pt x="275" y="11034"/>
                      <a:pt x="329" y="11034"/>
                    </a:cubicBezTo>
                    <a:cubicBezTo>
                      <a:pt x="333" y="11034"/>
                      <a:pt x="337" y="11033"/>
                      <a:pt x="341" y="11033"/>
                    </a:cubicBezTo>
                    <a:cubicBezTo>
                      <a:pt x="402" y="11033"/>
                      <a:pt x="463" y="11017"/>
                      <a:pt x="516" y="10983"/>
                    </a:cubicBezTo>
                    <a:lnTo>
                      <a:pt x="17054" y="623"/>
                    </a:lnTo>
                    <a:cubicBezTo>
                      <a:pt x="17200" y="534"/>
                      <a:pt x="17256" y="351"/>
                      <a:pt x="17184" y="196"/>
                    </a:cubicBezTo>
                    <a:cubicBezTo>
                      <a:pt x="17128" y="73"/>
                      <a:pt x="17008" y="1"/>
                      <a:pt x="16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27" name="Google Shape;4527;p69"/>
            <p:cNvSpPr/>
            <p:nvPr/>
          </p:nvSpPr>
          <p:spPr>
            <a:xfrm>
              <a:off x="2958275" y="539500"/>
              <a:ext cx="562425" cy="897575"/>
            </a:xfrm>
            <a:custGeom>
              <a:avLst/>
              <a:gdLst/>
              <a:ahLst/>
              <a:cxnLst/>
              <a:rect l="l" t="t" r="r" b="b"/>
              <a:pathLst>
                <a:path w="22497" h="35903" extrusionOk="0">
                  <a:moveTo>
                    <a:pt x="20015" y="1"/>
                  </a:moveTo>
                  <a:cubicBezTo>
                    <a:pt x="19867" y="1"/>
                    <a:pt x="19729" y="176"/>
                    <a:pt x="19849" y="335"/>
                  </a:cubicBezTo>
                  <a:cubicBezTo>
                    <a:pt x="20176" y="761"/>
                    <a:pt x="20470" y="1210"/>
                    <a:pt x="20733" y="1680"/>
                  </a:cubicBezTo>
                  <a:cubicBezTo>
                    <a:pt x="20766" y="1747"/>
                    <a:pt x="20832" y="1788"/>
                    <a:pt x="20907" y="1788"/>
                  </a:cubicBezTo>
                  <a:cubicBezTo>
                    <a:pt x="20943" y="1788"/>
                    <a:pt x="20976" y="1777"/>
                    <a:pt x="21010" y="1761"/>
                  </a:cubicBezTo>
                  <a:cubicBezTo>
                    <a:pt x="21109" y="1705"/>
                    <a:pt x="21145" y="1581"/>
                    <a:pt x="21087" y="1484"/>
                  </a:cubicBezTo>
                  <a:cubicBezTo>
                    <a:pt x="20818" y="994"/>
                    <a:pt x="20514" y="526"/>
                    <a:pt x="20173" y="86"/>
                  </a:cubicBezTo>
                  <a:cubicBezTo>
                    <a:pt x="20128" y="26"/>
                    <a:pt x="20071" y="1"/>
                    <a:pt x="20015" y="1"/>
                  </a:cubicBezTo>
                  <a:close/>
                  <a:moveTo>
                    <a:pt x="22064" y="4439"/>
                  </a:moveTo>
                  <a:cubicBezTo>
                    <a:pt x="22050" y="4439"/>
                    <a:pt x="22035" y="4440"/>
                    <a:pt x="22020" y="4444"/>
                  </a:cubicBezTo>
                  <a:cubicBezTo>
                    <a:pt x="21909" y="4469"/>
                    <a:pt x="21837" y="4577"/>
                    <a:pt x="21860" y="4687"/>
                  </a:cubicBezTo>
                  <a:cubicBezTo>
                    <a:pt x="21973" y="5213"/>
                    <a:pt x="22048" y="5745"/>
                    <a:pt x="22081" y="6279"/>
                  </a:cubicBezTo>
                  <a:cubicBezTo>
                    <a:pt x="22087" y="6390"/>
                    <a:pt x="22175" y="6473"/>
                    <a:pt x="22286" y="6473"/>
                  </a:cubicBezTo>
                  <a:lnTo>
                    <a:pt x="22300" y="6473"/>
                  </a:lnTo>
                  <a:cubicBezTo>
                    <a:pt x="22413" y="6468"/>
                    <a:pt x="22496" y="6368"/>
                    <a:pt x="22491" y="6257"/>
                  </a:cubicBezTo>
                  <a:cubicBezTo>
                    <a:pt x="22455" y="5701"/>
                    <a:pt x="22380" y="5147"/>
                    <a:pt x="22261" y="4601"/>
                  </a:cubicBezTo>
                  <a:cubicBezTo>
                    <a:pt x="22242" y="4506"/>
                    <a:pt x="22158" y="4439"/>
                    <a:pt x="22064" y="4439"/>
                  </a:cubicBezTo>
                  <a:close/>
                  <a:moveTo>
                    <a:pt x="21969" y="9334"/>
                  </a:moveTo>
                  <a:cubicBezTo>
                    <a:pt x="21889" y="9334"/>
                    <a:pt x="21810" y="9377"/>
                    <a:pt x="21776" y="9475"/>
                  </a:cubicBezTo>
                  <a:cubicBezTo>
                    <a:pt x="21646" y="9998"/>
                    <a:pt x="21477" y="10507"/>
                    <a:pt x="21273" y="11006"/>
                  </a:cubicBezTo>
                  <a:cubicBezTo>
                    <a:pt x="21228" y="11108"/>
                    <a:pt x="21278" y="11227"/>
                    <a:pt x="21383" y="11271"/>
                  </a:cubicBezTo>
                  <a:cubicBezTo>
                    <a:pt x="21408" y="11283"/>
                    <a:pt x="21433" y="11288"/>
                    <a:pt x="21461" y="11288"/>
                  </a:cubicBezTo>
                  <a:cubicBezTo>
                    <a:pt x="21544" y="11285"/>
                    <a:pt x="21619" y="11235"/>
                    <a:pt x="21652" y="11161"/>
                  </a:cubicBezTo>
                  <a:cubicBezTo>
                    <a:pt x="21862" y="10643"/>
                    <a:pt x="22039" y="10114"/>
                    <a:pt x="22178" y="9574"/>
                  </a:cubicBezTo>
                  <a:cubicBezTo>
                    <a:pt x="22203" y="9426"/>
                    <a:pt x="22086" y="9334"/>
                    <a:pt x="21969" y="9334"/>
                  </a:cubicBezTo>
                  <a:close/>
                  <a:moveTo>
                    <a:pt x="19769" y="13698"/>
                  </a:moveTo>
                  <a:cubicBezTo>
                    <a:pt x="19720" y="13698"/>
                    <a:pt x="19669" y="13717"/>
                    <a:pt x="19625" y="13761"/>
                  </a:cubicBezTo>
                  <a:cubicBezTo>
                    <a:pt x="19285" y="14176"/>
                    <a:pt x="18914" y="14564"/>
                    <a:pt x="18512" y="14921"/>
                  </a:cubicBezTo>
                  <a:cubicBezTo>
                    <a:pt x="18376" y="15051"/>
                    <a:pt x="18465" y="15281"/>
                    <a:pt x="18651" y="15283"/>
                  </a:cubicBezTo>
                  <a:cubicBezTo>
                    <a:pt x="18700" y="15283"/>
                    <a:pt x="18750" y="15264"/>
                    <a:pt x="18786" y="15231"/>
                  </a:cubicBezTo>
                  <a:cubicBezTo>
                    <a:pt x="19201" y="14857"/>
                    <a:pt x="19589" y="14453"/>
                    <a:pt x="19944" y="14021"/>
                  </a:cubicBezTo>
                  <a:cubicBezTo>
                    <a:pt x="20045" y="13865"/>
                    <a:pt x="19915" y="13698"/>
                    <a:pt x="19769" y="13698"/>
                  </a:cubicBezTo>
                  <a:close/>
                  <a:moveTo>
                    <a:pt x="15938" y="16706"/>
                  </a:moveTo>
                  <a:cubicBezTo>
                    <a:pt x="15907" y="16706"/>
                    <a:pt x="15875" y="16713"/>
                    <a:pt x="15846" y="16729"/>
                  </a:cubicBezTo>
                  <a:cubicBezTo>
                    <a:pt x="15389" y="16967"/>
                    <a:pt x="14907" y="17194"/>
                    <a:pt x="14370" y="17418"/>
                  </a:cubicBezTo>
                  <a:cubicBezTo>
                    <a:pt x="14265" y="17460"/>
                    <a:pt x="14215" y="17579"/>
                    <a:pt x="14259" y="17684"/>
                  </a:cubicBezTo>
                  <a:cubicBezTo>
                    <a:pt x="14292" y="17761"/>
                    <a:pt x="14367" y="17811"/>
                    <a:pt x="14450" y="17811"/>
                  </a:cubicBezTo>
                  <a:cubicBezTo>
                    <a:pt x="14478" y="17811"/>
                    <a:pt x="14503" y="17806"/>
                    <a:pt x="14531" y="17795"/>
                  </a:cubicBezTo>
                  <a:cubicBezTo>
                    <a:pt x="15076" y="17568"/>
                    <a:pt x="15569" y="17338"/>
                    <a:pt x="16031" y="17097"/>
                  </a:cubicBezTo>
                  <a:cubicBezTo>
                    <a:pt x="16134" y="17044"/>
                    <a:pt x="16172" y="16920"/>
                    <a:pt x="16120" y="16820"/>
                  </a:cubicBezTo>
                  <a:cubicBezTo>
                    <a:pt x="16085" y="16748"/>
                    <a:pt x="16012" y="16706"/>
                    <a:pt x="15938" y="16706"/>
                  </a:cubicBezTo>
                  <a:close/>
                  <a:moveTo>
                    <a:pt x="11369" y="18532"/>
                  </a:moveTo>
                  <a:cubicBezTo>
                    <a:pt x="11348" y="18532"/>
                    <a:pt x="11326" y="18535"/>
                    <a:pt x="11305" y="18542"/>
                  </a:cubicBezTo>
                  <a:lnTo>
                    <a:pt x="10782" y="18714"/>
                  </a:lnTo>
                  <a:lnTo>
                    <a:pt x="9743" y="19060"/>
                  </a:lnTo>
                  <a:cubicBezTo>
                    <a:pt x="9533" y="19143"/>
                    <a:pt x="9583" y="19453"/>
                    <a:pt x="9807" y="19462"/>
                  </a:cubicBezTo>
                  <a:cubicBezTo>
                    <a:pt x="9832" y="19462"/>
                    <a:pt x="9854" y="19459"/>
                    <a:pt x="9879" y="19453"/>
                  </a:cubicBezTo>
                  <a:lnTo>
                    <a:pt x="10912" y="19102"/>
                  </a:lnTo>
                  <a:lnTo>
                    <a:pt x="11432" y="18930"/>
                  </a:lnTo>
                  <a:cubicBezTo>
                    <a:pt x="11538" y="18894"/>
                    <a:pt x="11598" y="18778"/>
                    <a:pt x="11562" y="18670"/>
                  </a:cubicBezTo>
                  <a:cubicBezTo>
                    <a:pt x="11534" y="18586"/>
                    <a:pt x="11454" y="18532"/>
                    <a:pt x="11369" y="18532"/>
                  </a:cubicBezTo>
                  <a:close/>
                  <a:moveTo>
                    <a:pt x="6751" y="20236"/>
                  </a:moveTo>
                  <a:cubicBezTo>
                    <a:pt x="6722" y="20236"/>
                    <a:pt x="6691" y="20242"/>
                    <a:pt x="6662" y="20256"/>
                  </a:cubicBezTo>
                  <a:cubicBezTo>
                    <a:pt x="6141" y="20494"/>
                    <a:pt x="5646" y="20752"/>
                    <a:pt x="5186" y="21009"/>
                  </a:cubicBezTo>
                  <a:cubicBezTo>
                    <a:pt x="5086" y="21067"/>
                    <a:pt x="5053" y="21192"/>
                    <a:pt x="5108" y="21289"/>
                  </a:cubicBezTo>
                  <a:cubicBezTo>
                    <a:pt x="5143" y="21353"/>
                    <a:pt x="5209" y="21394"/>
                    <a:pt x="5281" y="21394"/>
                  </a:cubicBezTo>
                  <a:cubicBezTo>
                    <a:pt x="5284" y="21394"/>
                    <a:pt x="5286" y="21394"/>
                    <a:pt x="5288" y="21394"/>
                  </a:cubicBezTo>
                  <a:cubicBezTo>
                    <a:pt x="5324" y="21394"/>
                    <a:pt x="5358" y="21386"/>
                    <a:pt x="5388" y="21369"/>
                  </a:cubicBezTo>
                  <a:cubicBezTo>
                    <a:pt x="5837" y="21114"/>
                    <a:pt x="6324" y="20865"/>
                    <a:pt x="6836" y="20630"/>
                  </a:cubicBezTo>
                  <a:cubicBezTo>
                    <a:pt x="6936" y="20580"/>
                    <a:pt x="6980" y="20458"/>
                    <a:pt x="6936" y="20356"/>
                  </a:cubicBezTo>
                  <a:cubicBezTo>
                    <a:pt x="6902" y="20280"/>
                    <a:pt x="6829" y="20236"/>
                    <a:pt x="6751" y="20236"/>
                  </a:cubicBezTo>
                  <a:close/>
                  <a:moveTo>
                    <a:pt x="2649" y="22927"/>
                  </a:moveTo>
                  <a:cubicBezTo>
                    <a:pt x="2598" y="22927"/>
                    <a:pt x="2547" y="22945"/>
                    <a:pt x="2506" y="22983"/>
                  </a:cubicBezTo>
                  <a:cubicBezTo>
                    <a:pt x="2104" y="23374"/>
                    <a:pt x="1736" y="23797"/>
                    <a:pt x="1409" y="24254"/>
                  </a:cubicBezTo>
                  <a:cubicBezTo>
                    <a:pt x="1343" y="24346"/>
                    <a:pt x="1365" y="24470"/>
                    <a:pt x="1456" y="24537"/>
                  </a:cubicBezTo>
                  <a:cubicBezTo>
                    <a:pt x="1492" y="24562"/>
                    <a:pt x="1534" y="24575"/>
                    <a:pt x="1578" y="24575"/>
                  </a:cubicBezTo>
                  <a:cubicBezTo>
                    <a:pt x="1645" y="24575"/>
                    <a:pt x="1706" y="24545"/>
                    <a:pt x="1744" y="24492"/>
                  </a:cubicBezTo>
                  <a:cubicBezTo>
                    <a:pt x="2057" y="24058"/>
                    <a:pt x="2406" y="23651"/>
                    <a:pt x="2788" y="23277"/>
                  </a:cubicBezTo>
                  <a:cubicBezTo>
                    <a:pt x="2871" y="23199"/>
                    <a:pt x="2874" y="23069"/>
                    <a:pt x="2796" y="22986"/>
                  </a:cubicBezTo>
                  <a:cubicBezTo>
                    <a:pt x="2756" y="22947"/>
                    <a:pt x="2703" y="22927"/>
                    <a:pt x="2649" y="22927"/>
                  </a:cubicBezTo>
                  <a:close/>
                  <a:moveTo>
                    <a:pt x="304" y="27162"/>
                  </a:moveTo>
                  <a:cubicBezTo>
                    <a:pt x="205" y="27162"/>
                    <a:pt x="117" y="27233"/>
                    <a:pt x="100" y="27333"/>
                  </a:cubicBezTo>
                  <a:cubicBezTo>
                    <a:pt x="33" y="27735"/>
                    <a:pt x="0" y="28139"/>
                    <a:pt x="0" y="28546"/>
                  </a:cubicBezTo>
                  <a:cubicBezTo>
                    <a:pt x="0" y="28701"/>
                    <a:pt x="3" y="28859"/>
                    <a:pt x="14" y="29017"/>
                  </a:cubicBezTo>
                  <a:cubicBezTo>
                    <a:pt x="22" y="29122"/>
                    <a:pt x="111" y="29208"/>
                    <a:pt x="219" y="29210"/>
                  </a:cubicBezTo>
                  <a:lnTo>
                    <a:pt x="233" y="29205"/>
                  </a:lnTo>
                  <a:cubicBezTo>
                    <a:pt x="346" y="29199"/>
                    <a:pt x="432" y="29105"/>
                    <a:pt x="426" y="28992"/>
                  </a:cubicBezTo>
                  <a:cubicBezTo>
                    <a:pt x="415" y="28842"/>
                    <a:pt x="410" y="28693"/>
                    <a:pt x="413" y="28546"/>
                  </a:cubicBezTo>
                  <a:cubicBezTo>
                    <a:pt x="413" y="28161"/>
                    <a:pt x="443" y="27779"/>
                    <a:pt x="507" y="27400"/>
                  </a:cubicBezTo>
                  <a:cubicBezTo>
                    <a:pt x="526" y="27286"/>
                    <a:pt x="449" y="27178"/>
                    <a:pt x="335" y="27164"/>
                  </a:cubicBezTo>
                  <a:cubicBezTo>
                    <a:pt x="325" y="27163"/>
                    <a:pt x="314" y="27162"/>
                    <a:pt x="304" y="27162"/>
                  </a:cubicBezTo>
                  <a:close/>
                  <a:moveTo>
                    <a:pt x="1122" y="31929"/>
                  </a:moveTo>
                  <a:cubicBezTo>
                    <a:pt x="1089" y="31929"/>
                    <a:pt x="1055" y="31937"/>
                    <a:pt x="1024" y="31954"/>
                  </a:cubicBezTo>
                  <a:cubicBezTo>
                    <a:pt x="925" y="32007"/>
                    <a:pt x="889" y="32131"/>
                    <a:pt x="941" y="32231"/>
                  </a:cubicBezTo>
                  <a:cubicBezTo>
                    <a:pt x="1210" y="32727"/>
                    <a:pt x="1537" y="33189"/>
                    <a:pt x="1910" y="33613"/>
                  </a:cubicBezTo>
                  <a:cubicBezTo>
                    <a:pt x="1949" y="33654"/>
                    <a:pt x="2005" y="33679"/>
                    <a:pt x="2063" y="33682"/>
                  </a:cubicBezTo>
                  <a:cubicBezTo>
                    <a:pt x="2113" y="33682"/>
                    <a:pt x="2162" y="33660"/>
                    <a:pt x="2198" y="33627"/>
                  </a:cubicBezTo>
                  <a:cubicBezTo>
                    <a:pt x="2284" y="33552"/>
                    <a:pt x="2290" y="33422"/>
                    <a:pt x="2215" y="33339"/>
                  </a:cubicBezTo>
                  <a:cubicBezTo>
                    <a:pt x="1861" y="32940"/>
                    <a:pt x="1556" y="32505"/>
                    <a:pt x="1301" y="32037"/>
                  </a:cubicBezTo>
                  <a:cubicBezTo>
                    <a:pt x="1265" y="31969"/>
                    <a:pt x="1195" y="31929"/>
                    <a:pt x="1122" y="31929"/>
                  </a:cubicBezTo>
                  <a:close/>
                  <a:moveTo>
                    <a:pt x="11080" y="34552"/>
                  </a:moveTo>
                  <a:cubicBezTo>
                    <a:pt x="11045" y="34552"/>
                    <a:pt x="11009" y="34562"/>
                    <a:pt x="10975" y="34582"/>
                  </a:cubicBezTo>
                  <a:cubicBezTo>
                    <a:pt x="10521" y="34856"/>
                    <a:pt x="10034" y="35077"/>
                    <a:pt x="9527" y="35238"/>
                  </a:cubicBezTo>
                  <a:cubicBezTo>
                    <a:pt x="9419" y="35269"/>
                    <a:pt x="9358" y="35385"/>
                    <a:pt x="9392" y="35496"/>
                  </a:cubicBezTo>
                  <a:cubicBezTo>
                    <a:pt x="9419" y="35579"/>
                    <a:pt x="9500" y="35637"/>
                    <a:pt x="9588" y="35637"/>
                  </a:cubicBezTo>
                  <a:cubicBezTo>
                    <a:pt x="9608" y="35637"/>
                    <a:pt x="9630" y="35634"/>
                    <a:pt x="9649" y="35628"/>
                  </a:cubicBezTo>
                  <a:cubicBezTo>
                    <a:pt x="10189" y="35460"/>
                    <a:pt x="10704" y="35224"/>
                    <a:pt x="11186" y="34931"/>
                  </a:cubicBezTo>
                  <a:cubicBezTo>
                    <a:pt x="11280" y="34870"/>
                    <a:pt x="11310" y="34748"/>
                    <a:pt x="11252" y="34651"/>
                  </a:cubicBezTo>
                  <a:cubicBezTo>
                    <a:pt x="11214" y="34587"/>
                    <a:pt x="11148" y="34552"/>
                    <a:pt x="11080" y="34552"/>
                  </a:cubicBezTo>
                  <a:close/>
                  <a:moveTo>
                    <a:pt x="4752" y="35094"/>
                  </a:moveTo>
                  <a:cubicBezTo>
                    <a:pt x="4669" y="35094"/>
                    <a:pt x="4593" y="35146"/>
                    <a:pt x="4563" y="35227"/>
                  </a:cubicBezTo>
                  <a:cubicBezTo>
                    <a:pt x="4521" y="35335"/>
                    <a:pt x="4577" y="35451"/>
                    <a:pt x="4682" y="35490"/>
                  </a:cubicBezTo>
                  <a:cubicBezTo>
                    <a:pt x="5211" y="35687"/>
                    <a:pt x="5756" y="35825"/>
                    <a:pt x="6313" y="35903"/>
                  </a:cubicBezTo>
                  <a:lnTo>
                    <a:pt x="6343" y="35903"/>
                  </a:lnTo>
                  <a:cubicBezTo>
                    <a:pt x="6446" y="35903"/>
                    <a:pt x="6532" y="35828"/>
                    <a:pt x="6545" y="35725"/>
                  </a:cubicBezTo>
                  <a:cubicBezTo>
                    <a:pt x="6562" y="35615"/>
                    <a:pt x="6484" y="35509"/>
                    <a:pt x="6371" y="35496"/>
                  </a:cubicBezTo>
                  <a:cubicBezTo>
                    <a:pt x="5842" y="35421"/>
                    <a:pt x="5324" y="35291"/>
                    <a:pt x="4826" y="35108"/>
                  </a:cubicBezTo>
                  <a:cubicBezTo>
                    <a:pt x="4802" y="35099"/>
                    <a:pt x="4777" y="35094"/>
                    <a:pt x="4752" y="350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0" y="2260600"/>
            <a:ext cx="4284020" cy="4597400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31848" y="4318162"/>
            <a:ext cx="1757636" cy="9648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68%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1"/>
          <p:cNvSpPr txBox="1">
            <a:spLocks noChangeArrowheads="1"/>
          </p:cNvSpPr>
          <p:nvPr/>
        </p:nvSpPr>
        <p:spPr bwMode="auto">
          <a:xfrm>
            <a:off x="3293443" y="4086574"/>
            <a:ext cx="94530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难点分析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13" name="图片 12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14" name="图片 13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sp>
        <p:nvSpPr>
          <p:cNvPr id="510" name="textbox 510"/>
          <p:cNvSpPr/>
          <p:nvPr/>
        </p:nvSpPr>
        <p:spPr>
          <a:xfrm>
            <a:off x="903627" y="718001"/>
            <a:ext cx="7397115" cy="2598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820"/>
              </a:lnSpc>
            </a:pPr>
            <a:r>
              <a:rPr lang="en-US" sz="3100" b="1" kern="0" spc="-11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3100" b="1" kern="0" spc="-11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运算优先级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5110" algn="l" rtl="0" eaLnBrk="0">
              <a:lnSpc>
                <a:spcPct val="87000"/>
              </a:lnSpc>
              <a:spcBef>
                <a:spcPts val="725"/>
              </a:spcBef>
            </a:pPr>
            <a:r>
              <a:rPr sz="2000" b="1" kern="0" spc="30" dirty="0">
                <a:solidFill>
                  <a:srgbClr val="90C2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&gt;</a:t>
            </a:r>
            <a:r>
              <a:rPr sz="2000" b="1" kern="0" spc="20" dirty="0">
                <a:solidFill>
                  <a:srgbClr val="90C2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sz="2000" b="1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运算符的优先级决定表达式</a:t>
            </a:r>
            <a:r>
              <a:rPr sz="20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求值顺序</a:t>
            </a:r>
            <a:r>
              <a:rPr sz="2000" b="1" kern="0" spc="1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;</a:t>
            </a:r>
            <a:endParaRPr sz="2000" dirty="0"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marL="252730" algn="l" rtl="0" eaLnBrk="0">
              <a:lnSpc>
                <a:spcPct val="157000"/>
              </a:lnSpc>
              <a:spcBef>
                <a:spcPts val="400"/>
              </a:spcBef>
            </a:pPr>
            <a:r>
              <a:rPr sz="2000" b="1" kern="0" spc="30" dirty="0">
                <a:solidFill>
                  <a:srgbClr val="90C2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 </a:t>
            </a:r>
            <a:r>
              <a:rPr sz="2000" b="1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具有相同优先级的运算符从左到右依次进行运算</a:t>
            </a:r>
            <a:r>
              <a:rPr sz="2000" b="1" kern="0" spc="3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;</a:t>
            </a: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endParaRPr sz="2000" b="1" kern="0" spc="60" dirty="0">
              <a:solidFill>
                <a:srgbClr val="000000">
                  <a:alpha val="100000"/>
                </a:srgbClr>
              </a:solidFill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marL="252730" algn="l" rtl="0" eaLnBrk="0">
              <a:lnSpc>
                <a:spcPct val="157000"/>
              </a:lnSpc>
              <a:spcBef>
                <a:spcPts val="400"/>
              </a:spcBef>
            </a:pPr>
            <a:r>
              <a:rPr sz="2000" b="1" kern="0" spc="30" dirty="0">
                <a:solidFill>
                  <a:srgbClr val="90C2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</a:t>
            </a:r>
            <a:r>
              <a:rPr sz="2000" b="1" kern="0" spc="440" dirty="0">
                <a:solidFill>
                  <a:srgbClr val="90C2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b="1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不同优先级的运算符采用先进行优先</a:t>
            </a:r>
            <a:r>
              <a:rPr sz="2000" b="1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高的运算。</a:t>
            </a:r>
            <a:endParaRPr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16"/>
          <p:cNvSpPr/>
          <p:nvPr/>
        </p:nvSpPr>
        <p:spPr>
          <a:xfrm>
            <a:off x="560705" y="2912110"/>
            <a:ext cx="2411095" cy="404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2100" b="1" kern="0" spc="-60" dirty="0">
                <a:solidFill>
                  <a:srgbClr val="0070C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运算符的优先等级表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  <a:spcBef>
                <a:spcPts val="730"/>
              </a:spcBef>
            </a:pP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516"/>
          <p:cNvSpPr/>
          <p:nvPr/>
        </p:nvSpPr>
        <p:spPr>
          <a:xfrm>
            <a:off x="683260" y="3682365"/>
            <a:ext cx="2411095" cy="404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  <a:spcBef>
                <a:spcPts val="730"/>
              </a:spcBef>
            </a:pPr>
            <a:r>
              <a:rPr sz="2100" b="1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由表中可以看到，括号的优先级别最高</a:t>
            </a:r>
            <a:r>
              <a:rPr sz="21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，因此可以用括号来改变默认的优先等级</a:t>
            </a:r>
            <a:r>
              <a:rPr sz="2100" b="1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  <a:spcBef>
                <a:spcPts val="730"/>
              </a:spcBef>
            </a:pP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579" name="组合 578"/>
          <p:cNvGrpSpPr/>
          <p:nvPr/>
        </p:nvGrpSpPr>
        <p:grpSpPr>
          <a:xfrm>
            <a:off x="8912225" y="1155700"/>
            <a:ext cx="3279140" cy="4554220"/>
            <a:chOff x="14035" y="1820"/>
            <a:chExt cx="5164" cy="7172"/>
          </a:xfrm>
        </p:grpSpPr>
        <p:grpSp>
          <p:nvGrpSpPr>
            <p:cNvPr id="2208" name="Google Shape;2208;p36"/>
            <p:cNvGrpSpPr/>
            <p:nvPr/>
          </p:nvGrpSpPr>
          <p:grpSpPr>
            <a:xfrm>
              <a:off x="15401" y="4153"/>
              <a:ext cx="1385" cy="1035"/>
              <a:chOff x="4030925" y="2186525"/>
              <a:chExt cx="944700" cy="706325"/>
            </a:xfrm>
          </p:grpSpPr>
          <p:sp>
            <p:nvSpPr>
              <p:cNvPr id="2209" name="Google Shape;2209;p36"/>
              <p:cNvSpPr/>
              <p:nvPr/>
            </p:nvSpPr>
            <p:spPr>
              <a:xfrm>
                <a:off x="4030925" y="2186525"/>
                <a:ext cx="944700" cy="281675"/>
              </a:xfrm>
              <a:custGeom>
                <a:avLst/>
                <a:gdLst/>
                <a:ahLst/>
                <a:cxnLst/>
                <a:rect l="l" t="t" r="r" b="b"/>
                <a:pathLst>
                  <a:path w="37788" h="11267" extrusionOk="0">
                    <a:moveTo>
                      <a:pt x="33327" y="1430"/>
                    </a:moveTo>
                    <a:lnTo>
                      <a:pt x="9699" y="10348"/>
                    </a:lnTo>
                    <a:lnTo>
                      <a:pt x="1770" y="6049"/>
                    </a:lnTo>
                    <a:lnTo>
                      <a:pt x="33327" y="1430"/>
                    </a:lnTo>
                    <a:close/>
                    <a:moveTo>
                      <a:pt x="37185" y="0"/>
                    </a:moveTo>
                    <a:cubicBezTo>
                      <a:pt x="37164" y="0"/>
                      <a:pt x="37142" y="1"/>
                      <a:pt x="37120" y="5"/>
                    </a:cubicBezTo>
                    <a:lnTo>
                      <a:pt x="391" y="5383"/>
                    </a:lnTo>
                    <a:cubicBezTo>
                      <a:pt x="207" y="5406"/>
                      <a:pt x="69" y="5544"/>
                      <a:pt x="23" y="5728"/>
                    </a:cubicBezTo>
                    <a:cubicBezTo>
                      <a:pt x="0" y="5912"/>
                      <a:pt x="92" y="6095"/>
                      <a:pt x="253" y="6187"/>
                    </a:cubicBezTo>
                    <a:lnTo>
                      <a:pt x="9447" y="11221"/>
                    </a:lnTo>
                    <a:lnTo>
                      <a:pt x="9653" y="11267"/>
                    </a:lnTo>
                    <a:lnTo>
                      <a:pt x="9814" y="11244"/>
                    </a:lnTo>
                    <a:lnTo>
                      <a:pt x="37327" y="855"/>
                    </a:lnTo>
                    <a:cubicBezTo>
                      <a:pt x="37788" y="679"/>
                      <a:pt x="37641" y="0"/>
                      <a:pt x="371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0" name="Google Shape;2210;p36"/>
              <p:cNvSpPr/>
              <p:nvPr/>
            </p:nvSpPr>
            <p:spPr>
              <a:xfrm>
                <a:off x="4423950" y="2187475"/>
                <a:ext cx="547625" cy="512875"/>
              </a:xfrm>
              <a:custGeom>
                <a:avLst/>
                <a:gdLst/>
                <a:ahLst/>
                <a:cxnLst/>
                <a:rect l="l" t="t" r="r" b="b"/>
                <a:pathLst>
                  <a:path w="21905" h="20515" extrusionOk="0">
                    <a:moveTo>
                      <a:pt x="19882" y="2104"/>
                    </a:moveTo>
                    <a:lnTo>
                      <a:pt x="8918" y="19572"/>
                    </a:lnTo>
                    <a:lnTo>
                      <a:pt x="1265" y="15918"/>
                    </a:lnTo>
                    <a:lnTo>
                      <a:pt x="19882" y="2104"/>
                    </a:lnTo>
                    <a:close/>
                    <a:moveTo>
                      <a:pt x="21443" y="0"/>
                    </a:moveTo>
                    <a:cubicBezTo>
                      <a:pt x="21354" y="0"/>
                      <a:pt x="21266" y="29"/>
                      <a:pt x="21192" y="81"/>
                    </a:cubicBezTo>
                    <a:lnTo>
                      <a:pt x="184" y="15688"/>
                    </a:lnTo>
                    <a:cubicBezTo>
                      <a:pt x="69" y="15780"/>
                      <a:pt x="0" y="15941"/>
                      <a:pt x="23" y="16102"/>
                    </a:cubicBezTo>
                    <a:cubicBezTo>
                      <a:pt x="23" y="16240"/>
                      <a:pt x="115" y="16378"/>
                      <a:pt x="253" y="16446"/>
                    </a:cubicBezTo>
                    <a:lnTo>
                      <a:pt x="8918" y="20515"/>
                    </a:lnTo>
                    <a:lnTo>
                      <a:pt x="9102" y="20515"/>
                    </a:lnTo>
                    <a:cubicBezTo>
                      <a:pt x="9240" y="20515"/>
                      <a:pt x="9378" y="20469"/>
                      <a:pt x="9470" y="20354"/>
                    </a:cubicBezTo>
                    <a:lnTo>
                      <a:pt x="21813" y="656"/>
                    </a:lnTo>
                    <a:cubicBezTo>
                      <a:pt x="21905" y="472"/>
                      <a:pt x="21882" y="265"/>
                      <a:pt x="21744" y="127"/>
                    </a:cubicBezTo>
                    <a:cubicBezTo>
                      <a:pt x="21656" y="40"/>
                      <a:pt x="21549" y="0"/>
                      <a:pt x="214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1" name="Google Shape;2211;p36"/>
              <p:cNvSpPr/>
              <p:nvPr/>
            </p:nvSpPr>
            <p:spPr>
              <a:xfrm>
                <a:off x="4261325" y="2186625"/>
                <a:ext cx="710825" cy="706225"/>
              </a:xfrm>
              <a:custGeom>
                <a:avLst/>
                <a:gdLst/>
                <a:ahLst/>
                <a:cxnLst/>
                <a:rect l="l" t="t" r="r" b="b"/>
                <a:pathLst>
                  <a:path w="28433" h="28249" extrusionOk="0">
                    <a:moveTo>
                      <a:pt x="25261" y="1908"/>
                    </a:moveTo>
                    <a:lnTo>
                      <a:pt x="6689" y="15699"/>
                    </a:lnTo>
                    <a:cubicBezTo>
                      <a:pt x="6620" y="15745"/>
                      <a:pt x="6551" y="15837"/>
                      <a:pt x="6528" y="15929"/>
                    </a:cubicBezTo>
                    <a:lnTo>
                      <a:pt x="3196" y="25973"/>
                    </a:lnTo>
                    <a:lnTo>
                      <a:pt x="920" y="11102"/>
                    </a:lnTo>
                    <a:lnTo>
                      <a:pt x="25261" y="1908"/>
                    </a:lnTo>
                    <a:close/>
                    <a:moveTo>
                      <a:pt x="27953" y="1"/>
                    </a:moveTo>
                    <a:cubicBezTo>
                      <a:pt x="27906" y="1"/>
                      <a:pt x="27859" y="8"/>
                      <a:pt x="27812" y="24"/>
                    </a:cubicBezTo>
                    <a:lnTo>
                      <a:pt x="300" y="10436"/>
                    </a:lnTo>
                    <a:cubicBezTo>
                      <a:pt x="116" y="10504"/>
                      <a:pt x="1" y="10711"/>
                      <a:pt x="24" y="10895"/>
                    </a:cubicBezTo>
                    <a:lnTo>
                      <a:pt x="2621" y="27881"/>
                    </a:lnTo>
                    <a:cubicBezTo>
                      <a:pt x="2644" y="28065"/>
                      <a:pt x="2805" y="28226"/>
                      <a:pt x="3012" y="28249"/>
                    </a:cubicBezTo>
                    <a:lnTo>
                      <a:pt x="3058" y="28249"/>
                    </a:lnTo>
                    <a:cubicBezTo>
                      <a:pt x="3242" y="28249"/>
                      <a:pt x="3402" y="28111"/>
                      <a:pt x="3448" y="27927"/>
                    </a:cubicBezTo>
                    <a:lnTo>
                      <a:pt x="7310" y="16297"/>
                    </a:lnTo>
                    <a:lnTo>
                      <a:pt x="28226" y="782"/>
                    </a:lnTo>
                    <a:cubicBezTo>
                      <a:pt x="28387" y="667"/>
                      <a:pt x="28433" y="414"/>
                      <a:pt x="28341" y="230"/>
                    </a:cubicBezTo>
                    <a:cubicBezTo>
                      <a:pt x="28269" y="88"/>
                      <a:pt x="28115" y="1"/>
                      <a:pt x="279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2" name="Google Shape;2212;p36"/>
              <p:cNvSpPr/>
              <p:nvPr/>
            </p:nvSpPr>
            <p:spPr>
              <a:xfrm>
                <a:off x="4325700" y="2577225"/>
                <a:ext cx="236750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9470" h="12625" extrusionOk="0">
                    <a:moveTo>
                      <a:pt x="4620" y="1017"/>
                    </a:moveTo>
                    <a:lnTo>
                      <a:pt x="8343" y="2764"/>
                    </a:lnTo>
                    <a:lnTo>
                      <a:pt x="1540" y="10395"/>
                    </a:lnTo>
                    <a:lnTo>
                      <a:pt x="4620" y="1017"/>
                    </a:lnTo>
                    <a:close/>
                    <a:moveTo>
                      <a:pt x="4379" y="0"/>
                    </a:moveTo>
                    <a:cubicBezTo>
                      <a:pt x="4321" y="0"/>
                      <a:pt x="4264" y="18"/>
                      <a:pt x="4206" y="52"/>
                    </a:cubicBezTo>
                    <a:cubicBezTo>
                      <a:pt x="4091" y="98"/>
                      <a:pt x="3999" y="190"/>
                      <a:pt x="3953" y="305"/>
                    </a:cubicBezTo>
                    <a:lnTo>
                      <a:pt x="69" y="12050"/>
                    </a:lnTo>
                    <a:cubicBezTo>
                      <a:pt x="0" y="12257"/>
                      <a:pt x="92" y="12464"/>
                      <a:pt x="276" y="12579"/>
                    </a:cubicBezTo>
                    <a:lnTo>
                      <a:pt x="483" y="12625"/>
                    </a:lnTo>
                    <a:cubicBezTo>
                      <a:pt x="598" y="12625"/>
                      <a:pt x="713" y="12579"/>
                      <a:pt x="781" y="12487"/>
                    </a:cubicBezTo>
                    <a:lnTo>
                      <a:pt x="9355" y="2925"/>
                    </a:lnTo>
                    <a:cubicBezTo>
                      <a:pt x="9424" y="2810"/>
                      <a:pt x="9470" y="2672"/>
                      <a:pt x="9470" y="2534"/>
                    </a:cubicBezTo>
                    <a:cubicBezTo>
                      <a:pt x="9447" y="2396"/>
                      <a:pt x="9332" y="2304"/>
                      <a:pt x="9217" y="2259"/>
                    </a:cubicBezTo>
                    <a:lnTo>
                      <a:pt x="4551" y="52"/>
                    </a:lnTo>
                    <a:cubicBezTo>
                      <a:pt x="4493" y="18"/>
                      <a:pt x="4436" y="0"/>
                      <a:pt x="4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61" name="Google Shape;4561;p69"/>
            <p:cNvSpPr/>
            <p:nvPr/>
          </p:nvSpPr>
          <p:spPr>
            <a:xfrm>
              <a:off x="14035" y="1820"/>
              <a:ext cx="5165" cy="7172"/>
            </a:xfrm>
            <a:custGeom>
              <a:avLst/>
              <a:gdLst/>
              <a:ahLst/>
              <a:cxnLst/>
              <a:rect l="l" t="t" r="r" b="b"/>
              <a:pathLst>
                <a:path w="92138" h="127940" extrusionOk="0">
                  <a:moveTo>
                    <a:pt x="85073" y="0"/>
                  </a:moveTo>
                  <a:cubicBezTo>
                    <a:pt x="85013" y="0"/>
                    <a:pt x="84958" y="40"/>
                    <a:pt x="84958" y="108"/>
                  </a:cubicBezTo>
                  <a:cubicBezTo>
                    <a:pt x="84899" y="167"/>
                    <a:pt x="84919" y="266"/>
                    <a:pt x="84998" y="326"/>
                  </a:cubicBezTo>
                  <a:cubicBezTo>
                    <a:pt x="85573" y="603"/>
                    <a:pt x="86128" y="940"/>
                    <a:pt x="86644" y="1337"/>
                  </a:cubicBezTo>
                  <a:lnTo>
                    <a:pt x="86743" y="1337"/>
                  </a:lnTo>
                  <a:cubicBezTo>
                    <a:pt x="86783" y="1337"/>
                    <a:pt x="86842" y="1317"/>
                    <a:pt x="86882" y="1297"/>
                  </a:cubicBezTo>
                  <a:cubicBezTo>
                    <a:pt x="86922" y="1218"/>
                    <a:pt x="86902" y="1119"/>
                    <a:pt x="86842" y="1059"/>
                  </a:cubicBezTo>
                  <a:cubicBezTo>
                    <a:pt x="86307" y="663"/>
                    <a:pt x="85732" y="326"/>
                    <a:pt x="85157" y="28"/>
                  </a:cubicBezTo>
                  <a:cubicBezTo>
                    <a:pt x="85131" y="9"/>
                    <a:pt x="85102" y="0"/>
                    <a:pt x="85073" y="0"/>
                  </a:cubicBezTo>
                  <a:close/>
                  <a:moveTo>
                    <a:pt x="88675" y="2762"/>
                  </a:moveTo>
                  <a:cubicBezTo>
                    <a:pt x="88636" y="2762"/>
                    <a:pt x="88595" y="2777"/>
                    <a:pt x="88568" y="2805"/>
                  </a:cubicBezTo>
                  <a:cubicBezTo>
                    <a:pt x="88488" y="2844"/>
                    <a:pt x="88488" y="2963"/>
                    <a:pt x="88548" y="3023"/>
                  </a:cubicBezTo>
                  <a:cubicBezTo>
                    <a:pt x="88984" y="3499"/>
                    <a:pt x="89381" y="4014"/>
                    <a:pt x="89738" y="4570"/>
                  </a:cubicBezTo>
                  <a:cubicBezTo>
                    <a:pt x="89777" y="4609"/>
                    <a:pt x="89817" y="4629"/>
                    <a:pt x="89877" y="4629"/>
                  </a:cubicBezTo>
                  <a:lnTo>
                    <a:pt x="89956" y="4609"/>
                  </a:lnTo>
                  <a:cubicBezTo>
                    <a:pt x="90035" y="4550"/>
                    <a:pt x="90055" y="4451"/>
                    <a:pt x="89996" y="4371"/>
                  </a:cubicBezTo>
                  <a:cubicBezTo>
                    <a:pt x="89658" y="3816"/>
                    <a:pt x="89242" y="3300"/>
                    <a:pt x="88786" y="2824"/>
                  </a:cubicBezTo>
                  <a:cubicBezTo>
                    <a:pt x="88765" y="2782"/>
                    <a:pt x="88721" y="2762"/>
                    <a:pt x="88675" y="2762"/>
                  </a:cubicBezTo>
                  <a:close/>
                  <a:moveTo>
                    <a:pt x="91110" y="6597"/>
                  </a:moveTo>
                  <a:cubicBezTo>
                    <a:pt x="91089" y="6597"/>
                    <a:pt x="91068" y="6602"/>
                    <a:pt x="91047" y="6612"/>
                  </a:cubicBezTo>
                  <a:cubicBezTo>
                    <a:pt x="90967" y="6632"/>
                    <a:pt x="90908" y="6731"/>
                    <a:pt x="90947" y="6810"/>
                  </a:cubicBezTo>
                  <a:cubicBezTo>
                    <a:pt x="91185" y="7425"/>
                    <a:pt x="91384" y="8040"/>
                    <a:pt x="91523" y="8675"/>
                  </a:cubicBezTo>
                  <a:cubicBezTo>
                    <a:pt x="91542" y="8754"/>
                    <a:pt x="91622" y="8794"/>
                    <a:pt x="91701" y="8794"/>
                  </a:cubicBezTo>
                  <a:lnTo>
                    <a:pt x="91721" y="8794"/>
                  </a:lnTo>
                  <a:cubicBezTo>
                    <a:pt x="91800" y="8774"/>
                    <a:pt x="91860" y="8694"/>
                    <a:pt x="91840" y="8595"/>
                  </a:cubicBezTo>
                  <a:cubicBezTo>
                    <a:pt x="91681" y="7941"/>
                    <a:pt x="91483" y="7306"/>
                    <a:pt x="91245" y="6692"/>
                  </a:cubicBezTo>
                  <a:cubicBezTo>
                    <a:pt x="91216" y="6633"/>
                    <a:pt x="91166" y="6597"/>
                    <a:pt x="91110" y="6597"/>
                  </a:cubicBezTo>
                  <a:close/>
                  <a:moveTo>
                    <a:pt x="91959" y="11054"/>
                  </a:moveTo>
                  <a:cubicBezTo>
                    <a:pt x="91879" y="11054"/>
                    <a:pt x="91800" y="11114"/>
                    <a:pt x="91780" y="11213"/>
                  </a:cubicBezTo>
                  <a:cubicBezTo>
                    <a:pt x="91800" y="11848"/>
                    <a:pt x="91741" y="12502"/>
                    <a:pt x="91622" y="13137"/>
                  </a:cubicBezTo>
                  <a:cubicBezTo>
                    <a:pt x="91622" y="13236"/>
                    <a:pt x="91681" y="13315"/>
                    <a:pt x="91760" y="13335"/>
                  </a:cubicBezTo>
                  <a:lnTo>
                    <a:pt x="91800" y="13335"/>
                  </a:lnTo>
                  <a:cubicBezTo>
                    <a:pt x="91879" y="13335"/>
                    <a:pt x="91939" y="13275"/>
                    <a:pt x="91939" y="13196"/>
                  </a:cubicBezTo>
                  <a:cubicBezTo>
                    <a:pt x="92058" y="12542"/>
                    <a:pt x="92117" y="11887"/>
                    <a:pt x="92137" y="11233"/>
                  </a:cubicBezTo>
                  <a:cubicBezTo>
                    <a:pt x="92137" y="11134"/>
                    <a:pt x="92058" y="11054"/>
                    <a:pt x="91959" y="11054"/>
                  </a:cubicBezTo>
                  <a:close/>
                  <a:moveTo>
                    <a:pt x="91092" y="15504"/>
                  </a:moveTo>
                  <a:cubicBezTo>
                    <a:pt x="91027" y="15504"/>
                    <a:pt x="90963" y="15554"/>
                    <a:pt x="90947" y="15616"/>
                  </a:cubicBezTo>
                  <a:cubicBezTo>
                    <a:pt x="90709" y="16211"/>
                    <a:pt x="90432" y="16786"/>
                    <a:pt x="90134" y="17381"/>
                  </a:cubicBezTo>
                  <a:cubicBezTo>
                    <a:pt x="90095" y="17460"/>
                    <a:pt x="90114" y="17539"/>
                    <a:pt x="90174" y="17599"/>
                  </a:cubicBezTo>
                  <a:lnTo>
                    <a:pt x="90253" y="17599"/>
                  </a:lnTo>
                  <a:cubicBezTo>
                    <a:pt x="90313" y="17599"/>
                    <a:pt x="90372" y="17579"/>
                    <a:pt x="90412" y="17519"/>
                  </a:cubicBezTo>
                  <a:cubicBezTo>
                    <a:pt x="90729" y="16944"/>
                    <a:pt x="91007" y="16349"/>
                    <a:pt x="91245" y="15735"/>
                  </a:cubicBezTo>
                  <a:cubicBezTo>
                    <a:pt x="91265" y="15635"/>
                    <a:pt x="91245" y="15536"/>
                    <a:pt x="91146" y="15516"/>
                  </a:cubicBezTo>
                  <a:cubicBezTo>
                    <a:pt x="91128" y="15508"/>
                    <a:pt x="91110" y="15504"/>
                    <a:pt x="91092" y="15504"/>
                  </a:cubicBezTo>
                  <a:close/>
                  <a:moveTo>
                    <a:pt x="88856" y="19462"/>
                  </a:moveTo>
                  <a:cubicBezTo>
                    <a:pt x="88802" y="19462"/>
                    <a:pt x="88752" y="19484"/>
                    <a:pt x="88726" y="19522"/>
                  </a:cubicBezTo>
                  <a:cubicBezTo>
                    <a:pt x="88330" y="20018"/>
                    <a:pt x="87893" y="20514"/>
                    <a:pt x="87457" y="20990"/>
                  </a:cubicBezTo>
                  <a:cubicBezTo>
                    <a:pt x="87378" y="21049"/>
                    <a:pt x="87378" y="21168"/>
                    <a:pt x="87457" y="21208"/>
                  </a:cubicBezTo>
                  <a:lnTo>
                    <a:pt x="87576" y="21267"/>
                  </a:lnTo>
                  <a:lnTo>
                    <a:pt x="87675" y="21208"/>
                  </a:lnTo>
                  <a:cubicBezTo>
                    <a:pt x="88131" y="20752"/>
                    <a:pt x="88568" y="20256"/>
                    <a:pt x="88964" y="19721"/>
                  </a:cubicBezTo>
                  <a:cubicBezTo>
                    <a:pt x="89024" y="19661"/>
                    <a:pt x="89004" y="19542"/>
                    <a:pt x="88944" y="19483"/>
                  </a:cubicBezTo>
                  <a:cubicBezTo>
                    <a:pt x="88916" y="19469"/>
                    <a:pt x="88886" y="19462"/>
                    <a:pt x="88856" y="19462"/>
                  </a:cubicBezTo>
                  <a:close/>
                  <a:moveTo>
                    <a:pt x="85625" y="22735"/>
                  </a:moveTo>
                  <a:cubicBezTo>
                    <a:pt x="85601" y="22735"/>
                    <a:pt x="85577" y="22741"/>
                    <a:pt x="85553" y="22755"/>
                  </a:cubicBezTo>
                  <a:cubicBezTo>
                    <a:pt x="85057" y="23151"/>
                    <a:pt x="84522" y="23548"/>
                    <a:pt x="83987" y="23925"/>
                  </a:cubicBezTo>
                  <a:cubicBezTo>
                    <a:pt x="83907" y="23965"/>
                    <a:pt x="83887" y="24084"/>
                    <a:pt x="83967" y="24143"/>
                  </a:cubicBezTo>
                  <a:cubicBezTo>
                    <a:pt x="83987" y="24183"/>
                    <a:pt x="84026" y="24222"/>
                    <a:pt x="84086" y="24222"/>
                  </a:cubicBezTo>
                  <a:lnTo>
                    <a:pt x="84185" y="24183"/>
                  </a:lnTo>
                  <a:cubicBezTo>
                    <a:pt x="84720" y="23826"/>
                    <a:pt x="85256" y="23429"/>
                    <a:pt x="85771" y="22993"/>
                  </a:cubicBezTo>
                  <a:cubicBezTo>
                    <a:pt x="85837" y="22878"/>
                    <a:pt x="85739" y="22735"/>
                    <a:pt x="85625" y="22735"/>
                  </a:cubicBezTo>
                  <a:close/>
                  <a:moveTo>
                    <a:pt x="81855" y="25254"/>
                  </a:moveTo>
                  <a:cubicBezTo>
                    <a:pt x="81829" y="25254"/>
                    <a:pt x="81805" y="25260"/>
                    <a:pt x="81785" y="25273"/>
                  </a:cubicBezTo>
                  <a:lnTo>
                    <a:pt x="81706" y="25273"/>
                  </a:lnTo>
                  <a:lnTo>
                    <a:pt x="80020" y="26106"/>
                  </a:lnTo>
                  <a:cubicBezTo>
                    <a:pt x="79834" y="26144"/>
                    <a:pt x="79893" y="26407"/>
                    <a:pt x="80064" y="26407"/>
                  </a:cubicBezTo>
                  <a:cubicBezTo>
                    <a:pt x="80075" y="26407"/>
                    <a:pt x="80087" y="26406"/>
                    <a:pt x="80100" y="26404"/>
                  </a:cubicBezTo>
                  <a:lnTo>
                    <a:pt x="80159" y="26424"/>
                  </a:lnTo>
                  <a:lnTo>
                    <a:pt x="81845" y="25611"/>
                  </a:lnTo>
                  <a:lnTo>
                    <a:pt x="81924" y="25551"/>
                  </a:lnTo>
                  <a:cubicBezTo>
                    <a:pt x="82023" y="25531"/>
                    <a:pt x="82043" y="25412"/>
                    <a:pt x="82003" y="25333"/>
                  </a:cubicBezTo>
                  <a:cubicBezTo>
                    <a:pt x="81964" y="25280"/>
                    <a:pt x="81907" y="25254"/>
                    <a:pt x="81855" y="25254"/>
                  </a:cubicBezTo>
                  <a:close/>
                  <a:moveTo>
                    <a:pt x="77650" y="27033"/>
                  </a:moveTo>
                  <a:cubicBezTo>
                    <a:pt x="77634" y="27033"/>
                    <a:pt x="77618" y="27035"/>
                    <a:pt x="77601" y="27038"/>
                  </a:cubicBezTo>
                  <a:cubicBezTo>
                    <a:pt x="77026" y="27257"/>
                    <a:pt x="76391" y="27455"/>
                    <a:pt x="75757" y="27653"/>
                  </a:cubicBezTo>
                  <a:cubicBezTo>
                    <a:pt x="75677" y="27693"/>
                    <a:pt x="75638" y="27772"/>
                    <a:pt x="75657" y="27851"/>
                  </a:cubicBezTo>
                  <a:cubicBezTo>
                    <a:pt x="75657" y="27931"/>
                    <a:pt x="75737" y="27990"/>
                    <a:pt x="75796" y="27990"/>
                  </a:cubicBezTo>
                  <a:lnTo>
                    <a:pt x="75856" y="27970"/>
                  </a:lnTo>
                  <a:lnTo>
                    <a:pt x="77720" y="27376"/>
                  </a:lnTo>
                  <a:cubicBezTo>
                    <a:pt x="77819" y="27316"/>
                    <a:pt x="77859" y="27237"/>
                    <a:pt x="77819" y="27138"/>
                  </a:cubicBezTo>
                  <a:cubicBezTo>
                    <a:pt x="77786" y="27072"/>
                    <a:pt x="77726" y="27033"/>
                    <a:pt x="77650" y="27033"/>
                  </a:cubicBezTo>
                  <a:close/>
                  <a:moveTo>
                    <a:pt x="73289" y="28343"/>
                  </a:moveTo>
                  <a:cubicBezTo>
                    <a:pt x="73279" y="28343"/>
                    <a:pt x="73268" y="28345"/>
                    <a:pt x="73258" y="28347"/>
                  </a:cubicBezTo>
                  <a:lnTo>
                    <a:pt x="71374" y="28823"/>
                  </a:lnTo>
                  <a:cubicBezTo>
                    <a:pt x="71275" y="28843"/>
                    <a:pt x="71215" y="28942"/>
                    <a:pt x="71235" y="29022"/>
                  </a:cubicBezTo>
                  <a:cubicBezTo>
                    <a:pt x="71252" y="29090"/>
                    <a:pt x="71299" y="29144"/>
                    <a:pt x="71363" y="29144"/>
                  </a:cubicBezTo>
                  <a:cubicBezTo>
                    <a:pt x="71373" y="29144"/>
                    <a:pt x="71383" y="29143"/>
                    <a:pt x="71394" y="29141"/>
                  </a:cubicBezTo>
                  <a:lnTo>
                    <a:pt x="71433" y="29141"/>
                  </a:lnTo>
                  <a:lnTo>
                    <a:pt x="73317" y="28684"/>
                  </a:lnTo>
                  <a:cubicBezTo>
                    <a:pt x="73416" y="28665"/>
                    <a:pt x="73456" y="28565"/>
                    <a:pt x="73456" y="28486"/>
                  </a:cubicBezTo>
                  <a:cubicBezTo>
                    <a:pt x="73439" y="28400"/>
                    <a:pt x="73361" y="28343"/>
                    <a:pt x="73289" y="28343"/>
                  </a:cubicBezTo>
                  <a:close/>
                  <a:moveTo>
                    <a:pt x="68816" y="29398"/>
                  </a:moveTo>
                  <a:lnTo>
                    <a:pt x="66912" y="29815"/>
                  </a:lnTo>
                  <a:cubicBezTo>
                    <a:pt x="66813" y="29835"/>
                    <a:pt x="66753" y="29934"/>
                    <a:pt x="66773" y="30013"/>
                  </a:cubicBezTo>
                  <a:cubicBezTo>
                    <a:pt x="66790" y="30082"/>
                    <a:pt x="66837" y="30136"/>
                    <a:pt x="66901" y="30136"/>
                  </a:cubicBezTo>
                  <a:cubicBezTo>
                    <a:pt x="66911" y="30136"/>
                    <a:pt x="66921" y="30135"/>
                    <a:pt x="66932" y="30132"/>
                  </a:cubicBezTo>
                  <a:lnTo>
                    <a:pt x="66971" y="30132"/>
                  </a:lnTo>
                  <a:lnTo>
                    <a:pt x="68895" y="29716"/>
                  </a:lnTo>
                  <a:cubicBezTo>
                    <a:pt x="68974" y="29716"/>
                    <a:pt x="69034" y="29616"/>
                    <a:pt x="69014" y="29517"/>
                  </a:cubicBezTo>
                  <a:cubicBezTo>
                    <a:pt x="68974" y="29438"/>
                    <a:pt x="68895" y="29398"/>
                    <a:pt x="68816" y="29398"/>
                  </a:cubicBezTo>
                  <a:close/>
                  <a:moveTo>
                    <a:pt x="64396" y="30405"/>
                  </a:moveTo>
                  <a:cubicBezTo>
                    <a:pt x="64381" y="30405"/>
                    <a:pt x="64367" y="30406"/>
                    <a:pt x="64354" y="30410"/>
                  </a:cubicBezTo>
                  <a:lnTo>
                    <a:pt x="64135" y="30469"/>
                  </a:lnTo>
                  <a:lnTo>
                    <a:pt x="62470" y="30886"/>
                  </a:lnTo>
                  <a:cubicBezTo>
                    <a:pt x="62370" y="30886"/>
                    <a:pt x="62311" y="30985"/>
                    <a:pt x="62351" y="31084"/>
                  </a:cubicBezTo>
                  <a:cubicBezTo>
                    <a:pt x="62351" y="31163"/>
                    <a:pt x="62410" y="31203"/>
                    <a:pt x="62489" y="31203"/>
                  </a:cubicBezTo>
                  <a:lnTo>
                    <a:pt x="62549" y="31183"/>
                  </a:lnTo>
                  <a:lnTo>
                    <a:pt x="64195" y="30787"/>
                  </a:lnTo>
                  <a:lnTo>
                    <a:pt x="64433" y="30707"/>
                  </a:lnTo>
                  <a:cubicBezTo>
                    <a:pt x="64512" y="30707"/>
                    <a:pt x="64572" y="30608"/>
                    <a:pt x="64552" y="30509"/>
                  </a:cubicBezTo>
                  <a:cubicBezTo>
                    <a:pt x="64535" y="30443"/>
                    <a:pt x="64465" y="30405"/>
                    <a:pt x="64396" y="30405"/>
                  </a:cubicBezTo>
                  <a:close/>
                  <a:moveTo>
                    <a:pt x="59994" y="31567"/>
                  </a:moveTo>
                  <a:cubicBezTo>
                    <a:pt x="59974" y="31567"/>
                    <a:pt x="59952" y="31571"/>
                    <a:pt x="59931" y="31580"/>
                  </a:cubicBezTo>
                  <a:lnTo>
                    <a:pt x="58087" y="32195"/>
                  </a:lnTo>
                  <a:cubicBezTo>
                    <a:pt x="57988" y="32234"/>
                    <a:pt x="57948" y="32333"/>
                    <a:pt x="57988" y="32413"/>
                  </a:cubicBezTo>
                  <a:cubicBezTo>
                    <a:pt x="57988" y="32478"/>
                    <a:pt x="58042" y="32517"/>
                    <a:pt x="58095" y="32517"/>
                  </a:cubicBezTo>
                  <a:cubicBezTo>
                    <a:pt x="58106" y="32517"/>
                    <a:pt x="58116" y="32515"/>
                    <a:pt x="58127" y="32512"/>
                  </a:cubicBezTo>
                  <a:lnTo>
                    <a:pt x="58186" y="32512"/>
                  </a:lnTo>
                  <a:lnTo>
                    <a:pt x="60030" y="31897"/>
                  </a:lnTo>
                  <a:cubicBezTo>
                    <a:pt x="60110" y="31877"/>
                    <a:pt x="60149" y="31778"/>
                    <a:pt x="60129" y="31699"/>
                  </a:cubicBezTo>
                  <a:cubicBezTo>
                    <a:pt x="60129" y="31621"/>
                    <a:pt x="60068" y="31567"/>
                    <a:pt x="59994" y="31567"/>
                  </a:cubicBezTo>
                  <a:close/>
                  <a:moveTo>
                    <a:pt x="55702" y="33154"/>
                  </a:moveTo>
                  <a:cubicBezTo>
                    <a:pt x="55683" y="33154"/>
                    <a:pt x="55665" y="33158"/>
                    <a:pt x="55648" y="33166"/>
                  </a:cubicBezTo>
                  <a:cubicBezTo>
                    <a:pt x="55033" y="33444"/>
                    <a:pt x="54438" y="33741"/>
                    <a:pt x="53863" y="34039"/>
                  </a:cubicBezTo>
                  <a:cubicBezTo>
                    <a:pt x="53783" y="34059"/>
                    <a:pt x="53744" y="34158"/>
                    <a:pt x="53783" y="34237"/>
                  </a:cubicBezTo>
                  <a:cubicBezTo>
                    <a:pt x="53803" y="34297"/>
                    <a:pt x="53863" y="34336"/>
                    <a:pt x="53942" y="34336"/>
                  </a:cubicBezTo>
                  <a:lnTo>
                    <a:pt x="54021" y="34316"/>
                  </a:lnTo>
                  <a:lnTo>
                    <a:pt x="55767" y="33464"/>
                  </a:lnTo>
                  <a:cubicBezTo>
                    <a:pt x="55846" y="33424"/>
                    <a:pt x="55886" y="33345"/>
                    <a:pt x="55846" y="33265"/>
                  </a:cubicBezTo>
                  <a:cubicBezTo>
                    <a:pt x="55830" y="33203"/>
                    <a:pt x="55767" y="33154"/>
                    <a:pt x="55702" y="33154"/>
                  </a:cubicBezTo>
                  <a:close/>
                  <a:moveTo>
                    <a:pt x="51683" y="35303"/>
                  </a:moveTo>
                  <a:cubicBezTo>
                    <a:pt x="51654" y="35303"/>
                    <a:pt x="51626" y="35316"/>
                    <a:pt x="51602" y="35348"/>
                  </a:cubicBezTo>
                  <a:cubicBezTo>
                    <a:pt x="51047" y="35705"/>
                    <a:pt x="50511" y="36081"/>
                    <a:pt x="49996" y="36518"/>
                  </a:cubicBezTo>
                  <a:cubicBezTo>
                    <a:pt x="49916" y="36557"/>
                    <a:pt x="49916" y="36676"/>
                    <a:pt x="49976" y="36736"/>
                  </a:cubicBezTo>
                  <a:lnTo>
                    <a:pt x="50095" y="36795"/>
                  </a:lnTo>
                  <a:lnTo>
                    <a:pt x="50194" y="36756"/>
                  </a:lnTo>
                  <a:cubicBezTo>
                    <a:pt x="50690" y="36359"/>
                    <a:pt x="51245" y="36002"/>
                    <a:pt x="51780" y="35625"/>
                  </a:cubicBezTo>
                  <a:cubicBezTo>
                    <a:pt x="51960" y="35593"/>
                    <a:pt x="51816" y="35303"/>
                    <a:pt x="51683" y="35303"/>
                  </a:cubicBezTo>
                  <a:close/>
                  <a:moveTo>
                    <a:pt x="48182" y="38228"/>
                  </a:moveTo>
                  <a:cubicBezTo>
                    <a:pt x="48145" y="38228"/>
                    <a:pt x="48106" y="38244"/>
                    <a:pt x="48072" y="38283"/>
                  </a:cubicBezTo>
                  <a:lnTo>
                    <a:pt x="47775" y="38580"/>
                  </a:lnTo>
                  <a:cubicBezTo>
                    <a:pt x="47418" y="38937"/>
                    <a:pt x="47100" y="39334"/>
                    <a:pt x="46783" y="39770"/>
                  </a:cubicBezTo>
                  <a:cubicBezTo>
                    <a:pt x="46704" y="39830"/>
                    <a:pt x="46723" y="39929"/>
                    <a:pt x="46803" y="39988"/>
                  </a:cubicBezTo>
                  <a:lnTo>
                    <a:pt x="46902" y="40028"/>
                  </a:lnTo>
                  <a:cubicBezTo>
                    <a:pt x="46942" y="40028"/>
                    <a:pt x="47001" y="40008"/>
                    <a:pt x="47021" y="39968"/>
                  </a:cubicBezTo>
                  <a:cubicBezTo>
                    <a:pt x="47338" y="39572"/>
                    <a:pt x="47675" y="39175"/>
                    <a:pt x="48013" y="38798"/>
                  </a:cubicBezTo>
                  <a:lnTo>
                    <a:pt x="48290" y="38501"/>
                  </a:lnTo>
                  <a:cubicBezTo>
                    <a:pt x="48395" y="38381"/>
                    <a:pt x="48296" y="38228"/>
                    <a:pt x="48182" y="38228"/>
                  </a:cubicBezTo>
                  <a:close/>
                  <a:moveTo>
                    <a:pt x="45430" y="41892"/>
                  </a:moveTo>
                  <a:cubicBezTo>
                    <a:pt x="45373" y="41892"/>
                    <a:pt x="45315" y="41918"/>
                    <a:pt x="45276" y="41971"/>
                  </a:cubicBezTo>
                  <a:cubicBezTo>
                    <a:pt x="44958" y="42546"/>
                    <a:pt x="44661" y="43122"/>
                    <a:pt x="44383" y="43716"/>
                  </a:cubicBezTo>
                  <a:cubicBezTo>
                    <a:pt x="44364" y="43796"/>
                    <a:pt x="44383" y="43895"/>
                    <a:pt x="44463" y="43935"/>
                  </a:cubicBezTo>
                  <a:lnTo>
                    <a:pt x="44542" y="43935"/>
                  </a:lnTo>
                  <a:cubicBezTo>
                    <a:pt x="44602" y="43935"/>
                    <a:pt x="44661" y="43895"/>
                    <a:pt x="44701" y="43855"/>
                  </a:cubicBezTo>
                  <a:cubicBezTo>
                    <a:pt x="44958" y="43260"/>
                    <a:pt x="45256" y="42685"/>
                    <a:pt x="45593" y="42150"/>
                  </a:cubicBezTo>
                  <a:cubicBezTo>
                    <a:pt x="45633" y="42051"/>
                    <a:pt x="45613" y="41952"/>
                    <a:pt x="45514" y="41912"/>
                  </a:cubicBezTo>
                  <a:cubicBezTo>
                    <a:pt x="45487" y="41899"/>
                    <a:pt x="45459" y="41892"/>
                    <a:pt x="45430" y="41892"/>
                  </a:cubicBezTo>
                  <a:close/>
                  <a:moveTo>
                    <a:pt x="43607" y="46032"/>
                  </a:moveTo>
                  <a:cubicBezTo>
                    <a:pt x="43538" y="46032"/>
                    <a:pt x="43464" y="46070"/>
                    <a:pt x="43431" y="46136"/>
                  </a:cubicBezTo>
                  <a:cubicBezTo>
                    <a:pt x="43233" y="46751"/>
                    <a:pt x="43055" y="47365"/>
                    <a:pt x="42876" y="48040"/>
                  </a:cubicBezTo>
                  <a:cubicBezTo>
                    <a:pt x="42876" y="48119"/>
                    <a:pt x="42936" y="48198"/>
                    <a:pt x="43015" y="48238"/>
                  </a:cubicBezTo>
                  <a:lnTo>
                    <a:pt x="43055" y="48238"/>
                  </a:lnTo>
                  <a:cubicBezTo>
                    <a:pt x="43134" y="48238"/>
                    <a:pt x="43194" y="48179"/>
                    <a:pt x="43213" y="48119"/>
                  </a:cubicBezTo>
                  <a:cubicBezTo>
                    <a:pt x="43372" y="47465"/>
                    <a:pt x="43550" y="46850"/>
                    <a:pt x="43749" y="46235"/>
                  </a:cubicBezTo>
                  <a:cubicBezTo>
                    <a:pt x="43769" y="46156"/>
                    <a:pt x="43729" y="46057"/>
                    <a:pt x="43650" y="46037"/>
                  </a:cubicBezTo>
                  <a:cubicBezTo>
                    <a:pt x="43636" y="46033"/>
                    <a:pt x="43622" y="46032"/>
                    <a:pt x="43607" y="46032"/>
                  </a:cubicBezTo>
                  <a:close/>
                  <a:moveTo>
                    <a:pt x="42528" y="50475"/>
                  </a:moveTo>
                  <a:cubicBezTo>
                    <a:pt x="42460" y="50475"/>
                    <a:pt x="42398" y="50529"/>
                    <a:pt x="42380" y="50598"/>
                  </a:cubicBezTo>
                  <a:cubicBezTo>
                    <a:pt x="42281" y="51233"/>
                    <a:pt x="42182" y="51887"/>
                    <a:pt x="42142" y="52561"/>
                  </a:cubicBezTo>
                  <a:cubicBezTo>
                    <a:pt x="42123" y="52641"/>
                    <a:pt x="42202" y="52720"/>
                    <a:pt x="42281" y="52720"/>
                  </a:cubicBezTo>
                  <a:cubicBezTo>
                    <a:pt x="42380" y="52720"/>
                    <a:pt x="42460" y="52680"/>
                    <a:pt x="42460" y="52581"/>
                  </a:cubicBezTo>
                  <a:cubicBezTo>
                    <a:pt x="42539" y="51927"/>
                    <a:pt x="42618" y="51292"/>
                    <a:pt x="42718" y="50638"/>
                  </a:cubicBezTo>
                  <a:cubicBezTo>
                    <a:pt x="42718" y="50558"/>
                    <a:pt x="42638" y="50479"/>
                    <a:pt x="42559" y="50479"/>
                  </a:cubicBezTo>
                  <a:cubicBezTo>
                    <a:pt x="42548" y="50476"/>
                    <a:pt x="42538" y="50475"/>
                    <a:pt x="42528" y="50475"/>
                  </a:cubicBezTo>
                  <a:close/>
                  <a:moveTo>
                    <a:pt x="42142" y="55000"/>
                  </a:moveTo>
                  <a:cubicBezTo>
                    <a:pt x="42063" y="55000"/>
                    <a:pt x="41964" y="55080"/>
                    <a:pt x="41964" y="55159"/>
                  </a:cubicBezTo>
                  <a:lnTo>
                    <a:pt x="41964" y="57142"/>
                  </a:lnTo>
                  <a:cubicBezTo>
                    <a:pt x="41964" y="57222"/>
                    <a:pt x="42023" y="57281"/>
                    <a:pt x="42123" y="57281"/>
                  </a:cubicBezTo>
                  <a:cubicBezTo>
                    <a:pt x="42202" y="57281"/>
                    <a:pt x="42281" y="57202"/>
                    <a:pt x="42281" y="57122"/>
                  </a:cubicBezTo>
                  <a:lnTo>
                    <a:pt x="42281" y="55179"/>
                  </a:lnTo>
                  <a:cubicBezTo>
                    <a:pt x="42301" y="55080"/>
                    <a:pt x="42222" y="55000"/>
                    <a:pt x="42142" y="55000"/>
                  </a:cubicBezTo>
                  <a:close/>
                  <a:moveTo>
                    <a:pt x="42221" y="59619"/>
                  </a:moveTo>
                  <a:cubicBezTo>
                    <a:pt x="42152" y="59619"/>
                    <a:pt x="42084" y="59658"/>
                    <a:pt x="42063" y="59740"/>
                  </a:cubicBezTo>
                  <a:cubicBezTo>
                    <a:pt x="42123" y="60395"/>
                    <a:pt x="42162" y="61029"/>
                    <a:pt x="42242" y="61703"/>
                  </a:cubicBezTo>
                  <a:cubicBezTo>
                    <a:pt x="42242" y="61783"/>
                    <a:pt x="42321" y="61842"/>
                    <a:pt x="42420" y="61842"/>
                  </a:cubicBezTo>
                  <a:cubicBezTo>
                    <a:pt x="42519" y="61822"/>
                    <a:pt x="42579" y="61743"/>
                    <a:pt x="42559" y="61684"/>
                  </a:cubicBezTo>
                  <a:cubicBezTo>
                    <a:pt x="42519" y="61009"/>
                    <a:pt x="42440" y="60355"/>
                    <a:pt x="42380" y="59720"/>
                  </a:cubicBezTo>
                  <a:cubicBezTo>
                    <a:pt x="42352" y="59653"/>
                    <a:pt x="42286" y="59619"/>
                    <a:pt x="42221" y="59619"/>
                  </a:cubicBezTo>
                  <a:close/>
                  <a:moveTo>
                    <a:pt x="42718" y="64103"/>
                  </a:moveTo>
                  <a:cubicBezTo>
                    <a:pt x="42618" y="64123"/>
                    <a:pt x="42559" y="64202"/>
                    <a:pt x="42559" y="64301"/>
                  </a:cubicBezTo>
                  <a:lnTo>
                    <a:pt x="42856" y="66245"/>
                  </a:lnTo>
                  <a:cubicBezTo>
                    <a:pt x="42876" y="66304"/>
                    <a:pt x="42956" y="66364"/>
                    <a:pt x="43035" y="66364"/>
                  </a:cubicBezTo>
                  <a:lnTo>
                    <a:pt x="43055" y="66364"/>
                  </a:lnTo>
                  <a:cubicBezTo>
                    <a:pt x="43134" y="66344"/>
                    <a:pt x="43194" y="66265"/>
                    <a:pt x="43174" y="66185"/>
                  </a:cubicBezTo>
                  <a:lnTo>
                    <a:pt x="42876" y="64262"/>
                  </a:lnTo>
                  <a:cubicBezTo>
                    <a:pt x="42876" y="64163"/>
                    <a:pt x="42797" y="64103"/>
                    <a:pt x="42718" y="64103"/>
                  </a:cubicBezTo>
                  <a:close/>
                  <a:moveTo>
                    <a:pt x="43471" y="68650"/>
                  </a:moveTo>
                  <a:cubicBezTo>
                    <a:pt x="43389" y="68650"/>
                    <a:pt x="43312" y="68709"/>
                    <a:pt x="43312" y="68803"/>
                  </a:cubicBezTo>
                  <a:lnTo>
                    <a:pt x="43610" y="70548"/>
                  </a:lnTo>
                  <a:lnTo>
                    <a:pt x="43650" y="70727"/>
                  </a:lnTo>
                  <a:cubicBezTo>
                    <a:pt x="43650" y="70806"/>
                    <a:pt x="43709" y="70866"/>
                    <a:pt x="43808" y="70866"/>
                  </a:cubicBezTo>
                  <a:lnTo>
                    <a:pt x="43828" y="70866"/>
                  </a:lnTo>
                  <a:cubicBezTo>
                    <a:pt x="43907" y="70846"/>
                    <a:pt x="43967" y="70766"/>
                    <a:pt x="43967" y="70667"/>
                  </a:cubicBezTo>
                  <a:lnTo>
                    <a:pt x="43927" y="70489"/>
                  </a:lnTo>
                  <a:lnTo>
                    <a:pt x="43630" y="68744"/>
                  </a:lnTo>
                  <a:cubicBezTo>
                    <a:pt x="43589" y="68679"/>
                    <a:pt x="43529" y="68650"/>
                    <a:pt x="43471" y="68650"/>
                  </a:cubicBezTo>
                  <a:close/>
                  <a:moveTo>
                    <a:pt x="44225" y="73106"/>
                  </a:moveTo>
                  <a:cubicBezTo>
                    <a:pt x="44126" y="73126"/>
                    <a:pt x="44086" y="73206"/>
                    <a:pt x="44106" y="73305"/>
                  </a:cubicBezTo>
                  <a:cubicBezTo>
                    <a:pt x="44205" y="73939"/>
                    <a:pt x="44324" y="74594"/>
                    <a:pt x="44423" y="75228"/>
                  </a:cubicBezTo>
                  <a:cubicBezTo>
                    <a:pt x="44423" y="75308"/>
                    <a:pt x="44502" y="75367"/>
                    <a:pt x="44562" y="75367"/>
                  </a:cubicBezTo>
                  <a:lnTo>
                    <a:pt x="44602" y="75367"/>
                  </a:lnTo>
                  <a:cubicBezTo>
                    <a:pt x="44681" y="75347"/>
                    <a:pt x="44740" y="75268"/>
                    <a:pt x="44740" y="75189"/>
                  </a:cubicBezTo>
                  <a:cubicBezTo>
                    <a:pt x="44641" y="74534"/>
                    <a:pt x="44522" y="73900"/>
                    <a:pt x="44423" y="73245"/>
                  </a:cubicBezTo>
                  <a:cubicBezTo>
                    <a:pt x="44403" y="73166"/>
                    <a:pt x="44304" y="73106"/>
                    <a:pt x="44225" y="73106"/>
                  </a:cubicBezTo>
                  <a:close/>
                  <a:moveTo>
                    <a:pt x="44939" y="77608"/>
                  </a:moveTo>
                  <a:cubicBezTo>
                    <a:pt x="44840" y="77628"/>
                    <a:pt x="44780" y="77727"/>
                    <a:pt x="44780" y="77806"/>
                  </a:cubicBezTo>
                  <a:cubicBezTo>
                    <a:pt x="44879" y="78481"/>
                    <a:pt x="44958" y="79135"/>
                    <a:pt x="45038" y="79750"/>
                  </a:cubicBezTo>
                  <a:cubicBezTo>
                    <a:pt x="45038" y="79829"/>
                    <a:pt x="45097" y="79889"/>
                    <a:pt x="45177" y="79889"/>
                  </a:cubicBezTo>
                  <a:lnTo>
                    <a:pt x="45216" y="79889"/>
                  </a:lnTo>
                  <a:cubicBezTo>
                    <a:pt x="45296" y="79869"/>
                    <a:pt x="45355" y="79790"/>
                    <a:pt x="45355" y="79690"/>
                  </a:cubicBezTo>
                  <a:cubicBezTo>
                    <a:pt x="45276" y="79076"/>
                    <a:pt x="45216" y="78421"/>
                    <a:pt x="45117" y="77767"/>
                  </a:cubicBezTo>
                  <a:cubicBezTo>
                    <a:pt x="45117" y="77668"/>
                    <a:pt x="45038" y="77608"/>
                    <a:pt x="44939" y="77608"/>
                  </a:cubicBezTo>
                  <a:close/>
                  <a:moveTo>
                    <a:pt x="45415" y="82150"/>
                  </a:moveTo>
                  <a:cubicBezTo>
                    <a:pt x="45335" y="82169"/>
                    <a:pt x="45276" y="82249"/>
                    <a:pt x="45256" y="82328"/>
                  </a:cubicBezTo>
                  <a:cubicBezTo>
                    <a:pt x="45315" y="83002"/>
                    <a:pt x="45335" y="83657"/>
                    <a:pt x="45355" y="84291"/>
                  </a:cubicBezTo>
                  <a:cubicBezTo>
                    <a:pt x="45355" y="84371"/>
                    <a:pt x="45434" y="84430"/>
                    <a:pt x="45514" y="84430"/>
                  </a:cubicBezTo>
                  <a:cubicBezTo>
                    <a:pt x="45593" y="84430"/>
                    <a:pt x="45672" y="84371"/>
                    <a:pt x="45672" y="84291"/>
                  </a:cubicBezTo>
                  <a:cubicBezTo>
                    <a:pt x="45653" y="83637"/>
                    <a:pt x="45633" y="82963"/>
                    <a:pt x="45573" y="82308"/>
                  </a:cubicBezTo>
                  <a:cubicBezTo>
                    <a:pt x="45573" y="82209"/>
                    <a:pt x="45494" y="82150"/>
                    <a:pt x="45415" y="82150"/>
                  </a:cubicBezTo>
                  <a:close/>
                  <a:moveTo>
                    <a:pt x="45514" y="86711"/>
                  </a:moveTo>
                  <a:cubicBezTo>
                    <a:pt x="45415" y="86711"/>
                    <a:pt x="45335" y="86790"/>
                    <a:pt x="45335" y="86889"/>
                  </a:cubicBezTo>
                  <a:cubicBezTo>
                    <a:pt x="45315" y="87524"/>
                    <a:pt x="45256" y="88198"/>
                    <a:pt x="45196" y="88813"/>
                  </a:cubicBezTo>
                  <a:cubicBezTo>
                    <a:pt x="45196" y="88912"/>
                    <a:pt x="45236" y="88991"/>
                    <a:pt x="45335" y="88991"/>
                  </a:cubicBezTo>
                  <a:lnTo>
                    <a:pt x="45355" y="88991"/>
                  </a:lnTo>
                  <a:cubicBezTo>
                    <a:pt x="45434" y="88991"/>
                    <a:pt x="45514" y="88932"/>
                    <a:pt x="45514" y="88852"/>
                  </a:cubicBezTo>
                  <a:cubicBezTo>
                    <a:pt x="45573" y="88218"/>
                    <a:pt x="45633" y="87563"/>
                    <a:pt x="45653" y="86889"/>
                  </a:cubicBezTo>
                  <a:cubicBezTo>
                    <a:pt x="45653" y="86810"/>
                    <a:pt x="45593" y="86731"/>
                    <a:pt x="45514" y="86711"/>
                  </a:cubicBezTo>
                  <a:close/>
                  <a:moveTo>
                    <a:pt x="45018" y="91252"/>
                  </a:moveTo>
                  <a:cubicBezTo>
                    <a:pt x="44919" y="91252"/>
                    <a:pt x="44859" y="91312"/>
                    <a:pt x="44840" y="91391"/>
                  </a:cubicBezTo>
                  <a:cubicBezTo>
                    <a:pt x="44721" y="92025"/>
                    <a:pt x="44602" y="92660"/>
                    <a:pt x="44423" y="93315"/>
                  </a:cubicBezTo>
                  <a:cubicBezTo>
                    <a:pt x="44403" y="93394"/>
                    <a:pt x="44463" y="93473"/>
                    <a:pt x="44542" y="93513"/>
                  </a:cubicBezTo>
                  <a:lnTo>
                    <a:pt x="44602" y="93513"/>
                  </a:lnTo>
                  <a:cubicBezTo>
                    <a:pt x="44661" y="93513"/>
                    <a:pt x="44721" y="93453"/>
                    <a:pt x="44740" y="93374"/>
                  </a:cubicBezTo>
                  <a:cubicBezTo>
                    <a:pt x="44879" y="92739"/>
                    <a:pt x="45038" y="92085"/>
                    <a:pt x="45157" y="91450"/>
                  </a:cubicBezTo>
                  <a:cubicBezTo>
                    <a:pt x="45157" y="91351"/>
                    <a:pt x="45097" y="91272"/>
                    <a:pt x="45018" y="91252"/>
                  </a:cubicBezTo>
                  <a:close/>
                  <a:moveTo>
                    <a:pt x="43854" y="95679"/>
                  </a:moveTo>
                  <a:cubicBezTo>
                    <a:pt x="43788" y="95679"/>
                    <a:pt x="43733" y="95720"/>
                    <a:pt x="43689" y="95793"/>
                  </a:cubicBezTo>
                  <a:cubicBezTo>
                    <a:pt x="43511" y="96408"/>
                    <a:pt x="43273" y="97023"/>
                    <a:pt x="43055" y="97618"/>
                  </a:cubicBezTo>
                  <a:cubicBezTo>
                    <a:pt x="43015" y="97697"/>
                    <a:pt x="43055" y="97796"/>
                    <a:pt x="43134" y="97836"/>
                  </a:cubicBezTo>
                  <a:lnTo>
                    <a:pt x="43213" y="97836"/>
                  </a:lnTo>
                  <a:cubicBezTo>
                    <a:pt x="43273" y="97836"/>
                    <a:pt x="43332" y="97796"/>
                    <a:pt x="43352" y="97737"/>
                  </a:cubicBezTo>
                  <a:cubicBezTo>
                    <a:pt x="43590" y="97122"/>
                    <a:pt x="43828" y="96507"/>
                    <a:pt x="44026" y="95893"/>
                  </a:cubicBezTo>
                  <a:cubicBezTo>
                    <a:pt x="44046" y="95793"/>
                    <a:pt x="44007" y="95714"/>
                    <a:pt x="43927" y="95694"/>
                  </a:cubicBezTo>
                  <a:cubicBezTo>
                    <a:pt x="43902" y="95684"/>
                    <a:pt x="43877" y="95679"/>
                    <a:pt x="43854" y="95679"/>
                  </a:cubicBezTo>
                  <a:close/>
                  <a:moveTo>
                    <a:pt x="42153" y="99929"/>
                  </a:moveTo>
                  <a:cubicBezTo>
                    <a:pt x="42092" y="99929"/>
                    <a:pt x="42030" y="99965"/>
                    <a:pt x="42004" y="100017"/>
                  </a:cubicBezTo>
                  <a:cubicBezTo>
                    <a:pt x="41746" y="100593"/>
                    <a:pt x="41448" y="101188"/>
                    <a:pt x="41111" y="101763"/>
                  </a:cubicBezTo>
                  <a:cubicBezTo>
                    <a:pt x="41091" y="101842"/>
                    <a:pt x="41111" y="101941"/>
                    <a:pt x="41191" y="101981"/>
                  </a:cubicBezTo>
                  <a:lnTo>
                    <a:pt x="41270" y="101981"/>
                  </a:lnTo>
                  <a:cubicBezTo>
                    <a:pt x="41329" y="101981"/>
                    <a:pt x="41389" y="101961"/>
                    <a:pt x="41409" y="101901"/>
                  </a:cubicBezTo>
                  <a:cubicBezTo>
                    <a:pt x="41706" y="101326"/>
                    <a:pt x="42043" y="100751"/>
                    <a:pt x="42301" y="100176"/>
                  </a:cubicBezTo>
                  <a:cubicBezTo>
                    <a:pt x="42341" y="100077"/>
                    <a:pt x="42301" y="99978"/>
                    <a:pt x="42242" y="99958"/>
                  </a:cubicBezTo>
                  <a:cubicBezTo>
                    <a:pt x="42215" y="99938"/>
                    <a:pt x="42184" y="99929"/>
                    <a:pt x="42153" y="99929"/>
                  </a:cubicBezTo>
                  <a:close/>
                  <a:moveTo>
                    <a:pt x="39901" y="103899"/>
                  </a:moveTo>
                  <a:cubicBezTo>
                    <a:pt x="39853" y="103899"/>
                    <a:pt x="39813" y="103923"/>
                    <a:pt x="39802" y="103984"/>
                  </a:cubicBezTo>
                  <a:cubicBezTo>
                    <a:pt x="39465" y="104539"/>
                    <a:pt x="39088" y="105074"/>
                    <a:pt x="38712" y="105630"/>
                  </a:cubicBezTo>
                  <a:cubicBezTo>
                    <a:pt x="38672" y="105709"/>
                    <a:pt x="38692" y="105788"/>
                    <a:pt x="38771" y="105848"/>
                  </a:cubicBezTo>
                  <a:lnTo>
                    <a:pt x="38870" y="105848"/>
                  </a:lnTo>
                  <a:cubicBezTo>
                    <a:pt x="38910" y="105848"/>
                    <a:pt x="38969" y="105828"/>
                    <a:pt x="38989" y="105808"/>
                  </a:cubicBezTo>
                  <a:cubicBezTo>
                    <a:pt x="39366" y="105273"/>
                    <a:pt x="39743" y="104717"/>
                    <a:pt x="40080" y="104162"/>
                  </a:cubicBezTo>
                  <a:cubicBezTo>
                    <a:pt x="40209" y="104062"/>
                    <a:pt x="40027" y="103899"/>
                    <a:pt x="39901" y="103899"/>
                  </a:cubicBezTo>
                  <a:close/>
                  <a:moveTo>
                    <a:pt x="37289" y="107605"/>
                  </a:moveTo>
                  <a:cubicBezTo>
                    <a:pt x="37242" y="107605"/>
                    <a:pt x="37198" y="107620"/>
                    <a:pt x="37165" y="107653"/>
                  </a:cubicBezTo>
                  <a:cubicBezTo>
                    <a:pt x="36768" y="108188"/>
                    <a:pt x="36332" y="108684"/>
                    <a:pt x="35915" y="109180"/>
                  </a:cubicBezTo>
                  <a:cubicBezTo>
                    <a:pt x="35856" y="109239"/>
                    <a:pt x="35876" y="109338"/>
                    <a:pt x="35935" y="109398"/>
                  </a:cubicBezTo>
                  <a:cubicBezTo>
                    <a:pt x="35955" y="109418"/>
                    <a:pt x="35995" y="109437"/>
                    <a:pt x="36034" y="109437"/>
                  </a:cubicBezTo>
                  <a:cubicBezTo>
                    <a:pt x="36094" y="109437"/>
                    <a:pt x="36134" y="109418"/>
                    <a:pt x="36173" y="109378"/>
                  </a:cubicBezTo>
                  <a:cubicBezTo>
                    <a:pt x="36590" y="108882"/>
                    <a:pt x="37026" y="108386"/>
                    <a:pt x="37423" y="107890"/>
                  </a:cubicBezTo>
                  <a:cubicBezTo>
                    <a:pt x="37482" y="107811"/>
                    <a:pt x="37462" y="107692"/>
                    <a:pt x="37403" y="107633"/>
                  </a:cubicBezTo>
                  <a:cubicBezTo>
                    <a:pt x="37367" y="107615"/>
                    <a:pt x="37327" y="107605"/>
                    <a:pt x="37289" y="107605"/>
                  </a:cubicBezTo>
                  <a:close/>
                  <a:moveTo>
                    <a:pt x="34266" y="111031"/>
                  </a:moveTo>
                  <a:cubicBezTo>
                    <a:pt x="34228" y="111031"/>
                    <a:pt x="34188" y="111046"/>
                    <a:pt x="34150" y="111083"/>
                  </a:cubicBezTo>
                  <a:cubicBezTo>
                    <a:pt x="33714" y="111520"/>
                    <a:pt x="33238" y="111996"/>
                    <a:pt x="32742" y="112452"/>
                  </a:cubicBezTo>
                  <a:cubicBezTo>
                    <a:pt x="32683" y="112511"/>
                    <a:pt x="32683" y="112591"/>
                    <a:pt x="32742" y="112670"/>
                  </a:cubicBezTo>
                  <a:lnTo>
                    <a:pt x="32861" y="112709"/>
                  </a:lnTo>
                  <a:lnTo>
                    <a:pt x="32961" y="112670"/>
                  </a:lnTo>
                  <a:cubicBezTo>
                    <a:pt x="33456" y="112214"/>
                    <a:pt x="33932" y="111777"/>
                    <a:pt x="34388" y="111301"/>
                  </a:cubicBezTo>
                  <a:cubicBezTo>
                    <a:pt x="34495" y="111195"/>
                    <a:pt x="34392" y="111031"/>
                    <a:pt x="34266" y="111031"/>
                  </a:cubicBezTo>
                  <a:close/>
                  <a:moveTo>
                    <a:pt x="30919" y="114115"/>
                  </a:moveTo>
                  <a:cubicBezTo>
                    <a:pt x="30883" y="114115"/>
                    <a:pt x="30846" y="114130"/>
                    <a:pt x="30819" y="114157"/>
                  </a:cubicBezTo>
                  <a:lnTo>
                    <a:pt x="29292" y="115367"/>
                  </a:lnTo>
                  <a:cubicBezTo>
                    <a:pt x="29232" y="115426"/>
                    <a:pt x="29193" y="115526"/>
                    <a:pt x="29252" y="115625"/>
                  </a:cubicBezTo>
                  <a:lnTo>
                    <a:pt x="29391" y="115664"/>
                  </a:lnTo>
                  <a:lnTo>
                    <a:pt x="29490" y="115645"/>
                  </a:lnTo>
                  <a:cubicBezTo>
                    <a:pt x="30025" y="115248"/>
                    <a:pt x="30521" y="114831"/>
                    <a:pt x="31017" y="114395"/>
                  </a:cubicBezTo>
                  <a:cubicBezTo>
                    <a:pt x="31077" y="114355"/>
                    <a:pt x="31096" y="114237"/>
                    <a:pt x="31037" y="114177"/>
                  </a:cubicBezTo>
                  <a:cubicBezTo>
                    <a:pt x="31005" y="114135"/>
                    <a:pt x="30962" y="114115"/>
                    <a:pt x="30919" y="114115"/>
                  </a:cubicBezTo>
                  <a:close/>
                  <a:moveTo>
                    <a:pt x="27278" y="116860"/>
                  </a:moveTo>
                  <a:cubicBezTo>
                    <a:pt x="27247" y="116860"/>
                    <a:pt x="27216" y="116876"/>
                    <a:pt x="27190" y="116914"/>
                  </a:cubicBezTo>
                  <a:lnTo>
                    <a:pt x="25563" y="117965"/>
                  </a:lnTo>
                  <a:cubicBezTo>
                    <a:pt x="25484" y="118024"/>
                    <a:pt x="25464" y="118143"/>
                    <a:pt x="25504" y="118223"/>
                  </a:cubicBezTo>
                  <a:cubicBezTo>
                    <a:pt x="25544" y="118262"/>
                    <a:pt x="25603" y="118282"/>
                    <a:pt x="25663" y="118302"/>
                  </a:cubicBezTo>
                  <a:lnTo>
                    <a:pt x="25722" y="118262"/>
                  </a:lnTo>
                  <a:lnTo>
                    <a:pt x="27368" y="117172"/>
                  </a:lnTo>
                  <a:cubicBezTo>
                    <a:pt x="27545" y="117139"/>
                    <a:pt x="27409" y="116860"/>
                    <a:pt x="27278" y="116860"/>
                  </a:cubicBezTo>
                  <a:close/>
                  <a:moveTo>
                    <a:pt x="23367" y="119328"/>
                  </a:moveTo>
                  <a:cubicBezTo>
                    <a:pt x="23353" y="119328"/>
                    <a:pt x="23338" y="119329"/>
                    <a:pt x="23322" y="119333"/>
                  </a:cubicBezTo>
                  <a:lnTo>
                    <a:pt x="21617" y="120245"/>
                  </a:lnTo>
                  <a:cubicBezTo>
                    <a:pt x="21538" y="120305"/>
                    <a:pt x="21518" y="120384"/>
                    <a:pt x="21538" y="120483"/>
                  </a:cubicBezTo>
                  <a:cubicBezTo>
                    <a:pt x="21557" y="120523"/>
                    <a:pt x="21617" y="120563"/>
                    <a:pt x="21696" y="120583"/>
                  </a:cubicBezTo>
                  <a:lnTo>
                    <a:pt x="21756" y="120543"/>
                  </a:lnTo>
                  <a:cubicBezTo>
                    <a:pt x="22351" y="120245"/>
                    <a:pt x="22926" y="119928"/>
                    <a:pt x="23501" y="119611"/>
                  </a:cubicBezTo>
                  <a:cubicBezTo>
                    <a:pt x="23573" y="119485"/>
                    <a:pt x="23499" y="119328"/>
                    <a:pt x="23367" y="119328"/>
                  </a:cubicBezTo>
                  <a:close/>
                  <a:moveTo>
                    <a:pt x="19343" y="121409"/>
                  </a:moveTo>
                  <a:cubicBezTo>
                    <a:pt x="19321" y="121409"/>
                    <a:pt x="19299" y="121411"/>
                    <a:pt x="19277" y="121415"/>
                  </a:cubicBezTo>
                  <a:cubicBezTo>
                    <a:pt x="18722" y="121713"/>
                    <a:pt x="18127" y="121991"/>
                    <a:pt x="17532" y="122229"/>
                  </a:cubicBezTo>
                  <a:cubicBezTo>
                    <a:pt x="17452" y="122288"/>
                    <a:pt x="17413" y="122367"/>
                    <a:pt x="17433" y="122466"/>
                  </a:cubicBezTo>
                  <a:cubicBezTo>
                    <a:pt x="17472" y="122506"/>
                    <a:pt x="17532" y="122546"/>
                    <a:pt x="17591" y="122566"/>
                  </a:cubicBezTo>
                  <a:lnTo>
                    <a:pt x="17651" y="122526"/>
                  </a:lnTo>
                  <a:cubicBezTo>
                    <a:pt x="18246" y="122288"/>
                    <a:pt x="18841" y="122010"/>
                    <a:pt x="19436" y="121713"/>
                  </a:cubicBezTo>
                  <a:cubicBezTo>
                    <a:pt x="19515" y="121673"/>
                    <a:pt x="19535" y="121594"/>
                    <a:pt x="19515" y="121515"/>
                  </a:cubicBezTo>
                  <a:cubicBezTo>
                    <a:pt x="19484" y="121438"/>
                    <a:pt x="19418" y="121409"/>
                    <a:pt x="19343" y="121409"/>
                  </a:cubicBezTo>
                  <a:close/>
                  <a:moveTo>
                    <a:pt x="15196" y="123240"/>
                  </a:moveTo>
                  <a:cubicBezTo>
                    <a:pt x="15167" y="123240"/>
                    <a:pt x="15139" y="123247"/>
                    <a:pt x="15112" y="123260"/>
                  </a:cubicBezTo>
                  <a:lnTo>
                    <a:pt x="13288" y="123954"/>
                  </a:lnTo>
                  <a:cubicBezTo>
                    <a:pt x="13208" y="123974"/>
                    <a:pt x="13169" y="124053"/>
                    <a:pt x="13189" y="124152"/>
                  </a:cubicBezTo>
                  <a:cubicBezTo>
                    <a:pt x="13208" y="124212"/>
                    <a:pt x="13288" y="124271"/>
                    <a:pt x="13367" y="124271"/>
                  </a:cubicBezTo>
                  <a:lnTo>
                    <a:pt x="13407" y="124251"/>
                  </a:lnTo>
                  <a:lnTo>
                    <a:pt x="15251" y="123557"/>
                  </a:lnTo>
                  <a:cubicBezTo>
                    <a:pt x="15330" y="123498"/>
                    <a:pt x="15370" y="123418"/>
                    <a:pt x="15350" y="123319"/>
                  </a:cubicBezTo>
                  <a:cubicBezTo>
                    <a:pt x="15311" y="123266"/>
                    <a:pt x="15253" y="123240"/>
                    <a:pt x="15196" y="123240"/>
                  </a:cubicBezTo>
                  <a:close/>
                  <a:moveTo>
                    <a:pt x="10871" y="124782"/>
                  </a:moveTo>
                  <a:cubicBezTo>
                    <a:pt x="10857" y="124782"/>
                    <a:pt x="10842" y="124783"/>
                    <a:pt x="10829" y="124787"/>
                  </a:cubicBezTo>
                  <a:lnTo>
                    <a:pt x="8965" y="125382"/>
                  </a:lnTo>
                  <a:cubicBezTo>
                    <a:pt x="8885" y="125421"/>
                    <a:pt x="8846" y="125501"/>
                    <a:pt x="8865" y="125580"/>
                  </a:cubicBezTo>
                  <a:cubicBezTo>
                    <a:pt x="8885" y="125659"/>
                    <a:pt x="8945" y="125699"/>
                    <a:pt x="9024" y="125699"/>
                  </a:cubicBezTo>
                  <a:lnTo>
                    <a:pt x="9064" y="125699"/>
                  </a:lnTo>
                  <a:lnTo>
                    <a:pt x="10928" y="125104"/>
                  </a:lnTo>
                  <a:cubicBezTo>
                    <a:pt x="11027" y="125084"/>
                    <a:pt x="11087" y="124985"/>
                    <a:pt x="11047" y="124886"/>
                  </a:cubicBezTo>
                  <a:cubicBezTo>
                    <a:pt x="11014" y="124820"/>
                    <a:pt x="10940" y="124782"/>
                    <a:pt x="10871" y="124782"/>
                  </a:cubicBezTo>
                  <a:close/>
                  <a:moveTo>
                    <a:pt x="6503" y="126092"/>
                  </a:moveTo>
                  <a:cubicBezTo>
                    <a:pt x="6491" y="126092"/>
                    <a:pt x="6479" y="126093"/>
                    <a:pt x="6466" y="126096"/>
                  </a:cubicBezTo>
                  <a:lnTo>
                    <a:pt x="4582" y="126591"/>
                  </a:lnTo>
                  <a:cubicBezTo>
                    <a:pt x="4503" y="126611"/>
                    <a:pt x="4443" y="126710"/>
                    <a:pt x="4463" y="126790"/>
                  </a:cubicBezTo>
                  <a:cubicBezTo>
                    <a:pt x="4483" y="126869"/>
                    <a:pt x="4562" y="126909"/>
                    <a:pt x="4641" y="126929"/>
                  </a:cubicBezTo>
                  <a:lnTo>
                    <a:pt x="4661" y="126929"/>
                  </a:lnTo>
                  <a:lnTo>
                    <a:pt x="6565" y="126433"/>
                  </a:lnTo>
                  <a:cubicBezTo>
                    <a:pt x="6644" y="126393"/>
                    <a:pt x="6684" y="126314"/>
                    <a:pt x="6664" y="126234"/>
                  </a:cubicBezTo>
                  <a:cubicBezTo>
                    <a:pt x="6647" y="126148"/>
                    <a:pt x="6584" y="126092"/>
                    <a:pt x="6503" y="126092"/>
                  </a:cubicBezTo>
                  <a:close/>
                  <a:moveTo>
                    <a:pt x="2103" y="127221"/>
                  </a:moveTo>
                  <a:cubicBezTo>
                    <a:pt x="2090" y="127221"/>
                    <a:pt x="2076" y="127223"/>
                    <a:pt x="2063" y="127226"/>
                  </a:cubicBezTo>
                  <a:lnTo>
                    <a:pt x="140" y="127623"/>
                  </a:lnTo>
                  <a:cubicBezTo>
                    <a:pt x="60" y="127642"/>
                    <a:pt x="1" y="127722"/>
                    <a:pt x="21" y="127821"/>
                  </a:cubicBezTo>
                  <a:cubicBezTo>
                    <a:pt x="40" y="127880"/>
                    <a:pt x="100" y="127940"/>
                    <a:pt x="179" y="127940"/>
                  </a:cubicBezTo>
                  <a:lnTo>
                    <a:pt x="199" y="127940"/>
                  </a:lnTo>
                  <a:lnTo>
                    <a:pt x="2123" y="127523"/>
                  </a:lnTo>
                  <a:cubicBezTo>
                    <a:pt x="2202" y="127523"/>
                    <a:pt x="2262" y="127424"/>
                    <a:pt x="2262" y="127345"/>
                  </a:cubicBezTo>
                  <a:cubicBezTo>
                    <a:pt x="2229" y="127262"/>
                    <a:pt x="2168" y="127221"/>
                    <a:pt x="2103" y="127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514" name="picture 514"/>
          <p:cNvPicPr>
            <a:picLocks noChangeAspect="1"/>
          </p:cNvPicPr>
          <p:nvPr/>
        </p:nvPicPr>
        <p:blipFill>
          <a:blip r:embed="rId3"/>
          <a:srcRect t="10370" r="26691" b="22788"/>
          <a:stretch>
            <a:fillRect/>
          </a:stretch>
        </p:blipFill>
        <p:spPr>
          <a:xfrm rot="21600000">
            <a:off x="3190875" y="2641600"/>
            <a:ext cx="6569075" cy="37255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0" y="2260600"/>
            <a:ext cx="4284020" cy="4597400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1"/>
          <p:cNvSpPr txBox="1">
            <a:spLocks noChangeArrowheads="1"/>
          </p:cNvSpPr>
          <p:nvPr/>
        </p:nvSpPr>
        <p:spPr bwMode="auto">
          <a:xfrm>
            <a:off x="3293443" y="4086574"/>
            <a:ext cx="94530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难点分析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13" name="图片 12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14" name="图片 13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sp>
        <p:nvSpPr>
          <p:cNvPr id="520" name="textbox 520"/>
          <p:cNvSpPr/>
          <p:nvPr/>
        </p:nvSpPr>
        <p:spPr>
          <a:xfrm>
            <a:off x="1843405" y="1301115"/>
            <a:ext cx="6069330" cy="3324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8000"/>
              </a:lnSpc>
            </a:pPr>
            <a:r>
              <a:rPr sz="2100" b="1" kern="0" spc="-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例：计算</a:t>
            </a:r>
            <a:r>
              <a:rPr sz="2000" b="1" kern="0" spc="-9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C=A./B.^2</a:t>
            </a:r>
            <a:r>
              <a:rPr sz="2100" b="1" kern="0" spc="-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，其中</a:t>
            </a:r>
            <a:r>
              <a:rPr sz="2000" b="1" kern="0" spc="-9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</a:t>
            </a:r>
            <a:r>
              <a:rPr sz="2000" b="1" kern="0" spc="-10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=[3</a:t>
            </a:r>
            <a:r>
              <a:rPr sz="2000" b="1" kern="0" spc="15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000" b="1" kern="0" spc="-10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9</a:t>
            </a:r>
            <a:r>
              <a:rPr sz="2000" b="1" kern="0" spc="17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000" b="1" kern="0" spc="-10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5]</a:t>
            </a:r>
            <a:r>
              <a:rPr sz="2000" b="1" kern="0" spc="-30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100" b="1" kern="0" spc="-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b="1" kern="0" spc="-10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B=[2</a:t>
            </a:r>
            <a:r>
              <a:rPr sz="2000" b="1" kern="0" spc="29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000" b="1" kern="0" spc="-10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1</a:t>
            </a:r>
            <a:r>
              <a:rPr sz="2000" b="1" kern="0" spc="17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000" b="1" kern="0" spc="-10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5]</a:t>
            </a:r>
            <a:r>
              <a:rPr sz="2100" b="1" kern="0" spc="-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8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750" algn="l" rtl="0" eaLnBrk="0">
              <a:lnSpc>
                <a:spcPct val="86000"/>
              </a:lnSpc>
              <a:spcBef>
                <a:spcPts val="640"/>
              </a:spcBef>
            </a:pPr>
            <a:r>
              <a:rPr sz="21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代码如下：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ts val="2435"/>
              </a:lnSpc>
              <a:spcBef>
                <a:spcPts val="115"/>
              </a:spcBef>
            </a:pPr>
            <a:r>
              <a:rPr sz="2000" b="1" kern="0" spc="-8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A=[3</a:t>
            </a:r>
            <a:r>
              <a:rPr sz="2000" b="1" kern="0" spc="16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000" b="1" kern="0" spc="-8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9</a:t>
            </a:r>
            <a:r>
              <a:rPr sz="2000" b="1" kern="0" spc="19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000" b="1" kern="0" spc="-8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5];</a:t>
            </a:r>
            <a:endParaRPr sz="2000" dirty="0"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marL="31115" algn="l" rtl="0" eaLnBrk="0">
              <a:lnSpc>
                <a:spcPts val="2435"/>
              </a:lnSpc>
              <a:spcBef>
                <a:spcPts val="95"/>
              </a:spcBef>
            </a:pPr>
            <a:r>
              <a:rPr sz="1900" b="1" kern="0" spc="-6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B=[2</a:t>
            </a:r>
            <a:r>
              <a:rPr sz="1900" b="1" kern="0" spc="35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1900" b="1" kern="0" spc="-6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1</a:t>
            </a:r>
            <a:r>
              <a:rPr sz="1900" b="1" kern="0" spc="20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1900" b="1" kern="0" spc="-6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5];</a:t>
            </a:r>
            <a:endParaRPr sz="1900" dirty="0"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marL="22225" algn="l" rtl="0" eaLnBrk="0">
              <a:lnSpc>
                <a:spcPts val="2435"/>
              </a:lnSpc>
              <a:spcBef>
                <a:spcPts val="85"/>
              </a:spcBef>
            </a:pPr>
            <a:r>
              <a:rPr sz="2000" b="1" kern="0" spc="1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C=A./B.^2</a:t>
            </a:r>
            <a:endParaRPr sz="2000" dirty="0"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225" algn="l" rtl="0" eaLnBrk="0">
              <a:lnSpc>
                <a:spcPct val="75000"/>
              </a:lnSpc>
              <a:spcBef>
                <a:spcPts val="600"/>
              </a:spcBef>
            </a:pP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C</a:t>
            </a:r>
            <a:r>
              <a:rPr sz="2000" b="1" kern="0" spc="16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=</a:t>
            </a:r>
            <a:endParaRPr sz="2000" dirty="0"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algn="l" rtl="0" eaLnBrk="0">
              <a:lnSpc>
                <a:spcPct val="18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0" algn="l" rtl="0" eaLnBrk="0">
              <a:lnSpc>
                <a:spcPts val="2435"/>
              </a:lnSpc>
              <a:spcBef>
                <a:spcPts val="5"/>
              </a:spcBef>
            </a:pP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0.7500</a:t>
            </a:r>
            <a:r>
              <a:rPr sz="2000" b="1" kern="0" spc="5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   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9.0000</a:t>
            </a:r>
            <a:r>
              <a:rPr sz="2000" b="1" kern="0" spc="5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   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0.</a:t>
            </a: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2000</a:t>
            </a:r>
            <a:endParaRPr sz="2000" dirty="0"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grpSp>
        <p:nvGrpSpPr>
          <p:cNvPr id="28" name="Google Shape;5325;p73"/>
          <p:cNvGrpSpPr/>
          <p:nvPr/>
        </p:nvGrpSpPr>
        <p:grpSpPr>
          <a:xfrm>
            <a:off x="8670290" y="2060575"/>
            <a:ext cx="2879725" cy="3684270"/>
            <a:chOff x="2085475" y="1288302"/>
            <a:chExt cx="2385152" cy="2958638"/>
          </a:xfrm>
        </p:grpSpPr>
        <p:sp>
          <p:nvSpPr>
            <p:cNvPr id="29" name="Google Shape;5326;p73"/>
            <p:cNvSpPr/>
            <p:nvPr/>
          </p:nvSpPr>
          <p:spPr>
            <a:xfrm>
              <a:off x="2981953" y="2561162"/>
              <a:ext cx="1488674" cy="1562265"/>
            </a:xfrm>
            <a:custGeom>
              <a:avLst/>
              <a:gdLst/>
              <a:ahLst/>
              <a:cxnLst/>
              <a:rect l="l" t="t" r="r" b="b"/>
              <a:pathLst>
                <a:path w="85852" h="90096" extrusionOk="0">
                  <a:moveTo>
                    <a:pt x="42274" y="1"/>
                  </a:moveTo>
                  <a:cubicBezTo>
                    <a:pt x="40828" y="1"/>
                    <a:pt x="39323" y="46"/>
                    <a:pt x="37765" y="142"/>
                  </a:cubicBezTo>
                  <a:cubicBezTo>
                    <a:pt x="36220" y="231"/>
                    <a:pt x="34745" y="357"/>
                    <a:pt x="33342" y="531"/>
                  </a:cubicBezTo>
                  <a:cubicBezTo>
                    <a:pt x="8743" y="3499"/>
                    <a:pt x="5318" y="18397"/>
                    <a:pt x="2675" y="39326"/>
                  </a:cubicBezTo>
                  <a:cubicBezTo>
                    <a:pt x="0" y="60513"/>
                    <a:pt x="11409" y="90096"/>
                    <a:pt x="44529" y="90096"/>
                  </a:cubicBezTo>
                  <a:cubicBezTo>
                    <a:pt x="45997" y="90096"/>
                    <a:pt x="47508" y="90038"/>
                    <a:pt x="49063" y="89918"/>
                  </a:cubicBezTo>
                  <a:cubicBezTo>
                    <a:pt x="85681" y="87101"/>
                    <a:pt x="85851" y="53231"/>
                    <a:pt x="81372" y="35244"/>
                  </a:cubicBezTo>
                  <a:cubicBezTo>
                    <a:pt x="77796" y="20906"/>
                    <a:pt x="73134" y="5891"/>
                    <a:pt x="54718" y="1367"/>
                  </a:cubicBezTo>
                  <a:cubicBezTo>
                    <a:pt x="54223" y="1245"/>
                    <a:pt x="53712" y="1127"/>
                    <a:pt x="53189" y="1022"/>
                  </a:cubicBezTo>
                  <a:lnTo>
                    <a:pt x="53185" y="1022"/>
                  </a:lnTo>
                  <a:cubicBezTo>
                    <a:pt x="50356" y="446"/>
                    <a:pt x="47222" y="94"/>
                    <a:pt x="43748" y="17"/>
                  </a:cubicBezTo>
                  <a:cubicBezTo>
                    <a:pt x="43264" y="6"/>
                    <a:pt x="42773" y="1"/>
                    <a:pt x="42274" y="1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5327;p73"/>
            <p:cNvSpPr/>
            <p:nvPr/>
          </p:nvSpPr>
          <p:spPr>
            <a:xfrm>
              <a:off x="2997403" y="2555058"/>
              <a:ext cx="1447491" cy="1574489"/>
            </a:xfrm>
            <a:custGeom>
              <a:avLst/>
              <a:gdLst/>
              <a:ahLst/>
              <a:cxnLst/>
              <a:rect l="l" t="t" r="r" b="b"/>
              <a:pathLst>
                <a:path w="83477" h="90801" extrusionOk="0">
                  <a:moveTo>
                    <a:pt x="41321" y="709"/>
                  </a:moveTo>
                  <a:cubicBezTo>
                    <a:pt x="41840" y="709"/>
                    <a:pt x="42346" y="717"/>
                    <a:pt x="42845" y="737"/>
                  </a:cubicBezTo>
                  <a:cubicBezTo>
                    <a:pt x="46197" y="806"/>
                    <a:pt x="49351" y="1143"/>
                    <a:pt x="52221" y="1731"/>
                  </a:cubicBezTo>
                  <a:lnTo>
                    <a:pt x="52250" y="1731"/>
                  </a:lnTo>
                  <a:cubicBezTo>
                    <a:pt x="52797" y="1840"/>
                    <a:pt x="53283" y="1954"/>
                    <a:pt x="53742" y="2063"/>
                  </a:cubicBezTo>
                  <a:cubicBezTo>
                    <a:pt x="71461" y="6421"/>
                    <a:pt x="76338" y="20451"/>
                    <a:pt x="80136" y="35681"/>
                  </a:cubicBezTo>
                  <a:cubicBezTo>
                    <a:pt x="83176" y="47895"/>
                    <a:pt x="83476" y="65051"/>
                    <a:pt x="75186" y="76536"/>
                  </a:cubicBezTo>
                  <a:cubicBezTo>
                    <a:pt x="69458" y="84477"/>
                    <a:pt x="60357" y="88977"/>
                    <a:pt x="48143" y="89913"/>
                  </a:cubicBezTo>
                  <a:cubicBezTo>
                    <a:pt x="46636" y="90030"/>
                    <a:pt x="45155" y="90088"/>
                    <a:pt x="43701" y="90088"/>
                  </a:cubicBezTo>
                  <a:cubicBezTo>
                    <a:pt x="31554" y="90088"/>
                    <a:pt x="21320" y="86038"/>
                    <a:pt x="13909" y="78254"/>
                  </a:cubicBezTo>
                  <a:cubicBezTo>
                    <a:pt x="3073" y="66879"/>
                    <a:pt x="722" y="50891"/>
                    <a:pt x="2136" y="39723"/>
                  </a:cubicBezTo>
                  <a:cubicBezTo>
                    <a:pt x="4832" y="18359"/>
                    <a:pt x="8404" y="4143"/>
                    <a:pt x="32487" y="1232"/>
                  </a:cubicBezTo>
                  <a:cubicBezTo>
                    <a:pt x="33841" y="1070"/>
                    <a:pt x="35386" y="936"/>
                    <a:pt x="36894" y="847"/>
                  </a:cubicBezTo>
                  <a:cubicBezTo>
                    <a:pt x="38398" y="758"/>
                    <a:pt x="39882" y="709"/>
                    <a:pt x="41321" y="709"/>
                  </a:cubicBezTo>
                  <a:close/>
                  <a:moveTo>
                    <a:pt x="41397" y="1"/>
                  </a:moveTo>
                  <a:cubicBezTo>
                    <a:pt x="39918" y="1"/>
                    <a:pt x="38395" y="46"/>
                    <a:pt x="36853" y="138"/>
                  </a:cubicBezTo>
                  <a:cubicBezTo>
                    <a:pt x="35268" y="231"/>
                    <a:pt x="33772" y="360"/>
                    <a:pt x="32410" y="527"/>
                  </a:cubicBezTo>
                  <a:cubicBezTo>
                    <a:pt x="20820" y="1925"/>
                    <a:pt x="13256" y="5999"/>
                    <a:pt x="8582" y="13353"/>
                  </a:cubicBezTo>
                  <a:cubicBezTo>
                    <a:pt x="4163" y="20317"/>
                    <a:pt x="2680" y="29755"/>
                    <a:pt x="1431" y="39634"/>
                  </a:cubicBezTo>
                  <a:cubicBezTo>
                    <a:pt x="0" y="50960"/>
                    <a:pt x="2392" y="67188"/>
                    <a:pt x="13398" y="78741"/>
                  </a:cubicBezTo>
                  <a:cubicBezTo>
                    <a:pt x="20946" y="86678"/>
                    <a:pt x="31364" y="90801"/>
                    <a:pt x="43712" y="90801"/>
                  </a:cubicBezTo>
                  <a:cubicBezTo>
                    <a:pt x="45184" y="90801"/>
                    <a:pt x="46680" y="90740"/>
                    <a:pt x="48200" y="90623"/>
                  </a:cubicBezTo>
                  <a:cubicBezTo>
                    <a:pt x="60633" y="89666"/>
                    <a:pt x="69908" y="85069"/>
                    <a:pt x="75766" y="76953"/>
                  </a:cubicBezTo>
                  <a:cubicBezTo>
                    <a:pt x="79783" y="71383"/>
                    <a:pt x="82114" y="64289"/>
                    <a:pt x="82690" y="55865"/>
                  </a:cubicBezTo>
                  <a:cubicBezTo>
                    <a:pt x="83136" y="49363"/>
                    <a:pt x="82475" y="42131"/>
                    <a:pt x="80825" y="35511"/>
                  </a:cubicBezTo>
                  <a:cubicBezTo>
                    <a:pt x="76974" y="20062"/>
                    <a:pt x="72012" y="5825"/>
                    <a:pt x="53916" y="1374"/>
                  </a:cubicBezTo>
                  <a:cubicBezTo>
                    <a:pt x="53446" y="1256"/>
                    <a:pt x="52955" y="1147"/>
                    <a:pt x="52400" y="1033"/>
                  </a:cubicBezTo>
                  <a:cubicBezTo>
                    <a:pt x="52371" y="1025"/>
                    <a:pt x="52347" y="1021"/>
                    <a:pt x="52319" y="1021"/>
                  </a:cubicBezTo>
                  <a:cubicBezTo>
                    <a:pt x="49420" y="425"/>
                    <a:pt x="46238" y="93"/>
                    <a:pt x="42861" y="16"/>
                  </a:cubicBezTo>
                  <a:cubicBezTo>
                    <a:pt x="42379" y="6"/>
                    <a:pt x="41890" y="1"/>
                    <a:pt x="4139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5328;p73"/>
            <p:cNvSpPr/>
            <p:nvPr/>
          </p:nvSpPr>
          <p:spPr>
            <a:xfrm>
              <a:off x="2981953" y="2570370"/>
              <a:ext cx="1488674" cy="1553057"/>
            </a:xfrm>
            <a:custGeom>
              <a:avLst/>
              <a:gdLst/>
              <a:ahLst/>
              <a:cxnLst/>
              <a:rect l="l" t="t" r="r" b="b"/>
              <a:pathLst>
                <a:path w="85852" h="89565" extrusionOk="0">
                  <a:moveTo>
                    <a:pt x="33342" y="0"/>
                  </a:moveTo>
                  <a:cubicBezTo>
                    <a:pt x="8743" y="2968"/>
                    <a:pt x="5318" y="17866"/>
                    <a:pt x="2675" y="38795"/>
                  </a:cubicBezTo>
                  <a:cubicBezTo>
                    <a:pt x="0" y="59982"/>
                    <a:pt x="11409" y="89565"/>
                    <a:pt x="44529" y="89565"/>
                  </a:cubicBezTo>
                  <a:cubicBezTo>
                    <a:pt x="45997" y="89565"/>
                    <a:pt x="47508" y="89507"/>
                    <a:pt x="49063" y="89387"/>
                  </a:cubicBezTo>
                  <a:cubicBezTo>
                    <a:pt x="85681" y="86570"/>
                    <a:pt x="85851" y="52700"/>
                    <a:pt x="81372" y="34713"/>
                  </a:cubicBezTo>
                  <a:cubicBezTo>
                    <a:pt x="77796" y="20375"/>
                    <a:pt x="73134" y="5360"/>
                    <a:pt x="54718" y="836"/>
                  </a:cubicBezTo>
                  <a:lnTo>
                    <a:pt x="54718" y="836"/>
                  </a:lnTo>
                  <a:cubicBezTo>
                    <a:pt x="55569" y="1594"/>
                    <a:pt x="56501" y="2291"/>
                    <a:pt x="57393" y="2911"/>
                  </a:cubicBezTo>
                  <a:cubicBezTo>
                    <a:pt x="63056" y="6892"/>
                    <a:pt x="68330" y="9892"/>
                    <a:pt x="71590" y="15997"/>
                  </a:cubicBezTo>
                  <a:cubicBezTo>
                    <a:pt x="76098" y="24445"/>
                    <a:pt x="78177" y="31276"/>
                    <a:pt x="77893" y="36169"/>
                  </a:cubicBezTo>
                  <a:cubicBezTo>
                    <a:pt x="77820" y="37470"/>
                    <a:pt x="77095" y="38828"/>
                    <a:pt x="75915" y="39387"/>
                  </a:cubicBezTo>
                  <a:cubicBezTo>
                    <a:pt x="75559" y="39552"/>
                    <a:pt x="75192" y="39623"/>
                    <a:pt x="74820" y="39623"/>
                  </a:cubicBezTo>
                  <a:cubicBezTo>
                    <a:pt x="73630" y="39623"/>
                    <a:pt x="72398" y="38891"/>
                    <a:pt x="71375" y="38159"/>
                  </a:cubicBezTo>
                  <a:cubicBezTo>
                    <a:pt x="67216" y="35183"/>
                    <a:pt x="63296" y="31888"/>
                    <a:pt x="59655" y="28296"/>
                  </a:cubicBezTo>
                  <a:cubicBezTo>
                    <a:pt x="57766" y="26427"/>
                    <a:pt x="55922" y="24445"/>
                    <a:pt x="54685" y="22082"/>
                  </a:cubicBezTo>
                  <a:cubicBezTo>
                    <a:pt x="53270" y="19394"/>
                    <a:pt x="52719" y="16325"/>
                    <a:pt x="51390" y="13597"/>
                  </a:cubicBezTo>
                  <a:cubicBezTo>
                    <a:pt x="50076" y="10890"/>
                    <a:pt x="47610" y="8367"/>
                    <a:pt x="44616" y="8367"/>
                  </a:cubicBezTo>
                  <a:cubicBezTo>
                    <a:pt x="44588" y="8367"/>
                    <a:pt x="44559" y="8367"/>
                    <a:pt x="44530" y="8367"/>
                  </a:cubicBezTo>
                  <a:cubicBezTo>
                    <a:pt x="43604" y="8381"/>
                    <a:pt x="42652" y="8633"/>
                    <a:pt x="41737" y="8633"/>
                  </a:cubicBezTo>
                  <a:cubicBezTo>
                    <a:pt x="41311" y="8633"/>
                    <a:pt x="40893" y="8579"/>
                    <a:pt x="40489" y="8420"/>
                  </a:cubicBezTo>
                  <a:cubicBezTo>
                    <a:pt x="39686" y="8108"/>
                    <a:pt x="39086" y="7423"/>
                    <a:pt x="38519" y="6766"/>
                  </a:cubicBezTo>
                  <a:cubicBezTo>
                    <a:pt x="37161" y="5177"/>
                    <a:pt x="34165" y="2562"/>
                    <a:pt x="33342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5329;p73"/>
            <p:cNvSpPr/>
            <p:nvPr/>
          </p:nvSpPr>
          <p:spPr>
            <a:xfrm>
              <a:off x="4075830" y="2670890"/>
              <a:ext cx="176174" cy="221952"/>
            </a:xfrm>
            <a:custGeom>
              <a:avLst/>
              <a:gdLst/>
              <a:ahLst/>
              <a:cxnLst/>
              <a:rect l="l" t="t" r="r" b="b"/>
              <a:pathLst>
                <a:path w="10160" h="12800" extrusionOk="0">
                  <a:moveTo>
                    <a:pt x="92" y="1"/>
                  </a:moveTo>
                  <a:cubicBezTo>
                    <a:pt x="71" y="1"/>
                    <a:pt x="53" y="6"/>
                    <a:pt x="41" y="17"/>
                  </a:cubicBezTo>
                  <a:cubicBezTo>
                    <a:pt x="1" y="49"/>
                    <a:pt x="74" y="158"/>
                    <a:pt x="195" y="248"/>
                  </a:cubicBezTo>
                  <a:cubicBezTo>
                    <a:pt x="1266" y="1022"/>
                    <a:pt x="2283" y="1873"/>
                    <a:pt x="3240" y="2785"/>
                  </a:cubicBezTo>
                  <a:cubicBezTo>
                    <a:pt x="5145" y="4622"/>
                    <a:pt x="6791" y="6713"/>
                    <a:pt x="8129" y="9000"/>
                  </a:cubicBezTo>
                  <a:cubicBezTo>
                    <a:pt x="8794" y="10143"/>
                    <a:pt x="9381" y="11331"/>
                    <a:pt x="9888" y="12555"/>
                  </a:cubicBezTo>
                  <a:cubicBezTo>
                    <a:pt x="9946" y="12697"/>
                    <a:pt x="10029" y="12799"/>
                    <a:pt x="10089" y="12799"/>
                  </a:cubicBezTo>
                  <a:cubicBezTo>
                    <a:pt x="10092" y="12799"/>
                    <a:pt x="10096" y="12799"/>
                    <a:pt x="10099" y="12798"/>
                  </a:cubicBezTo>
                  <a:cubicBezTo>
                    <a:pt x="10160" y="12790"/>
                    <a:pt x="10160" y="12644"/>
                    <a:pt x="10099" y="12474"/>
                  </a:cubicBezTo>
                  <a:cubicBezTo>
                    <a:pt x="9641" y="11217"/>
                    <a:pt x="9077" y="10001"/>
                    <a:pt x="8417" y="8838"/>
                  </a:cubicBezTo>
                  <a:cubicBezTo>
                    <a:pt x="7099" y="6499"/>
                    <a:pt x="5425" y="4383"/>
                    <a:pt x="3451" y="2562"/>
                  </a:cubicBezTo>
                  <a:cubicBezTo>
                    <a:pt x="2470" y="1654"/>
                    <a:pt x="1416" y="823"/>
                    <a:pt x="301" y="86"/>
                  </a:cubicBezTo>
                  <a:cubicBezTo>
                    <a:pt x="220" y="31"/>
                    <a:pt x="144" y="1"/>
                    <a:pt x="9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5330;p73"/>
            <p:cNvSpPr/>
            <p:nvPr/>
          </p:nvSpPr>
          <p:spPr>
            <a:xfrm>
              <a:off x="4274702" y="2918054"/>
              <a:ext cx="60465" cy="131160"/>
            </a:xfrm>
            <a:custGeom>
              <a:avLst/>
              <a:gdLst/>
              <a:ahLst/>
              <a:cxnLst/>
              <a:rect l="l" t="t" r="r" b="b"/>
              <a:pathLst>
                <a:path w="3487" h="7564" extrusionOk="0">
                  <a:moveTo>
                    <a:pt x="91" y="1"/>
                  </a:moveTo>
                  <a:cubicBezTo>
                    <a:pt x="82" y="1"/>
                    <a:pt x="74" y="2"/>
                    <a:pt x="65" y="4"/>
                  </a:cubicBezTo>
                  <a:cubicBezTo>
                    <a:pt x="16" y="24"/>
                    <a:pt x="0" y="97"/>
                    <a:pt x="28" y="162"/>
                  </a:cubicBezTo>
                  <a:lnTo>
                    <a:pt x="855" y="1982"/>
                  </a:lnTo>
                  <a:cubicBezTo>
                    <a:pt x="1135" y="2586"/>
                    <a:pt x="1395" y="3198"/>
                    <a:pt x="1666" y="3802"/>
                  </a:cubicBezTo>
                  <a:cubicBezTo>
                    <a:pt x="1942" y="4402"/>
                    <a:pt x="2209" y="5010"/>
                    <a:pt x="2461" y="5626"/>
                  </a:cubicBezTo>
                  <a:lnTo>
                    <a:pt x="3247" y="7459"/>
                  </a:lnTo>
                  <a:cubicBezTo>
                    <a:pt x="3275" y="7521"/>
                    <a:pt x="3330" y="7563"/>
                    <a:pt x="3381" y="7563"/>
                  </a:cubicBezTo>
                  <a:cubicBezTo>
                    <a:pt x="3389" y="7563"/>
                    <a:pt x="3397" y="7562"/>
                    <a:pt x="3405" y="7560"/>
                  </a:cubicBezTo>
                  <a:cubicBezTo>
                    <a:pt x="3462" y="7544"/>
                    <a:pt x="3486" y="7459"/>
                    <a:pt x="3462" y="7378"/>
                  </a:cubicBezTo>
                  <a:cubicBezTo>
                    <a:pt x="3247" y="6745"/>
                    <a:pt x="3024" y="6117"/>
                    <a:pt x="2773" y="5497"/>
                  </a:cubicBezTo>
                  <a:cubicBezTo>
                    <a:pt x="2518" y="4880"/>
                    <a:pt x="2266" y="4260"/>
                    <a:pt x="1991" y="3652"/>
                  </a:cubicBezTo>
                  <a:cubicBezTo>
                    <a:pt x="1719" y="3044"/>
                    <a:pt x="1439" y="2444"/>
                    <a:pt x="1139" y="1844"/>
                  </a:cubicBezTo>
                  <a:cubicBezTo>
                    <a:pt x="839" y="1248"/>
                    <a:pt x="531" y="660"/>
                    <a:pt x="203" y="77"/>
                  </a:cubicBezTo>
                  <a:cubicBezTo>
                    <a:pt x="186" y="29"/>
                    <a:pt x="139" y="1"/>
                    <a:pt x="9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5331;p73"/>
            <p:cNvSpPr/>
            <p:nvPr/>
          </p:nvSpPr>
          <p:spPr>
            <a:xfrm>
              <a:off x="4370228" y="3250167"/>
              <a:ext cx="28264" cy="371267"/>
            </a:xfrm>
            <a:custGeom>
              <a:avLst/>
              <a:gdLst/>
              <a:ahLst/>
              <a:cxnLst/>
              <a:rect l="l" t="t" r="r" b="b"/>
              <a:pathLst>
                <a:path w="1630" h="21411" extrusionOk="0">
                  <a:moveTo>
                    <a:pt x="72" y="1"/>
                  </a:moveTo>
                  <a:cubicBezTo>
                    <a:pt x="71" y="1"/>
                    <a:pt x="70" y="1"/>
                    <a:pt x="69" y="1"/>
                  </a:cubicBezTo>
                  <a:cubicBezTo>
                    <a:pt x="4" y="5"/>
                    <a:pt x="0" y="195"/>
                    <a:pt x="57" y="418"/>
                  </a:cubicBezTo>
                  <a:cubicBezTo>
                    <a:pt x="511" y="2084"/>
                    <a:pt x="831" y="3787"/>
                    <a:pt x="1014" y="5510"/>
                  </a:cubicBezTo>
                  <a:cubicBezTo>
                    <a:pt x="1204" y="7229"/>
                    <a:pt x="1285" y="8960"/>
                    <a:pt x="1265" y="10687"/>
                  </a:cubicBezTo>
                  <a:cubicBezTo>
                    <a:pt x="1265" y="12422"/>
                    <a:pt x="1180" y="14153"/>
                    <a:pt x="1058" y="15880"/>
                  </a:cubicBezTo>
                  <a:cubicBezTo>
                    <a:pt x="937" y="17611"/>
                    <a:pt x="783" y="19337"/>
                    <a:pt x="633" y="21073"/>
                  </a:cubicBezTo>
                  <a:cubicBezTo>
                    <a:pt x="616" y="21247"/>
                    <a:pt x="637" y="21389"/>
                    <a:pt x="685" y="21409"/>
                  </a:cubicBezTo>
                  <a:cubicBezTo>
                    <a:pt x="689" y="21410"/>
                    <a:pt x="692" y="21411"/>
                    <a:pt x="695" y="21411"/>
                  </a:cubicBezTo>
                  <a:cubicBezTo>
                    <a:pt x="745" y="21411"/>
                    <a:pt x="800" y="21271"/>
                    <a:pt x="823" y="21093"/>
                  </a:cubicBezTo>
                  <a:cubicBezTo>
                    <a:pt x="1030" y="19362"/>
                    <a:pt x="1233" y="17635"/>
                    <a:pt x="1370" y="15904"/>
                  </a:cubicBezTo>
                  <a:cubicBezTo>
                    <a:pt x="1508" y="14169"/>
                    <a:pt x="1610" y="12430"/>
                    <a:pt x="1618" y="10695"/>
                  </a:cubicBezTo>
                  <a:cubicBezTo>
                    <a:pt x="1630" y="8948"/>
                    <a:pt x="1537" y="7204"/>
                    <a:pt x="1342" y="5473"/>
                  </a:cubicBezTo>
                  <a:cubicBezTo>
                    <a:pt x="1139" y="3738"/>
                    <a:pt x="783" y="2028"/>
                    <a:pt x="276" y="358"/>
                  </a:cubicBezTo>
                  <a:cubicBezTo>
                    <a:pt x="216" y="157"/>
                    <a:pt x="136" y="1"/>
                    <a:pt x="7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5332;p73"/>
            <p:cNvSpPr/>
            <p:nvPr/>
          </p:nvSpPr>
          <p:spPr>
            <a:xfrm>
              <a:off x="3927382" y="2960502"/>
              <a:ext cx="246661" cy="279608"/>
            </a:xfrm>
            <a:custGeom>
              <a:avLst/>
              <a:gdLst/>
              <a:ahLst/>
              <a:cxnLst/>
              <a:rect l="l" t="t" r="r" b="b"/>
              <a:pathLst>
                <a:path w="14225" h="16125" extrusionOk="0">
                  <a:moveTo>
                    <a:pt x="65" y="0"/>
                  </a:moveTo>
                  <a:cubicBezTo>
                    <a:pt x="53" y="0"/>
                    <a:pt x="43" y="3"/>
                    <a:pt x="37" y="8"/>
                  </a:cubicBezTo>
                  <a:cubicBezTo>
                    <a:pt x="0" y="45"/>
                    <a:pt x="85" y="178"/>
                    <a:pt x="231" y="304"/>
                  </a:cubicBezTo>
                  <a:cubicBezTo>
                    <a:pt x="1541" y="1435"/>
                    <a:pt x="2809" y="2607"/>
                    <a:pt x="4042" y="3819"/>
                  </a:cubicBezTo>
                  <a:cubicBezTo>
                    <a:pt x="5274" y="5031"/>
                    <a:pt x="6458" y="6292"/>
                    <a:pt x="7593" y="7597"/>
                  </a:cubicBezTo>
                  <a:cubicBezTo>
                    <a:pt x="8732" y="8898"/>
                    <a:pt x="9827" y="10240"/>
                    <a:pt x="10872" y="11614"/>
                  </a:cubicBezTo>
                  <a:cubicBezTo>
                    <a:pt x="11918" y="12988"/>
                    <a:pt x="12916" y="14399"/>
                    <a:pt x="13860" y="15850"/>
                  </a:cubicBezTo>
                  <a:cubicBezTo>
                    <a:pt x="13969" y="16008"/>
                    <a:pt x="14085" y="16124"/>
                    <a:pt x="14150" y="16124"/>
                  </a:cubicBezTo>
                  <a:cubicBezTo>
                    <a:pt x="14155" y="16124"/>
                    <a:pt x="14160" y="16124"/>
                    <a:pt x="14164" y="16122"/>
                  </a:cubicBezTo>
                  <a:cubicBezTo>
                    <a:pt x="14225" y="16102"/>
                    <a:pt x="14176" y="15927"/>
                    <a:pt x="14055" y="15729"/>
                  </a:cubicBezTo>
                  <a:cubicBezTo>
                    <a:pt x="13143" y="14249"/>
                    <a:pt x="12174" y="12810"/>
                    <a:pt x="11136" y="11416"/>
                  </a:cubicBezTo>
                  <a:cubicBezTo>
                    <a:pt x="10098" y="10021"/>
                    <a:pt x="9012" y="8663"/>
                    <a:pt x="7860" y="7362"/>
                  </a:cubicBezTo>
                  <a:cubicBezTo>
                    <a:pt x="6713" y="6061"/>
                    <a:pt x="5505" y="4808"/>
                    <a:pt x="4261" y="3596"/>
                  </a:cubicBezTo>
                  <a:cubicBezTo>
                    <a:pt x="3008" y="2396"/>
                    <a:pt x="1703" y="1249"/>
                    <a:pt x="353" y="158"/>
                  </a:cubicBezTo>
                  <a:cubicBezTo>
                    <a:pt x="238" y="64"/>
                    <a:pt x="123" y="0"/>
                    <a:pt x="6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5333;p73"/>
            <p:cNvSpPr/>
            <p:nvPr/>
          </p:nvSpPr>
          <p:spPr>
            <a:xfrm>
              <a:off x="4080200" y="3044532"/>
              <a:ext cx="116282" cy="163447"/>
            </a:xfrm>
            <a:custGeom>
              <a:avLst/>
              <a:gdLst/>
              <a:ahLst/>
              <a:cxnLst/>
              <a:rect l="l" t="t" r="r" b="b"/>
              <a:pathLst>
                <a:path w="6706" h="9426" extrusionOk="0">
                  <a:moveTo>
                    <a:pt x="88" y="0"/>
                  </a:moveTo>
                  <a:cubicBezTo>
                    <a:pt x="67" y="0"/>
                    <a:pt x="49" y="6"/>
                    <a:pt x="37" y="19"/>
                  </a:cubicBezTo>
                  <a:cubicBezTo>
                    <a:pt x="0" y="51"/>
                    <a:pt x="37" y="140"/>
                    <a:pt x="114" y="209"/>
                  </a:cubicBezTo>
                  <a:cubicBezTo>
                    <a:pt x="823" y="817"/>
                    <a:pt x="1492" y="1466"/>
                    <a:pt x="2120" y="2155"/>
                  </a:cubicBezTo>
                  <a:cubicBezTo>
                    <a:pt x="3373" y="3533"/>
                    <a:pt x="4443" y="5062"/>
                    <a:pt x="5307" y="6711"/>
                  </a:cubicBezTo>
                  <a:cubicBezTo>
                    <a:pt x="5740" y="7534"/>
                    <a:pt x="6121" y="8386"/>
                    <a:pt x="6446" y="9253"/>
                  </a:cubicBezTo>
                  <a:cubicBezTo>
                    <a:pt x="6490" y="9353"/>
                    <a:pt x="6551" y="9426"/>
                    <a:pt x="6608" y="9426"/>
                  </a:cubicBezTo>
                  <a:cubicBezTo>
                    <a:pt x="6613" y="9426"/>
                    <a:pt x="6619" y="9425"/>
                    <a:pt x="6624" y="9423"/>
                  </a:cubicBezTo>
                  <a:cubicBezTo>
                    <a:pt x="6685" y="9407"/>
                    <a:pt x="6705" y="9302"/>
                    <a:pt x="6665" y="9180"/>
                  </a:cubicBezTo>
                  <a:cubicBezTo>
                    <a:pt x="6381" y="8280"/>
                    <a:pt x="6024" y="7405"/>
                    <a:pt x="5603" y="6557"/>
                  </a:cubicBezTo>
                  <a:cubicBezTo>
                    <a:pt x="5177" y="5714"/>
                    <a:pt x="4690" y="4903"/>
                    <a:pt x="4151" y="4125"/>
                  </a:cubicBezTo>
                  <a:cubicBezTo>
                    <a:pt x="3600" y="3359"/>
                    <a:pt x="3000" y="2629"/>
                    <a:pt x="2347" y="1944"/>
                  </a:cubicBezTo>
                  <a:cubicBezTo>
                    <a:pt x="1695" y="1259"/>
                    <a:pt x="989" y="631"/>
                    <a:pt x="235" y="63"/>
                  </a:cubicBezTo>
                  <a:cubicBezTo>
                    <a:pt x="184" y="23"/>
                    <a:pt x="130" y="0"/>
                    <a:pt x="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5334;p73"/>
            <p:cNvSpPr/>
            <p:nvPr/>
          </p:nvSpPr>
          <p:spPr>
            <a:xfrm>
              <a:off x="4137699" y="3052404"/>
              <a:ext cx="61592" cy="82521"/>
            </a:xfrm>
            <a:custGeom>
              <a:avLst/>
              <a:gdLst/>
              <a:ahLst/>
              <a:cxnLst/>
              <a:rect l="l" t="t" r="r" b="b"/>
              <a:pathLst>
                <a:path w="3552" h="4759" extrusionOk="0">
                  <a:moveTo>
                    <a:pt x="107" y="0"/>
                  </a:moveTo>
                  <a:cubicBezTo>
                    <a:pt x="81" y="0"/>
                    <a:pt x="55" y="10"/>
                    <a:pt x="37" y="31"/>
                  </a:cubicBezTo>
                  <a:cubicBezTo>
                    <a:pt x="0" y="71"/>
                    <a:pt x="4" y="136"/>
                    <a:pt x="45" y="173"/>
                  </a:cubicBezTo>
                  <a:cubicBezTo>
                    <a:pt x="389" y="485"/>
                    <a:pt x="726" y="821"/>
                    <a:pt x="1038" y="1170"/>
                  </a:cubicBezTo>
                  <a:cubicBezTo>
                    <a:pt x="1354" y="1515"/>
                    <a:pt x="1646" y="1879"/>
                    <a:pt x="1922" y="2260"/>
                  </a:cubicBezTo>
                  <a:cubicBezTo>
                    <a:pt x="2197" y="2633"/>
                    <a:pt x="2453" y="3027"/>
                    <a:pt x="2680" y="3436"/>
                  </a:cubicBezTo>
                  <a:cubicBezTo>
                    <a:pt x="2907" y="3845"/>
                    <a:pt x="3126" y="4263"/>
                    <a:pt x="3320" y="4693"/>
                  </a:cubicBezTo>
                  <a:cubicBezTo>
                    <a:pt x="3340" y="4732"/>
                    <a:pt x="3381" y="4758"/>
                    <a:pt x="3424" y="4758"/>
                  </a:cubicBezTo>
                  <a:cubicBezTo>
                    <a:pt x="3434" y="4758"/>
                    <a:pt x="3444" y="4757"/>
                    <a:pt x="3454" y="4754"/>
                  </a:cubicBezTo>
                  <a:cubicBezTo>
                    <a:pt x="3519" y="4737"/>
                    <a:pt x="3551" y="4672"/>
                    <a:pt x="3531" y="4612"/>
                  </a:cubicBezTo>
                  <a:cubicBezTo>
                    <a:pt x="3381" y="4154"/>
                    <a:pt x="3195" y="3708"/>
                    <a:pt x="2968" y="3278"/>
                  </a:cubicBezTo>
                  <a:cubicBezTo>
                    <a:pt x="2745" y="2852"/>
                    <a:pt x="2489" y="2443"/>
                    <a:pt x="2205" y="2050"/>
                  </a:cubicBezTo>
                  <a:cubicBezTo>
                    <a:pt x="1914" y="1665"/>
                    <a:pt x="1601" y="1296"/>
                    <a:pt x="1261" y="951"/>
                  </a:cubicBezTo>
                  <a:cubicBezTo>
                    <a:pt x="924" y="611"/>
                    <a:pt x="556" y="298"/>
                    <a:pt x="166" y="19"/>
                  </a:cubicBezTo>
                  <a:cubicBezTo>
                    <a:pt x="149" y="6"/>
                    <a:pt x="128" y="0"/>
                    <a:pt x="10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5335;p73"/>
            <p:cNvSpPr/>
            <p:nvPr/>
          </p:nvSpPr>
          <p:spPr>
            <a:xfrm>
              <a:off x="3574565" y="2631389"/>
              <a:ext cx="104196" cy="96792"/>
            </a:xfrm>
            <a:custGeom>
              <a:avLst/>
              <a:gdLst/>
              <a:ahLst/>
              <a:cxnLst/>
              <a:rect l="l" t="t" r="r" b="b"/>
              <a:pathLst>
                <a:path w="6009" h="5582" extrusionOk="0">
                  <a:moveTo>
                    <a:pt x="468" y="1"/>
                  </a:moveTo>
                  <a:cubicBezTo>
                    <a:pt x="358" y="1"/>
                    <a:pt x="248" y="6"/>
                    <a:pt x="139" y="16"/>
                  </a:cubicBezTo>
                  <a:cubicBezTo>
                    <a:pt x="62" y="24"/>
                    <a:pt x="1" y="57"/>
                    <a:pt x="5" y="114"/>
                  </a:cubicBezTo>
                  <a:cubicBezTo>
                    <a:pt x="9" y="170"/>
                    <a:pt x="70" y="211"/>
                    <a:pt x="147" y="211"/>
                  </a:cubicBezTo>
                  <a:cubicBezTo>
                    <a:pt x="173" y="210"/>
                    <a:pt x="200" y="210"/>
                    <a:pt x="226" y="210"/>
                  </a:cubicBezTo>
                  <a:cubicBezTo>
                    <a:pt x="879" y="210"/>
                    <a:pt x="1512" y="401"/>
                    <a:pt x="2085" y="701"/>
                  </a:cubicBezTo>
                  <a:cubicBezTo>
                    <a:pt x="2681" y="1014"/>
                    <a:pt x="3216" y="1435"/>
                    <a:pt x="3658" y="1950"/>
                  </a:cubicBezTo>
                  <a:cubicBezTo>
                    <a:pt x="4112" y="2461"/>
                    <a:pt x="4501" y="3024"/>
                    <a:pt x="4825" y="3624"/>
                  </a:cubicBezTo>
                  <a:cubicBezTo>
                    <a:pt x="5166" y="4224"/>
                    <a:pt x="5461" y="4853"/>
                    <a:pt x="5766" y="5477"/>
                  </a:cubicBezTo>
                  <a:cubicBezTo>
                    <a:pt x="5797" y="5540"/>
                    <a:pt x="5849" y="5582"/>
                    <a:pt x="5902" y="5582"/>
                  </a:cubicBezTo>
                  <a:cubicBezTo>
                    <a:pt x="5911" y="5582"/>
                    <a:pt x="5919" y="5580"/>
                    <a:pt x="5928" y="5578"/>
                  </a:cubicBezTo>
                  <a:cubicBezTo>
                    <a:pt x="5988" y="5558"/>
                    <a:pt x="6009" y="5469"/>
                    <a:pt x="5976" y="5384"/>
                  </a:cubicBezTo>
                  <a:cubicBezTo>
                    <a:pt x="5721" y="4731"/>
                    <a:pt x="5433" y="4090"/>
                    <a:pt x="5113" y="3470"/>
                  </a:cubicBezTo>
                  <a:cubicBezTo>
                    <a:pt x="4784" y="2850"/>
                    <a:pt x="4399" y="2246"/>
                    <a:pt x="3921" y="1715"/>
                  </a:cubicBezTo>
                  <a:cubicBezTo>
                    <a:pt x="3443" y="1180"/>
                    <a:pt x="2867" y="742"/>
                    <a:pt x="2227" y="422"/>
                  </a:cubicBezTo>
                  <a:cubicBezTo>
                    <a:pt x="1681" y="157"/>
                    <a:pt x="1074" y="1"/>
                    <a:pt x="46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5336;p73"/>
            <p:cNvSpPr/>
            <p:nvPr/>
          </p:nvSpPr>
          <p:spPr>
            <a:xfrm>
              <a:off x="3654780" y="2645955"/>
              <a:ext cx="43957" cy="65823"/>
            </a:xfrm>
            <a:custGeom>
              <a:avLst/>
              <a:gdLst/>
              <a:ahLst/>
              <a:cxnLst/>
              <a:rect l="l" t="t" r="r" b="b"/>
              <a:pathLst>
                <a:path w="2535" h="3796" extrusionOk="0">
                  <a:moveTo>
                    <a:pt x="106" y="0"/>
                  </a:moveTo>
                  <a:cubicBezTo>
                    <a:pt x="76" y="0"/>
                    <a:pt x="46" y="15"/>
                    <a:pt x="29" y="44"/>
                  </a:cubicBezTo>
                  <a:cubicBezTo>
                    <a:pt x="0" y="80"/>
                    <a:pt x="4" y="133"/>
                    <a:pt x="37" y="165"/>
                  </a:cubicBezTo>
                  <a:cubicBezTo>
                    <a:pt x="321" y="388"/>
                    <a:pt x="588" y="632"/>
                    <a:pt x="831" y="899"/>
                  </a:cubicBezTo>
                  <a:cubicBezTo>
                    <a:pt x="1079" y="1159"/>
                    <a:pt x="1298" y="1446"/>
                    <a:pt x="1484" y="1751"/>
                  </a:cubicBezTo>
                  <a:cubicBezTo>
                    <a:pt x="1679" y="2051"/>
                    <a:pt x="1845" y="2367"/>
                    <a:pt x="1975" y="2699"/>
                  </a:cubicBezTo>
                  <a:cubicBezTo>
                    <a:pt x="2116" y="3032"/>
                    <a:pt x="2226" y="3376"/>
                    <a:pt x="2299" y="3729"/>
                  </a:cubicBezTo>
                  <a:cubicBezTo>
                    <a:pt x="2320" y="3768"/>
                    <a:pt x="2361" y="3795"/>
                    <a:pt x="2407" y="3795"/>
                  </a:cubicBezTo>
                  <a:cubicBezTo>
                    <a:pt x="2413" y="3795"/>
                    <a:pt x="2419" y="3795"/>
                    <a:pt x="2425" y="3794"/>
                  </a:cubicBezTo>
                  <a:cubicBezTo>
                    <a:pt x="2481" y="3790"/>
                    <a:pt x="2534" y="3745"/>
                    <a:pt x="2530" y="3692"/>
                  </a:cubicBezTo>
                  <a:cubicBezTo>
                    <a:pt x="2493" y="3315"/>
                    <a:pt x="2412" y="2942"/>
                    <a:pt x="2287" y="2582"/>
                  </a:cubicBezTo>
                  <a:cubicBezTo>
                    <a:pt x="2027" y="1860"/>
                    <a:pt x="1606" y="1211"/>
                    <a:pt x="1054" y="676"/>
                  </a:cubicBezTo>
                  <a:cubicBezTo>
                    <a:pt x="779" y="417"/>
                    <a:pt x="475" y="190"/>
                    <a:pt x="142" y="7"/>
                  </a:cubicBezTo>
                  <a:cubicBezTo>
                    <a:pt x="131" y="3"/>
                    <a:pt x="118" y="0"/>
                    <a:pt x="10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5337;p73"/>
            <p:cNvSpPr/>
            <p:nvPr/>
          </p:nvSpPr>
          <p:spPr>
            <a:xfrm>
              <a:off x="3758525" y="2733574"/>
              <a:ext cx="116213" cy="134246"/>
            </a:xfrm>
            <a:custGeom>
              <a:avLst/>
              <a:gdLst/>
              <a:ahLst/>
              <a:cxnLst/>
              <a:rect l="l" t="t" r="r" b="b"/>
              <a:pathLst>
                <a:path w="6702" h="7742" extrusionOk="0">
                  <a:moveTo>
                    <a:pt x="112" y="0"/>
                  </a:moveTo>
                  <a:cubicBezTo>
                    <a:pt x="74" y="0"/>
                    <a:pt x="43" y="13"/>
                    <a:pt x="29" y="38"/>
                  </a:cubicBezTo>
                  <a:cubicBezTo>
                    <a:pt x="1" y="82"/>
                    <a:pt x="49" y="155"/>
                    <a:pt x="135" y="200"/>
                  </a:cubicBezTo>
                  <a:cubicBezTo>
                    <a:pt x="885" y="565"/>
                    <a:pt x="1594" y="1011"/>
                    <a:pt x="2251" y="1522"/>
                  </a:cubicBezTo>
                  <a:cubicBezTo>
                    <a:pt x="3572" y="2543"/>
                    <a:pt x="4667" y="3824"/>
                    <a:pt x="5474" y="5288"/>
                  </a:cubicBezTo>
                  <a:cubicBezTo>
                    <a:pt x="5875" y="6017"/>
                    <a:pt x="6203" y="6787"/>
                    <a:pt x="6455" y="7582"/>
                  </a:cubicBezTo>
                  <a:cubicBezTo>
                    <a:pt x="6481" y="7672"/>
                    <a:pt x="6538" y="7741"/>
                    <a:pt x="6595" y="7741"/>
                  </a:cubicBezTo>
                  <a:cubicBezTo>
                    <a:pt x="6600" y="7741"/>
                    <a:pt x="6604" y="7741"/>
                    <a:pt x="6609" y="7740"/>
                  </a:cubicBezTo>
                  <a:cubicBezTo>
                    <a:pt x="6669" y="7732"/>
                    <a:pt x="6702" y="7635"/>
                    <a:pt x="6669" y="7521"/>
                  </a:cubicBezTo>
                  <a:cubicBezTo>
                    <a:pt x="6467" y="6690"/>
                    <a:pt x="6163" y="5888"/>
                    <a:pt x="5765" y="5129"/>
                  </a:cubicBezTo>
                  <a:cubicBezTo>
                    <a:pt x="4963" y="3605"/>
                    <a:pt x="3828" y="2288"/>
                    <a:pt x="2441" y="1270"/>
                  </a:cubicBezTo>
                  <a:cubicBezTo>
                    <a:pt x="1748" y="763"/>
                    <a:pt x="1002" y="346"/>
                    <a:pt x="212" y="22"/>
                  </a:cubicBezTo>
                  <a:cubicBezTo>
                    <a:pt x="176" y="8"/>
                    <a:pt x="142" y="0"/>
                    <a:pt x="11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5338;p73"/>
            <p:cNvSpPr/>
            <p:nvPr/>
          </p:nvSpPr>
          <p:spPr>
            <a:xfrm>
              <a:off x="3821088" y="2746873"/>
              <a:ext cx="74181" cy="103277"/>
            </a:xfrm>
            <a:custGeom>
              <a:avLst/>
              <a:gdLst/>
              <a:ahLst/>
              <a:cxnLst/>
              <a:rect l="l" t="t" r="r" b="b"/>
              <a:pathLst>
                <a:path w="4278" h="5956" extrusionOk="0">
                  <a:moveTo>
                    <a:pt x="107" y="0"/>
                  </a:moveTo>
                  <a:cubicBezTo>
                    <a:pt x="78" y="0"/>
                    <a:pt x="49" y="13"/>
                    <a:pt x="29" y="37"/>
                  </a:cubicBezTo>
                  <a:cubicBezTo>
                    <a:pt x="1" y="90"/>
                    <a:pt x="17" y="155"/>
                    <a:pt x="70" y="187"/>
                  </a:cubicBezTo>
                  <a:cubicBezTo>
                    <a:pt x="552" y="528"/>
                    <a:pt x="1002" y="905"/>
                    <a:pt x="1420" y="1322"/>
                  </a:cubicBezTo>
                  <a:cubicBezTo>
                    <a:pt x="2251" y="2157"/>
                    <a:pt x="2932" y="3126"/>
                    <a:pt x="3434" y="4192"/>
                  </a:cubicBezTo>
                  <a:cubicBezTo>
                    <a:pt x="3678" y="4727"/>
                    <a:pt x="3884" y="5279"/>
                    <a:pt x="4042" y="5850"/>
                  </a:cubicBezTo>
                  <a:cubicBezTo>
                    <a:pt x="4054" y="5909"/>
                    <a:pt x="4107" y="5956"/>
                    <a:pt x="4169" y="5956"/>
                  </a:cubicBezTo>
                  <a:cubicBezTo>
                    <a:pt x="4171" y="5956"/>
                    <a:pt x="4174" y="5956"/>
                    <a:pt x="4176" y="5956"/>
                  </a:cubicBezTo>
                  <a:cubicBezTo>
                    <a:pt x="4237" y="5952"/>
                    <a:pt x="4278" y="5875"/>
                    <a:pt x="4257" y="5797"/>
                  </a:cubicBezTo>
                  <a:cubicBezTo>
                    <a:pt x="4152" y="5198"/>
                    <a:pt x="3973" y="4614"/>
                    <a:pt x="3730" y="4054"/>
                  </a:cubicBezTo>
                  <a:cubicBezTo>
                    <a:pt x="3487" y="3499"/>
                    <a:pt x="3187" y="2968"/>
                    <a:pt x="2838" y="2469"/>
                  </a:cubicBezTo>
                  <a:cubicBezTo>
                    <a:pt x="2486" y="1975"/>
                    <a:pt x="2080" y="1517"/>
                    <a:pt x="1638" y="1099"/>
                  </a:cubicBezTo>
                  <a:cubicBezTo>
                    <a:pt x="1193" y="690"/>
                    <a:pt x="702" y="329"/>
                    <a:pt x="175" y="25"/>
                  </a:cubicBezTo>
                  <a:cubicBezTo>
                    <a:pt x="155" y="8"/>
                    <a:pt x="131" y="0"/>
                    <a:pt x="10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5339;p73"/>
            <p:cNvSpPr/>
            <p:nvPr/>
          </p:nvSpPr>
          <p:spPr>
            <a:xfrm>
              <a:off x="3740544" y="2561439"/>
              <a:ext cx="552869" cy="759821"/>
            </a:xfrm>
            <a:custGeom>
              <a:avLst/>
              <a:gdLst/>
              <a:ahLst/>
              <a:cxnLst/>
              <a:rect l="l" t="t" r="r" b="b"/>
              <a:pathLst>
                <a:path w="31884" h="43819" extrusionOk="0">
                  <a:moveTo>
                    <a:pt x="0" y="1"/>
                  </a:moveTo>
                  <a:lnTo>
                    <a:pt x="0" y="1"/>
                  </a:lnTo>
                  <a:cubicBezTo>
                    <a:pt x="11590" y="3000"/>
                    <a:pt x="19921" y="10216"/>
                    <a:pt x="24809" y="21526"/>
                  </a:cubicBezTo>
                  <a:cubicBezTo>
                    <a:pt x="28859" y="30883"/>
                    <a:pt x="29094" y="40089"/>
                    <a:pt x="29094" y="42120"/>
                  </a:cubicBezTo>
                  <a:cubicBezTo>
                    <a:pt x="29094" y="42379"/>
                    <a:pt x="29090" y="42525"/>
                    <a:pt x="29090" y="42537"/>
                  </a:cubicBezTo>
                  <a:cubicBezTo>
                    <a:pt x="29070" y="43222"/>
                    <a:pt x="29609" y="43798"/>
                    <a:pt x="30298" y="43818"/>
                  </a:cubicBezTo>
                  <a:lnTo>
                    <a:pt x="30339" y="43818"/>
                  </a:lnTo>
                  <a:cubicBezTo>
                    <a:pt x="31008" y="43818"/>
                    <a:pt x="31555" y="43287"/>
                    <a:pt x="31579" y="42618"/>
                  </a:cubicBezTo>
                  <a:cubicBezTo>
                    <a:pt x="31596" y="42172"/>
                    <a:pt x="31883" y="31673"/>
                    <a:pt x="27128" y="20622"/>
                  </a:cubicBezTo>
                  <a:cubicBezTo>
                    <a:pt x="24197" y="13816"/>
                    <a:pt x="18915" y="5992"/>
                    <a:pt x="9441" y="1006"/>
                  </a:cubicBezTo>
                  <a:lnTo>
                    <a:pt x="9433" y="1006"/>
                  </a:lnTo>
                  <a:cubicBezTo>
                    <a:pt x="6608" y="430"/>
                    <a:pt x="3474" y="78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5340;p73"/>
            <p:cNvSpPr/>
            <p:nvPr/>
          </p:nvSpPr>
          <p:spPr>
            <a:xfrm>
              <a:off x="3687743" y="2554209"/>
              <a:ext cx="611634" cy="773225"/>
            </a:xfrm>
            <a:custGeom>
              <a:avLst/>
              <a:gdLst/>
              <a:ahLst/>
              <a:cxnLst/>
              <a:rect l="l" t="t" r="r" b="b"/>
              <a:pathLst>
                <a:path w="35273" h="44592" extrusionOk="0">
                  <a:moveTo>
                    <a:pt x="5944" y="912"/>
                  </a:moveTo>
                  <a:lnTo>
                    <a:pt x="5944" y="912"/>
                  </a:lnTo>
                  <a:cubicBezTo>
                    <a:pt x="8100" y="1054"/>
                    <a:pt x="10249" y="1338"/>
                    <a:pt x="12369" y="1763"/>
                  </a:cubicBezTo>
                  <a:cubicBezTo>
                    <a:pt x="20197" y="5898"/>
                    <a:pt x="26075" y="12429"/>
                    <a:pt x="29845" y="21181"/>
                  </a:cubicBezTo>
                  <a:cubicBezTo>
                    <a:pt x="34559" y="32131"/>
                    <a:pt x="34284" y="42585"/>
                    <a:pt x="34272" y="43023"/>
                  </a:cubicBezTo>
                  <a:cubicBezTo>
                    <a:pt x="34255" y="43506"/>
                    <a:pt x="33862" y="43883"/>
                    <a:pt x="33384" y="43883"/>
                  </a:cubicBezTo>
                  <a:lnTo>
                    <a:pt x="33360" y="43883"/>
                  </a:lnTo>
                  <a:cubicBezTo>
                    <a:pt x="32861" y="43858"/>
                    <a:pt x="32476" y="43441"/>
                    <a:pt x="32492" y="42942"/>
                  </a:cubicBezTo>
                  <a:cubicBezTo>
                    <a:pt x="32496" y="42893"/>
                    <a:pt x="32496" y="42756"/>
                    <a:pt x="32496" y="42537"/>
                  </a:cubicBezTo>
                  <a:cubicBezTo>
                    <a:pt x="32496" y="40741"/>
                    <a:pt x="32289" y="31295"/>
                    <a:pt x="28183" y="21801"/>
                  </a:cubicBezTo>
                  <a:cubicBezTo>
                    <a:pt x="23659" y="11351"/>
                    <a:pt x="16188" y="4330"/>
                    <a:pt x="5944" y="912"/>
                  </a:cubicBezTo>
                  <a:close/>
                  <a:moveTo>
                    <a:pt x="1" y="0"/>
                  </a:moveTo>
                  <a:lnTo>
                    <a:pt x="2952" y="766"/>
                  </a:lnTo>
                  <a:cubicBezTo>
                    <a:pt x="14424" y="3734"/>
                    <a:pt x="22694" y="10909"/>
                    <a:pt x="27530" y="22089"/>
                  </a:cubicBezTo>
                  <a:cubicBezTo>
                    <a:pt x="31580" y="31450"/>
                    <a:pt x="31787" y="40765"/>
                    <a:pt x="31787" y="42537"/>
                  </a:cubicBezTo>
                  <a:cubicBezTo>
                    <a:pt x="31787" y="42752"/>
                    <a:pt x="31783" y="42885"/>
                    <a:pt x="31783" y="42942"/>
                  </a:cubicBezTo>
                  <a:cubicBezTo>
                    <a:pt x="31762" y="43830"/>
                    <a:pt x="32460" y="44564"/>
                    <a:pt x="33343" y="44592"/>
                  </a:cubicBezTo>
                  <a:lnTo>
                    <a:pt x="33384" y="44592"/>
                  </a:lnTo>
                  <a:cubicBezTo>
                    <a:pt x="33386" y="44592"/>
                    <a:pt x="33389" y="44592"/>
                    <a:pt x="33391" y="44592"/>
                  </a:cubicBezTo>
                  <a:cubicBezTo>
                    <a:pt x="34251" y="44592"/>
                    <a:pt x="34953" y="43904"/>
                    <a:pt x="34977" y="43043"/>
                  </a:cubicBezTo>
                  <a:cubicBezTo>
                    <a:pt x="34993" y="42602"/>
                    <a:pt x="35273" y="31989"/>
                    <a:pt x="30498" y="20897"/>
                  </a:cubicBezTo>
                  <a:cubicBezTo>
                    <a:pt x="26663" y="11995"/>
                    <a:pt x="20679" y="5343"/>
                    <a:pt x="12701" y="1135"/>
                  </a:cubicBezTo>
                  <a:lnTo>
                    <a:pt x="12636" y="1070"/>
                  </a:lnTo>
                  <a:lnTo>
                    <a:pt x="12507" y="1070"/>
                  </a:lnTo>
                  <a:cubicBezTo>
                    <a:pt x="9608" y="474"/>
                    <a:pt x="6426" y="142"/>
                    <a:pt x="3049" y="6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5341;p73"/>
            <p:cNvSpPr/>
            <p:nvPr/>
          </p:nvSpPr>
          <p:spPr>
            <a:xfrm>
              <a:off x="3844306" y="2582091"/>
              <a:ext cx="87723" cy="24918"/>
            </a:xfrm>
            <a:custGeom>
              <a:avLst/>
              <a:gdLst/>
              <a:ahLst/>
              <a:cxnLst/>
              <a:rect l="l" t="t" r="r" b="b"/>
              <a:pathLst>
                <a:path w="5059" h="1437" extrusionOk="0">
                  <a:moveTo>
                    <a:pt x="3645" y="0"/>
                  </a:moveTo>
                  <a:cubicBezTo>
                    <a:pt x="2029" y="0"/>
                    <a:pt x="434" y="720"/>
                    <a:pt x="352" y="759"/>
                  </a:cubicBezTo>
                  <a:cubicBezTo>
                    <a:pt x="1" y="913"/>
                    <a:pt x="112" y="1436"/>
                    <a:pt x="494" y="1436"/>
                  </a:cubicBezTo>
                  <a:cubicBezTo>
                    <a:pt x="495" y="1436"/>
                    <a:pt x="497" y="1436"/>
                    <a:pt x="498" y="1436"/>
                  </a:cubicBezTo>
                  <a:cubicBezTo>
                    <a:pt x="547" y="1436"/>
                    <a:pt x="599" y="1424"/>
                    <a:pt x="644" y="1404"/>
                  </a:cubicBezTo>
                  <a:cubicBezTo>
                    <a:pt x="664" y="1397"/>
                    <a:pt x="2179" y="711"/>
                    <a:pt x="3640" y="711"/>
                  </a:cubicBezTo>
                  <a:cubicBezTo>
                    <a:pt x="3960" y="711"/>
                    <a:pt x="4278" y="744"/>
                    <a:pt x="4576" y="824"/>
                  </a:cubicBezTo>
                  <a:cubicBezTo>
                    <a:pt x="4606" y="832"/>
                    <a:pt x="4636" y="836"/>
                    <a:pt x="4665" y="836"/>
                  </a:cubicBezTo>
                  <a:cubicBezTo>
                    <a:pt x="4824" y="836"/>
                    <a:pt x="4969" y="730"/>
                    <a:pt x="5010" y="569"/>
                  </a:cubicBezTo>
                  <a:cubicBezTo>
                    <a:pt x="5059" y="378"/>
                    <a:pt x="4945" y="188"/>
                    <a:pt x="4759" y="135"/>
                  </a:cubicBezTo>
                  <a:cubicBezTo>
                    <a:pt x="4399" y="39"/>
                    <a:pt x="4021" y="0"/>
                    <a:pt x="364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5342;p73"/>
            <p:cNvSpPr/>
            <p:nvPr/>
          </p:nvSpPr>
          <p:spPr>
            <a:xfrm>
              <a:off x="3934717" y="2629117"/>
              <a:ext cx="64730" cy="28230"/>
            </a:xfrm>
            <a:custGeom>
              <a:avLst/>
              <a:gdLst/>
              <a:ahLst/>
              <a:cxnLst/>
              <a:rect l="l" t="t" r="r" b="b"/>
              <a:pathLst>
                <a:path w="3733" h="1628" extrusionOk="0">
                  <a:moveTo>
                    <a:pt x="3315" y="1"/>
                  </a:moveTo>
                  <a:cubicBezTo>
                    <a:pt x="1856" y="1"/>
                    <a:pt x="367" y="934"/>
                    <a:pt x="299" y="974"/>
                  </a:cubicBezTo>
                  <a:cubicBezTo>
                    <a:pt x="0" y="1164"/>
                    <a:pt x="135" y="1627"/>
                    <a:pt x="489" y="1627"/>
                  </a:cubicBezTo>
                  <a:cubicBezTo>
                    <a:pt x="490" y="1627"/>
                    <a:pt x="492" y="1627"/>
                    <a:pt x="493" y="1627"/>
                  </a:cubicBezTo>
                  <a:cubicBezTo>
                    <a:pt x="562" y="1627"/>
                    <a:pt x="627" y="1607"/>
                    <a:pt x="684" y="1570"/>
                  </a:cubicBezTo>
                  <a:cubicBezTo>
                    <a:pt x="696" y="1562"/>
                    <a:pt x="2050" y="711"/>
                    <a:pt x="3327" y="711"/>
                  </a:cubicBezTo>
                  <a:lnTo>
                    <a:pt x="3376" y="711"/>
                  </a:lnTo>
                  <a:cubicBezTo>
                    <a:pt x="3570" y="711"/>
                    <a:pt x="3732" y="553"/>
                    <a:pt x="3732" y="358"/>
                  </a:cubicBezTo>
                  <a:cubicBezTo>
                    <a:pt x="3732" y="164"/>
                    <a:pt x="3578" y="1"/>
                    <a:pt x="3380" y="1"/>
                  </a:cubicBezTo>
                  <a:cubicBezTo>
                    <a:pt x="3358" y="1"/>
                    <a:pt x="3337" y="1"/>
                    <a:pt x="331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5343;p73"/>
            <p:cNvSpPr/>
            <p:nvPr/>
          </p:nvSpPr>
          <p:spPr>
            <a:xfrm>
              <a:off x="3995216" y="2673265"/>
              <a:ext cx="57586" cy="30466"/>
            </a:xfrm>
            <a:custGeom>
              <a:avLst/>
              <a:gdLst/>
              <a:ahLst/>
              <a:cxnLst/>
              <a:rect l="l" t="t" r="r" b="b"/>
              <a:pathLst>
                <a:path w="3321" h="1757" extrusionOk="0">
                  <a:moveTo>
                    <a:pt x="2698" y="0"/>
                  </a:moveTo>
                  <a:cubicBezTo>
                    <a:pt x="1308" y="0"/>
                    <a:pt x="249" y="1107"/>
                    <a:pt x="203" y="1161"/>
                  </a:cubicBezTo>
                  <a:cubicBezTo>
                    <a:pt x="0" y="1388"/>
                    <a:pt x="154" y="1748"/>
                    <a:pt x="458" y="1757"/>
                  </a:cubicBezTo>
                  <a:cubicBezTo>
                    <a:pt x="555" y="1757"/>
                    <a:pt x="649" y="1716"/>
                    <a:pt x="718" y="1647"/>
                  </a:cubicBezTo>
                  <a:cubicBezTo>
                    <a:pt x="729" y="1636"/>
                    <a:pt x="1612" y="709"/>
                    <a:pt x="2699" y="709"/>
                  </a:cubicBezTo>
                  <a:cubicBezTo>
                    <a:pt x="2761" y="709"/>
                    <a:pt x="2823" y="712"/>
                    <a:pt x="2886" y="719"/>
                  </a:cubicBezTo>
                  <a:cubicBezTo>
                    <a:pt x="2906" y="722"/>
                    <a:pt x="2925" y="723"/>
                    <a:pt x="2944" y="723"/>
                  </a:cubicBezTo>
                  <a:cubicBezTo>
                    <a:pt x="3123" y="723"/>
                    <a:pt x="3278" y="589"/>
                    <a:pt x="3296" y="403"/>
                  </a:cubicBezTo>
                  <a:cubicBezTo>
                    <a:pt x="3320" y="200"/>
                    <a:pt x="3162" y="21"/>
                    <a:pt x="2959" y="13"/>
                  </a:cubicBezTo>
                  <a:cubicBezTo>
                    <a:pt x="2871" y="4"/>
                    <a:pt x="2784" y="0"/>
                    <a:pt x="269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5344;p73"/>
            <p:cNvSpPr/>
            <p:nvPr/>
          </p:nvSpPr>
          <p:spPr>
            <a:xfrm>
              <a:off x="4046942" y="2722008"/>
              <a:ext cx="52107" cy="32200"/>
            </a:xfrm>
            <a:custGeom>
              <a:avLst/>
              <a:gdLst/>
              <a:ahLst/>
              <a:cxnLst/>
              <a:rect l="l" t="t" r="r" b="b"/>
              <a:pathLst>
                <a:path w="3005" h="1857" extrusionOk="0">
                  <a:moveTo>
                    <a:pt x="2578" y="1"/>
                  </a:moveTo>
                  <a:cubicBezTo>
                    <a:pt x="1586" y="1"/>
                    <a:pt x="305" y="1106"/>
                    <a:pt x="163" y="1232"/>
                  </a:cubicBezTo>
                  <a:cubicBezTo>
                    <a:pt x="13" y="1362"/>
                    <a:pt x="1" y="1589"/>
                    <a:pt x="130" y="1735"/>
                  </a:cubicBezTo>
                  <a:cubicBezTo>
                    <a:pt x="199" y="1812"/>
                    <a:pt x="293" y="1856"/>
                    <a:pt x="394" y="1856"/>
                  </a:cubicBezTo>
                  <a:cubicBezTo>
                    <a:pt x="483" y="1856"/>
                    <a:pt x="568" y="1824"/>
                    <a:pt x="633" y="1763"/>
                  </a:cubicBezTo>
                  <a:cubicBezTo>
                    <a:pt x="1097" y="1350"/>
                    <a:pt x="2020" y="711"/>
                    <a:pt x="2563" y="711"/>
                  </a:cubicBezTo>
                  <a:cubicBezTo>
                    <a:pt x="2580" y="711"/>
                    <a:pt x="2596" y="712"/>
                    <a:pt x="2611" y="713"/>
                  </a:cubicBezTo>
                  <a:cubicBezTo>
                    <a:pt x="2621" y="714"/>
                    <a:pt x="2631" y="714"/>
                    <a:pt x="2641" y="714"/>
                  </a:cubicBezTo>
                  <a:cubicBezTo>
                    <a:pt x="2823" y="714"/>
                    <a:pt x="2977" y="573"/>
                    <a:pt x="2988" y="385"/>
                  </a:cubicBezTo>
                  <a:cubicBezTo>
                    <a:pt x="3005" y="190"/>
                    <a:pt x="2855" y="20"/>
                    <a:pt x="2660" y="4"/>
                  </a:cubicBezTo>
                  <a:cubicBezTo>
                    <a:pt x="2633" y="2"/>
                    <a:pt x="2606" y="1"/>
                    <a:pt x="257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5345;p73"/>
            <p:cNvSpPr/>
            <p:nvPr/>
          </p:nvSpPr>
          <p:spPr>
            <a:xfrm>
              <a:off x="4098476" y="2789062"/>
              <a:ext cx="52245" cy="31854"/>
            </a:xfrm>
            <a:custGeom>
              <a:avLst/>
              <a:gdLst/>
              <a:ahLst/>
              <a:cxnLst/>
              <a:rect l="l" t="t" r="r" b="b"/>
              <a:pathLst>
                <a:path w="3013" h="1837" extrusionOk="0">
                  <a:moveTo>
                    <a:pt x="2613" y="1"/>
                  </a:moveTo>
                  <a:cubicBezTo>
                    <a:pt x="2539" y="1"/>
                    <a:pt x="2463" y="24"/>
                    <a:pt x="2400" y="73"/>
                  </a:cubicBezTo>
                  <a:cubicBezTo>
                    <a:pt x="1711" y="592"/>
                    <a:pt x="292" y="1139"/>
                    <a:pt x="280" y="1147"/>
                  </a:cubicBezTo>
                  <a:cubicBezTo>
                    <a:pt x="93" y="1212"/>
                    <a:pt x="0" y="1423"/>
                    <a:pt x="73" y="1605"/>
                  </a:cubicBezTo>
                  <a:cubicBezTo>
                    <a:pt x="126" y="1743"/>
                    <a:pt x="260" y="1832"/>
                    <a:pt x="410" y="1836"/>
                  </a:cubicBezTo>
                  <a:cubicBezTo>
                    <a:pt x="450" y="1832"/>
                    <a:pt x="495" y="1824"/>
                    <a:pt x="535" y="1808"/>
                  </a:cubicBezTo>
                  <a:cubicBezTo>
                    <a:pt x="596" y="1784"/>
                    <a:pt x="2059" y="1220"/>
                    <a:pt x="2826" y="640"/>
                  </a:cubicBezTo>
                  <a:cubicBezTo>
                    <a:pt x="2980" y="523"/>
                    <a:pt x="3012" y="300"/>
                    <a:pt x="2895" y="142"/>
                  </a:cubicBezTo>
                  <a:cubicBezTo>
                    <a:pt x="2825" y="49"/>
                    <a:pt x="2720" y="1"/>
                    <a:pt x="261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5346;p73"/>
            <p:cNvSpPr/>
            <p:nvPr/>
          </p:nvSpPr>
          <p:spPr>
            <a:xfrm>
              <a:off x="4143179" y="2869970"/>
              <a:ext cx="54638" cy="30085"/>
            </a:xfrm>
            <a:custGeom>
              <a:avLst/>
              <a:gdLst/>
              <a:ahLst/>
              <a:cxnLst/>
              <a:rect l="l" t="t" r="r" b="b"/>
              <a:pathLst>
                <a:path w="3151" h="1735" extrusionOk="0">
                  <a:moveTo>
                    <a:pt x="2757" y="0"/>
                  </a:moveTo>
                  <a:cubicBezTo>
                    <a:pt x="2671" y="0"/>
                    <a:pt x="2585" y="32"/>
                    <a:pt x="2518" y="97"/>
                  </a:cubicBezTo>
                  <a:cubicBezTo>
                    <a:pt x="1764" y="786"/>
                    <a:pt x="446" y="1025"/>
                    <a:pt x="430" y="1029"/>
                  </a:cubicBezTo>
                  <a:cubicBezTo>
                    <a:pt x="0" y="1102"/>
                    <a:pt x="53" y="1735"/>
                    <a:pt x="491" y="1735"/>
                  </a:cubicBezTo>
                  <a:lnTo>
                    <a:pt x="556" y="1731"/>
                  </a:lnTo>
                  <a:cubicBezTo>
                    <a:pt x="617" y="1719"/>
                    <a:pt x="2088" y="1451"/>
                    <a:pt x="2992" y="620"/>
                  </a:cubicBezTo>
                  <a:cubicBezTo>
                    <a:pt x="3138" y="486"/>
                    <a:pt x="3150" y="263"/>
                    <a:pt x="3020" y="117"/>
                  </a:cubicBezTo>
                  <a:cubicBezTo>
                    <a:pt x="2950" y="40"/>
                    <a:pt x="2853" y="0"/>
                    <a:pt x="275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5347;p73"/>
            <p:cNvSpPr/>
            <p:nvPr/>
          </p:nvSpPr>
          <p:spPr>
            <a:xfrm>
              <a:off x="4169535" y="2930729"/>
              <a:ext cx="55835" cy="26270"/>
            </a:xfrm>
            <a:custGeom>
              <a:avLst/>
              <a:gdLst/>
              <a:ahLst/>
              <a:cxnLst/>
              <a:rect l="l" t="t" r="r" b="b"/>
              <a:pathLst>
                <a:path w="3220" h="1515" extrusionOk="0">
                  <a:moveTo>
                    <a:pt x="2820" y="1"/>
                  </a:moveTo>
                  <a:cubicBezTo>
                    <a:pt x="2746" y="1"/>
                    <a:pt x="2671" y="24"/>
                    <a:pt x="2607" y="71"/>
                  </a:cubicBezTo>
                  <a:cubicBezTo>
                    <a:pt x="1841" y="627"/>
                    <a:pt x="430" y="805"/>
                    <a:pt x="418" y="809"/>
                  </a:cubicBezTo>
                  <a:cubicBezTo>
                    <a:pt x="1" y="878"/>
                    <a:pt x="33" y="1494"/>
                    <a:pt x="459" y="1514"/>
                  </a:cubicBezTo>
                  <a:lnTo>
                    <a:pt x="503" y="1514"/>
                  </a:lnTo>
                  <a:cubicBezTo>
                    <a:pt x="572" y="1502"/>
                    <a:pt x="2113" y="1312"/>
                    <a:pt x="3029" y="643"/>
                  </a:cubicBezTo>
                  <a:cubicBezTo>
                    <a:pt x="3187" y="525"/>
                    <a:pt x="3219" y="302"/>
                    <a:pt x="3106" y="144"/>
                  </a:cubicBezTo>
                  <a:cubicBezTo>
                    <a:pt x="3036" y="50"/>
                    <a:pt x="2929" y="1"/>
                    <a:pt x="282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5348;p73"/>
            <p:cNvSpPr/>
            <p:nvPr/>
          </p:nvSpPr>
          <p:spPr>
            <a:xfrm>
              <a:off x="4193569" y="2995477"/>
              <a:ext cx="55141" cy="24085"/>
            </a:xfrm>
            <a:custGeom>
              <a:avLst/>
              <a:gdLst/>
              <a:ahLst/>
              <a:cxnLst/>
              <a:rect l="l" t="t" r="r" b="b"/>
              <a:pathLst>
                <a:path w="3180" h="1389" extrusionOk="0">
                  <a:moveTo>
                    <a:pt x="2774" y="0"/>
                  </a:moveTo>
                  <a:cubicBezTo>
                    <a:pt x="2715" y="0"/>
                    <a:pt x="2655" y="15"/>
                    <a:pt x="2599" y="46"/>
                  </a:cubicBezTo>
                  <a:cubicBezTo>
                    <a:pt x="1886" y="452"/>
                    <a:pt x="341" y="679"/>
                    <a:pt x="325" y="679"/>
                  </a:cubicBezTo>
                  <a:cubicBezTo>
                    <a:pt x="131" y="707"/>
                    <a:pt x="1" y="890"/>
                    <a:pt x="25" y="1084"/>
                  </a:cubicBezTo>
                  <a:cubicBezTo>
                    <a:pt x="50" y="1259"/>
                    <a:pt x="200" y="1388"/>
                    <a:pt x="378" y="1388"/>
                  </a:cubicBezTo>
                  <a:lnTo>
                    <a:pt x="427" y="1384"/>
                  </a:lnTo>
                  <a:cubicBezTo>
                    <a:pt x="500" y="1372"/>
                    <a:pt x="2121" y="1133"/>
                    <a:pt x="2952" y="663"/>
                  </a:cubicBezTo>
                  <a:cubicBezTo>
                    <a:pt x="3122" y="565"/>
                    <a:pt x="3179" y="351"/>
                    <a:pt x="3086" y="180"/>
                  </a:cubicBezTo>
                  <a:cubicBezTo>
                    <a:pt x="3020" y="65"/>
                    <a:pt x="2899" y="0"/>
                    <a:pt x="277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5349;p73"/>
            <p:cNvSpPr/>
            <p:nvPr/>
          </p:nvSpPr>
          <p:spPr>
            <a:xfrm>
              <a:off x="4214377" y="3070212"/>
              <a:ext cx="54777" cy="26045"/>
            </a:xfrm>
            <a:custGeom>
              <a:avLst/>
              <a:gdLst/>
              <a:ahLst/>
              <a:cxnLst/>
              <a:rect l="l" t="t" r="r" b="b"/>
              <a:pathLst>
                <a:path w="3159" h="1502" extrusionOk="0">
                  <a:moveTo>
                    <a:pt x="2757" y="1"/>
                  </a:moveTo>
                  <a:cubicBezTo>
                    <a:pt x="2679" y="1"/>
                    <a:pt x="2600" y="26"/>
                    <a:pt x="2535" y="78"/>
                  </a:cubicBezTo>
                  <a:cubicBezTo>
                    <a:pt x="1764" y="686"/>
                    <a:pt x="366" y="792"/>
                    <a:pt x="354" y="792"/>
                  </a:cubicBezTo>
                  <a:cubicBezTo>
                    <a:pt x="155" y="800"/>
                    <a:pt x="1" y="962"/>
                    <a:pt x="9" y="1160"/>
                  </a:cubicBezTo>
                  <a:cubicBezTo>
                    <a:pt x="17" y="1350"/>
                    <a:pt x="171" y="1501"/>
                    <a:pt x="363" y="1501"/>
                  </a:cubicBezTo>
                  <a:cubicBezTo>
                    <a:pt x="368" y="1501"/>
                    <a:pt x="373" y="1501"/>
                    <a:pt x="378" y="1501"/>
                  </a:cubicBezTo>
                  <a:lnTo>
                    <a:pt x="402" y="1501"/>
                  </a:lnTo>
                  <a:cubicBezTo>
                    <a:pt x="467" y="1497"/>
                    <a:pt x="2036" y="1379"/>
                    <a:pt x="2976" y="633"/>
                  </a:cubicBezTo>
                  <a:cubicBezTo>
                    <a:pt x="3135" y="512"/>
                    <a:pt x="3159" y="289"/>
                    <a:pt x="3037" y="135"/>
                  </a:cubicBezTo>
                  <a:cubicBezTo>
                    <a:pt x="2965" y="47"/>
                    <a:pt x="2861" y="1"/>
                    <a:pt x="275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5350;p73"/>
            <p:cNvSpPr/>
            <p:nvPr/>
          </p:nvSpPr>
          <p:spPr>
            <a:xfrm>
              <a:off x="4226757" y="3139191"/>
              <a:ext cx="56043" cy="21658"/>
            </a:xfrm>
            <a:custGeom>
              <a:avLst/>
              <a:gdLst/>
              <a:ahLst/>
              <a:cxnLst/>
              <a:rect l="l" t="t" r="r" b="b"/>
              <a:pathLst>
                <a:path w="3232" h="1249" extrusionOk="0">
                  <a:moveTo>
                    <a:pt x="2823" y="1"/>
                  </a:moveTo>
                  <a:cubicBezTo>
                    <a:pt x="2756" y="1"/>
                    <a:pt x="2688" y="20"/>
                    <a:pt x="2627" y="61"/>
                  </a:cubicBezTo>
                  <a:cubicBezTo>
                    <a:pt x="2015" y="477"/>
                    <a:pt x="1153" y="537"/>
                    <a:pt x="704" y="537"/>
                  </a:cubicBezTo>
                  <a:cubicBezTo>
                    <a:pt x="523" y="537"/>
                    <a:pt x="409" y="527"/>
                    <a:pt x="406" y="527"/>
                  </a:cubicBezTo>
                  <a:cubicBezTo>
                    <a:pt x="394" y="526"/>
                    <a:pt x="382" y="525"/>
                    <a:pt x="370" y="525"/>
                  </a:cubicBezTo>
                  <a:cubicBezTo>
                    <a:pt x="190" y="525"/>
                    <a:pt x="36" y="665"/>
                    <a:pt x="21" y="847"/>
                  </a:cubicBezTo>
                  <a:cubicBezTo>
                    <a:pt x="0" y="1042"/>
                    <a:pt x="146" y="1220"/>
                    <a:pt x="341" y="1236"/>
                  </a:cubicBezTo>
                  <a:cubicBezTo>
                    <a:pt x="357" y="1236"/>
                    <a:pt x="495" y="1248"/>
                    <a:pt x="702" y="1248"/>
                  </a:cubicBezTo>
                  <a:cubicBezTo>
                    <a:pt x="1237" y="1248"/>
                    <a:pt x="2250" y="1171"/>
                    <a:pt x="3020" y="648"/>
                  </a:cubicBezTo>
                  <a:cubicBezTo>
                    <a:pt x="3187" y="543"/>
                    <a:pt x="3231" y="320"/>
                    <a:pt x="3118" y="158"/>
                  </a:cubicBezTo>
                  <a:cubicBezTo>
                    <a:pt x="3049" y="56"/>
                    <a:pt x="2937" y="1"/>
                    <a:pt x="282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5351;p73"/>
            <p:cNvSpPr/>
            <p:nvPr/>
          </p:nvSpPr>
          <p:spPr>
            <a:xfrm>
              <a:off x="4234838" y="3203210"/>
              <a:ext cx="56251" cy="19993"/>
            </a:xfrm>
            <a:custGeom>
              <a:avLst/>
              <a:gdLst/>
              <a:ahLst/>
              <a:cxnLst/>
              <a:rect l="l" t="t" r="r" b="b"/>
              <a:pathLst>
                <a:path w="3244" h="1153" extrusionOk="0">
                  <a:moveTo>
                    <a:pt x="2836" y="1"/>
                  </a:moveTo>
                  <a:cubicBezTo>
                    <a:pt x="2770" y="1"/>
                    <a:pt x="2703" y="19"/>
                    <a:pt x="2644" y="58"/>
                  </a:cubicBezTo>
                  <a:cubicBezTo>
                    <a:pt x="2163" y="371"/>
                    <a:pt x="1556" y="442"/>
                    <a:pt x="1103" y="442"/>
                  </a:cubicBezTo>
                  <a:cubicBezTo>
                    <a:pt x="730" y="442"/>
                    <a:pt x="462" y="394"/>
                    <a:pt x="455" y="394"/>
                  </a:cubicBezTo>
                  <a:cubicBezTo>
                    <a:pt x="430" y="389"/>
                    <a:pt x="405" y="387"/>
                    <a:pt x="381" y="387"/>
                  </a:cubicBezTo>
                  <a:cubicBezTo>
                    <a:pt x="215" y="387"/>
                    <a:pt x="69" y="504"/>
                    <a:pt x="37" y="674"/>
                  </a:cubicBezTo>
                  <a:cubicBezTo>
                    <a:pt x="1" y="864"/>
                    <a:pt x="126" y="1051"/>
                    <a:pt x="317" y="1087"/>
                  </a:cubicBezTo>
                  <a:cubicBezTo>
                    <a:pt x="576" y="1132"/>
                    <a:pt x="844" y="1152"/>
                    <a:pt x="1107" y="1152"/>
                  </a:cubicBezTo>
                  <a:cubicBezTo>
                    <a:pt x="1659" y="1152"/>
                    <a:pt x="2409" y="1063"/>
                    <a:pt x="3033" y="649"/>
                  </a:cubicBezTo>
                  <a:cubicBezTo>
                    <a:pt x="3195" y="544"/>
                    <a:pt x="3244" y="325"/>
                    <a:pt x="3134" y="159"/>
                  </a:cubicBezTo>
                  <a:cubicBezTo>
                    <a:pt x="3065" y="56"/>
                    <a:pt x="2951" y="1"/>
                    <a:pt x="283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5352;p73"/>
            <p:cNvSpPr/>
            <p:nvPr/>
          </p:nvSpPr>
          <p:spPr>
            <a:xfrm>
              <a:off x="4237647" y="3259964"/>
              <a:ext cx="57239" cy="19681"/>
            </a:xfrm>
            <a:custGeom>
              <a:avLst/>
              <a:gdLst/>
              <a:ahLst/>
              <a:cxnLst/>
              <a:rect l="l" t="t" r="r" b="b"/>
              <a:pathLst>
                <a:path w="3301" h="1135" extrusionOk="0">
                  <a:moveTo>
                    <a:pt x="2895" y="0"/>
                  </a:moveTo>
                  <a:cubicBezTo>
                    <a:pt x="2828" y="0"/>
                    <a:pt x="2760" y="20"/>
                    <a:pt x="2701" y="60"/>
                  </a:cubicBezTo>
                  <a:cubicBezTo>
                    <a:pt x="2266" y="342"/>
                    <a:pt x="1802" y="421"/>
                    <a:pt x="1415" y="421"/>
                  </a:cubicBezTo>
                  <a:cubicBezTo>
                    <a:pt x="910" y="421"/>
                    <a:pt x="536" y="285"/>
                    <a:pt x="532" y="283"/>
                  </a:cubicBezTo>
                  <a:cubicBezTo>
                    <a:pt x="491" y="269"/>
                    <a:pt x="449" y="262"/>
                    <a:pt x="408" y="262"/>
                  </a:cubicBezTo>
                  <a:cubicBezTo>
                    <a:pt x="263" y="262"/>
                    <a:pt x="127" y="348"/>
                    <a:pt x="74" y="490"/>
                  </a:cubicBezTo>
                  <a:cubicBezTo>
                    <a:pt x="1" y="672"/>
                    <a:pt x="98" y="879"/>
                    <a:pt x="280" y="948"/>
                  </a:cubicBezTo>
                  <a:cubicBezTo>
                    <a:pt x="635" y="1070"/>
                    <a:pt x="1008" y="1135"/>
                    <a:pt x="1381" y="1135"/>
                  </a:cubicBezTo>
                  <a:cubicBezTo>
                    <a:pt x="1393" y="1135"/>
                    <a:pt x="1404" y="1134"/>
                    <a:pt x="1415" y="1134"/>
                  </a:cubicBezTo>
                  <a:cubicBezTo>
                    <a:pt x="1423" y="1134"/>
                    <a:pt x="1430" y="1134"/>
                    <a:pt x="1437" y="1134"/>
                  </a:cubicBezTo>
                  <a:cubicBezTo>
                    <a:pt x="2021" y="1134"/>
                    <a:pt x="2597" y="968"/>
                    <a:pt x="3090" y="652"/>
                  </a:cubicBezTo>
                  <a:cubicBezTo>
                    <a:pt x="3256" y="547"/>
                    <a:pt x="3301" y="324"/>
                    <a:pt x="3191" y="161"/>
                  </a:cubicBezTo>
                  <a:cubicBezTo>
                    <a:pt x="3122" y="57"/>
                    <a:pt x="3010" y="0"/>
                    <a:pt x="289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5353;p73"/>
            <p:cNvSpPr/>
            <p:nvPr/>
          </p:nvSpPr>
          <p:spPr>
            <a:xfrm>
              <a:off x="4215018" y="3291193"/>
              <a:ext cx="113958" cy="155418"/>
            </a:xfrm>
            <a:custGeom>
              <a:avLst/>
              <a:gdLst/>
              <a:ahLst/>
              <a:cxnLst/>
              <a:rect l="l" t="t" r="r" b="b"/>
              <a:pathLst>
                <a:path w="6572" h="8963" extrusionOk="0">
                  <a:moveTo>
                    <a:pt x="3265" y="4784"/>
                  </a:moveTo>
                  <a:cubicBezTo>
                    <a:pt x="4614" y="4784"/>
                    <a:pt x="4809" y="7046"/>
                    <a:pt x="3345" y="7109"/>
                  </a:cubicBezTo>
                  <a:cubicBezTo>
                    <a:pt x="3325" y="7109"/>
                    <a:pt x="3305" y="7110"/>
                    <a:pt x="3286" y="7110"/>
                  </a:cubicBezTo>
                  <a:cubicBezTo>
                    <a:pt x="1845" y="7110"/>
                    <a:pt x="1862" y="4914"/>
                    <a:pt x="3142" y="4790"/>
                  </a:cubicBezTo>
                  <a:cubicBezTo>
                    <a:pt x="3184" y="4786"/>
                    <a:pt x="3225" y="4784"/>
                    <a:pt x="3265" y="4784"/>
                  </a:cubicBezTo>
                  <a:close/>
                  <a:moveTo>
                    <a:pt x="3464" y="0"/>
                  </a:moveTo>
                  <a:cubicBezTo>
                    <a:pt x="2728" y="0"/>
                    <a:pt x="1735" y="35"/>
                    <a:pt x="1735" y="35"/>
                  </a:cubicBezTo>
                  <a:cubicBezTo>
                    <a:pt x="1735" y="35"/>
                    <a:pt x="0" y="8860"/>
                    <a:pt x="604" y="8888"/>
                  </a:cubicBezTo>
                  <a:cubicBezTo>
                    <a:pt x="913" y="8905"/>
                    <a:pt x="2266" y="8962"/>
                    <a:pt x="3563" y="8962"/>
                  </a:cubicBezTo>
                  <a:cubicBezTo>
                    <a:pt x="4788" y="8962"/>
                    <a:pt x="5963" y="8911"/>
                    <a:pt x="6162" y="8726"/>
                  </a:cubicBezTo>
                  <a:cubicBezTo>
                    <a:pt x="6572" y="8345"/>
                    <a:pt x="4480" y="120"/>
                    <a:pt x="4220" y="35"/>
                  </a:cubicBezTo>
                  <a:cubicBezTo>
                    <a:pt x="4137" y="9"/>
                    <a:pt x="3833" y="0"/>
                    <a:pt x="34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5354;p73"/>
            <p:cNvSpPr/>
            <p:nvPr/>
          </p:nvSpPr>
          <p:spPr>
            <a:xfrm>
              <a:off x="4211932" y="3285020"/>
              <a:ext cx="120704" cy="167973"/>
            </a:xfrm>
            <a:custGeom>
              <a:avLst/>
              <a:gdLst/>
              <a:ahLst/>
              <a:cxnLst/>
              <a:rect l="l" t="t" r="r" b="b"/>
              <a:pathLst>
                <a:path w="6961" h="9687" extrusionOk="0">
                  <a:moveTo>
                    <a:pt x="3454" y="5494"/>
                  </a:moveTo>
                  <a:cubicBezTo>
                    <a:pt x="3680" y="5494"/>
                    <a:pt x="3890" y="5603"/>
                    <a:pt x="4017" y="5790"/>
                  </a:cubicBezTo>
                  <a:cubicBezTo>
                    <a:pt x="4208" y="6062"/>
                    <a:pt x="4212" y="6528"/>
                    <a:pt x="4098" y="6751"/>
                  </a:cubicBezTo>
                  <a:cubicBezTo>
                    <a:pt x="3989" y="6974"/>
                    <a:pt x="3790" y="7092"/>
                    <a:pt x="3507" y="7108"/>
                  </a:cubicBezTo>
                  <a:lnTo>
                    <a:pt x="3462" y="7108"/>
                  </a:lnTo>
                  <a:cubicBezTo>
                    <a:pt x="2813" y="7108"/>
                    <a:pt x="2736" y="6504"/>
                    <a:pt x="2728" y="6382"/>
                  </a:cubicBezTo>
                  <a:cubicBezTo>
                    <a:pt x="2708" y="6054"/>
                    <a:pt x="2854" y="5539"/>
                    <a:pt x="3357" y="5494"/>
                  </a:cubicBezTo>
                  <a:lnTo>
                    <a:pt x="3442" y="5494"/>
                  </a:lnTo>
                  <a:cubicBezTo>
                    <a:pt x="3446" y="5494"/>
                    <a:pt x="3450" y="5494"/>
                    <a:pt x="3454" y="5494"/>
                  </a:cubicBezTo>
                  <a:close/>
                  <a:moveTo>
                    <a:pt x="3430" y="4782"/>
                  </a:moveTo>
                  <a:cubicBezTo>
                    <a:pt x="3382" y="4782"/>
                    <a:pt x="3333" y="4785"/>
                    <a:pt x="3284" y="4789"/>
                  </a:cubicBezTo>
                  <a:cubicBezTo>
                    <a:pt x="2392" y="4878"/>
                    <a:pt x="1966" y="5762"/>
                    <a:pt x="2019" y="6439"/>
                  </a:cubicBezTo>
                  <a:cubicBezTo>
                    <a:pt x="2067" y="7112"/>
                    <a:pt x="2542" y="7821"/>
                    <a:pt x="3462" y="7821"/>
                  </a:cubicBezTo>
                  <a:lnTo>
                    <a:pt x="3539" y="7821"/>
                  </a:lnTo>
                  <a:cubicBezTo>
                    <a:pt x="4074" y="7797"/>
                    <a:pt x="4475" y="7594"/>
                    <a:pt x="4735" y="7075"/>
                  </a:cubicBezTo>
                  <a:cubicBezTo>
                    <a:pt x="4990" y="6561"/>
                    <a:pt x="4901" y="5831"/>
                    <a:pt x="4601" y="5393"/>
                  </a:cubicBezTo>
                  <a:cubicBezTo>
                    <a:pt x="4329" y="4999"/>
                    <a:pt x="3909" y="4782"/>
                    <a:pt x="3430" y="4782"/>
                  </a:cubicBezTo>
                  <a:close/>
                  <a:moveTo>
                    <a:pt x="3620" y="712"/>
                  </a:moveTo>
                  <a:cubicBezTo>
                    <a:pt x="3859" y="712"/>
                    <a:pt x="4056" y="715"/>
                    <a:pt x="4180" y="723"/>
                  </a:cubicBezTo>
                  <a:cubicBezTo>
                    <a:pt x="4634" y="1777"/>
                    <a:pt x="6093" y="7817"/>
                    <a:pt x="6044" y="8835"/>
                  </a:cubicBezTo>
                  <a:cubicBezTo>
                    <a:pt x="5715" y="8930"/>
                    <a:pt x="4800" y="8965"/>
                    <a:pt x="3767" y="8965"/>
                  </a:cubicBezTo>
                  <a:cubicBezTo>
                    <a:pt x="2827" y="8965"/>
                    <a:pt x="1791" y="8936"/>
                    <a:pt x="1009" y="8900"/>
                  </a:cubicBezTo>
                  <a:cubicBezTo>
                    <a:pt x="932" y="8020"/>
                    <a:pt x="1528" y="4234"/>
                    <a:pt x="2205" y="739"/>
                  </a:cubicBezTo>
                  <a:cubicBezTo>
                    <a:pt x="2710" y="722"/>
                    <a:pt x="3224" y="712"/>
                    <a:pt x="3620" y="712"/>
                  </a:cubicBezTo>
                  <a:close/>
                  <a:moveTo>
                    <a:pt x="3548" y="0"/>
                  </a:moveTo>
                  <a:cubicBezTo>
                    <a:pt x="3049" y="0"/>
                    <a:pt x="2439" y="17"/>
                    <a:pt x="1897" y="38"/>
                  </a:cubicBezTo>
                  <a:lnTo>
                    <a:pt x="1617" y="46"/>
                  </a:lnTo>
                  <a:lnTo>
                    <a:pt x="1561" y="322"/>
                  </a:lnTo>
                  <a:cubicBezTo>
                    <a:pt x="807" y="4165"/>
                    <a:pt x="0" y="8859"/>
                    <a:pt x="446" y="9435"/>
                  </a:cubicBezTo>
                  <a:cubicBezTo>
                    <a:pt x="523" y="9532"/>
                    <a:pt x="636" y="9593"/>
                    <a:pt x="762" y="9601"/>
                  </a:cubicBezTo>
                  <a:cubicBezTo>
                    <a:pt x="1334" y="9629"/>
                    <a:pt x="2509" y="9686"/>
                    <a:pt x="3661" y="9686"/>
                  </a:cubicBezTo>
                  <a:cubicBezTo>
                    <a:pt x="4994" y="9686"/>
                    <a:pt x="6296" y="9609"/>
                    <a:pt x="6583" y="9346"/>
                  </a:cubicBezTo>
                  <a:cubicBezTo>
                    <a:pt x="6762" y="9183"/>
                    <a:pt x="6960" y="9001"/>
                    <a:pt x="6259" y="5815"/>
                  </a:cubicBezTo>
                  <a:cubicBezTo>
                    <a:pt x="6008" y="4643"/>
                    <a:pt x="5667" y="3277"/>
                    <a:pt x="5359" y="2142"/>
                  </a:cubicBezTo>
                  <a:cubicBezTo>
                    <a:pt x="4812" y="152"/>
                    <a:pt x="4775" y="135"/>
                    <a:pt x="4512" y="54"/>
                  </a:cubicBezTo>
                  <a:cubicBezTo>
                    <a:pt x="4385" y="15"/>
                    <a:pt x="4014" y="0"/>
                    <a:pt x="354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5355;p73"/>
            <p:cNvSpPr/>
            <p:nvPr/>
          </p:nvSpPr>
          <p:spPr>
            <a:xfrm>
              <a:off x="3454798" y="2454937"/>
              <a:ext cx="150164" cy="162597"/>
            </a:xfrm>
            <a:custGeom>
              <a:avLst/>
              <a:gdLst/>
              <a:ahLst/>
              <a:cxnLst/>
              <a:rect l="l" t="t" r="r" b="b"/>
              <a:pathLst>
                <a:path w="8660" h="9377" extrusionOk="0">
                  <a:moveTo>
                    <a:pt x="6648" y="0"/>
                  </a:moveTo>
                  <a:cubicBezTo>
                    <a:pt x="5402" y="0"/>
                    <a:pt x="3800" y="300"/>
                    <a:pt x="2506" y="1542"/>
                  </a:cubicBezTo>
                  <a:cubicBezTo>
                    <a:pt x="0" y="3945"/>
                    <a:pt x="912" y="8786"/>
                    <a:pt x="1050" y="9228"/>
                  </a:cubicBezTo>
                  <a:cubicBezTo>
                    <a:pt x="1648" y="9327"/>
                    <a:pt x="2253" y="9377"/>
                    <a:pt x="2858" y="9377"/>
                  </a:cubicBezTo>
                  <a:cubicBezTo>
                    <a:pt x="3463" y="9377"/>
                    <a:pt x="4068" y="9327"/>
                    <a:pt x="4666" y="9228"/>
                  </a:cubicBezTo>
                  <a:cubicBezTo>
                    <a:pt x="4666" y="9228"/>
                    <a:pt x="3620" y="4120"/>
                    <a:pt x="5311" y="2085"/>
                  </a:cubicBezTo>
                  <a:cubicBezTo>
                    <a:pt x="6719" y="397"/>
                    <a:pt x="8099" y="255"/>
                    <a:pt x="8525" y="255"/>
                  </a:cubicBezTo>
                  <a:cubicBezTo>
                    <a:pt x="8612" y="255"/>
                    <a:pt x="8659" y="261"/>
                    <a:pt x="8659" y="261"/>
                  </a:cubicBezTo>
                  <a:cubicBezTo>
                    <a:pt x="8659" y="261"/>
                    <a:pt x="7809" y="0"/>
                    <a:pt x="6648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5356;p73"/>
            <p:cNvSpPr/>
            <p:nvPr/>
          </p:nvSpPr>
          <p:spPr>
            <a:xfrm>
              <a:off x="3450081" y="2448695"/>
              <a:ext cx="163464" cy="175047"/>
            </a:xfrm>
            <a:custGeom>
              <a:avLst/>
              <a:gdLst/>
              <a:ahLst/>
              <a:cxnLst/>
              <a:rect l="l" t="t" r="r" b="b"/>
              <a:pathLst>
                <a:path w="9427" h="10095" extrusionOk="0">
                  <a:moveTo>
                    <a:pt x="6943" y="720"/>
                  </a:moveTo>
                  <a:cubicBezTo>
                    <a:pt x="6996" y="720"/>
                    <a:pt x="7048" y="721"/>
                    <a:pt x="7099" y="722"/>
                  </a:cubicBezTo>
                  <a:cubicBezTo>
                    <a:pt x="6552" y="1014"/>
                    <a:pt x="5931" y="1480"/>
                    <a:pt x="5311" y="2218"/>
                  </a:cubicBezTo>
                  <a:cubicBezTo>
                    <a:pt x="3783" y="4054"/>
                    <a:pt x="4318" y="8051"/>
                    <a:pt x="4525" y="9292"/>
                  </a:cubicBezTo>
                  <a:cubicBezTo>
                    <a:pt x="4066" y="9351"/>
                    <a:pt x="3605" y="9381"/>
                    <a:pt x="3144" y="9381"/>
                  </a:cubicBezTo>
                  <a:cubicBezTo>
                    <a:pt x="2631" y="9381"/>
                    <a:pt x="2118" y="9344"/>
                    <a:pt x="1610" y="9271"/>
                  </a:cubicBezTo>
                  <a:cubicBezTo>
                    <a:pt x="1383" y="8189"/>
                    <a:pt x="925" y="4176"/>
                    <a:pt x="3025" y="2161"/>
                  </a:cubicBezTo>
                  <a:cubicBezTo>
                    <a:pt x="4236" y="996"/>
                    <a:pt x="5755" y="720"/>
                    <a:pt x="6943" y="720"/>
                  </a:cubicBezTo>
                  <a:close/>
                  <a:moveTo>
                    <a:pt x="6917" y="1"/>
                  </a:moveTo>
                  <a:cubicBezTo>
                    <a:pt x="5604" y="1"/>
                    <a:pt x="3912" y="323"/>
                    <a:pt x="2526" y="1650"/>
                  </a:cubicBezTo>
                  <a:cubicBezTo>
                    <a:pt x="1" y="4082"/>
                    <a:pt x="738" y="8902"/>
                    <a:pt x="982" y="9693"/>
                  </a:cubicBezTo>
                  <a:cubicBezTo>
                    <a:pt x="1022" y="9815"/>
                    <a:pt x="1124" y="9908"/>
                    <a:pt x="1249" y="9936"/>
                  </a:cubicBezTo>
                  <a:cubicBezTo>
                    <a:pt x="1851" y="10042"/>
                    <a:pt x="2461" y="10094"/>
                    <a:pt x="3074" y="10094"/>
                  </a:cubicBezTo>
                  <a:cubicBezTo>
                    <a:pt x="3097" y="10094"/>
                    <a:pt x="3120" y="10094"/>
                    <a:pt x="3142" y="10094"/>
                  </a:cubicBezTo>
                  <a:cubicBezTo>
                    <a:pt x="3763" y="10094"/>
                    <a:pt x="4387" y="10042"/>
                    <a:pt x="4999" y="9936"/>
                  </a:cubicBezTo>
                  <a:cubicBezTo>
                    <a:pt x="5198" y="9900"/>
                    <a:pt x="5327" y="9709"/>
                    <a:pt x="5287" y="9515"/>
                  </a:cubicBezTo>
                  <a:cubicBezTo>
                    <a:pt x="5279" y="9466"/>
                    <a:pt x="4326" y="4508"/>
                    <a:pt x="5858" y="2676"/>
                  </a:cubicBezTo>
                  <a:cubicBezTo>
                    <a:pt x="7172" y="1098"/>
                    <a:pt x="8422" y="969"/>
                    <a:pt x="8786" y="969"/>
                  </a:cubicBezTo>
                  <a:cubicBezTo>
                    <a:pt x="8846" y="969"/>
                    <a:pt x="8882" y="972"/>
                    <a:pt x="8891" y="973"/>
                  </a:cubicBezTo>
                  <a:cubicBezTo>
                    <a:pt x="8903" y="974"/>
                    <a:pt x="8916" y="975"/>
                    <a:pt x="8928" y="975"/>
                  </a:cubicBezTo>
                  <a:cubicBezTo>
                    <a:pt x="9319" y="975"/>
                    <a:pt x="9426" y="414"/>
                    <a:pt x="9041" y="284"/>
                  </a:cubicBezTo>
                  <a:cubicBezTo>
                    <a:pt x="8966" y="259"/>
                    <a:pt x="8094" y="1"/>
                    <a:pt x="691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5357;p73"/>
            <p:cNvSpPr/>
            <p:nvPr/>
          </p:nvSpPr>
          <p:spPr>
            <a:xfrm>
              <a:off x="3511101" y="2441082"/>
              <a:ext cx="223547" cy="186717"/>
            </a:xfrm>
            <a:custGeom>
              <a:avLst/>
              <a:gdLst/>
              <a:ahLst/>
              <a:cxnLst/>
              <a:rect l="l" t="t" r="r" b="b"/>
              <a:pathLst>
                <a:path w="12892" h="10768" extrusionOk="0">
                  <a:moveTo>
                    <a:pt x="5082" y="1"/>
                  </a:moveTo>
                  <a:cubicBezTo>
                    <a:pt x="3472" y="1"/>
                    <a:pt x="1720" y="494"/>
                    <a:pt x="0" y="1749"/>
                  </a:cubicBezTo>
                  <a:cubicBezTo>
                    <a:pt x="0" y="1749"/>
                    <a:pt x="1621" y="897"/>
                    <a:pt x="3801" y="897"/>
                  </a:cubicBezTo>
                  <a:cubicBezTo>
                    <a:pt x="4312" y="897"/>
                    <a:pt x="4853" y="944"/>
                    <a:pt x="5412" y="1060"/>
                  </a:cubicBezTo>
                  <a:cubicBezTo>
                    <a:pt x="7569" y="1505"/>
                    <a:pt x="8963" y="6163"/>
                    <a:pt x="8696" y="10177"/>
                  </a:cubicBezTo>
                  <a:cubicBezTo>
                    <a:pt x="8696" y="10177"/>
                    <a:pt x="9886" y="10768"/>
                    <a:pt x="11390" y="10768"/>
                  </a:cubicBezTo>
                  <a:cubicBezTo>
                    <a:pt x="11836" y="10768"/>
                    <a:pt x="12308" y="10716"/>
                    <a:pt x="12786" y="10582"/>
                  </a:cubicBezTo>
                  <a:cubicBezTo>
                    <a:pt x="12786" y="10582"/>
                    <a:pt x="12892" y="5255"/>
                    <a:pt x="11128" y="2855"/>
                  </a:cubicBezTo>
                  <a:cubicBezTo>
                    <a:pt x="10028" y="1356"/>
                    <a:pt x="7750" y="1"/>
                    <a:pt x="5082" y="1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" name="Google Shape;5358;p73"/>
            <p:cNvSpPr/>
            <p:nvPr/>
          </p:nvSpPr>
          <p:spPr>
            <a:xfrm>
              <a:off x="3503714" y="2434684"/>
              <a:ext cx="237610" cy="199323"/>
            </a:xfrm>
            <a:custGeom>
              <a:avLst/>
              <a:gdLst/>
              <a:ahLst/>
              <a:cxnLst/>
              <a:rect l="l" t="t" r="r" b="b"/>
              <a:pathLst>
                <a:path w="13703" h="11495" extrusionOk="0">
                  <a:moveTo>
                    <a:pt x="5539" y="711"/>
                  </a:moveTo>
                  <a:cubicBezTo>
                    <a:pt x="8073" y="711"/>
                    <a:pt x="10223" y="1997"/>
                    <a:pt x="11270" y="3431"/>
                  </a:cubicBezTo>
                  <a:cubicBezTo>
                    <a:pt x="12718" y="5409"/>
                    <a:pt x="12851" y="9573"/>
                    <a:pt x="12859" y="10671"/>
                  </a:cubicBezTo>
                  <a:cubicBezTo>
                    <a:pt x="12505" y="10749"/>
                    <a:pt x="12155" y="10780"/>
                    <a:pt x="11819" y="10780"/>
                  </a:cubicBezTo>
                  <a:cubicBezTo>
                    <a:pt x="10774" y="10780"/>
                    <a:pt x="9880" y="10475"/>
                    <a:pt x="9487" y="10319"/>
                  </a:cubicBezTo>
                  <a:cubicBezTo>
                    <a:pt x="9697" y="6289"/>
                    <a:pt x="8307" y="1579"/>
                    <a:pt x="5911" y="1080"/>
                  </a:cubicBezTo>
                  <a:cubicBezTo>
                    <a:pt x="5359" y="966"/>
                    <a:pt x="4797" y="909"/>
                    <a:pt x="4235" y="909"/>
                  </a:cubicBezTo>
                  <a:cubicBezTo>
                    <a:pt x="4079" y="909"/>
                    <a:pt x="3923" y="913"/>
                    <a:pt x="3767" y="922"/>
                  </a:cubicBezTo>
                  <a:cubicBezTo>
                    <a:pt x="4372" y="777"/>
                    <a:pt x="4965" y="711"/>
                    <a:pt x="5539" y="711"/>
                  </a:cubicBezTo>
                  <a:close/>
                  <a:moveTo>
                    <a:pt x="5523" y="0"/>
                  </a:moveTo>
                  <a:cubicBezTo>
                    <a:pt x="3845" y="0"/>
                    <a:pt x="2018" y="518"/>
                    <a:pt x="220" y="1830"/>
                  </a:cubicBezTo>
                  <a:cubicBezTo>
                    <a:pt x="53" y="1935"/>
                    <a:pt x="1" y="2154"/>
                    <a:pt x="106" y="2320"/>
                  </a:cubicBezTo>
                  <a:cubicBezTo>
                    <a:pt x="172" y="2428"/>
                    <a:pt x="287" y="2487"/>
                    <a:pt x="406" y="2487"/>
                  </a:cubicBezTo>
                  <a:cubicBezTo>
                    <a:pt x="471" y="2487"/>
                    <a:pt x="537" y="2469"/>
                    <a:pt x="597" y="2434"/>
                  </a:cubicBezTo>
                  <a:cubicBezTo>
                    <a:pt x="613" y="2424"/>
                    <a:pt x="2168" y="1621"/>
                    <a:pt x="4242" y="1621"/>
                  </a:cubicBezTo>
                  <a:cubicBezTo>
                    <a:pt x="4727" y="1621"/>
                    <a:pt x="5241" y="1665"/>
                    <a:pt x="5769" y="1773"/>
                  </a:cubicBezTo>
                  <a:cubicBezTo>
                    <a:pt x="7589" y="2154"/>
                    <a:pt x="9049" y="6403"/>
                    <a:pt x="8769" y="10521"/>
                  </a:cubicBezTo>
                  <a:cubicBezTo>
                    <a:pt x="8757" y="10663"/>
                    <a:pt x="8834" y="10797"/>
                    <a:pt x="8960" y="10862"/>
                  </a:cubicBezTo>
                  <a:cubicBezTo>
                    <a:pt x="9029" y="10894"/>
                    <a:pt x="10253" y="11494"/>
                    <a:pt x="11810" y="11494"/>
                  </a:cubicBezTo>
                  <a:cubicBezTo>
                    <a:pt x="12316" y="11494"/>
                    <a:pt x="12819" y="11429"/>
                    <a:pt x="13309" y="11291"/>
                  </a:cubicBezTo>
                  <a:cubicBezTo>
                    <a:pt x="13459" y="11247"/>
                    <a:pt x="13565" y="11113"/>
                    <a:pt x="13573" y="10955"/>
                  </a:cubicBezTo>
                  <a:cubicBezTo>
                    <a:pt x="13573" y="10732"/>
                    <a:pt x="13703" y="5547"/>
                    <a:pt x="11846" y="3010"/>
                  </a:cubicBezTo>
                  <a:cubicBezTo>
                    <a:pt x="10685" y="1426"/>
                    <a:pt x="8308" y="0"/>
                    <a:pt x="55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" name="Google Shape;5359;p73"/>
            <p:cNvSpPr/>
            <p:nvPr/>
          </p:nvSpPr>
          <p:spPr>
            <a:xfrm>
              <a:off x="3666103" y="2489236"/>
              <a:ext cx="37749" cy="129460"/>
            </a:xfrm>
            <a:custGeom>
              <a:avLst/>
              <a:gdLst/>
              <a:ahLst/>
              <a:cxnLst/>
              <a:rect l="l" t="t" r="r" b="b"/>
              <a:pathLst>
                <a:path w="2177" h="7466" extrusionOk="0">
                  <a:moveTo>
                    <a:pt x="96" y="0"/>
                  </a:moveTo>
                  <a:cubicBezTo>
                    <a:pt x="84" y="0"/>
                    <a:pt x="73" y="2"/>
                    <a:pt x="61" y="5"/>
                  </a:cubicBezTo>
                  <a:cubicBezTo>
                    <a:pt x="12" y="26"/>
                    <a:pt x="0" y="99"/>
                    <a:pt x="32" y="163"/>
                  </a:cubicBezTo>
                  <a:cubicBezTo>
                    <a:pt x="304" y="723"/>
                    <a:pt x="555" y="1295"/>
                    <a:pt x="770" y="1878"/>
                  </a:cubicBezTo>
                  <a:cubicBezTo>
                    <a:pt x="997" y="2454"/>
                    <a:pt x="1188" y="3046"/>
                    <a:pt x="1346" y="3650"/>
                  </a:cubicBezTo>
                  <a:cubicBezTo>
                    <a:pt x="1508" y="4250"/>
                    <a:pt x="1638" y="4858"/>
                    <a:pt x="1735" y="5470"/>
                  </a:cubicBezTo>
                  <a:cubicBezTo>
                    <a:pt x="1832" y="6082"/>
                    <a:pt x="1901" y="6702"/>
                    <a:pt x="1942" y="7323"/>
                  </a:cubicBezTo>
                  <a:cubicBezTo>
                    <a:pt x="1942" y="7391"/>
                    <a:pt x="1986" y="7452"/>
                    <a:pt x="2055" y="7464"/>
                  </a:cubicBezTo>
                  <a:cubicBezTo>
                    <a:pt x="2059" y="7465"/>
                    <a:pt x="2062" y="7465"/>
                    <a:pt x="2065" y="7465"/>
                  </a:cubicBezTo>
                  <a:cubicBezTo>
                    <a:pt x="2122" y="7465"/>
                    <a:pt x="2169" y="7399"/>
                    <a:pt x="2169" y="7318"/>
                  </a:cubicBezTo>
                  <a:cubicBezTo>
                    <a:pt x="2177" y="6686"/>
                    <a:pt x="2140" y="6050"/>
                    <a:pt x="2059" y="5425"/>
                  </a:cubicBezTo>
                  <a:cubicBezTo>
                    <a:pt x="1970" y="4797"/>
                    <a:pt x="1849" y="4173"/>
                    <a:pt x="1691" y="3561"/>
                  </a:cubicBezTo>
                  <a:cubicBezTo>
                    <a:pt x="1516" y="2948"/>
                    <a:pt x="1309" y="2344"/>
                    <a:pt x="1066" y="1761"/>
                  </a:cubicBezTo>
                  <a:cubicBezTo>
                    <a:pt x="819" y="1177"/>
                    <a:pt x="527" y="609"/>
                    <a:pt x="199" y="66"/>
                  </a:cubicBezTo>
                  <a:cubicBezTo>
                    <a:pt x="179" y="24"/>
                    <a:pt x="140" y="0"/>
                    <a:pt x="9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" name="Google Shape;5360;p73"/>
            <p:cNvSpPr/>
            <p:nvPr/>
          </p:nvSpPr>
          <p:spPr>
            <a:xfrm>
              <a:off x="3496345" y="2537840"/>
              <a:ext cx="16386" cy="69013"/>
            </a:xfrm>
            <a:custGeom>
              <a:avLst/>
              <a:gdLst/>
              <a:ahLst/>
              <a:cxnLst/>
              <a:rect l="l" t="t" r="r" b="b"/>
              <a:pathLst>
                <a:path w="945" h="3980" extrusionOk="0">
                  <a:moveTo>
                    <a:pt x="410" y="1"/>
                  </a:moveTo>
                  <a:cubicBezTo>
                    <a:pt x="381" y="1"/>
                    <a:pt x="355" y="13"/>
                    <a:pt x="345" y="36"/>
                  </a:cubicBezTo>
                  <a:cubicBezTo>
                    <a:pt x="203" y="348"/>
                    <a:pt x="105" y="677"/>
                    <a:pt x="57" y="1013"/>
                  </a:cubicBezTo>
                  <a:cubicBezTo>
                    <a:pt x="8" y="1353"/>
                    <a:pt x="0" y="1698"/>
                    <a:pt x="28" y="2043"/>
                  </a:cubicBezTo>
                  <a:cubicBezTo>
                    <a:pt x="65" y="2383"/>
                    <a:pt x="142" y="2720"/>
                    <a:pt x="255" y="3044"/>
                  </a:cubicBezTo>
                  <a:cubicBezTo>
                    <a:pt x="373" y="3368"/>
                    <a:pt x="531" y="3672"/>
                    <a:pt x="730" y="3952"/>
                  </a:cubicBezTo>
                  <a:cubicBezTo>
                    <a:pt x="751" y="3971"/>
                    <a:pt x="778" y="3980"/>
                    <a:pt x="805" y="3980"/>
                  </a:cubicBezTo>
                  <a:cubicBezTo>
                    <a:pt x="826" y="3980"/>
                    <a:pt x="846" y="3975"/>
                    <a:pt x="864" y="3964"/>
                  </a:cubicBezTo>
                  <a:cubicBezTo>
                    <a:pt x="912" y="3928"/>
                    <a:pt x="945" y="3871"/>
                    <a:pt x="924" y="3830"/>
                  </a:cubicBezTo>
                  <a:cubicBezTo>
                    <a:pt x="778" y="3547"/>
                    <a:pt x="661" y="3247"/>
                    <a:pt x="568" y="2939"/>
                  </a:cubicBezTo>
                  <a:cubicBezTo>
                    <a:pt x="474" y="2634"/>
                    <a:pt x="410" y="2322"/>
                    <a:pt x="381" y="2006"/>
                  </a:cubicBezTo>
                  <a:cubicBezTo>
                    <a:pt x="341" y="1690"/>
                    <a:pt x="337" y="1370"/>
                    <a:pt x="365" y="1054"/>
                  </a:cubicBezTo>
                  <a:cubicBezTo>
                    <a:pt x="389" y="733"/>
                    <a:pt x="442" y="413"/>
                    <a:pt x="523" y="101"/>
                  </a:cubicBezTo>
                  <a:cubicBezTo>
                    <a:pt x="535" y="72"/>
                    <a:pt x="515" y="32"/>
                    <a:pt x="462" y="12"/>
                  </a:cubicBezTo>
                  <a:cubicBezTo>
                    <a:pt x="445" y="4"/>
                    <a:pt x="427" y="1"/>
                    <a:pt x="41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" name="Google Shape;5361;p73"/>
            <p:cNvSpPr/>
            <p:nvPr/>
          </p:nvSpPr>
          <p:spPr>
            <a:xfrm>
              <a:off x="2090261" y="2785958"/>
              <a:ext cx="852036" cy="1139411"/>
            </a:xfrm>
            <a:custGeom>
              <a:avLst/>
              <a:gdLst/>
              <a:ahLst/>
              <a:cxnLst/>
              <a:rect l="l" t="t" r="r" b="b"/>
              <a:pathLst>
                <a:path w="49137" h="65710" extrusionOk="0">
                  <a:moveTo>
                    <a:pt x="49137" y="0"/>
                  </a:moveTo>
                  <a:lnTo>
                    <a:pt x="49137" y="0"/>
                  </a:lnTo>
                  <a:cubicBezTo>
                    <a:pt x="45934" y="523"/>
                    <a:pt x="36996" y="6008"/>
                    <a:pt x="30262" y="11951"/>
                  </a:cubicBezTo>
                  <a:cubicBezTo>
                    <a:pt x="29958" y="12215"/>
                    <a:pt x="29662" y="12474"/>
                    <a:pt x="29374" y="12742"/>
                  </a:cubicBezTo>
                  <a:cubicBezTo>
                    <a:pt x="22560" y="18984"/>
                    <a:pt x="20160" y="20241"/>
                    <a:pt x="15936" y="23164"/>
                  </a:cubicBezTo>
                  <a:cubicBezTo>
                    <a:pt x="11708" y="26087"/>
                    <a:pt x="7391" y="30736"/>
                    <a:pt x="4893" y="36379"/>
                  </a:cubicBezTo>
                  <a:cubicBezTo>
                    <a:pt x="2396" y="42026"/>
                    <a:pt x="0" y="46635"/>
                    <a:pt x="1148" y="52205"/>
                  </a:cubicBezTo>
                  <a:cubicBezTo>
                    <a:pt x="1525" y="54030"/>
                    <a:pt x="2068" y="55477"/>
                    <a:pt x="2741" y="56673"/>
                  </a:cubicBezTo>
                  <a:cubicBezTo>
                    <a:pt x="4123" y="59125"/>
                    <a:pt x="6061" y="60483"/>
                    <a:pt x="8254" y="61712"/>
                  </a:cubicBezTo>
                  <a:cubicBezTo>
                    <a:pt x="11107" y="63306"/>
                    <a:pt x="15499" y="65710"/>
                    <a:pt x="21177" y="65710"/>
                  </a:cubicBezTo>
                  <a:cubicBezTo>
                    <a:pt x="21994" y="65710"/>
                    <a:pt x="22838" y="65660"/>
                    <a:pt x="23707" y="65551"/>
                  </a:cubicBezTo>
                  <a:cubicBezTo>
                    <a:pt x="30619" y="64687"/>
                    <a:pt x="30051" y="64245"/>
                    <a:pt x="30242" y="61152"/>
                  </a:cubicBezTo>
                  <a:cubicBezTo>
                    <a:pt x="30428" y="58063"/>
                    <a:pt x="30526" y="54411"/>
                    <a:pt x="30526" y="54411"/>
                  </a:cubicBezTo>
                  <a:cubicBezTo>
                    <a:pt x="30526" y="54411"/>
                    <a:pt x="35532" y="50166"/>
                    <a:pt x="38167" y="46915"/>
                  </a:cubicBezTo>
                  <a:cubicBezTo>
                    <a:pt x="40802" y="43660"/>
                    <a:pt x="42817" y="40778"/>
                    <a:pt x="42817" y="40778"/>
                  </a:cubicBezTo>
                  <a:cubicBezTo>
                    <a:pt x="42817" y="40778"/>
                    <a:pt x="41585" y="27858"/>
                    <a:pt x="44353" y="15527"/>
                  </a:cubicBezTo>
                  <a:cubicBezTo>
                    <a:pt x="47118" y="3199"/>
                    <a:pt x="49137" y="1"/>
                    <a:pt x="49137" y="0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" name="Google Shape;5362;p73"/>
            <p:cNvSpPr/>
            <p:nvPr/>
          </p:nvSpPr>
          <p:spPr>
            <a:xfrm>
              <a:off x="2085475" y="2779767"/>
              <a:ext cx="863289" cy="1151636"/>
            </a:xfrm>
            <a:custGeom>
              <a:avLst/>
              <a:gdLst/>
              <a:ahLst/>
              <a:cxnLst/>
              <a:rect l="l" t="t" r="r" b="b"/>
              <a:pathLst>
                <a:path w="49786" h="66415" extrusionOk="0">
                  <a:moveTo>
                    <a:pt x="48732" y="884"/>
                  </a:moveTo>
                  <a:lnTo>
                    <a:pt x="48732" y="884"/>
                  </a:lnTo>
                  <a:cubicBezTo>
                    <a:pt x="48022" y="2384"/>
                    <a:pt x="46368" y="6507"/>
                    <a:pt x="44285" y="15811"/>
                  </a:cubicBezTo>
                  <a:cubicBezTo>
                    <a:pt x="41686" y="27388"/>
                    <a:pt x="42606" y="39635"/>
                    <a:pt x="42728" y="41037"/>
                  </a:cubicBezTo>
                  <a:cubicBezTo>
                    <a:pt x="42339" y="41585"/>
                    <a:pt x="40482" y="44187"/>
                    <a:pt x="38163" y="47045"/>
                  </a:cubicBezTo>
                  <a:cubicBezTo>
                    <a:pt x="35577" y="50231"/>
                    <a:pt x="30623" y="54452"/>
                    <a:pt x="30571" y="54492"/>
                  </a:cubicBezTo>
                  <a:cubicBezTo>
                    <a:pt x="30494" y="54561"/>
                    <a:pt x="30449" y="54654"/>
                    <a:pt x="30445" y="54756"/>
                  </a:cubicBezTo>
                  <a:cubicBezTo>
                    <a:pt x="30445" y="54792"/>
                    <a:pt x="30348" y="58440"/>
                    <a:pt x="30161" y="61489"/>
                  </a:cubicBezTo>
                  <a:cubicBezTo>
                    <a:pt x="30145" y="61740"/>
                    <a:pt x="30137" y="61971"/>
                    <a:pt x="30125" y="62190"/>
                  </a:cubicBezTo>
                  <a:cubicBezTo>
                    <a:pt x="30019" y="64501"/>
                    <a:pt x="30003" y="64801"/>
                    <a:pt x="23939" y="65555"/>
                  </a:cubicBezTo>
                  <a:cubicBezTo>
                    <a:pt x="23076" y="65663"/>
                    <a:pt x="22240" y="65712"/>
                    <a:pt x="21432" y="65712"/>
                  </a:cubicBezTo>
                  <a:cubicBezTo>
                    <a:pt x="15760" y="65712"/>
                    <a:pt x="11429" y="63286"/>
                    <a:pt x="8700" y="61761"/>
                  </a:cubicBezTo>
                  <a:cubicBezTo>
                    <a:pt x="6410" y="60475"/>
                    <a:pt x="4618" y="59154"/>
                    <a:pt x="3325" y="56855"/>
                  </a:cubicBezTo>
                  <a:cubicBezTo>
                    <a:pt x="2636" y="55631"/>
                    <a:pt x="2125" y="54204"/>
                    <a:pt x="1768" y="52489"/>
                  </a:cubicBezTo>
                  <a:cubicBezTo>
                    <a:pt x="739" y="47499"/>
                    <a:pt x="2652" y="43235"/>
                    <a:pt x="4865" y="38289"/>
                  </a:cubicBezTo>
                  <a:lnTo>
                    <a:pt x="5494" y="36878"/>
                  </a:lnTo>
                  <a:cubicBezTo>
                    <a:pt x="7719" y="31835"/>
                    <a:pt x="11696" y="27072"/>
                    <a:pt x="16415" y="23817"/>
                  </a:cubicBezTo>
                  <a:cubicBezTo>
                    <a:pt x="17173" y="23290"/>
                    <a:pt x="17874" y="22812"/>
                    <a:pt x="18551" y="22357"/>
                  </a:cubicBezTo>
                  <a:cubicBezTo>
                    <a:pt x="21628" y="20282"/>
                    <a:pt x="24283" y="18494"/>
                    <a:pt x="29894" y="13358"/>
                  </a:cubicBezTo>
                  <a:cubicBezTo>
                    <a:pt x="30177" y="13095"/>
                    <a:pt x="30469" y="12835"/>
                    <a:pt x="30769" y="12572"/>
                  </a:cubicBezTo>
                  <a:cubicBezTo>
                    <a:pt x="37170" y="6925"/>
                    <a:pt x="45221" y="1967"/>
                    <a:pt x="48732" y="884"/>
                  </a:cubicBezTo>
                  <a:close/>
                  <a:moveTo>
                    <a:pt x="49409" y="1"/>
                  </a:moveTo>
                  <a:cubicBezTo>
                    <a:pt x="49391" y="1"/>
                    <a:pt x="49374" y="2"/>
                    <a:pt x="49356" y="5"/>
                  </a:cubicBezTo>
                  <a:cubicBezTo>
                    <a:pt x="45870" y="576"/>
                    <a:pt x="36789" y="6313"/>
                    <a:pt x="30303" y="12041"/>
                  </a:cubicBezTo>
                  <a:cubicBezTo>
                    <a:pt x="29999" y="12304"/>
                    <a:pt x="29699" y="12568"/>
                    <a:pt x="29411" y="12835"/>
                  </a:cubicBezTo>
                  <a:cubicBezTo>
                    <a:pt x="23841" y="17931"/>
                    <a:pt x="21206" y="19710"/>
                    <a:pt x="18158" y="21770"/>
                  </a:cubicBezTo>
                  <a:cubicBezTo>
                    <a:pt x="17473" y="22224"/>
                    <a:pt x="16775" y="22702"/>
                    <a:pt x="16009" y="23229"/>
                  </a:cubicBezTo>
                  <a:cubicBezTo>
                    <a:pt x="11189" y="26561"/>
                    <a:pt x="7119" y="31430"/>
                    <a:pt x="4845" y="36590"/>
                  </a:cubicBezTo>
                  <a:lnTo>
                    <a:pt x="4217" y="37993"/>
                  </a:lnTo>
                  <a:cubicBezTo>
                    <a:pt x="1951" y="43056"/>
                    <a:pt x="1" y="47418"/>
                    <a:pt x="1075" y="52631"/>
                  </a:cubicBezTo>
                  <a:cubicBezTo>
                    <a:pt x="1444" y="54423"/>
                    <a:pt x="1975" y="55915"/>
                    <a:pt x="2705" y="57204"/>
                  </a:cubicBezTo>
                  <a:cubicBezTo>
                    <a:pt x="4079" y="59644"/>
                    <a:pt x="5960" y="61039"/>
                    <a:pt x="8356" y="62377"/>
                  </a:cubicBezTo>
                  <a:cubicBezTo>
                    <a:pt x="10970" y="63840"/>
                    <a:pt x="15572" y="66414"/>
                    <a:pt x="21490" y="66414"/>
                  </a:cubicBezTo>
                  <a:cubicBezTo>
                    <a:pt x="21521" y="66414"/>
                    <a:pt x="21551" y="66415"/>
                    <a:pt x="21581" y="66415"/>
                  </a:cubicBezTo>
                  <a:cubicBezTo>
                    <a:pt x="22402" y="66415"/>
                    <a:pt x="23219" y="66362"/>
                    <a:pt x="24028" y="66260"/>
                  </a:cubicBezTo>
                  <a:cubicBezTo>
                    <a:pt x="30319" y="65474"/>
                    <a:pt x="30704" y="65068"/>
                    <a:pt x="30834" y="62219"/>
                  </a:cubicBezTo>
                  <a:cubicBezTo>
                    <a:pt x="30846" y="62008"/>
                    <a:pt x="30854" y="61781"/>
                    <a:pt x="30871" y="61538"/>
                  </a:cubicBezTo>
                  <a:cubicBezTo>
                    <a:pt x="31037" y="58830"/>
                    <a:pt x="31134" y="55668"/>
                    <a:pt x="31154" y="54934"/>
                  </a:cubicBezTo>
                  <a:cubicBezTo>
                    <a:pt x="31937" y="54261"/>
                    <a:pt x="36319" y="50450"/>
                    <a:pt x="38715" y="47495"/>
                  </a:cubicBezTo>
                  <a:cubicBezTo>
                    <a:pt x="41330" y="44272"/>
                    <a:pt x="43360" y="41370"/>
                    <a:pt x="43381" y="41341"/>
                  </a:cubicBezTo>
                  <a:cubicBezTo>
                    <a:pt x="43429" y="41273"/>
                    <a:pt x="43454" y="41187"/>
                    <a:pt x="43450" y="41106"/>
                  </a:cubicBezTo>
                  <a:cubicBezTo>
                    <a:pt x="43433" y="40973"/>
                    <a:pt x="42254" y="28094"/>
                    <a:pt x="44978" y="15965"/>
                  </a:cubicBezTo>
                  <a:cubicBezTo>
                    <a:pt x="47686" y="3884"/>
                    <a:pt x="49693" y="576"/>
                    <a:pt x="49713" y="548"/>
                  </a:cubicBezTo>
                  <a:cubicBezTo>
                    <a:pt x="49786" y="430"/>
                    <a:pt x="49786" y="276"/>
                    <a:pt x="49705" y="163"/>
                  </a:cubicBezTo>
                  <a:cubicBezTo>
                    <a:pt x="49641" y="60"/>
                    <a:pt x="49528" y="1"/>
                    <a:pt x="4940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" name="Google Shape;5363;p73"/>
            <p:cNvSpPr/>
            <p:nvPr/>
          </p:nvSpPr>
          <p:spPr>
            <a:xfrm>
              <a:off x="2137773" y="2785958"/>
              <a:ext cx="804524" cy="1139411"/>
            </a:xfrm>
            <a:custGeom>
              <a:avLst/>
              <a:gdLst/>
              <a:ahLst/>
              <a:cxnLst/>
              <a:rect l="l" t="t" r="r" b="b"/>
              <a:pathLst>
                <a:path w="46397" h="65710" extrusionOk="0">
                  <a:moveTo>
                    <a:pt x="46397" y="0"/>
                  </a:moveTo>
                  <a:cubicBezTo>
                    <a:pt x="43194" y="523"/>
                    <a:pt x="34256" y="6004"/>
                    <a:pt x="27522" y="11951"/>
                  </a:cubicBezTo>
                  <a:cubicBezTo>
                    <a:pt x="29261" y="12020"/>
                    <a:pt x="31000" y="12729"/>
                    <a:pt x="31953" y="14164"/>
                  </a:cubicBezTo>
                  <a:cubicBezTo>
                    <a:pt x="32594" y="15125"/>
                    <a:pt x="32821" y="16309"/>
                    <a:pt x="32918" y="17456"/>
                  </a:cubicBezTo>
                  <a:cubicBezTo>
                    <a:pt x="33039" y="18944"/>
                    <a:pt x="32958" y="20505"/>
                    <a:pt x="32237" y="21806"/>
                  </a:cubicBezTo>
                  <a:cubicBezTo>
                    <a:pt x="30453" y="25041"/>
                    <a:pt x="26002" y="25167"/>
                    <a:pt x="22362" y="25799"/>
                  </a:cubicBezTo>
                  <a:cubicBezTo>
                    <a:pt x="19102" y="26366"/>
                    <a:pt x="16013" y="27656"/>
                    <a:pt x="13318" y="29569"/>
                  </a:cubicBezTo>
                  <a:cubicBezTo>
                    <a:pt x="13641" y="29579"/>
                    <a:pt x="13964" y="29584"/>
                    <a:pt x="14287" y="29584"/>
                  </a:cubicBezTo>
                  <a:cubicBezTo>
                    <a:pt x="17340" y="29584"/>
                    <a:pt x="20381" y="29135"/>
                    <a:pt x="23306" y="28247"/>
                  </a:cubicBezTo>
                  <a:lnTo>
                    <a:pt x="23306" y="28247"/>
                  </a:lnTo>
                  <a:cubicBezTo>
                    <a:pt x="20675" y="31693"/>
                    <a:pt x="19171" y="35865"/>
                    <a:pt x="18993" y="40194"/>
                  </a:cubicBezTo>
                  <a:cubicBezTo>
                    <a:pt x="18851" y="43940"/>
                    <a:pt x="19690" y="47852"/>
                    <a:pt x="18352" y="51350"/>
                  </a:cubicBezTo>
                  <a:cubicBezTo>
                    <a:pt x="16686" y="55706"/>
                    <a:pt x="11882" y="58141"/>
                    <a:pt x="7163" y="58141"/>
                  </a:cubicBezTo>
                  <a:cubicBezTo>
                    <a:pt x="6314" y="58141"/>
                    <a:pt x="5467" y="58062"/>
                    <a:pt x="4642" y="57901"/>
                  </a:cubicBezTo>
                  <a:cubicBezTo>
                    <a:pt x="3082" y="57601"/>
                    <a:pt x="1545" y="57054"/>
                    <a:pt x="1" y="56673"/>
                  </a:cubicBezTo>
                  <a:lnTo>
                    <a:pt x="1" y="56673"/>
                  </a:lnTo>
                  <a:cubicBezTo>
                    <a:pt x="1383" y="59125"/>
                    <a:pt x="3321" y="60483"/>
                    <a:pt x="5514" y="61712"/>
                  </a:cubicBezTo>
                  <a:cubicBezTo>
                    <a:pt x="8367" y="63306"/>
                    <a:pt x="12759" y="65710"/>
                    <a:pt x="18437" y="65710"/>
                  </a:cubicBezTo>
                  <a:cubicBezTo>
                    <a:pt x="19254" y="65710"/>
                    <a:pt x="20098" y="65660"/>
                    <a:pt x="20967" y="65551"/>
                  </a:cubicBezTo>
                  <a:cubicBezTo>
                    <a:pt x="27879" y="64687"/>
                    <a:pt x="27311" y="64245"/>
                    <a:pt x="27502" y="61152"/>
                  </a:cubicBezTo>
                  <a:cubicBezTo>
                    <a:pt x="27688" y="58063"/>
                    <a:pt x="27786" y="54411"/>
                    <a:pt x="27786" y="54411"/>
                  </a:cubicBezTo>
                  <a:cubicBezTo>
                    <a:pt x="27786" y="54411"/>
                    <a:pt x="32792" y="50166"/>
                    <a:pt x="35427" y="46915"/>
                  </a:cubicBezTo>
                  <a:cubicBezTo>
                    <a:pt x="38062" y="43660"/>
                    <a:pt x="40077" y="40778"/>
                    <a:pt x="40077" y="40778"/>
                  </a:cubicBezTo>
                  <a:cubicBezTo>
                    <a:pt x="40077" y="40778"/>
                    <a:pt x="38845" y="27858"/>
                    <a:pt x="41613" y="15527"/>
                  </a:cubicBezTo>
                  <a:cubicBezTo>
                    <a:pt x="44378" y="3199"/>
                    <a:pt x="46397" y="1"/>
                    <a:pt x="46397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" name="Google Shape;5364;p73"/>
            <p:cNvSpPr/>
            <p:nvPr/>
          </p:nvSpPr>
          <p:spPr>
            <a:xfrm>
              <a:off x="2499433" y="3272449"/>
              <a:ext cx="126963" cy="636257"/>
            </a:xfrm>
            <a:custGeom>
              <a:avLst/>
              <a:gdLst/>
              <a:ahLst/>
              <a:cxnLst/>
              <a:rect l="l" t="t" r="r" b="b"/>
              <a:pathLst>
                <a:path w="7322" h="36693" extrusionOk="0">
                  <a:moveTo>
                    <a:pt x="4267" y="1"/>
                  </a:moveTo>
                  <a:cubicBezTo>
                    <a:pt x="3111" y="1"/>
                    <a:pt x="1893" y="2218"/>
                    <a:pt x="1059" y="5672"/>
                  </a:cubicBezTo>
                  <a:cubicBezTo>
                    <a:pt x="455" y="8165"/>
                    <a:pt x="49" y="11303"/>
                    <a:pt x="17" y="14712"/>
                  </a:cubicBezTo>
                  <a:cubicBezTo>
                    <a:pt x="1" y="16139"/>
                    <a:pt x="9" y="17432"/>
                    <a:pt x="37" y="18620"/>
                  </a:cubicBezTo>
                  <a:cubicBezTo>
                    <a:pt x="183" y="24847"/>
                    <a:pt x="901" y="28134"/>
                    <a:pt x="2032" y="31929"/>
                  </a:cubicBezTo>
                  <a:cubicBezTo>
                    <a:pt x="3018" y="35243"/>
                    <a:pt x="3854" y="36693"/>
                    <a:pt x="4801" y="36693"/>
                  </a:cubicBezTo>
                  <a:cubicBezTo>
                    <a:pt x="5142" y="36693"/>
                    <a:pt x="5497" y="36505"/>
                    <a:pt x="5879" y="36149"/>
                  </a:cubicBezTo>
                  <a:cubicBezTo>
                    <a:pt x="7322" y="34799"/>
                    <a:pt x="6880" y="27705"/>
                    <a:pt x="6929" y="26355"/>
                  </a:cubicBezTo>
                  <a:cubicBezTo>
                    <a:pt x="6973" y="25001"/>
                    <a:pt x="6929" y="24725"/>
                    <a:pt x="6065" y="18859"/>
                  </a:cubicBezTo>
                  <a:cubicBezTo>
                    <a:pt x="5988" y="18357"/>
                    <a:pt x="5936" y="17809"/>
                    <a:pt x="5887" y="17230"/>
                  </a:cubicBezTo>
                  <a:cubicBezTo>
                    <a:pt x="5559" y="13054"/>
                    <a:pt x="5895" y="7184"/>
                    <a:pt x="5664" y="3507"/>
                  </a:cubicBezTo>
                  <a:cubicBezTo>
                    <a:pt x="5554" y="1760"/>
                    <a:pt x="5315" y="516"/>
                    <a:pt x="4821" y="179"/>
                  </a:cubicBezTo>
                  <a:cubicBezTo>
                    <a:pt x="4639" y="59"/>
                    <a:pt x="4454" y="1"/>
                    <a:pt x="4267" y="1"/>
                  </a:cubicBezTo>
                  <a:close/>
                </a:path>
              </a:pathLst>
            </a:custGeom>
            <a:solidFill>
              <a:srgbClr val="547F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" name="Google Shape;5365;p73"/>
            <p:cNvSpPr/>
            <p:nvPr/>
          </p:nvSpPr>
          <p:spPr>
            <a:xfrm>
              <a:off x="2493260" y="3266328"/>
              <a:ext cx="133917" cy="648551"/>
            </a:xfrm>
            <a:custGeom>
              <a:avLst/>
              <a:gdLst/>
              <a:ahLst/>
              <a:cxnLst/>
              <a:rect l="l" t="t" r="r" b="b"/>
              <a:pathLst>
                <a:path w="7723" h="37402" extrusionOk="0">
                  <a:moveTo>
                    <a:pt x="4617" y="711"/>
                  </a:moveTo>
                  <a:cubicBezTo>
                    <a:pt x="4747" y="715"/>
                    <a:pt x="4873" y="755"/>
                    <a:pt x="4978" y="832"/>
                  </a:cubicBezTo>
                  <a:cubicBezTo>
                    <a:pt x="5169" y="958"/>
                    <a:pt x="5513" y="1525"/>
                    <a:pt x="5667" y="3889"/>
                  </a:cubicBezTo>
                  <a:cubicBezTo>
                    <a:pt x="5773" y="5555"/>
                    <a:pt x="5756" y="7679"/>
                    <a:pt x="5744" y="9929"/>
                  </a:cubicBezTo>
                  <a:cubicBezTo>
                    <a:pt x="5728" y="12588"/>
                    <a:pt x="5712" y="15333"/>
                    <a:pt x="5890" y="17615"/>
                  </a:cubicBezTo>
                  <a:cubicBezTo>
                    <a:pt x="5939" y="18251"/>
                    <a:pt x="6000" y="18791"/>
                    <a:pt x="6073" y="19261"/>
                  </a:cubicBezTo>
                  <a:lnTo>
                    <a:pt x="6089" y="19391"/>
                  </a:lnTo>
                  <a:cubicBezTo>
                    <a:pt x="6940" y="25159"/>
                    <a:pt x="6969" y="25382"/>
                    <a:pt x="6928" y="26696"/>
                  </a:cubicBezTo>
                  <a:cubicBezTo>
                    <a:pt x="6924" y="26935"/>
                    <a:pt x="6928" y="27344"/>
                    <a:pt x="6940" y="27859"/>
                  </a:cubicBezTo>
                  <a:cubicBezTo>
                    <a:pt x="6981" y="30064"/>
                    <a:pt x="7070" y="35233"/>
                    <a:pt x="5992" y="36242"/>
                  </a:cubicBezTo>
                  <a:cubicBezTo>
                    <a:pt x="5585" y="36617"/>
                    <a:pt x="5315" y="36690"/>
                    <a:pt x="5154" y="36690"/>
                  </a:cubicBezTo>
                  <a:cubicBezTo>
                    <a:pt x="5085" y="36690"/>
                    <a:pt x="5037" y="36676"/>
                    <a:pt x="5006" y="36668"/>
                  </a:cubicBezTo>
                  <a:cubicBezTo>
                    <a:pt x="3985" y="36392"/>
                    <a:pt x="3040" y="33222"/>
                    <a:pt x="2728" y="32180"/>
                  </a:cubicBezTo>
                  <a:cubicBezTo>
                    <a:pt x="1553" y="28228"/>
                    <a:pt x="888" y="24952"/>
                    <a:pt x="746" y="18969"/>
                  </a:cubicBezTo>
                  <a:cubicBezTo>
                    <a:pt x="722" y="17777"/>
                    <a:pt x="709" y="16504"/>
                    <a:pt x="726" y="15073"/>
                  </a:cubicBezTo>
                  <a:cubicBezTo>
                    <a:pt x="762" y="11863"/>
                    <a:pt x="1115" y="8766"/>
                    <a:pt x="1759" y="6110"/>
                  </a:cubicBezTo>
                  <a:cubicBezTo>
                    <a:pt x="2611" y="2592"/>
                    <a:pt x="3669" y="1039"/>
                    <a:pt x="4386" y="755"/>
                  </a:cubicBezTo>
                  <a:cubicBezTo>
                    <a:pt x="4459" y="727"/>
                    <a:pt x="4536" y="711"/>
                    <a:pt x="4617" y="711"/>
                  </a:cubicBezTo>
                  <a:close/>
                  <a:moveTo>
                    <a:pt x="4619" y="0"/>
                  </a:moveTo>
                  <a:cubicBezTo>
                    <a:pt x="4455" y="0"/>
                    <a:pt x="4290" y="33"/>
                    <a:pt x="4127" y="98"/>
                  </a:cubicBezTo>
                  <a:cubicBezTo>
                    <a:pt x="2971" y="548"/>
                    <a:pt x="1857" y="2681"/>
                    <a:pt x="1070" y="5944"/>
                  </a:cubicBezTo>
                  <a:cubicBezTo>
                    <a:pt x="418" y="8652"/>
                    <a:pt x="53" y="11802"/>
                    <a:pt x="16" y="15061"/>
                  </a:cubicBezTo>
                  <a:cubicBezTo>
                    <a:pt x="0" y="16504"/>
                    <a:pt x="8" y="17789"/>
                    <a:pt x="36" y="18985"/>
                  </a:cubicBezTo>
                  <a:cubicBezTo>
                    <a:pt x="178" y="25050"/>
                    <a:pt x="851" y="28374"/>
                    <a:pt x="2047" y="32383"/>
                  </a:cubicBezTo>
                  <a:cubicBezTo>
                    <a:pt x="3020" y="35646"/>
                    <a:pt x="3823" y="37085"/>
                    <a:pt x="4820" y="37357"/>
                  </a:cubicBezTo>
                  <a:cubicBezTo>
                    <a:pt x="4929" y="37385"/>
                    <a:pt x="5043" y="37402"/>
                    <a:pt x="5161" y="37402"/>
                  </a:cubicBezTo>
                  <a:cubicBezTo>
                    <a:pt x="5582" y="37402"/>
                    <a:pt x="6016" y="37191"/>
                    <a:pt x="6478" y="36761"/>
                  </a:cubicBezTo>
                  <a:cubicBezTo>
                    <a:pt x="7629" y="35683"/>
                    <a:pt x="7723" y="31840"/>
                    <a:pt x="7650" y="27847"/>
                  </a:cubicBezTo>
                  <a:cubicBezTo>
                    <a:pt x="7641" y="27340"/>
                    <a:pt x="7633" y="26939"/>
                    <a:pt x="7637" y="26716"/>
                  </a:cubicBezTo>
                  <a:cubicBezTo>
                    <a:pt x="7682" y="25342"/>
                    <a:pt x="7633" y="25005"/>
                    <a:pt x="6790" y="19281"/>
                  </a:cubicBezTo>
                  <a:lnTo>
                    <a:pt x="6770" y="19155"/>
                  </a:lnTo>
                  <a:cubicBezTo>
                    <a:pt x="6705" y="18705"/>
                    <a:pt x="6648" y="18178"/>
                    <a:pt x="6600" y="17558"/>
                  </a:cubicBezTo>
                  <a:cubicBezTo>
                    <a:pt x="6421" y="15308"/>
                    <a:pt x="6437" y="12576"/>
                    <a:pt x="6458" y="9933"/>
                  </a:cubicBezTo>
                  <a:cubicBezTo>
                    <a:pt x="6466" y="7675"/>
                    <a:pt x="6482" y="5539"/>
                    <a:pt x="6377" y="3844"/>
                  </a:cubicBezTo>
                  <a:cubicBezTo>
                    <a:pt x="6239" y="1696"/>
                    <a:pt x="5939" y="613"/>
                    <a:pt x="5371" y="240"/>
                  </a:cubicBezTo>
                  <a:cubicBezTo>
                    <a:pt x="5133" y="81"/>
                    <a:pt x="4878" y="0"/>
                    <a:pt x="461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" name="Google Shape;5366;p73"/>
            <p:cNvSpPr/>
            <p:nvPr/>
          </p:nvSpPr>
          <p:spPr>
            <a:xfrm>
              <a:off x="2381487" y="3274720"/>
              <a:ext cx="201543" cy="47442"/>
            </a:xfrm>
            <a:custGeom>
              <a:avLst/>
              <a:gdLst/>
              <a:ahLst/>
              <a:cxnLst/>
              <a:rect l="l" t="t" r="r" b="b"/>
              <a:pathLst>
                <a:path w="11623" h="2736" extrusionOk="0">
                  <a:moveTo>
                    <a:pt x="10629" y="0"/>
                  </a:moveTo>
                  <a:cubicBezTo>
                    <a:pt x="8825" y="0"/>
                    <a:pt x="7558" y="532"/>
                    <a:pt x="5094" y="1542"/>
                  </a:cubicBezTo>
                  <a:lnTo>
                    <a:pt x="5094" y="1542"/>
                  </a:lnTo>
                  <a:lnTo>
                    <a:pt x="11623" y="48"/>
                  </a:lnTo>
                  <a:cubicBezTo>
                    <a:pt x="11270" y="16"/>
                    <a:pt x="10941" y="0"/>
                    <a:pt x="10629" y="0"/>
                  </a:cubicBezTo>
                  <a:close/>
                  <a:moveTo>
                    <a:pt x="5094" y="1542"/>
                  </a:moveTo>
                  <a:lnTo>
                    <a:pt x="0" y="2708"/>
                  </a:lnTo>
                  <a:cubicBezTo>
                    <a:pt x="0" y="2708"/>
                    <a:pt x="148" y="2736"/>
                    <a:pt x="446" y="2736"/>
                  </a:cubicBezTo>
                  <a:cubicBezTo>
                    <a:pt x="1109" y="2736"/>
                    <a:pt x="2517" y="2597"/>
                    <a:pt x="4703" y="1702"/>
                  </a:cubicBezTo>
                  <a:cubicBezTo>
                    <a:pt x="4837" y="1648"/>
                    <a:pt x="4967" y="1594"/>
                    <a:pt x="5094" y="1542"/>
                  </a:cubicBezTo>
                  <a:close/>
                </a:path>
              </a:pathLst>
            </a:custGeom>
            <a:solidFill>
              <a:srgbClr val="88CA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" name="Google Shape;5367;p73"/>
            <p:cNvSpPr/>
            <p:nvPr/>
          </p:nvSpPr>
          <p:spPr>
            <a:xfrm>
              <a:off x="2374811" y="3268565"/>
              <a:ext cx="214617" cy="59736"/>
            </a:xfrm>
            <a:custGeom>
              <a:avLst/>
              <a:gdLst/>
              <a:ahLst/>
              <a:cxnLst/>
              <a:rect l="l" t="t" r="r" b="b"/>
              <a:pathLst>
                <a:path w="12377" h="3445" extrusionOk="0">
                  <a:moveTo>
                    <a:pt x="11008" y="1"/>
                  </a:moveTo>
                  <a:cubicBezTo>
                    <a:pt x="9174" y="1"/>
                    <a:pt x="7878" y="532"/>
                    <a:pt x="5469" y="1514"/>
                  </a:cubicBezTo>
                  <a:lnTo>
                    <a:pt x="4958" y="1725"/>
                  </a:lnTo>
                  <a:cubicBezTo>
                    <a:pt x="2788" y="2609"/>
                    <a:pt x="1407" y="2732"/>
                    <a:pt x="804" y="2732"/>
                  </a:cubicBezTo>
                  <a:cubicBezTo>
                    <a:pt x="573" y="2732"/>
                    <a:pt x="457" y="2714"/>
                    <a:pt x="454" y="2714"/>
                  </a:cubicBezTo>
                  <a:cubicBezTo>
                    <a:pt x="432" y="2710"/>
                    <a:pt x="410" y="2708"/>
                    <a:pt x="388" y="2708"/>
                  </a:cubicBezTo>
                  <a:cubicBezTo>
                    <a:pt x="219" y="2708"/>
                    <a:pt x="69" y="2829"/>
                    <a:pt x="37" y="2998"/>
                  </a:cubicBezTo>
                  <a:cubicBezTo>
                    <a:pt x="0" y="3192"/>
                    <a:pt x="126" y="3379"/>
                    <a:pt x="321" y="3415"/>
                  </a:cubicBezTo>
                  <a:cubicBezTo>
                    <a:pt x="456" y="3436"/>
                    <a:pt x="595" y="3445"/>
                    <a:pt x="732" y="3445"/>
                  </a:cubicBezTo>
                  <a:cubicBezTo>
                    <a:pt x="758" y="3445"/>
                    <a:pt x="785" y="3444"/>
                    <a:pt x="811" y="3444"/>
                  </a:cubicBezTo>
                  <a:cubicBezTo>
                    <a:pt x="1512" y="3444"/>
                    <a:pt x="2976" y="3298"/>
                    <a:pt x="5226" y="2382"/>
                  </a:cubicBezTo>
                  <a:lnTo>
                    <a:pt x="5736" y="2175"/>
                  </a:lnTo>
                  <a:cubicBezTo>
                    <a:pt x="8116" y="1202"/>
                    <a:pt x="9311" y="713"/>
                    <a:pt x="11004" y="713"/>
                  </a:cubicBezTo>
                  <a:cubicBezTo>
                    <a:pt x="11307" y="713"/>
                    <a:pt x="11626" y="729"/>
                    <a:pt x="11971" y="760"/>
                  </a:cubicBezTo>
                  <a:cubicBezTo>
                    <a:pt x="11979" y="760"/>
                    <a:pt x="11987" y="761"/>
                    <a:pt x="11995" y="761"/>
                  </a:cubicBezTo>
                  <a:cubicBezTo>
                    <a:pt x="12180" y="761"/>
                    <a:pt x="12341" y="622"/>
                    <a:pt x="12360" y="436"/>
                  </a:cubicBezTo>
                  <a:cubicBezTo>
                    <a:pt x="12377" y="241"/>
                    <a:pt x="12231" y="67"/>
                    <a:pt x="12036" y="51"/>
                  </a:cubicBezTo>
                  <a:cubicBezTo>
                    <a:pt x="11671" y="17"/>
                    <a:pt x="11331" y="1"/>
                    <a:pt x="1100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" name="Google Shape;5368;p73"/>
            <p:cNvSpPr/>
            <p:nvPr/>
          </p:nvSpPr>
          <p:spPr>
            <a:xfrm>
              <a:off x="2551523" y="2936954"/>
              <a:ext cx="209641" cy="155418"/>
            </a:xfrm>
            <a:custGeom>
              <a:avLst/>
              <a:gdLst/>
              <a:ahLst/>
              <a:cxnLst/>
              <a:rect l="l" t="t" r="r" b="b"/>
              <a:pathLst>
                <a:path w="12090" h="8963" extrusionOk="0">
                  <a:moveTo>
                    <a:pt x="11986" y="0"/>
                  </a:moveTo>
                  <a:cubicBezTo>
                    <a:pt x="11931" y="0"/>
                    <a:pt x="11854" y="22"/>
                    <a:pt x="11773" y="65"/>
                  </a:cubicBezTo>
                  <a:cubicBezTo>
                    <a:pt x="10687" y="604"/>
                    <a:pt x="9624" y="1192"/>
                    <a:pt x="8591" y="1832"/>
                  </a:cubicBezTo>
                  <a:cubicBezTo>
                    <a:pt x="7557" y="2477"/>
                    <a:pt x="6548" y="3158"/>
                    <a:pt x="5575" y="3880"/>
                  </a:cubicBezTo>
                  <a:cubicBezTo>
                    <a:pt x="4602" y="4605"/>
                    <a:pt x="3661" y="5375"/>
                    <a:pt x="2749" y="6178"/>
                  </a:cubicBezTo>
                  <a:cubicBezTo>
                    <a:pt x="1837" y="6989"/>
                    <a:pt x="969" y="7836"/>
                    <a:pt x="138" y="8720"/>
                  </a:cubicBezTo>
                  <a:cubicBezTo>
                    <a:pt x="53" y="8805"/>
                    <a:pt x="1" y="8906"/>
                    <a:pt x="37" y="8947"/>
                  </a:cubicBezTo>
                  <a:cubicBezTo>
                    <a:pt x="47" y="8957"/>
                    <a:pt x="61" y="8962"/>
                    <a:pt x="79" y="8962"/>
                  </a:cubicBezTo>
                  <a:cubicBezTo>
                    <a:pt x="128" y="8962"/>
                    <a:pt x="204" y="8922"/>
                    <a:pt x="276" y="8854"/>
                  </a:cubicBezTo>
                  <a:cubicBezTo>
                    <a:pt x="1140" y="8010"/>
                    <a:pt x="2044" y="7200"/>
                    <a:pt x="2956" y="6413"/>
                  </a:cubicBezTo>
                  <a:cubicBezTo>
                    <a:pt x="3868" y="5631"/>
                    <a:pt x="4808" y="4873"/>
                    <a:pt x="5781" y="4163"/>
                  </a:cubicBezTo>
                  <a:cubicBezTo>
                    <a:pt x="6758" y="3446"/>
                    <a:pt x="7756" y="2761"/>
                    <a:pt x="8769" y="2112"/>
                  </a:cubicBezTo>
                  <a:cubicBezTo>
                    <a:pt x="9783" y="1463"/>
                    <a:pt x="10816" y="847"/>
                    <a:pt x="11878" y="264"/>
                  </a:cubicBezTo>
                  <a:cubicBezTo>
                    <a:pt x="12004" y="191"/>
                    <a:pt x="12089" y="101"/>
                    <a:pt x="12069" y="41"/>
                  </a:cubicBezTo>
                  <a:cubicBezTo>
                    <a:pt x="12060" y="14"/>
                    <a:pt x="12030" y="0"/>
                    <a:pt x="1198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" name="Google Shape;5369;p73"/>
            <p:cNvSpPr/>
            <p:nvPr/>
          </p:nvSpPr>
          <p:spPr>
            <a:xfrm>
              <a:off x="2630749" y="3184292"/>
              <a:ext cx="65458" cy="66291"/>
            </a:xfrm>
            <a:custGeom>
              <a:avLst/>
              <a:gdLst/>
              <a:ahLst/>
              <a:cxnLst/>
              <a:rect l="l" t="t" r="r" b="b"/>
              <a:pathLst>
                <a:path w="3775" h="3823" extrusionOk="0">
                  <a:moveTo>
                    <a:pt x="3655" y="0"/>
                  </a:moveTo>
                  <a:cubicBezTo>
                    <a:pt x="3641" y="0"/>
                    <a:pt x="3626" y="3"/>
                    <a:pt x="3612" y="10"/>
                  </a:cubicBezTo>
                  <a:cubicBezTo>
                    <a:pt x="3215" y="200"/>
                    <a:pt x="2842" y="427"/>
                    <a:pt x="2489" y="687"/>
                  </a:cubicBezTo>
                  <a:cubicBezTo>
                    <a:pt x="2141" y="950"/>
                    <a:pt x="1808" y="1234"/>
                    <a:pt x="1504" y="1546"/>
                  </a:cubicBezTo>
                  <a:cubicBezTo>
                    <a:pt x="1200" y="1862"/>
                    <a:pt x="921" y="2203"/>
                    <a:pt x="665" y="2559"/>
                  </a:cubicBezTo>
                  <a:cubicBezTo>
                    <a:pt x="418" y="2916"/>
                    <a:pt x="199" y="3297"/>
                    <a:pt x="17" y="3694"/>
                  </a:cubicBezTo>
                  <a:cubicBezTo>
                    <a:pt x="0" y="3735"/>
                    <a:pt x="21" y="3784"/>
                    <a:pt x="57" y="3804"/>
                  </a:cubicBezTo>
                  <a:cubicBezTo>
                    <a:pt x="74" y="3817"/>
                    <a:pt x="94" y="3822"/>
                    <a:pt x="113" y="3822"/>
                  </a:cubicBezTo>
                  <a:cubicBezTo>
                    <a:pt x="142" y="3822"/>
                    <a:pt x="171" y="3808"/>
                    <a:pt x="191" y="3784"/>
                  </a:cubicBezTo>
                  <a:cubicBezTo>
                    <a:pt x="414" y="3423"/>
                    <a:pt x="657" y="3074"/>
                    <a:pt x="921" y="2742"/>
                  </a:cubicBezTo>
                  <a:cubicBezTo>
                    <a:pt x="1176" y="2409"/>
                    <a:pt x="1456" y="2089"/>
                    <a:pt x="1756" y="1793"/>
                  </a:cubicBezTo>
                  <a:cubicBezTo>
                    <a:pt x="2047" y="1489"/>
                    <a:pt x="2364" y="1209"/>
                    <a:pt x="2692" y="946"/>
                  </a:cubicBezTo>
                  <a:cubicBezTo>
                    <a:pt x="3024" y="682"/>
                    <a:pt x="3365" y="435"/>
                    <a:pt x="3722" y="208"/>
                  </a:cubicBezTo>
                  <a:cubicBezTo>
                    <a:pt x="3762" y="172"/>
                    <a:pt x="3774" y="115"/>
                    <a:pt x="3754" y="66"/>
                  </a:cubicBezTo>
                  <a:cubicBezTo>
                    <a:pt x="3736" y="24"/>
                    <a:pt x="3696" y="0"/>
                    <a:pt x="365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" name="Google Shape;5370;p73"/>
            <p:cNvSpPr/>
            <p:nvPr/>
          </p:nvSpPr>
          <p:spPr>
            <a:xfrm>
              <a:off x="2570510" y="3626306"/>
              <a:ext cx="25247" cy="226668"/>
            </a:xfrm>
            <a:custGeom>
              <a:avLst/>
              <a:gdLst/>
              <a:ahLst/>
              <a:cxnLst/>
              <a:rect l="l" t="t" r="r" b="b"/>
              <a:pathLst>
                <a:path w="1456" h="13072" extrusionOk="0">
                  <a:moveTo>
                    <a:pt x="70" y="0"/>
                  </a:moveTo>
                  <a:cubicBezTo>
                    <a:pt x="67" y="0"/>
                    <a:pt x="64" y="0"/>
                    <a:pt x="61" y="1"/>
                  </a:cubicBezTo>
                  <a:cubicBezTo>
                    <a:pt x="12" y="13"/>
                    <a:pt x="0" y="118"/>
                    <a:pt x="41" y="232"/>
                  </a:cubicBezTo>
                  <a:cubicBezTo>
                    <a:pt x="389" y="1229"/>
                    <a:pt x="649" y="2255"/>
                    <a:pt x="807" y="3301"/>
                  </a:cubicBezTo>
                  <a:cubicBezTo>
                    <a:pt x="973" y="4346"/>
                    <a:pt x="1062" y="5400"/>
                    <a:pt x="1074" y="6458"/>
                  </a:cubicBezTo>
                  <a:cubicBezTo>
                    <a:pt x="1107" y="7512"/>
                    <a:pt x="1078" y="8575"/>
                    <a:pt x="1018" y="9637"/>
                  </a:cubicBezTo>
                  <a:cubicBezTo>
                    <a:pt x="957" y="10695"/>
                    <a:pt x="884" y="11753"/>
                    <a:pt x="807" y="12819"/>
                  </a:cubicBezTo>
                  <a:cubicBezTo>
                    <a:pt x="803" y="12945"/>
                    <a:pt x="831" y="13062"/>
                    <a:pt x="892" y="13070"/>
                  </a:cubicBezTo>
                  <a:cubicBezTo>
                    <a:pt x="895" y="13071"/>
                    <a:pt x="899" y="13071"/>
                    <a:pt x="902" y="13071"/>
                  </a:cubicBezTo>
                  <a:cubicBezTo>
                    <a:pt x="960" y="13071"/>
                    <a:pt x="1019" y="12973"/>
                    <a:pt x="1034" y="12839"/>
                  </a:cubicBezTo>
                  <a:cubicBezTo>
                    <a:pt x="1160" y="11777"/>
                    <a:pt x="1281" y="10723"/>
                    <a:pt x="1350" y="9657"/>
                  </a:cubicBezTo>
                  <a:cubicBezTo>
                    <a:pt x="1415" y="8587"/>
                    <a:pt x="1455" y="7517"/>
                    <a:pt x="1431" y="6446"/>
                  </a:cubicBezTo>
                  <a:cubicBezTo>
                    <a:pt x="1403" y="5372"/>
                    <a:pt x="1297" y="4302"/>
                    <a:pt x="1115" y="3244"/>
                  </a:cubicBezTo>
                  <a:cubicBezTo>
                    <a:pt x="928" y="2186"/>
                    <a:pt x="629" y="1152"/>
                    <a:pt x="219" y="159"/>
                  </a:cubicBezTo>
                  <a:cubicBezTo>
                    <a:pt x="181" y="63"/>
                    <a:pt x="121" y="0"/>
                    <a:pt x="70" y="0"/>
                  </a:cubicBezTo>
                  <a:close/>
                </a:path>
              </a:pathLst>
            </a:custGeom>
            <a:solidFill>
              <a:srgbClr val="4F1E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" name="Google Shape;5371;p73"/>
            <p:cNvSpPr/>
            <p:nvPr/>
          </p:nvSpPr>
          <p:spPr>
            <a:xfrm>
              <a:off x="2563262" y="3699273"/>
              <a:ext cx="6971" cy="128593"/>
            </a:xfrm>
            <a:custGeom>
              <a:avLst/>
              <a:gdLst/>
              <a:ahLst/>
              <a:cxnLst/>
              <a:rect l="l" t="t" r="r" b="b"/>
              <a:pathLst>
                <a:path w="402" h="7416" extrusionOk="0">
                  <a:moveTo>
                    <a:pt x="286" y="0"/>
                  </a:moveTo>
                  <a:cubicBezTo>
                    <a:pt x="236" y="0"/>
                    <a:pt x="195" y="48"/>
                    <a:pt x="191" y="110"/>
                  </a:cubicBezTo>
                  <a:cubicBezTo>
                    <a:pt x="151" y="710"/>
                    <a:pt x="114" y="1306"/>
                    <a:pt x="90" y="1902"/>
                  </a:cubicBezTo>
                  <a:lnTo>
                    <a:pt x="29" y="3690"/>
                  </a:lnTo>
                  <a:lnTo>
                    <a:pt x="5" y="5477"/>
                  </a:lnTo>
                  <a:cubicBezTo>
                    <a:pt x="1" y="6077"/>
                    <a:pt x="5" y="6673"/>
                    <a:pt x="17" y="7273"/>
                  </a:cubicBezTo>
                  <a:cubicBezTo>
                    <a:pt x="1" y="7342"/>
                    <a:pt x="53" y="7411"/>
                    <a:pt x="130" y="7415"/>
                  </a:cubicBezTo>
                  <a:cubicBezTo>
                    <a:pt x="203" y="7415"/>
                    <a:pt x="260" y="7350"/>
                    <a:pt x="248" y="7277"/>
                  </a:cubicBezTo>
                  <a:cubicBezTo>
                    <a:pt x="280" y="6677"/>
                    <a:pt x="313" y="6081"/>
                    <a:pt x="333" y="5489"/>
                  </a:cubicBezTo>
                  <a:lnTo>
                    <a:pt x="382" y="3698"/>
                  </a:lnTo>
                  <a:lnTo>
                    <a:pt x="402" y="1910"/>
                  </a:lnTo>
                  <a:cubicBezTo>
                    <a:pt x="402" y="1314"/>
                    <a:pt x="398" y="714"/>
                    <a:pt x="382" y="118"/>
                  </a:cubicBezTo>
                  <a:cubicBezTo>
                    <a:pt x="386" y="61"/>
                    <a:pt x="345" y="13"/>
                    <a:pt x="292" y="1"/>
                  </a:cubicBezTo>
                  <a:cubicBezTo>
                    <a:pt x="290" y="0"/>
                    <a:pt x="288" y="0"/>
                    <a:pt x="286" y="0"/>
                  </a:cubicBezTo>
                  <a:close/>
                </a:path>
              </a:pathLst>
            </a:custGeom>
            <a:solidFill>
              <a:srgbClr val="4F1E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" name="Google Shape;5372;p73"/>
            <p:cNvSpPr/>
            <p:nvPr/>
          </p:nvSpPr>
          <p:spPr>
            <a:xfrm>
              <a:off x="2297769" y="3851639"/>
              <a:ext cx="229460" cy="57482"/>
            </a:xfrm>
            <a:custGeom>
              <a:avLst/>
              <a:gdLst/>
              <a:ahLst/>
              <a:cxnLst/>
              <a:rect l="l" t="t" r="r" b="b"/>
              <a:pathLst>
                <a:path w="13233" h="3315" extrusionOk="0">
                  <a:moveTo>
                    <a:pt x="93" y="0"/>
                  </a:moveTo>
                  <a:cubicBezTo>
                    <a:pt x="69" y="0"/>
                    <a:pt x="49" y="7"/>
                    <a:pt x="37" y="23"/>
                  </a:cubicBezTo>
                  <a:cubicBezTo>
                    <a:pt x="0" y="71"/>
                    <a:pt x="61" y="156"/>
                    <a:pt x="167" y="221"/>
                  </a:cubicBezTo>
                  <a:cubicBezTo>
                    <a:pt x="1107" y="829"/>
                    <a:pt x="2100" y="1352"/>
                    <a:pt x="3134" y="1782"/>
                  </a:cubicBezTo>
                  <a:cubicBezTo>
                    <a:pt x="4164" y="2212"/>
                    <a:pt x="5230" y="2552"/>
                    <a:pt x="6320" y="2808"/>
                  </a:cubicBezTo>
                  <a:cubicBezTo>
                    <a:pt x="7415" y="3055"/>
                    <a:pt x="8526" y="3213"/>
                    <a:pt x="9644" y="3282"/>
                  </a:cubicBezTo>
                  <a:cubicBezTo>
                    <a:pt x="10013" y="3303"/>
                    <a:pt x="10383" y="3314"/>
                    <a:pt x="10752" y="3314"/>
                  </a:cubicBezTo>
                  <a:cubicBezTo>
                    <a:pt x="11499" y="3314"/>
                    <a:pt x="12246" y="3270"/>
                    <a:pt x="12989" y="3180"/>
                  </a:cubicBezTo>
                  <a:cubicBezTo>
                    <a:pt x="13127" y="3168"/>
                    <a:pt x="13232" y="3112"/>
                    <a:pt x="13232" y="3051"/>
                  </a:cubicBezTo>
                  <a:cubicBezTo>
                    <a:pt x="13232" y="2996"/>
                    <a:pt x="13138" y="2952"/>
                    <a:pt x="13013" y="2952"/>
                  </a:cubicBezTo>
                  <a:cubicBezTo>
                    <a:pt x="12999" y="2952"/>
                    <a:pt x="12984" y="2952"/>
                    <a:pt x="12969" y="2953"/>
                  </a:cubicBezTo>
                  <a:cubicBezTo>
                    <a:pt x="12417" y="2994"/>
                    <a:pt x="11866" y="3014"/>
                    <a:pt x="11315" y="3014"/>
                  </a:cubicBezTo>
                  <a:cubicBezTo>
                    <a:pt x="10764" y="3014"/>
                    <a:pt x="10214" y="2994"/>
                    <a:pt x="9665" y="2953"/>
                  </a:cubicBezTo>
                  <a:cubicBezTo>
                    <a:pt x="8566" y="2876"/>
                    <a:pt x="7472" y="2710"/>
                    <a:pt x="6401" y="2463"/>
                  </a:cubicBezTo>
                  <a:cubicBezTo>
                    <a:pt x="5323" y="2224"/>
                    <a:pt x="4269" y="1899"/>
                    <a:pt x="3247" y="1490"/>
                  </a:cubicBezTo>
                  <a:cubicBezTo>
                    <a:pt x="2222" y="1089"/>
                    <a:pt x="1225" y="610"/>
                    <a:pt x="268" y="59"/>
                  </a:cubicBezTo>
                  <a:cubicBezTo>
                    <a:pt x="202" y="25"/>
                    <a:pt x="139" y="0"/>
                    <a:pt x="9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" name="Google Shape;5373;p73"/>
            <p:cNvSpPr/>
            <p:nvPr/>
          </p:nvSpPr>
          <p:spPr>
            <a:xfrm>
              <a:off x="2393295" y="3846611"/>
              <a:ext cx="116074" cy="17236"/>
            </a:xfrm>
            <a:custGeom>
              <a:avLst/>
              <a:gdLst/>
              <a:ahLst/>
              <a:cxnLst/>
              <a:rect l="l" t="t" r="r" b="b"/>
              <a:pathLst>
                <a:path w="6694" h="994" extrusionOk="0">
                  <a:moveTo>
                    <a:pt x="122" y="1"/>
                  </a:moveTo>
                  <a:cubicBezTo>
                    <a:pt x="82" y="1"/>
                    <a:pt x="44" y="21"/>
                    <a:pt x="21" y="57"/>
                  </a:cubicBezTo>
                  <a:cubicBezTo>
                    <a:pt x="0" y="114"/>
                    <a:pt x="33" y="175"/>
                    <a:pt x="90" y="187"/>
                  </a:cubicBezTo>
                  <a:cubicBezTo>
                    <a:pt x="600" y="398"/>
                    <a:pt x="1123" y="568"/>
                    <a:pt x="1663" y="690"/>
                  </a:cubicBezTo>
                  <a:cubicBezTo>
                    <a:pt x="2198" y="811"/>
                    <a:pt x="2745" y="900"/>
                    <a:pt x="3292" y="953"/>
                  </a:cubicBezTo>
                  <a:cubicBezTo>
                    <a:pt x="3629" y="980"/>
                    <a:pt x="3968" y="994"/>
                    <a:pt x="4306" y="994"/>
                  </a:cubicBezTo>
                  <a:cubicBezTo>
                    <a:pt x="4521" y="994"/>
                    <a:pt x="4736" y="988"/>
                    <a:pt x="4950" y="977"/>
                  </a:cubicBezTo>
                  <a:cubicBezTo>
                    <a:pt x="5502" y="945"/>
                    <a:pt x="6049" y="868"/>
                    <a:pt x="6588" y="750"/>
                  </a:cubicBezTo>
                  <a:cubicBezTo>
                    <a:pt x="6649" y="742"/>
                    <a:pt x="6693" y="685"/>
                    <a:pt x="6693" y="625"/>
                  </a:cubicBezTo>
                  <a:cubicBezTo>
                    <a:pt x="6683" y="567"/>
                    <a:pt x="6630" y="525"/>
                    <a:pt x="6573" y="525"/>
                  </a:cubicBezTo>
                  <a:cubicBezTo>
                    <a:pt x="6566" y="525"/>
                    <a:pt x="6559" y="526"/>
                    <a:pt x="6551" y="527"/>
                  </a:cubicBezTo>
                  <a:cubicBezTo>
                    <a:pt x="6016" y="592"/>
                    <a:pt x="5477" y="633"/>
                    <a:pt x="4934" y="649"/>
                  </a:cubicBezTo>
                  <a:cubicBezTo>
                    <a:pt x="4798" y="653"/>
                    <a:pt x="4662" y="655"/>
                    <a:pt x="4526" y="655"/>
                  </a:cubicBezTo>
                  <a:cubicBezTo>
                    <a:pt x="4125" y="655"/>
                    <a:pt x="3724" y="638"/>
                    <a:pt x="3325" y="604"/>
                  </a:cubicBezTo>
                  <a:cubicBezTo>
                    <a:pt x="2790" y="564"/>
                    <a:pt x="2254" y="491"/>
                    <a:pt x="1727" y="386"/>
                  </a:cubicBezTo>
                  <a:cubicBezTo>
                    <a:pt x="1196" y="284"/>
                    <a:pt x="673" y="159"/>
                    <a:pt x="150" y="4"/>
                  </a:cubicBezTo>
                  <a:cubicBezTo>
                    <a:pt x="141" y="2"/>
                    <a:pt x="132" y="1"/>
                    <a:pt x="12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" name="Google Shape;5374;p73"/>
            <p:cNvSpPr/>
            <p:nvPr/>
          </p:nvSpPr>
          <p:spPr>
            <a:xfrm>
              <a:off x="2431044" y="3808619"/>
              <a:ext cx="51465" cy="11652"/>
            </a:xfrm>
            <a:custGeom>
              <a:avLst/>
              <a:gdLst/>
              <a:ahLst/>
              <a:cxnLst/>
              <a:rect l="l" t="t" r="r" b="b"/>
              <a:pathLst>
                <a:path w="2968" h="672" extrusionOk="0">
                  <a:moveTo>
                    <a:pt x="119" y="1"/>
                  </a:moveTo>
                  <a:cubicBezTo>
                    <a:pt x="93" y="1"/>
                    <a:pt x="65" y="24"/>
                    <a:pt x="37" y="59"/>
                  </a:cubicBezTo>
                  <a:cubicBezTo>
                    <a:pt x="8" y="100"/>
                    <a:pt x="0" y="148"/>
                    <a:pt x="21" y="164"/>
                  </a:cubicBezTo>
                  <a:cubicBezTo>
                    <a:pt x="223" y="327"/>
                    <a:pt x="454" y="452"/>
                    <a:pt x="702" y="533"/>
                  </a:cubicBezTo>
                  <a:cubicBezTo>
                    <a:pt x="949" y="614"/>
                    <a:pt x="1208" y="663"/>
                    <a:pt x="1472" y="671"/>
                  </a:cubicBezTo>
                  <a:cubicBezTo>
                    <a:pt x="1731" y="671"/>
                    <a:pt x="1995" y="635"/>
                    <a:pt x="2246" y="566"/>
                  </a:cubicBezTo>
                  <a:cubicBezTo>
                    <a:pt x="2498" y="493"/>
                    <a:pt x="2733" y="375"/>
                    <a:pt x="2939" y="221"/>
                  </a:cubicBezTo>
                  <a:cubicBezTo>
                    <a:pt x="2968" y="205"/>
                    <a:pt x="2968" y="160"/>
                    <a:pt x="2935" y="104"/>
                  </a:cubicBezTo>
                  <a:cubicBezTo>
                    <a:pt x="2912" y="56"/>
                    <a:pt x="2871" y="23"/>
                    <a:pt x="2841" y="23"/>
                  </a:cubicBezTo>
                  <a:cubicBezTo>
                    <a:pt x="2836" y="23"/>
                    <a:pt x="2830" y="24"/>
                    <a:pt x="2826" y="27"/>
                  </a:cubicBezTo>
                  <a:cubicBezTo>
                    <a:pt x="2611" y="124"/>
                    <a:pt x="2392" y="197"/>
                    <a:pt x="2165" y="246"/>
                  </a:cubicBezTo>
                  <a:cubicBezTo>
                    <a:pt x="1945" y="293"/>
                    <a:pt x="1721" y="316"/>
                    <a:pt x="1497" y="316"/>
                  </a:cubicBezTo>
                  <a:cubicBezTo>
                    <a:pt x="1259" y="316"/>
                    <a:pt x="1021" y="290"/>
                    <a:pt x="787" y="237"/>
                  </a:cubicBezTo>
                  <a:cubicBezTo>
                    <a:pt x="560" y="185"/>
                    <a:pt x="337" y="108"/>
                    <a:pt x="130" y="2"/>
                  </a:cubicBezTo>
                  <a:cubicBezTo>
                    <a:pt x="126" y="1"/>
                    <a:pt x="123" y="1"/>
                    <a:pt x="11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" name="Google Shape;5375;p73"/>
            <p:cNvSpPr/>
            <p:nvPr/>
          </p:nvSpPr>
          <p:spPr>
            <a:xfrm>
              <a:off x="2126328" y="3603504"/>
              <a:ext cx="53078" cy="137402"/>
            </a:xfrm>
            <a:custGeom>
              <a:avLst/>
              <a:gdLst/>
              <a:ahLst/>
              <a:cxnLst/>
              <a:rect l="l" t="t" r="r" b="b"/>
              <a:pathLst>
                <a:path w="3061" h="7924" extrusionOk="0">
                  <a:moveTo>
                    <a:pt x="300" y="0"/>
                  </a:moveTo>
                  <a:cubicBezTo>
                    <a:pt x="254" y="0"/>
                    <a:pt x="213" y="47"/>
                    <a:pt x="195" y="120"/>
                  </a:cubicBezTo>
                  <a:cubicBezTo>
                    <a:pt x="49" y="821"/>
                    <a:pt x="0" y="1535"/>
                    <a:pt x="53" y="2248"/>
                  </a:cubicBezTo>
                  <a:cubicBezTo>
                    <a:pt x="101" y="2962"/>
                    <a:pt x="243" y="3667"/>
                    <a:pt x="470" y="4348"/>
                  </a:cubicBezTo>
                  <a:cubicBezTo>
                    <a:pt x="709" y="5021"/>
                    <a:pt x="1026" y="5666"/>
                    <a:pt x="1415" y="6270"/>
                  </a:cubicBezTo>
                  <a:cubicBezTo>
                    <a:pt x="1808" y="6865"/>
                    <a:pt x="2286" y="7405"/>
                    <a:pt x="2830" y="7871"/>
                  </a:cubicBezTo>
                  <a:cubicBezTo>
                    <a:pt x="2870" y="7903"/>
                    <a:pt x="2915" y="7924"/>
                    <a:pt x="2954" y="7924"/>
                  </a:cubicBezTo>
                  <a:cubicBezTo>
                    <a:pt x="2978" y="7924"/>
                    <a:pt x="2999" y="7916"/>
                    <a:pt x="3016" y="7899"/>
                  </a:cubicBezTo>
                  <a:cubicBezTo>
                    <a:pt x="3061" y="7855"/>
                    <a:pt x="3049" y="7769"/>
                    <a:pt x="2980" y="7701"/>
                  </a:cubicBezTo>
                  <a:cubicBezTo>
                    <a:pt x="2489" y="7214"/>
                    <a:pt x="2059" y="6675"/>
                    <a:pt x="1695" y="6091"/>
                  </a:cubicBezTo>
                  <a:cubicBezTo>
                    <a:pt x="1326" y="5507"/>
                    <a:pt x="1026" y="4883"/>
                    <a:pt x="807" y="4230"/>
                  </a:cubicBezTo>
                  <a:cubicBezTo>
                    <a:pt x="576" y="3582"/>
                    <a:pt x="426" y="2905"/>
                    <a:pt x="361" y="2220"/>
                  </a:cubicBezTo>
                  <a:cubicBezTo>
                    <a:pt x="288" y="1535"/>
                    <a:pt x="296" y="841"/>
                    <a:pt x="385" y="156"/>
                  </a:cubicBezTo>
                  <a:cubicBezTo>
                    <a:pt x="401" y="96"/>
                    <a:pt x="373" y="31"/>
                    <a:pt x="316" y="2"/>
                  </a:cubicBezTo>
                  <a:cubicBezTo>
                    <a:pt x="311" y="1"/>
                    <a:pt x="305" y="0"/>
                    <a:pt x="3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" name="Google Shape;5376;p73"/>
            <p:cNvSpPr/>
            <p:nvPr/>
          </p:nvSpPr>
          <p:spPr>
            <a:xfrm>
              <a:off x="2388509" y="3327278"/>
              <a:ext cx="109745" cy="20999"/>
            </a:xfrm>
            <a:custGeom>
              <a:avLst/>
              <a:gdLst/>
              <a:ahLst/>
              <a:cxnLst/>
              <a:rect l="l" t="t" r="r" b="b"/>
              <a:pathLst>
                <a:path w="6329" h="1211" extrusionOk="0">
                  <a:moveTo>
                    <a:pt x="6199" y="0"/>
                  </a:moveTo>
                  <a:cubicBezTo>
                    <a:pt x="6180" y="0"/>
                    <a:pt x="6161" y="4"/>
                    <a:pt x="6142" y="13"/>
                  </a:cubicBezTo>
                  <a:cubicBezTo>
                    <a:pt x="5676" y="216"/>
                    <a:pt x="5194" y="386"/>
                    <a:pt x="4699" y="520"/>
                  </a:cubicBezTo>
                  <a:cubicBezTo>
                    <a:pt x="4209" y="662"/>
                    <a:pt x="3702" y="759"/>
                    <a:pt x="3195" y="816"/>
                  </a:cubicBezTo>
                  <a:cubicBezTo>
                    <a:pt x="2838" y="861"/>
                    <a:pt x="2477" y="885"/>
                    <a:pt x="2116" y="885"/>
                  </a:cubicBezTo>
                  <a:cubicBezTo>
                    <a:pt x="1965" y="885"/>
                    <a:pt x="1814" y="881"/>
                    <a:pt x="1663" y="872"/>
                  </a:cubicBezTo>
                  <a:cubicBezTo>
                    <a:pt x="1152" y="860"/>
                    <a:pt x="637" y="804"/>
                    <a:pt x="135" y="714"/>
                  </a:cubicBezTo>
                  <a:cubicBezTo>
                    <a:pt x="128" y="713"/>
                    <a:pt x="121" y="713"/>
                    <a:pt x="115" y="713"/>
                  </a:cubicBezTo>
                  <a:cubicBezTo>
                    <a:pt x="70" y="713"/>
                    <a:pt x="31" y="737"/>
                    <a:pt x="13" y="779"/>
                  </a:cubicBezTo>
                  <a:cubicBezTo>
                    <a:pt x="1" y="832"/>
                    <a:pt x="33" y="889"/>
                    <a:pt x="90" y="901"/>
                  </a:cubicBezTo>
                  <a:cubicBezTo>
                    <a:pt x="593" y="1051"/>
                    <a:pt x="1116" y="1148"/>
                    <a:pt x="1643" y="1189"/>
                  </a:cubicBezTo>
                  <a:cubicBezTo>
                    <a:pt x="1860" y="1204"/>
                    <a:pt x="2077" y="1211"/>
                    <a:pt x="2294" y="1211"/>
                  </a:cubicBezTo>
                  <a:cubicBezTo>
                    <a:pt x="2608" y="1211"/>
                    <a:pt x="2922" y="1195"/>
                    <a:pt x="3236" y="1164"/>
                  </a:cubicBezTo>
                  <a:cubicBezTo>
                    <a:pt x="3763" y="1099"/>
                    <a:pt x="4282" y="994"/>
                    <a:pt x="4792" y="840"/>
                  </a:cubicBezTo>
                  <a:cubicBezTo>
                    <a:pt x="5295" y="682"/>
                    <a:pt x="5782" y="475"/>
                    <a:pt x="6244" y="216"/>
                  </a:cubicBezTo>
                  <a:cubicBezTo>
                    <a:pt x="6305" y="191"/>
                    <a:pt x="6329" y="122"/>
                    <a:pt x="6305" y="62"/>
                  </a:cubicBezTo>
                  <a:cubicBezTo>
                    <a:pt x="6285" y="22"/>
                    <a:pt x="6243" y="0"/>
                    <a:pt x="619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5377;p73"/>
            <p:cNvSpPr/>
            <p:nvPr/>
          </p:nvSpPr>
          <p:spPr>
            <a:xfrm>
              <a:off x="2426258" y="3367489"/>
              <a:ext cx="38044" cy="7508"/>
            </a:xfrm>
            <a:custGeom>
              <a:avLst/>
              <a:gdLst/>
              <a:ahLst/>
              <a:cxnLst/>
              <a:rect l="l" t="t" r="r" b="b"/>
              <a:pathLst>
                <a:path w="2194" h="433" extrusionOk="0">
                  <a:moveTo>
                    <a:pt x="2121" y="1"/>
                  </a:moveTo>
                  <a:lnTo>
                    <a:pt x="1602" y="29"/>
                  </a:lnTo>
                  <a:cubicBezTo>
                    <a:pt x="1428" y="49"/>
                    <a:pt x="1257" y="61"/>
                    <a:pt x="1083" y="70"/>
                  </a:cubicBezTo>
                  <a:lnTo>
                    <a:pt x="568" y="110"/>
                  </a:lnTo>
                  <a:lnTo>
                    <a:pt x="45" y="159"/>
                  </a:lnTo>
                  <a:cubicBezTo>
                    <a:pt x="25" y="159"/>
                    <a:pt x="9" y="187"/>
                    <a:pt x="5" y="244"/>
                  </a:cubicBezTo>
                  <a:cubicBezTo>
                    <a:pt x="1" y="297"/>
                    <a:pt x="13" y="345"/>
                    <a:pt x="33" y="349"/>
                  </a:cubicBezTo>
                  <a:cubicBezTo>
                    <a:pt x="212" y="386"/>
                    <a:pt x="386" y="410"/>
                    <a:pt x="568" y="418"/>
                  </a:cubicBezTo>
                  <a:cubicBezTo>
                    <a:pt x="687" y="426"/>
                    <a:pt x="806" y="432"/>
                    <a:pt x="922" y="432"/>
                  </a:cubicBezTo>
                  <a:cubicBezTo>
                    <a:pt x="985" y="432"/>
                    <a:pt x="1047" y="431"/>
                    <a:pt x="1107" y="426"/>
                  </a:cubicBezTo>
                  <a:cubicBezTo>
                    <a:pt x="1286" y="410"/>
                    <a:pt x="1464" y="386"/>
                    <a:pt x="1643" y="357"/>
                  </a:cubicBezTo>
                  <a:cubicBezTo>
                    <a:pt x="1821" y="329"/>
                    <a:pt x="1995" y="284"/>
                    <a:pt x="2170" y="224"/>
                  </a:cubicBezTo>
                  <a:cubicBezTo>
                    <a:pt x="2190" y="215"/>
                    <a:pt x="2194" y="171"/>
                    <a:pt x="2182" y="110"/>
                  </a:cubicBezTo>
                  <a:cubicBezTo>
                    <a:pt x="2174" y="49"/>
                    <a:pt x="2149" y="1"/>
                    <a:pt x="212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" name="Google Shape;5378;p73"/>
            <p:cNvSpPr/>
            <p:nvPr/>
          </p:nvSpPr>
          <p:spPr>
            <a:xfrm>
              <a:off x="2723258" y="2771271"/>
              <a:ext cx="219039" cy="840522"/>
            </a:xfrm>
            <a:custGeom>
              <a:avLst/>
              <a:gdLst/>
              <a:ahLst/>
              <a:cxnLst/>
              <a:rect l="l" t="t" r="r" b="b"/>
              <a:pathLst>
                <a:path w="12632" h="48473" extrusionOk="0">
                  <a:moveTo>
                    <a:pt x="12632" y="0"/>
                  </a:moveTo>
                  <a:cubicBezTo>
                    <a:pt x="10114" y="264"/>
                    <a:pt x="8160" y="1095"/>
                    <a:pt x="6628" y="2514"/>
                  </a:cubicBezTo>
                  <a:cubicBezTo>
                    <a:pt x="3973" y="4938"/>
                    <a:pt x="2566" y="9081"/>
                    <a:pt x="1662" y="14926"/>
                  </a:cubicBezTo>
                  <a:cubicBezTo>
                    <a:pt x="1123" y="18372"/>
                    <a:pt x="689" y="21745"/>
                    <a:pt x="430" y="25049"/>
                  </a:cubicBezTo>
                  <a:cubicBezTo>
                    <a:pt x="0" y="30566"/>
                    <a:pt x="49" y="35872"/>
                    <a:pt x="924" y="40899"/>
                  </a:cubicBezTo>
                  <a:cubicBezTo>
                    <a:pt x="2187" y="48103"/>
                    <a:pt x="5360" y="48472"/>
                    <a:pt x="5997" y="48472"/>
                  </a:cubicBezTo>
                  <a:cubicBezTo>
                    <a:pt x="6070" y="48472"/>
                    <a:pt x="6109" y="48468"/>
                    <a:pt x="6109" y="48468"/>
                  </a:cubicBezTo>
                  <a:cubicBezTo>
                    <a:pt x="6004" y="46234"/>
                    <a:pt x="6454" y="25381"/>
                    <a:pt x="7848" y="16374"/>
                  </a:cubicBezTo>
                  <a:cubicBezTo>
                    <a:pt x="9243" y="7370"/>
                    <a:pt x="12632" y="4"/>
                    <a:pt x="12632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" name="Google Shape;5379;p73"/>
            <p:cNvSpPr/>
            <p:nvPr/>
          </p:nvSpPr>
          <p:spPr>
            <a:xfrm>
              <a:off x="2716287" y="2765115"/>
              <a:ext cx="232547" cy="852781"/>
            </a:xfrm>
            <a:custGeom>
              <a:avLst/>
              <a:gdLst/>
              <a:ahLst/>
              <a:cxnLst/>
              <a:rect l="l" t="t" r="r" b="b"/>
              <a:pathLst>
                <a:path w="13411" h="49180" extrusionOk="0">
                  <a:moveTo>
                    <a:pt x="12454" y="789"/>
                  </a:moveTo>
                  <a:lnTo>
                    <a:pt x="12454" y="789"/>
                  </a:lnTo>
                  <a:cubicBezTo>
                    <a:pt x="11639" y="2702"/>
                    <a:pt x="9061" y="9160"/>
                    <a:pt x="7902" y="16680"/>
                  </a:cubicBezTo>
                  <a:cubicBezTo>
                    <a:pt x="6584" y="25160"/>
                    <a:pt x="6086" y="44748"/>
                    <a:pt x="6146" y="48450"/>
                  </a:cubicBezTo>
                  <a:cubicBezTo>
                    <a:pt x="5814" y="48405"/>
                    <a:pt x="5250" y="48247"/>
                    <a:pt x="4618" y="47728"/>
                  </a:cubicBezTo>
                  <a:cubicBezTo>
                    <a:pt x="3657" y="46946"/>
                    <a:pt x="2376" y="45178"/>
                    <a:pt x="1683" y="41193"/>
                  </a:cubicBezTo>
                  <a:cubicBezTo>
                    <a:pt x="876" y="36592"/>
                    <a:pt x="714" y="31436"/>
                    <a:pt x="1185" y="25432"/>
                  </a:cubicBezTo>
                  <a:cubicBezTo>
                    <a:pt x="1424" y="22412"/>
                    <a:pt x="1825" y="19108"/>
                    <a:pt x="2413" y="15330"/>
                  </a:cubicBezTo>
                  <a:cubicBezTo>
                    <a:pt x="3386" y="9075"/>
                    <a:pt x="4882" y="5309"/>
                    <a:pt x="7273" y="3128"/>
                  </a:cubicBezTo>
                  <a:cubicBezTo>
                    <a:pt x="8635" y="1871"/>
                    <a:pt x="10338" y="1101"/>
                    <a:pt x="12454" y="789"/>
                  </a:cubicBezTo>
                  <a:close/>
                  <a:moveTo>
                    <a:pt x="13031" y="1"/>
                  </a:moveTo>
                  <a:cubicBezTo>
                    <a:pt x="13020" y="1"/>
                    <a:pt x="13009" y="1"/>
                    <a:pt x="12997" y="3"/>
                  </a:cubicBezTo>
                  <a:cubicBezTo>
                    <a:pt x="10427" y="270"/>
                    <a:pt x="8396" y="1121"/>
                    <a:pt x="6791" y="2609"/>
                  </a:cubicBezTo>
                  <a:cubicBezTo>
                    <a:pt x="4278" y="4904"/>
                    <a:pt x="2705" y="8795"/>
                    <a:pt x="1712" y="15225"/>
                  </a:cubicBezTo>
                  <a:cubicBezTo>
                    <a:pt x="1120" y="19015"/>
                    <a:pt x="718" y="22335"/>
                    <a:pt x="475" y="25375"/>
                  </a:cubicBezTo>
                  <a:cubicBezTo>
                    <a:pt x="1" y="31440"/>
                    <a:pt x="167" y="36653"/>
                    <a:pt x="978" y="41315"/>
                  </a:cubicBezTo>
                  <a:cubicBezTo>
                    <a:pt x="2275" y="48729"/>
                    <a:pt x="5595" y="49179"/>
                    <a:pt x="6390" y="49179"/>
                  </a:cubicBezTo>
                  <a:lnTo>
                    <a:pt x="6556" y="49175"/>
                  </a:lnTo>
                  <a:cubicBezTo>
                    <a:pt x="6738" y="49151"/>
                    <a:pt x="6872" y="48989"/>
                    <a:pt x="6868" y="48806"/>
                  </a:cubicBezTo>
                  <a:cubicBezTo>
                    <a:pt x="6754" y="46411"/>
                    <a:pt x="7237" y="25594"/>
                    <a:pt x="8603" y="16785"/>
                  </a:cubicBezTo>
                  <a:cubicBezTo>
                    <a:pt x="9973" y="7940"/>
                    <a:pt x="13322" y="582"/>
                    <a:pt x="13358" y="505"/>
                  </a:cubicBezTo>
                  <a:cubicBezTo>
                    <a:pt x="13411" y="388"/>
                    <a:pt x="13395" y="254"/>
                    <a:pt x="13322" y="148"/>
                  </a:cubicBezTo>
                  <a:cubicBezTo>
                    <a:pt x="13255" y="56"/>
                    <a:pt x="13145" y="1"/>
                    <a:pt x="1303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" name="Google Shape;5380;p73"/>
            <p:cNvSpPr/>
            <p:nvPr/>
          </p:nvSpPr>
          <p:spPr>
            <a:xfrm>
              <a:off x="2723258" y="2771271"/>
              <a:ext cx="219039" cy="840522"/>
            </a:xfrm>
            <a:custGeom>
              <a:avLst/>
              <a:gdLst/>
              <a:ahLst/>
              <a:cxnLst/>
              <a:rect l="l" t="t" r="r" b="b"/>
              <a:pathLst>
                <a:path w="12632" h="48473" extrusionOk="0">
                  <a:moveTo>
                    <a:pt x="12632" y="0"/>
                  </a:moveTo>
                  <a:cubicBezTo>
                    <a:pt x="10114" y="264"/>
                    <a:pt x="8160" y="1095"/>
                    <a:pt x="6628" y="2514"/>
                  </a:cubicBezTo>
                  <a:cubicBezTo>
                    <a:pt x="6875" y="2574"/>
                    <a:pt x="7111" y="2684"/>
                    <a:pt x="7317" y="2834"/>
                  </a:cubicBezTo>
                  <a:cubicBezTo>
                    <a:pt x="7929" y="3284"/>
                    <a:pt x="8079" y="4172"/>
                    <a:pt x="7897" y="4913"/>
                  </a:cubicBezTo>
                  <a:cubicBezTo>
                    <a:pt x="7715" y="5651"/>
                    <a:pt x="7269" y="6296"/>
                    <a:pt x="6875" y="6948"/>
                  </a:cubicBezTo>
                  <a:cubicBezTo>
                    <a:pt x="4086" y="11562"/>
                    <a:pt x="3697" y="17168"/>
                    <a:pt x="3146" y="22531"/>
                  </a:cubicBezTo>
                  <a:cubicBezTo>
                    <a:pt x="3026" y="23731"/>
                    <a:pt x="2481" y="25273"/>
                    <a:pt x="1339" y="25273"/>
                  </a:cubicBezTo>
                  <a:cubicBezTo>
                    <a:pt x="1288" y="25273"/>
                    <a:pt x="1237" y="25270"/>
                    <a:pt x="1184" y="25264"/>
                  </a:cubicBezTo>
                  <a:cubicBezTo>
                    <a:pt x="924" y="25231"/>
                    <a:pt x="677" y="25122"/>
                    <a:pt x="430" y="25049"/>
                  </a:cubicBezTo>
                  <a:lnTo>
                    <a:pt x="430" y="25049"/>
                  </a:lnTo>
                  <a:cubicBezTo>
                    <a:pt x="0" y="30566"/>
                    <a:pt x="49" y="35872"/>
                    <a:pt x="924" y="40899"/>
                  </a:cubicBezTo>
                  <a:cubicBezTo>
                    <a:pt x="2187" y="48103"/>
                    <a:pt x="5360" y="48472"/>
                    <a:pt x="5997" y="48472"/>
                  </a:cubicBezTo>
                  <a:cubicBezTo>
                    <a:pt x="6070" y="48472"/>
                    <a:pt x="6109" y="48468"/>
                    <a:pt x="6109" y="48468"/>
                  </a:cubicBezTo>
                  <a:cubicBezTo>
                    <a:pt x="6004" y="46234"/>
                    <a:pt x="6454" y="25381"/>
                    <a:pt x="7848" y="16374"/>
                  </a:cubicBezTo>
                  <a:cubicBezTo>
                    <a:pt x="9243" y="7370"/>
                    <a:pt x="12632" y="4"/>
                    <a:pt x="12632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" name="Google Shape;5381;p73"/>
            <p:cNvSpPr/>
            <p:nvPr/>
          </p:nvSpPr>
          <p:spPr>
            <a:xfrm>
              <a:off x="2809074" y="2821054"/>
              <a:ext cx="67158" cy="296427"/>
            </a:xfrm>
            <a:custGeom>
              <a:avLst/>
              <a:gdLst/>
              <a:ahLst/>
              <a:cxnLst/>
              <a:rect l="l" t="t" r="r" b="b"/>
              <a:pathLst>
                <a:path w="3873" h="17095" extrusionOk="0">
                  <a:moveTo>
                    <a:pt x="3811" y="1"/>
                  </a:moveTo>
                  <a:cubicBezTo>
                    <a:pt x="3763" y="1"/>
                    <a:pt x="3679" y="80"/>
                    <a:pt x="3613" y="202"/>
                  </a:cubicBezTo>
                  <a:cubicBezTo>
                    <a:pt x="2891" y="1438"/>
                    <a:pt x="2287" y="2744"/>
                    <a:pt x="1813" y="4094"/>
                  </a:cubicBezTo>
                  <a:cubicBezTo>
                    <a:pt x="1343" y="5448"/>
                    <a:pt x="970" y="6834"/>
                    <a:pt x="694" y="8237"/>
                  </a:cubicBezTo>
                  <a:cubicBezTo>
                    <a:pt x="431" y="9643"/>
                    <a:pt x="244" y="11062"/>
                    <a:pt x="139" y="12489"/>
                  </a:cubicBezTo>
                  <a:cubicBezTo>
                    <a:pt x="29" y="13912"/>
                    <a:pt x="1" y="15343"/>
                    <a:pt x="29" y="16766"/>
                  </a:cubicBezTo>
                  <a:cubicBezTo>
                    <a:pt x="37" y="16940"/>
                    <a:pt x="78" y="17090"/>
                    <a:pt x="139" y="17094"/>
                  </a:cubicBezTo>
                  <a:cubicBezTo>
                    <a:pt x="140" y="17094"/>
                    <a:pt x="142" y="17095"/>
                    <a:pt x="144" y="17095"/>
                  </a:cubicBezTo>
                  <a:cubicBezTo>
                    <a:pt x="202" y="17095"/>
                    <a:pt x="252" y="16955"/>
                    <a:pt x="260" y="16766"/>
                  </a:cubicBezTo>
                  <a:cubicBezTo>
                    <a:pt x="281" y="15347"/>
                    <a:pt x="345" y="13928"/>
                    <a:pt x="467" y="12517"/>
                  </a:cubicBezTo>
                  <a:cubicBezTo>
                    <a:pt x="581" y="11103"/>
                    <a:pt x="771" y="9696"/>
                    <a:pt x="1039" y="8306"/>
                  </a:cubicBezTo>
                  <a:cubicBezTo>
                    <a:pt x="1298" y="6911"/>
                    <a:pt x="1655" y="5537"/>
                    <a:pt x="2109" y="4195"/>
                  </a:cubicBezTo>
                  <a:cubicBezTo>
                    <a:pt x="2555" y="2853"/>
                    <a:pt x="3114" y="1548"/>
                    <a:pt x="3779" y="299"/>
                  </a:cubicBezTo>
                  <a:cubicBezTo>
                    <a:pt x="3848" y="166"/>
                    <a:pt x="3872" y="44"/>
                    <a:pt x="3832" y="7"/>
                  </a:cubicBezTo>
                  <a:cubicBezTo>
                    <a:pt x="3826" y="3"/>
                    <a:pt x="3819" y="1"/>
                    <a:pt x="3811" y="1"/>
                  </a:cubicBezTo>
                  <a:close/>
                </a:path>
              </a:pathLst>
            </a:custGeom>
            <a:solidFill>
              <a:srgbClr val="4F1E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" name="Google Shape;5382;p73"/>
            <p:cNvSpPr/>
            <p:nvPr/>
          </p:nvSpPr>
          <p:spPr>
            <a:xfrm>
              <a:off x="2795722" y="3142520"/>
              <a:ext cx="15138" cy="51465"/>
            </a:xfrm>
            <a:custGeom>
              <a:avLst/>
              <a:gdLst/>
              <a:ahLst/>
              <a:cxnLst/>
              <a:rect l="l" t="t" r="r" b="b"/>
              <a:pathLst>
                <a:path w="873" h="2968" extrusionOk="0">
                  <a:moveTo>
                    <a:pt x="737" y="1"/>
                  </a:moveTo>
                  <a:cubicBezTo>
                    <a:pt x="726" y="1"/>
                    <a:pt x="717" y="4"/>
                    <a:pt x="710" y="11"/>
                  </a:cubicBezTo>
                  <a:cubicBezTo>
                    <a:pt x="532" y="201"/>
                    <a:pt x="382" y="420"/>
                    <a:pt x="272" y="655"/>
                  </a:cubicBezTo>
                  <a:cubicBezTo>
                    <a:pt x="167" y="894"/>
                    <a:pt x="90" y="1146"/>
                    <a:pt x="41" y="1405"/>
                  </a:cubicBezTo>
                  <a:cubicBezTo>
                    <a:pt x="5" y="1665"/>
                    <a:pt x="1" y="1928"/>
                    <a:pt x="25" y="2192"/>
                  </a:cubicBezTo>
                  <a:cubicBezTo>
                    <a:pt x="53" y="2451"/>
                    <a:pt x="126" y="2702"/>
                    <a:pt x="240" y="2941"/>
                  </a:cubicBezTo>
                  <a:cubicBezTo>
                    <a:pt x="248" y="2957"/>
                    <a:pt x="273" y="2968"/>
                    <a:pt x="305" y="2968"/>
                  </a:cubicBezTo>
                  <a:cubicBezTo>
                    <a:pt x="322" y="2968"/>
                    <a:pt x="341" y="2965"/>
                    <a:pt x="361" y="2958"/>
                  </a:cubicBezTo>
                  <a:cubicBezTo>
                    <a:pt x="414" y="2937"/>
                    <a:pt x="463" y="2897"/>
                    <a:pt x="451" y="2864"/>
                  </a:cubicBezTo>
                  <a:cubicBezTo>
                    <a:pt x="402" y="2633"/>
                    <a:pt x="370" y="2398"/>
                    <a:pt x="353" y="2159"/>
                  </a:cubicBezTo>
                  <a:cubicBezTo>
                    <a:pt x="341" y="1928"/>
                    <a:pt x="353" y="1693"/>
                    <a:pt x="390" y="1462"/>
                  </a:cubicBezTo>
                  <a:cubicBezTo>
                    <a:pt x="418" y="1227"/>
                    <a:pt x="475" y="996"/>
                    <a:pt x="564" y="777"/>
                  </a:cubicBezTo>
                  <a:cubicBezTo>
                    <a:pt x="641" y="554"/>
                    <a:pt x="742" y="335"/>
                    <a:pt x="860" y="128"/>
                  </a:cubicBezTo>
                  <a:cubicBezTo>
                    <a:pt x="872" y="108"/>
                    <a:pt x="856" y="71"/>
                    <a:pt x="815" y="39"/>
                  </a:cubicBezTo>
                  <a:cubicBezTo>
                    <a:pt x="788" y="14"/>
                    <a:pt x="759" y="1"/>
                    <a:pt x="737" y="1"/>
                  </a:cubicBezTo>
                  <a:close/>
                </a:path>
              </a:pathLst>
            </a:custGeom>
            <a:solidFill>
              <a:srgbClr val="4F1E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" name="Google Shape;5383;p73"/>
            <p:cNvSpPr/>
            <p:nvPr/>
          </p:nvSpPr>
          <p:spPr>
            <a:xfrm>
              <a:off x="2499433" y="3147896"/>
              <a:ext cx="396271" cy="447441"/>
            </a:xfrm>
            <a:custGeom>
              <a:avLst/>
              <a:gdLst/>
              <a:ahLst/>
              <a:cxnLst/>
              <a:rect l="l" t="t" r="r" b="b"/>
              <a:pathLst>
                <a:path w="22853" h="25804" extrusionOk="0">
                  <a:moveTo>
                    <a:pt x="20136" y="1"/>
                  </a:moveTo>
                  <a:cubicBezTo>
                    <a:pt x="20116" y="219"/>
                    <a:pt x="20087" y="548"/>
                    <a:pt x="20063" y="892"/>
                  </a:cubicBezTo>
                  <a:cubicBezTo>
                    <a:pt x="19986" y="1788"/>
                    <a:pt x="19500" y="2595"/>
                    <a:pt x="18746" y="3081"/>
                  </a:cubicBezTo>
                  <a:cubicBezTo>
                    <a:pt x="18105" y="3499"/>
                    <a:pt x="17347" y="3973"/>
                    <a:pt x="16824" y="4257"/>
                  </a:cubicBezTo>
                  <a:cubicBezTo>
                    <a:pt x="16707" y="4318"/>
                    <a:pt x="16601" y="4379"/>
                    <a:pt x="16508" y="4415"/>
                  </a:cubicBezTo>
                  <a:cubicBezTo>
                    <a:pt x="15969" y="4662"/>
                    <a:pt x="14813" y="5007"/>
                    <a:pt x="13990" y="5242"/>
                  </a:cubicBezTo>
                  <a:cubicBezTo>
                    <a:pt x="13921" y="5262"/>
                    <a:pt x="13851" y="5271"/>
                    <a:pt x="13783" y="5271"/>
                  </a:cubicBezTo>
                  <a:cubicBezTo>
                    <a:pt x="13376" y="5271"/>
                    <a:pt x="13023" y="4938"/>
                    <a:pt x="13034" y="4504"/>
                  </a:cubicBezTo>
                  <a:cubicBezTo>
                    <a:pt x="13038" y="4006"/>
                    <a:pt x="13074" y="3527"/>
                    <a:pt x="13074" y="3527"/>
                  </a:cubicBezTo>
                  <a:lnTo>
                    <a:pt x="13074" y="3527"/>
                  </a:lnTo>
                  <a:cubicBezTo>
                    <a:pt x="10447" y="4512"/>
                    <a:pt x="8793" y="7910"/>
                    <a:pt x="6596" y="9969"/>
                  </a:cubicBezTo>
                  <a:cubicBezTo>
                    <a:pt x="6308" y="10236"/>
                    <a:pt x="5996" y="10480"/>
                    <a:pt x="5664" y="10694"/>
                  </a:cubicBezTo>
                  <a:cubicBezTo>
                    <a:pt x="4849" y="11238"/>
                    <a:pt x="3860" y="11732"/>
                    <a:pt x="2895" y="12142"/>
                  </a:cubicBezTo>
                  <a:cubicBezTo>
                    <a:pt x="2251" y="12421"/>
                    <a:pt x="1622" y="12657"/>
                    <a:pt x="1059" y="12855"/>
                  </a:cubicBezTo>
                  <a:cubicBezTo>
                    <a:pt x="455" y="15348"/>
                    <a:pt x="49" y="18486"/>
                    <a:pt x="13" y="21895"/>
                  </a:cubicBezTo>
                  <a:cubicBezTo>
                    <a:pt x="1" y="23322"/>
                    <a:pt x="9" y="24615"/>
                    <a:pt x="33" y="25803"/>
                  </a:cubicBezTo>
                  <a:cubicBezTo>
                    <a:pt x="905" y="25600"/>
                    <a:pt x="2218" y="25276"/>
                    <a:pt x="3487" y="24895"/>
                  </a:cubicBezTo>
                  <a:cubicBezTo>
                    <a:pt x="4188" y="24684"/>
                    <a:pt x="4987" y="24538"/>
                    <a:pt x="5887" y="24413"/>
                  </a:cubicBezTo>
                  <a:cubicBezTo>
                    <a:pt x="7772" y="24161"/>
                    <a:pt x="10123" y="24036"/>
                    <a:pt x="13074" y="23760"/>
                  </a:cubicBezTo>
                  <a:cubicBezTo>
                    <a:pt x="17436" y="23355"/>
                    <a:pt x="20087" y="21401"/>
                    <a:pt x="21283" y="19325"/>
                  </a:cubicBezTo>
                  <a:cubicBezTo>
                    <a:pt x="22479" y="17254"/>
                    <a:pt x="21936" y="16200"/>
                    <a:pt x="21936" y="16200"/>
                  </a:cubicBezTo>
                  <a:cubicBezTo>
                    <a:pt x="22471" y="15563"/>
                    <a:pt x="22767" y="14756"/>
                    <a:pt x="22779" y="13925"/>
                  </a:cubicBezTo>
                  <a:cubicBezTo>
                    <a:pt x="22783" y="12543"/>
                    <a:pt x="21936" y="11566"/>
                    <a:pt x="21936" y="11566"/>
                  </a:cubicBezTo>
                  <a:cubicBezTo>
                    <a:pt x="21936" y="11566"/>
                    <a:pt x="22852" y="10585"/>
                    <a:pt x="22771" y="8680"/>
                  </a:cubicBezTo>
                  <a:cubicBezTo>
                    <a:pt x="22690" y="6774"/>
                    <a:pt x="21936" y="5960"/>
                    <a:pt x="21936" y="5960"/>
                  </a:cubicBezTo>
                  <a:cubicBezTo>
                    <a:pt x="21936" y="5960"/>
                    <a:pt x="22374" y="4415"/>
                    <a:pt x="21936" y="2291"/>
                  </a:cubicBezTo>
                  <a:cubicBezTo>
                    <a:pt x="21502" y="167"/>
                    <a:pt x="20136" y="1"/>
                    <a:pt x="20136" y="1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" name="Google Shape;5384;p73"/>
            <p:cNvSpPr/>
            <p:nvPr/>
          </p:nvSpPr>
          <p:spPr>
            <a:xfrm>
              <a:off x="2493260" y="3140942"/>
              <a:ext cx="408340" cy="462111"/>
            </a:xfrm>
            <a:custGeom>
              <a:avLst/>
              <a:gdLst/>
              <a:ahLst/>
              <a:cxnLst/>
              <a:rect l="l" t="t" r="r" b="b"/>
              <a:pathLst>
                <a:path w="23549" h="26650" extrusionOk="0">
                  <a:moveTo>
                    <a:pt x="20808" y="892"/>
                  </a:moveTo>
                  <a:cubicBezTo>
                    <a:pt x="21165" y="1095"/>
                    <a:pt x="21704" y="1585"/>
                    <a:pt x="21943" y="2761"/>
                  </a:cubicBezTo>
                  <a:cubicBezTo>
                    <a:pt x="22349" y="4763"/>
                    <a:pt x="21951" y="6247"/>
                    <a:pt x="21947" y="6263"/>
                  </a:cubicBezTo>
                  <a:lnTo>
                    <a:pt x="21903" y="6450"/>
                  </a:lnTo>
                  <a:lnTo>
                    <a:pt x="22028" y="6600"/>
                  </a:lnTo>
                  <a:cubicBezTo>
                    <a:pt x="22041" y="6604"/>
                    <a:pt x="22701" y="7374"/>
                    <a:pt x="22774" y="9097"/>
                  </a:cubicBezTo>
                  <a:cubicBezTo>
                    <a:pt x="22843" y="10820"/>
                    <a:pt x="22065" y="11687"/>
                    <a:pt x="22033" y="11720"/>
                  </a:cubicBezTo>
                  <a:lnTo>
                    <a:pt x="21818" y="11955"/>
                  </a:lnTo>
                  <a:lnTo>
                    <a:pt x="22024" y="12198"/>
                  </a:lnTo>
                  <a:cubicBezTo>
                    <a:pt x="22033" y="12210"/>
                    <a:pt x="22782" y="13110"/>
                    <a:pt x="22778" y="14322"/>
                  </a:cubicBezTo>
                  <a:cubicBezTo>
                    <a:pt x="22774" y="15530"/>
                    <a:pt x="22045" y="16341"/>
                    <a:pt x="22033" y="16357"/>
                  </a:cubicBezTo>
                  <a:lnTo>
                    <a:pt x="21862" y="16540"/>
                  </a:lnTo>
                  <a:lnTo>
                    <a:pt x="21976" y="16763"/>
                  </a:lnTo>
                  <a:cubicBezTo>
                    <a:pt x="21984" y="16775"/>
                    <a:pt x="22397" y="17695"/>
                    <a:pt x="21331" y="19552"/>
                  </a:cubicBezTo>
                  <a:cubicBezTo>
                    <a:pt x="19973" y="21915"/>
                    <a:pt x="17079" y="23468"/>
                    <a:pt x="13394" y="23808"/>
                  </a:cubicBezTo>
                  <a:cubicBezTo>
                    <a:pt x="12283" y="23914"/>
                    <a:pt x="11262" y="23995"/>
                    <a:pt x="10313" y="24072"/>
                  </a:cubicBezTo>
                  <a:cubicBezTo>
                    <a:pt x="8736" y="24197"/>
                    <a:pt x="7378" y="24303"/>
                    <a:pt x="6198" y="24465"/>
                  </a:cubicBezTo>
                  <a:cubicBezTo>
                    <a:pt x="5189" y="24599"/>
                    <a:pt x="4411" y="24753"/>
                    <a:pt x="3742" y="24955"/>
                  </a:cubicBezTo>
                  <a:cubicBezTo>
                    <a:pt x="2671" y="25280"/>
                    <a:pt x="1577" y="25559"/>
                    <a:pt x="738" y="25758"/>
                  </a:cubicBezTo>
                  <a:cubicBezTo>
                    <a:pt x="718" y="24692"/>
                    <a:pt x="718" y="23561"/>
                    <a:pt x="726" y="22304"/>
                  </a:cubicBezTo>
                  <a:cubicBezTo>
                    <a:pt x="762" y="19171"/>
                    <a:pt x="1103" y="16142"/>
                    <a:pt x="1719" y="13532"/>
                  </a:cubicBezTo>
                  <a:cubicBezTo>
                    <a:pt x="2311" y="13313"/>
                    <a:pt x="2874" y="13094"/>
                    <a:pt x="3385" y="12871"/>
                  </a:cubicBezTo>
                  <a:cubicBezTo>
                    <a:pt x="4524" y="12385"/>
                    <a:pt x="5477" y="11890"/>
                    <a:pt x="6219" y="11391"/>
                  </a:cubicBezTo>
                  <a:cubicBezTo>
                    <a:pt x="6563" y="11164"/>
                    <a:pt x="6892" y="10909"/>
                    <a:pt x="7191" y="10625"/>
                  </a:cubicBezTo>
                  <a:cubicBezTo>
                    <a:pt x="7998" y="9875"/>
                    <a:pt x="8732" y="8943"/>
                    <a:pt x="9441" y="8043"/>
                  </a:cubicBezTo>
                  <a:cubicBezTo>
                    <a:pt x="10544" y="6648"/>
                    <a:pt x="11679" y="5209"/>
                    <a:pt x="13045" y="4492"/>
                  </a:cubicBezTo>
                  <a:lnTo>
                    <a:pt x="13045" y="4492"/>
                  </a:lnTo>
                  <a:cubicBezTo>
                    <a:pt x="13037" y="4617"/>
                    <a:pt x="13033" y="4759"/>
                    <a:pt x="13033" y="4897"/>
                  </a:cubicBezTo>
                  <a:cubicBezTo>
                    <a:pt x="13025" y="5246"/>
                    <a:pt x="13183" y="5582"/>
                    <a:pt x="13459" y="5797"/>
                  </a:cubicBezTo>
                  <a:cubicBezTo>
                    <a:pt x="13655" y="5948"/>
                    <a:pt x="13893" y="6027"/>
                    <a:pt x="14136" y="6027"/>
                  </a:cubicBezTo>
                  <a:cubicBezTo>
                    <a:pt x="14239" y="6027"/>
                    <a:pt x="14342" y="6013"/>
                    <a:pt x="14444" y="5984"/>
                  </a:cubicBezTo>
                  <a:cubicBezTo>
                    <a:pt x="15307" y="5736"/>
                    <a:pt x="16454" y="5396"/>
                    <a:pt x="17010" y="5144"/>
                  </a:cubicBezTo>
                  <a:lnTo>
                    <a:pt x="17350" y="4966"/>
                  </a:lnTo>
                  <a:cubicBezTo>
                    <a:pt x="17971" y="4634"/>
                    <a:pt x="18834" y="4078"/>
                    <a:pt x="19292" y="3782"/>
                  </a:cubicBezTo>
                  <a:cubicBezTo>
                    <a:pt x="20135" y="3231"/>
                    <a:pt x="20679" y="2327"/>
                    <a:pt x="20772" y="1322"/>
                  </a:cubicBezTo>
                  <a:lnTo>
                    <a:pt x="20808" y="892"/>
                  </a:lnTo>
                  <a:close/>
                  <a:moveTo>
                    <a:pt x="20168" y="0"/>
                  </a:moveTo>
                  <a:lnTo>
                    <a:pt x="20062" y="1265"/>
                  </a:lnTo>
                  <a:cubicBezTo>
                    <a:pt x="19993" y="2047"/>
                    <a:pt x="19568" y="2753"/>
                    <a:pt x="18907" y="3182"/>
                  </a:cubicBezTo>
                  <a:cubicBezTo>
                    <a:pt x="18137" y="3685"/>
                    <a:pt x="17448" y="4107"/>
                    <a:pt x="17014" y="4346"/>
                  </a:cubicBezTo>
                  <a:lnTo>
                    <a:pt x="16718" y="4496"/>
                  </a:lnTo>
                  <a:cubicBezTo>
                    <a:pt x="16317" y="4678"/>
                    <a:pt x="15437" y="4962"/>
                    <a:pt x="14245" y="5303"/>
                  </a:cubicBezTo>
                  <a:cubicBezTo>
                    <a:pt x="14210" y="5313"/>
                    <a:pt x="14174" y="5318"/>
                    <a:pt x="14139" y="5318"/>
                  </a:cubicBezTo>
                  <a:cubicBezTo>
                    <a:pt x="14051" y="5318"/>
                    <a:pt x="13966" y="5287"/>
                    <a:pt x="13897" y="5230"/>
                  </a:cubicBezTo>
                  <a:cubicBezTo>
                    <a:pt x="13795" y="5153"/>
                    <a:pt x="13738" y="5035"/>
                    <a:pt x="13742" y="4913"/>
                  </a:cubicBezTo>
                  <a:cubicBezTo>
                    <a:pt x="13751" y="4427"/>
                    <a:pt x="13783" y="3961"/>
                    <a:pt x="13783" y="3953"/>
                  </a:cubicBezTo>
                  <a:lnTo>
                    <a:pt x="13819" y="3401"/>
                  </a:lnTo>
                  <a:lnTo>
                    <a:pt x="13305" y="3596"/>
                  </a:lnTo>
                  <a:cubicBezTo>
                    <a:pt x="11521" y="4265"/>
                    <a:pt x="10183" y="5959"/>
                    <a:pt x="8886" y="7601"/>
                  </a:cubicBezTo>
                  <a:cubicBezTo>
                    <a:pt x="8189" y="8485"/>
                    <a:pt x="7471" y="9397"/>
                    <a:pt x="6705" y="10110"/>
                  </a:cubicBezTo>
                  <a:cubicBezTo>
                    <a:pt x="6433" y="10366"/>
                    <a:pt x="6137" y="10597"/>
                    <a:pt x="5825" y="10800"/>
                  </a:cubicBezTo>
                  <a:cubicBezTo>
                    <a:pt x="5120" y="11270"/>
                    <a:pt x="4208" y="11752"/>
                    <a:pt x="3109" y="12218"/>
                  </a:cubicBezTo>
                  <a:cubicBezTo>
                    <a:pt x="2554" y="12458"/>
                    <a:pt x="1946" y="12697"/>
                    <a:pt x="1297" y="12924"/>
                  </a:cubicBezTo>
                  <a:lnTo>
                    <a:pt x="1115" y="12989"/>
                  </a:lnTo>
                  <a:lnTo>
                    <a:pt x="1070" y="13175"/>
                  </a:lnTo>
                  <a:cubicBezTo>
                    <a:pt x="418" y="15883"/>
                    <a:pt x="53" y="19033"/>
                    <a:pt x="16" y="22292"/>
                  </a:cubicBezTo>
                  <a:cubicBezTo>
                    <a:pt x="0" y="23735"/>
                    <a:pt x="8" y="25020"/>
                    <a:pt x="36" y="26216"/>
                  </a:cubicBezTo>
                  <a:lnTo>
                    <a:pt x="49" y="26650"/>
                  </a:lnTo>
                  <a:lnTo>
                    <a:pt x="470" y="26553"/>
                  </a:lnTo>
                  <a:cubicBezTo>
                    <a:pt x="1350" y="26346"/>
                    <a:pt x="2659" y="26022"/>
                    <a:pt x="3944" y="25641"/>
                  </a:cubicBezTo>
                  <a:cubicBezTo>
                    <a:pt x="4581" y="25450"/>
                    <a:pt x="5327" y="25296"/>
                    <a:pt x="6287" y="25170"/>
                  </a:cubicBezTo>
                  <a:cubicBezTo>
                    <a:pt x="7455" y="25012"/>
                    <a:pt x="8809" y="24903"/>
                    <a:pt x="10370" y="24781"/>
                  </a:cubicBezTo>
                  <a:cubicBezTo>
                    <a:pt x="11322" y="24704"/>
                    <a:pt x="12352" y="24619"/>
                    <a:pt x="13459" y="24518"/>
                  </a:cubicBezTo>
                  <a:cubicBezTo>
                    <a:pt x="17375" y="24153"/>
                    <a:pt x="20468" y="22475"/>
                    <a:pt x="21947" y="19904"/>
                  </a:cubicBezTo>
                  <a:cubicBezTo>
                    <a:pt x="22924" y="18202"/>
                    <a:pt x="22819" y="17123"/>
                    <a:pt x="22693" y="16674"/>
                  </a:cubicBezTo>
                  <a:cubicBezTo>
                    <a:pt x="23200" y="15997"/>
                    <a:pt x="23480" y="15174"/>
                    <a:pt x="23488" y="14326"/>
                  </a:cubicBezTo>
                  <a:cubicBezTo>
                    <a:pt x="23492" y="13220"/>
                    <a:pt x="23014" y="12364"/>
                    <a:pt x="22738" y="11971"/>
                  </a:cubicBezTo>
                  <a:cubicBezTo>
                    <a:pt x="23026" y="11545"/>
                    <a:pt x="23549" y="10637"/>
                    <a:pt x="23484" y="9073"/>
                  </a:cubicBezTo>
                  <a:cubicBezTo>
                    <a:pt x="23419" y="7508"/>
                    <a:pt x="22916" y="6616"/>
                    <a:pt x="22677" y="6276"/>
                  </a:cubicBezTo>
                  <a:cubicBezTo>
                    <a:pt x="22778" y="5797"/>
                    <a:pt x="23001" y="4411"/>
                    <a:pt x="22641" y="2623"/>
                  </a:cubicBezTo>
                  <a:cubicBezTo>
                    <a:pt x="22162" y="276"/>
                    <a:pt x="20602" y="57"/>
                    <a:pt x="20533" y="49"/>
                  </a:cubicBezTo>
                  <a:lnTo>
                    <a:pt x="20168" y="0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" name="Google Shape;5385;p73"/>
            <p:cNvSpPr/>
            <p:nvPr/>
          </p:nvSpPr>
          <p:spPr>
            <a:xfrm>
              <a:off x="2499433" y="3147896"/>
              <a:ext cx="396271" cy="447441"/>
            </a:xfrm>
            <a:custGeom>
              <a:avLst/>
              <a:gdLst/>
              <a:ahLst/>
              <a:cxnLst/>
              <a:rect l="l" t="t" r="r" b="b"/>
              <a:pathLst>
                <a:path w="22853" h="25804" extrusionOk="0">
                  <a:moveTo>
                    <a:pt x="20136" y="1"/>
                  </a:moveTo>
                  <a:cubicBezTo>
                    <a:pt x="20116" y="219"/>
                    <a:pt x="20087" y="548"/>
                    <a:pt x="20063" y="892"/>
                  </a:cubicBezTo>
                  <a:cubicBezTo>
                    <a:pt x="19986" y="1788"/>
                    <a:pt x="19500" y="2595"/>
                    <a:pt x="18746" y="3081"/>
                  </a:cubicBezTo>
                  <a:cubicBezTo>
                    <a:pt x="18105" y="3495"/>
                    <a:pt x="17347" y="3973"/>
                    <a:pt x="16824" y="4257"/>
                  </a:cubicBezTo>
                  <a:cubicBezTo>
                    <a:pt x="16585" y="6665"/>
                    <a:pt x="16617" y="9024"/>
                    <a:pt x="16171" y="11469"/>
                  </a:cubicBezTo>
                  <a:cubicBezTo>
                    <a:pt x="15726" y="13909"/>
                    <a:pt x="14716" y="16358"/>
                    <a:pt x="12795" y="17922"/>
                  </a:cubicBezTo>
                  <a:cubicBezTo>
                    <a:pt x="10561" y="19747"/>
                    <a:pt x="7500" y="20087"/>
                    <a:pt x="4630" y="20355"/>
                  </a:cubicBezTo>
                  <a:cubicBezTo>
                    <a:pt x="4415" y="20374"/>
                    <a:pt x="4190" y="20389"/>
                    <a:pt x="3965" y="20389"/>
                  </a:cubicBezTo>
                  <a:cubicBezTo>
                    <a:pt x="3300" y="20389"/>
                    <a:pt x="2643" y="20260"/>
                    <a:pt x="2279" y="19739"/>
                  </a:cubicBezTo>
                  <a:cubicBezTo>
                    <a:pt x="1055" y="17991"/>
                    <a:pt x="2315" y="14801"/>
                    <a:pt x="2895" y="12142"/>
                  </a:cubicBezTo>
                  <a:lnTo>
                    <a:pt x="2895" y="12142"/>
                  </a:lnTo>
                  <a:cubicBezTo>
                    <a:pt x="2251" y="12421"/>
                    <a:pt x="1622" y="12657"/>
                    <a:pt x="1059" y="12855"/>
                  </a:cubicBezTo>
                  <a:cubicBezTo>
                    <a:pt x="455" y="15348"/>
                    <a:pt x="49" y="18486"/>
                    <a:pt x="13" y="21895"/>
                  </a:cubicBezTo>
                  <a:cubicBezTo>
                    <a:pt x="1" y="23322"/>
                    <a:pt x="9" y="24615"/>
                    <a:pt x="33" y="25803"/>
                  </a:cubicBezTo>
                  <a:cubicBezTo>
                    <a:pt x="905" y="25600"/>
                    <a:pt x="2218" y="25276"/>
                    <a:pt x="3487" y="24895"/>
                  </a:cubicBezTo>
                  <a:cubicBezTo>
                    <a:pt x="4188" y="24684"/>
                    <a:pt x="4987" y="24538"/>
                    <a:pt x="5887" y="24413"/>
                  </a:cubicBezTo>
                  <a:cubicBezTo>
                    <a:pt x="7772" y="24161"/>
                    <a:pt x="10123" y="24036"/>
                    <a:pt x="13074" y="23760"/>
                  </a:cubicBezTo>
                  <a:cubicBezTo>
                    <a:pt x="17436" y="23355"/>
                    <a:pt x="20087" y="21401"/>
                    <a:pt x="21283" y="19325"/>
                  </a:cubicBezTo>
                  <a:cubicBezTo>
                    <a:pt x="22479" y="17254"/>
                    <a:pt x="21936" y="16200"/>
                    <a:pt x="21936" y="16200"/>
                  </a:cubicBezTo>
                  <a:cubicBezTo>
                    <a:pt x="22471" y="15563"/>
                    <a:pt x="22767" y="14756"/>
                    <a:pt x="22779" y="13925"/>
                  </a:cubicBezTo>
                  <a:cubicBezTo>
                    <a:pt x="22783" y="12543"/>
                    <a:pt x="21936" y="11566"/>
                    <a:pt x="21936" y="11566"/>
                  </a:cubicBezTo>
                  <a:cubicBezTo>
                    <a:pt x="21936" y="11566"/>
                    <a:pt x="22852" y="10585"/>
                    <a:pt x="22771" y="8680"/>
                  </a:cubicBezTo>
                  <a:cubicBezTo>
                    <a:pt x="22690" y="6774"/>
                    <a:pt x="21936" y="5960"/>
                    <a:pt x="21936" y="5960"/>
                  </a:cubicBezTo>
                  <a:cubicBezTo>
                    <a:pt x="21936" y="5960"/>
                    <a:pt x="22374" y="4415"/>
                    <a:pt x="21936" y="2291"/>
                  </a:cubicBezTo>
                  <a:cubicBezTo>
                    <a:pt x="21502" y="167"/>
                    <a:pt x="20136" y="1"/>
                    <a:pt x="20136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" name="Google Shape;5386;p73"/>
            <p:cNvSpPr/>
            <p:nvPr/>
          </p:nvSpPr>
          <p:spPr>
            <a:xfrm>
              <a:off x="2657661" y="3495320"/>
              <a:ext cx="145535" cy="29946"/>
            </a:xfrm>
            <a:custGeom>
              <a:avLst/>
              <a:gdLst/>
              <a:ahLst/>
              <a:cxnLst/>
              <a:rect l="l" t="t" r="r" b="b"/>
              <a:pathLst>
                <a:path w="8393" h="1727" extrusionOk="0">
                  <a:moveTo>
                    <a:pt x="8262" y="1"/>
                  </a:moveTo>
                  <a:cubicBezTo>
                    <a:pt x="8228" y="1"/>
                    <a:pt x="8190" y="11"/>
                    <a:pt x="8153" y="31"/>
                  </a:cubicBezTo>
                  <a:cubicBezTo>
                    <a:pt x="7573" y="388"/>
                    <a:pt x="6945" y="667"/>
                    <a:pt x="6296" y="866"/>
                  </a:cubicBezTo>
                  <a:cubicBezTo>
                    <a:pt x="5640" y="1069"/>
                    <a:pt x="4967" y="1202"/>
                    <a:pt x="4290" y="1279"/>
                  </a:cubicBezTo>
                  <a:cubicBezTo>
                    <a:pt x="3605" y="1361"/>
                    <a:pt x="2916" y="1405"/>
                    <a:pt x="2226" y="1409"/>
                  </a:cubicBezTo>
                  <a:cubicBezTo>
                    <a:pt x="1767" y="1420"/>
                    <a:pt x="1306" y="1422"/>
                    <a:pt x="843" y="1422"/>
                  </a:cubicBezTo>
                  <a:cubicBezTo>
                    <a:pt x="611" y="1422"/>
                    <a:pt x="379" y="1421"/>
                    <a:pt x="147" y="1421"/>
                  </a:cubicBezTo>
                  <a:cubicBezTo>
                    <a:pt x="74" y="1421"/>
                    <a:pt x="13" y="1454"/>
                    <a:pt x="5" y="1506"/>
                  </a:cubicBezTo>
                  <a:cubicBezTo>
                    <a:pt x="1" y="1555"/>
                    <a:pt x="58" y="1608"/>
                    <a:pt x="139" y="1612"/>
                  </a:cubicBezTo>
                  <a:cubicBezTo>
                    <a:pt x="832" y="1669"/>
                    <a:pt x="1525" y="1713"/>
                    <a:pt x="2226" y="1725"/>
                  </a:cubicBezTo>
                  <a:cubicBezTo>
                    <a:pt x="2297" y="1726"/>
                    <a:pt x="2367" y="1727"/>
                    <a:pt x="2437" y="1727"/>
                  </a:cubicBezTo>
                  <a:cubicBezTo>
                    <a:pt x="3068" y="1727"/>
                    <a:pt x="3699" y="1694"/>
                    <a:pt x="4330" y="1628"/>
                  </a:cubicBezTo>
                  <a:cubicBezTo>
                    <a:pt x="5032" y="1547"/>
                    <a:pt x="5725" y="1397"/>
                    <a:pt x="6398" y="1182"/>
                  </a:cubicBezTo>
                  <a:cubicBezTo>
                    <a:pt x="7067" y="959"/>
                    <a:pt x="7703" y="635"/>
                    <a:pt x="8283" y="225"/>
                  </a:cubicBezTo>
                  <a:cubicBezTo>
                    <a:pt x="8352" y="173"/>
                    <a:pt x="8392" y="104"/>
                    <a:pt x="8356" y="47"/>
                  </a:cubicBezTo>
                  <a:cubicBezTo>
                    <a:pt x="8338" y="16"/>
                    <a:pt x="8303" y="1"/>
                    <a:pt x="826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" name="Google Shape;5387;p73"/>
            <p:cNvSpPr/>
            <p:nvPr/>
          </p:nvSpPr>
          <p:spPr>
            <a:xfrm>
              <a:off x="2685717" y="3466761"/>
              <a:ext cx="106502" cy="26946"/>
            </a:xfrm>
            <a:custGeom>
              <a:avLst/>
              <a:gdLst/>
              <a:ahLst/>
              <a:cxnLst/>
              <a:rect l="l" t="t" r="r" b="b"/>
              <a:pathLst>
                <a:path w="6142" h="1554" extrusionOk="0">
                  <a:moveTo>
                    <a:pt x="6013" y="0"/>
                  </a:moveTo>
                  <a:cubicBezTo>
                    <a:pt x="5993" y="0"/>
                    <a:pt x="5974" y="5"/>
                    <a:pt x="5955" y="16"/>
                  </a:cubicBezTo>
                  <a:cubicBezTo>
                    <a:pt x="5505" y="247"/>
                    <a:pt x="5043" y="446"/>
                    <a:pt x="4569" y="620"/>
                  </a:cubicBezTo>
                  <a:cubicBezTo>
                    <a:pt x="4099" y="794"/>
                    <a:pt x="3616" y="932"/>
                    <a:pt x="3122" y="1029"/>
                  </a:cubicBezTo>
                  <a:cubicBezTo>
                    <a:pt x="2631" y="1143"/>
                    <a:pt x="2133" y="1212"/>
                    <a:pt x="1630" y="1236"/>
                  </a:cubicBezTo>
                  <a:cubicBezTo>
                    <a:pt x="1363" y="1255"/>
                    <a:pt x="1095" y="1264"/>
                    <a:pt x="826" y="1264"/>
                  </a:cubicBezTo>
                  <a:cubicBezTo>
                    <a:pt x="590" y="1264"/>
                    <a:pt x="354" y="1257"/>
                    <a:pt x="118" y="1244"/>
                  </a:cubicBezTo>
                  <a:cubicBezTo>
                    <a:pt x="115" y="1244"/>
                    <a:pt x="111" y="1244"/>
                    <a:pt x="108" y="1244"/>
                  </a:cubicBezTo>
                  <a:cubicBezTo>
                    <a:pt x="60" y="1244"/>
                    <a:pt x="20" y="1272"/>
                    <a:pt x="8" y="1317"/>
                  </a:cubicBezTo>
                  <a:cubicBezTo>
                    <a:pt x="0" y="1374"/>
                    <a:pt x="41" y="1423"/>
                    <a:pt x="98" y="1431"/>
                  </a:cubicBezTo>
                  <a:cubicBezTo>
                    <a:pt x="562" y="1512"/>
                    <a:pt x="1037" y="1553"/>
                    <a:pt x="1512" y="1553"/>
                  </a:cubicBezTo>
                  <a:cubicBezTo>
                    <a:pt x="1556" y="1553"/>
                    <a:pt x="1599" y="1553"/>
                    <a:pt x="1642" y="1552"/>
                  </a:cubicBezTo>
                  <a:cubicBezTo>
                    <a:pt x="2161" y="1536"/>
                    <a:pt x="2680" y="1479"/>
                    <a:pt x="3191" y="1378"/>
                  </a:cubicBezTo>
                  <a:cubicBezTo>
                    <a:pt x="3702" y="1268"/>
                    <a:pt x="4200" y="1118"/>
                    <a:pt x="4687" y="928"/>
                  </a:cubicBezTo>
                  <a:cubicBezTo>
                    <a:pt x="5169" y="733"/>
                    <a:pt x="5631" y="494"/>
                    <a:pt x="6065" y="210"/>
                  </a:cubicBezTo>
                  <a:cubicBezTo>
                    <a:pt x="6118" y="182"/>
                    <a:pt x="6142" y="117"/>
                    <a:pt x="6118" y="60"/>
                  </a:cubicBezTo>
                  <a:cubicBezTo>
                    <a:pt x="6093" y="22"/>
                    <a:pt x="6053" y="0"/>
                    <a:pt x="601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" name="Google Shape;5388;p73"/>
            <p:cNvSpPr/>
            <p:nvPr/>
          </p:nvSpPr>
          <p:spPr>
            <a:xfrm>
              <a:off x="2753412" y="3429948"/>
              <a:ext cx="45847" cy="23756"/>
            </a:xfrm>
            <a:custGeom>
              <a:avLst/>
              <a:gdLst/>
              <a:ahLst/>
              <a:cxnLst/>
              <a:rect l="l" t="t" r="r" b="b"/>
              <a:pathLst>
                <a:path w="2644" h="1370" extrusionOk="0">
                  <a:moveTo>
                    <a:pt x="2526" y="0"/>
                  </a:moveTo>
                  <a:cubicBezTo>
                    <a:pt x="2522" y="0"/>
                    <a:pt x="2517" y="1"/>
                    <a:pt x="2514" y="2"/>
                  </a:cubicBezTo>
                  <a:cubicBezTo>
                    <a:pt x="2299" y="75"/>
                    <a:pt x="2080" y="157"/>
                    <a:pt x="1869" y="250"/>
                  </a:cubicBezTo>
                  <a:lnTo>
                    <a:pt x="1241" y="534"/>
                  </a:lnTo>
                  <a:lnTo>
                    <a:pt x="624" y="846"/>
                  </a:lnTo>
                  <a:cubicBezTo>
                    <a:pt x="418" y="951"/>
                    <a:pt x="219" y="1069"/>
                    <a:pt x="25" y="1198"/>
                  </a:cubicBezTo>
                  <a:cubicBezTo>
                    <a:pt x="4" y="1206"/>
                    <a:pt x="0" y="1251"/>
                    <a:pt x="20" y="1296"/>
                  </a:cubicBezTo>
                  <a:cubicBezTo>
                    <a:pt x="39" y="1339"/>
                    <a:pt x="73" y="1370"/>
                    <a:pt x="95" y="1370"/>
                  </a:cubicBezTo>
                  <a:cubicBezTo>
                    <a:pt x="97" y="1370"/>
                    <a:pt x="99" y="1369"/>
                    <a:pt x="102" y="1369"/>
                  </a:cubicBezTo>
                  <a:cubicBezTo>
                    <a:pt x="325" y="1300"/>
                    <a:pt x="543" y="1215"/>
                    <a:pt x="758" y="1129"/>
                  </a:cubicBezTo>
                  <a:lnTo>
                    <a:pt x="1391" y="850"/>
                  </a:lnTo>
                  <a:lnTo>
                    <a:pt x="2007" y="546"/>
                  </a:lnTo>
                  <a:cubicBezTo>
                    <a:pt x="2218" y="440"/>
                    <a:pt x="2412" y="331"/>
                    <a:pt x="2611" y="209"/>
                  </a:cubicBezTo>
                  <a:cubicBezTo>
                    <a:pt x="2635" y="193"/>
                    <a:pt x="2643" y="140"/>
                    <a:pt x="2615" y="88"/>
                  </a:cubicBezTo>
                  <a:cubicBezTo>
                    <a:pt x="2594" y="38"/>
                    <a:pt x="2556" y="0"/>
                    <a:pt x="252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" name="Google Shape;5389;p73"/>
            <p:cNvSpPr/>
            <p:nvPr/>
          </p:nvSpPr>
          <p:spPr>
            <a:xfrm>
              <a:off x="2535778" y="3539294"/>
              <a:ext cx="94555" cy="23253"/>
            </a:xfrm>
            <a:custGeom>
              <a:avLst/>
              <a:gdLst/>
              <a:ahLst/>
              <a:cxnLst/>
              <a:rect l="l" t="t" r="r" b="b"/>
              <a:pathLst>
                <a:path w="5453" h="1341" extrusionOk="0">
                  <a:moveTo>
                    <a:pt x="3985" y="0"/>
                  </a:moveTo>
                  <a:cubicBezTo>
                    <a:pt x="3519" y="4"/>
                    <a:pt x="3057" y="45"/>
                    <a:pt x="2603" y="126"/>
                  </a:cubicBezTo>
                  <a:cubicBezTo>
                    <a:pt x="2149" y="215"/>
                    <a:pt x="1703" y="349"/>
                    <a:pt x="1273" y="515"/>
                  </a:cubicBezTo>
                  <a:cubicBezTo>
                    <a:pt x="844" y="689"/>
                    <a:pt x="434" y="908"/>
                    <a:pt x="53" y="1168"/>
                  </a:cubicBezTo>
                  <a:cubicBezTo>
                    <a:pt x="13" y="1196"/>
                    <a:pt x="1" y="1249"/>
                    <a:pt x="21" y="1289"/>
                  </a:cubicBezTo>
                  <a:cubicBezTo>
                    <a:pt x="40" y="1323"/>
                    <a:pt x="74" y="1341"/>
                    <a:pt x="108" y="1341"/>
                  </a:cubicBezTo>
                  <a:cubicBezTo>
                    <a:pt x="124" y="1341"/>
                    <a:pt x="140" y="1337"/>
                    <a:pt x="155" y="1330"/>
                  </a:cubicBezTo>
                  <a:cubicBezTo>
                    <a:pt x="552" y="1131"/>
                    <a:pt x="961" y="957"/>
                    <a:pt x="1379" y="811"/>
                  </a:cubicBezTo>
                  <a:cubicBezTo>
                    <a:pt x="1796" y="661"/>
                    <a:pt x="2230" y="547"/>
                    <a:pt x="2668" y="474"/>
                  </a:cubicBezTo>
                  <a:cubicBezTo>
                    <a:pt x="3102" y="385"/>
                    <a:pt x="3544" y="341"/>
                    <a:pt x="3990" y="333"/>
                  </a:cubicBezTo>
                  <a:cubicBezTo>
                    <a:pt x="4099" y="329"/>
                    <a:pt x="4209" y="327"/>
                    <a:pt x="4319" y="327"/>
                  </a:cubicBezTo>
                  <a:cubicBezTo>
                    <a:pt x="4655" y="327"/>
                    <a:pt x="4990" y="346"/>
                    <a:pt x="5323" y="385"/>
                  </a:cubicBezTo>
                  <a:cubicBezTo>
                    <a:pt x="5380" y="385"/>
                    <a:pt x="5429" y="349"/>
                    <a:pt x="5441" y="292"/>
                  </a:cubicBezTo>
                  <a:cubicBezTo>
                    <a:pt x="5453" y="231"/>
                    <a:pt x="5416" y="174"/>
                    <a:pt x="5360" y="162"/>
                  </a:cubicBezTo>
                  <a:cubicBezTo>
                    <a:pt x="4906" y="57"/>
                    <a:pt x="4448" y="0"/>
                    <a:pt x="398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" name="Google Shape;5390;p73"/>
            <p:cNvSpPr/>
            <p:nvPr/>
          </p:nvSpPr>
          <p:spPr>
            <a:xfrm>
              <a:off x="2789462" y="2690328"/>
              <a:ext cx="1096668" cy="1550387"/>
            </a:xfrm>
            <a:custGeom>
              <a:avLst/>
              <a:gdLst/>
              <a:ahLst/>
              <a:cxnLst/>
              <a:rect l="l" t="t" r="r" b="b"/>
              <a:pathLst>
                <a:path w="63245" h="89411" extrusionOk="0">
                  <a:moveTo>
                    <a:pt x="29877" y="1"/>
                  </a:moveTo>
                  <a:cubicBezTo>
                    <a:pt x="21249" y="1"/>
                    <a:pt x="14014" y="1807"/>
                    <a:pt x="10484" y="4344"/>
                  </a:cubicBezTo>
                  <a:cubicBezTo>
                    <a:pt x="8757" y="5588"/>
                    <a:pt x="7371" y="7465"/>
                    <a:pt x="6260" y="9735"/>
                  </a:cubicBezTo>
                  <a:cubicBezTo>
                    <a:pt x="3978" y="14414"/>
                    <a:pt x="2851" y="20770"/>
                    <a:pt x="2247" y="26798"/>
                  </a:cubicBezTo>
                  <a:cubicBezTo>
                    <a:pt x="1351" y="35757"/>
                    <a:pt x="2162" y="47853"/>
                    <a:pt x="1707" y="56002"/>
                  </a:cubicBezTo>
                  <a:cubicBezTo>
                    <a:pt x="1258" y="64150"/>
                    <a:pt x="1614" y="74896"/>
                    <a:pt x="1797" y="75525"/>
                  </a:cubicBezTo>
                  <a:cubicBezTo>
                    <a:pt x="1979" y="76153"/>
                    <a:pt x="1" y="80097"/>
                    <a:pt x="1797" y="82335"/>
                  </a:cubicBezTo>
                  <a:cubicBezTo>
                    <a:pt x="3588" y="84577"/>
                    <a:pt x="12458" y="89324"/>
                    <a:pt x="25443" y="89409"/>
                  </a:cubicBezTo>
                  <a:cubicBezTo>
                    <a:pt x="25579" y="89410"/>
                    <a:pt x="25715" y="89411"/>
                    <a:pt x="25853" y="89411"/>
                  </a:cubicBezTo>
                  <a:cubicBezTo>
                    <a:pt x="33566" y="89411"/>
                    <a:pt x="43646" y="87860"/>
                    <a:pt x="50820" y="86223"/>
                  </a:cubicBezTo>
                  <a:cubicBezTo>
                    <a:pt x="55733" y="85108"/>
                    <a:pt x="59272" y="83953"/>
                    <a:pt x="59746" y="83231"/>
                  </a:cubicBezTo>
                  <a:cubicBezTo>
                    <a:pt x="60824" y="81565"/>
                    <a:pt x="60605" y="80604"/>
                    <a:pt x="60439" y="75525"/>
                  </a:cubicBezTo>
                  <a:cubicBezTo>
                    <a:pt x="60423" y="75136"/>
                    <a:pt x="60403" y="74714"/>
                    <a:pt x="60378" y="74272"/>
                  </a:cubicBezTo>
                  <a:cubicBezTo>
                    <a:pt x="60018" y="68098"/>
                    <a:pt x="62527" y="60120"/>
                    <a:pt x="62888" y="47403"/>
                  </a:cubicBezTo>
                  <a:cubicBezTo>
                    <a:pt x="63245" y="34679"/>
                    <a:pt x="62349" y="18289"/>
                    <a:pt x="57691" y="11507"/>
                  </a:cubicBezTo>
                  <a:cubicBezTo>
                    <a:pt x="53037" y="4721"/>
                    <a:pt x="47954" y="2451"/>
                    <a:pt x="43539" y="1482"/>
                  </a:cubicBezTo>
                  <a:cubicBezTo>
                    <a:pt x="38829" y="450"/>
                    <a:pt x="34180" y="1"/>
                    <a:pt x="29877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" name="Google Shape;5391;p73"/>
            <p:cNvSpPr/>
            <p:nvPr/>
          </p:nvSpPr>
          <p:spPr>
            <a:xfrm>
              <a:off x="2791439" y="2683860"/>
              <a:ext cx="1098628" cy="1563080"/>
            </a:xfrm>
            <a:custGeom>
              <a:avLst/>
              <a:gdLst/>
              <a:ahLst/>
              <a:cxnLst/>
              <a:rect l="l" t="t" r="r" b="b"/>
              <a:pathLst>
                <a:path w="63358" h="90143" extrusionOk="0">
                  <a:moveTo>
                    <a:pt x="29565" y="777"/>
                  </a:moveTo>
                  <a:cubicBezTo>
                    <a:pt x="34316" y="777"/>
                    <a:pt x="39152" y="1283"/>
                    <a:pt x="43348" y="2195"/>
                  </a:cubicBezTo>
                  <a:cubicBezTo>
                    <a:pt x="46968" y="2990"/>
                    <a:pt x="52343" y="4875"/>
                    <a:pt x="57285" y="12071"/>
                  </a:cubicBezTo>
                  <a:cubicBezTo>
                    <a:pt x="59056" y="14657"/>
                    <a:pt x="63106" y="23304"/>
                    <a:pt x="62417" y="47760"/>
                  </a:cubicBezTo>
                  <a:cubicBezTo>
                    <a:pt x="62231" y="54364"/>
                    <a:pt x="61448" y="59784"/>
                    <a:pt x="60820" y="64142"/>
                  </a:cubicBezTo>
                  <a:cubicBezTo>
                    <a:pt x="60212" y="68350"/>
                    <a:pt x="59737" y="71662"/>
                    <a:pt x="59908" y="74661"/>
                  </a:cubicBezTo>
                  <a:cubicBezTo>
                    <a:pt x="59936" y="75103"/>
                    <a:pt x="59956" y="75521"/>
                    <a:pt x="59964" y="75910"/>
                  </a:cubicBezTo>
                  <a:cubicBezTo>
                    <a:pt x="59989" y="76595"/>
                    <a:pt x="60017" y="77207"/>
                    <a:pt x="60037" y="77754"/>
                  </a:cubicBezTo>
                  <a:cubicBezTo>
                    <a:pt x="60171" y="81233"/>
                    <a:pt x="60204" y="82060"/>
                    <a:pt x="59332" y="83409"/>
                  </a:cubicBezTo>
                  <a:cubicBezTo>
                    <a:pt x="59012" y="83896"/>
                    <a:pt x="56154" y="84990"/>
                    <a:pt x="50624" y="86247"/>
                  </a:cubicBezTo>
                  <a:cubicBezTo>
                    <a:pt x="44146" y="87727"/>
                    <a:pt x="33793" y="89429"/>
                    <a:pt x="25714" y="89429"/>
                  </a:cubicBezTo>
                  <a:lnTo>
                    <a:pt x="25337" y="89429"/>
                  </a:lnTo>
                  <a:cubicBezTo>
                    <a:pt x="12831" y="89344"/>
                    <a:pt x="3803" y="84792"/>
                    <a:pt x="1958" y="82485"/>
                  </a:cubicBezTo>
                  <a:cubicBezTo>
                    <a:pt x="779" y="81006"/>
                    <a:pt x="1423" y="78606"/>
                    <a:pt x="1808" y="77171"/>
                  </a:cubicBezTo>
                  <a:cubicBezTo>
                    <a:pt x="2011" y="76404"/>
                    <a:pt x="2096" y="76060"/>
                    <a:pt x="2027" y="75809"/>
                  </a:cubicBezTo>
                  <a:cubicBezTo>
                    <a:pt x="1857" y="75140"/>
                    <a:pt x="1504" y="64446"/>
                    <a:pt x="1950" y="56395"/>
                  </a:cubicBezTo>
                  <a:cubicBezTo>
                    <a:pt x="2137" y="52945"/>
                    <a:pt x="2100" y="48839"/>
                    <a:pt x="2064" y="44485"/>
                  </a:cubicBezTo>
                  <a:cubicBezTo>
                    <a:pt x="2019" y="38534"/>
                    <a:pt x="1970" y="32372"/>
                    <a:pt x="2481" y="27207"/>
                  </a:cubicBezTo>
                  <a:cubicBezTo>
                    <a:pt x="3227" y="19773"/>
                    <a:pt x="4528" y="14231"/>
                    <a:pt x="6466" y="10267"/>
                  </a:cubicBezTo>
                  <a:cubicBezTo>
                    <a:pt x="7613" y="7911"/>
                    <a:pt x="9004" y="6144"/>
                    <a:pt x="10581" y="5009"/>
                  </a:cubicBezTo>
                  <a:cubicBezTo>
                    <a:pt x="14675" y="2066"/>
                    <a:pt x="22000" y="777"/>
                    <a:pt x="29565" y="777"/>
                  </a:cubicBezTo>
                  <a:close/>
                  <a:moveTo>
                    <a:pt x="29705" y="0"/>
                  </a:moveTo>
                  <a:cubicBezTo>
                    <a:pt x="20930" y="0"/>
                    <a:pt x="13703" y="1882"/>
                    <a:pt x="10163" y="4429"/>
                  </a:cubicBezTo>
                  <a:cubicBezTo>
                    <a:pt x="8489" y="5637"/>
                    <a:pt x="7030" y="7494"/>
                    <a:pt x="5826" y="9958"/>
                  </a:cubicBezTo>
                  <a:cubicBezTo>
                    <a:pt x="3856" y="13996"/>
                    <a:pt x="2530" y="19615"/>
                    <a:pt x="1776" y="27134"/>
                  </a:cubicBezTo>
                  <a:cubicBezTo>
                    <a:pt x="1253" y="32336"/>
                    <a:pt x="1306" y="38518"/>
                    <a:pt x="1354" y="44497"/>
                  </a:cubicBezTo>
                  <a:cubicBezTo>
                    <a:pt x="1391" y="48835"/>
                    <a:pt x="1427" y="52929"/>
                    <a:pt x="1241" y="56354"/>
                  </a:cubicBezTo>
                  <a:cubicBezTo>
                    <a:pt x="803" y="64300"/>
                    <a:pt x="1131" y="75261"/>
                    <a:pt x="1334" y="75987"/>
                  </a:cubicBezTo>
                  <a:cubicBezTo>
                    <a:pt x="1358" y="76113"/>
                    <a:pt x="1225" y="76599"/>
                    <a:pt x="1119" y="76984"/>
                  </a:cubicBezTo>
                  <a:cubicBezTo>
                    <a:pt x="698" y="78549"/>
                    <a:pt x="0" y="81168"/>
                    <a:pt x="1403" y="82927"/>
                  </a:cubicBezTo>
                  <a:cubicBezTo>
                    <a:pt x="3385" y="85400"/>
                    <a:pt x="12429" y="90050"/>
                    <a:pt x="25325" y="90143"/>
                  </a:cubicBezTo>
                  <a:lnTo>
                    <a:pt x="25714" y="90143"/>
                  </a:lnTo>
                  <a:cubicBezTo>
                    <a:pt x="33854" y="90143"/>
                    <a:pt x="44268" y="88432"/>
                    <a:pt x="50783" y="86944"/>
                  </a:cubicBezTo>
                  <a:cubicBezTo>
                    <a:pt x="53896" y="86235"/>
                    <a:pt x="59219" y="84893"/>
                    <a:pt x="59928" y="83799"/>
                  </a:cubicBezTo>
                  <a:cubicBezTo>
                    <a:pt x="60921" y="82262"/>
                    <a:pt x="60885" y="81306"/>
                    <a:pt x="60743" y="77730"/>
                  </a:cubicBezTo>
                  <a:cubicBezTo>
                    <a:pt x="60727" y="77183"/>
                    <a:pt x="60698" y="76575"/>
                    <a:pt x="60678" y="75890"/>
                  </a:cubicBezTo>
                  <a:cubicBezTo>
                    <a:pt x="60670" y="75500"/>
                    <a:pt x="60641" y="75075"/>
                    <a:pt x="60617" y="74629"/>
                  </a:cubicBezTo>
                  <a:cubicBezTo>
                    <a:pt x="60451" y="71698"/>
                    <a:pt x="60921" y="68414"/>
                    <a:pt x="61525" y="64251"/>
                  </a:cubicBezTo>
                  <a:cubicBezTo>
                    <a:pt x="62154" y="59877"/>
                    <a:pt x="62940" y="54429"/>
                    <a:pt x="63126" y="47785"/>
                  </a:cubicBezTo>
                  <a:cubicBezTo>
                    <a:pt x="63358" y="39572"/>
                    <a:pt x="63313" y="19603"/>
                    <a:pt x="57873" y="11677"/>
                  </a:cubicBezTo>
                  <a:cubicBezTo>
                    <a:pt x="52789" y="4267"/>
                    <a:pt x="47235" y="2325"/>
                    <a:pt x="43502" y="1506"/>
                  </a:cubicBezTo>
                  <a:cubicBezTo>
                    <a:pt x="38699" y="454"/>
                    <a:pt x="34015" y="0"/>
                    <a:pt x="2970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" name="Google Shape;5392;p73"/>
            <p:cNvSpPr/>
            <p:nvPr/>
          </p:nvSpPr>
          <p:spPr>
            <a:xfrm>
              <a:off x="3165965" y="3038255"/>
              <a:ext cx="63759" cy="1146833"/>
            </a:xfrm>
            <a:custGeom>
              <a:avLst/>
              <a:gdLst/>
              <a:ahLst/>
              <a:cxnLst/>
              <a:rect l="l" t="t" r="r" b="b"/>
              <a:pathLst>
                <a:path w="3677" h="66138" extrusionOk="0">
                  <a:moveTo>
                    <a:pt x="2900" y="0"/>
                  </a:moveTo>
                  <a:cubicBezTo>
                    <a:pt x="2571" y="0"/>
                    <a:pt x="2276" y="228"/>
                    <a:pt x="2205" y="563"/>
                  </a:cubicBezTo>
                  <a:cubicBezTo>
                    <a:pt x="276" y="9469"/>
                    <a:pt x="73" y="27055"/>
                    <a:pt x="33" y="42840"/>
                  </a:cubicBezTo>
                  <a:cubicBezTo>
                    <a:pt x="0" y="56907"/>
                    <a:pt x="1111" y="65432"/>
                    <a:pt x="1127" y="65521"/>
                  </a:cubicBezTo>
                  <a:cubicBezTo>
                    <a:pt x="1168" y="65874"/>
                    <a:pt x="1468" y="66137"/>
                    <a:pt x="1824" y="66137"/>
                  </a:cubicBezTo>
                  <a:lnTo>
                    <a:pt x="1922" y="66133"/>
                  </a:lnTo>
                  <a:cubicBezTo>
                    <a:pt x="2311" y="66081"/>
                    <a:pt x="2586" y="65724"/>
                    <a:pt x="2534" y="65331"/>
                  </a:cubicBezTo>
                  <a:cubicBezTo>
                    <a:pt x="2522" y="65250"/>
                    <a:pt x="1419" y="56814"/>
                    <a:pt x="1455" y="42840"/>
                  </a:cubicBezTo>
                  <a:cubicBezTo>
                    <a:pt x="1492" y="27132"/>
                    <a:pt x="1695" y="9640"/>
                    <a:pt x="3596" y="863"/>
                  </a:cubicBezTo>
                  <a:cubicBezTo>
                    <a:pt x="3677" y="478"/>
                    <a:pt x="3430" y="97"/>
                    <a:pt x="3049" y="16"/>
                  </a:cubicBezTo>
                  <a:cubicBezTo>
                    <a:pt x="2999" y="5"/>
                    <a:pt x="2949" y="0"/>
                    <a:pt x="29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" name="Google Shape;5393;p73"/>
            <p:cNvSpPr/>
            <p:nvPr/>
          </p:nvSpPr>
          <p:spPr>
            <a:xfrm>
              <a:off x="3159844" y="3032116"/>
              <a:ext cx="76573" cy="1159162"/>
            </a:xfrm>
            <a:custGeom>
              <a:avLst/>
              <a:gdLst/>
              <a:ahLst/>
              <a:cxnLst/>
              <a:rect l="l" t="t" r="r" b="b"/>
              <a:pathLst>
                <a:path w="4416" h="66849" extrusionOk="0">
                  <a:moveTo>
                    <a:pt x="3252" y="710"/>
                  </a:moveTo>
                  <a:lnTo>
                    <a:pt x="3325" y="718"/>
                  </a:lnTo>
                  <a:cubicBezTo>
                    <a:pt x="3515" y="759"/>
                    <a:pt x="3637" y="945"/>
                    <a:pt x="3596" y="1140"/>
                  </a:cubicBezTo>
                  <a:cubicBezTo>
                    <a:pt x="1691" y="9945"/>
                    <a:pt x="1488" y="27461"/>
                    <a:pt x="1456" y="43190"/>
                  </a:cubicBezTo>
                  <a:cubicBezTo>
                    <a:pt x="1419" y="57233"/>
                    <a:pt x="2522" y="65652"/>
                    <a:pt x="2534" y="65733"/>
                  </a:cubicBezTo>
                  <a:cubicBezTo>
                    <a:pt x="2558" y="65924"/>
                    <a:pt x="2425" y="66106"/>
                    <a:pt x="2230" y="66131"/>
                  </a:cubicBezTo>
                  <a:cubicBezTo>
                    <a:pt x="2213" y="66133"/>
                    <a:pt x="2196" y="66134"/>
                    <a:pt x="2179" y="66134"/>
                  </a:cubicBezTo>
                  <a:cubicBezTo>
                    <a:pt x="2005" y="66134"/>
                    <a:pt x="1855" y="66004"/>
                    <a:pt x="1829" y="65827"/>
                  </a:cubicBezTo>
                  <a:cubicBezTo>
                    <a:pt x="1817" y="65742"/>
                    <a:pt x="710" y="57172"/>
                    <a:pt x="738" y="43194"/>
                  </a:cubicBezTo>
                  <a:cubicBezTo>
                    <a:pt x="779" y="27429"/>
                    <a:pt x="981" y="9864"/>
                    <a:pt x="2903" y="994"/>
                  </a:cubicBezTo>
                  <a:cubicBezTo>
                    <a:pt x="2939" y="828"/>
                    <a:pt x="3085" y="710"/>
                    <a:pt x="3252" y="710"/>
                  </a:cubicBezTo>
                  <a:close/>
                  <a:moveTo>
                    <a:pt x="3246" y="0"/>
                  </a:moveTo>
                  <a:cubicBezTo>
                    <a:pt x="2756" y="0"/>
                    <a:pt x="2315" y="341"/>
                    <a:pt x="2210" y="840"/>
                  </a:cubicBezTo>
                  <a:cubicBezTo>
                    <a:pt x="272" y="9783"/>
                    <a:pt x="69" y="27388"/>
                    <a:pt x="29" y="43194"/>
                  </a:cubicBezTo>
                  <a:cubicBezTo>
                    <a:pt x="0" y="57293"/>
                    <a:pt x="1115" y="65839"/>
                    <a:pt x="1123" y="65920"/>
                  </a:cubicBezTo>
                  <a:cubicBezTo>
                    <a:pt x="1196" y="66447"/>
                    <a:pt x="1646" y="66840"/>
                    <a:pt x="2177" y="66848"/>
                  </a:cubicBezTo>
                  <a:lnTo>
                    <a:pt x="2319" y="66836"/>
                  </a:lnTo>
                  <a:cubicBezTo>
                    <a:pt x="2903" y="66759"/>
                    <a:pt x="3312" y="66224"/>
                    <a:pt x="3239" y="65640"/>
                  </a:cubicBezTo>
                  <a:cubicBezTo>
                    <a:pt x="3227" y="65555"/>
                    <a:pt x="2129" y="57188"/>
                    <a:pt x="2165" y="43198"/>
                  </a:cubicBezTo>
                  <a:cubicBezTo>
                    <a:pt x="2198" y="27506"/>
                    <a:pt x="2400" y="10034"/>
                    <a:pt x="4293" y="1290"/>
                  </a:cubicBezTo>
                  <a:cubicBezTo>
                    <a:pt x="4415" y="714"/>
                    <a:pt x="4050" y="147"/>
                    <a:pt x="3475" y="25"/>
                  </a:cubicBezTo>
                  <a:cubicBezTo>
                    <a:pt x="3398" y="8"/>
                    <a:pt x="3321" y="0"/>
                    <a:pt x="324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" name="Google Shape;5394;p73"/>
            <p:cNvSpPr/>
            <p:nvPr/>
          </p:nvSpPr>
          <p:spPr>
            <a:xfrm>
              <a:off x="3188109" y="3091541"/>
              <a:ext cx="37836" cy="16525"/>
            </a:xfrm>
            <a:custGeom>
              <a:avLst/>
              <a:gdLst/>
              <a:ahLst/>
              <a:cxnLst/>
              <a:rect l="l" t="t" r="r" b="b"/>
              <a:pathLst>
                <a:path w="2182" h="953" extrusionOk="0">
                  <a:moveTo>
                    <a:pt x="404" y="0"/>
                  </a:moveTo>
                  <a:cubicBezTo>
                    <a:pt x="278" y="0"/>
                    <a:pt x="157" y="67"/>
                    <a:pt x="93" y="186"/>
                  </a:cubicBezTo>
                  <a:cubicBezTo>
                    <a:pt x="0" y="356"/>
                    <a:pt x="61" y="571"/>
                    <a:pt x="235" y="668"/>
                  </a:cubicBezTo>
                  <a:cubicBezTo>
                    <a:pt x="260" y="680"/>
                    <a:pt x="754" y="952"/>
                    <a:pt x="1516" y="952"/>
                  </a:cubicBezTo>
                  <a:lnTo>
                    <a:pt x="1845" y="936"/>
                  </a:lnTo>
                  <a:cubicBezTo>
                    <a:pt x="2039" y="911"/>
                    <a:pt x="2181" y="737"/>
                    <a:pt x="2165" y="547"/>
                  </a:cubicBezTo>
                  <a:cubicBezTo>
                    <a:pt x="2146" y="361"/>
                    <a:pt x="1992" y="224"/>
                    <a:pt x="1813" y="224"/>
                  </a:cubicBezTo>
                  <a:cubicBezTo>
                    <a:pt x="1800" y="224"/>
                    <a:pt x="1788" y="225"/>
                    <a:pt x="1776" y="226"/>
                  </a:cubicBezTo>
                  <a:cubicBezTo>
                    <a:pt x="1689" y="235"/>
                    <a:pt x="1606" y="239"/>
                    <a:pt x="1526" y="239"/>
                  </a:cubicBezTo>
                  <a:cubicBezTo>
                    <a:pt x="955" y="239"/>
                    <a:pt x="583" y="48"/>
                    <a:pt x="576" y="44"/>
                  </a:cubicBezTo>
                  <a:cubicBezTo>
                    <a:pt x="521" y="15"/>
                    <a:pt x="462" y="0"/>
                    <a:pt x="40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" name="Google Shape;5395;p73"/>
            <p:cNvSpPr/>
            <p:nvPr/>
          </p:nvSpPr>
          <p:spPr>
            <a:xfrm>
              <a:off x="3183670" y="3125041"/>
              <a:ext cx="37767" cy="16629"/>
            </a:xfrm>
            <a:custGeom>
              <a:avLst/>
              <a:gdLst/>
              <a:ahLst/>
              <a:cxnLst/>
              <a:rect l="l" t="t" r="r" b="b"/>
              <a:pathLst>
                <a:path w="2178" h="959" extrusionOk="0">
                  <a:moveTo>
                    <a:pt x="405" y="1"/>
                  </a:moveTo>
                  <a:cubicBezTo>
                    <a:pt x="283" y="1"/>
                    <a:pt x="164" y="63"/>
                    <a:pt x="98" y="175"/>
                  </a:cubicBezTo>
                  <a:cubicBezTo>
                    <a:pt x="1" y="338"/>
                    <a:pt x="49" y="552"/>
                    <a:pt x="211" y="654"/>
                  </a:cubicBezTo>
                  <a:cubicBezTo>
                    <a:pt x="236" y="670"/>
                    <a:pt x="730" y="958"/>
                    <a:pt x="1468" y="958"/>
                  </a:cubicBezTo>
                  <a:cubicBezTo>
                    <a:pt x="1485" y="958"/>
                    <a:pt x="1501" y="959"/>
                    <a:pt x="1518" y="959"/>
                  </a:cubicBezTo>
                  <a:cubicBezTo>
                    <a:pt x="1627" y="959"/>
                    <a:pt x="1736" y="948"/>
                    <a:pt x="1845" y="933"/>
                  </a:cubicBezTo>
                  <a:cubicBezTo>
                    <a:pt x="2040" y="909"/>
                    <a:pt x="2178" y="731"/>
                    <a:pt x="2153" y="532"/>
                  </a:cubicBezTo>
                  <a:cubicBezTo>
                    <a:pt x="2127" y="356"/>
                    <a:pt x="1973" y="225"/>
                    <a:pt x="1797" y="225"/>
                  </a:cubicBezTo>
                  <a:cubicBezTo>
                    <a:pt x="1782" y="225"/>
                    <a:pt x="1767" y="226"/>
                    <a:pt x="1752" y="228"/>
                  </a:cubicBezTo>
                  <a:cubicBezTo>
                    <a:pt x="1654" y="243"/>
                    <a:pt x="1555" y="250"/>
                    <a:pt x="1456" y="250"/>
                  </a:cubicBezTo>
                  <a:cubicBezTo>
                    <a:pt x="1153" y="250"/>
                    <a:pt x="852" y="180"/>
                    <a:pt x="576" y="46"/>
                  </a:cubicBezTo>
                  <a:cubicBezTo>
                    <a:pt x="522" y="15"/>
                    <a:pt x="463" y="1"/>
                    <a:pt x="40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" name="Google Shape;5396;p73"/>
            <p:cNvSpPr/>
            <p:nvPr/>
          </p:nvSpPr>
          <p:spPr>
            <a:xfrm>
              <a:off x="3179525" y="3159635"/>
              <a:ext cx="37975" cy="17167"/>
            </a:xfrm>
            <a:custGeom>
              <a:avLst/>
              <a:gdLst/>
              <a:ahLst/>
              <a:cxnLst/>
              <a:rect l="l" t="t" r="r" b="b"/>
              <a:pathLst>
                <a:path w="2190" h="990" extrusionOk="0">
                  <a:moveTo>
                    <a:pt x="405" y="1"/>
                  </a:moveTo>
                  <a:cubicBezTo>
                    <a:pt x="293" y="1"/>
                    <a:pt x="183" y="55"/>
                    <a:pt x="118" y="155"/>
                  </a:cubicBezTo>
                  <a:cubicBezTo>
                    <a:pt x="0" y="313"/>
                    <a:pt x="37" y="536"/>
                    <a:pt x="203" y="645"/>
                  </a:cubicBezTo>
                  <a:cubicBezTo>
                    <a:pt x="570" y="872"/>
                    <a:pt x="995" y="990"/>
                    <a:pt x="1426" y="990"/>
                  </a:cubicBezTo>
                  <a:cubicBezTo>
                    <a:pt x="1433" y="990"/>
                    <a:pt x="1440" y="990"/>
                    <a:pt x="1448" y="990"/>
                  </a:cubicBezTo>
                  <a:cubicBezTo>
                    <a:pt x="1590" y="990"/>
                    <a:pt x="1727" y="977"/>
                    <a:pt x="1865" y="957"/>
                  </a:cubicBezTo>
                  <a:cubicBezTo>
                    <a:pt x="2056" y="925"/>
                    <a:pt x="2190" y="742"/>
                    <a:pt x="2157" y="552"/>
                  </a:cubicBezTo>
                  <a:cubicBezTo>
                    <a:pt x="2132" y="377"/>
                    <a:pt x="1982" y="251"/>
                    <a:pt x="1810" y="251"/>
                  </a:cubicBezTo>
                  <a:cubicBezTo>
                    <a:pt x="1791" y="251"/>
                    <a:pt x="1771" y="253"/>
                    <a:pt x="1752" y="256"/>
                  </a:cubicBezTo>
                  <a:cubicBezTo>
                    <a:pt x="1643" y="274"/>
                    <a:pt x="1539" y="282"/>
                    <a:pt x="1443" y="282"/>
                  </a:cubicBezTo>
                  <a:cubicBezTo>
                    <a:pt x="944" y="282"/>
                    <a:pt x="626" y="76"/>
                    <a:pt x="609" y="65"/>
                  </a:cubicBezTo>
                  <a:cubicBezTo>
                    <a:pt x="546" y="22"/>
                    <a:pt x="475" y="1"/>
                    <a:pt x="40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" name="Google Shape;5397;p73"/>
            <p:cNvSpPr/>
            <p:nvPr/>
          </p:nvSpPr>
          <p:spPr>
            <a:xfrm>
              <a:off x="3176005" y="3196586"/>
              <a:ext cx="38686" cy="14514"/>
            </a:xfrm>
            <a:custGeom>
              <a:avLst/>
              <a:gdLst/>
              <a:ahLst/>
              <a:cxnLst/>
              <a:rect l="l" t="t" r="r" b="b"/>
              <a:pathLst>
                <a:path w="2231" h="837" extrusionOk="0">
                  <a:moveTo>
                    <a:pt x="409" y="0"/>
                  </a:moveTo>
                  <a:cubicBezTo>
                    <a:pt x="274" y="0"/>
                    <a:pt x="146" y="77"/>
                    <a:pt x="86" y="209"/>
                  </a:cubicBezTo>
                  <a:cubicBezTo>
                    <a:pt x="1" y="387"/>
                    <a:pt x="78" y="598"/>
                    <a:pt x="260" y="679"/>
                  </a:cubicBezTo>
                  <a:cubicBezTo>
                    <a:pt x="276" y="691"/>
                    <a:pt x="605" y="837"/>
                    <a:pt x="1099" y="837"/>
                  </a:cubicBezTo>
                  <a:cubicBezTo>
                    <a:pt x="1387" y="837"/>
                    <a:pt x="1675" y="788"/>
                    <a:pt x="1947" y="695"/>
                  </a:cubicBezTo>
                  <a:cubicBezTo>
                    <a:pt x="2129" y="630"/>
                    <a:pt x="2230" y="427"/>
                    <a:pt x="2170" y="245"/>
                  </a:cubicBezTo>
                  <a:cubicBezTo>
                    <a:pt x="2118" y="94"/>
                    <a:pt x="1981" y="2"/>
                    <a:pt x="1835" y="2"/>
                  </a:cubicBezTo>
                  <a:cubicBezTo>
                    <a:pt x="1797" y="2"/>
                    <a:pt x="1758" y="9"/>
                    <a:pt x="1720" y="22"/>
                  </a:cubicBezTo>
                  <a:cubicBezTo>
                    <a:pt x="1484" y="101"/>
                    <a:pt x="1272" y="127"/>
                    <a:pt x="1095" y="127"/>
                  </a:cubicBezTo>
                  <a:cubicBezTo>
                    <a:pt x="773" y="127"/>
                    <a:pt x="568" y="41"/>
                    <a:pt x="552" y="30"/>
                  </a:cubicBezTo>
                  <a:cubicBezTo>
                    <a:pt x="505" y="10"/>
                    <a:pt x="457" y="0"/>
                    <a:pt x="40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" name="Google Shape;5398;p73"/>
            <p:cNvSpPr/>
            <p:nvPr/>
          </p:nvSpPr>
          <p:spPr>
            <a:xfrm>
              <a:off x="3173058" y="3233937"/>
              <a:ext cx="38755" cy="15277"/>
            </a:xfrm>
            <a:custGeom>
              <a:avLst/>
              <a:gdLst/>
              <a:ahLst/>
              <a:cxnLst/>
              <a:rect l="l" t="t" r="r" b="b"/>
              <a:pathLst>
                <a:path w="2235" h="881" extrusionOk="0">
                  <a:moveTo>
                    <a:pt x="1828" y="0"/>
                  </a:moveTo>
                  <a:cubicBezTo>
                    <a:pt x="1782" y="0"/>
                    <a:pt x="1736" y="10"/>
                    <a:pt x="1691" y="29"/>
                  </a:cubicBezTo>
                  <a:cubicBezTo>
                    <a:pt x="1441" y="138"/>
                    <a:pt x="1230" y="173"/>
                    <a:pt x="1062" y="173"/>
                  </a:cubicBezTo>
                  <a:cubicBezTo>
                    <a:pt x="781" y="173"/>
                    <a:pt x="622" y="75"/>
                    <a:pt x="605" y="65"/>
                  </a:cubicBezTo>
                  <a:cubicBezTo>
                    <a:pt x="544" y="22"/>
                    <a:pt x="474" y="1"/>
                    <a:pt x="404" y="1"/>
                  </a:cubicBezTo>
                  <a:cubicBezTo>
                    <a:pt x="291" y="1"/>
                    <a:pt x="180" y="55"/>
                    <a:pt x="110" y="154"/>
                  </a:cubicBezTo>
                  <a:cubicBezTo>
                    <a:pt x="1" y="317"/>
                    <a:pt x="41" y="536"/>
                    <a:pt x="199" y="649"/>
                  </a:cubicBezTo>
                  <a:cubicBezTo>
                    <a:pt x="219" y="661"/>
                    <a:pt x="540" y="880"/>
                    <a:pt x="1071" y="880"/>
                  </a:cubicBezTo>
                  <a:cubicBezTo>
                    <a:pt x="1383" y="876"/>
                    <a:pt x="1687" y="811"/>
                    <a:pt x="1971" y="685"/>
                  </a:cubicBezTo>
                  <a:cubicBezTo>
                    <a:pt x="2149" y="608"/>
                    <a:pt x="2234" y="398"/>
                    <a:pt x="2157" y="219"/>
                  </a:cubicBezTo>
                  <a:cubicBezTo>
                    <a:pt x="2099" y="82"/>
                    <a:pt x="1966" y="0"/>
                    <a:pt x="182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" name="Google Shape;5399;p73"/>
            <p:cNvSpPr/>
            <p:nvPr/>
          </p:nvSpPr>
          <p:spPr>
            <a:xfrm>
              <a:off x="3169884" y="3266883"/>
              <a:ext cx="39466" cy="17617"/>
            </a:xfrm>
            <a:custGeom>
              <a:avLst/>
              <a:gdLst/>
              <a:ahLst/>
              <a:cxnLst/>
              <a:rect l="l" t="t" r="r" b="b"/>
              <a:pathLst>
                <a:path w="2276" h="1016" extrusionOk="0">
                  <a:moveTo>
                    <a:pt x="480" y="1"/>
                  </a:moveTo>
                  <a:cubicBezTo>
                    <a:pt x="229" y="1"/>
                    <a:pt x="0" y="288"/>
                    <a:pt x="179" y="557"/>
                  </a:cubicBezTo>
                  <a:cubicBezTo>
                    <a:pt x="334" y="756"/>
                    <a:pt x="694" y="1015"/>
                    <a:pt x="1205" y="1015"/>
                  </a:cubicBezTo>
                  <a:cubicBezTo>
                    <a:pt x="1493" y="1011"/>
                    <a:pt x="1781" y="938"/>
                    <a:pt x="2036" y="800"/>
                  </a:cubicBezTo>
                  <a:cubicBezTo>
                    <a:pt x="2206" y="711"/>
                    <a:pt x="2275" y="500"/>
                    <a:pt x="2186" y="326"/>
                  </a:cubicBezTo>
                  <a:cubicBezTo>
                    <a:pt x="2125" y="204"/>
                    <a:pt x="2000" y="132"/>
                    <a:pt x="1870" y="132"/>
                  </a:cubicBezTo>
                  <a:cubicBezTo>
                    <a:pt x="1818" y="132"/>
                    <a:pt x="1766" y="144"/>
                    <a:pt x="1716" y="168"/>
                  </a:cubicBezTo>
                  <a:cubicBezTo>
                    <a:pt x="1510" y="272"/>
                    <a:pt x="1338" y="308"/>
                    <a:pt x="1200" y="308"/>
                  </a:cubicBezTo>
                  <a:cubicBezTo>
                    <a:pt x="910" y="308"/>
                    <a:pt x="764" y="151"/>
                    <a:pt x="739" y="123"/>
                  </a:cubicBezTo>
                  <a:cubicBezTo>
                    <a:pt x="661" y="37"/>
                    <a:pt x="569" y="1"/>
                    <a:pt x="4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" name="Google Shape;5400;p73"/>
            <p:cNvSpPr/>
            <p:nvPr/>
          </p:nvSpPr>
          <p:spPr>
            <a:xfrm>
              <a:off x="3168202" y="3314585"/>
              <a:ext cx="35738" cy="14271"/>
            </a:xfrm>
            <a:custGeom>
              <a:avLst/>
              <a:gdLst/>
              <a:ahLst/>
              <a:cxnLst/>
              <a:rect l="l" t="t" r="r" b="b"/>
              <a:pathLst>
                <a:path w="2061" h="823" extrusionOk="0">
                  <a:moveTo>
                    <a:pt x="405" y="0"/>
                  </a:moveTo>
                  <a:cubicBezTo>
                    <a:pt x="268" y="0"/>
                    <a:pt x="139" y="80"/>
                    <a:pt x="82" y="214"/>
                  </a:cubicBezTo>
                  <a:cubicBezTo>
                    <a:pt x="1" y="392"/>
                    <a:pt x="82" y="603"/>
                    <a:pt x="264" y="680"/>
                  </a:cubicBezTo>
                  <a:cubicBezTo>
                    <a:pt x="479" y="774"/>
                    <a:pt x="716" y="822"/>
                    <a:pt x="953" y="822"/>
                  </a:cubicBezTo>
                  <a:cubicBezTo>
                    <a:pt x="963" y="822"/>
                    <a:pt x="972" y="822"/>
                    <a:pt x="982" y="822"/>
                  </a:cubicBezTo>
                  <a:cubicBezTo>
                    <a:pt x="1258" y="818"/>
                    <a:pt x="1529" y="777"/>
                    <a:pt x="1793" y="696"/>
                  </a:cubicBezTo>
                  <a:cubicBezTo>
                    <a:pt x="1967" y="627"/>
                    <a:pt x="2060" y="441"/>
                    <a:pt x="2007" y="263"/>
                  </a:cubicBezTo>
                  <a:cubicBezTo>
                    <a:pt x="1962" y="108"/>
                    <a:pt x="1822" y="8"/>
                    <a:pt x="1666" y="8"/>
                  </a:cubicBezTo>
                  <a:cubicBezTo>
                    <a:pt x="1642" y="8"/>
                    <a:pt x="1618" y="10"/>
                    <a:pt x="1594" y="15"/>
                  </a:cubicBezTo>
                  <a:cubicBezTo>
                    <a:pt x="1419" y="66"/>
                    <a:pt x="1199" y="112"/>
                    <a:pt x="982" y="112"/>
                  </a:cubicBezTo>
                  <a:cubicBezTo>
                    <a:pt x="832" y="112"/>
                    <a:pt x="683" y="90"/>
                    <a:pt x="552" y="32"/>
                  </a:cubicBezTo>
                  <a:cubicBezTo>
                    <a:pt x="504" y="10"/>
                    <a:pt x="454" y="0"/>
                    <a:pt x="40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" name="Google Shape;5401;p73"/>
            <p:cNvSpPr/>
            <p:nvPr/>
          </p:nvSpPr>
          <p:spPr>
            <a:xfrm>
              <a:off x="3166174" y="3359686"/>
              <a:ext cx="36206" cy="16612"/>
            </a:xfrm>
            <a:custGeom>
              <a:avLst/>
              <a:gdLst/>
              <a:ahLst/>
              <a:cxnLst/>
              <a:rect l="l" t="t" r="r" b="b"/>
              <a:pathLst>
                <a:path w="2088" h="958" extrusionOk="0">
                  <a:moveTo>
                    <a:pt x="408" y="0"/>
                  </a:moveTo>
                  <a:cubicBezTo>
                    <a:pt x="334" y="0"/>
                    <a:pt x="261" y="23"/>
                    <a:pt x="199" y="70"/>
                  </a:cubicBezTo>
                  <a:cubicBezTo>
                    <a:pt x="37" y="183"/>
                    <a:pt x="0" y="410"/>
                    <a:pt x="122" y="568"/>
                  </a:cubicBezTo>
                  <a:cubicBezTo>
                    <a:pt x="138" y="588"/>
                    <a:pt x="422" y="957"/>
                    <a:pt x="1050" y="957"/>
                  </a:cubicBezTo>
                  <a:cubicBezTo>
                    <a:pt x="1310" y="953"/>
                    <a:pt x="1569" y="901"/>
                    <a:pt x="1812" y="799"/>
                  </a:cubicBezTo>
                  <a:cubicBezTo>
                    <a:pt x="1995" y="730"/>
                    <a:pt x="2088" y="524"/>
                    <a:pt x="2019" y="341"/>
                  </a:cubicBezTo>
                  <a:cubicBezTo>
                    <a:pt x="1966" y="200"/>
                    <a:pt x="1829" y="112"/>
                    <a:pt x="1685" y="112"/>
                  </a:cubicBezTo>
                  <a:cubicBezTo>
                    <a:pt x="1644" y="112"/>
                    <a:pt x="1602" y="119"/>
                    <a:pt x="1561" y="134"/>
                  </a:cubicBezTo>
                  <a:cubicBezTo>
                    <a:pt x="1344" y="219"/>
                    <a:pt x="1175" y="247"/>
                    <a:pt x="1045" y="247"/>
                  </a:cubicBezTo>
                  <a:cubicBezTo>
                    <a:pt x="802" y="247"/>
                    <a:pt x="699" y="148"/>
                    <a:pt x="685" y="134"/>
                  </a:cubicBezTo>
                  <a:cubicBezTo>
                    <a:pt x="616" y="46"/>
                    <a:pt x="512" y="0"/>
                    <a:pt x="40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" name="Google Shape;5402;p73"/>
            <p:cNvSpPr/>
            <p:nvPr/>
          </p:nvSpPr>
          <p:spPr>
            <a:xfrm>
              <a:off x="3166243" y="3410579"/>
              <a:ext cx="36067" cy="16109"/>
            </a:xfrm>
            <a:custGeom>
              <a:avLst/>
              <a:gdLst/>
              <a:ahLst/>
              <a:cxnLst/>
              <a:rect l="l" t="t" r="r" b="b"/>
              <a:pathLst>
                <a:path w="2080" h="929" extrusionOk="0">
                  <a:moveTo>
                    <a:pt x="402" y="1"/>
                  </a:moveTo>
                  <a:cubicBezTo>
                    <a:pt x="297" y="1"/>
                    <a:pt x="193" y="47"/>
                    <a:pt x="122" y="134"/>
                  </a:cubicBezTo>
                  <a:cubicBezTo>
                    <a:pt x="0" y="288"/>
                    <a:pt x="25" y="511"/>
                    <a:pt x="183" y="629"/>
                  </a:cubicBezTo>
                  <a:cubicBezTo>
                    <a:pt x="203" y="649"/>
                    <a:pt x="568" y="929"/>
                    <a:pt x="1168" y="929"/>
                  </a:cubicBezTo>
                  <a:cubicBezTo>
                    <a:pt x="1379" y="929"/>
                    <a:pt x="1585" y="897"/>
                    <a:pt x="1788" y="832"/>
                  </a:cubicBezTo>
                  <a:cubicBezTo>
                    <a:pt x="1975" y="775"/>
                    <a:pt x="2080" y="576"/>
                    <a:pt x="2023" y="386"/>
                  </a:cubicBezTo>
                  <a:cubicBezTo>
                    <a:pt x="1974" y="235"/>
                    <a:pt x="1835" y="137"/>
                    <a:pt x="1685" y="137"/>
                  </a:cubicBezTo>
                  <a:cubicBezTo>
                    <a:pt x="1649" y="137"/>
                    <a:pt x="1613" y="143"/>
                    <a:pt x="1577" y="155"/>
                  </a:cubicBezTo>
                  <a:cubicBezTo>
                    <a:pt x="1421" y="203"/>
                    <a:pt x="1282" y="221"/>
                    <a:pt x="1160" y="221"/>
                  </a:cubicBezTo>
                  <a:cubicBezTo>
                    <a:pt x="827" y="221"/>
                    <a:pt x="631" y="85"/>
                    <a:pt x="617" y="74"/>
                  </a:cubicBezTo>
                  <a:cubicBezTo>
                    <a:pt x="552" y="25"/>
                    <a:pt x="477" y="1"/>
                    <a:pt x="40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" name="Google Shape;5403;p73"/>
            <p:cNvSpPr/>
            <p:nvPr/>
          </p:nvSpPr>
          <p:spPr>
            <a:xfrm>
              <a:off x="3162654" y="3474321"/>
              <a:ext cx="39726" cy="14860"/>
            </a:xfrm>
            <a:custGeom>
              <a:avLst/>
              <a:gdLst/>
              <a:ahLst/>
              <a:cxnLst/>
              <a:rect l="l" t="t" r="r" b="b"/>
              <a:pathLst>
                <a:path w="2291" h="857" extrusionOk="0">
                  <a:moveTo>
                    <a:pt x="1888" y="0"/>
                  </a:moveTo>
                  <a:cubicBezTo>
                    <a:pt x="1844" y="0"/>
                    <a:pt x="1799" y="8"/>
                    <a:pt x="1756" y="26"/>
                  </a:cubicBezTo>
                  <a:cubicBezTo>
                    <a:pt x="1528" y="119"/>
                    <a:pt x="1315" y="149"/>
                    <a:pt x="1135" y="149"/>
                  </a:cubicBezTo>
                  <a:cubicBezTo>
                    <a:pt x="802" y="149"/>
                    <a:pt x="577" y="46"/>
                    <a:pt x="556" y="38"/>
                  </a:cubicBezTo>
                  <a:cubicBezTo>
                    <a:pt x="507" y="14"/>
                    <a:pt x="455" y="2"/>
                    <a:pt x="403" y="2"/>
                  </a:cubicBezTo>
                  <a:cubicBezTo>
                    <a:pt x="273" y="2"/>
                    <a:pt x="147" y="76"/>
                    <a:pt x="86" y="204"/>
                  </a:cubicBezTo>
                  <a:cubicBezTo>
                    <a:pt x="1" y="378"/>
                    <a:pt x="74" y="589"/>
                    <a:pt x="248" y="674"/>
                  </a:cubicBezTo>
                  <a:cubicBezTo>
                    <a:pt x="523" y="796"/>
                    <a:pt x="817" y="857"/>
                    <a:pt x="1115" y="857"/>
                  </a:cubicBezTo>
                  <a:cubicBezTo>
                    <a:pt x="1125" y="857"/>
                    <a:pt x="1134" y="857"/>
                    <a:pt x="1144" y="857"/>
                  </a:cubicBezTo>
                  <a:cubicBezTo>
                    <a:pt x="1444" y="857"/>
                    <a:pt x="1744" y="800"/>
                    <a:pt x="2019" y="687"/>
                  </a:cubicBezTo>
                  <a:cubicBezTo>
                    <a:pt x="2202" y="614"/>
                    <a:pt x="2291" y="407"/>
                    <a:pt x="2218" y="224"/>
                  </a:cubicBezTo>
                  <a:cubicBezTo>
                    <a:pt x="2162" y="85"/>
                    <a:pt x="2029" y="0"/>
                    <a:pt x="18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" name="Google Shape;5404;p73"/>
            <p:cNvSpPr/>
            <p:nvPr/>
          </p:nvSpPr>
          <p:spPr>
            <a:xfrm>
              <a:off x="3161596" y="3521312"/>
              <a:ext cx="37350" cy="17357"/>
            </a:xfrm>
            <a:custGeom>
              <a:avLst/>
              <a:gdLst/>
              <a:ahLst/>
              <a:cxnLst/>
              <a:rect l="l" t="t" r="r" b="b"/>
              <a:pathLst>
                <a:path w="2154" h="1001" extrusionOk="0">
                  <a:moveTo>
                    <a:pt x="407" y="1"/>
                  </a:moveTo>
                  <a:cubicBezTo>
                    <a:pt x="353" y="1"/>
                    <a:pt x="297" y="13"/>
                    <a:pt x="244" y="40"/>
                  </a:cubicBezTo>
                  <a:cubicBezTo>
                    <a:pt x="70" y="129"/>
                    <a:pt x="1" y="344"/>
                    <a:pt x="90" y="518"/>
                  </a:cubicBezTo>
                  <a:cubicBezTo>
                    <a:pt x="212" y="733"/>
                    <a:pt x="410" y="891"/>
                    <a:pt x="649" y="960"/>
                  </a:cubicBezTo>
                  <a:cubicBezTo>
                    <a:pt x="747" y="984"/>
                    <a:pt x="848" y="1001"/>
                    <a:pt x="949" y="1001"/>
                  </a:cubicBezTo>
                  <a:cubicBezTo>
                    <a:pt x="1241" y="1001"/>
                    <a:pt x="1570" y="883"/>
                    <a:pt x="1934" y="660"/>
                  </a:cubicBezTo>
                  <a:cubicBezTo>
                    <a:pt x="2101" y="555"/>
                    <a:pt x="2153" y="336"/>
                    <a:pt x="2048" y="170"/>
                  </a:cubicBezTo>
                  <a:cubicBezTo>
                    <a:pt x="1982" y="62"/>
                    <a:pt x="1867" y="3"/>
                    <a:pt x="1749" y="3"/>
                  </a:cubicBezTo>
                  <a:cubicBezTo>
                    <a:pt x="1685" y="3"/>
                    <a:pt x="1620" y="21"/>
                    <a:pt x="1561" y="56"/>
                  </a:cubicBezTo>
                  <a:cubicBezTo>
                    <a:pt x="1260" y="241"/>
                    <a:pt x="1065" y="285"/>
                    <a:pt x="947" y="285"/>
                  </a:cubicBezTo>
                  <a:cubicBezTo>
                    <a:pt x="909" y="285"/>
                    <a:pt x="880" y="281"/>
                    <a:pt x="856" y="275"/>
                  </a:cubicBezTo>
                  <a:cubicBezTo>
                    <a:pt x="803" y="267"/>
                    <a:pt x="755" y="239"/>
                    <a:pt x="726" y="194"/>
                  </a:cubicBezTo>
                  <a:cubicBezTo>
                    <a:pt x="661" y="71"/>
                    <a:pt x="537" y="1"/>
                    <a:pt x="40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" name="Google Shape;5405;p73"/>
            <p:cNvSpPr/>
            <p:nvPr/>
          </p:nvSpPr>
          <p:spPr>
            <a:xfrm>
              <a:off x="3160694" y="3583736"/>
              <a:ext cx="38183" cy="17219"/>
            </a:xfrm>
            <a:custGeom>
              <a:avLst/>
              <a:gdLst/>
              <a:ahLst/>
              <a:cxnLst/>
              <a:rect l="l" t="t" r="r" b="b"/>
              <a:pathLst>
                <a:path w="2202" h="993" extrusionOk="0">
                  <a:moveTo>
                    <a:pt x="408" y="0"/>
                  </a:moveTo>
                  <a:cubicBezTo>
                    <a:pt x="343" y="0"/>
                    <a:pt x="277" y="18"/>
                    <a:pt x="219" y="56"/>
                  </a:cubicBezTo>
                  <a:cubicBezTo>
                    <a:pt x="53" y="157"/>
                    <a:pt x="0" y="376"/>
                    <a:pt x="105" y="542"/>
                  </a:cubicBezTo>
                  <a:cubicBezTo>
                    <a:pt x="255" y="757"/>
                    <a:pt x="478" y="911"/>
                    <a:pt x="738" y="968"/>
                  </a:cubicBezTo>
                  <a:cubicBezTo>
                    <a:pt x="823" y="984"/>
                    <a:pt x="908" y="992"/>
                    <a:pt x="993" y="992"/>
                  </a:cubicBezTo>
                  <a:cubicBezTo>
                    <a:pt x="1305" y="992"/>
                    <a:pt x="1638" y="883"/>
                    <a:pt x="1986" y="656"/>
                  </a:cubicBezTo>
                  <a:cubicBezTo>
                    <a:pt x="2153" y="550"/>
                    <a:pt x="2201" y="332"/>
                    <a:pt x="2100" y="165"/>
                  </a:cubicBezTo>
                  <a:cubicBezTo>
                    <a:pt x="2032" y="59"/>
                    <a:pt x="1918" y="0"/>
                    <a:pt x="1799" y="0"/>
                  </a:cubicBezTo>
                  <a:cubicBezTo>
                    <a:pt x="1733" y="0"/>
                    <a:pt x="1666" y="18"/>
                    <a:pt x="1605" y="56"/>
                  </a:cubicBezTo>
                  <a:cubicBezTo>
                    <a:pt x="1335" y="231"/>
                    <a:pt x="1137" y="284"/>
                    <a:pt x="997" y="284"/>
                  </a:cubicBezTo>
                  <a:cubicBezTo>
                    <a:pt x="806" y="284"/>
                    <a:pt x="722" y="185"/>
                    <a:pt x="705" y="161"/>
                  </a:cubicBezTo>
                  <a:cubicBezTo>
                    <a:pt x="638" y="57"/>
                    <a:pt x="524" y="0"/>
                    <a:pt x="40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" name="Google Shape;5406;p73"/>
            <p:cNvSpPr/>
            <p:nvPr/>
          </p:nvSpPr>
          <p:spPr>
            <a:xfrm>
              <a:off x="3160833" y="3649472"/>
              <a:ext cx="37767" cy="18120"/>
            </a:xfrm>
            <a:custGeom>
              <a:avLst/>
              <a:gdLst/>
              <a:ahLst/>
              <a:cxnLst/>
              <a:rect l="l" t="t" r="r" b="b"/>
              <a:pathLst>
                <a:path w="2178" h="1045" extrusionOk="0">
                  <a:moveTo>
                    <a:pt x="399" y="1"/>
                  </a:moveTo>
                  <a:cubicBezTo>
                    <a:pt x="320" y="1"/>
                    <a:pt x="241" y="27"/>
                    <a:pt x="174" y="80"/>
                  </a:cubicBezTo>
                  <a:cubicBezTo>
                    <a:pt x="24" y="201"/>
                    <a:pt x="0" y="424"/>
                    <a:pt x="126" y="578"/>
                  </a:cubicBezTo>
                  <a:cubicBezTo>
                    <a:pt x="162" y="623"/>
                    <a:pt x="487" y="1008"/>
                    <a:pt x="1006" y="1044"/>
                  </a:cubicBezTo>
                  <a:lnTo>
                    <a:pt x="1083" y="1044"/>
                  </a:lnTo>
                  <a:cubicBezTo>
                    <a:pt x="1411" y="1044"/>
                    <a:pt x="1731" y="902"/>
                    <a:pt x="2031" y="611"/>
                  </a:cubicBezTo>
                  <a:cubicBezTo>
                    <a:pt x="2173" y="477"/>
                    <a:pt x="2177" y="250"/>
                    <a:pt x="2039" y="112"/>
                  </a:cubicBezTo>
                  <a:cubicBezTo>
                    <a:pt x="1970" y="39"/>
                    <a:pt x="1877" y="2"/>
                    <a:pt x="1783" y="2"/>
                  </a:cubicBezTo>
                  <a:cubicBezTo>
                    <a:pt x="1694" y="2"/>
                    <a:pt x="1605" y="35"/>
                    <a:pt x="1537" y="100"/>
                  </a:cubicBezTo>
                  <a:cubicBezTo>
                    <a:pt x="1381" y="252"/>
                    <a:pt x="1282" y="336"/>
                    <a:pt x="1097" y="336"/>
                  </a:cubicBezTo>
                  <a:cubicBezTo>
                    <a:pt x="1084" y="336"/>
                    <a:pt x="1071" y="336"/>
                    <a:pt x="1058" y="335"/>
                  </a:cubicBezTo>
                  <a:cubicBezTo>
                    <a:pt x="843" y="319"/>
                    <a:pt x="681" y="136"/>
                    <a:pt x="673" y="132"/>
                  </a:cubicBezTo>
                  <a:cubicBezTo>
                    <a:pt x="602" y="45"/>
                    <a:pt x="501" y="1"/>
                    <a:pt x="39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" name="Google Shape;5407;p73"/>
            <p:cNvSpPr/>
            <p:nvPr/>
          </p:nvSpPr>
          <p:spPr>
            <a:xfrm>
              <a:off x="3159775" y="3718538"/>
              <a:ext cx="38599" cy="17028"/>
            </a:xfrm>
            <a:custGeom>
              <a:avLst/>
              <a:gdLst/>
              <a:ahLst/>
              <a:cxnLst/>
              <a:rect l="l" t="t" r="r" b="b"/>
              <a:pathLst>
                <a:path w="2226" h="982" extrusionOk="0">
                  <a:moveTo>
                    <a:pt x="1819" y="1"/>
                  </a:moveTo>
                  <a:cubicBezTo>
                    <a:pt x="1748" y="1"/>
                    <a:pt x="1676" y="21"/>
                    <a:pt x="1614" y="65"/>
                  </a:cubicBezTo>
                  <a:cubicBezTo>
                    <a:pt x="1396" y="221"/>
                    <a:pt x="1211" y="271"/>
                    <a:pt x="1061" y="271"/>
                  </a:cubicBezTo>
                  <a:cubicBezTo>
                    <a:pt x="830" y="271"/>
                    <a:pt x="686" y="149"/>
                    <a:pt x="649" y="110"/>
                  </a:cubicBezTo>
                  <a:cubicBezTo>
                    <a:pt x="579" y="37"/>
                    <a:pt x="486" y="1"/>
                    <a:pt x="393" y="1"/>
                  </a:cubicBezTo>
                  <a:cubicBezTo>
                    <a:pt x="305" y="1"/>
                    <a:pt x="216" y="34"/>
                    <a:pt x="146" y="102"/>
                  </a:cubicBezTo>
                  <a:cubicBezTo>
                    <a:pt x="4" y="235"/>
                    <a:pt x="0" y="458"/>
                    <a:pt x="130" y="600"/>
                  </a:cubicBezTo>
                  <a:cubicBezTo>
                    <a:pt x="381" y="848"/>
                    <a:pt x="718" y="981"/>
                    <a:pt x="1067" y="981"/>
                  </a:cubicBezTo>
                  <a:cubicBezTo>
                    <a:pt x="1350" y="981"/>
                    <a:pt x="1679" y="892"/>
                    <a:pt x="2023" y="645"/>
                  </a:cubicBezTo>
                  <a:cubicBezTo>
                    <a:pt x="2185" y="535"/>
                    <a:pt x="2226" y="313"/>
                    <a:pt x="2112" y="150"/>
                  </a:cubicBezTo>
                  <a:cubicBezTo>
                    <a:pt x="2043" y="53"/>
                    <a:pt x="1932" y="1"/>
                    <a:pt x="181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" name="Google Shape;5408;p73"/>
            <p:cNvSpPr/>
            <p:nvPr/>
          </p:nvSpPr>
          <p:spPr>
            <a:xfrm>
              <a:off x="3159567" y="3777060"/>
              <a:ext cx="38599" cy="15519"/>
            </a:xfrm>
            <a:custGeom>
              <a:avLst/>
              <a:gdLst/>
              <a:ahLst/>
              <a:cxnLst/>
              <a:rect l="l" t="t" r="r" b="b"/>
              <a:pathLst>
                <a:path w="2226" h="895" extrusionOk="0">
                  <a:moveTo>
                    <a:pt x="400" y="0"/>
                  </a:moveTo>
                  <a:cubicBezTo>
                    <a:pt x="289" y="0"/>
                    <a:pt x="181" y="51"/>
                    <a:pt x="114" y="148"/>
                  </a:cubicBezTo>
                  <a:cubicBezTo>
                    <a:pt x="0" y="310"/>
                    <a:pt x="37" y="529"/>
                    <a:pt x="195" y="647"/>
                  </a:cubicBezTo>
                  <a:cubicBezTo>
                    <a:pt x="447" y="806"/>
                    <a:pt x="744" y="895"/>
                    <a:pt x="1043" y="895"/>
                  </a:cubicBezTo>
                  <a:cubicBezTo>
                    <a:pt x="1056" y="895"/>
                    <a:pt x="1070" y="894"/>
                    <a:pt x="1083" y="894"/>
                  </a:cubicBezTo>
                  <a:cubicBezTo>
                    <a:pt x="1395" y="890"/>
                    <a:pt x="1703" y="817"/>
                    <a:pt x="1983" y="679"/>
                  </a:cubicBezTo>
                  <a:cubicBezTo>
                    <a:pt x="2153" y="586"/>
                    <a:pt x="2226" y="379"/>
                    <a:pt x="2145" y="201"/>
                  </a:cubicBezTo>
                  <a:cubicBezTo>
                    <a:pt x="2081" y="74"/>
                    <a:pt x="1957" y="1"/>
                    <a:pt x="1826" y="1"/>
                  </a:cubicBezTo>
                  <a:cubicBezTo>
                    <a:pt x="1772" y="1"/>
                    <a:pt x="1718" y="13"/>
                    <a:pt x="1666" y="39"/>
                  </a:cubicBezTo>
                  <a:cubicBezTo>
                    <a:pt x="1442" y="149"/>
                    <a:pt x="1244" y="184"/>
                    <a:pt x="1082" y="184"/>
                  </a:cubicBezTo>
                  <a:cubicBezTo>
                    <a:pt x="795" y="184"/>
                    <a:pt x="620" y="73"/>
                    <a:pt x="604" y="63"/>
                  </a:cubicBezTo>
                  <a:cubicBezTo>
                    <a:pt x="541" y="21"/>
                    <a:pt x="470" y="0"/>
                    <a:pt x="4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5409;p73"/>
            <p:cNvSpPr/>
            <p:nvPr/>
          </p:nvSpPr>
          <p:spPr>
            <a:xfrm>
              <a:off x="3159706" y="3835080"/>
              <a:ext cx="38738" cy="17513"/>
            </a:xfrm>
            <a:custGeom>
              <a:avLst/>
              <a:gdLst/>
              <a:ahLst/>
              <a:cxnLst/>
              <a:rect l="l" t="t" r="r" b="b"/>
              <a:pathLst>
                <a:path w="2234" h="1010" extrusionOk="0">
                  <a:moveTo>
                    <a:pt x="407" y="0"/>
                  </a:moveTo>
                  <a:cubicBezTo>
                    <a:pt x="338" y="0"/>
                    <a:pt x="268" y="20"/>
                    <a:pt x="207" y="61"/>
                  </a:cubicBezTo>
                  <a:cubicBezTo>
                    <a:pt x="41" y="175"/>
                    <a:pt x="0" y="398"/>
                    <a:pt x="114" y="560"/>
                  </a:cubicBezTo>
                  <a:cubicBezTo>
                    <a:pt x="284" y="783"/>
                    <a:pt x="527" y="937"/>
                    <a:pt x="803" y="990"/>
                  </a:cubicBezTo>
                  <a:cubicBezTo>
                    <a:pt x="880" y="1002"/>
                    <a:pt x="953" y="1010"/>
                    <a:pt x="1030" y="1010"/>
                  </a:cubicBezTo>
                  <a:cubicBezTo>
                    <a:pt x="1346" y="1010"/>
                    <a:pt x="1679" y="888"/>
                    <a:pt x="2031" y="649"/>
                  </a:cubicBezTo>
                  <a:cubicBezTo>
                    <a:pt x="2193" y="540"/>
                    <a:pt x="2234" y="321"/>
                    <a:pt x="2120" y="159"/>
                  </a:cubicBezTo>
                  <a:cubicBezTo>
                    <a:pt x="2051" y="59"/>
                    <a:pt x="1941" y="5"/>
                    <a:pt x="1829" y="5"/>
                  </a:cubicBezTo>
                  <a:cubicBezTo>
                    <a:pt x="1759" y="5"/>
                    <a:pt x="1688" y="26"/>
                    <a:pt x="1626" y="69"/>
                  </a:cubicBezTo>
                  <a:cubicBezTo>
                    <a:pt x="1368" y="243"/>
                    <a:pt x="1172" y="298"/>
                    <a:pt x="1029" y="298"/>
                  </a:cubicBezTo>
                  <a:cubicBezTo>
                    <a:pt x="827" y="298"/>
                    <a:pt x="728" y="190"/>
                    <a:pt x="702" y="155"/>
                  </a:cubicBezTo>
                  <a:cubicBezTo>
                    <a:pt x="631" y="54"/>
                    <a:pt x="520" y="0"/>
                    <a:pt x="40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" name="Google Shape;5410;p73"/>
            <p:cNvSpPr/>
            <p:nvPr/>
          </p:nvSpPr>
          <p:spPr>
            <a:xfrm>
              <a:off x="3160694" y="3896585"/>
              <a:ext cx="37402" cy="18797"/>
            </a:xfrm>
            <a:custGeom>
              <a:avLst/>
              <a:gdLst/>
              <a:ahLst/>
              <a:cxnLst/>
              <a:rect l="l" t="t" r="r" b="b"/>
              <a:pathLst>
                <a:path w="2157" h="1084" extrusionOk="0">
                  <a:moveTo>
                    <a:pt x="1767" y="1"/>
                  </a:moveTo>
                  <a:cubicBezTo>
                    <a:pt x="1678" y="1"/>
                    <a:pt x="1589" y="33"/>
                    <a:pt x="1520" y="98"/>
                  </a:cubicBezTo>
                  <a:cubicBezTo>
                    <a:pt x="1303" y="305"/>
                    <a:pt x="1123" y="368"/>
                    <a:pt x="983" y="368"/>
                  </a:cubicBezTo>
                  <a:cubicBezTo>
                    <a:pt x="823" y="368"/>
                    <a:pt x="718" y="285"/>
                    <a:pt x="677" y="244"/>
                  </a:cubicBezTo>
                  <a:cubicBezTo>
                    <a:pt x="606" y="155"/>
                    <a:pt x="502" y="109"/>
                    <a:pt x="396" y="109"/>
                  </a:cubicBezTo>
                  <a:cubicBezTo>
                    <a:pt x="308" y="109"/>
                    <a:pt x="220" y="141"/>
                    <a:pt x="150" y="207"/>
                  </a:cubicBezTo>
                  <a:cubicBezTo>
                    <a:pt x="0" y="349"/>
                    <a:pt x="4" y="593"/>
                    <a:pt x="162" y="730"/>
                  </a:cubicBezTo>
                  <a:cubicBezTo>
                    <a:pt x="377" y="945"/>
                    <a:pt x="661" y="1071"/>
                    <a:pt x="965" y="1083"/>
                  </a:cubicBezTo>
                  <a:lnTo>
                    <a:pt x="993" y="1083"/>
                  </a:lnTo>
                  <a:cubicBezTo>
                    <a:pt x="1350" y="1083"/>
                    <a:pt x="1691" y="921"/>
                    <a:pt x="2019" y="609"/>
                  </a:cubicBezTo>
                  <a:cubicBezTo>
                    <a:pt x="2157" y="471"/>
                    <a:pt x="2157" y="248"/>
                    <a:pt x="2023" y="110"/>
                  </a:cubicBezTo>
                  <a:cubicBezTo>
                    <a:pt x="1954" y="37"/>
                    <a:pt x="1861" y="1"/>
                    <a:pt x="176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" name="Google Shape;5411;p73"/>
            <p:cNvSpPr/>
            <p:nvPr/>
          </p:nvSpPr>
          <p:spPr>
            <a:xfrm>
              <a:off x="3162862" y="3953235"/>
              <a:ext cx="38616" cy="17115"/>
            </a:xfrm>
            <a:custGeom>
              <a:avLst/>
              <a:gdLst/>
              <a:ahLst/>
              <a:cxnLst/>
              <a:rect l="l" t="t" r="r" b="b"/>
              <a:pathLst>
                <a:path w="2227" h="987" extrusionOk="0">
                  <a:moveTo>
                    <a:pt x="1821" y="0"/>
                  </a:moveTo>
                  <a:cubicBezTo>
                    <a:pt x="1750" y="0"/>
                    <a:pt x="1678" y="22"/>
                    <a:pt x="1614" y="66"/>
                  </a:cubicBezTo>
                  <a:cubicBezTo>
                    <a:pt x="1390" y="223"/>
                    <a:pt x="1204" y="273"/>
                    <a:pt x="1057" y="273"/>
                  </a:cubicBezTo>
                  <a:cubicBezTo>
                    <a:pt x="832" y="273"/>
                    <a:pt x="698" y="154"/>
                    <a:pt x="662" y="115"/>
                  </a:cubicBezTo>
                  <a:cubicBezTo>
                    <a:pt x="591" y="39"/>
                    <a:pt x="496" y="2"/>
                    <a:pt x="400" y="2"/>
                  </a:cubicBezTo>
                  <a:cubicBezTo>
                    <a:pt x="315" y="2"/>
                    <a:pt x="229" y="31"/>
                    <a:pt x="159" y="90"/>
                  </a:cubicBezTo>
                  <a:cubicBezTo>
                    <a:pt x="17" y="220"/>
                    <a:pt x="1" y="443"/>
                    <a:pt x="130" y="593"/>
                  </a:cubicBezTo>
                  <a:cubicBezTo>
                    <a:pt x="370" y="844"/>
                    <a:pt x="706" y="986"/>
                    <a:pt x="1059" y="986"/>
                  </a:cubicBezTo>
                  <a:cubicBezTo>
                    <a:pt x="1343" y="986"/>
                    <a:pt x="1671" y="897"/>
                    <a:pt x="2024" y="646"/>
                  </a:cubicBezTo>
                  <a:cubicBezTo>
                    <a:pt x="2186" y="532"/>
                    <a:pt x="2226" y="309"/>
                    <a:pt x="2109" y="151"/>
                  </a:cubicBezTo>
                  <a:cubicBezTo>
                    <a:pt x="2040" y="52"/>
                    <a:pt x="1931" y="0"/>
                    <a:pt x="182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" name="Google Shape;5412;p73"/>
            <p:cNvSpPr/>
            <p:nvPr/>
          </p:nvSpPr>
          <p:spPr>
            <a:xfrm>
              <a:off x="3165463" y="4011670"/>
              <a:ext cx="38686" cy="16317"/>
            </a:xfrm>
            <a:custGeom>
              <a:avLst/>
              <a:gdLst/>
              <a:ahLst/>
              <a:cxnLst/>
              <a:rect l="l" t="t" r="r" b="b"/>
              <a:pathLst>
                <a:path w="2231" h="941" extrusionOk="0">
                  <a:moveTo>
                    <a:pt x="406" y="1"/>
                  </a:moveTo>
                  <a:cubicBezTo>
                    <a:pt x="290" y="1"/>
                    <a:pt x="177" y="57"/>
                    <a:pt x="110" y="162"/>
                  </a:cubicBezTo>
                  <a:cubicBezTo>
                    <a:pt x="1" y="328"/>
                    <a:pt x="49" y="547"/>
                    <a:pt x="212" y="656"/>
                  </a:cubicBezTo>
                  <a:cubicBezTo>
                    <a:pt x="499" y="835"/>
                    <a:pt x="832" y="932"/>
                    <a:pt x="1172" y="940"/>
                  </a:cubicBezTo>
                  <a:cubicBezTo>
                    <a:pt x="1488" y="940"/>
                    <a:pt x="1797" y="835"/>
                    <a:pt x="2048" y="640"/>
                  </a:cubicBezTo>
                  <a:cubicBezTo>
                    <a:pt x="2198" y="523"/>
                    <a:pt x="2230" y="300"/>
                    <a:pt x="2113" y="146"/>
                  </a:cubicBezTo>
                  <a:cubicBezTo>
                    <a:pt x="2043" y="52"/>
                    <a:pt x="1936" y="2"/>
                    <a:pt x="1828" y="2"/>
                  </a:cubicBezTo>
                  <a:cubicBezTo>
                    <a:pt x="1754" y="2"/>
                    <a:pt x="1681" y="25"/>
                    <a:pt x="1618" y="73"/>
                  </a:cubicBezTo>
                  <a:cubicBezTo>
                    <a:pt x="1469" y="187"/>
                    <a:pt x="1308" y="225"/>
                    <a:pt x="1160" y="225"/>
                  </a:cubicBezTo>
                  <a:cubicBezTo>
                    <a:pt x="866" y="225"/>
                    <a:pt x="621" y="74"/>
                    <a:pt x="605" y="61"/>
                  </a:cubicBezTo>
                  <a:cubicBezTo>
                    <a:pt x="543" y="20"/>
                    <a:pt x="474" y="1"/>
                    <a:pt x="40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" name="Google Shape;5413;p73"/>
            <p:cNvSpPr/>
            <p:nvPr/>
          </p:nvSpPr>
          <p:spPr>
            <a:xfrm>
              <a:off x="3168913" y="4063985"/>
              <a:ext cx="38668" cy="16230"/>
            </a:xfrm>
            <a:custGeom>
              <a:avLst/>
              <a:gdLst/>
              <a:ahLst/>
              <a:cxnLst/>
              <a:rect l="l" t="t" r="r" b="b"/>
              <a:pathLst>
                <a:path w="2230" h="936" extrusionOk="0">
                  <a:moveTo>
                    <a:pt x="1821" y="1"/>
                  </a:moveTo>
                  <a:cubicBezTo>
                    <a:pt x="1762" y="1"/>
                    <a:pt x="1702" y="16"/>
                    <a:pt x="1646" y="47"/>
                  </a:cubicBezTo>
                  <a:cubicBezTo>
                    <a:pt x="1417" y="180"/>
                    <a:pt x="1221" y="223"/>
                    <a:pt x="1064" y="223"/>
                  </a:cubicBezTo>
                  <a:cubicBezTo>
                    <a:pt x="808" y="223"/>
                    <a:pt x="655" y="109"/>
                    <a:pt x="625" y="84"/>
                  </a:cubicBezTo>
                  <a:cubicBezTo>
                    <a:pt x="559" y="29"/>
                    <a:pt x="477" y="2"/>
                    <a:pt x="396" y="2"/>
                  </a:cubicBezTo>
                  <a:cubicBezTo>
                    <a:pt x="299" y="2"/>
                    <a:pt x="201" y="41"/>
                    <a:pt x="130" y="116"/>
                  </a:cubicBezTo>
                  <a:cubicBezTo>
                    <a:pt x="0" y="266"/>
                    <a:pt x="17" y="489"/>
                    <a:pt x="167" y="619"/>
                  </a:cubicBezTo>
                  <a:cubicBezTo>
                    <a:pt x="418" y="822"/>
                    <a:pt x="731" y="935"/>
                    <a:pt x="1057" y="935"/>
                  </a:cubicBezTo>
                  <a:cubicBezTo>
                    <a:pt x="1063" y="935"/>
                    <a:pt x="1069" y="935"/>
                    <a:pt x="1075" y="935"/>
                  </a:cubicBezTo>
                  <a:cubicBezTo>
                    <a:pt x="1342" y="935"/>
                    <a:pt x="1650" y="862"/>
                    <a:pt x="1999" y="660"/>
                  </a:cubicBezTo>
                  <a:cubicBezTo>
                    <a:pt x="2169" y="562"/>
                    <a:pt x="2230" y="347"/>
                    <a:pt x="2133" y="177"/>
                  </a:cubicBezTo>
                  <a:cubicBezTo>
                    <a:pt x="2064" y="65"/>
                    <a:pt x="1944" y="1"/>
                    <a:pt x="182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" name="Google Shape;5414;p73"/>
            <p:cNvSpPr/>
            <p:nvPr/>
          </p:nvSpPr>
          <p:spPr>
            <a:xfrm>
              <a:off x="2897993" y="2690328"/>
              <a:ext cx="988137" cy="1495107"/>
            </a:xfrm>
            <a:custGeom>
              <a:avLst/>
              <a:gdLst/>
              <a:ahLst/>
              <a:cxnLst/>
              <a:rect l="l" t="t" r="r" b="b"/>
              <a:pathLst>
                <a:path w="56986" h="86223" extrusionOk="0">
                  <a:moveTo>
                    <a:pt x="23618" y="1"/>
                  </a:moveTo>
                  <a:cubicBezTo>
                    <a:pt x="14990" y="1"/>
                    <a:pt x="7755" y="1807"/>
                    <a:pt x="4225" y="4344"/>
                  </a:cubicBezTo>
                  <a:cubicBezTo>
                    <a:pt x="2498" y="5588"/>
                    <a:pt x="1112" y="7465"/>
                    <a:pt x="1" y="9735"/>
                  </a:cubicBezTo>
                  <a:cubicBezTo>
                    <a:pt x="70" y="10080"/>
                    <a:pt x="159" y="10437"/>
                    <a:pt x="248" y="10789"/>
                  </a:cubicBezTo>
                  <a:cubicBezTo>
                    <a:pt x="893" y="13234"/>
                    <a:pt x="3666" y="15958"/>
                    <a:pt x="5879" y="17203"/>
                  </a:cubicBezTo>
                  <a:cubicBezTo>
                    <a:pt x="9694" y="19339"/>
                    <a:pt x="16480" y="21954"/>
                    <a:pt x="17347" y="26243"/>
                  </a:cubicBezTo>
                  <a:cubicBezTo>
                    <a:pt x="23112" y="22436"/>
                    <a:pt x="26732" y="20352"/>
                    <a:pt x="33575" y="19396"/>
                  </a:cubicBezTo>
                  <a:lnTo>
                    <a:pt x="33575" y="19396"/>
                  </a:lnTo>
                  <a:cubicBezTo>
                    <a:pt x="31742" y="30588"/>
                    <a:pt x="34069" y="41996"/>
                    <a:pt x="36384" y="53091"/>
                  </a:cubicBezTo>
                  <a:cubicBezTo>
                    <a:pt x="37564" y="58762"/>
                    <a:pt x="38751" y="64429"/>
                    <a:pt x="39935" y="70093"/>
                  </a:cubicBezTo>
                  <a:cubicBezTo>
                    <a:pt x="40499" y="72809"/>
                    <a:pt x="41074" y="75561"/>
                    <a:pt x="42323" y="78038"/>
                  </a:cubicBezTo>
                  <a:cubicBezTo>
                    <a:pt x="43434" y="80252"/>
                    <a:pt x="45104" y="82432"/>
                    <a:pt x="44832" y="84893"/>
                  </a:cubicBezTo>
                  <a:cubicBezTo>
                    <a:pt x="44784" y="85319"/>
                    <a:pt x="44678" y="85773"/>
                    <a:pt x="44561" y="86223"/>
                  </a:cubicBezTo>
                  <a:cubicBezTo>
                    <a:pt x="49474" y="85108"/>
                    <a:pt x="53013" y="83953"/>
                    <a:pt x="53487" y="83231"/>
                  </a:cubicBezTo>
                  <a:cubicBezTo>
                    <a:pt x="54565" y="81565"/>
                    <a:pt x="54346" y="80604"/>
                    <a:pt x="54180" y="75525"/>
                  </a:cubicBezTo>
                  <a:cubicBezTo>
                    <a:pt x="54164" y="75136"/>
                    <a:pt x="54144" y="74714"/>
                    <a:pt x="54119" y="74272"/>
                  </a:cubicBezTo>
                  <a:cubicBezTo>
                    <a:pt x="53759" y="68098"/>
                    <a:pt x="56268" y="60120"/>
                    <a:pt x="56629" y="47403"/>
                  </a:cubicBezTo>
                  <a:cubicBezTo>
                    <a:pt x="56986" y="34679"/>
                    <a:pt x="56090" y="18289"/>
                    <a:pt x="51432" y="11507"/>
                  </a:cubicBezTo>
                  <a:cubicBezTo>
                    <a:pt x="46778" y="4721"/>
                    <a:pt x="41695" y="2451"/>
                    <a:pt x="37280" y="1482"/>
                  </a:cubicBezTo>
                  <a:cubicBezTo>
                    <a:pt x="32570" y="450"/>
                    <a:pt x="27921" y="1"/>
                    <a:pt x="23618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" name="Google Shape;5415;p73"/>
            <p:cNvSpPr/>
            <p:nvPr/>
          </p:nvSpPr>
          <p:spPr>
            <a:xfrm>
              <a:off x="2789462" y="3999914"/>
              <a:ext cx="1054706" cy="240801"/>
            </a:xfrm>
            <a:custGeom>
              <a:avLst/>
              <a:gdLst/>
              <a:ahLst/>
              <a:cxnLst/>
              <a:rect l="l" t="t" r="r" b="b"/>
              <a:pathLst>
                <a:path w="60825" h="13887" extrusionOk="0">
                  <a:moveTo>
                    <a:pt x="60439" y="1"/>
                  </a:moveTo>
                  <a:lnTo>
                    <a:pt x="60439" y="1"/>
                  </a:lnTo>
                  <a:cubicBezTo>
                    <a:pt x="47856" y="5168"/>
                    <a:pt x="37146" y="6890"/>
                    <a:pt x="28457" y="6890"/>
                  </a:cubicBezTo>
                  <a:cubicBezTo>
                    <a:pt x="11081" y="6890"/>
                    <a:pt x="1793" y="1"/>
                    <a:pt x="1793" y="1"/>
                  </a:cubicBezTo>
                  <a:lnTo>
                    <a:pt x="1793" y="1"/>
                  </a:lnTo>
                  <a:cubicBezTo>
                    <a:pt x="1975" y="629"/>
                    <a:pt x="1" y="4573"/>
                    <a:pt x="1793" y="6811"/>
                  </a:cubicBezTo>
                  <a:cubicBezTo>
                    <a:pt x="3588" y="9053"/>
                    <a:pt x="12454" y="13796"/>
                    <a:pt x="25443" y="13885"/>
                  </a:cubicBezTo>
                  <a:cubicBezTo>
                    <a:pt x="25576" y="13886"/>
                    <a:pt x="25710" y="13886"/>
                    <a:pt x="25845" y="13886"/>
                  </a:cubicBezTo>
                  <a:cubicBezTo>
                    <a:pt x="38843" y="13886"/>
                    <a:pt x="58591" y="9480"/>
                    <a:pt x="59746" y="7711"/>
                  </a:cubicBezTo>
                  <a:cubicBezTo>
                    <a:pt x="60824" y="6041"/>
                    <a:pt x="60605" y="5080"/>
                    <a:pt x="60439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" name="Google Shape;5416;p73"/>
            <p:cNvSpPr/>
            <p:nvPr/>
          </p:nvSpPr>
          <p:spPr>
            <a:xfrm>
              <a:off x="2791439" y="3993741"/>
              <a:ext cx="1056387" cy="253199"/>
            </a:xfrm>
            <a:custGeom>
              <a:avLst/>
              <a:gdLst/>
              <a:ahLst/>
              <a:cxnLst/>
              <a:rect l="l" t="t" r="r" b="b"/>
              <a:pathLst>
                <a:path w="60922" h="14602" extrusionOk="0">
                  <a:moveTo>
                    <a:pt x="59985" y="876"/>
                  </a:moveTo>
                  <a:cubicBezTo>
                    <a:pt x="60001" y="1362"/>
                    <a:pt x="60021" y="1804"/>
                    <a:pt x="60037" y="2213"/>
                  </a:cubicBezTo>
                  <a:cubicBezTo>
                    <a:pt x="60171" y="5692"/>
                    <a:pt x="60204" y="6519"/>
                    <a:pt x="59332" y="7868"/>
                  </a:cubicBezTo>
                  <a:cubicBezTo>
                    <a:pt x="58384" y="9328"/>
                    <a:pt x="39395" y="13888"/>
                    <a:pt x="25746" y="13888"/>
                  </a:cubicBezTo>
                  <a:lnTo>
                    <a:pt x="25337" y="13888"/>
                  </a:lnTo>
                  <a:cubicBezTo>
                    <a:pt x="12831" y="13803"/>
                    <a:pt x="3803" y="9251"/>
                    <a:pt x="1958" y="6944"/>
                  </a:cubicBezTo>
                  <a:cubicBezTo>
                    <a:pt x="779" y="5465"/>
                    <a:pt x="1423" y="3065"/>
                    <a:pt x="1808" y="1630"/>
                  </a:cubicBezTo>
                  <a:cubicBezTo>
                    <a:pt x="1873" y="1370"/>
                    <a:pt x="1930" y="1163"/>
                    <a:pt x="1970" y="985"/>
                  </a:cubicBezTo>
                  <a:cubicBezTo>
                    <a:pt x="3499" y="1990"/>
                    <a:pt x="8485" y="4905"/>
                    <a:pt x="16783" y="6514"/>
                  </a:cubicBezTo>
                  <a:cubicBezTo>
                    <a:pt x="19927" y="7128"/>
                    <a:pt x="23769" y="7580"/>
                    <a:pt x="28256" y="7580"/>
                  </a:cubicBezTo>
                  <a:cubicBezTo>
                    <a:pt x="36675" y="7580"/>
                    <a:pt x="47365" y="5987"/>
                    <a:pt x="59985" y="876"/>
                  </a:cubicBezTo>
                  <a:close/>
                  <a:moveTo>
                    <a:pt x="1680" y="0"/>
                  </a:moveTo>
                  <a:cubicBezTo>
                    <a:pt x="1610" y="0"/>
                    <a:pt x="1539" y="22"/>
                    <a:pt x="1476" y="65"/>
                  </a:cubicBezTo>
                  <a:cubicBezTo>
                    <a:pt x="1354" y="146"/>
                    <a:pt x="1298" y="300"/>
                    <a:pt x="1334" y="446"/>
                  </a:cubicBezTo>
                  <a:cubicBezTo>
                    <a:pt x="1358" y="572"/>
                    <a:pt x="1225" y="1058"/>
                    <a:pt x="1119" y="1443"/>
                  </a:cubicBezTo>
                  <a:cubicBezTo>
                    <a:pt x="698" y="3008"/>
                    <a:pt x="0" y="5627"/>
                    <a:pt x="1403" y="7386"/>
                  </a:cubicBezTo>
                  <a:cubicBezTo>
                    <a:pt x="3385" y="9859"/>
                    <a:pt x="12429" y="14509"/>
                    <a:pt x="25325" y="14602"/>
                  </a:cubicBezTo>
                  <a:lnTo>
                    <a:pt x="25702" y="14602"/>
                  </a:lnTo>
                  <a:cubicBezTo>
                    <a:pt x="38435" y="14602"/>
                    <a:pt x="58639" y="10240"/>
                    <a:pt x="59928" y="8258"/>
                  </a:cubicBezTo>
                  <a:cubicBezTo>
                    <a:pt x="60921" y="6721"/>
                    <a:pt x="60889" y="5765"/>
                    <a:pt x="60747" y="2185"/>
                  </a:cubicBezTo>
                  <a:cubicBezTo>
                    <a:pt x="60727" y="1638"/>
                    <a:pt x="60698" y="1030"/>
                    <a:pt x="60678" y="349"/>
                  </a:cubicBezTo>
                  <a:cubicBezTo>
                    <a:pt x="60674" y="231"/>
                    <a:pt x="60613" y="126"/>
                    <a:pt x="60516" y="57"/>
                  </a:cubicBezTo>
                  <a:cubicBezTo>
                    <a:pt x="60457" y="23"/>
                    <a:pt x="60390" y="5"/>
                    <a:pt x="60321" y="5"/>
                  </a:cubicBezTo>
                  <a:cubicBezTo>
                    <a:pt x="60276" y="5"/>
                    <a:pt x="60231" y="12"/>
                    <a:pt x="60187" y="28"/>
                  </a:cubicBezTo>
                  <a:cubicBezTo>
                    <a:pt x="47459" y="5256"/>
                    <a:pt x="36703" y="6873"/>
                    <a:pt x="28265" y="6873"/>
                  </a:cubicBezTo>
                  <a:cubicBezTo>
                    <a:pt x="23846" y="6873"/>
                    <a:pt x="20063" y="6430"/>
                    <a:pt x="16966" y="5829"/>
                  </a:cubicBezTo>
                  <a:cubicBezTo>
                    <a:pt x="7200" y="3936"/>
                    <a:pt x="1942" y="114"/>
                    <a:pt x="1893" y="73"/>
                  </a:cubicBezTo>
                  <a:cubicBezTo>
                    <a:pt x="1831" y="25"/>
                    <a:pt x="1756" y="0"/>
                    <a:pt x="168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" name="Google Shape;5417;p73"/>
            <p:cNvSpPr/>
            <p:nvPr/>
          </p:nvSpPr>
          <p:spPr>
            <a:xfrm>
              <a:off x="3524106" y="2951208"/>
              <a:ext cx="29114" cy="248673"/>
            </a:xfrm>
            <a:custGeom>
              <a:avLst/>
              <a:gdLst/>
              <a:ahLst/>
              <a:cxnLst/>
              <a:rect l="l" t="t" r="r" b="b"/>
              <a:pathLst>
                <a:path w="1679" h="14341" extrusionOk="0">
                  <a:moveTo>
                    <a:pt x="461" y="1"/>
                  </a:moveTo>
                  <a:cubicBezTo>
                    <a:pt x="414" y="1"/>
                    <a:pt x="365" y="95"/>
                    <a:pt x="353" y="220"/>
                  </a:cubicBezTo>
                  <a:cubicBezTo>
                    <a:pt x="240" y="1387"/>
                    <a:pt x="134" y="2547"/>
                    <a:pt x="77" y="3718"/>
                  </a:cubicBezTo>
                  <a:cubicBezTo>
                    <a:pt x="21" y="4886"/>
                    <a:pt x="0" y="6057"/>
                    <a:pt x="57" y="7233"/>
                  </a:cubicBezTo>
                  <a:cubicBezTo>
                    <a:pt x="114" y="8409"/>
                    <a:pt x="252" y="9576"/>
                    <a:pt x="475" y="10731"/>
                  </a:cubicBezTo>
                  <a:cubicBezTo>
                    <a:pt x="702" y="11883"/>
                    <a:pt x="1014" y="13018"/>
                    <a:pt x="1415" y="14120"/>
                  </a:cubicBezTo>
                  <a:cubicBezTo>
                    <a:pt x="1464" y="14245"/>
                    <a:pt x="1531" y="14341"/>
                    <a:pt x="1589" y="14341"/>
                  </a:cubicBezTo>
                  <a:cubicBezTo>
                    <a:pt x="1593" y="14341"/>
                    <a:pt x="1597" y="14340"/>
                    <a:pt x="1602" y="14339"/>
                  </a:cubicBezTo>
                  <a:cubicBezTo>
                    <a:pt x="1662" y="14323"/>
                    <a:pt x="1679" y="14193"/>
                    <a:pt x="1630" y="14043"/>
                  </a:cubicBezTo>
                  <a:cubicBezTo>
                    <a:pt x="1281" y="12937"/>
                    <a:pt x="1006" y="11810"/>
                    <a:pt x="799" y="10671"/>
                  </a:cubicBezTo>
                  <a:cubicBezTo>
                    <a:pt x="588" y="9527"/>
                    <a:pt x="462" y="8372"/>
                    <a:pt x="414" y="7213"/>
                  </a:cubicBezTo>
                  <a:cubicBezTo>
                    <a:pt x="345" y="6057"/>
                    <a:pt x="357" y="4890"/>
                    <a:pt x="394" y="3726"/>
                  </a:cubicBezTo>
                  <a:cubicBezTo>
                    <a:pt x="426" y="2567"/>
                    <a:pt x="487" y="1404"/>
                    <a:pt x="544" y="236"/>
                  </a:cubicBezTo>
                  <a:cubicBezTo>
                    <a:pt x="548" y="114"/>
                    <a:pt x="519" y="13"/>
                    <a:pt x="467" y="1"/>
                  </a:cubicBezTo>
                  <a:cubicBezTo>
                    <a:pt x="465" y="1"/>
                    <a:pt x="463" y="1"/>
                    <a:pt x="4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" name="Google Shape;5418;p73"/>
            <p:cNvSpPr/>
            <p:nvPr/>
          </p:nvSpPr>
          <p:spPr>
            <a:xfrm>
              <a:off x="3483756" y="3099794"/>
              <a:ext cx="21033" cy="113906"/>
            </a:xfrm>
            <a:custGeom>
              <a:avLst/>
              <a:gdLst/>
              <a:ahLst/>
              <a:cxnLst/>
              <a:rect l="l" t="t" r="r" b="b"/>
              <a:pathLst>
                <a:path w="1213" h="6569" extrusionOk="0">
                  <a:moveTo>
                    <a:pt x="318" y="1"/>
                  </a:moveTo>
                  <a:cubicBezTo>
                    <a:pt x="267" y="1"/>
                    <a:pt x="223" y="39"/>
                    <a:pt x="215" y="87"/>
                  </a:cubicBezTo>
                  <a:cubicBezTo>
                    <a:pt x="102" y="622"/>
                    <a:pt x="37" y="1165"/>
                    <a:pt x="17" y="1708"/>
                  </a:cubicBezTo>
                  <a:cubicBezTo>
                    <a:pt x="0" y="2256"/>
                    <a:pt x="25" y="2803"/>
                    <a:pt x="86" y="3346"/>
                  </a:cubicBezTo>
                  <a:cubicBezTo>
                    <a:pt x="154" y="3889"/>
                    <a:pt x="260" y="4428"/>
                    <a:pt x="402" y="4960"/>
                  </a:cubicBezTo>
                  <a:cubicBezTo>
                    <a:pt x="548" y="5482"/>
                    <a:pt x="742" y="5997"/>
                    <a:pt x="977" y="6488"/>
                  </a:cubicBezTo>
                  <a:cubicBezTo>
                    <a:pt x="994" y="6538"/>
                    <a:pt x="1041" y="6569"/>
                    <a:pt x="1092" y="6569"/>
                  </a:cubicBezTo>
                  <a:cubicBezTo>
                    <a:pt x="1102" y="6569"/>
                    <a:pt x="1113" y="6568"/>
                    <a:pt x="1123" y="6565"/>
                  </a:cubicBezTo>
                  <a:cubicBezTo>
                    <a:pt x="1184" y="6536"/>
                    <a:pt x="1213" y="6468"/>
                    <a:pt x="1188" y="6403"/>
                  </a:cubicBezTo>
                  <a:cubicBezTo>
                    <a:pt x="1006" y="5900"/>
                    <a:pt x="852" y="5389"/>
                    <a:pt x="722" y="4874"/>
                  </a:cubicBezTo>
                  <a:cubicBezTo>
                    <a:pt x="592" y="4356"/>
                    <a:pt x="499" y="3833"/>
                    <a:pt x="438" y="3306"/>
                  </a:cubicBezTo>
                  <a:cubicBezTo>
                    <a:pt x="369" y="2779"/>
                    <a:pt x="333" y="2248"/>
                    <a:pt x="333" y="1716"/>
                  </a:cubicBezTo>
                  <a:cubicBezTo>
                    <a:pt x="329" y="1181"/>
                    <a:pt x="353" y="650"/>
                    <a:pt x="410" y="119"/>
                  </a:cubicBezTo>
                  <a:cubicBezTo>
                    <a:pt x="418" y="67"/>
                    <a:pt x="386" y="14"/>
                    <a:pt x="333" y="2"/>
                  </a:cubicBezTo>
                  <a:cubicBezTo>
                    <a:pt x="328" y="1"/>
                    <a:pt x="323" y="1"/>
                    <a:pt x="31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" name="Google Shape;5419;p73"/>
            <p:cNvSpPr/>
            <p:nvPr/>
          </p:nvSpPr>
          <p:spPr>
            <a:xfrm>
              <a:off x="3442920" y="3135133"/>
              <a:ext cx="21103" cy="91625"/>
            </a:xfrm>
            <a:custGeom>
              <a:avLst/>
              <a:gdLst/>
              <a:ahLst/>
              <a:cxnLst/>
              <a:rect l="l" t="t" r="r" b="b"/>
              <a:pathLst>
                <a:path w="1217" h="5284" extrusionOk="0">
                  <a:moveTo>
                    <a:pt x="229" y="0"/>
                  </a:moveTo>
                  <a:cubicBezTo>
                    <a:pt x="185" y="0"/>
                    <a:pt x="145" y="30"/>
                    <a:pt x="138" y="72"/>
                  </a:cubicBezTo>
                  <a:cubicBezTo>
                    <a:pt x="53" y="510"/>
                    <a:pt x="4" y="951"/>
                    <a:pt x="0" y="1393"/>
                  </a:cubicBezTo>
                  <a:cubicBezTo>
                    <a:pt x="0" y="1843"/>
                    <a:pt x="37" y="2285"/>
                    <a:pt x="102" y="2727"/>
                  </a:cubicBezTo>
                  <a:cubicBezTo>
                    <a:pt x="179" y="3165"/>
                    <a:pt x="288" y="3599"/>
                    <a:pt x="434" y="4020"/>
                  </a:cubicBezTo>
                  <a:cubicBezTo>
                    <a:pt x="580" y="4442"/>
                    <a:pt x="766" y="4847"/>
                    <a:pt x="989" y="5232"/>
                  </a:cubicBezTo>
                  <a:cubicBezTo>
                    <a:pt x="1009" y="5264"/>
                    <a:pt x="1046" y="5283"/>
                    <a:pt x="1084" y="5283"/>
                  </a:cubicBezTo>
                  <a:cubicBezTo>
                    <a:pt x="1100" y="5283"/>
                    <a:pt x="1116" y="5280"/>
                    <a:pt x="1131" y="5273"/>
                  </a:cubicBezTo>
                  <a:cubicBezTo>
                    <a:pt x="1188" y="5248"/>
                    <a:pt x="1216" y="5184"/>
                    <a:pt x="1192" y="5127"/>
                  </a:cubicBezTo>
                  <a:cubicBezTo>
                    <a:pt x="1022" y="4730"/>
                    <a:pt x="872" y="4328"/>
                    <a:pt x="746" y="3919"/>
                  </a:cubicBezTo>
                  <a:cubicBezTo>
                    <a:pt x="616" y="3509"/>
                    <a:pt x="519" y="3092"/>
                    <a:pt x="454" y="2666"/>
                  </a:cubicBezTo>
                  <a:cubicBezTo>
                    <a:pt x="373" y="2245"/>
                    <a:pt x="329" y="1819"/>
                    <a:pt x="316" y="1389"/>
                  </a:cubicBezTo>
                  <a:cubicBezTo>
                    <a:pt x="296" y="959"/>
                    <a:pt x="300" y="530"/>
                    <a:pt x="333" y="100"/>
                  </a:cubicBezTo>
                  <a:cubicBezTo>
                    <a:pt x="333" y="51"/>
                    <a:pt x="296" y="11"/>
                    <a:pt x="252" y="3"/>
                  </a:cubicBezTo>
                  <a:cubicBezTo>
                    <a:pt x="244" y="1"/>
                    <a:pt x="236" y="0"/>
                    <a:pt x="22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" name="Google Shape;5420;p73"/>
            <p:cNvSpPr/>
            <p:nvPr/>
          </p:nvSpPr>
          <p:spPr>
            <a:xfrm>
              <a:off x="3237164" y="4075984"/>
              <a:ext cx="163950" cy="14704"/>
            </a:xfrm>
            <a:custGeom>
              <a:avLst/>
              <a:gdLst/>
              <a:ahLst/>
              <a:cxnLst/>
              <a:rect l="l" t="t" r="r" b="b"/>
              <a:pathLst>
                <a:path w="9455" h="848" extrusionOk="0">
                  <a:moveTo>
                    <a:pt x="136" y="1"/>
                  </a:moveTo>
                  <a:cubicBezTo>
                    <a:pt x="77" y="1"/>
                    <a:pt x="27" y="22"/>
                    <a:pt x="17" y="65"/>
                  </a:cubicBezTo>
                  <a:cubicBezTo>
                    <a:pt x="1" y="113"/>
                    <a:pt x="57" y="174"/>
                    <a:pt x="143" y="195"/>
                  </a:cubicBezTo>
                  <a:cubicBezTo>
                    <a:pt x="888" y="369"/>
                    <a:pt x="1642" y="519"/>
                    <a:pt x="2400" y="616"/>
                  </a:cubicBezTo>
                  <a:cubicBezTo>
                    <a:pt x="3163" y="713"/>
                    <a:pt x="3933" y="795"/>
                    <a:pt x="4699" y="823"/>
                  </a:cubicBezTo>
                  <a:cubicBezTo>
                    <a:pt x="5080" y="839"/>
                    <a:pt x="5463" y="847"/>
                    <a:pt x="5847" y="847"/>
                  </a:cubicBezTo>
                  <a:cubicBezTo>
                    <a:pt x="6230" y="847"/>
                    <a:pt x="6614" y="839"/>
                    <a:pt x="6998" y="823"/>
                  </a:cubicBezTo>
                  <a:cubicBezTo>
                    <a:pt x="7768" y="790"/>
                    <a:pt x="8534" y="718"/>
                    <a:pt x="9292" y="612"/>
                  </a:cubicBezTo>
                  <a:cubicBezTo>
                    <a:pt x="9385" y="596"/>
                    <a:pt x="9454" y="547"/>
                    <a:pt x="9454" y="486"/>
                  </a:cubicBezTo>
                  <a:cubicBezTo>
                    <a:pt x="9454" y="430"/>
                    <a:pt x="9381" y="384"/>
                    <a:pt x="9290" y="384"/>
                  </a:cubicBezTo>
                  <a:cubicBezTo>
                    <a:pt x="9282" y="384"/>
                    <a:pt x="9275" y="384"/>
                    <a:pt x="9268" y="385"/>
                  </a:cubicBezTo>
                  <a:cubicBezTo>
                    <a:pt x="8510" y="446"/>
                    <a:pt x="7743" y="474"/>
                    <a:pt x="6989" y="495"/>
                  </a:cubicBezTo>
                  <a:cubicBezTo>
                    <a:pt x="6772" y="500"/>
                    <a:pt x="6554" y="503"/>
                    <a:pt x="6336" y="503"/>
                  </a:cubicBezTo>
                  <a:cubicBezTo>
                    <a:pt x="5796" y="503"/>
                    <a:pt x="5254" y="488"/>
                    <a:pt x="4711" y="470"/>
                  </a:cubicBezTo>
                  <a:cubicBezTo>
                    <a:pt x="3953" y="446"/>
                    <a:pt x="3191" y="377"/>
                    <a:pt x="2437" y="304"/>
                  </a:cubicBezTo>
                  <a:cubicBezTo>
                    <a:pt x="1683" y="227"/>
                    <a:pt x="929" y="126"/>
                    <a:pt x="179" y="4"/>
                  </a:cubicBezTo>
                  <a:cubicBezTo>
                    <a:pt x="165" y="2"/>
                    <a:pt x="150" y="1"/>
                    <a:pt x="13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" name="Google Shape;5421;p73"/>
            <p:cNvSpPr/>
            <p:nvPr/>
          </p:nvSpPr>
          <p:spPr>
            <a:xfrm>
              <a:off x="3267457" y="4045258"/>
              <a:ext cx="98509" cy="9641"/>
            </a:xfrm>
            <a:custGeom>
              <a:avLst/>
              <a:gdLst/>
              <a:ahLst/>
              <a:cxnLst/>
              <a:rect l="l" t="t" r="r" b="b"/>
              <a:pathLst>
                <a:path w="5681" h="556" extrusionOk="0">
                  <a:moveTo>
                    <a:pt x="114" y="0"/>
                  </a:moveTo>
                  <a:cubicBezTo>
                    <a:pt x="62" y="0"/>
                    <a:pt x="21" y="33"/>
                    <a:pt x="13" y="82"/>
                  </a:cubicBezTo>
                  <a:cubicBezTo>
                    <a:pt x="1" y="134"/>
                    <a:pt x="37" y="183"/>
                    <a:pt x="86" y="195"/>
                  </a:cubicBezTo>
                  <a:cubicBezTo>
                    <a:pt x="540" y="280"/>
                    <a:pt x="994" y="357"/>
                    <a:pt x="1452" y="402"/>
                  </a:cubicBezTo>
                  <a:cubicBezTo>
                    <a:pt x="1906" y="446"/>
                    <a:pt x="2356" y="507"/>
                    <a:pt x="2818" y="523"/>
                  </a:cubicBezTo>
                  <a:cubicBezTo>
                    <a:pt x="3280" y="540"/>
                    <a:pt x="3734" y="556"/>
                    <a:pt x="4197" y="556"/>
                  </a:cubicBezTo>
                  <a:cubicBezTo>
                    <a:pt x="4659" y="556"/>
                    <a:pt x="5113" y="536"/>
                    <a:pt x="5575" y="499"/>
                  </a:cubicBezTo>
                  <a:cubicBezTo>
                    <a:pt x="5632" y="495"/>
                    <a:pt x="5676" y="450"/>
                    <a:pt x="5676" y="394"/>
                  </a:cubicBezTo>
                  <a:cubicBezTo>
                    <a:pt x="5680" y="329"/>
                    <a:pt x="5632" y="276"/>
                    <a:pt x="5571" y="276"/>
                  </a:cubicBezTo>
                  <a:lnTo>
                    <a:pt x="4201" y="223"/>
                  </a:lnTo>
                  <a:cubicBezTo>
                    <a:pt x="3747" y="215"/>
                    <a:pt x="3297" y="191"/>
                    <a:pt x="2839" y="171"/>
                  </a:cubicBezTo>
                  <a:cubicBezTo>
                    <a:pt x="2384" y="150"/>
                    <a:pt x="1930" y="122"/>
                    <a:pt x="1476" y="94"/>
                  </a:cubicBezTo>
                  <a:lnTo>
                    <a:pt x="114" y="0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" name="Google Shape;5422;p73"/>
            <p:cNvSpPr/>
            <p:nvPr/>
          </p:nvSpPr>
          <p:spPr>
            <a:xfrm>
              <a:off x="2928303" y="2862410"/>
              <a:ext cx="172221" cy="139431"/>
            </a:xfrm>
            <a:custGeom>
              <a:avLst/>
              <a:gdLst/>
              <a:ahLst/>
              <a:cxnLst/>
              <a:rect l="l" t="t" r="r" b="b"/>
              <a:pathLst>
                <a:path w="9932" h="8041" extrusionOk="0">
                  <a:moveTo>
                    <a:pt x="125" y="1"/>
                  </a:moveTo>
                  <a:cubicBezTo>
                    <a:pt x="76" y="1"/>
                    <a:pt x="32" y="90"/>
                    <a:pt x="24" y="209"/>
                  </a:cubicBezTo>
                  <a:cubicBezTo>
                    <a:pt x="0" y="1320"/>
                    <a:pt x="511" y="2378"/>
                    <a:pt x="1257" y="3192"/>
                  </a:cubicBezTo>
                  <a:cubicBezTo>
                    <a:pt x="2003" y="4007"/>
                    <a:pt x="2939" y="4591"/>
                    <a:pt x="3880" y="5110"/>
                  </a:cubicBezTo>
                  <a:lnTo>
                    <a:pt x="6746" y="6573"/>
                  </a:lnTo>
                  <a:cubicBezTo>
                    <a:pt x="7702" y="7052"/>
                    <a:pt x="8667" y="7526"/>
                    <a:pt x="9628" y="7992"/>
                  </a:cubicBezTo>
                  <a:cubicBezTo>
                    <a:pt x="9693" y="8024"/>
                    <a:pt x="9758" y="8040"/>
                    <a:pt x="9808" y="8040"/>
                  </a:cubicBezTo>
                  <a:cubicBezTo>
                    <a:pt x="9848" y="8040"/>
                    <a:pt x="9879" y="8030"/>
                    <a:pt x="9896" y="8008"/>
                  </a:cubicBezTo>
                  <a:cubicBezTo>
                    <a:pt x="9932" y="7956"/>
                    <a:pt x="9855" y="7862"/>
                    <a:pt x="9733" y="7789"/>
                  </a:cubicBezTo>
                  <a:cubicBezTo>
                    <a:pt x="8793" y="7279"/>
                    <a:pt x="7844" y="6776"/>
                    <a:pt x="6896" y="6281"/>
                  </a:cubicBezTo>
                  <a:lnTo>
                    <a:pt x="4050" y="4794"/>
                  </a:lnTo>
                  <a:cubicBezTo>
                    <a:pt x="3118" y="4303"/>
                    <a:pt x="2189" y="3736"/>
                    <a:pt x="1484" y="2982"/>
                  </a:cubicBezTo>
                  <a:cubicBezTo>
                    <a:pt x="783" y="2228"/>
                    <a:pt x="256" y="1255"/>
                    <a:pt x="219" y="205"/>
                  </a:cubicBezTo>
                  <a:cubicBezTo>
                    <a:pt x="219" y="103"/>
                    <a:pt x="183" y="10"/>
                    <a:pt x="134" y="2"/>
                  </a:cubicBezTo>
                  <a:cubicBezTo>
                    <a:pt x="131" y="1"/>
                    <a:pt x="128" y="1"/>
                    <a:pt x="12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" name="Google Shape;5423;p73"/>
            <p:cNvSpPr/>
            <p:nvPr/>
          </p:nvSpPr>
          <p:spPr>
            <a:xfrm>
              <a:off x="2879301" y="3762165"/>
              <a:ext cx="102289" cy="194503"/>
            </a:xfrm>
            <a:custGeom>
              <a:avLst/>
              <a:gdLst/>
              <a:ahLst/>
              <a:cxnLst/>
              <a:rect l="l" t="t" r="r" b="b"/>
              <a:pathLst>
                <a:path w="5899" h="11217" extrusionOk="0">
                  <a:moveTo>
                    <a:pt x="5793" y="0"/>
                  </a:moveTo>
                  <a:cubicBezTo>
                    <a:pt x="5736" y="0"/>
                    <a:pt x="5679" y="97"/>
                    <a:pt x="5660" y="225"/>
                  </a:cubicBezTo>
                  <a:cubicBezTo>
                    <a:pt x="5518" y="1242"/>
                    <a:pt x="5291" y="2252"/>
                    <a:pt x="4979" y="3233"/>
                  </a:cubicBezTo>
                  <a:cubicBezTo>
                    <a:pt x="4675" y="4214"/>
                    <a:pt x="4281" y="5166"/>
                    <a:pt x="3803" y="6078"/>
                  </a:cubicBezTo>
                  <a:cubicBezTo>
                    <a:pt x="3341" y="6995"/>
                    <a:pt x="2798" y="7870"/>
                    <a:pt x="2173" y="8685"/>
                  </a:cubicBezTo>
                  <a:cubicBezTo>
                    <a:pt x="1553" y="9512"/>
                    <a:pt x="864" y="10282"/>
                    <a:pt x="114" y="10992"/>
                  </a:cubicBezTo>
                  <a:cubicBezTo>
                    <a:pt x="41" y="11065"/>
                    <a:pt x="1" y="11150"/>
                    <a:pt x="29" y="11194"/>
                  </a:cubicBezTo>
                  <a:cubicBezTo>
                    <a:pt x="40" y="11209"/>
                    <a:pt x="57" y="11216"/>
                    <a:pt x="79" y="11216"/>
                  </a:cubicBezTo>
                  <a:cubicBezTo>
                    <a:pt x="124" y="11216"/>
                    <a:pt x="186" y="11188"/>
                    <a:pt x="248" y="11134"/>
                  </a:cubicBezTo>
                  <a:cubicBezTo>
                    <a:pt x="1046" y="10457"/>
                    <a:pt x="1772" y="9698"/>
                    <a:pt x="2421" y="8880"/>
                  </a:cubicBezTo>
                  <a:cubicBezTo>
                    <a:pt x="3065" y="8053"/>
                    <a:pt x="3637" y="7169"/>
                    <a:pt x="4123" y="6245"/>
                  </a:cubicBezTo>
                  <a:cubicBezTo>
                    <a:pt x="4598" y="5308"/>
                    <a:pt x="4991" y="4335"/>
                    <a:pt x="5295" y="3330"/>
                  </a:cubicBezTo>
                  <a:cubicBezTo>
                    <a:pt x="5595" y="2325"/>
                    <a:pt x="5789" y="1295"/>
                    <a:pt x="5883" y="249"/>
                  </a:cubicBezTo>
                  <a:cubicBezTo>
                    <a:pt x="5899" y="123"/>
                    <a:pt x="5866" y="18"/>
                    <a:pt x="5806" y="2"/>
                  </a:cubicBezTo>
                  <a:cubicBezTo>
                    <a:pt x="5801" y="1"/>
                    <a:pt x="5797" y="0"/>
                    <a:pt x="579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" name="Google Shape;5424;p73"/>
            <p:cNvSpPr/>
            <p:nvPr/>
          </p:nvSpPr>
          <p:spPr>
            <a:xfrm>
              <a:off x="2948609" y="3804787"/>
              <a:ext cx="52887" cy="105757"/>
            </a:xfrm>
            <a:custGeom>
              <a:avLst/>
              <a:gdLst/>
              <a:ahLst/>
              <a:cxnLst/>
              <a:rect l="l" t="t" r="r" b="b"/>
              <a:pathLst>
                <a:path w="3050" h="6099" extrusionOk="0">
                  <a:moveTo>
                    <a:pt x="2935" y="1"/>
                  </a:moveTo>
                  <a:cubicBezTo>
                    <a:pt x="2880" y="1"/>
                    <a:pt x="2828" y="38"/>
                    <a:pt x="2814" y="94"/>
                  </a:cubicBezTo>
                  <a:cubicBezTo>
                    <a:pt x="2644" y="608"/>
                    <a:pt x="2453" y="1119"/>
                    <a:pt x="2259" y="1622"/>
                  </a:cubicBezTo>
                  <a:cubicBezTo>
                    <a:pt x="2068" y="2125"/>
                    <a:pt x="1833" y="2615"/>
                    <a:pt x="1610" y="3106"/>
                  </a:cubicBezTo>
                  <a:cubicBezTo>
                    <a:pt x="1387" y="3600"/>
                    <a:pt x="1132" y="4074"/>
                    <a:pt x="868" y="4545"/>
                  </a:cubicBezTo>
                  <a:cubicBezTo>
                    <a:pt x="605" y="5019"/>
                    <a:pt x="325" y="5485"/>
                    <a:pt x="29" y="5939"/>
                  </a:cubicBezTo>
                  <a:cubicBezTo>
                    <a:pt x="1" y="5980"/>
                    <a:pt x="5" y="6041"/>
                    <a:pt x="41" y="6077"/>
                  </a:cubicBezTo>
                  <a:cubicBezTo>
                    <a:pt x="59" y="6091"/>
                    <a:pt x="80" y="6098"/>
                    <a:pt x="102" y="6098"/>
                  </a:cubicBezTo>
                  <a:cubicBezTo>
                    <a:pt x="135" y="6098"/>
                    <a:pt x="168" y="6082"/>
                    <a:pt x="187" y="6053"/>
                  </a:cubicBezTo>
                  <a:cubicBezTo>
                    <a:pt x="528" y="5619"/>
                    <a:pt x="844" y="5169"/>
                    <a:pt x="1136" y="4703"/>
                  </a:cubicBezTo>
                  <a:cubicBezTo>
                    <a:pt x="1424" y="4237"/>
                    <a:pt x="1687" y="3754"/>
                    <a:pt x="1930" y="3260"/>
                  </a:cubicBezTo>
                  <a:cubicBezTo>
                    <a:pt x="2169" y="2761"/>
                    <a:pt x="2384" y="2254"/>
                    <a:pt x="2567" y="1739"/>
                  </a:cubicBezTo>
                  <a:cubicBezTo>
                    <a:pt x="2753" y="1221"/>
                    <a:pt x="2907" y="690"/>
                    <a:pt x="3029" y="154"/>
                  </a:cubicBezTo>
                  <a:cubicBezTo>
                    <a:pt x="3049" y="94"/>
                    <a:pt x="3021" y="33"/>
                    <a:pt x="2964" y="4"/>
                  </a:cubicBezTo>
                  <a:cubicBezTo>
                    <a:pt x="2954" y="2"/>
                    <a:pt x="2945" y="1"/>
                    <a:pt x="29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" name="Google Shape;5425;p73"/>
            <p:cNvSpPr/>
            <p:nvPr/>
          </p:nvSpPr>
          <p:spPr>
            <a:xfrm>
              <a:off x="2837893" y="2947844"/>
              <a:ext cx="68493" cy="530517"/>
            </a:xfrm>
            <a:custGeom>
              <a:avLst/>
              <a:gdLst/>
              <a:ahLst/>
              <a:cxnLst/>
              <a:rect l="l" t="t" r="r" b="b"/>
              <a:pathLst>
                <a:path w="3950" h="30595" extrusionOk="0">
                  <a:moveTo>
                    <a:pt x="3888" y="0"/>
                  </a:moveTo>
                  <a:cubicBezTo>
                    <a:pt x="3837" y="0"/>
                    <a:pt x="3731" y="184"/>
                    <a:pt x="3645" y="426"/>
                  </a:cubicBezTo>
                  <a:cubicBezTo>
                    <a:pt x="2753" y="2773"/>
                    <a:pt x="2028" y="5177"/>
                    <a:pt x="1468" y="7626"/>
                  </a:cubicBezTo>
                  <a:cubicBezTo>
                    <a:pt x="913" y="10074"/>
                    <a:pt x="520" y="12555"/>
                    <a:pt x="285" y="15052"/>
                  </a:cubicBezTo>
                  <a:cubicBezTo>
                    <a:pt x="62" y="17553"/>
                    <a:pt x="1" y="20067"/>
                    <a:pt x="106" y="22572"/>
                  </a:cubicBezTo>
                  <a:cubicBezTo>
                    <a:pt x="208" y="25081"/>
                    <a:pt x="487" y="27578"/>
                    <a:pt x="937" y="30047"/>
                  </a:cubicBezTo>
                  <a:cubicBezTo>
                    <a:pt x="990" y="30347"/>
                    <a:pt x="1071" y="30586"/>
                    <a:pt x="1136" y="30594"/>
                  </a:cubicBezTo>
                  <a:cubicBezTo>
                    <a:pt x="1137" y="30595"/>
                    <a:pt x="1139" y="30595"/>
                    <a:pt x="1140" y="30595"/>
                  </a:cubicBezTo>
                  <a:cubicBezTo>
                    <a:pt x="1201" y="30595"/>
                    <a:pt x="1212" y="30336"/>
                    <a:pt x="1160" y="30015"/>
                  </a:cubicBezTo>
                  <a:cubicBezTo>
                    <a:pt x="763" y="27546"/>
                    <a:pt x="524" y="25061"/>
                    <a:pt x="435" y="22564"/>
                  </a:cubicBezTo>
                  <a:cubicBezTo>
                    <a:pt x="256" y="17570"/>
                    <a:pt x="706" y="12575"/>
                    <a:pt x="1772" y="7690"/>
                  </a:cubicBezTo>
                  <a:cubicBezTo>
                    <a:pt x="2308" y="5250"/>
                    <a:pt x="2993" y="2846"/>
                    <a:pt x="3828" y="491"/>
                  </a:cubicBezTo>
                  <a:cubicBezTo>
                    <a:pt x="3909" y="248"/>
                    <a:pt x="3949" y="41"/>
                    <a:pt x="3901" y="4"/>
                  </a:cubicBezTo>
                  <a:cubicBezTo>
                    <a:pt x="3897" y="1"/>
                    <a:pt x="3893" y="0"/>
                    <a:pt x="38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" name="Google Shape;5426;p73"/>
            <p:cNvSpPr/>
            <p:nvPr/>
          </p:nvSpPr>
          <p:spPr>
            <a:xfrm>
              <a:off x="2868411" y="2985853"/>
              <a:ext cx="51396" cy="222247"/>
            </a:xfrm>
            <a:custGeom>
              <a:avLst/>
              <a:gdLst/>
              <a:ahLst/>
              <a:cxnLst/>
              <a:rect l="l" t="t" r="r" b="b"/>
              <a:pathLst>
                <a:path w="2964" h="12817" extrusionOk="0">
                  <a:moveTo>
                    <a:pt x="2891" y="1"/>
                  </a:moveTo>
                  <a:cubicBezTo>
                    <a:pt x="2844" y="1"/>
                    <a:pt x="2783" y="68"/>
                    <a:pt x="2745" y="164"/>
                  </a:cubicBezTo>
                  <a:cubicBezTo>
                    <a:pt x="2343" y="1149"/>
                    <a:pt x="1987" y="2150"/>
                    <a:pt x="1670" y="3163"/>
                  </a:cubicBezTo>
                  <a:cubicBezTo>
                    <a:pt x="1358" y="4181"/>
                    <a:pt x="1087" y="5211"/>
                    <a:pt x="856" y="6248"/>
                  </a:cubicBezTo>
                  <a:cubicBezTo>
                    <a:pt x="629" y="7290"/>
                    <a:pt x="442" y="8336"/>
                    <a:pt x="296" y="9390"/>
                  </a:cubicBezTo>
                  <a:cubicBezTo>
                    <a:pt x="150" y="10444"/>
                    <a:pt x="53" y="11506"/>
                    <a:pt x="4" y="12568"/>
                  </a:cubicBezTo>
                  <a:cubicBezTo>
                    <a:pt x="0" y="12694"/>
                    <a:pt x="33" y="12807"/>
                    <a:pt x="94" y="12816"/>
                  </a:cubicBezTo>
                  <a:cubicBezTo>
                    <a:pt x="97" y="12816"/>
                    <a:pt x="100" y="12817"/>
                    <a:pt x="103" y="12817"/>
                  </a:cubicBezTo>
                  <a:cubicBezTo>
                    <a:pt x="161" y="12817"/>
                    <a:pt x="216" y="12719"/>
                    <a:pt x="231" y="12585"/>
                  </a:cubicBezTo>
                  <a:cubicBezTo>
                    <a:pt x="333" y="11531"/>
                    <a:pt x="466" y="10481"/>
                    <a:pt x="621" y="9439"/>
                  </a:cubicBezTo>
                  <a:cubicBezTo>
                    <a:pt x="779" y="8393"/>
                    <a:pt x="977" y="7359"/>
                    <a:pt x="1200" y="6325"/>
                  </a:cubicBezTo>
                  <a:cubicBezTo>
                    <a:pt x="1423" y="5292"/>
                    <a:pt x="1674" y="4270"/>
                    <a:pt x="1970" y="3257"/>
                  </a:cubicBezTo>
                  <a:cubicBezTo>
                    <a:pt x="2258" y="2243"/>
                    <a:pt x="2578" y="1234"/>
                    <a:pt x="2923" y="229"/>
                  </a:cubicBezTo>
                  <a:cubicBezTo>
                    <a:pt x="2960" y="127"/>
                    <a:pt x="2964" y="34"/>
                    <a:pt x="2911" y="6"/>
                  </a:cubicBezTo>
                  <a:cubicBezTo>
                    <a:pt x="2905" y="2"/>
                    <a:pt x="2898" y="1"/>
                    <a:pt x="289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" name="Google Shape;5427;p73"/>
            <p:cNvSpPr/>
            <p:nvPr/>
          </p:nvSpPr>
          <p:spPr>
            <a:xfrm>
              <a:off x="3153463" y="3086737"/>
              <a:ext cx="94902" cy="122299"/>
            </a:xfrm>
            <a:custGeom>
              <a:avLst/>
              <a:gdLst/>
              <a:ahLst/>
              <a:cxnLst/>
              <a:rect l="l" t="t" r="r" b="b"/>
              <a:pathLst>
                <a:path w="5473" h="7053" extrusionOk="0">
                  <a:moveTo>
                    <a:pt x="2832" y="4057"/>
                  </a:moveTo>
                  <a:cubicBezTo>
                    <a:pt x="2874" y="4057"/>
                    <a:pt x="2918" y="4060"/>
                    <a:pt x="2963" y="4067"/>
                  </a:cubicBezTo>
                  <a:cubicBezTo>
                    <a:pt x="3924" y="4209"/>
                    <a:pt x="4041" y="5640"/>
                    <a:pt x="2825" y="5810"/>
                  </a:cubicBezTo>
                  <a:cubicBezTo>
                    <a:pt x="2779" y="5816"/>
                    <a:pt x="2735" y="5819"/>
                    <a:pt x="2693" y="5819"/>
                  </a:cubicBezTo>
                  <a:cubicBezTo>
                    <a:pt x="1667" y="5819"/>
                    <a:pt x="1849" y="4057"/>
                    <a:pt x="2832" y="4057"/>
                  </a:cubicBezTo>
                  <a:close/>
                  <a:moveTo>
                    <a:pt x="2501" y="1"/>
                  </a:moveTo>
                  <a:cubicBezTo>
                    <a:pt x="1930" y="1"/>
                    <a:pt x="0" y="6086"/>
                    <a:pt x="389" y="6552"/>
                  </a:cubicBezTo>
                  <a:cubicBezTo>
                    <a:pt x="627" y="6837"/>
                    <a:pt x="2066" y="7052"/>
                    <a:pt x="3273" y="7052"/>
                  </a:cubicBezTo>
                  <a:cubicBezTo>
                    <a:pt x="4039" y="7052"/>
                    <a:pt x="4712" y="6965"/>
                    <a:pt x="4925" y="6754"/>
                  </a:cubicBezTo>
                  <a:cubicBezTo>
                    <a:pt x="5472" y="6215"/>
                    <a:pt x="4317" y="301"/>
                    <a:pt x="3916" y="167"/>
                  </a:cubicBezTo>
                  <a:cubicBezTo>
                    <a:pt x="3518" y="33"/>
                    <a:pt x="2505" y="1"/>
                    <a:pt x="2505" y="1"/>
                  </a:cubicBezTo>
                  <a:cubicBezTo>
                    <a:pt x="2504" y="1"/>
                    <a:pt x="2503" y="1"/>
                    <a:pt x="25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" name="Google Shape;5428;p73"/>
            <p:cNvSpPr/>
            <p:nvPr/>
          </p:nvSpPr>
          <p:spPr>
            <a:xfrm>
              <a:off x="3145851" y="3080547"/>
              <a:ext cx="109467" cy="134714"/>
            </a:xfrm>
            <a:custGeom>
              <a:avLst/>
              <a:gdLst/>
              <a:ahLst/>
              <a:cxnLst/>
              <a:rect l="l" t="t" r="r" b="b"/>
              <a:pathLst>
                <a:path w="6313" h="7769" extrusionOk="0">
                  <a:moveTo>
                    <a:pt x="3268" y="4764"/>
                  </a:moveTo>
                  <a:lnTo>
                    <a:pt x="3345" y="4772"/>
                  </a:lnTo>
                  <a:cubicBezTo>
                    <a:pt x="3605" y="4797"/>
                    <a:pt x="3799" y="5020"/>
                    <a:pt x="3795" y="5279"/>
                  </a:cubicBezTo>
                  <a:cubicBezTo>
                    <a:pt x="3791" y="5563"/>
                    <a:pt x="3580" y="5766"/>
                    <a:pt x="3215" y="5814"/>
                  </a:cubicBezTo>
                  <a:cubicBezTo>
                    <a:pt x="3188" y="5817"/>
                    <a:pt x="3163" y="5819"/>
                    <a:pt x="3140" y="5819"/>
                  </a:cubicBezTo>
                  <a:cubicBezTo>
                    <a:pt x="2977" y="5819"/>
                    <a:pt x="2910" y="5749"/>
                    <a:pt x="2871" y="5688"/>
                  </a:cubicBezTo>
                  <a:cubicBezTo>
                    <a:pt x="2757" y="5510"/>
                    <a:pt x="2802" y="5149"/>
                    <a:pt x="2919" y="4975"/>
                  </a:cubicBezTo>
                  <a:cubicBezTo>
                    <a:pt x="3037" y="4797"/>
                    <a:pt x="3175" y="4764"/>
                    <a:pt x="3268" y="4764"/>
                  </a:cubicBezTo>
                  <a:close/>
                  <a:moveTo>
                    <a:pt x="3270" y="4052"/>
                  </a:moveTo>
                  <a:cubicBezTo>
                    <a:pt x="2888" y="4052"/>
                    <a:pt x="2527" y="4249"/>
                    <a:pt x="2324" y="4582"/>
                  </a:cubicBezTo>
                  <a:cubicBezTo>
                    <a:pt x="2032" y="5036"/>
                    <a:pt x="2007" y="5660"/>
                    <a:pt x="2271" y="6070"/>
                  </a:cubicBezTo>
                  <a:cubicBezTo>
                    <a:pt x="2453" y="6359"/>
                    <a:pt x="2771" y="6532"/>
                    <a:pt x="3111" y="6532"/>
                  </a:cubicBezTo>
                  <a:cubicBezTo>
                    <a:pt x="3119" y="6532"/>
                    <a:pt x="3127" y="6532"/>
                    <a:pt x="3134" y="6532"/>
                  </a:cubicBezTo>
                  <a:cubicBezTo>
                    <a:pt x="3191" y="6528"/>
                    <a:pt x="3252" y="6524"/>
                    <a:pt x="3309" y="6515"/>
                  </a:cubicBezTo>
                  <a:cubicBezTo>
                    <a:pt x="4132" y="6402"/>
                    <a:pt x="4500" y="5814"/>
                    <a:pt x="4505" y="5283"/>
                  </a:cubicBezTo>
                  <a:cubicBezTo>
                    <a:pt x="4509" y="4671"/>
                    <a:pt x="4059" y="4152"/>
                    <a:pt x="3451" y="4067"/>
                  </a:cubicBezTo>
                  <a:cubicBezTo>
                    <a:pt x="3390" y="4057"/>
                    <a:pt x="3330" y="4052"/>
                    <a:pt x="3270" y="4052"/>
                  </a:cubicBezTo>
                  <a:close/>
                  <a:moveTo>
                    <a:pt x="3029" y="719"/>
                  </a:moveTo>
                  <a:cubicBezTo>
                    <a:pt x="3373" y="731"/>
                    <a:pt x="3888" y="775"/>
                    <a:pt x="4156" y="832"/>
                  </a:cubicBezTo>
                  <a:cubicBezTo>
                    <a:pt x="4565" y="1578"/>
                    <a:pt x="5400" y="6317"/>
                    <a:pt x="5113" y="6860"/>
                  </a:cubicBezTo>
                  <a:cubicBezTo>
                    <a:pt x="4967" y="6995"/>
                    <a:pt x="4387" y="7054"/>
                    <a:pt x="3709" y="7054"/>
                  </a:cubicBezTo>
                  <a:cubicBezTo>
                    <a:pt x="2691" y="7054"/>
                    <a:pt x="1453" y="6920"/>
                    <a:pt x="1132" y="6706"/>
                  </a:cubicBezTo>
                  <a:cubicBezTo>
                    <a:pt x="1034" y="5928"/>
                    <a:pt x="2494" y="1339"/>
                    <a:pt x="3029" y="719"/>
                  </a:cubicBezTo>
                  <a:close/>
                  <a:moveTo>
                    <a:pt x="2954" y="1"/>
                  </a:moveTo>
                  <a:cubicBezTo>
                    <a:pt x="2649" y="1"/>
                    <a:pt x="2415" y="296"/>
                    <a:pt x="2170" y="787"/>
                  </a:cubicBezTo>
                  <a:cubicBezTo>
                    <a:pt x="1643" y="1833"/>
                    <a:pt x="1" y="6471"/>
                    <a:pt x="552" y="7140"/>
                  </a:cubicBezTo>
                  <a:cubicBezTo>
                    <a:pt x="945" y="7610"/>
                    <a:pt x="2619" y="7723"/>
                    <a:pt x="3126" y="7752"/>
                  </a:cubicBezTo>
                  <a:cubicBezTo>
                    <a:pt x="3321" y="7760"/>
                    <a:pt x="3519" y="7768"/>
                    <a:pt x="3726" y="7768"/>
                  </a:cubicBezTo>
                  <a:cubicBezTo>
                    <a:pt x="4496" y="7768"/>
                    <a:pt x="5291" y="7679"/>
                    <a:pt x="5611" y="7363"/>
                  </a:cubicBezTo>
                  <a:cubicBezTo>
                    <a:pt x="6313" y="6670"/>
                    <a:pt x="5307" y="2263"/>
                    <a:pt x="5259" y="2077"/>
                  </a:cubicBezTo>
                  <a:cubicBezTo>
                    <a:pt x="4853" y="317"/>
                    <a:pt x="4646" y="244"/>
                    <a:pt x="4472" y="183"/>
                  </a:cubicBezTo>
                  <a:cubicBezTo>
                    <a:pt x="4034" y="37"/>
                    <a:pt x="3061" y="9"/>
                    <a:pt x="2960" y="1"/>
                  </a:cubicBezTo>
                  <a:cubicBezTo>
                    <a:pt x="2958" y="1"/>
                    <a:pt x="2956" y="1"/>
                    <a:pt x="295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" name="Google Shape;5429;p73"/>
            <p:cNvSpPr/>
            <p:nvPr/>
          </p:nvSpPr>
          <p:spPr>
            <a:xfrm>
              <a:off x="2809004" y="3649472"/>
              <a:ext cx="295820" cy="244945"/>
            </a:xfrm>
            <a:custGeom>
              <a:avLst/>
              <a:gdLst/>
              <a:ahLst/>
              <a:cxnLst/>
              <a:rect l="l" t="t" r="r" b="b"/>
              <a:pathLst>
                <a:path w="17060" h="14126" extrusionOk="0">
                  <a:moveTo>
                    <a:pt x="5697" y="1"/>
                  </a:moveTo>
                  <a:cubicBezTo>
                    <a:pt x="5616" y="1"/>
                    <a:pt x="5537" y="28"/>
                    <a:pt x="5473" y="80"/>
                  </a:cubicBezTo>
                  <a:cubicBezTo>
                    <a:pt x="5380" y="157"/>
                    <a:pt x="5332" y="270"/>
                    <a:pt x="5340" y="388"/>
                  </a:cubicBezTo>
                  <a:cubicBezTo>
                    <a:pt x="5352" y="465"/>
                    <a:pt x="5984" y="8394"/>
                    <a:pt x="167" y="13510"/>
                  </a:cubicBezTo>
                  <a:cubicBezTo>
                    <a:pt x="17" y="13635"/>
                    <a:pt x="1" y="13862"/>
                    <a:pt x="131" y="14008"/>
                  </a:cubicBezTo>
                  <a:cubicBezTo>
                    <a:pt x="199" y="14085"/>
                    <a:pt x="297" y="14126"/>
                    <a:pt x="398" y="14126"/>
                  </a:cubicBezTo>
                  <a:cubicBezTo>
                    <a:pt x="483" y="14126"/>
                    <a:pt x="568" y="14098"/>
                    <a:pt x="633" y="14041"/>
                  </a:cubicBezTo>
                  <a:cubicBezTo>
                    <a:pt x="5863" y="9448"/>
                    <a:pt x="6110" y="2710"/>
                    <a:pt x="6069" y="829"/>
                  </a:cubicBezTo>
                  <a:lnTo>
                    <a:pt x="6069" y="829"/>
                  </a:lnTo>
                  <a:cubicBezTo>
                    <a:pt x="9386" y="1696"/>
                    <a:pt x="13274" y="1825"/>
                    <a:pt x="15311" y="1825"/>
                  </a:cubicBezTo>
                  <a:cubicBezTo>
                    <a:pt x="16122" y="1825"/>
                    <a:pt x="16639" y="1805"/>
                    <a:pt x="16711" y="1802"/>
                  </a:cubicBezTo>
                  <a:cubicBezTo>
                    <a:pt x="16905" y="1794"/>
                    <a:pt x="17059" y="1628"/>
                    <a:pt x="17051" y="1434"/>
                  </a:cubicBezTo>
                  <a:cubicBezTo>
                    <a:pt x="17043" y="1240"/>
                    <a:pt x="16885" y="1093"/>
                    <a:pt x="16697" y="1093"/>
                  </a:cubicBezTo>
                  <a:cubicBezTo>
                    <a:pt x="16692" y="1093"/>
                    <a:pt x="16687" y="1093"/>
                    <a:pt x="16682" y="1093"/>
                  </a:cubicBezTo>
                  <a:cubicBezTo>
                    <a:pt x="16664" y="1093"/>
                    <a:pt x="16190" y="1111"/>
                    <a:pt x="15419" y="1111"/>
                  </a:cubicBezTo>
                  <a:cubicBezTo>
                    <a:pt x="13351" y="1111"/>
                    <a:pt x="9140" y="980"/>
                    <a:pt x="5798" y="15"/>
                  </a:cubicBezTo>
                  <a:cubicBezTo>
                    <a:pt x="5765" y="5"/>
                    <a:pt x="5731" y="1"/>
                    <a:pt x="569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" name="Google Shape;5430;p73"/>
            <p:cNvSpPr/>
            <p:nvPr/>
          </p:nvSpPr>
          <p:spPr>
            <a:xfrm>
              <a:off x="2810478" y="3659530"/>
              <a:ext cx="166273" cy="296965"/>
            </a:xfrm>
            <a:custGeom>
              <a:avLst/>
              <a:gdLst/>
              <a:ahLst/>
              <a:cxnLst/>
              <a:rect l="l" t="t" r="r" b="b"/>
              <a:pathLst>
                <a:path w="9589" h="17126" extrusionOk="0">
                  <a:moveTo>
                    <a:pt x="8227" y="0"/>
                  </a:moveTo>
                  <a:cubicBezTo>
                    <a:pt x="8214" y="0"/>
                    <a:pt x="8202" y="1"/>
                    <a:pt x="8190" y="2"/>
                  </a:cubicBezTo>
                  <a:cubicBezTo>
                    <a:pt x="7995" y="22"/>
                    <a:pt x="7853" y="197"/>
                    <a:pt x="7869" y="391"/>
                  </a:cubicBezTo>
                  <a:cubicBezTo>
                    <a:pt x="7886" y="497"/>
                    <a:pt x="8838" y="11077"/>
                    <a:pt x="220" y="16469"/>
                  </a:cubicBezTo>
                  <a:cubicBezTo>
                    <a:pt x="50" y="16574"/>
                    <a:pt x="1" y="16793"/>
                    <a:pt x="106" y="16955"/>
                  </a:cubicBezTo>
                  <a:cubicBezTo>
                    <a:pt x="171" y="17061"/>
                    <a:pt x="285" y="17121"/>
                    <a:pt x="406" y="17126"/>
                  </a:cubicBezTo>
                  <a:cubicBezTo>
                    <a:pt x="471" y="17126"/>
                    <a:pt x="536" y="17105"/>
                    <a:pt x="593" y="17069"/>
                  </a:cubicBezTo>
                  <a:cubicBezTo>
                    <a:pt x="9588" y="11454"/>
                    <a:pt x="8591" y="432"/>
                    <a:pt x="8579" y="322"/>
                  </a:cubicBezTo>
                  <a:cubicBezTo>
                    <a:pt x="8560" y="137"/>
                    <a:pt x="8406" y="0"/>
                    <a:pt x="822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" name="Google Shape;5431;p73"/>
            <p:cNvSpPr/>
            <p:nvPr/>
          </p:nvSpPr>
          <p:spPr>
            <a:xfrm>
              <a:off x="3270768" y="3655229"/>
              <a:ext cx="445465" cy="324258"/>
            </a:xfrm>
            <a:custGeom>
              <a:avLst/>
              <a:gdLst/>
              <a:ahLst/>
              <a:cxnLst/>
              <a:rect l="l" t="t" r="r" b="b"/>
              <a:pathLst>
                <a:path w="25690" h="18700" extrusionOk="0">
                  <a:moveTo>
                    <a:pt x="12260" y="0"/>
                  </a:moveTo>
                  <a:cubicBezTo>
                    <a:pt x="12230" y="0"/>
                    <a:pt x="12200" y="4"/>
                    <a:pt x="12170" y="11"/>
                  </a:cubicBezTo>
                  <a:cubicBezTo>
                    <a:pt x="9261" y="790"/>
                    <a:pt x="6670" y="1010"/>
                    <a:pt x="4671" y="1010"/>
                  </a:cubicBezTo>
                  <a:cubicBezTo>
                    <a:pt x="2101" y="1010"/>
                    <a:pt x="510" y="646"/>
                    <a:pt x="483" y="639"/>
                  </a:cubicBezTo>
                  <a:cubicBezTo>
                    <a:pt x="452" y="631"/>
                    <a:pt x="421" y="627"/>
                    <a:pt x="390" y="627"/>
                  </a:cubicBezTo>
                  <a:cubicBezTo>
                    <a:pt x="232" y="627"/>
                    <a:pt x="86" y="736"/>
                    <a:pt x="45" y="899"/>
                  </a:cubicBezTo>
                  <a:cubicBezTo>
                    <a:pt x="0" y="1093"/>
                    <a:pt x="122" y="1288"/>
                    <a:pt x="317" y="1329"/>
                  </a:cubicBezTo>
                  <a:cubicBezTo>
                    <a:pt x="435" y="1359"/>
                    <a:pt x="2053" y="1730"/>
                    <a:pt x="4657" y="1730"/>
                  </a:cubicBezTo>
                  <a:cubicBezTo>
                    <a:pt x="6610" y="1730"/>
                    <a:pt x="9118" y="1521"/>
                    <a:pt x="11963" y="802"/>
                  </a:cubicBezTo>
                  <a:cubicBezTo>
                    <a:pt x="12308" y="3092"/>
                    <a:pt x="14485" y="14224"/>
                    <a:pt x="24660" y="15549"/>
                  </a:cubicBezTo>
                  <a:lnTo>
                    <a:pt x="24960" y="18379"/>
                  </a:lnTo>
                  <a:cubicBezTo>
                    <a:pt x="24980" y="18561"/>
                    <a:pt x="25130" y="18699"/>
                    <a:pt x="25312" y="18699"/>
                  </a:cubicBezTo>
                  <a:lnTo>
                    <a:pt x="25349" y="18695"/>
                  </a:lnTo>
                  <a:cubicBezTo>
                    <a:pt x="25544" y="18675"/>
                    <a:pt x="25689" y="18500"/>
                    <a:pt x="25669" y="18306"/>
                  </a:cubicBezTo>
                  <a:lnTo>
                    <a:pt x="25333" y="15193"/>
                  </a:lnTo>
                  <a:cubicBezTo>
                    <a:pt x="25321" y="15026"/>
                    <a:pt x="25187" y="14893"/>
                    <a:pt x="25021" y="14880"/>
                  </a:cubicBezTo>
                  <a:cubicBezTo>
                    <a:pt x="14047" y="13664"/>
                    <a:pt x="12624" y="453"/>
                    <a:pt x="12616" y="319"/>
                  </a:cubicBezTo>
                  <a:cubicBezTo>
                    <a:pt x="12604" y="218"/>
                    <a:pt x="12547" y="120"/>
                    <a:pt x="12462" y="64"/>
                  </a:cubicBezTo>
                  <a:cubicBezTo>
                    <a:pt x="12402" y="21"/>
                    <a:pt x="12332" y="0"/>
                    <a:pt x="1226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" name="Google Shape;5432;p73"/>
            <p:cNvSpPr/>
            <p:nvPr/>
          </p:nvSpPr>
          <p:spPr>
            <a:xfrm>
              <a:off x="3428580" y="3665425"/>
              <a:ext cx="288208" cy="305982"/>
            </a:xfrm>
            <a:custGeom>
              <a:avLst/>
              <a:gdLst/>
              <a:ahLst/>
              <a:cxnLst/>
              <a:rect l="l" t="t" r="r" b="b"/>
              <a:pathLst>
                <a:path w="16621" h="17646" extrusionOk="0">
                  <a:moveTo>
                    <a:pt x="387" y="0"/>
                  </a:moveTo>
                  <a:cubicBezTo>
                    <a:pt x="373" y="0"/>
                    <a:pt x="359" y="1"/>
                    <a:pt x="345" y="3"/>
                  </a:cubicBezTo>
                  <a:cubicBezTo>
                    <a:pt x="142" y="23"/>
                    <a:pt x="0" y="209"/>
                    <a:pt x="33" y="412"/>
                  </a:cubicBezTo>
                  <a:cubicBezTo>
                    <a:pt x="57" y="680"/>
                    <a:pt x="799" y="7101"/>
                    <a:pt x="5663" y="12756"/>
                  </a:cubicBezTo>
                  <a:cubicBezTo>
                    <a:pt x="9393" y="17081"/>
                    <a:pt x="13394" y="17645"/>
                    <a:pt x="15218" y="17645"/>
                  </a:cubicBezTo>
                  <a:cubicBezTo>
                    <a:pt x="15246" y="17645"/>
                    <a:pt x="15274" y="17645"/>
                    <a:pt x="15302" y="17645"/>
                  </a:cubicBezTo>
                  <a:cubicBezTo>
                    <a:pt x="15610" y="17645"/>
                    <a:pt x="15915" y="17625"/>
                    <a:pt x="16220" y="17580"/>
                  </a:cubicBezTo>
                  <a:cubicBezTo>
                    <a:pt x="16621" y="17461"/>
                    <a:pt x="16528" y="16874"/>
                    <a:pt x="16123" y="16874"/>
                  </a:cubicBezTo>
                  <a:cubicBezTo>
                    <a:pt x="16114" y="16874"/>
                    <a:pt x="16106" y="16874"/>
                    <a:pt x="16098" y="16875"/>
                  </a:cubicBezTo>
                  <a:cubicBezTo>
                    <a:pt x="16092" y="16877"/>
                    <a:pt x="15781" y="16928"/>
                    <a:pt x="15250" y="16928"/>
                  </a:cubicBezTo>
                  <a:cubicBezTo>
                    <a:pt x="14684" y="16928"/>
                    <a:pt x="13869" y="16870"/>
                    <a:pt x="12908" y="16631"/>
                  </a:cubicBezTo>
                  <a:cubicBezTo>
                    <a:pt x="11193" y="16210"/>
                    <a:pt x="8631" y="15111"/>
                    <a:pt x="6198" y="12290"/>
                  </a:cubicBezTo>
                  <a:cubicBezTo>
                    <a:pt x="1488" y="6813"/>
                    <a:pt x="746" y="396"/>
                    <a:pt x="738" y="335"/>
                  </a:cubicBezTo>
                  <a:cubicBezTo>
                    <a:pt x="727" y="147"/>
                    <a:pt x="572" y="0"/>
                    <a:pt x="38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" name="Google Shape;5433;p73"/>
            <p:cNvSpPr/>
            <p:nvPr/>
          </p:nvSpPr>
          <p:spPr>
            <a:xfrm>
              <a:off x="2852666" y="4027883"/>
              <a:ext cx="33969" cy="136119"/>
            </a:xfrm>
            <a:custGeom>
              <a:avLst/>
              <a:gdLst/>
              <a:ahLst/>
              <a:cxnLst/>
              <a:rect l="l" t="t" r="r" b="b"/>
              <a:pathLst>
                <a:path w="1959" h="7850" extrusionOk="0">
                  <a:moveTo>
                    <a:pt x="1563" y="0"/>
                  </a:moveTo>
                  <a:cubicBezTo>
                    <a:pt x="1409" y="0"/>
                    <a:pt x="1264" y="102"/>
                    <a:pt x="1220" y="261"/>
                  </a:cubicBezTo>
                  <a:cubicBezTo>
                    <a:pt x="1172" y="443"/>
                    <a:pt x="0" y="4728"/>
                    <a:pt x="880" y="7598"/>
                  </a:cubicBezTo>
                  <a:cubicBezTo>
                    <a:pt x="929" y="7744"/>
                    <a:pt x="1062" y="7849"/>
                    <a:pt x="1220" y="7849"/>
                  </a:cubicBezTo>
                  <a:lnTo>
                    <a:pt x="1326" y="7833"/>
                  </a:lnTo>
                  <a:cubicBezTo>
                    <a:pt x="1516" y="7776"/>
                    <a:pt x="1618" y="7578"/>
                    <a:pt x="1561" y="7387"/>
                  </a:cubicBezTo>
                  <a:cubicBezTo>
                    <a:pt x="738" y="4724"/>
                    <a:pt x="1893" y="492"/>
                    <a:pt x="1906" y="451"/>
                  </a:cubicBezTo>
                  <a:cubicBezTo>
                    <a:pt x="1958" y="261"/>
                    <a:pt x="1849" y="66"/>
                    <a:pt x="1658" y="13"/>
                  </a:cubicBezTo>
                  <a:cubicBezTo>
                    <a:pt x="1627" y="4"/>
                    <a:pt x="1595" y="0"/>
                    <a:pt x="156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" name="Google Shape;5434;p73"/>
            <p:cNvSpPr/>
            <p:nvPr/>
          </p:nvSpPr>
          <p:spPr>
            <a:xfrm>
              <a:off x="2927592" y="4057361"/>
              <a:ext cx="28351" cy="140801"/>
            </a:xfrm>
            <a:custGeom>
              <a:avLst/>
              <a:gdLst/>
              <a:ahLst/>
              <a:cxnLst/>
              <a:rect l="l" t="t" r="r" b="b"/>
              <a:pathLst>
                <a:path w="1635" h="8120" extrusionOk="0">
                  <a:moveTo>
                    <a:pt x="1237" y="0"/>
                  </a:moveTo>
                  <a:cubicBezTo>
                    <a:pt x="1071" y="0"/>
                    <a:pt x="924" y="118"/>
                    <a:pt x="892" y="288"/>
                  </a:cubicBezTo>
                  <a:cubicBezTo>
                    <a:pt x="852" y="466"/>
                    <a:pt x="1" y="4722"/>
                    <a:pt x="896" y="7864"/>
                  </a:cubicBezTo>
                  <a:cubicBezTo>
                    <a:pt x="941" y="8014"/>
                    <a:pt x="1079" y="8120"/>
                    <a:pt x="1237" y="8120"/>
                  </a:cubicBezTo>
                  <a:cubicBezTo>
                    <a:pt x="1269" y="8120"/>
                    <a:pt x="1306" y="8115"/>
                    <a:pt x="1338" y="8107"/>
                  </a:cubicBezTo>
                  <a:cubicBezTo>
                    <a:pt x="1525" y="8051"/>
                    <a:pt x="1634" y="7852"/>
                    <a:pt x="1582" y="7665"/>
                  </a:cubicBezTo>
                  <a:cubicBezTo>
                    <a:pt x="730" y="4694"/>
                    <a:pt x="1578" y="470"/>
                    <a:pt x="1586" y="429"/>
                  </a:cubicBezTo>
                  <a:cubicBezTo>
                    <a:pt x="1626" y="235"/>
                    <a:pt x="1501" y="44"/>
                    <a:pt x="1310" y="8"/>
                  </a:cubicBezTo>
                  <a:cubicBezTo>
                    <a:pt x="1285" y="3"/>
                    <a:pt x="1261" y="0"/>
                    <a:pt x="123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" name="Google Shape;5435;p73"/>
            <p:cNvSpPr/>
            <p:nvPr/>
          </p:nvSpPr>
          <p:spPr>
            <a:xfrm>
              <a:off x="3033661" y="4085105"/>
              <a:ext cx="20825" cy="141807"/>
            </a:xfrm>
            <a:custGeom>
              <a:avLst/>
              <a:gdLst/>
              <a:ahLst/>
              <a:cxnLst/>
              <a:rect l="l" t="t" r="r" b="b"/>
              <a:pathLst>
                <a:path w="1201" h="8178" extrusionOk="0">
                  <a:moveTo>
                    <a:pt x="371" y="1"/>
                  </a:moveTo>
                  <a:cubicBezTo>
                    <a:pt x="183" y="1"/>
                    <a:pt x="29" y="157"/>
                    <a:pt x="25" y="350"/>
                  </a:cubicBezTo>
                  <a:cubicBezTo>
                    <a:pt x="25" y="394"/>
                    <a:pt x="1" y="4513"/>
                    <a:pt x="471" y="7869"/>
                  </a:cubicBezTo>
                  <a:cubicBezTo>
                    <a:pt x="495" y="8044"/>
                    <a:pt x="645" y="8173"/>
                    <a:pt x="820" y="8178"/>
                  </a:cubicBezTo>
                  <a:lnTo>
                    <a:pt x="872" y="8173"/>
                  </a:lnTo>
                  <a:cubicBezTo>
                    <a:pt x="1063" y="8145"/>
                    <a:pt x="1201" y="7967"/>
                    <a:pt x="1176" y="7772"/>
                  </a:cubicBezTo>
                  <a:cubicBezTo>
                    <a:pt x="714" y="4468"/>
                    <a:pt x="735" y="394"/>
                    <a:pt x="735" y="354"/>
                  </a:cubicBezTo>
                  <a:cubicBezTo>
                    <a:pt x="735" y="159"/>
                    <a:pt x="581" y="1"/>
                    <a:pt x="386" y="1"/>
                  </a:cubicBezTo>
                  <a:lnTo>
                    <a:pt x="378" y="1"/>
                  </a:lnTo>
                  <a:cubicBezTo>
                    <a:pt x="375" y="1"/>
                    <a:pt x="373" y="1"/>
                    <a:pt x="37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" name="Google Shape;5436;p73"/>
            <p:cNvSpPr/>
            <p:nvPr/>
          </p:nvSpPr>
          <p:spPr>
            <a:xfrm>
              <a:off x="3131164" y="4103538"/>
              <a:ext cx="17097" cy="138495"/>
            </a:xfrm>
            <a:custGeom>
              <a:avLst/>
              <a:gdLst/>
              <a:ahLst/>
              <a:cxnLst/>
              <a:rect l="l" t="t" r="r" b="b"/>
              <a:pathLst>
                <a:path w="986" h="7987" extrusionOk="0">
                  <a:moveTo>
                    <a:pt x="353" y="0"/>
                  </a:moveTo>
                  <a:cubicBezTo>
                    <a:pt x="155" y="4"/>
                    <a:pt x="0" y="162"/>
                    <a:pt x="0" y="361"/>
                  </a:cubicBezTo>
                  <a:cubicBezTo>
                    <a:pt x="9" y="397"/>
                    <a:pt x="94" y="4013"/>
                    <a:pt x="264" y="7646"/>
                  </a:cubicBezTo>
                  <a:cubicBezTo>
                    <a:pt x="272" y="7836"/>
                    <a:pt x="430" y="7986"/>
                    <a:pt x="621" y="7986"/>
                  </a:cubicBezTo>
                  <a:lnTo>
                    <a:pt x="641" y="7986"/>
                  </a:lnTo>
                  <a:cubicBezTo>
                    <a:pt x="836" y="7974"/>
                    <a:pt x="986" y="7808"/>
                    <a:pt x="981" y="7613"/>
                  </a:cubicBezTo>
                  <a:cubicBezTo>
                    <a:pt x="807" y="3989"/>
                    <a:pt x="718" y="381"/>
                    <a:pt x="718" y="345"/>
                  </a:cubicBezTo>
                  <a:cubicBezTo>
                    <a:pt x="710" y="154"/>
                    <a:pt x="552" y="0"/>
                    <a:pt x="36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" name="Google Shape;5437;p73"/>
            <p:cNvSpPr/>
            <p:nvPr/>
          </p:nvSpPr>
          <p:spPr>
            <a:xfrm>
              <a:off x="3216286" y="4111601"/>
              <a:ext cx="20895" cy="135339"/>
            </a:xfrm>
            <a:custGeom>
              <a:avLst/>
              <a:gdLst/>
              <a:ahLst/>
              <a:cxnLst/>
              <a:rect l="l" t="t" r="r" b="b"/>
              <a:pathLst>
                <a:path w="1205" h="7805" extrusionOk="0">
                  <a:moveTo>
                    <a:pt x="364" y="1"/>
                  </a:moveTo>
                  <a:cubicBezTo>
                    <a:pt x="359" y="1"/>
                    <a:pt x="354" y="1"/>
                    <a:pt x="349" y="1"/>
                  </a:cubicBezTo>
                  <a:cubicBezTo>
                    <a:pt x="151" y="9"/>
                    <a:pt x="1" y="176"/>
                    <a:pt x="9" y="370"/>
                  </a:cubicBezTo>
                  <a:cubicBezTo>
                    <a:pt x="9" y="423"/>
                    <a:pt x="211" y="5287"/>
                    <a:pt x="475" y="7493"/>
                  </a:cubicBezTo>
                  <a:cubicBezTo>
                    <a:pt x="499" y="7667"/>
                    <a:pt x="649" y="7801"/>
                    <a:pt x="828" y="7805"/>
                  </a:cubicBezTo>
                  <a:lnTo>
                    <a:pt x="868" y="7801"/>
                  </a:lnTo>
                  <a:cubicBezTo>
                    <a:pt x="1063" y="7776"/>
                    <a:pt x="1205" y="7598"/>
                    <a:pt x="1184" y="7404"/>
                  </a:cubicBezTo>
                  <a:cubicBezTo>
                    <a:pt x="921" y="5227"/>
                    <a:pt x="718" y="390"/>
                    <a:pt x="718" y="342"/>
                  </a:cubicBezTo>
                  <a:cubicBezTo>
                    <a:pt x="710" y="148"/>
                    <a:pt x="552" y="1"/>
                    <a:pt x="36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" name="Google Shape;5438;p73"/>
            <p:cNvSpPr/>
            <p:nvPr/>
          </p:nvSpPr>
          <p:spPr>
            <a:xfrm>
              <a:off x="3312384" y="4112676"/>
              <a:ext cx="22577" cy="130692"/>
            </a:xfrm>
            <a:custGeom>
              <a:avLst/>
              <a:gdLst/>
              <a:ahLst/>
              <a:cxnLst/>
              <a:rect l="l" t="t" r="r" b="b"/>
              <a:pathLst>
                <a:path w="1302" h="7537" extrusionOk="0">
                  <a:moveTo>
                    <a:pt x="393" y="0"/>
                  </a:moveTo>
                  <a:cubicBezTo>
                    <a:pt x="203" y="4"/>
                    <a:pt x="45" y="158"/>
                    <a:pt x="41" y="349"/>
                  </a:cubicBezTo>
                  <a:cubicBezTo>
                    <a:pt x="41" y="389"/>
                    <a:pt x="0" y="4180"/>
                    <a:pt x="568" y="7248"/>
                  </a:cubicBezTo>
                  <a:cubicBezTo>
                    <a:pt x="600" y="7414"/>
                    <a:pt x="746" y="7536"/>
                    <a:pt x="916" y="7536"/>
                  </a:cubicBezTo>
                  <a:lnTo>
                    <a:pt x="981" y="7532"/>
                  </a:lnTo>
                  <a:cubicBezTo>
                    <a:pt x="1176" y="7496"/>
                    <a:pt x="1301" y="7309"/>
                    <a:pt x="1265" y="7115"/>
                  </a:cubicBezTo>
                  <a:cubicBezTo>
                    <a:pt x="714" y="4119"/>
                    <a:pt x="750" y="397"/>
                    <a:pt x="750" y="361"/>
                  </a:cubicBezTo>
                  <a:cubicBezTo>
                    <a:pt x="754" y="162"/>
                    <a:pt x="596" y="0"/>
                    <a:pt x="39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" name="Google Shape;5439;p73"/>
            <p:cNvSpPr/>
            <p:nvPr/>
          </p:nvSpPr>
          <p:spPr>
            <a:xfrm>
              <a:off x="3416060" y="4103503"/>
              <a:ext cx="27917" cy="128958"/>
            </a:xfrm>
            <a:custGeom>
              <a:avLst/>
              <a:gdLst/>
              <a:ahLst/>
              <a:cxnLst/>
              <a:rect l="l" t="t" r="r" b="b"/>
              <a:pathLst>
                <a:path w="1610" h="7437" extrusionOk="0">
                  <a:moveTo>
                    <a:pt x="394" y="1"/>
                  </a:moveTo>
                  <a:cubicBezTo>
                    <a:pt x="367" y="1"/>
                    <a:pt x="340" y="4"/>
                    <a:pt x="313" y="10"/>
                  </a:cubicBezTo>
                  <a:cubicBezTo>
                    <a:pt x="118" y="55"/>
                    <a:pt x="1" y="245"/>
                    <a:pt x="45" y="440"/>
                  </a:cubicBezTo>
                  <a:cubicBezTo>
                    <a:pt x="57" y="472"/>
                    <a:pt x="897" y="4092"/>
                    <a:pt x="730" y="7060"/>
                  </a:cubicBezTo>
                  <a:cubicBezTo>
                    <a:pt x="722" y="7254"/>
                    <a:pt x="872" y="7421"/>
                    <a:pt x="1063" y="7437"/>
                  </a:cubicBezTo>
                  <a:lnTo>
                    <a:pt x="1083" y="7437"/>
                  </a:lnTo>
                  <a:cubicBezTo>
                    <a:pt x="1274" y="7437"/>
                    <a:pt x="1432" y="7287"/>
                    <a:pt x="1440" y="7096"/>
                  </a:cubicBezTo>
                  <a:cubicBezTo>
                    <a:pt x="1610" y="4032"/>
                    <a:pt x="775" y="428"/>
                    <a:pt x="738" y="278"/>
                  </a:cubicBezTo>
                  <a:cubicBezTo>
                    <a:pt x="700" y="111"/>
                    <a:pt x="555" y="1"/>
                    <a:pt x="39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" name="Google Shape;5440;p73"/>
            <p:cNvSpPr/>
            <p:nvPr/>
          </p:nvSpPr>
          <p:spPr>
            <a:xfrm>
              <a:off x="3514239" y="4090325"/>
              <a:ext cx="36102" cy="125628"/>
            </a:xfrm>
            <a:custGeom>
              <a:avLst/>
              <a:gdLst/>
              <a:ahLst/>
              <a:cxnLst/>
              <a:rect l="l" t="t" r="r" b="b"/>
              <a:pathLst>
                <a:path w="2082" h="7245" extrusionOk="0">
                  <a:moveTo>
                    <a:pt x="437" y="1"/>
                  </a:moveTo>
                  <a:cubicBezTo>
                    <a:pt x="217" y="1"/>
                    <a:pt x="0" y="200"/>
                    <a:pt x="83" y="470"/>
                  </a:cubicBezTo>
                  <a:cubicBezTo>
                    <a:pt x="99" y="495"/>
                    <a:pt x="1368" y="3438"/>
                    <a:pt x="1206" y="6875"/>
                  </a:cubicBezTo>
                  <a:cubicBezTo>
                    <a:pt x="1194" y="7070"/>
                    <a:pt x="1344" y="7236"/>
                    <a:pt x="1538" y="7244"/>
                  </a:cubicBezTo>
                  <a:lnTo>
                    <a:pt x="1558" y="7244"/>
                  </a:lnTo>
                  <a:cubicBezTo>
                    <a:pt x="1749" y="7244"/>
                    <a:pt x="1903" y="7094"/>
                    <a:pt x="1915" y="6904"/>
                  </a:cubicBezTo>
                  <a:cubicBezTo>
                    <a:pt x="2081" y="3308"/>
                    <a:pt x="792" y="308"/>
                    <a:pt x="740" y="178"/>
                  </a:cubicBezTo>
                  <a:cubicBezTo>
                    <a:pt x="665" y="54"/>
                    <a:pt x="550" y="1"/>
                    <a:pt x="43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" name="Google Shape;5441;p73"/>
            <p:cNvSpPr/>
            <p:nvPr/>
          </p:nvSpPr>
          <p:spPr>
            <a:xfrm>
              <a:off x="3605708" y="4069308"/>
              <a:ext cx="46211" cy="128143"/>
            </a:xfrm>
            <a:custGeom>
              <a:avLst/>
              <a:gdLst/>
              <a:ahLst/>
              <a:cxnLst/>
              <a:rect l="l" t="t" r="r" b="b"/>
              <a:pathLst>
                <a:path w="2665" h="7390" extrusionOk="0">
                  <a:moveTo>
                    <a:pt x="400" y="0"/>
                  </a:moveTo>
                  <a:cubicBezTo>
                    <a:pt x="331" y="0"/>
                    <a:pt x="262" y="20"/>
                    <a:pt x="199" y="61"/>
                  </a:cubicBezTo>
                  <a:cubicBezTo>
                    <a:pt x="41" y="170"/>
                    <a:pt x="1" y="393"/>
                    <a:pt x="110" y="555"/>
                  </a:cubicBezTo>
                  <a:cubicBezTo>
                    <a:pt x="126" y="580"/>
                    <a:pt x="1914" y="3283"/>
                    <a:pt x="1262" y="6981"/>
                  </a:cubicBezTo>
                  <a:cubicBezTo>
                    <a:pt x="1221" y="7175"/>
                    <a:pt x="1355" y="7362"/>
                    <a:pt x="1549" y="7390"/>
                  </a:cubicBezTo>
                  <a:lnTo>
                    <a:pt x="1610" y="7390"/>
                  </a:lnTo>
                  <a:cubicBezTo>
                    <a:pt x="1780" y="7390"/>
                    <a:pt x="1926" y="7268"/>
                    <a:pt x="1959" y="7102"/>
                  </a:cubicBezTo>
                  <a:cubicBezTo>
                    <a:pt x="2664" y="3109"/>
                    <a:pt x="779" y="271"/>
                    <a:pt x="698" y="154"/>
                  </a:cubicBezTo>
                  <a:cubicBezTo>
                    <a:pt x="627" y="55"/>
                    <a:pt x="515" y="0"/>
                    <a:pt x="4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" name="Google Shape;5442;p73"/>
            <p:cNvSpPr/>
            <p:nvPr/>
          </p:nvSpPr>
          <p:spPr>
            <a:xfrm>
              <a:off x="3714031" y="4037247"/>
              <a:ext cx="40576" cy="134420"/>
            </a:xfrm>
            <a:custGeom>
              <a:avLst/>
              <a:gdLst/>
              <a:ahLst/>
              <a:cxnLst/>
              <a:rect l="l" t="t" r="r" b="b"/>
              <a:pathLst>
                <a:path w="2340" h="7752" extrusionOk="0">
                  <a:moveTo>
                    <a:pt x="401" y="0"/>
                  </a:moveTo>
                  <a:cubicBezTo>
                    <a:pt x="348" y="0"/>
                    <a:pt x="294" y="12"/>
                    <a:pt x="244" y="37"/>
                  </a:cubicBezTo>
                  <a:cubicBezTo>
                    <a:pt x="70" y="126"/>
                    <a:pt x="1" y="341"/>
                    <a:pt x="86" y="515"/>
                  </a:cubicBezTo>
                  <a:cubicBezTo>
                    <a:pt x="102" y="544"/>
                    <a:pt x="1594" y="3564"/>
                    <a:pt x="799" y="7330"/>
                  </a:cubicBezTo>
                  <a:cubicBezTo>
                    <a:pt x="759" y="7524"/>
                    <a:pt x="885" y="7711"/>
                    <a:pt x="1079" y="7751"/>
                  </a:cubicBezTo>
                  <a:lnTo>
                    <a:pt x="1148" y="7751"/>
                  </a:lnTo>
                  <a:cubicBezTo>
                    <a:pt x="1314" y="7751"/>
                    <a:pt x="1460" y="7638"/>
                    <a:pt x="1501" y="7476"/>
                  </a:cubicBezTo>
                  <a:cubicBezTo>
                    <a:pt x="2340" y="3466"/>
                    <a:pt x="783" y="325"/>
                    <a:pt x="718" y="195"/>
                  </a:cubicBezTo>
                  <a:cubicBezTo>
                    <a:pt x="655" y="71"/>
                    <a:pt x="530" y="0"/>
                    <a:pt x="4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" name="Google Shape;5443;p73"/>
            <p:cNvSpPr/>
            <p:nvPr/>
          </p:nvSpPr>
          <p:spPr>
            <a:xfrm>
              <a:off x="2921194" y="2624540"/>
              <a:ext cx="754966" cy="457845"/>
            </a:xfrm>
            <a:custGeom>
              <a:avLst/>
              <a:gdLst/>
              <a:ahLst/>
              <a:cxnLst/>
              <a:rect l="l" t="t" r="r" b="b"/>
              <a:pathLst>
                <a:path w="43539" h="26404" extrusionOk="0">
                  <a:moveTo>
                    <a:pt x="22073" y="1"/>
                  </a:moveTo>
                  <a:cubicBezTo>
                    <a:pt x="16054" y="1"/>
                    <a:pt x="10184" y="928"/>
                    <a:pt x="6183" y="3298"/>
                  </a:cubicBezTo>
                  <a:cubicBezTo>
                    <a:pt x="1" y="6954"/>
                    <a:pt x="406" y="13457"/>
                    <a:pt x="5198" y="16606"/>
                  </a:cubicBezTo>
                  <a:cubicBezTo>
                    <a:pt x="9993" y="19760"/>
                    <a:pt x="15190" y="22699"/>
                    <a:pt x="16496" y="26396"/>
                  </a:cubicBezTo>
                  <a:cubicBezTo>
                    <a:pt x="16498" y="26401"/>
                    <a:pt x="16501" y="26404"/>
                    <a:pt x="16506" y="26404"/>
                  </a:cubicBezTo>
                  <a:cubicBezTo>
                    <a:pt x="16696" y="26404"/>
                    <a:pt x="19158" y="22988"/>
                    <a:pt x="24632" y="20920"/>
                  </a:cubicBezTo>
                  <a:cubicBezTo>
                    <a:pt x="30258" y="18795"/>
                    <a:pt x="38066" y="17547"/>
                    <a:pt x="40802" y="12281"/>
                  </a:cubicBezTo>
                  <a:cubicBezTo>
                    <a:pt x="43539" y="7015"/>
                    <a:pt x="40527" y="2065"/>
                    <a:pt x="31766" y="744"/>
                  </a:cubicBezTo>
                  <a:cubicBezTo>
                    <a:pt x="28676" y="276"/>
                    <a:pt x="25353" y="1"/>
                    <a:pt x="22073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" name="Google Shape;5444;p73"/>
            <p:cNvSpPr/>
            <p:nvPr/>
          </p:nvSpPr>
          <p:spPr>
            <a:xfrm>
              <a:off x="2941152" y="2618592"/>
              <a:ext cx="716523" cy="470001"/>
            </a:xfrm>
            <a:custGeom>
              <a:avLst/>
              <a:gdLst/>
              <a:ahLst/>
              <a:cxnLst/>
              <a:rect l="l" t="t" r="r" b="b"/>
              <a:pathLst>
                <a:path w="41322" h="27105" extrusionOk="0">
                  <a:moveTo>
                    <a:pt x="20959" y="710"/>
                  </a:moveTo>
                  <a:cubicBezTo>
                    <a:pt x="24170" y="714"/>
                    <a:pt x="27381" y="957"/>
                    <a:pt x="30559" y="1435"/>
                  </a:cubicBezTo>
                  <a:cubicBezTo>
                    <a:pt x="35156" y="2129"/>
                    <a:pt x="38391" y="3892"/>
                    <a:pt x="39668" y="6409"/>
                  </a:cubicBezTo>
                  <a:cubicBezTo>
                    <a:pt x="40580" y="8201"/>
                    <a:pt x="40466" y="10293"/>
                    <a:pt x="39335" y="12462"/>
                  </a:cubicBezTo>
                  <a:cubicBezTo>
                    <a:pt x="37264" y="16451"/>
                    <a:pt x="32188" y="18056"/>
                    <a:pt x="27283" y="19613"/>
                  </a:cubicBezTo>
                  <a:cubicBezTo>
                    <a:pt x="25897" y="20050"/>
                    <a:pt x="24591" y="20464"/>
                    <a:pt x="23359" y="20930"/>
                  </a:cubicBezTo>
                  <a:cubicBezTo>
                    <a:pt x="18892" y="22617"/>
                    <a:pt x="16439" y="25146"/>
                    <a:pt x="15487" y="26131"/>
                  </a:cubicBezTo>
                  <a:cubicBezTo>
                    <a:pt x="14096" y="23018"/>
                    <a:pt x="10184" y="20492"/>
                    <a:pt x="6053" y="17829"/>
                  </a:cubicBezTo>
                  <a:lnTo>
                    <a:pt x="4241" y="16653"/>
                  </a:lnTo>
                  <a:cubicBezTo>
                    <a:pt x="2016" y="15186"/>
                    <a:pt x="719" y="12896"/>
                    <a:pt x="775" y="10524"/>
                  </a:cubicBezTo>
                  <a:cubicBezTo>
                    <a:pt x="836" y="7938"/>
                    <a:pt x="2413" y="5599"/>
                    <a:pt x="5210" y="3945"/>
                  </a:cubicBezTo>
                  <a:cubicBezTo>
                    <a:pt x="9223" y="1577"/>
                    <a:pt x="15110" y="710"/>
                    <a:pt x="20959" y="710"/>
                  </a:cubicBezTo>
                  <a:close/>
                  <a:moveTo>
                    <a:pt x="20988" y="1"/>
                  </a:moveTo>
                  <a:cubicBezTo>
                    <a:pt x="15015" y="1"/>
                    <a:pt x="8978" y="891"/>
                    <a:pt x="4849" y="3329"/>
                  </a:cubicBezTo>
                  <a:cubicBezTo>
                    <a:pt x="1829" y="5112"/>
                    <a:pt x="131" y="7662"/>
                    <a:pt x="66" y="10512"/>
                  </a:cubicBezTo>
                  <a:cubicBezTo>
                    <a:pt x="1" y="13127"/>
                    <a:pt x="1420" y="15648"/>
                    <a:pt x="3852" y="17245"/>
                  </a:cubicBezTo>
                  <a:lnTo>
                    <a:pt x="5668" y="18425"/>
                  </a:lnTo>
                  <a:cubicBezTo>
                    <a:pt x="9913" y="21161"/>
                    <a:pt x="13914" y="23739"/>
                    <a:pt x="15008" y="26857"/>
                  </a:cubicBezTo>
                  <a:cubicBezTo>
                    <a:pt x="15053" y="26978"/>
                    <a:pt x="15154" y="27068"/>
                    <a:pt x="15276" y="27096"/>
                  </a:cubicBezTo>
                  <a:lnTo>
                    <a:pt x="15369" y="27104"/>
                  </a:lnTo>
                  <a:cubicBezTo>
                    <a:pt x="15539" y="27104"/>
                    <a:pt x="15661" y="26978"/>
                    <a:pt x="15965" y="26658"/>
                  </a:cubicBezTo>
                  <a:cubicBezTo>
                    <a:pt x="16865" y="25726"/>
                    <a:pt x="19240" y="23245"/>
                    <a:pt x="23606" y="21591"/>
                  </a:cubicBezTo>
                  <a:cubicBezTo>
                    <a:pt x="24823" y="21137"/>
                    <a:pt x="26120" y="20727"/>
                    <a:pt x="27498" y="20290"/>
                  </a:cubicBezTo>
                  <a:cubicBezTo>
                    <a:pt x="32310" y="18765"/>
                    <a:pt x="37754" y="17039"/>
                    <a:pt x="39972" y="12790"/>
                  </a:cubicBezTo>
                  <a:cubicBezTo>
                    <a:pt x="41208" y="10411"/>
                    <a:pt x="41322" y="8092"/>
                    <a:pt x="40300" y="6085"/>
                  </a:cubicBezTo>
                  <a:cubicBezTo>
                    <a:pt x="38918" y="3361"/>
                    <a:pt x="35496" y="1460"/>
                    <a:pt x="30668" y="730"/>
                  </a:cubicBezTo>
                  <a:cubicBezTo>
                    <a:pt x="27696" y="283"/>
                    <a:pt x="24352" y="1"/>
                    <a:pt x="2098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" name="Google Shape;5445;p73"/>
            <p:cNvSpPr/>
            <p:nvPr/>
          </p:nvSpPr>
          <p:spPr>
            <a:xfrm>
              <a:off x="3016165" y="2644984"/>
              <a:ext cx="584150" cy="385121"/>
            </a:xfrm>
            <a:custGeom>
              <a:avLst/>
              <a:gdLst/>
              <a:ahLst/>
              <a:cxnLst/>
              <a:rect l="l" t="t" r="r" b="b"/>
              <a:pathLst>
                <a:path w="33688" h="22210" extrusionOk="0">
                  <a:moveTo>
                    <a:pt x="16722" y="0"/>
                  </a:moveTo>
                  <a:cubicBezTo>
                    <a:pt x="8491" y="0"/>
                    <a:pt x="1615" y="1886"/>
                    <a:pt x="815" y="6018"/>
                  </a:cubicBezTo>
                  <a:cubicBezTo>
                    <a:pt x="0" y="10230"/>
                    <a:pt x="3770" y="12496"/>
                    <a:pt x="6458" y="14973"/>
                  </a:cubicBezTo>
                  <a:lnTo>
                    <a:pt x="6462" y="14973"/>
                  </a:lnTo>
                  <a:cubicBezTo>
                    <a:pt x="6924" y="15387"/>
                    <a:pt x="7354" y="15837"/>
                    <a:pt x="7755" y="16315"/>
                  </a:cubicBezTo>
                  <a:cubicBezTo>
                    <a:pt x="10265" y="19396"/>
                    <a:pt x="10950" y="22209"/>
                    <a:pt x="10950" y="22209"/>
                  </a:cubicBezTo>
                  <a:cubicBezTo>
                    <a:pt x="10950" y="22209"/>
                    <a:pt x="12847" y="18914"/>
                    <a:pt x="19155" y="16862"/>
                  </a:cubicBezTo>
                  <a:cubicBezTo>
                    <a:pt x="25462" y="14811"/>
                    <a:pt x="31150" y="12963"/>
                    <a:pt x="32658" y="9298"/>
                  </a:cubicBezTo>
                  <a:cubicBezTo>
                    <a:pt x="33688" y="6793"/>
                    <a:pt x="33051" y="3890"/>
                    <a:pt x="29253" y="2021"/>
                  </a:cubicBezTo>
                  <a:cubicBezTo>
                    <a:pt x="27497" y="1154"/>
                    <a:pt x="25057" y="505"/>
                    <a:pt x="21806" y="226"/>
                  </a:cubicBezTo>
                  <a:cubicBezTo>
                    <a:pt x="20082" y="76"/>
                    <a:pt x="18375" y="0"/>
                    <a:pt x="16722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" name="Google Shape;5446;p73"/>
            <p:cNvSpPr/>
            <p:nvPr/>
          </p:nvSpPr>
          <p:spPr>
            <a:xfrm>
              <a:off x="3011813" y="2639019"/>
              <a:ext cx="598559" cy="397207"/>
            </a:xfrm>
            <a:custGeom>
              <a:avLst/>
              <a:gdLst/>
              <a:ahLst/>
              <a:cxnLst/>
              <a:rect l="l" t="t" r="r" b="b"/>
              <a:pathLst>
                <a:path w="34519" h="22907" extrusionOk="0">
                  <a:moveTo>
                    <a:pt x="16941" y="698"/>
                  </a:moveTo>
                  <a:cubicBezTo>
                    <a:pt x="18552" y="698"/>
                    <a:pt x="20252" y="772"/>
                    <a:pt x="22020" y="926"/>
                  </a:cubicBezTo>
                  <a:cubicBezTo>
                    <a:pt x="25045" y="1186"/>
                    <a:pt x="27509" y="1778"/>
                    <a:pt x="29346" y="2686"/>
                  </a:cubicBezTo>
                  <a:cubicBezTo>
                    <a:pt x="33882" y="4915"/>
                    <a:pt x="33116" y="8199"/>
                    <a:pt x="32581" y="9504"/>
                  </a:cubicBezTo>
                  <a:cubicBezTo>
                    <a:pt x="31137" y="13015"/>
                    <a:pt x="25385" y="14888"/>
                    <a:pt x="19292" y="16866"/>
                  </a:cubicBezTo>
                  <a:cubicBezTo>
                    <a:pt x="14497" y="18435"/>
                    <a:pt x="12198" y="20693"/>
                    <a:pt x="11326" y="21767"/>
                  </a:cubicBezTo>
                  <a:cubicBezTo>
                    <a:pt x="10970" y="20721"/>
                    <a:pt x="10090" y="18658"/>
                    <a:pt x="8282" y="16436"/>
                  </a:cubicBezTo>
                  <a:cubicBezTo>
                    <a:pt x="7873" y="15946"/>
                    <a:pt x="7427" y="15484"/>
                    <a:pt x="6948" y="15054"/>
                  </a:cubicBezTo>
                  <a:lnTo>
                    <a:pt x="6920" y="15029"/>
                  </a:lnTo>
                  <a:cubicBezTo>
                    <a:pt x="6486" y="14632"/>
                    <a:pt x="6020" y="14231"/>
                    <a:pt x="5566" y="13846"/>
                  </a:cubicBezTo>
                  <a:cubicBezTo>
                    <a:pt x="3211" y="11835"/>
                    <a:pt x="774" y="9751"/>
                    <a:pt x="1419" y="6435"/>
                  </a:cubicBezTo>
                  <a:cubicBezTo>
                    <a:pt x="2106" y="2868"/>
                    <a:pt x="8244" y="698"/>
                    <a:pt x="16941" y="698"/>
                  </a:cubicBezTo>
                  <a:close/>
                  <a:moveTo>
                    <a:pt x="17065" y="0"/>
                  </a:moveTo>
                  <a:cubicBezTo>
                    <a:pt x="8936" y="0"/>
                    <a:pt x="1586" y="1826"/>
                    <a:pt x="718" y="6302"/>
                  </a:cubicBezTo>
                  <a:cubicBezTo>
                    <a:pt x="0" y="10031"/>
                    <a:pt x="2708" y="12346"/>
                    <a:pt x="5108" y="14389"/>
                  </a:cubicBezTo>
                  <a:cubicBezTo>
                    <a:pt x="5582" y="14798"/>
                    <a:pt x="6036" y="15184"/>
                    <a:pt x="6462" y="15581"/>
                  </a:cubicBezTo>
                  <a:lnTo>
                    <a:pt x="6498" y="15609"/>
                  </a:lnTo>
                  <a:cubicBezTo>
                    <a:pt x="6940" y="16006"/>
                    <a:pt x="7350" y="16432"/>
                    <a:pt x="7731" y="16886"/>
                  </a:cubicBezTo>
                  <a:cubicBezTo>
                    <a:pt x="10159" y="19862"/>
                    <a:pt x="10848" y="22614"/>
                    <a:pt x="10852" y="22638"/>
                  </a:cubicBezTo>
                  <a:cubicBezTo>
                    <a:pt x="10889" y="22780"/>
                    <a:pt x="11006" y="22886"/>
                    <a:pt x="11152" y="22906"/>
                  </a:cubicBezTo>
                  <a:lnTo>
                    <a:pt x="11201" y="22906"/>
                  </a:lnTo>
                  <a:cubicBezTo>
                    <a:pt x="11326" y="22906"/>
                    <a:pt x="11440" y="22841"/>
                    <a:pt x="11505" y="22736"/>
                  </a:cubicBezTo>
                  <a:cubicBezTo>
                    <a:pt x="11525" y="22703"/>
                    <a:pt x="13438" y="19533"/>
                    <a:pt x="19519" y="17551"/>
                  </a:cubicBezTo>
                  <a:cubicBezTo>
                    <a:pt x="26034" y="15427"/>
                    <a:pt x="31669" y="13594"/>
                    <a:pt x="33233" y="9780"/>
                  </a:cubicBezTo>
                  <a:cubicBezTo>
                    <a:pt x="34518" y="6671"/>
                    <a:pt x="33181" y="3784"/>
                    <a:pt x="29662" y="2049"/>
                  </a:cubicBezTo>
                  <a:cubicBezTo>
                    <a:pt x="27748" y="1105"/>
                    <a:pt x="25199" y="488"/>
                    <a:pt x="22085" y="221"/>
                  </a:cubicBezTo>
                  <a:cubicBezTo>
                    <a:pt x="20412" y="76"/>
                    <a:pt x="18722" y="0"/>
                    <a:pt x="1706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" name="Google Shape;5447;p73"/>
            <p:cNvSpPr/>
            <p:nvPr/>
          </p:nvSpPr>
          <p:spPr>
            <a:xfrm>
              <a:off x="3128216" y="2680028"/>
              <a:ext cx="472099" cy="350077"/>
            </a:xfrm>
            <a:custGeom>
              <a:avLst/>
              <a:gdLst/>
              <a:ahLst/>
              <a:cxnLst/>
              <a:rect l="l" t="t" r="r" b="b"/>
              <a:pathLst>
                <a:path w="27226" h="20189" extrusionOk="0">
                  <a:moveTo>
                    <a:pt x="22791" y="0"/>
                  </a:moveTo>
                  <a:lnTo>
                    <a:pt x="22791" y="0"/>
                  </a:lnTo>
                  <a:cubicBezTo>
                    <a:pt x="22965" y="187"/>
                    <a:pt x="23119" y="394"/>
                    <a:pt x="23253" y="613"/>
                  </a:cubicBezTo>
                  <a:cubicBezTo>
                    <a:pt x="24611" y="2899"/>
                    <a:pt x="24595" y="6069"/>
                    <a:pt x="22904" y="8177"/>
                  </a:cubicBezTo>
                  <a:cubicBezTo>
                    <a:pt x="21044" y="10496"/>
                    <a:pt x="17837" y="11315"/>
                    <a:pt x="15056" y="11862"/>
                  </a:cubicBezTo>
                  <a:cubicBezTo>
                    <a:pt x="12024" y="12462"/>
                    <a:pt x="9365" y="13528"/>
                    <a:pt x="7098" y="15729"/>
                  </a:cubicBezTo>
                  <a:cubicBezTo>
                    <a:pt x="6587" y="16230"/>
                    <a:pt x="5965" y="16809"/>
                    <a:pt x="5296" y="16809"/>
                  </a:cubicBezTo>
                  <a:cubicBezTo>
                    <a:pt x="5186" y="16809"/>
                    <a:pt x="5075" y="16793"/>
                    <a:pt x="4962" y="16759"/>
                  </a:cubicBezTo>
                  <a:cubicBezTo>
                    <a:pt x="4581" y="16645"/>
                    <a:pt x="4301" y="16337"/>
                    <a:pt x="4038" y="16049"/>
                  </a:cubicBezTo>
                  <a:cubicBezTo>
                    <a:pt x="3109" y="15020"/>
                    <a:pt x="2124" y="14010"/>
                    <a:pt x="908" y="13354"/>
                  </a:cubicBezTo>
                  <a:cubicBezTo>
                    <a:pt x="616" y="13196"/>
                    <a:pt x="312" y="13062"/>
                    <a:pt x="0" y="12952"/>
                  </a:cubicBezTo>
                  <a:lnTo>
                    <a:pt x="0" y="12952"/>
                  </a:lnTo>
                  <a:cubicBezTo>
                    <a:pt x="462" y="13366"/>
                    <a:pt x="892" y="13816"/>
                    <a:pt x="1293" y="14294"/>
                  </a:cubicBezTo>
                  <a:cubicBezTo>
                    <a:pt x="3803" y="17375"/>
                    <a:pt x="4488" y="20188"/>
                    <a:pt x="4488" y="20188"/>
                  </a:cubicBezTo>
                  <a:cubicBezTo>
                    <a:pt x="4488" y="20188"/>
                    <a:pt x="6385" y="16893"/>
                    <a:pt x="12693" y="14841"/>
                  </a:cubicBezTo>
                  <a:cubicBezTo>
                    <a:pt x="19000" y="12790"/>
                    <a:pt x="24688" y="10942"/>
                    <a:pt x="26196" y="7277"/>
                  </a:cubicBezTo>
                  <a:cubicBezTo>
                    <a:pt x="27226" y="4772"/>
                    <a:pt x="26589" y="1869"/>
                    <a:pt x="22791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" name="Google Shape;5448;p73"/>
            <p:cNvSpPr/>
            <p:nvPr/>
          </p:nvSpPr>
          <p:spPr>
            <a:xfrm>
              <a:off x="3484033" y="2724765"/>
              <a:ext cx="84723" cy="127484"/>
            </a:xfrm>
            <a:custGeom>
              <a:avLst/>
              <a:gdLst/>
              <a:ahLst/>
              <a:cxnLst/>
              <a:rect l="l" t="t" r="r" b="b"/>
              <a:pathLst>
                <a:path w="4886" h="7352" extrusionOk="0">
                  <a:moveTo>
                    <a:pt x="3714" y="0"/>
                  </a:moveTo>
                  <a:cubicBezTo>
                    <a:pt x="3691" y="0"/>
                    <a:pt x="3671" y="8"/>
                    <a:pt x="3657" y="23"/>
                  </a:cubicBezTo>
                  <a:cubicBezTo>
                    <a:pt x="3617" y="72"/>
                    <a:pt x="3641" y="161"/>
                    <a:pt x="3710" y="238"/>
                  </a:cubicBezTo>
                  <a:cubicBezTo>
                    <a:pt x="4257" y="777"/>
                    <a:pt x="4513" y="1555"/>
                    <a:pt x="4529" y="2321"/>
                  </a:cubicBezTo>
                  <a:cubicBezTo>
                    <a:pt x="4549" y="3092"/>
                    <a:pt x="4334" y="3854"/>
                    <a:pt x="3921" y="4502"/>
                  </a:cubicBezTo>
                  <a:cubicBezTo>
                    <a:pt x="3503" y="5159"/>
                    <a:pt x="2919" y="5690"/>
                    <a:pt x="2263" y="6120"/>
                  </a:cubicBezTo>
                  <a:cubicBezTo>
                    <a:pt x="1602" y="6550"/>
                    <a:pt x="880" y="6886"/>
                    <a:pt x="130" y="7158"/>
                  </a:cubicBezTo>
                  <a:cubicBezTo>
                    <a:pt x="53" y="7186"/>
                    <a:pt x="1" y="7239"/>
                    <a:pt x="13" y="7291"/>
                  </a:cubicBezTo>
                  <a:cubicBezTo>
                    <a:pt x="19" y="7327"/>
                    <a:pt x="61" y="7351"/>
                    <a:pt x="119" y="7351"/>
                  </a:cubicBezTo>
                  <a:cubicBezTo>
                    <a:pt x="141" y="7351"/>
                    <a:pt x="166" y="7348"/>
                    <a:pt x="191" y="7340"/>
                  </a:cubicBezTo>
                  <a:cubicBezTo>
                    <a:pt x="965" y="7117"/>
                    <a:pt x="1736" y="6813"/>
                    <a:pt x="2429" y="6383"/>
                  </a:cubicBezTo>
                  <a:cubicBezTo>
                    <a:pt x="3122" y="5954"/>
                    <a:pt x="3759" y="5394"/>
                    <a:pt x="4213" y="4697"/>
                  </a:cubicBezTo>
                  <a:cubicBezTo>
                    <a:pt x="4663" y="3983"/>
                    <a:pt x="4886" y="3152"/>
                    <a:pt x="4857" y="2309"/>
                  </a:cubicBezTo>
                  <a:cubicBezTo>
                    <a:pt x="4825" y="1478"/>
                    <a:pt x="4500" y="627"/>
                    <a:pt x="3868" y="72"/>
                  </a:cubicBezTo>
                  <a:cubicBezTo>
                    <a:pt x="3815" y="26"/>
                    <a:pt x="3758" y="0"/>
                    <a:pt x="37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" name="Google Shape;5449;p73"/>
            <p:cNvSpPr/>
            <p:nvPr/>
          </p:nvSpPr>
          <p:spPr>
            <a:xfrm>
              <a:off x="3500350" y="2749457"/>
              <a:ext cx="42258" cy="75429"/>
            </a:xfrm>
            <a:custGeom>
              <a:avLst/>
              <a:gdLst/>
              <a:ahLst/>
              <a:cxnLst/>
              <a:rect l="l" t="t" r="r" b="b"/>
              <a:pathLst>
                <a:path w="2437" h="4350" extrusionOk="0">
                  <a:moveTo>
                    <a:pt x="1821" y="0"/>
                  </a:moveTo>
                  <a:cubicBezTo>
                    <a:pt x="1793" y="0"/>
                    <a:pt x="1766" y="11"/>
                    <a:pt x="1747" y="34"/>
                  </a:cubicBezTo>
                  <a:cubicBezTo>
                    <a:pt x="1703" y="75"/>
                    <a:pt x="1699" y="139"/>
                    <a:pt x="1731" y="188"/>
                  </a:cubicBezTo>
                  <a:cubicBezTo>
                    <a:pt x="1991" y="484"/>
                    <a:pt x="2096" y="885"/>
                    <a:pt x="2096" y="1283"/>
                  </a:cubicBezTo>
                  <a:cubicBezTo>
                    <a:pt x="2096" y="1680"/>
                    <a:pt x="1995" y="2073"/>
                    <a:pt x="1792" y="2418"/>
                  </a:cubicBezTo>
                  <a:cubicBezTo>
                    <a:pt x="1589" y="2774"/>
                    <a:pt x="1326" y="3095"/>
                    <a:pt x="1018" y="3362"/>
                  </a:cubicBezTo>
                  <a:cubicBezTo>
                    <a:pt x="714" y="3646"/>
                    <a:pt x="377" y="3909"/>
                    <a:pt x="45" y="4181"/>
                  </a:cubicBezTo>
                  <a:cubicBezTo>
                    <a:pt x="8" y="4209"/>
                    <a:pt x="0" y="4262"/>
                    <a:pt x="29" y="4303"/>
                  </a:cubicBezTo>
                  <a:cubicBezTo>
                    <a:pt x="45" y="4332"/>
                    <a:pt x="75" y="4349"/>
                    <a:pt x="106" y="4349"/>
                  </a:cubicBezTo>
                  <a:cubicBezTo>
                    <a:pt x="123" y="4349"/>
                    <a:pt x="139" y="4345"/>
                    <a:pt x="154" y="4335"/>
                  </a:cubicBezTo>
                  <a:cubicBezTo>
                    <a:pt x="519" y="4112"/>
                    <a:pt x="892" y="3881"/>
                    <a:pt x="1224" y="3597"/>
                  </a:cubicBezTo>
                  <a:cubicBezTo>
                    <a:pt x="1569" y="3314"/>
                    <a:pt x="1865" y="2973"/>
                    <a:pt x="2100" y="2592"/>
                  </a:cubicBezTo>
                  <a:cubicBezTo>
                    <a:pt x="2327" y="2191"/>
                    <a:pt x="2436" y="1733"/>
                    <a:pt x="2424" y="1270"/>
                  </a:cubicBezTo>
                  <a:cubicBezTo>
                    <a:pt x="2416" y="816"/>
                    <a:pt x="2238" y="342"/>
                    <a:pt x="1893" y="30"/>
                  </a:cubicBezTo>
                  <a:cubicBezTo>
                    <a:pt x="1873" y="10"/>
                    <a:pt x="1847" y="0"/>
                    <a:pt x="182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" name="Google Shape;5450;p73"/>
            <p:cNvSpPr/>
            <p:nvPr/>
          </p:nvSpPr>
          <p:spPr>
            <a:xfrm>
              <a:off x="3049475" y="2734631"/>
              <a:ext cx="88451" cy="135894"/>
            </a:xfrm>
            <a:custGeom>
              <a:avLst/>
              <a:gdLst/>
              <a:ahLst/>
              <a:cxnLst/>
              <a:rect l="l" t="t" r="r" b="b"/>
              <a:pathLst>
                <a:path w="5101" h="7837" extrusionOk="0">
                  <a:moveTo>
                    <a:pt x="280" y="1"/>
                  </a:moveTo>
                  <a:cubicBezTo>
                    <a:pt x="229" y="1"/>
                    <a:pt x="183" y="61"/>
                    <a:pt x="171" y="147"/>
                  </a:cubicBezTo>
                  <a:cubicBezTo>
                    <a:pt x="82" y="950"/>
                    <a:pt x="1" y="1765"/>
                    <a:pt x="90" y="2575"/>
                  </a:cubicBezTo>
                  <a:cubicBezTo>
                    <a:pt x="183" y="3386"/>
                    <a:pt x="463" y="4217"/>
                    <a:pt x="990" y="4870"/>
                  </a:cubicBezTo>
                  <a:cubicBezTo>
                    <a:pt x="1517" y="5527"/>
                    <a:pt x="2206" y="6001"/>
                    <a:pt x="2879" y="6431"/>
                  </a:cubicBezTo>
                  <a:cubicBezTo>
                    <a:pt x="3552" y="6864"/>
                    <a:pt x="4245" y="7258"/>
                    <a:pt x="4845" y="7772"/>
                  </a:cubicBezTo>
                  <a:cubicBezTo>
                    <a:pt x="4896" y="7813"/>
                    <a:pt x="4947" y="7837"/>
                    <a:pt x="4991" y="7837"/>
                  </a:cubicBezTo>
                  <a:cubicBezTo>
                    <a:pt x="5014" y="7837"/>
                    <a:pt x="5034" y="7831"/>
                    <a:pt x="5052" y="7817"/>
                  </a:cubicBezTo>
                  <a:cubicBezTo>
                    <a:pt x="5101" y="7776"/>
                    <a:pt x="5076" y="7679"/>
                    <a:pt x="4995" y="7602"/>
                  </a:cubicBezTo>
                  <a:cubicBezTo>
                    <a:pt x="4407" y="7030"/>
                    <a:pt x="3718" y="6589"/>
                    <a:pt x="3058" y="6155"/>
                  </a:cubicBezTo>
                  <a:cubicBezTo>
                    <a:pt x="2393" y="5717"/>
                    <a:pt x="1760" y="5231"/>
                    <a:pt x="1262" y="4651"/>
                  </a:cubicBezTo>
                  <a:cubicBezTo>
                    <a:pt x="763" y="4067"/>
                    <a:pt x="512" y="3317"/>
                    <a:pt x="406" y="2543"/>
                  </a:cubicBezTo>
                  <a:cubicBezTo>
                    <a:pt x="301" y="1765"/>
                    <a:pt x="329" y="966"/>
                    <a:pt x="366" y="163"/>
                  </a:cubicBezTo>
                  <a:cubicBezTo>
                    <a:pt x="370" y="82"/>
                    <a:pt x="333" y="5"/>
                    <a:pt x="285" y="1"/>
                  </a:cubicBezTo>
                  <a:cubicBezTo>
                    <a:pt x="283" y="1"/>
                    <a:pt x="281" y="1"/>
                    <a:pt x="2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" name="Google Shape;5451;p73"/>
            <p:cNvSpPr/>
            <p:nvPr/>
          </p:nvSpPr>
          <p:spPr>
            <a:xfrm>
              <a:off x="3205535" y="2894125"/>
              <a:ext cx="203155" cy="83544"/>
            </a:xfrm>
            <a:custGeom>
              <a:avLst/>
              <a:gdLst/>
              <a:ahLst/>
              <a:cxnLst/>
              <a:rect l="l" t="t" r="r" b="b"/>
              <a:pathLst>
                <a:path w="11716" h="4818" extrusionOk="0">
                  <a:moveTo>
                    <a:pt x="11534" y="0"/>
                  </a:moveTo>
                  <a:cubicBezTo>
                    <a:pt x="11512" y="0"/>
                    <a:pt x="11489" y="2"/>
                    <a:pt x="11465" y="5"/>
                  </a:cubicBezTo>
                  <a:cubicBezTo>
                    <a:pt x="10439" y="115"/>
                    <a:pt x="9421" y="297"/>
                    <a:pt x="8420" y="553"/>
                  </a:cubicBezTo>
                  <a:cubicBezTo>
                    <a:pt x="7423" y="812"/>
                    <a:pt x="6438" y="1136"/>
                    <a:pt x="5477" y="1517"/>
                  </a:cubicBezTo>
                  <a:cubicBezTo>
                    <a:pt x="4524" y="1915"/>
                    <a:pt x="3596" y="2365"/>
                    <a:pt x="2696" y="2875"/>
                  </a:cubicBezTo>
                  <a:cubicBezTo>
                    <a:pt x="1800" y="3386"/>
                    <a:pt x="945" y="3966"/>
                    <a:pt x="130" y="4602"/>
                  </a:cubicBezTo>
                  <a:cubicBezTo>
                    <a:pt x="45" y="4667"/>
                    <a:pt x="0" y="4744"/>
                    <a:pt x="25" y="4789"/>
                  </a:cubicBezTo>
                  <a:cubicBezTo>
                    <a:pt x="34" y="4808"/>
                    <a:pt x="56" y="4817"/>
                    <a:pt x="84" y="4817"/>
                  </a:cubicBezTo>
                  <a:cubicBezTo>
                    <a:pt x="128" y="4817"/>
                    <a:pt x="187" y="4796"/>
                    <a:pt x="244" y="4756"/>
                  </a:cubicBezTo>
                  <a:cubicBezTo>
                    <a:pt x="1083" y="4173"/>
                    <a:pt x="1950" y="3638"/>
                    <a:pt x="2846" y="3147"/>
                  </a:cubicBezTo>
                  <a:cubicBezTo>
                    <a:pt x="4638" y="2174"/>
                    <a:pt x="6539" y="1412"/>
                    <a:pt x="8509" y="873"/>
                  </a:cubicBezTo>
                  <a:cubicBezTo>
                    <a:pt x="9490" y="601"/>
                    <a:pt x="10488" y="386"/>
                    <a:pt x="11497" y="228"/>
                  </a:cubicBezTo>
                  <a:cubicBezTo>
                    <a:pt x="11619" y="208"/>
                    <a:pt x="11716" y="159"/>
                    <a:pt x="11716" y="95"/>
                  </a:cubicBezTo>
                  <a:cubicBezTo>
                    <a:pt x="11716" y="38"/>
                    <a:pt x="11639" y="0"/>
                    <a:pt x="115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" name="Google Shape;5452;p73"/>
            <p:cNvSpPr/>
            <p:nvPr/>
          </p:nvSpPr>
          <p:spPr>
            <a:xfrm>
              <a:off x="3524106" y="2724487"/>
              <a:ext cx="103624" cy="169585"/>
            </a:xfrm>
            <a:custGeom>
              <a:avLst/>
              <a:gdLst/>
              <a:ahLst/>
              <a:cxnLst/>
              <a:rect l="l" t="t" r="r" b="b"/>
              <a:pathLst>
                <a:path w="5976" h="9780" extrusionOk="0">
                  <a:moveTo>
                    <a:pt x="5251" y="1"/>
                  </a:moveTo>
                  <a:cubicBezTo>
                    <a:pt x="5242" y="1"/>
                    <a:pt x="5234" y="2"/>
                    <a:pt x="5226" y="6"/>
                  </a:cubicBezTo>
                  <a:cubicBezTo>
                    <a:pt x="5169" y="31"/>
                    <a:pt x="5165" y="140"/>
                    <a:pt x="5218" y="258"/>
                  </a:cubicBezTo>
                  <a:cubicBezTo>
                    <a:pt x="5595" y="1133"/>
                    <a:pt x="5655" y="2123"/>
                    <a:pt x="5489" y="3055"/>
                  </a:cubicBezTo>
                  <a:cubicBezTo>
                    <a:pt x="5327" y="3999"/>
                    <a:pt x="4958" y="4895"/>
                    <a:pt x="4411" y="5682"/>
                  </a:cubicBezTo>
                  <a:cubicBezTo>
                    <a:pt x="3880" y="6480"/>
                    <a:pt x="3199" y="7170"/>
                    <a:pt x="2465" y="7802"/>
                  </a:cubicBezTo>
                  <a:cubicBezTo>
                    <a:pt x="1731" y="8438"/>
                    <a:pt x="941" y="9006"/>
                    <a:pt x="138" y="9565"/>
                  </a:cubicBezTo>
                  <a:cubicBezTo>
                    <a:pt x="53" y="9626"/>
                    <a:pt x="0" y="9703"/>
                    <a:pt x="29" y="9748"/>
                  </a:cubicBezTo>
                  <a:cubicBezTo>
                    <a:pt x="39" y="9769"/>
                    <a:pt x="64" y="9779"/>
                    <a:pt x="96" y="9779"/>
                  </a:cubicBezTo>
                  <a:cubicBezTo>
                    <a:pt x="137" y="9779"/>
                    <a:pt x="191" y="9762"/>
                    <a:pt x="244" y="9728"/>
                  </a:cubicBezTo>
                  <a:cubicBezTo>
                    <a:pt x="1075" y="9213"/>
                    <a:pt x="1906" y="8674"/>
                    <a:pt x="2668" y="8045"/>
                  </a:cubicBezTo>
                  <a:cubicBezTo>
                    <a:pt x="3426" y="7417"/>
                    <a:pt x="4135" y="6707"/>
                    <a:pt x="4703" y="5885"/>
                  </a:cubicBezTo>
                  <a:cubicBezTo>
                    <a:pt x="5270" y="5049"/>
                    <a:pt x="5651" y="4105"/>
                    <a:pt x="5818" y="3112"/>
                  </a:cubicBezTo>
                  <a:cubicBezTo>
                    <a:pt x="5976" y="2119"/>
                    <a:pt x="5870" y="1069"/>
                    <a:pt x="5420" y="161"/>
                  </a:cubicBezTo>
                  <a:cubicBezTo>
                    <a:pt x="5372" y="70"/>
                    <a:pt x="5305" y="1"/>
                    <a:pt x="525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" name="Google Shape;5453;p73"/>
            <p:cNvSpPr/>
            <p:nvPr/>
          </p:nvSpPr>
          <p:spPr>
            <a:xfrm>
              <a:off x="3446284" y="2907893"/>
              <a:ext cx="49159" cy="22108"/>
            </a:xfrm>
            <a:custGeom>
              <a:avLst/>
              <a:gdLst/>
              <a:ahLst/>
              <a:cxnLst/>
              <a:rect l="l" t="t" r="r" b="b"/>
              <a:pathLst>
                <a:path w="2835" h="1275" extrusionOk="0">
                  <a:moveTo>
                    <a:pt x="2705" y="1"/>
                  </a:moveTo>
                  <a:cubicBezTo>
                    <a:pt x="2702" y="1"/>
                    <a:pt x="2699" y="1"/>
                    <a:pt x="2697" y="2"/>
                  </a:cubicBezTo>
                  <a:lnTo>
                    <a:pt x="2036" y="294"/>
                  </a:lnTo>
                  <a:cubicBezTo>
                    <a:pt x="1821" y="395"/>
                    <a:pt x="1598" y="476"/>
                    <a:pt x="1379" y="569"/>
                  </a:cubicBezTo>
                  <a:cubicBezTo>
                    <a:pt x="1160" y="667"/>
                    <a:pt x="937" y="752"/>
                    <a:pt x="710" y="833"/>
                  </a:cubicBezTo>
                  <a:lnTo>
                    <a:pt x="37" y="1088"/>
                  </a:lnTo>
                  <a:cubicBezTo>
                    <a:pt x="9" y="1092"/>
                    <a:pt x="1" y="1129"/>
                    <a:pt x="9" y="1186"/>
                  </a:cubicBezTo>
                  <a:cubicBezTo>
                    <a:pt x="21" y="1238"/>
                    <a:pt x="49" y="1275"/>
                    <a:pt x="82" y="1275"/>
                  </a:cubicBezTo>
                  <a:cubicBezTo>
                    <a:pt x="325" y="1242"/>
                    <a:pt x="568" y="1194"/>
                    <a:pt x="803" y="1133"/>
                  </a:cubicBezTo>
                  <a:cubicBezTo>
                    <a:pt x="1043" y="1064"/>
                    <a:pt x="1282" y="995"/>
                    <a:pt x="1509" y="902"/>
                  </a:cubicBezTo>
                  <a:cubicBezTo>
                    <a:pt x="1736" y="804"/>
                    <a:pt x="1959" y="703"/>
                    <a:pt x="2178" y="590"/>
                  </a:cubicBezTo>
                  <a:cubicBezTo>
                    <a:pt x="2397" y="476"/>
                    <a:pt x="2607" y="346"/>
                    <a:pt x="2806" y="200"/>
                  </a:cubicBezTo>
                  <a:cubicBezTo>
                    <a:pt x="2834" y="184"/>
                    <a:pt x="2834" y="132"/>
                    <a:pt x="2802" y="79"/>
                  </a:cubicBezTo>
                  <a:cubicBezTo>
                    <a:pt x="2776" y="35"/>
                    <a:pt x="2734" y="1"/>
                    <a:pt x="270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" name="Google Shape;5454;p73"/>
            <p:cNvSpPr/>
            <p:nvPr/>
          </p:nvSpPr>
          <p:spPr>
            <a:xfrm>
              <a:off x="3232308" y="2948191"/>
              <a:ext cx="181741" cy="79539"/>
            </a:xfrm>
            <a:custGeom>
              <a:avLst/>
              <a:gdLst/>
              <a:ahLst/>
              <a:cxnLst/>
              <a:rect l="l" t="t" r="r" b="b"/>
              <a:pathLst>
                <a:path w="10481" h="4587" extrusionOk="0">
                  <a:moveTo>
                    <a:pt x="10311" y="1"/>
                  </a:moveTo>
                  <a:cubicBezTo>
                    <a:pt x="10293" y="1"/>
                    <a:pt x="10273" y="2"/>
                    <a:pt x="10253" y="5"/>
                  </a:cubicBezTo>
                  <a:cubicBezTo>
                    <a:pt x="9321" y="118"/>
                    <a:pt x="8384" y="244"/>
                    <a:pt x="7456" y="422"/>
                  </a:cubicBezTo>
                  <a:cubicBezTo>
                    <a:pt x="6524" y="601"/>
                    <a:pt x="5607" y="844"/>
                    <a:pt x="4707" y="1152"/>
                  </a:cubicBezTo>
                  <a:cubicBezTo>
                    <a:pt x="3812" y="1472"/>
                    <a:pt x="2956" y="1902"/>
                    <a:pt x="2162" y="2429"/>
                  </a:cubicBezTo>
                  <a:cubicBezTo>
                    <a:pt x="1359" y="2952"/>
                    <a:pt x="658" y="3609"/>
                    <a:pt x="82" y="4375"/>
                  </a:cubicBezTo>
                  <a:cubicBezTo>
                    <a:pt x="25" y="4456"/>
                    <a:pt x="1" y="4529"/>
                    <a:pt x="41" y="4569"/>
                  </a:cubicBezTo>
                  <a:cubicBezTo>
                    <a:pt x="53" y="4581"/>
                    <a:pt x="69" y="4587"/>
                    <a:pt x="87" y="4587"/>
                  </a:cubicBezTo>
                  <a:cubicBezTo>
                    <a:pt x="130" y="4587"/>
                    <a:pt x="186" y="4554"/>
                    <a:pt x="232" y="4496"/>
                  </a:cubicBezTo>
                  <a:cubicBezTo>
                    <a:pt x="836" y="3787"/>
                    <a:pt x="1545" y="3179"/>
                    <a:pt x="2332" y="2684"/>
                  </a:cubicBezTo>
                  <a:cubicBezTo>
                    <a:pt x="3114" y="2190"/>
                    <a:pt x="3953" y="1788"/>
                    <a:pt x="4829" y="1484"/>
                  </a:cubicBezTo>
                  <a:cubicBezTo>
                    <a:pt x="5709" y="1176"/>
                    <a:pt x="6609" y="929"/>
                    <a:pt x="7521" y="747"/>
                  </a:cubicBezTo>
                  <a:cubicBezTo>
                    <a:pt x="8437" y="552"/>
                    <a:pt x="9361" y="390"/>
                    <a:pt x="10281" y="228"/>
                  </a:cubicBezTo>
                  <a:cubicBezTo>
                    <a:pt x="10399" y="207"/>
                    <a:pt x="10480" y="155"/>
                    <a:pt x="10480" y="90"/>
                  </a:cubicBezTo>
                  <a:cubicBezTo>
                    <a:pt x="10480" y="35"/>
                    <a:pt x="10408" y="1"/>
                    <a:pt x="1031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" name="Google Shape;5455;p73"/>
            <p:cNvSpPr/>
            <p:nvPr/>
          </p:nvSpPr>
          <p:spPr>
            <a:xfrm>
              <a:off x="3079560" y="2994627"/>
              <a:ext cx="85018" cy="447389"/>
            </a:xfrm>
            <a:custGeom>
              <a:avLst/>
              <a:gdLst/>
              <a:ahLst/>
              <a:cxnLst/>
              <a:rect l="l" t="t" r="r" b="b"/>
              <a:pathLst>
                <a:path w="4903" h="25801" extrusionOk="0">
                  <a:moveTo>
                    <a:pt x="4415" y="1"/>
                  </a:moveTo>
                  <a:cubicBezTo>
                    <a:pt x="4243" y="1"/>
                    <a:pt x="4084" y="111"/>
                    <a:pt x="4026" y="286"/>
                  </a:cubicBezTo>
                  <a:lnTo>
                    <a:pt x="3990" y="351"/>
                  </a:lnTo>
                  <a:cubicBezTo>
                    <a:pt x="2831" y="2435"/>
                    <a:pt x="2470" y="5844"/>
                    <a:pt x="2940" y="10218"/>
                  </a:cubicBezTo>
                  <a:cubicBezTo>
                    <a:pt x="3402" y="14499"/>
                    <a:pt x="2186" y="17912"/>
                    <a:pt x="1209" y="20652"/>
                  </a:cubicBezTo>
                  <a:cubicBezTo>
                    <a:pt x="560" y="22464"/>
                    <a:pt x="1" y="24025"/>
                    <a:pt x="90" y="25399"/>
                  </a:cubicBezTo>
                  <a:cubicBezTo>
                    <a:pt x="102" y="25626"/>
                    <a:pt x="289" y="25801"/>
                    <a:pt x="516" y="25801"/>
                  </a:cubicBezTo>
                  <a:lnTo>
                    <a:pt x="540" y="25801"/>
                  </a:lnTo>
                  <a:cubicBezTo>
                    <a:pt x="775" y="25784"/>
                    <a:pt x="954" y="25586"/>
                    <a:pt x="941" y="25351"/>
                  </a:cubicBezTo>
                  <a:cubicBezTo>
                    <a:pt x="864" y="24147"/>
                    <a:pt x="1395" y="22663"/>
                    <a:pt x="2012" y="20940"/>
                  </a:cubicBezTo>
                  <a:cubicBezTo>
                    <a:pt x="3017" y="18119"/>
                    <a:pt x="4274" y="14600"/>
                    <a:pt x="3787" y="10129"/>
                  </a:cubicBezTo>
                  <a:cubicBezTo>
                    <a:pt x="3341" y="5990"/>
                    <a:pt x="3678" y="2662"/>
                    <a:pt x="4736" y="764"/>
                  </a:cubicBezTo>
                  <a:cubicBezTo>
                    <a:pt x="4772" y="708"/>
                    <a:pt x="4801" y="647"/>
                    <a:pt x="4821" y="586"/>
                  </a:cubicBezTo>
                  <a:cubicBezTo>
                    <a:pt x="4902" y="359"/>
                    <a:pt x="4784" y="112"/>
                    <a:pt x="4557" y="27"/>
                  </a:cubicBezTo>
                  <a:cubicBezTo>
                    <a:pt x="4510" y="9"/>
                    <a:pt x="4462" y="1"/>
                    <a:pt x="441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" name="Google Shape;5456;p73"/>
            <p:cNvSpPr/>
            <p:nvPr/>
          </p:nvSpPr>
          <p:spPr>
            <a:xfrm>
              <a:off x="3256081" y="3006904"/>
              <a:ext cx="94902" cy="435113"/>
            </a:xfrm>
            <a:custGeom>
              <a:avLst/>
              <a:gdLst/>
              <a:ahLst/>
              <a:cxnLst/>
              <a:rect l="l" t="t" r="r" b="b"/>
              <a:pathLst>
                <a:path w="5473" h="25093" extrusionOk="0">
                  <a:moveTo>
                    <a:pt x="471" y="0"/>
                  </a:moveTo>
                  <a:cubicBezTo>
                    <a:pt x="358" y="0"/>
                    <a:pt x="245" y="46"/>
                    <a:pt x="162" y="137"/>
                  </a:cubicBezTo>
                  <a:cubicBezTo>
                    <a:pt x="0" y="308"/>
                    <a:pt x="8" y="575"/>
                    <a:pt x="174" y="737"/>
                  </a:cubicBezTo>
                  <a:cubicBezTo>
                    <a:pt x="203" y="766"/>
                    <a:pt x="2826" y="3320"/>
                    <a:pt x="2639" y="9449"/>
                  </a:cubicBezTo>
                  <a:cubicBezTo>
                    <a:pt x="2420" y="16426"/>
                    <a:pt x="3028" y="21169"/>
                    <a:pt x="4593" y="24833"/>
                  </a:cubicBezTo>
                  <a:cubicBezTo>
                    <a:pt x="4662" y="24991"/>
                    <a:pt x="4816" y="25093"/>
                    <a:pt x="4990" y="25093"/>
                  </a:cubicBezTo>
                  <a:cubicBezTo>
                    <a:pt x="5047" y="25093"/>
                    <a:pt x="5104" y="25081"/>
                    <a:pt x="5157" y="25056"/>
                  </a:cubicBezTo>
                  <a:cubicBezTo>
                    <a:pt x="5375" y="24967"/>
                    <a:pt x="5473" y="24716"/>
                    <a:pt x="5380" y="24501"/>
                  </a:cubicBezTo>
                  <a:cubicBezTo>
                    <a:pt x="3863" y="20958"/>
                    <a:pt x="3276" y="16324"/>
                    <a:pt x="3490" y="9481"/>
                  </a:cubicBezTo>
                  <a:cubicBezTo>
                    <a:pt x="3693" y="2922"/>
                    <a:pt x="880" y="227"/>
                    <a:pt x="758" y="113"/>
                  </a:cubicBezTo>
                  <a:cubicBezTo>
                    <a:pt x="677" y="38"/>
                    <a:pt x="574" y="0"/>
                    <a:pt x="47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" name="Google Shape;5457;p73"/>
            <p:cNvSpPr/>
            <p:nvPr/>
          </p:nvSpPr>
          <p:spPr>
            <a:xfrm>
              <a:off x="3057903" y="2637337"/>
              <a:ext cx="458487" cy="256615"/>
            </a:xfrm>
            <a:custGeom>
              <a:avLst/>
              <a:gdLst/>
              <a:ahLst/>
              <a:cxnLst/>
              <a:rect l="l" t="t" r="r" b="b"/>
              <a:pathLst>
                <a:path w="26441" h="14799" extrusionOk="0">
                  <a:moveTo>
                    <a:pt x="15342" y="0"/>
                  </a:moveTo>
                  <a:cubicBezTo>
                    <a:pt x="14596" y="0"/>
                    <a:pt x="13822" y="14"/>
                    <a:pt x="13022" y="38"/>
                  </a:cubicBezTo>
                  <a:cubicBezTo>
                    <a:pt x="5515" y="273"/>
                    <a:pt x="1684" y="1530"/>
                    <a:pt x="938" y="4469"/>
                  </a:cubicBezTo>
                  <a:cubicBezTo>
                    <a:pt x="1" y="8190"/>
                    <a:pt x="3880" y="14799"/>
                    <a:pt x="12818" y="14799"/>
                  </a:cubicBezTo>
                  <a:cubicBezTo>
                    <a:pt x="13043" y="14799"/>
                    <a:pt x="13272" y="14795"/>
                    <a:pt x="13505" y="14786"/>
                  </a:cubicBezTo>
                  <a:cubicBezTo>
                    <a:pt x="23266" y="14425"/>
                    <a:pt x="26440" y="7404"/>
                    <a:pt x="26116" y="3987"/>
                  </a:cubicBezTo>
                  <a:cubicBezTo>
                    <a:pt x="25826" y="937"/>
                    <a:pt x="21598" y="0"/>
                    <a:pt x="153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" name="Google Shape;5458;p73"/>
            <p:cNvSpPr/>
            <p:nvPr/>
          </p:nvSpPr>
          <p:spPr>
            <a:xfrm>
              <a:off x="3059810" y="2631146"/>
              <a:ext cx="459666" cy="268978"/>
            </a:xfrm>
            <a:custGeom>
              <a:avLst/>
              <a:gdLst/>
              <a:ahLst/>
              <a:cxnLst/>
              <a:rect l="l" t="t" r="r" b="b"/>
              <a:pathLst>
                <a:path w="26509" h="15512" extrusionOk="0">
                  <a:moveTo>
                    <a:pt x="15200" y="715"/>
                  </a:moveTo>
                  <a:cubicBezTo>
                    <a:pt x="22168" y="715"/>
                    <a:pt x="25415" y="1866"/>
                    <a:pt x="25653" y="4376"/>
                  </a:cubicBezTo>
                  <a:cubicBezTo>
                    <a:pt x="25791" y="5835"/>
                    <a:pt x="25244" y="8341"/>
                    <a:pt x="23245" y="10619"/>
                  </a:cubicBezTo>
                  <a:cubicBezTo>
                    <a:pt x="21677" y="12411"/>
                    <a:pt x="18685" y="14596"/>
                    <a:pt x="13387" y="14786"/>
                  </a:cubicBezTo>
                  <a:cubicBezTo>
                    <a:pt x="13152" y="14795"/>
                    <a:pt x="12922" y="14799"/>
                    <a:pt x="12696" y="14799"/>
                  </a:cubicBezTo>
                  <a:cubicBezTo>
                    <a:pt x="7113" y="14799"/>
                    <a:pt x="4161" y="12221"/>
                    <a:pt x="2879" y="10631"/>
                  </a:cubicBezTo>
                  <a:cubicBezTo>
                    <a:pt x="1399" y="8803"/>
                    <a:pt x="743" y="6610"/>
                    <a:pt x="1172" y="4911"/>
                  </a:cubicBezTo>
                  <a:cubicBezTo>
                    <a:pt x="1849" y="2232"/>
                    <a:pt x="5364" y="983"/>
                    <a:pt x="12924" y="752"/>
                  </a:cubicBezTo>
                  <a:cubicBezTo>
                    <a:pt x="13723" y="728"/>
                    <a:pt x="14481" y="715"/>
                    <a:pt x="15200" y="715"/>
                  </a:cubicBezTo>
                  <a:close/>
                  <a:moveTo>
                    <a:pt x="15420" y="0"/>
                  </a:moveTo>
                  <a:cubicBezTo>
                    <a:pt x="14588" y="0"/>
                    <a:pt x="13744" y="17"/>
                    <a:pt x="12904" y="43"/>
                  </a:cubicBezTo>
                  <a:cubicBezTo>
                    <a:pt x="4967" y="286"/>
                    <a:pt x="1253" y="1688"/>
                    <a:pt x="483" y="4741"/>
                  </a:cubicBezTo>
                  <a:cubicBezTo>
                    <a:pt x="1" y="6650"/>
                    <a:pt x="706" y="9078"/>
                    <a:pt x="2328" y="11085"/>
                  </a:cubicBezTo>
                  <a:cubicBezTo>
                    <a:pt x="3690" y="12767"/>
                    <a:pt x="6815" y="15512"/>
                    <a:pt x="12689" y="15512"/>
                  </a:cubicBezTo>
                  <a:lnTo>
                    <a:pt x="13411" y="15504"/>
                  </a:lnTo>
                  <a:cubicBezTo>
                    <a:pt x="18965" y="15293"/>
                    <a:pt x="22114" y="12982"/>
                    <a:pt x="23781" y="11085"/>
                  </a:cubicBezTo>
                  <a:cubicBezTo>
                    <a:pt x="25925" y="8641"/>
                    <a:pt x="26509" y="5908"/>
                    <a:pt x="26355" y="4307"/>
                  </a:cubicBezTo>
                  <a:cubicBezTo>
                    <a:pt x="26020" y="733"/>
                    <a:pt x="20963" y="0"/>
                    <a:pt x="1542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" name="Google Shape;5459;p73"/>
            <p:cNvSpPr/>
            <p:nvPr/>
          </p:nvSpPr>
          <p:spPr>
            <a:xfrm>
              <a:off x="3064804" y="2688819"/>
              <a:ext cx="60898" cy="54482"/>
            </a:xfrm>
            <a:custGeom>
              <a:avLst/>
              <a:gdLst/>
              <a:ahLst/>
              <a:cxnLst/>
              <a:rect l="l" t="t" r="r" b="b"/>
              <a:pathLst>
                <a:path w="3512" h="3142" extrusionOk="0">
                  <a:moveTo>
                    <a:pt x="3117" y="1"/>
                  </a:moveTo>
                  <a:cubicBezTo>
                    <a:pt x="3083" y="1"/>
                    <a:pt x="3048" y="6"/>
                    <a:pt x="3013" y="16"/>
                  </a:cubicBezTo>
                  <a:cubicBezTo>
                    <a:pt x="2932" y="41"/>
                    <a:pt x="1010" y="624"/>
                    <a:pt x="86" y="2635"/>
                  </a:cubicBezTo>
                  <a:cubicBezTo>
                    <a:pt x="1" y="2813"/>
                    <a:pt x="78" y="3024"/>
                    <a:pt x="256" y="3105"/>
                  </a:cubicBezTo>
                  <a:cubicBezTo>
                    <a:pt x="305" y="3130"/>
                    <a:pt x="353" y="3142"/>
                    <a:pt x="410" y="3142"/>
                  </a:cubicBezTo>
                  <a:cubicBezTo>
                    <a:pt x="548" y="3142"/>
                    <a:pt x="674" y="3061"/>
                    <a:pt x="726" y="2935"/>
                  </a:cubicBezTo>
                  <a:cubicBezTo>
                    <a:pt x="1517" y="1224"/>
                    <a:pt x="3199" y="705"/>
                    <a:pt x="3215" y="697"/>
                  </a:cubicBezTo>
                  <a:cubicBezTo>
                    <a:pt x="3406" y="641"/>
                    <a:pt x="3511" y="442"/>
                    <a:pt x="3455" y="255"/>
                  </a:cubicBezTo>
                  <a:cubicBezTo>
                    <a:pt x="3411" y="100"/>
                    <a:pt x="3271" y="1"/>
                    <a:pt x="311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" name="Google Shape;5460;p73"/>
            <p:cNvSpPr/>
            <p:nvPr/>
          </p:nvSpPr>
          <p:spPr>
            <a:xfrm>
              <a:off x="3071133" y="2721245"/>
              <a:ext cx="50910" cy="56216"/>
            </a:xfrm>
            <a:custGeom>
              <a:avLst/>
              <a:gdLst/>
              <a:ahLst/>
              <a:cxnLst/>
              <a:rect l="l" t="t" r="r" b="b"/>
              <a:pathLst>
                <a:path w="2936" h="3242" extrusionOk="0">
                  <a:moveTo>
                    <a:pt x="2526" y="0"/>
                  </a:moveTo>
                  <a:cubicBezTo>
                    <a:pt x="2465" y="0"/>
                    <a:pt x="2404" y="15"/>
                    <a:pt x="2348" y="48"/>
                  </a:cubicBezTo>
                  <a:cubicBezTo>
                    <a:pt x="2279" y="88"/>
                    <a:pt x="653" y="1061"/>
                    <a:pt x="69" y="2772"/>
                  </a:cubicBezTo>
                  <a:cubicBezTo>
                    <a:pt x="0" y="2954"/>
                    <a:pt x="98" y="3161"/>
                    <a:pt x="288" y="3222"/>
                  </a:cubicBezTo>
                  <a:cubicBezTo>
                    <a:pt x="325" y="3234"/>
                    <a:pt x="361" y="3242"/>
                    <a:pt x="402" y="3242"/>
                  </a:cubicBezTo>
                  <a:cubicBezTo>
                    <a:pt x="556" y="3238"/>
                    <a:pt x="690" y="3141"/>
                    <a:pt x="738" y="2999"/>
                  </a:cubicBezTo>
                  <a:cubicBezTo>
                    <a:pt x="1233" y="1547"/>
                    <a:pt x="2692" y="668"/>
                    <a:pt x="2708" y="664"/>
                  </a:cubicBezTo>
                  <a:cubicBezTo>
                    <a:pt x="2879" y="562"/>
                    <a:pt x="2935" y="348"/>
                    <a:pt x="2834" y="177"/>
                  </a:cubicBezTo>
                  <a:cubicBezTo>
                    <a:pt x="2769" y="63"/>
                    <a:pt x="2649" y="0"/>
                    <a:pt x="252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" name="Google Shape;5461;p73"/>
            <p:cNvSpPr/>
            <p:nvPr/>
          </p:nvSpPr>
          <p:spPr>
            <a:xfrm>
              <a:off x="3088421" y="2759185"/>
              <a:ext cx="48379" cy="53147"/>
            </a:xfrm>
            <a:custGeom>
              <a:avLst/>
              <a:gdLst/>
              <a:ahLst/>
              <a:cxnLst/>
              <a:rect l="l" t="t" r="r" b="b"/>
              <a:pathLst>
                <a:path w="2790" h="3065" extrusionOk="0">
                  <a:moveTo>
                    <a:pt x="2378" y="0"/>
                  </a:moveTo>
                  <a:cubicBezTo>
                    <a:pt x="2299" y="0"/>
                    <a:pt x="2220" y="26"/>
                    <a:pt x="2153" y="81"/>
                  </a:cubicBezTo>
                  <a:cubicBezTo>
                    <a:pt x="2080" y="122"/>
                    <a:pt x="512" y="1188"/>
                    <a:pt x="62" y="2607"/>
                  </a:cubicBezTo>
                  <a:cubicBezTo>
                    <a:pt x="1" y="2793"/>
                    <a:pt x="106" y="2992"/>
                    <a:pt x="293" y="3052"/>
                  </a:cubicBezTo>
                  <a:cubicBezTo>
                    <a:pt x="329" y="3061"/>
                    <a:pt x="362" y="3065"/>
                    <a:pt x="398" y="3065"/>
                  </a:cubicBezTo>
                  <a:cubicBezTo>
                    <a:pt x="552" y="3065"/>
                    <a:pt x="690" y="2963"/>
                    <a:pt x="739" y="2817"/>
                  </a:cubicBezTo>
                  <a:cubicBezTo>
                    <a:pt x="1107" y="1642"/>
                    <a:pt x="2534" y="681"/>
                    <a:pt x="2542" y="669"/>
                  </a:cubicBezTo>
                  <a:cubicBezTo>
                    <a:pt x="2729" y="572"/>
                    <a:pt x="2790" y="332"/>
                    <a:pt x="2672" y="158"/>
                  </a:cubicBezTo>
                  <a:cubicBezTo>
                    <a:pt x="2605" y="55"/>
                    <a:pt x="2493" y="0"/>
                    <a:pt x="237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" name="Google Shape;5462;p73"/>
            <p:cNvSpPr/>
            <p:nvPr/>
          </p:nvSpPr>
          <p:spPr>
            <a:xfrm>
              <a:off x="3118367" y="2792426"/>
              <a:ext cx="39102" cy="54274"/>
            </a:xfrm>
            <a:custGeom>
              <a:avLst/>
              <a:gdLst/>
              <a:ahLst/>
              <a:cxnLst/>
              <a:rect l="l" t="t" r="r" b="b"/>
              <a:pathLst>
                <a:path w="2255" h="3130" extrusionOk="0">
                  <a:moveTo>
                    <a:pt x="1860" y="0"/>
                  </a:moveTo>
                  <a:cubicBezTo>
                    <a:pt x="1768" y="0"/>
                    <a:pt x="1676" y="36"/>
                    <a:pt x="1606" y="106"/>
                  </a:cubicBezTo>
                  <a:cubicBezTo>
                    <a:pt x="1561" y="154"/>
                    <a:pt x="451" y="1306"/>
                    <a:pt x="53" y="2680"/>
                  </a:cubicBezTo>
                  <a:cubicBezTo>
                    <a:pt x="1" y="2866"/>
                    <a:pt x="110" y="3065"/>
                    <a:pt x="297" y="3114"/>
                  </a:cubicBezTo>
                  <a:cubicBezTo>
                    <a:pt x="329" y="3126"/>
                    <a:pt x="361" y="3130"/>
                    <a:pt x="394" y="3130"/>
                  </a:cubicBezTo>
                  <a:cubicBezTo>
                    <a:pt x="552" y="3130"/>
                    <a:pt x="694" y="3029"/>
                    <a:pt x="738" y="2879"/>
                  </a:cubicBezTo>
                  <a:cubicBezTo>
                    <a:pt x="1083" y="1675"/>
                    <a:pt x="2109" y="613"/>
                    <a:pt x="2117" y="600"/>
                  </a:cubicBezTo>
                  <a:cubicBezTo>
                    <a:pt x="2255" y="458"/>
                    <a:pt x="2251" y="236"/>
                    <a:pt x="2109" y="102"/>
                  </a:cubicBezTo>
                  <a:cubicBezTo>
                    <a:pt x="2039" y="34"/>
                    <a:pt x="1949" y="0"/>
                    <a:pt x="186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" name="Google Shape;5463;p73"/>
            <p:cNvSpPr/>
            <p:nvPr/>
          </p:nvSpPr>
          <p:spPr>
            <a:xfrm>
              <a:off x="3157035" y="2818262"/>
              <a:ext cx="28836" cy="55228"/>
            </a:xfrm>
            <a:custGeom>
              <a:avLst/>
              <a:gdLst/>
              <a:ahLst/>
              <a:cxnLst/>
              <a:rect l="l" t="t" r="r" b="b"/>
              <a:pathLst>
                <a:path w="1663" h="3185" extrusionOk="0">
                  <a:moveTo>
                    <a:pt x="1258" y="0"/>
                  </a:moveTo>
                  <a:cubicBezTo>
                    <a:pt x="1114" y="0"/>
                    <a:pt x="978" y="92"/>
                    <a:pt x="925" y="237"/>
                  </a:cubicBezTo>
                  <a:cubicBezTo>
                    <a:pt x="920" y="250"/>
                    <a:pt x="381" y="1762"/>
                    <a:pt x="65" y="2714"/>
                  </a:cubicBezTo>
                  <a:cubicBezTo>
                    <a:pt x="0" y="2901"/>
                    <a:pt x="98" y="3103"/>
                    <a:pt x="288" y="3164"/>
                  </a:cubicBezTo>
                  <a:cubicBezTo>
                    <a:pt x="325" y="3180"/>
                    <a:pt x="361" y="3184"/>
                    <a:pt x="402" y="3184"/>
                  </a:cubicBezTo>
                  <a:cubicBezTo>
                    <a:pt x="552" y="3184"/>
                    <a:pt x="689" y="3087"/>
                    <a:pt x="738" y="2941"/>
                  </a:cubicBezTo>
                  <a:cubicBezTo>
                    <a:pt x="1054" y="1993"/>
                    <a:pt x="1589" y="489"/>
                    <a:pt x="1597" y="472"/>
                  </a:cubicBezTo>
                  <a:cubicBezTo>
                    <a:pt x="1662" y="290"/>
                    <a:pt x="1565" y="87"/>
                    <a:pt x="1379" y="22"/>
                  </a:cubicBezTo>
                  <a:cubicBezTo>
                    <a:pt x="1339" y="7"/>
                    <a:pt x="1298" y="0"/>
                    <a:pt x="125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" name="Google Shape;5464;p73"/>
            <p:cNvSpPr/>
            <p:nvPr/>
          </p:nvSpPr>
          <p:spPr>
            <a:xfrm>
              <a:off x="3209957" y="2839677"/>
              <a:ext cx="21536" cy="53286"/>
            </a:xfrm>
            <a:custGeom>
              <a:avLst/>
              <a:gdLst/>
              <a:ahLst/>
              <a:cxnLst/>
              <a:rect l="l" t="t" r="r" b="b"/>
              <a:pathLst>
                <a:path w="1242" h="3073" extrusionOk="0">
                  <a:moveTo>
                    <a:pt x="840" y="0"/>
                  </a:moveTo>
                  <a:cubicBezTo>
                    <a:pt x="694" y="0"/>
                    <a:pt x="555" y="95"/>
                    <a:pt x="503" y="243"/>
                  </a:cubicBezTo>
                  <a:cubicBezTo>
                    <a:pt x="483" y="300"/>
                    <a:pt x="49" y="1617"/>
                    <a:pt x="9" y="2699"/>
                  </a:cubicBezTo>
                  <a:cubicBezTo>
                    <a:pt x="1" y="2898"/>
                    <a:pt x="151" y="3060"/>
                    <a:pt x="349" y="3072"/>
                  </a:cubicBezTo>
                  <a:lnTo>
                    <a:pt x="362" y="3072"/>
                  </a:lnTo>
                  <a:cubicBezTo>
                    <a:pt x="552" y="3068"/>
                    <a:pt x="706" y="2918"/>
                    <a:pt x="718" y="2732"/>
                  </a:cubicBezTo>
                  <a:cubicBezTo>
                    <a:pt x="751" y="1747"/>
                    <a:pt x="1172" y="482"/>
                    <a:pt x="1180" y="470"/>
                  </a:cubicBezTo>
                  <a:cubicBezTo>
                    <a:pt x="1241" y="283"/>
                    <a:pt x="1140" y="85"/>
                    <a:pt x="953" y="20"/>
                  </a:cubicBezTo>
                  <a:cubicBezTo>
                    <a:pt x="916" y="7"/>
                    <a:pt x="878" y="0"/>
                    <a:pt x="84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" name="Google Shape;5465;p73"/>
            <p:cNvSpPr/>
            <p:nvPr/>
          </p:nvSpPr>
          <p:spPr>
            <a:xfrm>
              <a:off x="3267821" y="2846457"/>
              <a:ext cx="14843" cy="53667"/>
            </a:xfrm>
            <a:custGeom>
              <a:avLst/>
              <a:gdLst/>
              <a:ahLst/>
              <a:cxnLst/>
              <a:rect l="l" t="t" r="r" b="b"/>
              <a:pathLst>
                <a:path w="856" h="3095" extrusionOk="0">
                  <a:moveTo>
                    <a:pt x="473" y="1"/>
                  </a:moveTo>
                  <a:cubicBezTo>
                    <a:pt x="291" y="1"/>
                    <a:pt x="137" y="142"/>
                    <a:pt x="122" y="330"/>
                  </a:cubicBezTo>
                  <a:cubicBezTo>
                    <a:pt x="118" y="391"/>
                    <a:pt x="0" y="1891"/>
                    <a:pt x="126" y="2787"/>
                  </a:cubicBezTo>
                  <a:cubicBezTo>
                    <a:pt x="146" y="2961"/>
                    <a:pt x="300" y="3095"/>
                    <a:pt x="478" y="3095"/>
                  </a:cubicBezTo>
                  <a:lnTo>
                    <a:pt x="527" y="3091"/>
                  </a:lnTo>
                  <a:cubicBezTo>
                    <a:pt x="722" y="3062"/>
                    <a:pt x="855" y="2884"/>
                    <a:pt x="831" y="2689"/>
                  </a:cubicBezTo>
                  <a:cubicBezTo>
                    <a:pt x="714" y="1871"/>
                    <a:pt x="831" y="399"/>
                    <a:pt x="831" y="383"/>
                  </a:cubicBezTo>
                  <a:cubicBezTo>
                    <a:pt x="847" y="188"/>
                    <a:pt x="701" y="18"/>
                    <a:pt x="503" y="2"/>
                  </a:cubicBezTo>
                  <a:cubicBezTo>
                    <a:pt x="493" y="1"/>
                    <a:pt x="483" y="1"/>
                    <a:pt x="47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" name="Google Shape;5466;p73"/>
            <p:cNvSpPr/>
            <p:nvPr/>
          </p:nvSpPr>
          <p:spPr>
            <a:xfrm>
              <a:off x="3319979" y="2841550"/>
              <a:ext cx="20531" cy="54430"/>
            </a:xfrm>
            <a:custGeom>
              <a:avLst/>
              <a:gdLst/>
              <a:ahLst/>
              <a:cxnLst/>
              <a:rect l="l" t="t" r="r" b="b"/>
              <a:pathLst>
                <a:path w="1184" h="3139" extrusionOk="0">
                  <a:moveTo>
                    <a:pt x="399" y="0"/>
                  </a:moveTo>
                  <a:cubicBezTo>
                    <a:pt x="367" y="0"/>
                    <a:pt x="336" y="4"/>
                    <a:pt x="304" y="13"/>
                  </a:cubicBezTo>
                  <a:cubicBezTo>
                    <a:pt x="114" y="66"/>
                    <a:pt x="0" y="265"/>
                    <a:pt x="57" y="455"/>
                  </a:cubicBezTo>
                  <a:cubicBezTo>
                    <a:pt x="170" y="860"/>
                    <a:pt x="442" y="2060"/>
                    <a:pt x="357" y="2745"/>
                  </a:cubicBezTo>
                  <a:cubicBezTo>
                    <a:pt x="332" y="2940"/>
                    <a:pt x="470" y="3114"/>
                    <a:pt x="665" y="3139"/>
                  </a:cubicBezTo>
                  <a:lnTo>
                    <a:pt x="714" y="3139"/>
                  </a:lnTo>
                  <a:cubicBezTo>
                    <a:pt x="716" y="3139"/>
                    <a:pt x="719" y="3139"/>
                    <a:pt x="721" y="3139"/>
                  </a:cubicBezTo>
                  <a:cubicBezTo>
                    <a:pt x="892" y="3139"/>
                    <a:pt x="1042" y="3006"/>
                    <a:pt x="1062" y="2831"/>
                  </a:cubicBezTo>
                  <a:cubicBezTo>
                    <a:pt x="1184" y="1862"/>
                    <a:pt x="762" y="333"/>
                    <a:pt x="742" y="269"/>
                  </a:cubicBezTo>
                  <a:cubicBezTo>
                    <a:pt x="701" y="106"/>
                    <a:pt x="556" y="0"/>
                    <a:pt x="39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" name="Google Shape;5467;p73"/>
            <p:cNvSpPr/>
            <p:nvPr/>
          </p:nvSpPr>
          <p:spPr>
            <a:xfrm>
              <a:off x="3365809" y="2826863"/>
              <a:ext cx="27363" cy="54361"/>
            </a:xfrm>
            <a:custGeom>
              <a:avLst/>
              <a:gdLst/>
              <a:ahLst/>
              <a:cxnLst/>
              <a:rect l="l" t="t" r="r" b="b"/>
              <a:pathLst>
                <a:path w="1578" h="3135" extrusionOk="0">
                  <a:moveTo>
                    <a:pt x="405" y="0"/>
                  </a:moveTo>
                  <a:cubicBezTo>
                    <a:pt x="342" y="0"/>
                    <a:pt x="278" y="17"/>
                    <a:pt x="219" y="53"/>
                  </a:cubicBezTo>
                  <a:cubicBezTo>
                    <a:pt x="53" y="155"/>
                    <a:pt x="0" y="374"/>
                    <a:pt x="101" y="540"/>
                  </a:cubicBezTo>
                  <a:cubicBezTo>
                    <a:pt x="110" y="556"/>
                    <a:pt x="827" y="1744"/>
                    <a:pt x="860" y="2790"/>
                  </a:cubicBezTo>
                  <a:cubicBezTo>
                    <a:pt x="868" y="2984"/>
                    <a:pt x="1022" y="3134"/>
                    <a:pt x="1216" y="3134"/>
                  </a:cubicBezTo>
                  <a:lnTo>
                    <a:pt x="1224" y="3134"/>
                  </a:lnTo>
                  <a:cubicBezTo>
                    <a:pt x="1423" y="3130"/>
                    <a:pt x="1577" y="2968"/>
                    <a:pt x="1569" y="2770"/>
                  </a:cubicBezTo>
                  <a:cubicBezTo>
                    <a:pt x="1528" y="1533"/>
                    <a:pt x="746" y="228"/>
                    <a:pt x="710" y="171"/>
                  </a:cubicBezTo>
                  <a:cubicBezTo>
                    <a:pt x="643" y="62"/>
                    <a:pt x="526" y="0"/>
                    <a:pt x="40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" name="Google Shape;5468;p73"/>
            <p:cNvSpPr/>
            <p:nvPr/>
          </p:nvSpPr>
          <p:spPr>
            <a:xfrm>
              <a:off x="3406506" y="2800020"/>
              <a:ext cx="39171" cy="52037"/>
            </a:xfrm>
            <a:custGeom>
              <a:avLst/>
              <a:gdLst/>
              <a:ahLst/>
              <a:cxnLst/>
              <a:rect l="l" t="t" r="r" b="b"/>
              <a:pathLst>
                <a:path w="2259" h="3001" extrusionOk="0">
                  <a:moveTo>
                    <a:pt x="396" y="1"/>
                  </a:moveTo>
                  <a:cubicBezTo>
                    <a:pt x="297" y="1"/>
                    <a:pt x="199" y="42"/>
                    <a:pt x="130" y="122"/>
                  </a:cubicBezTo>
                  <a:cubicBezTo>
                    <a:pt x="0" y="272"/>
                    <a:pt x="17" y="495"/>
                    <a:pt x="166" y="625"/>
                  </a:cubicBezTo>
                  <a:cubicBezTo>
                    <a:pt x="175" y="637"/>
                    <a:pt x="1346" y="1654"/>
                    <a:pt x="1525" y="2704"/>
                  </a:cubicBezTo>
                  <a:cubicBezTo>
                    <a:pt x="1553" y="2874"/>
                    <a:pt x="1699" y="3000"/>
                    <a:pt x="1873" y="3000"/>
                  </a:cubicBezTo>
                  <a:lnTo>
                    <a:pt x="1934" y="2996"/>
                  </a:lnTo>
                  <a:cubicBezTo>
                    <a:pt x="2129" y="2964"/>
                    <a:pt x="2258" y="2777"/>
                    <a:pt x="2222" y="2587"/>
                  </a:cubicBezTo>
                  <a:cubicBezTo>
                    <a:pt x="2007" y="1277"/>
                    <a:pt x="681" y="134"/>
                    <a:pt x="629" y="85"/>
                  </a:cubicBezTo>
                  <a:cubicBezTo>
                    <a:pt x="561" y="29"/>
                    <a:pt x="478" y="1"/>
                    <a:pt x="39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" name="Google Shape;5469;p73"/>
            <p:cNvSpPr/>
            <p:nvPr/>
          </p:nvSpPr>
          <p:spPr>
            <a:xfrm>
              <a:off x="3436244" y="2762011"/>
              <a:ext cx="51881" cy="46038"/>
            </a:xfrm>
            <a:custGeom>
              <a:avLst/>
              <a:gdLst/>
              <a:ahLst/>
              <a:cxnLst/>
              <a:rect l="l" t="t" r="r" b="b"/>
              <a:pathLst>
                <a:path w="2992" h="2655" extrusionOk="0">
                  <a:moveTo>
                    <a:pt x="406" y="1"/>
                  </a:moveTo>
                  <a:cubicBezTo>
                    <a:pt x="277" y="1"/>
                    <a:pt x="152" y="71"/>
                    <a:pt x="89" y="194"/>
                  </a:cubicBezTo>
                  <a:cubicBezTo>
                    <a:pt x="0" y="368"/>
                    <a:pt x="69" y="579"/>
                    <a:pt x="243" y="668"/>
                  </a:cubicBezTo>
                  <a:cubicBezTo>
                    <a:pt x="260" y="680"/>
                    <a:pt x="1820" y="1491"/>
                    <a:pt x="2266" y="2448"/>
                  </a:cubicBezTo>
                  <a:cubicBezTo>
                    <a:pt x="2323" y="2573"/>
                    <a:pt x="2449" y="2654"/>
                    <a:pt x="2586" y="2654"/>
                  </a:cubicBezTo>
                  <a:cubicBezTo>
                    <a:pt x="2639" y="2650"/>
                    <a:pt x="2688" y="2642"/>
                    <a:pt x="2736" y="2618"/>
                  </a:cubicBezTo>
                  <a:cubicBezTo>
                    <a:pt x="2915" y="2537"/>
                    <a:pt x="2992" y="2326"/>
                    <a:pt x="2911" y="2148"/>
                  </a:cubicBezTo>
                  <a:cubicBezTo>
                    <a:pt x="2363" y="968"/>
                    <a:pt x="641" y="76"/>
                    <a:pt x="568" y="40"/>
                  </a:cubicBezTo>
                  <a:cubicBezTo>
                    <a:pt x="516" y="13"/>
                    <a:pt x="461" y="1"/>
                    <a:pt x="40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" name="Google Shape;5470;p73"/>
            <p:cNvSpPr/>
            <p:nvPr/>
          </p:nvSpPr>
          <p:spPr>
            <a:xfrm>
              <a:off x="3455856" y="2716286"/>
              <a:ext cx="59823" cy="27016"/>
            </a:xfrm>
            <a:custGeom>
              <a:avLst/>
              <a:gdLst/>
              <a:ahLst/>
              <a:cxnLst/>
              <a:rect l="l" t="t" r="r" b="b"/>
              <a:pathLst>
                <a:path w="3450" h="1558" extrusionOk="0">
                  <a:moveTo>
                    <a:pt x="363" y="0"/>
                  </a:moveTo>
                  <a:cubicBezTo>
                    <a:pt x="178" y="0"/>
                    <a:pt x="20" y="147"/>
                    <a:pt x="12" y="338"/>
                  </a:cubicBezTo>
                  <a:cubicBezTo>
                    <a:pt x="0" y="532"/>
                    <a:pt x="150" y="698"/>
                    <a:pt x="345" y="711"/>
                  </a:cubicBezTo>
                  <a:cubicBezTo>
                    <a:pt x="855" y="743"/>
                    <a:pt x="2303" y="934"/>
                    <a:pt x="2801" y="1452"/>
                  </a:cubicBezTo>
                  <a:cubicBezTo>
                    <a:pt x="2870" y="1517"/>
                    <a:pt x="2963" y="1558"/>
                    <a:pt x="3061" y="1558"/>
                  </a:cubicBezTo>
                  <a:cubicBezTo>
                    <a:pt x="3154" y="1554"/>
                    <a:pt x="3243" y="1517"/>
                    <a:pt x="3308" y="1456"/>
                  </a:cubicBezTo>
                  <a:cubicBezTo>
                    <a:pt x="3446" y="1315"/>
                    <a:pt x="3450" y="1092"/>
                    <a:pt x="3316" y="950"/>
                  </a:cubicBezTo>
                  <a:cubicBezTo>
                    <a:pt x="2530" y="155"/>
                    <a:pt x="604" y="17"/>
                    <a:pt x="385" y="1"/>
                  </a:cubicBezTo>
                  <a:cubicBezTo>
                    <a:pt x="378" y="1"/>
                    <a:pt x="370" y="0"/>
                    <a:pt x="36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" name="Google Shape;5471;p73"/>
            <p:cNvSpPr/>
            <p:nvPr/>
          </p:nvSpPr>
          <p:spPr>
            <a:xfrm>
              <a:off x="3452613" y="2675502"/>
              <a:ext cx="60829" cy="17201"/>
            </a:xfrm>
            <a:custGeom>
              <a:avLst/>
              <a:gdLst/>
              <a:ahLst/>
              <a:cxnLst/>
              <a:rect l="l" t="t" r="r" b="b"/>
              <a:pathLst>
                <a:path w="3508" h="992" extrusionOk="0">
                  <a:moveTo>
                    <a:pt x="1752" y="1"/>
                  </a:moveTo>
                  <a:cubicBezTo>
                    <a:pt x="916" y="1"/>
                    <a:pt x="288" y="297"/>
                    <a:pt x="248" y="318"/>
                  </a:cubicBezTo>
                  <a:cubicBezTo>
                    <a:pt x="74" y="403"/>
                    <a:pt x="1" y="614"/>
                    <a:pt x="86" y="788"/>
                  </a:cubicBezTo>
                  <a:cubicBezTo>
                    <a:pt x="147" y="915"/>
                    <a:pt x="275" y="988"/>
                    <a:pt x="407" y="988"/>
                  </a:cubicBezTo>
                  <a:cubicBezTo>
                    <a:pt x="457" y="988"/>
                    <a:pt x="508" y="977"/>
                    <a:pt x="556" y="955"/>
                  </a:cubicBezTo>
                  <a:cubicBezTo>
                    <a:pt x="567" y="952"/>
                    <a:pt x="1078" y="710"/>
                    <a:pt x="1755" y="710"/>
                  </a:cubicBezTo>
                  <a:cubicBezTo>
                    <a:pt x="2095" y="710"/>
                    <a:pt x="2477" y="771"/>
                    <a:pt x="2859" y="955"/>
                  </a:cubicBezTo>
                  <a:cubicBezTo>
                    <a:pt x="2903" y="979"/>
                    <a:pt x="2956" y="991"/>
                    <a:pt x="3009" y="991"/>
                  </a:cubicBezTo>
                  <a:cubicBezTo>
                    <a:pt x="3390" y="991"/>
                    <a:pt x="3507" y="480"/>
                    <a:pt x="3167" y="318"/>
                  </a:cubicBezTo>
                  <a:cubicBezTo>
                    <a:pt x="2674" y="80"/>
                    <a:pt x="2185" y="1"/>
                    <a:pt x="175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" name="Google Shape;5472;p73"/>
            <p:cNvSpPr/>
            <p:nvPr/>
          </p:nvSpPr>
          <p:spPr>
            <a:xfrm>
              <a:off x="3426880" y="2647134"/>
              <a:ext cx="39032" cy="28056"/>
            </a:xfrm>
            <a:custGeom>
              <a:avLst/>
              <a:gdLst/>
              <a:ahLst/>
              <a:cxnLst/>
              <a:rect l="l" t="t" r="r" b="b"/>
              <a:pathLst>
                <a:path w="2251" h="1618" extrusionOk="0">
                  <a:moveTo>
                    <a:pt x="1885" y="0"/>
                  </a:moveTo>
                  <a:cubicBezTo>
                    <a:pt x="1883" y="0"/>
                    <a:pt x="1880" y="0"/>
                    <a:pt x="1878" y="0"/>
                  </a:cubicBezTo>
                  <a:cubicBezTo>
                    <a:pt x="804" y="29"/>
                    <a:pt x="135" y="1026"/>
                    <a:pt x="106" y="1066"/>
                  </a:cubicBezTo>
                  <a:cubicBezTo>
                    <a:pt x="1" y="1228"/>
                    <a:pt x="45" y="1447"/>
                    <a:pt x="208" y="1557"/>
                  </a:cubicBezTo>
                  <a:cubicBezTo>
                    <a:pt x="264" y="1597"/>
                    <a:pt x="333" y="1618"/>
                    <a:pt x="406" y="1618"/>
                  </a:cubicBezTo>
                  <a:cubicBezTo>
                    <a:pt x="524" y="1618"/>
                    <a:pt x="633" y="1557"/>
                    <a:pt x="698" y="1460"/>
                  </a:cubicBezTo>
                  <a:cubicBezTo>
                    <a:pt x="702" y="1451"/>
                    <a:pt x="1201" y="730"/>
                    <a:pt x="1898" y="710"/>
                  </a:cubicBezTo>
                  <a:cubicBezTo>
                    <a:pt x="2097" y="706"/>
                    <a:pt x="2251" y="543"/>
                    <a:pt x="2243" y="345"/>
                  </a:cubicBezTo>
                  <a:cubicBezTo>
                    <a:pt x="2239" y="153"/>
                    <a:pt x="2081" y="0"/>
                    <a:pt x="188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" name="Google Shape;5473;p73"/>
            <p:cNvSpPr/>
            <p:nvPr/>
          </p:nvSpPr>
          <p:spPr>
            <a:xfrm>
              <a:off x="3090346" y="2667144"/>
              <a:ext cx="45049" cy="16768"/>
            </a:xfrm>
            <a:custGeom>
              <a:avLst/>
              <a:gdLst/>
              <a:ahLst/>
              <a:cxnLst/>
              <a:rect l="l" t="t" r="r" b="b"/>
              <a:pathLst>
                <a:path w="2598" h="967" extrusionOk="0">
                  <a:moveTo>
                    <a:pt x="1435" y="1"/>
                  </a:moveTo>
                  <a:cubicBezTo>
                    <a:pt x="844" y="1"/>
                    <a:pt x="348" y="286"/>
                    <a:pt x="319" y="302"/>
                  </a:cubicBezTo>
                  <a:cubicBezTo>
                    <a:pt x="1" y="479"/>
                    <a:pt x="128" y="966"/>
                    <a:pt x="493" y="966"/>
                  </a:cubicBezTo>
                  <a:cubicBezTo>
                    <a:pt x="495" y="966"/>
                    <a:pt x="496" y="966"/>
                    <a:pt x="498" y="966"/>
                  </a:cubicBezTo>
                  <a:cubicBezTo>
                    <a:pt x="559" y="966"/>
                    <a:pt x="619" y="950"/>
                    <a:pt x="672" y="914"/>
                  </a:cubicBezTo>
                  <a:cubicBezTo>
                    <a:pt x="680" y="914"/>
                    <a:pt x="1039" y="713"/>
                    <a:pt x="1431" y="713"/>
                  </a:cubicBezTo>
                  <a:cubicBezTo>
                    <a:pt x="1617" y="713"/>
                    <a:pt x="1810" y="758"/>
                    <a:pt x="1977" y="889"/>
                  </a:cubicBezTo>
                  <a:cubicBezTo>
                    <a:pt x="2041" y="941"/>
                    <a:pt x="2120" y="967"/>
                    <a:pt x="2197" y="967"/>
                  </a:cubicBezTo>
                  <a:cubicBezTo>
                    <a:pt x="2302" y="967"/>
                    <a:pt x="2406" y="921"/>
                    <a:pt x="2476" y="833"/>
                  </a:cubicBezTo>
                  <a:cubicBezTo>
                    <a:pt x="2598" y="679"/>
                    <a:pt x="2569" y="456"/>
                    <a:pt x="2415" y="334"/>
                  </a:cubicBezTo>
                  <a:cubicBezTo>
                    <a:pt x="2099" y="83"/>
                    <a:pt x="1753" y="1"/>
                    <a:pt x="14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" name="Google Shape;5474;p73"/>
            <p:cNvSpPr/>
            <p:nvPr/>
          </p:nvSpPr>
          <p:spPr>
            <a:xfrm>
              <a:off x="3122737" y="3240058"/>
              <a:ext cx="821881" cy="823841"/>
            </a:xfrm>
            <a:custGeom>
              <a:avLst/>
              <a:gdLst/>
              <a:ahLst/>
              <a:cxnLst/>
              <a:rect l="l" t="t" r="r" b="b"/>
              <a:pathLst>
                <a:path w="47398" h="47511" extrusionOk="0">
                  <a:moveTo>
                    <a:pt x="24254" y="0"/>
                  </a:moveTo>
                  <a:cubicBezTo>
                    <a:pt x="15830" y="0"/>
                    <a:pt x="8452" y="4621"/>
                    <a:pt x="4402" y="11533"/>
                  </a:cubicBezTo>
                  <a:cubicBezTo>
                    <a:pt x="118" y="18899"/>
                    <a:pt x="0" y="27971"/>
                    <a:pt x="4098" y="35443"/>
                  </a:cubicBezTo>
                  <a:cubicBezTo>
                    <a:pt x="8075" y="42646"/>
                    <a:pt x="15607" y="47511"/>
                    <a:pt x="24254" y="47511"/>
                  </a:cubicBezTo>
                  <a:cubicBezTo>
                    <a:pt x="37032" y="47511"/>
                    <a:pt x="47397" y="36882"/>
                    <a:pt x="47397" y="23755"/>
                  </a:cubicBezTo>
                  <a:cubicBezTo>
                    <a:pt x="47397" y="10641"/>
                    <a:pt x="37032" y="0"/>
                    <a:pt x="24254" y="0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" name="Google Shape;5475;p73"/>
            <p:cNvSpPr/>
            <p:nvPr/>
          </p:nvSpPr>
          <p:spPr>
            <a:xfrm>
              <a:off x="3116338" y="3233937"/>
              <a:ext cx="834470" cy="836152"/>
            </a:xfrm>
            <a:custGeom>
              <a:avLst/>
              <a:gdLst/>
              <a:ahLst/>
              <a:cxnLst/>
              <a:rect l="l" t="t" r="r" b="b"/>
              <a:pathLst>
                <a:path w="48124" h="48221" extrusionOk="0">
                  <a:moveTo>
                    <a:pt x="24623" y="714"/>
                  </a:moveTo>
                  <a:cubicBezTo>
                    <a:pt x="37190" y="714"/>
                    <a:pt x="47410" y="11209"/>
                    <a:pt x="47410" y="24108"/>
                  </a:cubicBezTo>
                  <a:cubicBezTo>
                    <a:pt x="47410" y="37012"/>
                    <a:pt x="37190" y="47511"/>
                    <a:pt x="24623" y="47511"/>
                  </a:cubicBezTo>
                  <a:cubicBezTo>
                    <a:pt x="16422" y="47511"/>
                    <a:pt x="8821" y="42955"/>
                    <a:pt x="4780" y="35629"/>
                  </a:cubicBezTo>
                  <a:cubicBezTo>
                    <a:pt x="750" y="28264"/>
                    <a:pt x="864" y="19325"/>
                    <a:pt x="5080" y="12065"/>
                  </a:cubicBezTo>
                  <a:cubicBezTo>
                    <a:pt x="9247" y="4954"/>
                    <a:pt x="16556" y="714"/>
                    <a:pt x="24623" y="714"/>
                  </a:cubicBezTo>
                  <a:close/>
                  <a:moveTo>
                    <a:pt x="24623" y="0"/>
                  </a:moveTo>
                  <a:cubicBezTo>
                    <a:pt x="16296" y="0"/>
                    <a:pt x="8760" y="4379"/>
                    <a:pt x="4471" y="11704"/>
                  </a:cubicBezTo>
                  <a:cubicBezTo>
                    <a:pt x="118" y="19179"/>
                    <a:pt x="0" y="28385"/>
                    <a:pt x="4155" y="35966"/>
                  </a:cubicBezTo>
                  <a:cubicBezTo>
                    <a:pt x="8327" y="43526"/>
                    <a:pt x="16167" y="48220"/>
                    <a:pt x="24623" y="48220"/>
                  </a:cubicBezTo>
                  <a:cubicBezTo>
                    <a:pt x="37579" y="48220"/>
                    <a:pt x="48123" y="37401"/>
                    <a:pt x="48123" y="24108"/>
                  </a:cubicBezTo>
                  <a:cubicBezTo>
                    <a:pt x="48123" y="10816"/>
                    <a:pt x="37579" y="0"/>
                    <a:pt x="246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" name="Google Shape;5476;p73"/>
            <p:cNvSpPr/>
            <p:nvPr/>
          </p:nvSpPr>
          <p:spPr>
            <a:xfrm>
              <a:off x="3193796" y="3240058"/>
              <a:ext cx="750822" cy="823841"/>
            </a:xfrm>
            <a:custGeom>
              <a:avLst/>
              <a:gdLst/>
              <a:ahLst/>
              <a:cxnLst/>
              <a:rect l="l" t="t" r="r" b="b"/>
              <a:pathLst>
                <a:path w="43300" h="47511" extrusionOk="0">
                  <a:moveTo>
                    <a:pt x="20156" y="0"/>
                  </a:moveTo>
                  <a:cubicBezTo>
                    <a:pt x="11732" y="0"/>
                    <a:pt x="4354" y="4621"/>
                    <a:pt x="304" y="11533"/>
                  </a:cubicBezTo>
                  <a:cubicBezTo>
                    <a:pt x="2684" y="8642"/>
                    <a:pt x="5884" y="6299"/>
                    <a:pt x="10372" y="6299"/>
                  </a:cubicBezTo>
                  <a:cubicBezTo>
                    <a:pt x="12146" y="6299"/>
                    <a:pt x="14120" y="6665"/>
                    <a:pt x="16325" y="7508"/>
                  </a:cubicBezTo>
                  <a:cubicBezTo>
                    <a:pt x="22248" y="9766"/>
                    <a:pt x="21579" y="19698"/>
                    <a:pt x="21782" y="26042"/>
                  </a:cubicBezTo>
                  <a:cubicBezTo>
                    <a:pt x="21838" y="27797"/>
                    <a:pt x="21842" y="29605"/>
                    <a:pt x="21251" y="31255"/>
                  </a:cubicBezTo>
                  <a:cubicBezTo>
                    <a:pt x="20655" y="32909"/>
                    <a:pt x="19357" y="34417"/>
                    <a:pt x="17635" y="34778"/>
                  </a:cubicBezTo>
                  <a:cubicBezTo>
                    <a:pt x="16548" y="35013"/>
                    <a:pt x="15352" y="34790"/>
                    <a:pt x="14355" y="35288"/>
                  </a:cubicBezTo>
                  <a:cubicBezTo>
                    <a:pt x="13710" y="35621"/>
                    <a:pt x="13248" y="36201"/>
                    <a:pt x="12721" y="36699"/>
                  </a:cubicBezTo>
                  <a:cubicBezTo>
                    <a:pt x="11325" y="38007"/>
                    <a:pt x="9498" y="38584"/>
                    <a:pt x="7604" y="38584"/>
                  </a:cubicBezTo>
                  <a:cubicBezTo>
                    <a:pt x="5235" y="38584"/>
                    <a:pt x="2763" y="37681"/>
                    <a:pt x="904" y="36176"/>
                  </a:cubicBezTo>
                  <a:cubicBezTo>
                    <a:pt x="604" y="35937"/>
                    <a:pt x="313" y="35682"/>
                    <a:pt x="0" y="35443"/>
                  </a:cubicBezTo>
                  <a:lnTo>
                    <a:pt x="0" y="35443"/>
                  </a:lnTo>
                  <a:cubicBezTo>
                    <a:pt x="3977" y="42646"/>
                    <a:pt x="11509" y="47511"/>
                    <a:pt x="20156" y="47511"/>
                  </a:cubicBezTo>
                  <a:cubicBezTo>
                    <a:pt x="32934" y="47511"/>
                    <a:pt x="43299" y="36882"/>
                    <a:pt x="43299" y="23755"/>
                  </a:cubicBezTo>
                  <a:cubicBezTo>
                    <a:pt x="43299" y="10641"/>
                    <a:pt x="32934" y="0"/>
                    <a:pt x="20156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" name="Google Shape;5477;p73"/>
            <p:cNvSpPr/>
            <p:nvPr/>
          </p:nvSpPr>
          <p:spPr>
            <a:xfrm>
              <a:off x="3566485" y="3284899"/>
              <a:ext cx="53026" cy="198439"/>
            </a:xfrm>
            <a:custGeom>
              <a:avLst/>
              <a:gdLst/>
              <a:ahLst/>
              <a:cxnLst/>
              <a:rect l="l" t="t" r="r" b="b"/>
              <a:pathLst>
                <a:path w="3058" h="11444" extrusionOk="0">
                  <a:moveTo>
                    <a:pt x="86" y="0"/>
                  </a:moveTo>
                  <a:cubicBezTo>
                    <a:pt x="29" y="0"/>
                    <a:pt x="1" y="86"/>
                    <a:pt x="9" y="191"/>
                  </a:cubicBezTo>
                  <a:cubicBezTo>
                    <a:pt x="86" y="1140"/>
                    <a:pt x="208" y="2088"/>
                    <a:pt x="382" y="3033"/>
                  </a:cubicBezTo>
                  <a:cubicBezTo>
                    <a:pt x="552" y="3981"/>
                    <a:pt x="751" y="4918"/>
                    <a:pt x="978" y="5842"/>
                  </a:cubicBezTo>
                  <a:cubicBezTo>
                    <a:pt x="1213" y="6766"/>
                    <a:pt x="1480" y="7686"/>
                    <a:pt x="1784" y="8594"/>
                  </a:cubicBezTo>
                  <a:cubicBezTo>
                    <a:pt x="2089" y="9503"/>
                    <a:pt x="2429" y="10394"/>
                    <a:pt x="2802" y="11274"/>
                  </a:cubicBezTo>
                  <a:cubicBezTo>
                    <a:pt x="2842" y="11375"/>
                    <a:pt x="2907" y="11444"/>
                    <a:pt x="2963" y="11444"/>
                  </a:cubicBezTo>
                  <a:cubicBezTo>
                    <a:pt x="2971" y="11444"/>
                    <a:pt x="2978" y="11443"/>
                    <a:pt x="2984" y="11440"/>
                  </a:cubicBezTo>
                  <a:cubicBezTo>
                    <a:pt x="3045" y="11420"/>
                    <a:pt x="3057" y="11315"/>
                    <a:pt x="3017" y="11193"/>
                  </a:cubicBezTo>
                  <a:cubicBezTo>
                    <a:pt x="2684" y="10301"/>
                    <a:pt x="2388" y="9393"/>
                    <a:pt x="2097" y="8493"/>
                  </a:cubicBezTo>
                  <a:cubicBezTo>
                    <a:pt x="1809" y="7589"/>
                    <a:pt x="1566" y="6673"/>
                    <a:pt x="1322" y="5757"/>
                  </a:cubicBezTo>
                  <a:cubicBezTo>
                    <a:pt x="1079" y="4837"/>
                    <a:pt x="872" y="3912"/>
                    <a:pt x="690" y="2980"/>
                  </a:cubicBezTo>
                  <a:cubicBezTo>
                    <a:pt x="508" y="2048"/>
                    <a:pt x="341" y="1107"/>
                    <a:pt x="199" y="171"/>
                  </a:cubicBezTo>
                  <a:cubicBezTo>
                    <a:pt x="183" y="77"/>
                    <a:pt x="143" y="0"/>
                    <a:pt x="8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" name="Google Shape;5478;p73"/>
            <p:cNvSpPr/>
            <p:nvPr/>
          </p:nvSpPr>
          <p:spPr>
            <a:xfrm>
              <a:off x="3553983" y="3342884"/>
              <a:ext cx="40211" cy="126911"/>
            </a:xfrm>
            <a:custGeom>
              <a:avLst/>
              <a:gdLst/>
              <a:ahLst/>
              <a:cxnLst/>
              <a:rect l="l" t="t" r="r" b="b"/>
              <a:pathLst>
                <a:path w="2319" h="7319" extrusionOk="0">
                  <a:moveTo>
                    <a:pt x="97" y="1"/>
                  </a:moveTo>
                  <a:cubicBezTo>
                    <a:pt x="94" y="1"/>
                    <a:pt x="92" y="1"/>
                    <a:pt x="89" y="1"/>
                  </a:cubicBezTo>
                  <a:cubicBezTo>
                    <a:pt x="33" y="5"/>
                    <a:pt x="0" y="66"/>
                    <a:pt x="12" y="139"/>
                  </a:cubicBezTo>
                  <a:cubicBezTo>
                    <a:pt x="118" y="739"/>
                    <a:pt x="239" y="1347"/>
                    <a:pt x="385" y="1947"/>
                  </a:cubicBezTo>
                  <a:cubicBezTo>
                    <a:pt x="535" y="2543"/>
                    <a:pt x="681" y="3147"/>
                    <a:pt x="860" y="3734"/>
                  </a:cubicBezTo>
                  <a:cubicBezTo>
                    <a:pt x="1034" y="4322"/>
                    <a:pt x="1216" y="4910"/>
                    <a:pt x="1419" y="5494"/>
                  </a:cubicBezTo>
                  <a:cubicBezTo>
                    <a:pt x="1622" y="6073"/>
                    <a:pt x="1845" y="6653"/>
                    <a:pt x="2080" y="7221"/>
                  </a:cubicBezTo>
                  <a:cubicBezTo>
                    <a:pt x="2098" y="7280"/>
                    <a:pt x="2154" y="7319"/>
                    <a:pt x="2213" y="7319"/>
                  </a:cubicBezTo>
                  <a:cubicBezTo>
                    <a:pt x="2219" y="7319"/>
                    <a:pt x="2224" y="7319"/>
                    <a:pt x="2230" y="7318"/>
                  </a:cubicBezTo>
                  <a:cubicBezTo>
                    <a:pt x="2287" y="7298"/>
                    <a:pt x="2319" y="7221"/>
                    <a:pt x="2291" y="7140"/>
                  </a:cubicBezTo>
                  <a:lnTo>
                    <a:pt x="1735" y="5392"/>
                  </a:lnTo>
                  <a:cubicBezTo>
                    <a:pt x="1549" y="4809"/>
                    <a:pt x="1387" y="4221"/>
                    <a:pt x="1204" y="3633"/>
                  </a:cubicBezTo>
                  <a:cubicBezTo>
                    <a:pt x="1022" y="3045"/>
                    <a:pt x="852" y="2457"/>
                    <a:pt x="689" y="1866"/>
                  </a:cubicBezTo>
                  <a:lnTo>
                    <a:pt x="199" y="90"/>
                  </a:lnTo>
                  <a:cubicBezTo>
                    <a:pt x="191" y="40"/>
                    <a:pt x="147" y="1"/>
                    <a:pt x="9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" name="Google Shape;5479;p73"/>
            <p:cNvSpPr/>
            <p:nvPr/>
          </p:nvSpPr>
          <p:spPr>
            <a:xfrm>
              <a:off x="3623013" y="3555386"/>
              <a:ext cx="42188" cy="215051"/>
            </a:xfrm>
            <a:custGeom>
              <a:avLst/>
              <a:gdLst/>
              <a:ahLst/>
              <a:cxnLst/>
              <a:rect l="l" t="t" r="r" b="b"/>
              <a:pathLst>
                <a:path w="2433" h="12402" extrusionOk="0">
                  <a:moveTo>
                    <a:pt x="89" y="0"/>
                  </a:moveTo>
                  <a:cubicBezTo>
                    <a:pt x="33" y="0"/>
                    <a:pt x="0" y="94"/>
                    <a:pt x="8" y="211"/>
                  </a:cubicBezTo>
                  <a:cubicBezTo>
                    <a:pt x="93" y="1225"/>
                    <a:pt x="203" y="2234"/>
                    <a:pt x="345" y="3239"/>
                  </a:cubicBezTo>
                  <a:cubicBezTo>
                    <a:pt x="487" y="4249"/>
                    <a:pt x="641" y="5258"/>
                    <a:pt x="819" y="6255"/>
                  </a:cubicBezTo>
                  <a:cubicBezTo>
                    <a:pt x="1005" y="7257"/>
                    <a:pt x="1208" y="8254"/>
                    <a:pt x="1431" y="9247"/>
                  </a:cubicBezTo>
                  <a:cubicBezTo>
                    <a:pt x="1654" y="10240"/>
                    <a:pt x="1905" y="11225"/>
                    <a:pt x="2181" y="12206"/>
                  </a:cubicBezTo>
                  <a:cubicBezTo>
                    <a:pt x="2212" y="12323"/>
                    <a:pt x="2269" y="12402"/>
                    <a:pt x="2330" y="12402"/>
                  </a:cubicBezTo>
                  <a:cubicBezTo>
                    <a:pt x="2333" y="12402"/>
                    <a:pt x="2336" y="12401"/>
                    <a:pt x="2339" y="12401"/>
                  </a:cubicBezTo>
                  <a:cubicBezTo>
                    <a:pt x="2404" y="12397"/>
                    <a:pt x="2432" y="12279"/>
                    <a:pt x="2400" y="12150"/>
                  </a:cubicBezTo>
                  <a:cubicBezTo>
                    <a:pt x="2177" y="11161"/>
                    <a:pt x="1958" y="10167"/>
                    <a:pt x="1751" y="9178"/>
                  </a:cubicBezTo>
                  <a:cubicBezTo>
                    <a:pt x="1541" y="8185"/>
                    <a:pt x="1346" y="7192"/>
                    <a:pt x="1168" y="6195"/>
                  </a:cubicBezTo>
                  <a:cubicBezTo>
                    <a:pt x="981" y="5193"/>
                    <a:pt x="811" y="4196"/>
                    <a:pt x="653" y="3195"/>
                  </a:cubicBezTo>
                  <a:cubicBezTo>
                    <a:pt x="495" y="2194"/>
                    <a:pt x="345" y="1192"/>
                    <a:pt x="203" y="191"/>
                  </a:cubicBezTo>
                  <a:cubicBezTo>
                    <a:pt x="187" y="86"/>
                    <a:pt x="146" y="0"/>
                    <a:pt x="8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" name="Google Shape;5480;p73"/>
            <p:cNvSpPr/>
            <p:nvPr/>
          </p:nvSpPr>
          <p:spPr>
            <a:xfrm>
              <a:off x="3375779" y="3273090"/>
              <a:ext cx="98786" cy="234697"/>
            </a:xfrm>
            <a:custGeom>
              <a:avLst/>
              <a:gdLst/>
              <a:ahLst/>
              <a:cxnLst/>
              <a:rect l="l" t="t" r="r" b="b"/>
              <a:pathLst>
                <a:path w="5697" h="13535" extrusionOk="0">
                  <a:moveTo>
                    <a:pt x="5617" y="1"/>
                  </a:moveTo>
                  <a:cubicBezTo>
                    <a:pt x="5569" y="1"/>
                    <a:pt x="5498" y="29"/>
                    <a:pt x="5425" y="81"/>
                  </a:cubicBezTo>
                  <a:cubicBezTo>
                    <a:pt x="4423" y="791"/>
                    <a:pt x="3674" y="1800"/>
                    <a:pt x="3106" y="2875"/>
                  </a:cubicBezTo>
                  <a:cubicBezTo>
                    <a:pt x="2543" y="3949"/>
                    <a:pt x="2105" y="5080"/>
                    <a:pt x="1707" y="6219"/>
                  </a:cubicBezTo>
                  <a:cubicBezTo>
                    <a:pt x="1314" y="7358"/>
                    <a:pt x="982" y="8521"/>
                    <a:pt x="690" y="9689"/>
                  </a:cubicBezTo>
                  <a:cubicBezTo>
                    <a:pt x="406" y="10861"/>
                    <a:pt x="183" y="12048"/>
                    <a:pt x="21" y="13244"/>
                  </a:cubicBezTo>
                  <a:cubicBezTo>
                    <a:pt x="1" y="13390"/>
                    <a:pt x="21" y="13512"/>
                    <a:pt x="82" y="13532"/>
                  </a:cubicBezTo>
                  <a:cubicBezTo>
                    <a:pt x="86" y="13534"/>
                    <a:pt x="91" y="13534"/>
                    <a:pt x="96" y="13534"/>
                  </a:cubicBezTo>
                  <a:cubicBezTo>
                    <a:pt x="153" y="13534"/>
                    <a:pt x="218" y="13423"/>
                    <a:pt x="244" y="13277"/>
                  </a:cubicBezTo>
                  <a:cubicBezTo>
                    <a:pt x="451" y="12097"/>
                    <a:pt x="714" y="10933"/>
                    <a:pt x="1010" y="9770"/>
                  </a:cubicBezTo>
                  <a:cubicBezTo>
                    <a:pt x="1306" y="8611"/>
                    <a:pt x="1659" y="7467"/>
                    <a:pt x="2044" y="6336"/>
                  </a:cubicBezTo>
                  <a:cubicBezTo>
                    <a:pt x="2429" y="5205"/>
                    <a:pt x="2847" y="4074"/>
                    <a:pt x="3386" y="3020"/>
                  </a:cubicBezTo>
                  <a:cubicBezTo>
                    <a:pt x="3929" y="1966"/>
                    <a:pt x="4606" y="969"/>
                    <a:pt x="5542" y="235"/>
                  </a:cubicBezTo>
                  <a:cubicBezTo>
                    <a:pt x="5636" y="163"/>
                    <a:pt x="5696" y="77"/>
                    <a:pt x="5672" y="29"/>
                  </a:cubicBezTo>
                  <a:cubicBezTo>
                    <a:pt x="5663" y="10"/>
                    <a:pt x="5644" y="1"/>
                    <a:pt x="561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" name="Google Shape;5481;p73"/>
            <p:cNvSpPr/>
            <p:nvPr/>
          </p:nvSpPr>
          <p:spPr>
            <a:xfrm>
              <a:off x="3340215" y="3646091"/>
              <a:ext cx="10075" cy="53182"/>
            </a:xfrm>
            <a:custGeom>
              <a:avLst/>
              <a:gdLst/>
              <a:ahLst/>
              <a:cxnLst/>
              <a:rect l="l" t="t" r="r" b="b"/>
              <a:pathLst>
                <a:path w="581" h="3067" extrusionOk="0">
                  <a:moveTo>
                    <a:pt x="335" y="1"/>
                  </a:moveTo>
                  <a:cubicBezTo>
                    <a:pt x="306" y="1"/>
                    <a:pt x="281" y="11"/>
                    <a:pt x="276" y="27"/>
                  </a:cubicBezTo>
                  <a:cubicBezTo>
                    <a:pt x="175" y="262"/>
                    <a:pt x="102" y="514"/>
                    <a:pt x="57" y="765"/>
                  </a:cubicBezTo>
                  <a:cubicBezTo>
                    <a:pt x="17" y="1024"/>
                    <a:pt x="1" y="1280"/>
                    <a:pt x="1" y="1543"/>
                  </a:cubicBezTo>
                  <a:cubicBezTo>
                    <a:pt x="13" y="1799"/>
                    <a:pt x="45" y="2058"/>
                    <a:pt x="102" y="2314"/>
                  </a:cubicBezTo>
                  <a:cubicBezTo>
                    <a:pt x="159" y="2565"/>
                    <a:pt x="244" y="2808"/>
                    <a:pt x="361" y="3043"/>
                  </a:cubicBezTo>
                  <a:cubicBezTo>
                    <a:pt x="366" y="3058"/>
                    <a:pt x="386" y="3067"/>
                    <a:pt x="415" y="3067"/>
                  </a:cubicBezTo>
                  <a:cubicBezTo>
                    <a:pt x="433" y="3067"/>
                    <a:pt x="455" y="3063"/>
                    <a:pt x="479" y="3055"/>
                  </a:cubicBezTo>
                  <a:cubicBezTo>
                    <a:pt x="540" y="3035"/>
                    <a:pt x="580" y="2991"/>
                    <a:pt x="572" y="2962"/>
                  </a:cubicBezTo>
                  <a:cubicBezTo>
                    <a:pt x="511" y="2723"/>
                    <a:pt x="463" y="2488"/>
                    <a:pt x="426" y="2245"/>
                  </a:cubicBezTo>
                  <a:cubicBezTo>
                    <a:pt x="382" y="2010"/>
                    <a:pt x="357" y="1770"/>
                    <a:pt x="357" y="1531"/>
                  </a:cubicBezTo>
                  <a:cubicBezTo>
                    <a:pt x="341" y="1288"/>
                    <a:pt x="345" y="1049"/>
                    <a:pt x="365" y="806"/>
                  </a:cubicBezTo>
                  <a:cubicBezTo>
                    <a:pt x="386" y="562"/>
                    <a:pt x="418" y="327"/>
                    <a:pt x="459" y="84"/>
                  </a:cubicBezTo>
                  <a:cubicBezTo>
                    <a:pt x="463" y="56"/>
                    <a:pt x="438" y="31"/>
                    <a:pt x="386" y="11"/>
                  </a:cubicBezTo>
                  <a:cubicBezTo>
                    <a:pt x="369" y="4"/>
                    <a:pt x="351" y="1"/>
                    <a:pt x="3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" name="Google Shape;5482;p73"/>
            <p:cNvSpPr/>
            <p:nvPr/>
          </p:nvSpPr>
          <p:spPr>
            <a:xfrm>
              <a:off x="3354486" y="3802325"/>
              <a:ext cx="101942" cy="217600"/>
            </a:xfrm>
            <a:custGeom>
              <a:avLst/>
              <a:gdLst/>
              <a:ahLst/>
              <a:cxnLst/>
              <a:rect l="l" t="t" r="r" b="b"/>
              <a:pathLst>
                <a:path w="5879" h="12549" extrusionOk="0">
                  <a:moveTo>
                    <a:pt x="77" y="0"/>
                  </a:moveTo>
                  <a:cubicBezTo>
                    <a:pt x="76" y="0"/>
                    <a:pt x="75" y="0"/>
                    <a:pt x="73" y="1"/>
                  </a:cubicBezTo>
                  <a:cubicBezTo>
                    <a:pt x="25" y="5"/>
                    <a:pt x="0" y="110"/>
                    <a:pt x="21" y="240"/>
                  </a:cubicBezTo>
                  <a:cubicBezTo>
                    <a:pt x="223" y="1354"/>
                    <a:pt x="430" y="2469"/>
                    <a:pt x="698" y="3580"/>
                  </a:cubicBezTo>
                  <a:cubicBezTo>
                    <a:pt x="965" y="4687"/>
                    <a:pt x="1298" y="5777"/>
                    <a:pt x="1703" y="6847"/>
                  </a:cubicBezTo>
                  <a:cubicBezTo>
                    <a:pt x="2117" y="7914"/>
                    <a:pt x="2644" y="8939"/>
                    <a:pt x="3272" y="9896"/>
                  </a:cubicBezTo>
                  <a:cubicBezTo>
                    <a:pt x="3900" y="10857"/>
                    <a:pt x="4675" y="11716"/>
                    <a:pt x="5562" y="12446"/>
                  </a:cubicBezTo>
                  <a:cubicBezTo>
                    <a:pt x="5645" y="12508"/>
                    <a:pt x="5726" y="12548"/>
                    <a:pt x="5781" y="12548"/>
                  </a:cubicBezTo>
                  <a:cubicBezTo>
                    <a:pt x="5801" y="12548"/>
                    <a:pt x="5818" y="12543"/>
                    <a:pt x="5830" y="12531"/>
                  </a:cubicBezTo>
                  <a:cubicBezTo>
                    <a:pt x="5879" y="12486"/>
                    <a:pt x="5826" y="12369"/>
                    <a:pt x="5708" y="12271"/>
                  </a:cubicBezTo>
                  <a:cubicBezTo>
                    <a:pt x="4877" y="11521"/>
                    <a:pt x="4148" y="10662"/>
                    <a:pt x="3548" y="9713"/>
                  </a:cubicBezTo>
                  <a:cubicBezTo>
                    <a:pt x="2939" y="8769"/>
                    <a:pt x="2433" y="7768"/>
                    <a:pt x="2031" y="6722"/>
                  </a:cubicBezTo>
                  <a:cubicBezTo>
                    <a:pt x="1622" y="5668"/>
                    <a:pt x="1277" y="4593"/>
                    <a:pt x="1002" y="3503"/>
                  </a:cubicBezTo>
                  <a:cubicBezTo>
                    <a:pt x="714" y="2408"/>
                    <a:pt x="463" y="1302"/>
                    <a:pt x="207" y="199"/>
                  </a:cubicBezTo>
                  <a:cubicBezTo>
                    <a:pt x="183" y="88"/>
                    <a:pt x="129" y="0"/>
                    <a:pt x="7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" name="Google Shape;5483;p73"/>
            <p:cNvSpPr/>
            <p:nvPr/>
          </p:nvSpPr>
          <p:spPr>
            <a:xfrm>
              <a:off x="3343596" y="3865720"/>
              <a:ext cx="63759" cy="143645"/>
            </a:xfrm>
            <a:custGeom>
              <a:avLst/>
              <a:gdLst/>
              <a:ahLst/>
              <a:cxnLst/>
              <a:rect l="l" t="t" r="r" b="b"/>
              <a:pathLst>
                <a:path w="3677" h="8284" extrusionOk="0">
                  <a:moveTo>
                    <a:pt x="117" y="1"/>
                  </a:moveTo>
                  <a:cubicBezTo>
                    <a:pt x="66" y="1"/>
                    <a:pt x="24" y="61"/>
                    <a:pt x="24" y="147"/>
                  </a:cubicBezTo>
                  <a:cubicBezTo>
                    <a:pt x="0" y="897"/>
                    <a:pt x="57" y="1651"/>
                    <a:pt x="203" y="2389"/>
                  </a:cubicBezTo>
                  <a:cubicBezTo>
                    <a:pt x="353" y="3131"/>
                    <a:pt x="572" y="3852"/>
                    <a:pt x="860" y="4549"/>
                  </a:cubicBezTo>
                  <a:cubicBezTo>
                    <a:pt x="1155" y="5243"/>
                    <a:pt x="1524" y="5903"/>
                    <a:pt x="1954" y="6524"/>
                  </a:cubicBezTo>
                  <a:cubicBezTo>
                    <a:pt x="2384" y="7144"/>
                    <a:pt x="2882" y="7715"/>
                    <a:pt x="3438" y="8222"/>
                  </a:cubicBezTo>
                  <a:cubicBezTo>
                    <a:pt x="3482" y="8261"/>
                    <a:pt x="3532" y="8284"/>
                    <a:pt x="3573" y="8284"/>
                  </a:cubicBezTo>
                  <a:cubicBezTo>
                    <a:pt x="3596" y="8284"/>
                    <a:pt x="3617" y="8277"/>
                    <a:pt x="3632" y="8263"/>
                  </a:cubicBezTo>
                  <a:cubicBezTo>
                    <a:pt x="3677" y="8222"/>
                    <a:pt x="3661" y="8133"/>
                    <a:pt x="3596" y="8060"/>
                  </a:cubicBezTo>
                  <a:cubicBezTo>
                    <a:pt x="3089" y="7529"/>
                    <a:pt x="2627" y="6953"/>
                    <a:pt x="2222" y="6341"/>
                  </a:cubicBezTo>
                  <a:cubicBezTo>
                    <a:pt x="1411" y="5117"/>
                    <a:pt x="831" y="3755"/>
                    <a:pt x="511" y="2324"/>
                  </a:cubicBezTo>
                  <a:cubicBezTo>
                    <a:pt x="345" y="1606"/>
                    <a:pt x="247" y="877"/>
                    <a:pt x="215" y="147"/>
                  </a:cubicBezTo>
                  <a:cubicBezTo>
                    <a:pt x="211" y="70"/>
                    <a:pt x="170" y="9"/>
                    <a:pt x="122" y="1"/>
                  </a:cubicBezTo>
                  <a:cubicBezTo>
                    <a:pt x="120" y="1"/>
                    <a:pt x="118" y="1"/>
                    <a:pt x="11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" name="Google Shape;5484;p73"/>
            <p:cNvSpPr/>
            <p:nvPr/>
          </p:nvSpPr>
          <p:spPr>
            <a:xfrm>
              <a:off x="3181849" y="3668026"/>
              <a:ext cx="163586" cy="82070"/>
            </a:xfrm>
            <a:custGeom>
              <a:avLst/>
              <a:gdLst/>
              <a:ahLst/>
              <a:cxnLst/>
              <a:rect l="l" t="t" r="r" b="b"/>
              <a:pathLst>
                <a:path w="9434" h="4733" extrusionOk="0">
                  <a:moveTo>
                    <a:pt x="96" y="1"/>
                  </a:moveTo>
                  <a:cubicBezTo>
                    <a:pt x="76" y="1"/>
                    <a:pt x="59" y="7"/>
                    <a:pt x="45" y="19"/>
                  </a:cubicBezTo>
                  <a:cubicBezTo>
                    <a:pt x="0" y="51"/>
                    <a:pt x="29" y="132"/>
                    <a:pt x="98" y="205"/>
                  </a:cubicBezTo>
                  <a:cubicBezTo>
                    <a:pt x="718" y="809"/>
                    <a:pt x="1354" y="1405"/>
                    <a:pt x="2027" y="1957"/>
                  </a:cubicBezTo>
                  <a:cubicBezTo>
                    <a:pt x="2704" y="2520"/>
                    <a:pt x="3422" y="3023"/>
                    <a:pt x="4180" y="3469"/>
                  </a:cubicBezTo>
                  <a:cubicBezTo>
                    <a:pt x="4946" y="3907"/>
                    <a:pt x="5765" y="4243"/>
                    <a:pt x="6616" y="4478"/>
                  </a:cubicBezTo>
                  <a:cubicBezTo>
                    <a:pt x="7236" y="4641"/>
                    <a:pt x="7881" y="4732"/>
                    <a:pt x="8523" y="4732"/>
                  </a:cubicBezTo>
                  <a:cubicBezTo>
                    <a:pt x="8762" y="4732"/>
                    <a:pt x="9001" y="4719"/>
                    <a:pt x="9239" y="4693"/>
                  </a:cubicBezTo>
                  <a:cubicBezTo>
                    <a:pt x="9352" y="4681"/>
                    <a:pt x="9434" y="4628"/>
                    <a:pt x="9434" y="4567"/>
                  </a:cubicBezTo>
                  <a:cubicBezTo>
                    <a:pt x="9434" y="4509"/>
                    <a:pt x="9344" y="4466"/>
                    <a:pt x="9241" y="4466"/>
                  </a:cubicBezTo>
                  <a:cubicBezTo>
                    <a:pt x="9236" y="4466"/>
                    <a:pt x="9231" y="4466"/>
                    <a:pt x="9227" y="4466"/>
                  </a:cubicBezTo>
                  <a:cubicBezTo>
                    <a:pt x="9116" y="4471"/>
                    <a:pt x="9006" y="4473"/>
                    <a:pt x="8896" y="4473"/>
                  </a:cubicBezTo>
                  <a:cubicBezTo>
                    <a:pt x="8152" y="4473"/>
                    <a:pt x="7414" y="4366"/>
                    <a:pt x="6701" y="4158"/>
                  </a:cubicBezTo>
                  <a:cubicBezTo>
                    <a:pt x="5882" y="3923"/>
                    <a:pt x="5092" y="3590"/>
                    <a:pt x="4354" y="3161"/>
                  </a:cubicBezTo>
                  <a:cubicBezTo>
                    <a:pt x="3608" y="2735"/>
                    <a:pt x="2895" y="2253"/>
                    <a:pt x="2222" y="1717"/>
                  </a:cubicBezTo>
                  <a:cubicBezTo>
                    <a:pt x="1545" y="1190"/>
                    <a:pt x="884" y="627"/>
                    <a:pt x="227" y="64"/>
                  </a:cubicBezTo>
                  <a:cubicBezTo>
                    <a:pt x="182" y="23"/>
                    <a:pt x="134" y="1"/>
                    <a:pt x="9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" name="Google Shape;5485;p73"/>
            <p:cNvSpPr/>
            <p:nvPr/>
          </p:nvSpPr>
          <p:spPr>
            <a:xfrm>
              <a:off x="3665531" y="3786441"/>
              <a:ext cx="15138" cy="31784"/>
            </a:xfrm>
            <a:custGeom>
              <a:avLst/>
              <a:gdLst/>
              <a:ahLst/>
              <a:cxnLst/>
              <a:rect l="l" t="t" r="r" b="b"/>
              <a:pathLst>
                <a:path w="873" h="1833" extrusionOk="0">
                  <a:moveTo>
                    <a:pt x="138" y="0"/>
                  </a:moveTo>
                  <a:cubicBezTo>
                    <a:pt x="124" y="0"/>
                    <a:pt x="107" y="2"/>
                    <a:pt x="90" y="4"/>
                  </a:cubicBezTo>
                  <a:cubicBezTo>
                    <a:pt x="41" y="17"/>
                    <a:pt x="1" y="41"/>
                    <a:pt x="1" y="57"/>
                  </a:cubicBezTo>
                  <a:cubicBezTo>
                    <a:pt x="9" y="215"/>
                    <a:pt x="29" y="373"/>
                    <a:pt x="65" y="531"/>
                  </a:cubicBezTo>
                  <a:cubicBezTo>
                    <a:pt x="106" y="685"/>
                    <a:pt x="147" y="839"/>
                    <a:pt x="207" y="989"/>
                  </a:cubicBezTo>
                  <a:cubicBezTo>
                    <a:pt x="268" y="1135"/>
                    <a:pt x="333" y="1281"/>
                    <a:pt x="406" y="1423"/>
                  </a:cubicBezTo>
                  <a:cubicBezTo>
                    <a:pt x="479" y="1565"/>
                    <a:pt x="568" y="1699"/>
                    <a:pt x="670" y="1825"/>
                  </a:cubicBezTo>
                  <a:cubicBezTo>
                    <a:pt x="672" y="1830"/>
                    <a:pt x="679" y="1833"/>
                    <a:pt x="689" y="1833"/>
                  </a:cubicBezTo>
                  <a:cubicBezTo>
                    <a:pt x="707" y="1833"/>
                    <a:pt x="738" y="1823"/>
                    <a:pt x="775" y="1804"/>
                  </a:cubicBezTo>
                  <a:cubicBezTo>
                    <a:pt x="832" y="1772"/>
                    <a:pt x="872" y="1731"/>
                    <a:pt x="864" y="1711"/>
                  </a:cubicBezTo>
                  <a:cubicBezTo>
                    <a:pt x="815" y="1565"/>
                    <a:pt x="763" y="1419"/>
                    <a:pt x="702" y="1281"/>
                  </a:cubicBezTo>
                  <a:cubicBezTo>
                    <a:pt x="641" y="1144"/>
                    <a:pt x="597" y="1002"/>
                    <a:pt x="536" y="860"/>
                  </a:cubicBezTo>
                  <a:cubicBezTo>
                    <a:pt x="475" y="718"/>
                    <a:pt x="418" y="584"/>
                    <a:pt x="365" y="434"/>
                  </a:cubicBezTo>
                  <a:lnTo>
                    <a:pt x="187" y="17"/>
                  </a:lnTo>
                  <a:cubicBezTo>
                    <a:pt x="184" y="6"/>
                    <a:pt x="165" y="0"/>
                    <a:pt x="13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" name="Google Shape;5486;p73"/>
            <p:cNvSpPr/>
            <p:nvPr/>
          </p:nvSpPr>
          <p:spPr>
            <a:xfrm>
              <a:off x="3535845" y="3888279"/>
              <a:ext cx="108063" cy="20583"/>
            </a:xfrm>
            <a:custGeom>
              <a:avLst/>
              <a:gdLst/>
              <a:ahLst/>
              <a:cxnLst/>
              <a:rect l="l" t="t" r="r" b="b"/>
              <a:pathLst>
                <a:path w="6232" h="1187" extrusionOk="0">
                  <a:moveTo>
                    <a:pt x="134" y="1"/>
                  </a:moveTo>
                  <a:cubicBezTo>
                    <a:pt x="53" y="1"/>
                    <a:pt x="0" y="163"/>
                    <a:pt x="94" y="188"/>
                  </a:cubicBezTo>
                  <a:cubicBezTo>
                    <a:pt x="560" y="403"/>
                    <a:pt x="1046" y="585"/>
                    <a:pt x="1541" y="727"/>
                  </a:cubicBezTo>
                  <a:cubicBezTo>
                    <a:pt x="2035" y="865"/>
                    <a:pt x="2538" y="978"/>
                    <a:pt x="3045" y="1063"/>
                  </a:cubicBezTo>
                  <a:cubicBezTo>
                    <a:pt x="3556" y="1128"/>
                    <a:pt x="4074" y="1169"/>
                    <a:pt x="4585" y="1185"/>
                  </a:cubicBezTo>
                  <a:cubicBezTo>
                    <a:pt x="4637" y="1186"/>
                    <a:pt x="4688" y="1186"/>
                    <a:pt x="4740" y="1186"/>
                  </a:cubicBezTo>
                  <a:cubicBezTo>
                    <a:pt x="5203" y="1186"/>
                    <a:pt x="5666" y="1153"/>
                    <a:pt x="6126" y="1088"/>
                  </a:cubicBezTo>
                  <a:cubicBezTo>
                    <a:pt x="6186" y="1084"/>
                    <a:pt x="6231" y="1031"/>
                    <a:pt x="6231" y="970"/>
                  </a:cubicBezTo>
                  <a:cubicBezTo>
                    <a:pt x="6227" y="908"/>
                    <a:pt x="6175" y="860"/>
                    <a:pt x="6113" y="860"/>
                  </a:cubicBezTo>
                  <a:cubicBezTo>
                    <a:pt x="6110" y="860"/>
                    <a:pt x="6108" y="861"/>
                    <a:pt x="6105" y="861"/>
                  </a:cubicBezTo>
                  <a:cubicBezTo>
                    <a:pt x="5879" y="870"/>
                    <a:pt x="5652" y="874"/>
                    <a:pt x="5424" y="874"/>
                  </a:cubicBezTo>
                  <a:cubicBezTo>
                    <a:pt x="5147" y="874"/>
                    <a:pt x="4870" y="868"/>
                    <a:pt x="4593" y="857"/>
                  </a:cubicBezTo>
                  <a:cubicBezTo>
                    <a:pt x="4095" y="836"/>
                    <a:pt x="3596" y="788"/>
                    <a:pt x="3102" y="707"/>
                  </a:cubicBezTo>
                  <a:cubicBezTo>
                    <a:pt x="2603" y="642"/>
                    <a:pt x="2108" y="549"/>
                    <a:pt x="1622" y="423"/>
                  </a:cubicBezTo>
                  <a:cubicBezTo>
                    <a:pt x="1127" y="309"/>
                    <a:pt x="641" y="168"/>
                    <a:pt x="167" y="9"/>
                  </a:cubicBezTo>
                  <a:cubicBezTo>
                    <a:pt x="155" y="3"/>
                    <a:pt x="145" y="1"/>
                    <a:pt x="1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" name="Google Shape;5487;p73"/>
            <p:cNvSpPr/>
            <p:nvPr/>
          </p:nvSpPr>
          <p:spPr>
            <a:xfrm>
              <a:off x="3342955" y="3236867"/>
              <a:ext cx="287879" cy="825627"/>
            </a:xfrm>
            <a:custGeom>
              <a:avLst/>
              <a:gdLst/>
              <a:ahLst/>
              <a:cxnLst/>
              <a:rect l="l" t="t" r="r" b="b"/>
              <a:pathLst>
                <a:path w="16602" h="47614" extrusionOk="0">
                  <a:moveTo>
                    <a:pt x="14337" y="1"/>
                  </a:moveTo>
                  <a:cubicBezTo>
                    <a:pt x="14329" y="1"/>
                    <a:pt x="14322" y="1"/>
                    <a:pt x="14315" y="2"/>
                  </a:cubicBezTo>
                  <a:cubicBezTo>
                    <a:pt x="12097" y="111"/>
                    <a:pt x="9847" y="1562"/>
                    <a:pt x="7800" y="4226"/>
                  </a:cubicBezTo>
                  <a:cubicBezTo>
                    <a:pt x="3422" y="9929"/>
                    <a:pt x="1" y="21677"/>
                    <a:pt x="2299" y="32221"/>
                  </a:cubicBezTo>
                  <a:cubicBezTo>
                    <a:pt x="5360" y="46268"/>
                    <a:pt x="11769" y="47614"/>
                    <a:pt x="15061" y="47614"/>
                  </a:cubicBezTo>
                  <a:cubicBezTo>
                    <a:pt x="15527" y="47614"/>
                    <a:pt x="15936" y="47585"/>
                    <a:pt x="16256" y="47565"/>
                  </a:cubicBezTo>
                  <a:cubicBezTo>
                    <a:pt x="16451" y="47553"/>
                    <a:pt x="16601" y="47383"/>
                    <a:pt x="16589" y="47188"/>
                  </a:cubicBezTo>
                  <a:cubicBezTo>
                    <a:pt x="16577" y="46997"/>
                    <a:pt x="16419" y="46855"/>
                    <a:pt x="16231" y="46855"/>
                  </a:cubicBezTo>
                  <a:cubicBezTo>
                    <a:pt x="16223" y="46855"/>
                    <a:pt x="16216" y="46855"/>
                    <a:pt x="16208" y="46856"/>
                  </a:cubicBezTo>
                  <a:cubicBezTo>
                    <a:pt x="15892" y="46877"/>
                    <a:pt x="15567" y="46890"/>
                    <a:pt x="15234" y="46890"/>
                  </a:cubicBezTo>
                  <a:cubicBezTo>
                    <a:pt x="11108" y="46890"/>
                    <a:pt x="5787" y="44885"/>
                    <a:pt x="2992" y="32067"/>
                  </a:cubicBezTo>
                  <a:cubicBezTo>
                    <a:pt x="738" y="21734"/>
                    <a:pt x="4079" y="10233"/>
                    <a:pt x="8364" y="4655"/>
                  </a:cubicBezTo>
                  <a:cubicBezTo>
                    <a:pt x="10277" y="2170"/>
                    <a:pt x="12345" y="808"/>
                    <a:pt x="14343" y="715"/>
                  </a:cubicBezTo>
                  <a:cubicBezTo>
                    <a:pt x="14542" y="707"/>
                    <a:pt x="14692" y="541"/>
                    <a:pt x="14684" y="342"/>
                  </a:cubicBezTo>
                  <a:cubicBezTo>
                    <a:pt x="14680" y="151"/>
                    <a:pt x="14525" y="1"/>
                    <a:pt x="1433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" name="Google Shape;5488;p73"/>
            <p:cNvSpPr/>
            <p:nvPr/>
          </p:nvSpPr>
          <p:spPr>
            <a:xfrm>
              <a:off x="3139383" y="3583442"/>
              <a:ext cx="812119" cy="169620"/>
            </a:xfrm>
            <a:custGeom>
              <a:avLst/>
              <a:gdLst/>
              <a:ahLst/>
              <a:cxnLst/>
              <a:rect l="l" t="t" r="r" b="b"/>
              <a:pathLst>
                <a:path w="46835" h="9782" extrusionOk="0">
                  <a:moveTo>
                    <a:pt x="407" y="0"/>
                  </a:moveTo>
                  <a:cubicBezTo>
                    <a:pt x="373" y="0"/>
                    <a:pt x="339" y="5"/>
                    <a:pt x="305" y="16"/>
                  </a:cubicBezTo>
                  <a:cubicBezTo>
                    <a:pt x="110" y="73"/>
                    <a:pt x="1" y="280"/>
                    <a:pt x="70" y="474"/>
                  </a:cubicBezTo>
                  <a:cubicBezTo>
                    <a:pt x="130" y="689"/>
                    <a:pt x="1764" y="5752"/>
                    <a:pt x="14197" y="8764"/>
                  </a:cubicBezTo>
                  <a:cubicBezTo>
                    <a:pt x="17148" y="9478"/>
                    <a:pt x="20379" y="9782"/>
                    <a:pt x="23626" y="9782"/>
                  </a:cubicBezTo>
                  <a:cubicBezTo>
                    <a:pt x="34077" y="9782"/>
                    <a:pt x="44706" y="6660"/>
                    <a:pt x="46713" y="4175"/>
                  </a:cubicBezTo>
                  <a:cubicBezTo>
                    <a:pt x="46835" y="4025"/>
                    <a:pt x="46814" y="3802"/>
                    <a:pt x="46664" y="3681"/>
                  </a:cubicBezTo>
                  <a:cubicBezTo>
                    <a:pt x="46597" y="3626"/>
                    <a:pt x="46518" y="3600"/>
                    <a:pt x="46438" y="3600"/>
                  </a:cubicBezTo>
                  <a:cubicBezTo>
                    <a:pt x="46335" y="3600"/>
                    <a:pt x="46233" y="3645"/>
                    <a:pt x="46162" y="3729"/>
                  </a:cubicBezTo>
                  <a:cubicBezTo>
                    <a:pt x="44414" y="5897"/>
                    <a:pt x="33935" y="9065"/>
                    <a:pt x="23545" y="9065"/>
                  </a:cubicBezTo>
                  <a:cubicBezTo>
                    <a:pt x="20395" y="9065"/>
                    <a:pt x="17252" y="8774"/>
                    <a:pt x="14363" y="8075"/>
                  </a:cubicBezTo>
                  <a:cubicBezTo>
                    <a:pt x="8096" y="6555"/>
                    <a:pt x="4728" y="4508"/>
                    <a:pt x="3005" y="3057"/>
                  </a:cubicBezTo>
                  <a:cubicBezTo>
                    <a:pt x="1144" y="1500"/>
                    <a:pt x="755" y="280"/>
                    <a:pt x="751" y="272"/>
                  </a:cubicBezTo>
                  <a:cubicBezTo>
                    <a:pt x="707" y="109"/>
                    <a:pt x="563" y="0"/>
                    <a:pt x="40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" name="Google Shape;5489;p73"/>
            <p:cNvSpPr/>
            <p:nvPr/>
          </p:nvSpPr>
          <p:spPr>
            <a:xfrm>
              <a:off x="3247776" y="3297991"/>
              <a:ext cx="561799" cy="345985"/>
            </a:xfrm>
            <a:custGeom>
              <a:avLst/>
              <a:gdLst/>
              <a:ahLst/>
              <a:cxnLst/>
              <a:rect l="l" t="t" r="r" b="b"/>
              <a:pathLst>
                <a:path w="32399" h="19953" extrusionOk="0">
                  <a:moveTo>
                    <a:pt x="4644" y="0"/>
                  </a:moveTo>
                  <a:cubicBezTo>
                    <a:pt x="4518" y="0"/>
                    <a:pt x="4398" y="66"/>
                    <a:pt x="4334" y="182"/>
                  </a:cubicBezTo>
                  <a:cubicBezTo>
                    <a:pt x="3426" y="1897"/>
                    <a:pt x="2701" y="3701"/>
                    <a:pt x="2170" y="5569"/>
                  </a:cubicBezTo>
                  <a:cubicBezTo>
                    <a:pt x="1014" y="9627"/>
                    <a:pt x="1140" y="13118"/>
                    <a:pt x="2530" y="15667"/>
                  </a:cubicBezTo>
                  <a:cubicBezTo>
                    <a:pt x="3990" y="18355"/>
                    <a:pt x="6985" y="19948"/>
                    <a:pt x="10545" y="19948"/>
                  </a:cubicBezTo>
                  <a:lnTo>
                    <a:pt x="10606" y="19952"/>
                  </a:lnTo>
                  <a:cubicBezTo>
                    <a:pt x="14838" y="19932"/>
                    <a:pt x="18766" y="17670"/>
                    <a:pt x="20614" y="14188"/>
                  </a:cubicBezTo>
                  <a:cubicBezTo>
                    <a:pt x="23813" y="8172"/>
                    <a:pt x="27380" y="2618"/>
                    <a:pt x="31815" y="2618"/>
                  </a:cubicBezTo>
                  <a:lnTo>
                    <a:pt x="31965" y="2618"/>
                  </a:lnTo>
                  <a:cubicBezTo>
                    <a:pt x="32391" y="2574"/>
                    <a:pt x="32399" y="1961"/>
                    <a:pt x="31977" y="1905"/>
                  </a:cubicBezTo>
                  <a:lnTo>
                    <a:pt x="31815" y="1905"/>
                  </a:lnTo>
                  <a:cubicBezTo>
                    <a:pt x="27003" y="1905"/>
                    <a:pt x="23290" y="7641"/>
                    <a:pt x="19986" y="13851"/>
                  </a:cubicBezTo>
                  <a:cubicBezTo>
                    <a:pt x="18259" y="17106"/>
                    <a:pt x="14574" y="19219"/>
                    <a:pt x="10602" y="19239"/>
                  </a:cubicBezTo>
                  <a:lnTo>
                    <a:pt x="10545" y="19239"/>
                  </a:lnTo>
                  <a:cubicBezTo>
                    <a:pt x="7249" y="19239"/>
                    <a:pt x="4492" y="17779"/>
                    <a:pt x="3155" y="15327"/>
                  </a:cubicBezTo>
                  <a:cubicBezTo>
                    <a:pt x="1" y="9542"/>
                    <a:pt x="4906" y="616"/>
                    <a:pt x="4959" y="530"/>
                  </a:cubicBezTo>
                  <a:cubicBezTo>
                    <a:pt x="5048" y="356"/>
                    <a:pt x="4987" y="141"/>
                    <a:pt x="4817" y="44"/>
                  </a:cubicBezTo>
                  <a:cubicBezTo>
                    <a:pt x="4761" y="14"/>
                    <a:pt x="4702" y="0"/>
                    <a:pt x="464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" name="Google Shape;5490;p73"/>
            <p:cNvSpPr/>
            <p:nvPr/>
          </p:nvSpPr>
          <p:spPr>
            <a:xfrm>
              <a:off x="3227748" y="3751466"/>
              <a:ext cx="537332" cy="258869"/>
            </a:xfrm>
            <a:custGeom>
              <a:avLst/>
              <a:gdLst/>
              <a:ahLst/>
              <a:cxnLst/>
              <a:rect l="l" t="t" r="r" b="b"/>
              <a:pathLst>
                <a:path w="30988" h="14929" extrusionOk="0">
                  <a:moveTo>
                    <a:pt x="10498" y="1"/>
                  </a:moveTo>
                  <a:cubicBezTo>
                    <a:pt x="9524" y="1"/>
                    <a:pt x="8491" y="153"/>
                    <a:pt x="7391" y="485"/>
                  </a:cubicBezTo>
                  <a:cubicBezTo>
                    <a:pt x="0" y="2711"/>
                    <a:pt x="718" y="10218"/>
                    <a:pt x="730" y="10291"/>
                  </a:cubicBezTo>
                  <a:cubicBezTo>
                    <a:pt x="741" y="10480"/>
                    <a:pt x="896" y="10626"/>
                    <a:pt x="1081" y="10626"/>
                  </a:cubicBezTo>
                  <a:cubicBezTo>
                    <a:pt x="1095" y="10626"/>
                    <a:pt x="1109" y="10625"/>
                    <a:pt x="1123" y="10624"/>
                  </a:cubicBezTo>
                  <a:cubicBezTo>
                    <a:pt x="1326" y="10603"/>
                    <a:pt x="1468" y="10417"/>
                    <a:pt x="1435" y="10214"/>
                  </a:cubicBezTo>
                  <a:cubicBezTo>
                    <a:pt x="1427" y="10149"/>
                    <a:pt x="750" y="3225"/>
                    <a:pt x="7597" y="1166"/>
                  </a:cubicBezTo>
                  <a:cubicBezTo>
                    <a:pt x="8627" y="856"/>
                    <a:pt x="9594" y="712"/>
                    <a:pt x="10505" y="712"/>
                  </a:cubicBezTo>
                  <a:cubicBezTo>
                    <a:pt x="15652" y="712"/>
                    <a:pt x="19019" y="5304"/>
                    <a:pt x="21891" y="10429"/>
                  </a:cubicBezTo>
                  <a:cubicBezTo>
                    <a:pt x="24011" y="14215"/>
                    <a:pt x="26910" y="14929"/>
                    <a:pt x="28795" y="14929"/>
                  </a:cubicBezTo>
                  <a:cubicBezTo>
                    <a:pt x="29918" y="14929"/>
                    <a:pt x="30688" y="14673"/>
                    <a:pt x="30704" y="14669"/>
                  </a:cubicBezTo>
                  <a:cubicBezTo>
                    <a:pt x="30891" y="14604"/>
                    <a:pt x="30988" y="14402"/>
                    <a:pt x="30923" y="14215"/>
                  </a:cubicBezTo>
                  <a:cubicBezTo>
                    <a:pt x="30872" y="14068"/>
                    <a:pt x="30734" y="13976"/>
                    <a:pt x="30587" y="13976"/>
                  </a:cubicBezTo>
                  <a:cubicBezTo>
                    <a:pt x="30548" y="13976"/>
                    <a:pt x="30508" y="13983"/>
                    <a:pt x="30469" y="13996"/>
                  </a:cubicBezTo>
                  <a:cubicBezTo>
                    <a:pt x="30398" y="14020"/>
                    <a:pt x="29725" y="14241"/>
                    <a:pt x="28750" y="14241"/>
                  </a:cubicBezTo>
                  <a:cubicBezTo>
                    <a:pt x="27062" y="14241"/>
                    <a:pt x="24467" y="13579"/>
                    <a:pt x="22511" y="10084"/>
                  </a:cubicBezTo>
                  <a:cubicBezTo>
                    <a:pt x="19658" y="4985"/>
                    <a:pt x="16059" y="1"/>
                    <a:pt x="1049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" name="Google Shape;5491;p73"/>
            <p:cNvSpPr/>
            <p:nvPr/>
          </p:nvSpPr>
          <p:spPr>
            <a:xfrm>
              <a:off x="3603748" y="2818869"/>
              <a:ext cx="831661" cy="1402477"/>
            </a:xfrm>
            <a:custGeom>
              <a:avLst/>
              <a:gdLst/>
              <a:ahLst/>
              <a:cxnLst/>
              <a:rect l="l" t="t" r="r" b="b"/>
              <a:pathLst>
                <a:path w="47962" h="80881" extrusionOk="0">
                  <a:moveTo>
                    <a:pt x="7570" y="1"/>
                  </a:moveTo>
                  <a:cubicBezTo>
                    <a:pt x="7459" y="1"/>
                    <a:pt x="7355" y="14"/>
                    <a:pt x="7257" y="40"/>
                  </a:cubicBezTo>
                  <a:cubicBezTo>
                    <a:pt x="0" y="1966"/>
                    <a:pt x="576" y="16977"/>
                    <a:pt x="4630" y="28936"/>
                  </a:cubicBezTo>
                  <a:cubicBezTo>
                    <a:pt x="8684" y="40894"/>
                    <a:pt x="16414" y="48649"/>
                    <a:pt x="15239" y="49578"/>
                  </a:cubicBezTo>
                  <a:cubicBezTo>
                    <a:pt x="14533" y="50129"/>
                    <a:pt x="12973" y="50903"/>
                    <a:pt x="12332" y="52237"/>
                  </a:cubicBezTo>
                  <a:cubicBezTo>
                    <a:pt x="11987" y="52951"/>
                    <a:pt x="11919" y="53818"/>
                    <a:pt x="12381" y="54892"/>
                  </a:cubicBezTo>
                  <a:cubicBezTo>
                    <a:pt x="12514" y="55208"/>
                    <a:pt x="12681" y="55508"/>
                    <a:pt x="12871" y="55796"/>
                  </a:cubicBezTo>
                  <a:cubicBezTo>
                    <a:pt x="15271" y="59518"/>
                    <a:pt x="19459" y="67402"/>
                    <a:pt x="22118" y="71201"/>
                  </a:cubicBezTo>
                  <a:cubicBezTo>
                    <a:pt x="22925" y="72356"/>
                    <a:pt x="23744" y="73755"/>
                    <a:pt x="24575" y="75121"/>
                  </a:cubicBezTo>
                  <a:cubicBezTo>
                    <a:pt x="26365" y="78066"/>
                    <a:pt x="28223" y="80880"/>
                    <a:pt x="30187" y="80880"/>
                  </a:cubicBezTo>
                  <a:cubicBezTo>
                    <a:pt x="30326" y="80880"/>
                    <a:pt x="30466" y="80866"/>
                    <a:pt x="30607" y="80837"/>
                  </a:cubicBezTo>
                  <a:cubicBezTo>
                    <a:pt x="30907" y="80776"/>
                    <a:pt x="31203" y="80699"/>
                    <a:pt x="31499" y="80610"/>
                  </a:cubicBezTo>
                  <a:lnTo>
                    <a:pt x="31503" y="80610"/>
                  </a:lnTo>
                  <a:cubicBezTo>
                    <a:pt x="33785" y="79876"/>
                    <a:pt x="34462" y="78254"/>
                    <a:pt x="37060" y="73653"/>
                  </a:cubicBezTo>
                  <a:cubicBezTo>
                    <a:pt x="39975" y="68493"/>
                    <a:pt x="44410" y="69429"/>
                    <a:pt x="46181" y="61674"/>
                  </a:cubicBezTo>
                  <a:cubicBezTo>
                    <a:pt x="47961" y="53915"/>
                    <a:pt x="42249" y="44470"/>
                    <a:pt x="38455" y="38296"/>
                  </a:cubicBezTo>
                  <a:cubicBezTo>
                    <a:pt x="34661" y="32126"/>
                    <a:pt x="30473" y="24456"/>
                    <a:pt x="23760" y="16316"/>
                  </a:cubicBezTo>
                  <a:cubicBezTo>
                    <a:pt x="17299" y="8478"/>
                    <a:pt x="10406" y="1"/>
                    <a:pt x="7570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" name="Google Shape;5492;p73"/>
            <p:cNvSpPr/>
            <p:nvPr/>
          </p:nvSpPr>
          <p:spPr>
            <a:xfrm>
              <a:off x="3602066" y="2812800"/>
              <a:ext cx="840366" cy="1414823"/>
            </a:xfrm>
            <a:custGeom>
              <a:avLst/>
              <a:gdLst/>
              <a:ahLst/>
              <a:cxnLst/>
              <a:rect l="l" t="t" r="r" b="b"/>
              <a:pathLst>
                <a:path w="48464" h="81593" extrusionOk="0">
                  <a:moveTo>
                    <a:pt x="7687" y="709"/>
                  </a:moveTo>
                  <a:cubicBezTo>
                    <a:pt x="10234" y="709"/>
                    <a:pt x="17276" y="9248"/>
                    <a:pt x="22969" y="16160"/>
                  </a:cubicBezTo>
                  <a:lnTo>
                    <a:pt x="23581" y="16905"/>
                  </a:lnTo>
                  <a:cubicBezTo>
                    <a:pt x="29029" y="23505"/>
                    <a:pt x="32771" y="29740"/>
                    <a:pt x="36071" y="35241"/>
                  </a:cubicBezTo>
                  <a:cubicBezTo>
                    <a:pt x="36817" y="36489"/>
                    <a:pt x="37542" y="37693"/>
                    <a:pt x="38252" y="38845"/>
                  </a:cubicBezTo>
                  <a:cubicBezTo>
                    <a:pt x="41783" y="44593"/>
                    <a:pt x="47709" y="54205"/>
                    <a:pt x="45934" y="61947"/>
                  </a:cubicBezTo>
                  <a:cubicBezTo>
                    <a:pt x="44908" y="66447"/>
                    <a:pt x="42983" y="67923"/>
                    <a:pt x="40940" y="69483"/>
                  </a:cubicBezTo>
                  <a:cubicBezTo>
                    <a:pt x="39525" y="70562"/>
                    <a:pt x="38061" y="71680"/>
                    <a:pt x="36849" y="73825"/>
                  </a:cubicBezTo>
                  <a:cubicBezTo>
                    <a:pt x="36570" y="74315"/>
                    <a:pt x="36318" y="74778"/>
                    <a:pt x="36079" y="75203"/>
                  </a:cubicBezTo>
                  <a:cubicBezTo>
                    <a:pt x="34125" y="78698"/>
                    <a:pt x="33395" y="80007"/>
                    <a:pt x="31494" y="80619"/>
                  </a:cubicBezTo>
                  <a:lnTo>
                    <a:pt x="31458" y="80635"/>
                  </a:lnTo>
                  <a:cubicBezTo>
                    <a:pt x="31214" y="80712"/>
                    <a:pt x="30947" y="80781"/>
                    <a:pt x="30631" y="80846"/>
                  </a:cubicBezTo>
                  <a:cubicBezTo>
                    <a:pt x="30519" y="80869"/>
                    <a:pt x="30407" y="80880"/>
                    <a:pt x="30294" y="80880"/>
                  </a:cubicBezTo>
                  <a:cubicBezTo>
                    <a:pt x="28532" y="80880"/>
                    <a:pt x="26702" y="78131"/>
                    <a:pt x="24976" y="75292"/>
                  </a:cubicBezTo>
                  <a:lnTo>
                    <a:pt x="24570" y="74619"/>
                  </a:lnTo>
                  <a:cubicBezTo>
                    <a:pt x="23889" y="73497"/>
                    <a:pt x="23188" y="72329"/>
                    <a:pt x="22503" y="71352"/>
                  </a:cubicBezTo>
                  <a:cubicBezTo>
                    <a:pt x="20991" y="69187"/>
                    <a:pt x="18992" y="65721"/>
                    <a:pt x="17067" y="62369"/>
                  </a:cubicBezTo>
                  <a:cubicBezTo>
                    <a:pt x="15640" y="59888"/>
                    <a:pt x="14294" y="57553"/>
                    <a:pt x="13268" y="55956"/>
                  </a:cubicBezTo>
                  <a:cubicBezTo>
                    <a:pt x="13090" y="55684"/>
                    <a:pt x="12932" y="55400"/>
                    <a:pt x="12802" y="55104"/>
                  </a:cubicBezTo>
                  <a:cubicBezTo>
                    <a:pt x="12429" y="54245"/>
                    <a:pt x="12409" y="53483"/>
                    <a:pt x="12733" y="52778"/>
                  </a:cubicBezTo>
                  <a:lnTo>
                    <a:pt x="12753" y="52749"/>
                  </a:lnTo>
                  <a:cubicBezTo>
                    <a:pt x="13199" y="51813"/>
                    <a:pt x="14205" y="51140"/>
                    <a:pt x="14934" y="50653"/>
                  </a:cubicBezTo>
                  <a:cubicBezTo>
                    <a:pt x="15169" y="50491"/>
                    <a:pt x="15380" y="50353"/>
                    <a:pt x="15550" y="50216"/>
                  </a:cubicBezTo>
                  <a:cubicBezTo>
                    <a:pt x="16284" y="49640"/>
                    <a:pt x="15413" y="48310"/>
                    <a:pt x="13499" y="45408"/>
                  </a:cubicBezTo>
                  <a:cubicBezTo>
                    <a:pt x="11091" y="41759"/>
                    <a:pt x="7459" y="36242"/>
                    <a:pt x="5067" y="29188"/>
                  </a:cubicBezTo>
                  <a:cubicBezTo>
                    <a:pt x="1682" y="19204"/>
                    <a:pt x="1163" y="8782"/>
                    <a:pt x="3811" y="3852"/>
                  </a:cubicBezTo>
                  <a:cubicBezTo>
                    <a:pt x="4698" y="2194"/>
                    <a:pt x="5923" y="1144"/>
                    <a:pt x="7443" y="739"/>
                  </a:cubicBezTo>
                  <a:cubicBezTo>
                    <a:pt x="7519" y="719"/>
                    <a:pt x="7600" y="709"/>
                    <a:pt x="7687" y="709"/>
                  </a:cubicBezTo>
                  <a:close/>
                  <a:moveTo>
                    <a:pt x="7653" y="0"/>
                  </a:moveTo>
                  <a:cubicBezTo>
                    <a:pt x="7515" y="0"/>
                    <a:pt x="7384" y="17"/>
                    <a:pt x="7260" y="50"/>
                  </a:cubicBezTo>
                  <a:cubicBezTo>
                    <a:pt x="5538" y="504"/>
                    <a:pt x="4171" y="1671"/>
                    <a:pt x="3182" y="3504"/>
                  </a:cubicBezTo>
                  <a:cubicBezTo>
                    <a:pt x="0" y="9450"/>
                    <a:pt x="1577" y="21097"/>
                    <a:pt x="4394" y="29407"/>
                  </a:cubicBezTo>
                  <a:cubicBezTo>
                    <a:pt x="6815" y="36550"/>
                    <a:pt x="10479" y="42112"/>
                    <a:pt x="12907" y="45793"/>
                  </a:cubicBezTo>
                  <a:cubicBezTo>
                    <a:pt x="14042" y="47520"/>
                    <a:pt x="15218" y="49303"/>
                    <a:pt x="15113" y="49652"/>
                  </a:cubicBezTo>
                  <a:cubicBezTo>
                    <a:pt x="14963" y="49770"/>
                    <a:pt x="14768" y="49899"/>
                    <a:pt x="14537" y="50053"/>
                  </a:cubicBezTo>
                  <a:cubicBezTo>
                    <a:pt x="13747" y="50584"/>
                    <a:pt x="12672" y="51306"/>
                    <a:pt x="12133" y="52392"/>
                  </a:cubicBezTo>
                  <a:lnTo>
                    <a:pt x="12105" y="52433"/>
                  </a:lnTo>
                  <a:cubicBezTo>
                    <a:pt x="11679" y="53333"/>
                    <a:pt x="11695" y="54326"/>
                    <a:pt x="12145" y="55388"/>
                  </a:cubicBezTo>
                  <a:cubicBezTo>
                    <a:pt x="12295" y="55721"/>
                    <a:pt x="12470" y="56037"/>
                    <a:pt x="12668" y="56341"/>
                  </a:cubicBezTo>
                  <a:cubicBezTo>
                    <a:pt x="13686" y="57922"/>
                    <a:pt x="15032" y="60253"/>
                    <a:pt x="16450" y="62722"/>
                  </a:cubicBezTo>
                  <a:cubicBezTo>
                    <a:pt x="18384" y="66086"/>
                    <a:pt x="20387" y="69568"/>
                    <a:pt x="21923" y="71758"/>
                  </a:cubicBezTo>
                  <a:cubicBezTo>
                    <a:pt x="22592" y="72714"/>
                    <a:pt x="23253" y="73821"/>
                    <a:pt x="23962" y="74988"/>
                  </a:cubicBezTo>
                  <a:lnTo>
                    <a:pt x="24368" y="75665"/>
                  </a:lnTo>
                  <a:cubicBezTo>
                    <a:pt x="26273" y="78795"/>
                    <a:pt x="28166" y="81592"/>
                    <a:pt x="30282" y="81592"/>
                  </a:cubicBezTo>
                  <a:cubicBezTo>
                    <a:pt x="30448" y="81592"/>
                    <a:pt x="30610" y="81576"/>
                    <a:pt x="30773" y="81543"/>
                  </a:cubicBezTo>
                  <a:cubicBezTo>
                    <a:pt x="31089" y="81479"/>
                    <a:pt x="31401" y="81397"/>
                    <a:pt x="31705" y="81304"/>
                  </a:cubicBezTo>
                  <a:lnTo>
                    <a:pt x="31741" y="81288"/>
                  </a:lnTo>
                  <a:cubicBezTo>
                    <a:pt x="33886" y="80583"/>
                    <a:pt x="34713" y="79103"/>
                    <a:pt x="36699" y="75552"/>
                  </a:cubicBezTo>
                  <a:lnTo>
                    <a:pt x="37465" y="74174"/>
                  </a:lnTo>
                  <a:cubicBezTo>
                    <a:pt x="38609" y="72155"/>
                    <a:pt x="40011" y="71081"/>
                    <a:pt x="41369" y="70043"/>
                  </a:cubicBezTo>
                  <a:cubicBezTo>
                    <a:pt x="43421" y="68478"/>
                    <a:pt x="45541" y="66856"/>
                    <a:pt x="46631" y="62101"/>
                  </a:cubicBezTo>
                  <a:cubicBezTo>
                    <a:pt x="48464" y="54075"/>
                    <a:pt x="42448" y="44301"/>
                    <a:pt x="38856" y="38464"/>
                  </a:cubicBezTo>
                  <a:cubicBezTo>
                    <a:pt x="38147" y="37320"/>
                    <a:pt x="37425" y="36116"/>
                    <a:pt x="36683" y="34872"/>
                  </a:cubicBezTo>
                  <a:cubicBezTo>
                    <a:pt x="33367" y="29347"/>
                    <a:pt x="29613" y="23092"/>
                    <a:pt x="24132" y="16447"/>
                  </a:cubicBezTo>
                  <a:lnTo>
                    <a:pt x="23516" y="15701"/>
                  </a:lnTo>
                  <a:cubicBezTo>
                    <a:pt x="15755" y="6282"/>
                    <a:pt x="10358" y="0"/>
                    <a:pt x="765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" name="Google Shape;5493;p73"/>
            <p:cNvSpPr/>
            <p:nvPr/>
          </p:nvSpPr>
          <p:spPr>
            <a:xfrm>
              <a:off x="3609297" y="2813338"/>
              <a:ext cx="260950" cy="838649"/>
            </a:xfrm>
            <a:custGeom>
              <a:avLst/>
              <a:gdLst/>
              <a:ahLst/>
              <a:cxnLst/>
              <a:rect l="l" t="t" r="r" b="b"/>
              <a:pathLst>
                <a:path w="15049" h="48365" extrusionOk="0">
                  <a:moveTo>
                    <a:pt x="7567" y="0"/>
                  </a:moveTo>
                  <a:cubicBezTo>
                    <a:pt x="7458" y="0"/>
                    <a:pt x="7354" y="13"/>
                    <a:pt x="7257" y="39"/>
                  </a:cubicBezTo>
                  <a:cubicBezTo>
                    <a:pt x="1" y="1969"/>
                    <a:pt x="576" y="16984"/>
                    <a:pt x="4630" y="28943"/>
                  </a:cubicBezTo>
                  <a:cubicBezTo>
                    <a:pt x="7930" y="38668"/>
                    <a:pt x="13654" y="45616"/>
                    <a:pt x="15048" y="48364"/>
                  </a:cubicBezTo>
                  <a:cubicBezTo>
                    <a:pt x="14201" y="46001"/>
                    <a:pt x="13390" y="43561"/>
                    <a:pt x="12701" y="41149"/>
                  </a:cubicBezTo>
                  <a:cubicBezTo>
                    <a:pt x="8927" y="27994"/>
                    <a:pt x="8141" y="15829"/>
                    <a:pt x="7853" y="9545"/>
                  </a:cubicBezTo>
                  <a:cubicBezTo>
                    <a:pt x="7596" y="3933"/>
                    <a:pt x="9916" y="1943"/>
                    <a:pt x="10816" y="1943"/>
                  </a:cubicBezTo>
                  <a:cubicBezTo>
                    <a:pt x="10924" y="1943"/>
                    <a:pt x="11011" y="1971"/>
                    <a:pt x="11072" y="2025"/>
                  </a:cubicBezTo>
                  <a:cubicBezTo>
                    <a:pt x="11635" y="2532"/>
                    <a:pt x="14197" y="5110"/>
                    <a:pt x="14197" y="5110"/>
                  </a:cubicBezTo>
                  <a:cubicBezTo>
                    <a:pt x="11359" y="2069"/>
                    <a:pt x="8967" y="0"/>
                    <a:pt x="7567" y="0"/>
                  </a:cubicBezTo>
                  <a:close/>
                </a:path>
              </a:pathLst>
            </a:custGeom>
            <a:solidFill>
              <a:srgbClr val="88CA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" name="Google Shape;5494;p73"/>
            <p:cNvSpPr/>
            <p:nvPr/>
          </p:nvSpPr>
          <p:spPr>
            <a:xfrm>
              <a:off x="3607615" y="2807217"/>
              <a:ext cx="269446" cy="850961"/>
            </a:xfrm>
            <a:custGeom>
              <a:avLst/>
              <a:gdLst/>
              <a:ahLst/>
              <a:cxnLst/>
              <a:rect l="l" t="t" r="r" b="b"/>
              <a:pathLst>
                <a:path w="15539" h="49075" extrusionOk="0">
                  <a:moveTo>
                    <a:pt x="7651" y="707"/>
                  </a:moveTo>
                  <a:cubicBezTo>
                    <a:pt x="7661" y="707"/>
                    <a:pt x="7672" y="708"/>
                    <a:pt x="7682" y="708"/>
                  </a:cubicBezTo>
                  <a:cubicBezTo>
                    <a:pt x="8274" y="708"/>
                    <a:pt x="9146" y="1178"/>
                    <a:pt x="10297" y="2111"/>
                  </a:cubicBezTo>
                  <a:cubicBezTo>
                    <a:pt x="9170" y="2662"/>
                    <a:pt x="7366" y="4912"/>
                    <a:pt x="7597" y="9918"/>
                  </a:cubicBezTo>
                  <a:cubicBezTo>
                    <a:pt x="7954" y="17487"/>
                    <a:pt x="8842" y="29008"/>
                    <a:pt x="12454" y="41603"/>
                  </a:cubicBezTo>
                  <a:cubicBezTo>
                    <a:pt x="12839" y="42945"/>
                    <a:pt x="13277" y="44335"/>
                    <a:pt x="13763" y="45807"/>
                  </a:cubicBezTo>
                  <a:lnTo>
                    <a:pt x="13500" y="45405"/>
                  </a:lnTo>
                  <a:cubicBezTo>
                    <a:pt x="11092" y="41757"/>
                    <a:pt x="7459" y="36236"/>
                    <a:pt x="5068" y="29186"/>
                  </a:cubicBezTo>
                  <a:cubicBezTo>
                    <a:pt x="2299" y="21014"/>
                    <a:pt x="726" y="9602"/>
                    <a:pt x="3811" y="3842"/>
                  </a:cubicBezTo>
                  <a:cubicBezTo>
                    <a:pt x="4699" y="2184"/>
                    <a:pt x="5923" y="1142"/>
                    <a:pt x="7443" y="737"/>
                  </a:cubicBezTo>
                  <a:cubicBezTo>
                    <a:pt x="7510" y="719"/>
                    <a:pt x="7580" y="707"/>
                    <a:pt x="7651" y="707"/>
                  </a:cubicBezTo>
                  <a:close/>
                  <a:moveTo>
                    <a:pt x="7660" y="1"/>
                  </a:moveTo>
                  <a:cubicBezTo>
                    <a:pt x="7519" y="1"/>
                    <a:pt x="7386" y="18"/>
                    <a:pt x="7261" y="51"/>
                  </a:cubicBezTo>
                  <a:cubicBezTo>
                    <a:pt x="5542" y="509"/>
                    <a:pt x="4172" y="1673"/>
                    <a:pt x="3183" y="3509"/>
                  </a:cubicBezTo>
                  <a:cubicBezTo>
                    <a:pt x="0" y="9452"/>
                    <a:pt x="1577" y="21103"/>
                    <a:pt x="4395" y="29413"/>
                  </a:cubicBezTo>
                  <a:cubicBezTo>
                    <a:pt x="6815" y="36552"/>
                    <a:pt x="10479" y="42114"/>
                    <a:pt x="12908" y="45795"/>
                  </a:cubicBezTo>
                  <a:cubicBezTo>
                    <a:pt x="13771" y="47112"/>
                    <a:pt x="14460" y="48154"/>
                    <a:pt x="14825" y="48880"/>
                  </a:cubicBezTo>
                  <a:cubicBezTo>
                    <a:pt x="14886" y="49001"/>
                    <a:pt x="15012" y="49074"/>
                    <a:pt x="15145" y="49074"/>
                  </a:cubicBezTo>
                  <a:cubicBezTo>
                    <a:pt x="15194" y="49074"/>
                    <a:pt x="15239" y="49066"/>
                    <a:pt x="15283" y="49050"/>
                  </a:cubicBezTo>
                  <a:cubicBezTo>
                    <a:pt x="15453" y="48973"/>
                    <a:pt x="15539" y="48778"/>
                    <a:pt x="15482" y="48604"/>
                  </a:cubicBezTo>
                  <a:cubicBezTo>
                    <a:pt x="14541" y="45977"/>
                    <a:pt x="13775" y="43626"/>
                    <a:pt x="13139" y="41412"/>
                  </a:cubicBezTo>
                  <a:cubicBezTo>
                    <a:pt x="9547" y="28886"/>
                    <a:pt x="8659" y="17418"/>
                    <a:pt x="8311" y="9882"/>
                  </a:cubicBezTo>
                  <a:cubicBezTo>
                    <a:pt x="8128" y="5990"/>
                    <a:pt x="9239" y="3732"/>
                    <a:pt x="10333" y="2913"/>
                  </a:cubicBezTo>
                  <a:cubicBezTo>
                    <a:pt x="10686" y="2650"/>
                    <a:pt x="10913" y="2646"/>
                    <a:pt x="10929" y="2646"/>
                  </a:cubicBezTo>
                  <a:cubicBezTo>
                    <a:pt x="11481" y="3144"/>
                    <a:pt x="14014" y="5690"/>
                    <a:pt x="14043" y="5719"/>
                  </a:cubicBezTo>
                  <a:cubicBezTo>
                    <a:pt x="14111" y="5791"/>
                    <a:pt x="14202" y="5826"/>
                    <a:pt x="14295" y="5826"/>
                  </a:cubicBezTo>
                  <a:cubicBezTo>
                    <a:pt x="14385" y="5826"/>
                    <a:pt x="14476" y="5793"/>
                    <a:pt x="14545" y="5727"/>
                  </a:cubicBezTo>
                  <a:cubicBezTo>
                    <a:pt x="14687" y="5589"/>
                    <a:pt x="14691" y="5362"/>
                    <a:pt x="14554" y="5220"/>
                  </a:cubicBezTo>
                  <a:cubicBezTo>
                    <a:pt x="11212" y="1643"/>
                    <a:pt x="9047" y="1"/>
                    <a:pt x="766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" name="Google Shape;5495;p73"/>
            <p:cNvSpPr/>
            <p:nvPr/>
          </p:nvSpPr>
          <p:spPr>
            <a:xfrm>
              <a:off x="3603748" y="2818956"/>
              <a:ext cx="831592" cy="1402390"/>
            </a:xfrm>
            <a:custGeom>
              <a:avLst/>
              <a:gdLst/>
              <a:ahLst/>
              <a:cxnLst/>
              <a:rect l="l" t="t" r="r" b="b"/>
              <a:pathLst>
                <a:path w="47958" h="80876" extrusionOk="0">
                  <a:moveTo>
                    <a:pt x="7568" y="0"/>
                  </a:moveTo>
                  <a:cubicBezTo>
                    <a:pt x="7458" y="0"/>
                    <a:pt x="7354" y="13"/>
                    <a:pt x="7257" y="39"/>
                  </a:cubicBezTo>
                  <a:cubicBezTo>
                    <a:pt x="0" y="1965"/>
                    <a:pt x="576" y="16980"/>
                    <a:pt x="4630" y="28939"/>
                  </a:cubicBezTo>
                  <a:cubicBezTo>
                    <a:pt x="8684" y="40898"/>
                    <a:pt x="16414" y="48648"/>
                    <a:pt x="15239" y="49577"/>
                  </a:cubicBezTo>
                  <a:lnTo>
                    <a:pt x="14983" y="49763"/>
                  </a:lnTo>
                  <a:lnTo>
                    <a:pt x="14983" y="49763"/>
                  </a:lnTo>
                  <a:lnTo>
                    <a:pt x="15502" y="49447"/>
                  </a:lnTo>
                  <a:cubicBezTo>
                    <a:pt x="15572" y="49401"/>
                    <a:pt x="15778" y="49243"/>
                    <a:pt x="15789" y="49243"/>
                  </a:cubicBezTo>
                  <a:cubicBezTo>
                    <a:pt x="15794" y="49243"/>
                    <a:pt x="15749" y="49283"/>
                    <a:pt x="15612" y="49398"/>
                  </a:cubicBezTo>
                  <a:cubicBezTo>
                    <a:pt x="15745" y="49289"/>
                    <a:pt x="15895" y="49200"/>
                    <a:pt x="16053" y="49131"/>
                  </a:cubicBezTo>
                  <a:cubicBezTo>
                    <a:pt x="15328" y="43379"/>
                    <a:pt x="13743" y="37703"/>
                    <a:pt x="13082" y="31902"/>
                  </a:cubicBezTo>
                  <a:cubicBezTo>
                    <a:pt x="12669" y="28181"/>
                    <a:pt x="12369" y="24447"/>
                    <a:pt x="12206" y="20714"/>
                  </a:cubicBezTo>
                  <a:cubicBezTo>
                    <a:pt x="12150" y="19421"/>
                    <a:pt x="12170" y="17957"/>
                    <a:pt x="13110" y="17065"/>
                  </a:cubicBezTo>
                  <a:cubicBezTo>
                    <a:pt x="13592" y="16608"/>
                    <a:pt x="14148" y="16415"/>
                    <a:pt x="14736" y="16415"/>
                  </a:cubicBezTo>
                  <a:cubicBezTo>
                    <a:pt x="16337" y="16415"/>
                    <a:pt x="18165" y="17845"/>
                    <a:pt x="19313" y="19250"/>
                  </a:cubicBezTo>
                  <a:cubicBezTo>
                    <a:pt x="25783" y="27163"/>
                    <a:pt x="31117" y="35956"/>
                    <a:pt x="35901" y="44996"/>
                  </a:cubicBezTo>
                  <a:cubicBezTo>
                    <a:pt x="38731" y="50331"/>
                    <a:pt x="41329" y="57060"/>
                    <a:pt x="37964" y="62083"/>
                  </a:cubicBezTo>
                  <a:cubicBezTo>
                    <a:pt x="36955" y="63591"/>
                    <a:pt x="35488" y="64758"/>
                    <a:pt x="34446" y="66246"/>
                  </a:cubicBezTo>
                  <a:cubicBezTo>
                    <a:pt x="32780" y="68634"/>
                    <a:pt x="32155" y="71893"/>
                    <a:pt x="29703" y="73454"/>
                  </a:cubicBezTo>
                  <a:cubicBezTo>
                    <a:pt x="28183" y="74423"/>
                    <a:pt x="26273" y="74508"/>
                    <a:pt x="24575" y="75116"/>
                  </a:cubicBezTo>
                  <a:cubicBezTo>
                    <a:pt x="26365" y="78057"/>
                    <a:pt x="28223" y="80875"/>
                    <a:pt x="30188" y="80875"/>
                  </a:cubicBezTo>
                  <a:cubicBezTo>
                    <a:pt x="30327" y="80875"/>
                    <a:pt x="30466" y="80861"/>
                    <a:pt x="30607" y="80832"/>
                  </a:cubicBezTo>
                  <a:cubicBezTo>
                    <a:pt x="30907" y="80771"/>
                    <a:pt x="31203" y="80694"/>
                    <a:pt x="31499" y="80605"/>
                  </a:cubicBezTo>
                  <a:lnTo>
                    <a:pt x="31503" y="80605"/>
                  </a:lnTo>
                  <a:cubicBezTo>
                    <a:pt x="33785" y="79867"/>
                    <a:pt x="34462" y="78245"/>
                    <a:pt x="37060" y="73644"/>
                  </a:cubicBezTo>
                  <a:cubicBezTo>
                    <a:pt x="39975" y="68488"/>
                    <a:pt x="44410" y="69424"/>
                    <a:pt x="46181" y="61665"/>
                  </a:cubicBezTo>
                  <a:cubicBezTo>
                    <a:pt x="47957" y="53910"/>
                    <a:pt x="42257" y="44473"/>
                    <a:pt x="38455" y="38299"/>
                  </a:cubicBezTo>
                  <a:cubicBezTo>
                    <a:pt x="34661" y="32125"/>
                    <a:pt x="30473" y="24455"/>
                    <a:pt x="23760" y="16315"/>
                  </a:cubicBezTo>
                  <a:cubicBezTo>
                    <a:pt x="17297" y="8479"/>
                    <a:pt x="10403" y="0"/>
                    <a:pt x="7568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" name="Google Shape;5496;p73"/>
            <p:cNvSpPr/>
            <p:nvPr/>
          </p:nvSpPr>
          <p:spPr>
            <a:xfrm>
              <a:off x="3867975" y="3520168"/>
              <a:ext cx="235651" cy="158453"/>
            </a:xfrm>
            <a:custGeom>
              <a:avLst/>
              <a:gdLst/>
              <a:ahLst/>
              <a:cxnLst/>
              <a:rect l="l" t="t" r="r" b="b"/>
              <a:pathLst>
                <a:path w="13590" h="9138" extrusionOk="0">
                  <a:moveTo>
                    <a:pt x="13589" y="1"/>
                  </a:moveTo>
                  <a:cubicBezTo>
                    <a:pt x="7002" y="1796"/>
                    <a:pt x="3455" y="6442"/>
                    <a:pt x="1" y="9138"/>
                  </a:cubicBezTo>
                  <a:lnTo>
                    <a:pt x="13589" y="1"/>
                  </a:lnTo>
                  <a:close/>
                </a:path>
              </a:pathLst>
            </a:custGeom>
            <a:solidFill>
              <a:srgbClr val="88CA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5497;p73"/>
            <p:cNvSpPr/>
            <p:nvPr/>
          </p:nvSpPr>
          <p:spPr>
            <a:xfrm>
              <a:off x="3859618" y="3513943"/>
              <a:ext cx="250962" cy="170868"/>
            </a:xfrm>
            <a:custGeom>
              <a:avLst/>
              <a:gdLst/>
              <a:ahLst/>
              <a:cxnLst/>
              <a:rect l="l" t="t" r="r" b="b"/>
              <a:pathLst>
                <a:path w="14473" h="9854" extrusionOk="0">
                  <a:moveTo>
                    <a:pt x="14080" y="0"/>
                  </a:moveTo>
                  <a:cubicBezTo>
                    <a:pt x="14048" y="0"/>
                    <a:pt x="14015" y="5"/>
                    <a:pt x="13982" y="15"/>
                  </a:cubicBezTo>
                  <a:cubicBezTo>
                    <a:pt x="8947" y="1389"/>
                    <a:pt x="5724" y="4332"/>
                    <a:pt x="2883" y="6935"/>
                  </a:cubicBezTo>
                  <a:cubicBezTo>
                    <a:pt x="1970" y="7766"/>
                    <a:pt x="1111" y="8556"/>
                    <a:pt x="264" y="9217"/>
                  </a:cubicBezTo>
                  <a:cubicBezTo>
                    <a:pt x="0" y="9428"/>
                    <a:pt x="146" y="9849"/>
                    <a:pt x="483" y="9854"/>
                  </a:cubicBezTo>
                  <a:cubicBezTo>
                    <a:pt x="560" y="9849"/>
                    <a:pt x="637" y="9825"/>
                    <a:pt x="697" y="9777"/>
                  </a:cubicBezTo>
                  <a:cubicBezTo>
                    <a:pt x="1569" y="9095"/>
                    <a:pt x="2441" y="8301"/>
                    <a:pt x="3365" y="7454"/>
                  </a:cubicBezTo>
                  <a:cubicBezTo>
                    <a:pt x="6146" y="4912"/>
                    <a:pt x="9304" y="2030"/>
                    <a:pt x="14168" y="700"/>
                  </a:cubicBezTo>
                  <a:cubicBezTo>
                    <a:pt x="14359" y="651"/>
                    <a:pt x="14472" y="453"/>
                    <a:pt x="14420" y="262"/>
                  </a:cubicBezTo>
                  <a:cubicBezTo>
                    <a:pt x="14380" y="105"/>
                    <a:pt x="14235" y="0"/>
                    <a:pt x="1408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" name="Google Shape;5498;p73"/>
            <p:cNvSpPr/>
            <p:nvPr/>
          </p:nvSpPr>
          <p:spPr>
            <a:xfrm>
              <a:off x="3810060" y="3715954"/>
              <a:ext cx="386196" cy="505374"/>
            </a:xfrm>
            <a:custGeom>
              <a:avLst/>
              <a:gdLst/>
              <a:ahLst/>
              <a:cxnLst/>
              <a:rect l="l" t="t" r="r" b="b"/>
              <a:pathLst>
                <a:path w="22272" h="29145" extrusionOk="0">
                  <a:moveTo>
                    <a:pt x="1598" y="1"/>
                  </a:moveTo>
                  <a:cubicBezTo>
                    <a:pt x="1196" y="1"/>
                    <a:pt x="809" y="159"/>
                    <a:pt x="434" y="502"/>
                  </a:cubicBezTo>
                  <a:cubicBezTo>
                    <a:pt x="4" y="1406"/>
                    <a:pt x="0" y="2553"/>
                    <a:pt x="973" y="4061"/>
                  </a:cubicBezTo>
                  <a:cubicBezTo>
                    <a:pt x="1346" y="4641"/>
                    <a:pt x="1768" y="5326"/>
                    <a:pt x="2218" y="6088"/>
                  </a:cubicBezTo>
                  <a:cubicBezTo>
                    <a:pt x="3750" y="8646"/>
                    <a:pt x="5635" y="12015"/>
                    <a:pt x="7378" y="14958"/>
                  </a:cubicBezTo>
                  <a:cubicBezTo>
                    <a:pt x="8408" y="16693"/>
                    <a:pt x="9389" y="18278"/>
                    <a:pt x="10220" y="19466"/>
                  </a:cubicBezTo>
                  <a:cubicBezTo>
                    <a:pt x="12754" y="23094"/>
                    <a:pt x="15413" y="29144"/>
                    <a:pt x="18293" y="29144"/>
                  </a:cubicBezTo>
                  <a:cubicBezTo>
                    <a:pt x="18431" y="29144"/>
                    <a:pt x="18570" y="29130"/>
                    <a:pt x="18709" y="29102"/>
                  </a:cubicBezTo>
                  <a:cubicBezTo>
                    <a:pt x="19009" y="29041"/>
                    <a:pt x="19305" y="28964"/>
                    <a:pt x="19601" y="28875"/>
                  </a:cubicBezTo>
                  <a:lnTo>
                    <a:pt x="19605" y="28875"/>
                  </a:lnTo>
                  <a:cubicBezTo>
                    <a:pt x="22272" y="25992"/>
                    <a:pt x="19588" y="20735"/>
                    <a:pt x="13256" y="13511"/>
                  </a:cubicBezTo>
                  <a:cubicBezTo>
                    <a:pt x="12616" y="12781"/>
                    <a:pt x="12004" y="12039"/>
                    <a:pt x="11420" y="11301"/>
                  </a:cubicBezTo>
                  <a:cubicBezTo>
                    <a:pt x="9138" y="8407"/>
                    <a:pt x="7240" y="5508"/>
                    <a:pt x="5619" y="3380"/>
                  </a:cubicBezTo>
                  <a:cubicBezTo>
                    <a:pt x="4074" y="1343"/>
                    <a:pt x="2769" y="1"/>
                    <a:pt x="1598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" name="Google Shape;5499;p73"/>
            <p:cNvSpPr/>
            <p:nvPr/>
          </p:nvSpPr>
          <p:spPr>
            <a:xfrm>
              <a:off x="3802396" y="3709833"/>
              <a:ext cx="397953" cy="517790"/>
            </a:xfrm>
            <a:custGeom>
              <a:avLst/>
              <a:gdLst/>
              <a:ahLst/>
              <a:cxnLst/>
              <a:rect l="l" t="t" r="r" b="b"/>
              <a:pathLst>
                <a:path w="22950" h="29861" extrusionOk="0">
                  <a:moveTo>
                    <a:pt x="2049" y="713"/>
                  </a:moveTo>
                  <a:cubicBezTo>
                    <a:pt x="2082" y="713"/>
                    <a:pt x="2116" y="714"/>
                    <a:pt x="2149" y="717"/>
                  </a:cubicBezTo>
                  <a:cubicBezTo>
                    <a:pt x="3256" y="815"/>
                    <a:pt x="4602" y="2404"/>
                    <a:pt x="5777" y="3952"/>
                  </a:cubicBezTo>
                  <a:cubicBezTo>
                    <a:pt x="6442" y="4824"/>
                    <a:pt x="7155" y="5829"/>
                    <a:pt x="7909" y="6895"/>
                  </a:cubicBezTo>
                  <a:cubicBezTo>
                    <a:pt x="9000" y="8432"/>
                    <a:pt x="10232" y="10163"/>
                    <a:pt x="11586" y="11881"/>
                  </a:cubicBezTo>
                  <a:cubicBezTo>
                    <a:pt x="12243" y="12708"/>
                    <a:pt x="12847" y="13438"/>
                    <a:pt x="13431" y="14099"/>
                  </a:cubicBezTo>
                  <a:cubicBezTo>
                    <a:pt x="20051" y="21655"/>
                    <a:pt x="22094" y="26370"/>
                    <a:pt x="19844" y="28924"/>
                  </a:cubicBezTo>
                  <a:cubicBezTo>
                    <a:pt x="19621" y="28993"/>
                    <a:pt x="19370" y="29053"/>
                    <a:pt x="19078" y="29114"/>
                  </a:cubicBezTo>
                  <a:cubicBezTo>
                    <a:pt x="18967" y="29137"/>
                    <a:pt x="18857" y="29148"/>
                    <a:pt x="18745" y="29148"/>
                  </a:cubicBezTo>
                  <a:cubicBezTo>
                    <a:pt x="16804" y="29148"/>
                    <a:pt x="14758" y="25772"/>
                    <a:pt x="12948" y="22774"/>
                  </a:cubicBezTo>
                  <a:cubicBezTo>
                    <a:pt x="12259" y="21639"/>
                    <a:pt x="11611" y="20561"/>
                    <a:pt x="10950" y="19620"/>
                  </a:cubicBezTo>
                  <a:cubicBezTo>
                    <a:pt x="10220" y="18578"/>
                    <a:pt x="9300" y="17111"/>
                    <a:pt x="8128" y="15133"/>
                  </a:cubicBezTo>
                  <a:cubicBezTo>
                    <a:pt x="7249" y="13653"/>
                    <a:pt x="6337" y="12060"/>
                    <a:pt x="5449" y="10523"/>
                  </a:cubicBezTo>
                  <a:cubicBezTo>
                    <a:pt x="4561" y="8987"/>
                    <a:pt x="3726" y="7532"/>
                    <a:pt x="2972" y="6263"/>
                  </a:cubicBezTo>
                  <a:cubicBezTo>
                    <a:pt x="2510" y="5489"/>
                    <a:pt x="2084" y="4803"/>
                    <a:pt x="1715" y="4224"/>
                  </a:cubicBezTo>
                  <a:cubicBezTo>
                    <a:pt x="937" y="3028"/>
                    <a:pt x="763" y="1998"/>
                    <a:pt x="1168" y="1078"/>
                  </a:cubicBezTo>
                  <a:cubicBezTo>
                    <a:pt x="1450" y="833"/>
                    <a:pt x="1742" y="713"/>
                    <a:pt x="2049" y="713"/>
                  </a:cubicBezTo>
                  <a:close/>
                  <a:moveTo>
                    <a:pt x="2043" y="0"/>
                  </a:moveTo>
                  <a:cubicBezTo>
                    <a:pt x="1556" y="0"/>
                    <a:pt x="1092" y="193"/>
                    <a:pt x="669" y="571"/>
                  </a:cubicBezTo>
                  <a:cubicBezTo>
                    <a:pt x="621" y="604"/>
                    <a:pt x="580" y="648"/>
                    <a:pt x="552" y="705"/>
                  </a:cubicBezTo>
                  <a:cubicBezTo>
                    <a:pt x="0" y="1868"/>
                    <a:pt x="187" y="3182"/>
                    <a:pt x="1115" y="4609"/>
                  </a:cubicBezTo>
                  <a:cubicBezTo>
                    <a:pt x="1480" y="5185"/>
                    <a:pt x="1902" y="5857"/>
                    <a:pt x="2356" y="6628"/>
                  </a:cubicBezTo>
                  <a:cubicBezTo>
                    <a:pt x="3110" y="7892"/>
                    <a:pt x="3945" y="9340"/>
                    <a:pt x="4829" y="10880"/>
                  </a:cubicBezTo>
                  <a:cubicBezTo>
                    <a:pt x="5716" y="12421"/>
                    <a:pt x="6632" y="14010"/>
                    <a:pt x="7516" y="15493"/>
                  </a:cubicBezTo>
                  <a:cubicBezTo>
                    <a:pt x="8712" y="17516"/>
                    <a:pt x="9620" y="18955"/>
                    <a:pt x="10370" y="20026"/>
                  </a:cubicBezTo>
                  <a:cubicBezTo>
                    <a:pt x="11019" y="20950"/>
                    <a:pt x="11659" y="22016"/>
                    <a:pt x="12340" y="23147"/>
                  </a:cubicBezTo>
                  <a:cubicBezTo>
                    <a:pt x="14335" y="26451"/>
                    <a:pt x="16394" y="29860"/>
                    <a:pt x="18729" y="29860"/>
                  </a:cubicBezTo>
                  <a:cubicBezTo>
                    <a:pt x="18895" y="29860"/>
                    <a:pt x="19057" y="29840"/>
                    <a:pt x="19220" y="29803"/>
                  </a:cubicBezTo>
                  <a:cubicBezTo>
                    <a:pt x="19536" y="29742"/>
                    <a:pt x="19848" y="29661"/>
                    <a:pt x="20152" y="29568"/>
                  </a:cubicBezTo>
                  <a:cubicBezTo>
                    <a:pt x="20201" y="29552"/>
                    <a:pt x="20245" y="29524"/>
                    <a:pt x="20282" y="29491"/>
                  </a:cubicBezTo>
                  <a:lnTo>
                    <a:pt x="20286" y="29491"/>
                  </a:lnTo>
                  <a:lnTo>
                    <a:pt x="20310" y="29471"/>
                  </a:lnTo>
                  <a:cubicBezTo>
                    <a:pt x="22949" y="26613"/>
                    <a:pt x="20934" y="21582"/>
                    <a:pt x="13966" y="13637"/>
                  </a:cubicBezTo>
                  <a:cubicBezTo>
                    <a:pt x="13390" y="12976"/>
                    <a:pt x="12790" y="12258"/>
                    <a:pt x="12142" y="11440"/>
                  </a:cubicBezTo>
                  <a:cubicBezTo>
                    <a:pt x="10800" y="9737"/>
                    <a:pt x="9572" y="8010"/>
                    <a:pt x="8493" y="6486"/>
                  </a:cubicBezTo>
                  <a:cubicBezTo>
                    <a:pt x="7727" y="5412"/>
                    <a:pt x="7014" y="4402"/>
                    <a:pt x="6341" y="3522"/>
                  </a:cubicBezTo>
                  <a:cubicBezTo>
                    <a:pt x="4520" y="1123"/>
                    <a:pt x="3325" y="109"/>
                    <a:pt x="2210" y="8"/>
                  </a:cubicBezTo>
                  <a:cubicBezTo>
                    <a:pt x="2154" y="3"/>
                    <a:pt x="2099" y="0"/>
                    <a:pt x="204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" name="Google Shape;5500;p73"/>
            <p:cNvSpPr/>
            <p:nvPr/>
          </p:nvSpPr>
          <p:spPr>
            <a:xfrm>
              <a:off x="3846682" y="2950324"/>
              <a:ext cx="193601" cy="233431"/>
            </a:xfrm>
            <a:custGeom>
              <a:avLst/>
              <a:gdLst/>
              <a:ahLst/>
              <a:cxnLst/>
              <a:rect l="l" t="t" r="r" b="b"/>
              <a:pathLst>
                <a:path w="11165" h="13462" extrusionOk="0">
                  <a:moveTo>
                    <a:pt x="75" y="0"/>
                  </a:moveTo>
                  <a:cubicBezTo>
                    <a:pt x="64" y="0"/>
                    <a:pt x="53" y="2"/>
                    <a:pt x="45" y="7"/>
                  </a:cubicBezTo>
                  <a:cubicBezTo>
                    <a:pt x="0" y="40"/>
                    <a:pt x="57" y="157"/>
                    <a:pt x="175" y="271"/>
                  </a:cubicBezTo>
                  <a:cubicBezTo>
                    <a:pt x="1176" y="1252"/>
                    <a:pt x="2149" y="2257"/>
                    <a:pt x="3102" y="3291"/>
                  </a:cubicBezTo>
                  <a:cubicBezTo>
                    <a:pt x="4058" y="4321"/>
                    <a:pt x="4978" y="5379"/>
                    <a:pt x="5862" y="6465"/>
                  </a:cubicBezTo>
                  <a:cubicBezTo>
                    <a:pt x="6754" y="7552"/>
                    <a:pt x="7613" y="8658"/>
                    <a:pt x="8444" y="9789"/>
                  </a:cubicBezTo>
                  <a:cubicBezTo>
                    <a:pt x="9271" y="10916"/>
                    <a:pt x="10070" y="12067"/>
                    <a:pt x="10840" y="13243"/>
                  </a:cubicBezTo>
                  <a:cubicBezTo>
                    <a:pt x="10927" y="13370"/>
                    <a:pt x="11021" y="13462"/>
                    <a:pt x="11084" y="13462"/>
                  </a:cubicBezTo>
                  <a:cubicBezTo>
                    <a:pt x="11091" y="13462"/>
                    <a:pt x="11097" y="13460"/>
                    <a:pt x="11104" y="13458"/>
                  </a:cubicBezTo>
                  <a:cubicBezTo>
                    <a:pt x="11165" y="13434"/>
                    <a:pt x="11128" y="13284"/>
                    <a:pt x="11031" y="13121"/>
                  </a:cubicBezTo>
                  <a:cubicBezTo>
                    <a:pt x="10301" y="11917"/>
                    <a:pt x="9539" y="10730"/>
                    <a:pt x="8712" y="9591"/>
                  </a:cubicBezTo>
                  <a:cubicBezTo>
                    <a:pt x="7885" y="8451"/>
                    <a:pt x="7030" y="7333"/>
                    <a:pt x="6138" y="6242"/>
                  </a:cubicBezTo>
                  <a:cubicBezTo>
                    <a:pt x="5238" y="5156"/>
                    <a:pt x="4301" y="4102"/>
                    <a:pt x="3329" y="3080"/>
                  </a:cubicBezTo>
                  <a:cubicBezTo>
                    <a:pt x="2356" y="2055"/>
                    <a:pt x="1350" y="1074"/>
                    <a:pt x="304" y="129"/>
                  </a:cubicBezTo>
                  <a:cubicBezTo>
                    <a:pt x="217" y="52"/>
                    <a:pt x="131" y="0"/>
                    <a:pt x="7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" name="Google Shape;5501;p73"/>
            <p:cNvSpPr/>
            <p:nvPr/>
          </p:nvSpPr>
          <p:spPr>
            <a:xfrm>
              <a:off x="3790795" y="2898772"/>
              <a:ext cx="42622" cy="41252"/>
            </a:xfrm>
            <a:custGeom>
              <a:avLst/>
              <a:gdLst/>
              <a:ahLst/>
              <a:cxnLst/>
              <a:rect l="l" t="t" r="r" b="b"/>
              <a:pathLst>
                <a:path w="2458" h="2379" extrusionOk="0">
                  <a:moveTo>
                    <a:pt x="127" y="1"/>
                  </a:moveTo>
                  <a:cubicBezTo>
                    <a:pt x="104" y="1"/>
                    <a:pt x="74" y="13"/>
                    <a:pt x="49" y="37"/>
                  </a:cubicBezTo>
                  <a:cubicBezTo>
                    <a:pt x="17" y="74"/>
                    <a:pt x="1" y="122"/>
                    <a:pt x="21" y="143"/>
                  </a:cubicBezTo>
                  <a:cubicBezTo>
                    <a:pt x="187" y="349"/>
                    <a:pt x="365" y="548"/>
                    <a:pt x="544" y="743"/>
                  </a:cubicBezTo>
                  <a:lnTo>
                    <a:pt x="1095" y="1310"/>
                  </a:lnTo>
                  <a:lnTo>
                    <a:pt x="1675" y="1853"/>
                  </a:lnTo>
                  <a:cubicBezTo>
                    <a:pt x="1865" y="2028"/>
                    <a:pt x="2068" y="2202"/>
                    <a:pt x="2275" y="2368"/>
                  </a:cubicBezTo>
                  <a:cubicBezTo>
                    <a:pt x="2284" y="2375"/>
                    <a:pt x="2295" y="2379"/>
                    <a:pt x="2308" y="2379"/>
                  </a:cubicBezTo>
                  <a:cubicBezTo>
                    <a:pt x="2333" y="2379"/>
                    <a:pt x="2363" y="2364"/>
                    <a:pt x="2392" y="2332"/>
                  </a:cubicBezTo>
                  <a:cubicBezTo>
                    <a:pt x="2437" y="2287"/>
                    <a:pt x="2457" y="2230"/>
                    <a:pt x="2433" y="2206"/>
                  </a:cubicBezTo>
                  <a:cubicBezTo>
                    <a:pt x="2259" y="2003"/>
                    <a:pt x="2088" y="1805"/>
                    <a:pt x="1902" y="1614"/>
                  </a:cubicBezTo>
                  <a:lnTo>
                    <a:pt x="1342" y="1055"/>
                  </a:lnTo>
                  <a:lnTo>
                    <a:pt x="763" y="520"/>
                  </a:lnTo>
                  <a:cubicBezTo>
                    <a:pt x="564" y="341"/>
                    <a:pt x="361" y="175"/>
                    <a:pt x="155" y="9"/>
                  </a:cubicBezTo>
                  <a:cubicBezTo>
                    <a:pt x="148" y="4"/>
                    <a:pt x="138" y="1"/>
                    <a:pt x="12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" name="Google Shape;5502;p73"/>
            <p:cNvSpPr/>
            <p:nvPr/>
          </p:nvSpPr>
          <p:spPr>
            <a:xfrm>
              <a:off x="4057623" y="3206210"/>
              <a:ext cx="34611" cy="44252"/>
            </a:xfrm>
            <a:custGeom>
              <a:avLst/>
              <a:gdLst/>
              <a:ahLst/>
              <a:cxnLst/>
              <a:rect l="l" t="t" r="r" b="b"/>
              <a:pathLst>
                <a:path w="1996" h="2552" extrusionOk="0">
                  <a:moveTo>
                    <a:pt x="138" y="1"/>
                  </a:moveTo>
                  <a:cubicBezTo>
                    <a:pt x="118" y="1"/>
                    <a:pt x="91" y="13"/>
                    <a:pt x="62" y="39"/>
                  </a:cubicBezTo>
                  <a:cubicBezTo>
                    <a:pt x="21" y="75"/>
                    <a:pt x="1" y="120"/>
                    <a:pt x="21" y="144"/>
                  </a:cubicBezTo>
                  <a:lnTo>
                    <a:pt x="475" y="736"/>
                  </a:lnTo>
                  <a:cubicBezTo>
                    <a:pt x="625" y="931"/>
                    <a:pt x="763" y="1137"/>
                    <a:pt x="913" y="1332"/>
                  </a:cubicBezTo>
                  <a:cubicBezTo>
                    <a:pt x="1067" y="1522"/>
                    <a:pt x="1213" y="1725"/>
                    <a:pt x="1351" y="1928"/>
                  </a:cubicBezTo>
                  <a:lnTo>
                    <a:pt x="1780" y="2532"/>
                  </a:lnTo>
                  <a:cubicBezTo>
                    <a:pt x="1791" y="2544"/>
                    <a:pt x="1808" y="2552"/>
                    <a:pt x="1830" y="2552"/>
                  </a:cubicBezTo>
                  <a:cubicBezTo>
                    <a:pt x="1850" y="2552"/>
                    <a:pt x="1875" y="2545"/>
                    <a:pt x="1902" y="2532"/>
                  </a:cubicBezTo>
                  <a:cubicBezTo>
                    <a:pt x="1959" y="2499"/>
                    <a:pt x="1995" y="2451"/>
                    <a:pt x="1979" y="2418"/>
                  </a:cubicBezTo>
                  <a:cubicBezTo>
                    <a:pt x="1874" y="2187"/>
                    <a:pt x="1760" y="1964"/>
                    <a:pt x="1631" y="1745"/>
                  </a:cubicBezTo>
                  <a:cubicBezTo>
                    <a:pt x="1493" y="1535"/>
                    <a:pt x="1359" y="1320"/>
                    <a:pt x="1205" y="1117"/>
                  </a:cubicBezTo>
                  <a:cubicBezTo>
                    <a:pt x="1047" y="914"/>
                    <a:pt x="881" y="724"/>
                    <a:pt x="710" y="533"/>
                  </a:cubicBezTo>
                  <a:cubicBezTo>
                    <a:pt x="540" y="347"/>
                    <a:pt x="354" y="172"/>
                    <a:pt x="159" y="6"/>
                  </a:cubicBezTo>
                  <a:cubicBezTo>
                    <a:pt x="153" y="3"/>
                    <a:pt x="146" y="1"/>
                    <a:pt x="13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" name="Google Shape;5503;p73"/>
            <p:cNvSpPr/>
            <p:nvPr/>
          </p:nvSpPr>
          <p:spPr>
            <a:xfrm>
              <a:off x="4124625" y="3304909"/>
              <a:ext cx="130397" cy="209519"/>
            </a:xfrm>
            <a:custGeom>
              <a:avLst/>
              <a:gdLst/>
              <a:ahLst/>
              <a:cxnLst/>
              <a:rect l="l" t="t" r="r" b="b"/>
              <a:pathLst>
                <a:path w="7520" h="12083" extrusionOk="0">
                  <a:moveTo>
                    <a:pt x="66" y="1"/>
                  </a:moveTo>
                  <a:cubicBezTo>
                    <a:pt x="58" y="1"/>
                    <a:pt x="51" y="2"/>
                    <a:pt x="45" y="6"/>
                  </a:cubicBezTo>
                  <a:cubicBezTo>
                    <a:pt x="0" y="30"/>
                    <a:pt x="12" y="140"/>
                    <a:pt x="81" y="249"/>
                  </a:cubicBezTo>
                  <a:lnTo>
                    <a:pt x="1901" y="3148"/>
                  </a:lnTo>
                  <a:cubicBezTo>
                    <a:pt x="2501" y="4112"/>
                    <a:pt x="3101" y="5081"/>
                    <a:pt x="3697" y="6050"/>
                  </a:cubicBezTo>
                  <a:cubicBezTo>
                    <a:pt x="4297" y="7019"/>
                    <a:pt x="4889" y="7992"/>
                    <a:pt x="5477" y="8969"/>
                  </a:cubicBezTo>
                  <a:lnTo>
                    <a:pt x="7240" y="11900"/>
                  </a:lnTo>
                  <a:cubicBezTo>
                    <a:pt x="7305" y="12007"/>
                    <a:pt x="7384" y="12082"/>
                    <a:pt x="7441" y="12082"/>
                  </a:cubicBezTo>
                  <a:cubicBezTo>
                    <a:pt x="7449" y="12082"/>
                    <a:pt x="7456" y="12081"/>
                    <a:pt x="7463" y="12078"/>
                  </a:cubicBezTo>
                  <a:cubicBezTo>
                    <a:pt x="7520" y="12050"/>
                    <a:pt x="7508" y="11924"/>
                    <a:pt x="7439" y="11786"/>
                  </a:cubicBezTo>
                  <a:cubicBezTo>
                    <a:pt x="6892" y="10785"/>
                    <a:pt x="6340" y="9788"/>
                    <a:pt x="5761" y="8803"/>
                  </a:cubicBezTo>
                  <a:cubicBezTo>
                    <a:pt x="5185" y="7822"/>
                    <a:pt x="4601" y="6832"/>
                    <a:pt x="3997" y="5864"/>
                  </a:cubicBezTo>
                  <a:cubicBezTo>
                    <a:pt x="3393" y="4895"/>
                    <a:pt x="2785" y="3930"/>
                    <a:pt x="2165" y="2977"/>
                  </a:cubicBezTo>
                  <a:cubicBezTo>
                    <a:pt x="1541" y="2025"/>
                    <a:pt x="896" y="1076"/>
                    <a:pt x="243" y="144"/>
                  </a:cubicBezTo>
                  <a:cubicBezTo>
                    <a:pt x="188" y="60"/>
                    <a:pt x="114" y="1"/>
                    <a:pt x="6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" name="Google Shape;5504;p73"/>
            <p:cNvSpPr/>
            <p:nvPr/>
          </p:nvSpPr>
          <p:spPr>
            <a:xfrm>
              <a:off x="4317359" y="3627433"/>
              <a:ext cx="76643" cy="239309"/>
            </a:xfrm>
            <a:custGeom>
              <a:avLst/>
              <a:gdLst/>
              <a:ahLst/>
              <a:cxnLst/>
              <a:rect l="l" t="t" r="r" b="b"/>
              <a:pathLst>
                <a:path w="4420" h="13801" extrusionOk="0">
                  <a:moveTo>
                    <a:pt x="68" y="0"/>
                  </a:moveTo>
                  <a:cubicBezTo>
                    <a:pt x="60" y="0"/>
                    <a:pt x="52" y="2"/>
                    <a:pt x="45" y="5"/>
                  </a:cubicBezTo>
                  <a:cubicBezTo>
                    <a:pt x="1" y="25"/>
                    <a:pt x="21" y="134"/>
                    <a:pt x="94" y="248"/>
                  </a:cubicBezTo>
                  <a:cubicBezTo>
                    <a:pt x="747" y="1225"/>
                    <a:pt x="1326" y="2250"/>
                    <a:pt x="1829" y="3313"/>
                  </a:cubicBezTo>
                  <a:cubicBezTo>
                    <a:pt x="2340" y="4371"/>
                    <a:pt x="2761" y="5465"/>
                    <a:pt x="3098" y="6592"/>
                  </a:cubicBezTo>
                  <a:cubicBezTo>
                    <a:pt x="3446" y="7711"/>
                    <a:pt x="3706" y="8858"/>
                    <a:pt x="3876" y="10022"/>
                  </a:cubicBezTo>
                  <a:cubicBezTo>
                    <a:pt x="4051" y="11181"/>
                    <a:pt x="4140" y="12353"/>
                    <a:pt x="4148" y="13528"/>
                  </a:cubicBezTo>
                  <a:cubicBezTo>
                    <a:pt x="4152" y="13670"/>
                    <a:pt x="4188" y="13792"/>
                    <a:pt x="4253" y="13800"/>
                  </a:cubicBezTo>
                  <a:cubicBezTo>
                    <a:pt x="4256" y="13800"/>
                    <a:pt x="4259" y="13801"/>
                    <a:pt x="4262" y="13801"/>
                  </a:cubicBezTo>
                  <a:cubicBezTo>
                    <a:pt x="4323" y="13801"/>
                    <a:pt x="4371" y="13683"/>
                    <a:pt x="4375" y="13532"/>
                  </a:cubicBezTo>
                  <a:cubicBezTo>
                    <a:pt x="4419" y="12340"/>
                    <a:pt x="4363" y="11149"/>
                    <a:pt x="4201" y="9969"/>
                  </a:cubicBezTo>
                  <a:cubicBezTo>
                    <a:pt x="4038" y="8793"/>
                    <a:pt x="3783" y="7626"/>
                    <a:pt x="3438" y="6491"/>
                  </a:cubicBezTo>
                  <a:cubicBezTo>
                    <a:pt x="3086" y="5352"/>
                    <a:pt x="2640" y="4241"/>
                    <a:pt x="2109" y="3175"/>
                  </a:cubicBezTo>
                  <a:cubicBezTo>
                    <a:pt x="1582" y="2109"/>
                    <a:pt x="962" y="1095"/>
                    <a:pt x="256" y="138"/>
                  </a:cubicBezTo>
                  <a:cubicBezTo>
                    <a:pt x="190" y="52"/>
                    <a:pt x="118" y="0"/>
                    <a:pt x="6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" name="Google Shape;5505;p73"/>
            <p:cNvSpPr/>
            <p:nvPr/>
          </p:nvSpPr>
          <p:spPr>
            <a:xfrm>
              <a:off x="4357848" y="3882297"/>
              <a:ext cx="29894" cy="60898"/>
            </a:xfrm>
            <a:custGeom>
              <a:avLst/>
              <a:gdLst/>
              <a:ahLst/>
              <a:cxnLst/>
              <a:rect l="l" t="t" r="r" b="b"/>
              <a:pathLst>
                <a:path w="1724" h="3512" extrusionOk="0">
                  <a:moveTo>
                    <a:pt x="1588" y="0"/>
                  </a:moveTo>
                  <a:cubicBezTo>
                    <a:pt x="1544" y="0"/>
                    <a:pt x="1506" y="19"/>
                    <a:pt x="1497" y="50"/>
                  </a:cubicBezTo>
                  <a:cubicBezTo>
                    <a:pt x="1411" y="346"/>
                    <a:pt x="1318" y="634"/>
                    <a:pt x="1217" y="922"/>
                  </a:cubicBezTo>
                  <a:cubicBezTo>
                    <a:pt x="1120" y="1210"/>
                    <a:pt x="1010" y="1494"/>
                    <a:pt x="880" y="1769"/>
                  </a:cubicBezTo>
                  <a:cubicBezTo>
                    <a:pt x="759" y="2049"/>
                    <a:pt x="625" y="2325"/>
                    <a:pt x="475" y="2588"/>
                  </a:cubicBezTo>
                  <a:cubicBezTo>
                    <a:pt x="333" y="2852"/>
                    <a:pt x="175" y="3115"/>
                    <a:pt x="13" y="3379"/>
                  </a:cubicBezTo>
                  <a:cubicBezTo>
                    <a:pt x="1" y="3419"/>
                    <a:pt x="17" y="3460"/>
                    <a:pt x="49" y="3480"/>
                  </a:cubicBezTo>
                  <a:cubicBezTo>
                    <a:pt x="66" y="3501"/>
                    <a:pt x="89" y="3511"/>
                    <a:pt x="113" y="3511"/>
                  </a:cubicBezTo>
                  <a:cubicBezTo>
                    <a:pt x="130" y="3511"/>
                    <a:pt x="148" y="3506"/>
                    <a:pt x="163" y="3496"/>
                  </a:cubicBezTo>
                  <a:cubicBezTo>
                    <a:pt x="382" y="3265"/>
                    <a:pt x="572" y="3014"/>
                    <a:pt x="743" y="2746"/>
                  </a:cubicBezTo>
                  <a:cubicBezTo>
                    <a:pt x="1091" y="2215"/>
                    <a:pt x="1359" y="1635"/>
                    <a:pt x="1533" y="1023"/>
                  </a:cubicBezTo>
                  <a:cubicBezTo>
                    <a:pt x="1622" y="719"/>
                    <a:pt x="1687" y="411"/>
                    <a:pt x="1720" y="95"/>
                  </a:cubicBezTo>
                  <a:cubicBezTo>
                    <a:pt x="1724" y="54"/>
                    <a:pt x="1691" y="22"/>
                    <a:pt x="1630" y="6"/>
                  </a:cubicBezTo>
                  <a:cubicBezTo>
                    <a:pt x="1616" y="2"/>
                    <a:pt x="1602" y="0"/>
                    <a:pt x="15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" name="Google Shape;5506;p73"/>
            <p:cNvSpPr/>
            <p:nvPr/>
          </p:nvSpPr>
          <p:spPr>
            <a:xfrm>
              <a:off x="4185922" y="4066014"/>
              <a:ext cx="56858" cy="79053"/>
            </a:xfrm>
            <a:custGeom>
              <a:avLst/>
              <a:gdLst/>
              <a:ahLst/>
              <a:cxnLst/>
              <a:rect l="l" t="t" r="r" b="b"/>
              <a:pathLst>
                <a:path w="3279" h="4559" extrusionOk="0">
                  <a:moveTo>
                    <a:pt x="3133" y="1"/>
                  </a:moveTo>
                  <a:cubicBezTo>
                    <a:pt x="3107" y="1"/>
                    <a:pt x="3080" y="10"/>
                    <a:pt x="3057" y="32"/>
                  </a:cubicBezTo>
                  <a:cubicBezTo>
                    <a:pt x="2769" y="372"/>
                    <a:pt x="2477" y="709"/>
                    <a:pt x="2218" y="1074"/>
                  </a:cubicBezTo>
                  <a:cubicBezTo>
                    <a:pt x="1954" y="1438"/>
                    <a:pt x="1695" y="1807"/>
                    <a:pt x="1472" y="2201"/>
                  </a:cubicBezTo>
                  <a:cubicBezTo>
                    <a:pt x="1249" y="2590"/>
                    <a:pt x="1042" y="2987"/>
                    <a:pt x="811" y="3356"/>
                  </a:cubicBezTo>
                  <a:cubicBezTo>
                    <a:pt x="584" y="3725"/>
                    <a:pt x="337" y="4086"/>
                    <a:pt x="33" y="4394"/>
                  </a:cubicBezTo>
                  <a:cubicBezTo>
                    <a:pt x="0" y="4430"/>
                    <a:pt x="0" y="4483"/>
                    <a:pt x="24" y="4519"/>
                  </a:cubicBezTo>
                  <a:cubicBezTo>
                    <a:pt x="44" y="4544"/>
                    <a:pt x="74" y="4558"/>
                    <a:pt x="104" y="4558"/>
                  </a:cubicBezTo>
                  <a:cubicBezTo>
                    <a:pt x="123" y="4558"/>
                    <a:pt x="142" y="4552"/>
                    <a:pt x="158" y="4540"/>
                  </a:cubicBezTo>
                  <a:cubicBezTo>
                    <a:pt x="523" y="4256"/>
                    <a:pt x="815" y="3899"/>
                    <a:pt x="1070" y="3522"/>
                  </a:cubicBezTo>
                  <a:cubicBezTo>
                    <a:pt x="1322" y="3145"/>
                    <a:pt x="1557" y="2764"/>
                    <a:pt x="1776" y="2383"/>
                  </a:cubicBezTo>
                  <a:cubicBezTo>
                    <a:pt x="1995" y="2002"/>
                    <a:pt x="2234" y="1633"/>
                    <a:pt x="2485" y="1268"/>
                  </a:cubicBezTo>
                  <a:lnTo>
                    <a:pt x="3239" y="170"/>
                  </a:lnTo>
                  <a:cubicBezTo>
                    <a:pt x="3278" y="82"/>
                    <a:pt x="3209" y="1"/>
                    <a:pt x="313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" name="Google Shape;5507;p73"/>
            <p:cNvSpPr/>
            <p:nvPr/>
          </p:nvSpPr>
          <p:spPr>
            <a:xfrm>
              <a:off x="4251155" y="3955957"/>
              <a:ext cx="97087" cy="88538"/>
            </a:xfrm>
            <a:custGeom>
              <a:avLst/>
              <a:gdLst/>
              <a:ahLst/>
              <a:cxnLst/>
              <a:rect l="l" t="t" r="r" b="b"/>
              <a:pathLst>
                <a:path w="5599" h="5106" extrusionOk="0">
                  <a:moveTo>
                    <a:pt x="5482" y="1"/>
                  </a:moveTo>
                  <a:cubicBezTo>
                    <a:pt x="5437" y="1"/>
                    <a:pt x="5387" y="35"/>
                    <a:pt x="5359" y="91"/>
                  </a:cubicBezTo>
                  <a:cubicBezTo>
                    <a:pt x="5112" y="630"/>
                    <a:pt x="4719" y="1068"/>
                    <a:pt x="4240" y="1429"/>
                  </a:cubicBezTo>
                  <a:cubicBezTo>
                    <a:pt x="3766" y="1786"/>
                    <a:pt x="3251" y="2130"/>
                    <a:pt x="2757" y="2487"/>
                  </a:cubicBezTo>
                  <a:lnTo>
                    <a:pt x="1281" y="3578"/>
                  </a:lnTo>
                  <a:cubicBezTo>
                    <a:pt x="807" y="3934"/>
                    <a:pt x="247" y="4328"/>
                    <a:pt x="20" y="4960"/>
                  </a:cubicBezTo>
                  <a:cubicBezTo>
                    <a:pt x="0" y="5021"/>
                    <a:pt x="20" y="5086"/>
                    <a:pt x="65" y="5102"/>
                  </a:cubicBezTo>
                  <a:cubicBezTo>
                    <a:pt x="74" y="5104"/>
                    <a:pt x="83" y="5106"/>
                    <a:pt x="93" y="5106"/>
                  </a:cubicBezTo>
                  <a:cubicBezTo>
                    <a:pt x="141" y="5106"/>
                    <a:pt x="189" y="5072"/>
                    <a:pt x="203" y="5025"/>
                  </a:cubicBezTo>
                  <a:cubicBezTo>
                    <a:pt x="446" y="4498"/>
                    <a:pt x="969" y="4173"/>
                    <a:pt x="1463" y="3829"/>
                  </a:cubicBezTo>
                  <a:lnTo>
                    <a:pt x="2963" y="2775"/>
                  </a:lnTo>
                  <a:cubicBezTo>
                    <a:pt x="3454" y="2414"/>
                    <a:pt x="3953" y="2074"/>
                    <a:pt x="4443" y="1684"/>
                  </a:cubicBezTo>
                  <a:cubicBezTo>
                    <a:pt x="4934" y="1295"/>
                    <a:pt x="5359" y="772"/>
                    <a:pt x="5570" y="180"/>
                  </a:cubicBezTo>
                  <a:cubicBezTo>
                    <a:pt x="5598" y="103"/>
                    <a:pt x="5578" y="35"/>
                    <a:pt x="5521" y="10"/>
                  </a:cubicBezTo>
                  <a:cubicBezTo>
                    <a:pt x="5509" y="4"/>
                    <a:pt x="5496" y="1"/>
                    <a:pt x="548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" name="Google Shape;5508;p73"/>
            <p:cNvSpPr/>
            <p:nvPr/>
          </p:nvSpPr>
          <p:spPr>
            <a:xfrm>
              <a:off x="4327347" y="3693620"/>
              <a:ext cx="43107" cy="188937"/>
            </a:xfrm>
            <a:custGeom>
              <a:avLst/>
              <a:gdLst/>
              <a:ahLst/>
              <a:cxnLst/>
              <a:rect l="l" t="t" r="r" b="b"/>
              <a:pathLst>
                <a:path w="2486" h="10896" extrusionOk="0">
                  <a:moveTo>
                    <a:pt x="78" y="0"/>
                  </a:moveTo>
                  <a:cubicBezTo>
                    <a:pt x="68" y="0"/>
                    <a:pt x="58" y="2"/>
                    <a:pt x="49" y="6"/>
                  </a:cubicBezTo>
                  <a:cubicBezTo>
                    <a:pt x="0" y="31"/>
                    <a:pt x="0" y="124"/>
                    <a:pt x="49" y="209"/>
                  </a:cubicBezTo>
                  <a:cubicBezTo>
                    <a:pt x="467" y="1008"/>
                    <a:pt x="807" y="1843"/>
                    <a:pt x="1062" y="2706"/>
                  </a:cubicBezTo>
                  <a:cubicBezTo>
                    <a:pt x="1322" y="3570"/>
                    <a:pt x="1533" y="4449"/>
                    <a:pt x="1687" y="5337"/>
                  </a:cubicBezTo>
                  <a:cubicBezTo>
                    <a:pt x="1857" y="6229"/>
                    <a:pt x="2031" y="7121"/>
                    <a:pt x="2096" y="8013"/>
                  </a:cubicBezTo>
                  <a:cubicBezTo>
                    <a:pt x="2161" y="8904"/>
                    <a:pt x="2141" y="9804"/>
                    <a:pt x="1873" y="10660"/>
                  </a:cubicBezTo>
                  <a:cubicBezTo>
                    <a:pt x="1845" y="10761"/>
                    <a:pt x="1853" y="10867"/>
                    <a:pt x="1910" y="10891"/>
                  </a:cubicBezTo>
                  <a:cubicBezTo>
                    <a:pt x="1918" y="10894"/>
                    <a:pt x="1926" y="10896"/>
                    <a:pt x="1935" y="10896"/>
                  </a:cubicBezTo>
                  <a:cubicBezTo>
                    <a:pt x="1989" y="10896"/>
                    <a:pt x="2054" y="10834"/>
                    <a:pt x="2092" y="10733"/>
                  </a:cubicBezTo>
                  <a:cubicBezTo>
                    <a:pt x="2421" y="9857"/>
                    <a:pt x="2485" y="8904"/>
                    <a:pt x="2425" y="7988"/>
                  </a:cubicBezTo>
                  <a:cubicBezTo>
                    <a:pt x="2364" y="7072"/>
                    <a:pt x="2218" y="6164"/>
                    <a:pt x="2035" y="5272"/>
                  </a:cubicBezTo>
                  <a:cubicBezTo>
                    <a:pt x="1853" y="4380"/>
                    <a:pt x="1650" y="3476"/>
                    <a:pt x="1362" y="2613"/>
                  </a:cubicBezTo>
                  <a:cubicBezTo>
                    <a:pt x="1075" y="1745"/>
                    <a:pt x="702" y="894"/>
                    <a:pt x="211" y="112"/>
                  </a:cubicBezTo>
                  <a:cubicBezTo>
                    <a:pt x="174" y="45"/>
                    <a:pt x="124" y="0"/>
                    <a:pt x="7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" name="Google Shape;5509;p73"/>
            <p:cNvSpPr/>
            <p:nvPr/>
          </p:nvSpPr>
          <p:spPr>
            <a:xfrm>
              <a:off x="4320879" y="3763015"/>
              <a:ext cx="19768" cy="110109"/>
            </a:xfrm>
            <a:custGeom>
              <a:avLst/>
              <a:gdLst/>
              <a:ahLst/>
              <a:cxnLst/>
              <a:rect l="l" t="t" r="r" b="b"/>
              <a:pathLst>
                <a:path w="1140" h="6350" extrusionOk="0">
                  <a:moveTo>
                    <a:pt x="106" y="0"/>
                  </a:moveTo>
                  <a:cubicBezTo>
                    <a:pt x="101" y="0"/>
                    <a:pt x="95" y="1"/>
                    <a:pt x="90" y="1"/>
                  </a:cubicBezTo>
                  <a:cubicBezTo>
                    <a:pt x="33" y="18"/>
                    <a:pt x="0" y="74"/>
                    <a:pt x="21" y="131"/>
                  </a:cubicBezTo>
                  <a:lnTo>
                    <a:pt x="398" y="1639"/>
                  </a:lnTo>
                  <a:cubicBezTo>
                    <a:pt x="523" y="2138"/>
                    <a:pt x="621" y="2645"/>
                    <a:pt x="690" y="3155"/>
                  </a:cubicBezTo>
                  <a:cubicBezTo>
                    <a:pt x="767" y="3658"/>
                    <a:pt x="799" y="4169"/>
                    <a:pt x="787" y="4680"/>
                  </a:cubicBezTo>
                  <a:cubicBezTo>
                    <a:pt x="779" y="5194"/>
                    <a:pt x="730" y="5705"/>
                    <a:pt x="641" y="6212"/>
                  </a:cubicBezTo>
                  <a:cubicBezTo>
                    <a:pt x="625" y="6269"/>
                    <a:pt x="661" y="6325"/>
                    <a:pt x="718" y="6346"/>
                  </a:cubicBezTo>
                  <a:cubicBezTo>
                    <a:pt x="728" y="6348"/>
                    <a:pt x="737" y="6349"/>
                    <a:pt x="747" y="6349"/>
                  </a:cubicBezTo>
                  <a:cubicBezTo>
                    <a:pt x="798" y="6349"/>
                    <a:pt x="847" y="6315"/>
                    <a:pt x="864" y="6261"/>
                  </a:cubicBezTo>
                  <a:cubicBezTo>
                    <a:pt x="1006" y="5746"/>
                    <a:pt x="1091" y="5223"/>
                    <a:pt x="1123" y="4692"/>
                  </a:cubicBezTo>
                  <a:cubicBezTo>
                    <a:pt x="1140" y="4161"/>
                    <a:pt x="1111" y="3630"/>
                    <a:pt x="1042" y="3103"/>
                  </a:cubicBezTo>
                  <a:cubicBezTo>
                    <a:pt x="957" y="2584"/>
                    <a:pt x="844" y="2065"/>
                    <a:pt x="702" y="1558"/>
                  </a:cubicBezTo>
                  <a:cubicBezTo>
                    <a:pt x="560" y="1055"/>
                    <a:pt x="386" y="561"/>
                    <a:pt x="203" y="74"/>
                  </a:cubicBezTo>
                  <a:cubicBezTo>
                    <a:pt x="192" y="28"/>
                    <a:pt x="150" y="0"/>
                    <a:pt x="10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" name="Google Shape;5510;p73"/>
            <p:cNvSpPr/>
            <p:nvPr/>
          </p:nvSpPr>
          <p:spPr>
            <a:xfrm>
              <a:off x="3856375" y="2997055"/>
              <a:ext cx="149107" cy="195873"/>
            </a:xfrm>
            <a:custGeom>
              <a:avLst/>
              <a:gdLst/>
              <a:ahLst/>
              <a:cxnLst/>
              <a:rect l="l" t="t" r="r" b="b"/>
              <a:pathLst>
                <a:path w="8599" h="11296" extrusionOk="0">
                  <a:moveTo>
                    <a:pt x="78" y="1"/>
                  </a:moveTo>
                  <a:cubicBezTo>
                    <a:pt x="63" y="1"/>
                    <a:pt x="51" y="5"/>
                    <a:pt x="41" y="12"/>
                  </a:cubicBezTo>
                  <a:cubicBezTo>
                    <a:pt x="1" y="49"/>
                    <a:pt x="41" y="146"/>
                    <a:pt x="135" y="239"/>
                  </a:cubicBezTo>
                  <a:cubicBezTo>
                    <a:pt x="949" y="1030"/>
                    <a:pt x="1711" y="1869"/>
                    <a:pt x="2421" y="2757"/>
                  </a:cubicBezTo>
                  <a:cubicBezTo>
                    <a:pt x="3130" y="3636"/>
                    <a:pt x="3791" y="4565"/>
                    <a:pt x="4444" y="5493"/>
                  </a:cubicBezTo>
                  <a:cubicBezTo>
                    <a:pt x="5096" y="6417"/>
                    <a:pt x="5729" y="7366"/>
                    <a:pt x="6369" y="8314"/>
                  </a:cubicBezTo>
                  <a:cubicBezTo>
                    <a:pt x="7010" y="9259"/>
                    <a:pt x="7658" y="10195"/>
                    <a:pt x="8311" y="11132"/>
                  </a:cubicBezTo>
                  <a:cubicBezTo>
                    <a:pt x="8381" y="11226"/>
                    <a:pt x="8459" y="11296"/>
                    <a:pt x="8516" y="11296"/>
                  </a:cubicBezTo>
                  <a:cubicBezTo>
                    <a:pt x="8525" y="11296"/>
                    <a:pt x="8534" y="11294"/>
                    <a:pt x="8542" y="11290"/>
                  </a:cubicBezTo>
                  <a:cubicBezTo>
                    <a:pt x="8599" y="11257"/>
                    <a:pt x="8579" y="11132"/>
                    <a:pt x="8498" y="11006"/>
                  </a:cubicBezTo>
                  <a:cubicBezTo>
                    <a:pt x="7885" y="10041"/>
                    <a:pt x="7269" y="9085"/>
                    <a:pt x="6641" y="8132"/>
                  </a:cubicBezTo>
                  <a:cubicBezTo>
                    <a:pt x="6013" y="7179"/>
                    <a:pt x="5396" y="6227"/>
                    <a:pt x="4736" y="5290"/>
                  </a:cubicBezTo>
                  <a:cubicBezTo>
                    <a:pt x="4079" y="4354"/>
                    <a:pt x="3394" y="3434"/>
                    <a:pt x="2660" y="2554"/>
                  </a:cubicBezTo>
                  <a:cubicBezTo>
                    <a:pt x="1926" y="1674"/>
                    <a:pt x="1124" y="851"/>
                    <a:pt x="264" y="97"/>
                  </a:cubicBezTo>
                  <a:cubicBezTo>
                    <a:pt x="196" y="39"/>
                    <a:pt x="126" y="1"/>
                    <a:pt x="7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" name="Google Shape;5511;p73"/>
            <p:cNvSpPr/>
            <p:nvPr/>
          </p:nvSpPr>
          <p:spPr>
            <a:xfrm>
              <a:off x="3889061" y="3078726"/>
              <a:ext cx="64349" cy="83440"/>
            </a:xfrm>
            <a:custGeom>
              <a:avLst/>
              <a:gdLst/>
              <a:ahLst/>
              <a:cxnLst/>
              <a:rect l="l" t="t" r="r" b="b"/>
              <a:pathLst>
                <a:path w="3711" h="4812" extrusionOk="0">
                  <a:moveTo>
                    <a:pt x="114" y="0"/>
                  </a:moveTo>
                  <a:cubicBezTo>
                    <a:pt x="96" y="0"/>
                    <a:pt x="78" y="6"/>
                    <a:pt x="62" y="17"/>
                  </a:cubicBezTo>
                  <a:cubicBezTo>
                    <a:pt x="13" y="45"/>
                    <a:pt x="1" y="110"/>
                    <a:pt x="33" y="155"/>
                  </a:cubicBezTo>
                  <a:cubicBezTo>
                    <a:pt x="305" y="556"/>
                    <a:pt x="572" y="949"/>
                    <a:pt x="856" y="1346"/>
                  </a:cubicBezTo>
                  <a:lnTo>
                    <a:pt x="1703" y="2506"/>
                  </a:lnTo>
                  <a:lnTo>
                    <a:pt x="2579" y="3649"/>
                  </a:lnTo>
                  <a:cubicBezTo>
                    <a:pt x="2871" y="4026"/>
                    <a:pt x="3175" y="4399"/>
                    <a:pt x="3487" y="4772"/>
                  </a:cubicBezTo>
                  <a:cubicBezTo>
                    <a:pt x="3510" y="4797"/>
                    <a:pt x="3544" y="4812"/>
                    <a:pt x="3580" y="4812"/>
                  </a:cubicBezTo>
                  <a:cubicBezTo>
                    <a:pt x="3600" y="4812"/>
                    <a:pt x="3622" y="4807"/>
                    <a:pt x="3641" y="4796"/>
                  </a:cubicBezTo>
                  <a:cubicBezTo>
                    <a:pt x="3694" y="4760"/>
                    <a:pt x="3710" y="4691"/>
                    <a:pt x="3674" y="4638"/>
                  </a:cubicBezTo>
                  <a:cubicBezTo>
                    <a:pt x="3406" y="4237"/>
                    <a:pt x="3126" y="3844"/>
                    <a:pt x="2847" y="3454"/>
                  </a:cubicBezTo>
                  <a:lnTo>
                    <a:pt x="1987" y="2291"/>
                  </a:lnTo>
                  <a:lnTo>
                    <a:pt x="1099" y="1152"/>
                  </a:lnTo>
                  <a:cubicBezTo>
                    <a:pt x="803" y="771"/>
                    <a:pt x="495" y="402"/>
                    <a:pt x="187" y="37"/>
                  </a:cubicBezTo>
                  <a:cubicBezTo>
                    <a:pt x="168" y="13"/>
                    <a:pt x="141" y="0"/>
                    <a:pt x="1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" name="Google Shape;5512;p73"/>
            <p:cNvSpPr/>
            <p:nvPr/>
          </p:nvSpPr>
          <p:spPr>
            <a:xfrm>
              <a:off x="3929134" y="3570523"/>
              <a:ext cx="155089" cy="109415"/>
            </a:xfrm>
            <a:custGeom>
              <a:avLst/>
              <a:gdLst/>
              <a:ahLst/>
              <a:cxnLst/>
              <a:rect l="l" t="t" r="r" b="b"/>
              <a:pathLst>
                <a:path w="8944" h="6310" extrusionOk="0">
                  <a:moveTo>
                    <a:pt x="8797" y="0"/>
                  </a:moveTo>
                  <a:cubicBezTo>
                    <a:pt x="8766" y="0"/>
                    <a:pt x="8732" y="5"/>
                    <a:pt x="8696" y="15"/>
                  </a:cubicBezTo>
                  <a:cubicBezTo>
                    <a:pt x="7832" y="263"/>
                    <a:pt x="6997" y="587"/>
                    <a:pt x="6191" y="980"/>
                  </a:cubicBezTo>
                  <a:cubicBezTo>
                    <a:pt x="4573" y="1762"/>
                    <a:pt x="3098" y="2804"/>
                    <a:pt x="1817" y="4065"/>
                  </a:cubicBezTo>
                  <a:cubicBezTo>
                    <a:pt x="1180" y="4693"/>
                    <a:pt x="596" y="5374"/>
                    <a:pt x="73" y="6104"/>
                  </a:cubicBezTo>
                  <a:cubicBezTo>
                    <a:pt x="21" y="6177"/>
                    <a:pt x="0" y="6258"/>
                    <a:pt x="41" y="6295"/>
                  </a:cubicBezTo>
                  <a:cubicBezTo>
                    <a:pt x="52" y="6305"/>
                    <a:pt x="66" y="6309"/>
                    <a:pt x="83" y="6309"/>
                  </a:cubicBezTo>
                  <a:cubicBezTo>
                    <a:pt x="125" y="6309"/>
                    <a:pt x="181" y="6276"/>
                    <a:pt x="227" y="6218"/>
                  </a:cubicBezTo>
                  <a:cubicBezTo>
                    <a:pt x="787" y="5537"/>
                    <a:pt x="1391" y="4892"/>
                    <a:pt x="2035" y="4292"/>
                  </a:cubicBezTo>
                  <a:cubicBezTo>
                    <a:pt x="2672" y="3688"/>
                    <a:pt x="3357" y="3133"/>
                    <a:pt x="4083" y="2638"/>
                  </a:cubicBezTo>
                  <a:cubicBezTo>
                    <a:pt x="4800" y="2127"/>
                    <a:pt x="5554" y="1669"/>
                    <a:pt x="6337" y="1272"/>
                  </a:cubicBezTo>
                  <a:cubicBezTo>
                    <a:pt x="7123" y="871"/>
                    <a:pt x="7934" y="522"/>
                    <a:pt x="8765" y="230"/>
                  </a:cubicBezTo>
                  <a:cubicBezTo>
                    <a:pt x="8866" y="194"/>
                    <a:pt x="8943" y="133"/>
                    <a:pt x="8927" y="68"/>
                  </a:cubicBezTo>
                  <a:cubicBezTo>
                    <a:pt x="8916" y="24"/>
                    <a:pt x="8865" y="0"/>
                    <a:pt x="879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" name="Google Shape;5513;p73"/>
            <p:cNvSpPr/>
            <p:nvPr/>
          </p:nvSpPr>
          <p:spPr>
            <a:xfrm>
              <a:off x="3990847" y="3590066"/>
              <a:ext cx="93307" cy="50338"/>
            </a:xfrm>
            <a:custGeom>
              <a:avLst/>
              <a:gdLst/>
              <a:ahLst/>
              <a:cxnLst/>
              <a:rect l="l" t="t" r="r" b="b"/>
              <a:pathLst>
                <a:path w="5381" h="2903" extrusionOk="0">
                  <a:moveTo>
                    <a:pt x="5260" y="1"/>
                  </a:moveTo>
                  <a:cubicBezTo>
                    <a:pt x="5253" y="1"/>
                    <a:pt x="5246" y="2"/>
                    <a:pt x="5238" y="3"/>
                  </a:cubicBezTo>
                  <a:cubicBezTo>
                    <a:pt x="4744" y="88"/>
                    <a:pt x="4261" y="214"/>
                    <a:pt x="3791" y="380"/>
                  </a:cubicBezTo>
                  <a:cubicBezTo>
                    <a:pt x="3325" y="546"/>
                    <a:pt x="2867" y="745"/>
                    <a:pt x="2425" y="968"/>
                  </a:cubicBezTo>
                  <a:cubicBezTo>
                    <a:pt x="1987" y="1203"/>
                    <a:pt x="1566" y="1471"/>
                    <a:pt x="1160" y="1762"/>
                  </a:cubicBezTo>
                  <a:cubicBezTo>
                    <a:pt x="763" y="2054"/>
                    <a:pt x="390" y="2379"/>
                    <a:pt x="41" y="2735"/>
                  </a:cubicBezTo>
                  <a:cubicBezTo>
                    <a:pt x="5" y="2772"/>
                    <a:pt x="1" y="2829"/>
                    <a:pt x="33" y="2869"/>
                  </a:cubicBezTo>
                  <a:cubicBezTo>
                    <a:pt x="51" y="2891"/>
                    <a:pt x="78" y="2902"/>
                    <a:pt x="105" y="2902"/>
                  </a:cubicBezTo>
                  <a:cubicBezTo>
                    <a:pt x="128" y="2902"/>
                    <a:pt x="152" y="2894"/>
                    <a:pt x="171" y="2877"/>
                  </a:cubicBezTo>
                  <a:cubicBezTo>
                    <a:pt x="548" y="2573"/>
                    <a:pt x="941" y="2285"/>
                    <a:pt x="1338" y="2018"/>
                  </a:cubicBezTo>
                  <a:cubicBezTo>
                    <a:pt x="1740" y="1746"/>
                    <a:pt x="2157" y="1503"/>
                    <a:pt x="2591" y="1288"/>
                  </a:cubicBezTo>
                  <a:cubicBezTo>
                    <a:pt x="3017" y="1057"/>
                    <a:pt x="3455" y="858"/>
                    <a:pt x="3909" y="688"/>
                  </a:cubicBezTo>
                  <a:cubicBezTo>
                    <a:pt x="4359" y="510"/>
                    <a:pt x="4821" y="356"/>
                    <a:pt x="5287" y="226"/>
                  </a:cubicBezTo>
                  <a:cubicBezTo>
                    <a:pt x="5344" y="210"/>
                    <a:pt x="5380" y="153"/>
                    <a:pt x="5372" y="96"/>
                  </a:cubicBezTo>
                  <a:cubicBezTo>
                    <a:pt x="5361" y="39"/>
                    <a:pt x="5313" y="1"/>
                    <a:pt x="526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" name="Google Shape;5514;p73"/>
            <p:cNvSpPr/>
            <p:nvPr/>
          </p:nvSpPr>
          <p:spPr>
            <a:xfrm>
              <a:off x="4038514" y="4090186"/>
              <a:ext cx="108687" cy="97312"/>
            </a:xfrm>
            <a:custGeom>
              <a:avLst/>
              <a:gdLst/>
              <a:ahLst/>
              <a:cxnLst/>
              <a:rect l="l" t="t" r="r" b="b"/>
              <a:pathLst>
                <a:path w="6268" h="5612" extrusionOk="0">
                  <a:moveTo>
                    <a:pt x="88" y="1"/>
                  </a:moveTo>
                  <a:cubicBezTo>
                    <a:pt x="73" y="1"/>
                    <a:pt x="58" y="5"/>
                    <a:pt x="45" y="16"/>
                  </a:cubicBezTo>
                  <a:cubicBezTo>
                    <a:pt x="0" y="53"/>
                    <a:pt x="4" y="126"/>
                    <a:pt x="53" y="186"/>
                  </a:cubicBezTo>
                  <a:cubicBezTo>
                    <a:pt x="479" y="738"/>
                    <a:pt x="718" y="1402"/>
                    <a:pt x="985" y="2071"/>
                  </a:cubicBezTo>
                  <a:cubicBezTo>
                    <a:pt x="1257" y="2740"/>
                    <a:pt x="1634" y="3401"/>
                    <a:pt x="2149" y="3932"/>
                  </a:cubicBezTo>
                  <a:cubicBezTo>
                    <a:pt x="2664" y="4463"/>
                    <a:pt x="3280" y="4889"/>
                    <a:pt x="3957" y="5185"/>
                  </a:cubicBezTo>
                  <a:cubicBezTo>
                    <a:pt x="4604" y="5465"/>
                    <a:pt x="5303" y="5611"/>
                    <a:pt x="6008" y="5611"/>
                  </a:cubicBezTo>
                  <a:cubicBezTo>
                    <a:pt x="6037" y="5611"/>
                    <a:pt x="6065" y="5611"/>
                    <a:pt x="6093" y="5610"/>
                  </a:cubicBezTo>
                  <a:cubicBezTo>
                    <a:pt x="6186" y="5610"/>
                    <a:pt x="6255" y="5566"/>
                    <a:pt x="6263" y="5501"/>
                  </a:cubicBezTo>
                  <a:cubicBezTo>
                    <a:pt x="6267" y="5440"/>
                    <a:pt x="6190" y="5387"/>
                    <a:pt x="6101" y="5379"/>
                  </a:cubicBezTo>
                  <a:cubicBezTo>
                    <a:pt x="5404" y="5347"/>
                    <a:pt x="4719" y="5177"/>
                    <a:pt x="4086" y="4881"/>
                  </a:cubicBezTo>
                  <a:cubicBezTo>
                    <a:pt x="3454" y="4597"/>
                    <a:pt x="2882" y="4187"/>
                    <a:pt x="2408" y="3685"/>
                  </a:cubicBezTo>
                  <a:cubicBezTo>
                    <a:pt x="1914" y="3194"/>
                    <a:pt x="1569" y="2594"/>
                    <a:pt x="1277" y="1950"/>
                  </a:cubicBezTo>
                  <a:cubicBezTo>
                    <a:pt x="981" y="1309"/>
                    <a:pt x="706" y="612"/>
                    <a:pt x="203" y="65"/>
                  </a:cubicBezTo>
                  <a:cubicBezTo>
                    <a:pt x="166" y="28"/>
                    <a:pt x="125" y="1"/>
                    <a:pt x="8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" name="Google Shape;5515;p73"/>
            <p:cNvSpPr/>
            <p:nvPr/>
          </p:nvSpPr>
          <p:spPr>
            <a:xfrm>
              <a:off x="4078726" y="4120531"/>
              <a:ext cx="47668" cy="29339"/>
            </a:xfrm>
            <a:custGeom>
              <a:avLst/>
              <a:gdLst/>
              <a:ahLst/>
              <a:cxnLst/>
              <a:rect l="l" t="t" r="r" b="b"/>
              <a:pathLst>
                <a:path w="2749" h="1692" extrusionOk="0">
                  <a:moveTo>
                    <a:pt x="133" y="0"/>
                  </a:moveTo>
                  <a:cubicBezTo>
                    <a:pt x="113" y="0"/>
                    <a:pt x="87" y="10"/>
                    <a:pt x="61" y="34"/>
                  </a:cubicBezTo>
                  <a:cubicBezTo>
                    <a:pt x="20" y="70"/>
                    <a:pt x="0" y="115"/>
                    <a:pt x="16" y="139"/>
                  </a:cubicBezTo>
                  <a:cubicBezTo>
                    <a:pt x="170" y="350"/>
                    <a:pt x="349" y="544"/>
                    <a:pt x="543" y="719"/>
                  </a:cubicBezTo>
                  <a:cubicBezTo>
                    <a:pt x="742" y="889"/>
                    <a:pt x="953" y="1043"/>
                    <a:pt x="1176" y="1181"/>
                  </a:cubicBezTo>
                  <a:cubicBezTo>
                    <a:pt x="1407" y="1310"/>
                    <a:pt x="1646" y="1420"/>
                    <a:pt x="1893" y="1513"/>
                  </a:cubicBezTo>
                  <a:cubicBezTo>
                    <a:pt x="2140" y="1598"/>
                    <a:pt x="2396" y="1659"/>
                    <a:pt x="2655" y="1692"/>
                  </a:cubicBezTo>
                  <a:cubicBezTo>
                    <a:pt x="2688" y="1692"/>
                    <a:pt x="2716" y="1655"/>
                    <a:pt x="2732" y="1594"/>
                  </a:cubicBezTo>
                  <a:cubicBezTo>
                    <a:pt x="2749" y="1533"/>
                    <a:pt x="2732" y="1477"/>
                    <a:pt x="2704" y="1469"/>
                  </a:cubicBezTo>
                  <a:cubicBezTo>
                    <a:pt x="2469" y="1392"/>
                    <a:pt x="2238" y="1302"/>
                    <a:pt x="2015" y="1205"/>
                  </a:cubicBezTo>
                  <a:cubicBezTo>
                    <a:pt x="1784" y="1112"/>
                    <a:pt x="1565" y="1002"/>
                    <a:pt x="1354" y="877"/>
                  </a:cubicBezTo>
                  <a:cubicBezTo>
                    <a:pt x="1139" y="755"/>
                    <a:pt x="936" y="621"/>
                    <a:pt x="742" y="475"/>
                  </a:cubicBezTo>
                  <a:cubicBezTo>
                    <a:pt x="539" y="329"/>
                    <a:pt x="349" y="171"/>
                    <a:pt x="162" y="9"/>
                  </a:cubicBezTo>
                  <a:cubicBezTo>
                    <a:pt x="155" y="3"/>
                    <a:pt x="145" y="0"/>
                    <a:pt x="13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" name="Google Shape;5516;p73"/>
            <p:cNvSpPr/>
            <p:nvPr/>
          </p:nvSpPr>
          <p:spPr>
            <a:xfrm>
              <a:off x="3560312" y="2740527"/>
              <a:ext cx="415518" cy="1293703"/>
            </a:xfrm>
            <a:custGeom>
              <a:avLst/>
              <a:gdLst/>
              <a:ahLst/>
              <a:cxnLst/>
              <a:rect l="l" t="t" r="r" b="b"/>
              <a:pathLst>
                <a:path w="23963" h="74608" extrusionOk="0">
                  <a:moveTo>
                    <a:pt x="8011" y="0"/>
                  </a:moveTo>
                  <a:cubicBezTo>
                    <a:pt x="7213" y="0"/>
                    <a:pt x="6449" y="221"/>
                    <a:pt x="5748" y="707"/>
                  </a:cubicBezTo>
                  <a:cubicBezTo>
                    <a:pt x="5307" y="1015"/>
                    <a:pt x="4548" y="1603"/>
                    <a:pt x="3750" y="2852"/>
                  </a:cubicBezTo>
                  <a:cubicBezTo>
                    <a:pt x="2440" y="4882"/>
                    <a:pt x="1014" y="8653"/>
                    <a:pt x="624" y="15803"/>
                  </a:cubicBezTo>
                  <a:cubicBezTo>
                    <a:pt x="0" y="27332"/>
                    <a:pt x="5469" y="49450"/>
                    <a:pt x="7877" y="55940"/>
                  </a:cubicBezTo>
                  <a:cubicBezTo>
                    <a:pt x="8347" y="57201"/>
                    <a:pt x="8890" y="58616"/>
                    <a:pt x="9478" y="60083"/>
                  </a:cubicBezTo>
                  <a:cubicBezTo>
                    <a:pt x="11930" y="66176"/>
                    <a:pt x="15210" y="73218"/>
                    <a:pt x="17168" y="74085"/>
                  </a:cubicBezTo>
                  <a:cubicBezTo>
                    <a:pt x="18004" y="74455"/>
                    <a:pt x="19028" y="74607"/>
                    <a:pt x="20070" y="74607"/>
                  </a:cubicBezTo>
                  <a:cubicBezTo>
                    <a:pt x="21473" y="74607"/>
                    <a:pt x="22908" y="74331"/>
                    <a:pt x="23962" y="73935"/>
                  </a:cubicBezTo>
                  <a:cubicBezTo>
                    <a:pt x="21335" y="69841"/>
                    <a:pt x="17825" y="63294"/>
                    <a:pt x="15696" y="59994"/>
                  </a:cubicBezTo>
                  <a:cubicBezTo>
                    <a:pt x="15506" y="59706"/>
                    <a:pt x="15344" y="59406"/>
                    <a:pt x="15202" y="59090"/>
                  </a:cubicBezTo>
                  <a:cubicBezTo>
                    <a:pt x="14744" y="58016"/>
                    <a:pt x="14817" y="57144"/>
                    <a:pt x="15157" y="56435"/>
                  </a:cubicBezTo>
                  <a:lnTo>
                    <a:pt x="15161" y="56435"/>
                  </a:lnTo>
                  <a:cubicBezTo>
                    <a:pt x="15798" y="55101"/>
                    <a:pt x="17359" y="54327"/>
                    <a:pt x="18060" y="53775"/>
                  </a:cubicBezTo>
                  <a:cubicBezTo>
                    <a:pt x="18157" y="53698"/>
                    <a:pt x="18194" y="53577"/>
                    <a:pt x="18177" y="53411"/>
                  </a:cubicBezTo>
                  <a:lnTo>
                    <a:pt x="17873" y="52572"/>
                  </a:lnTo>
                  <a:lnTo>
                    <a:pt x="17873" y="52559"/>
                  </a:lnTo>
                  <a:cubicBezTo>
                    <a:pt x="17026" y="50192"/>
                    <a:pt x="16215" y="47756"/>
                    <a:pt x="15526" y="45348"/>
                  </a:cubicBezTo>
                  <a:cubicBezTo>
                    <a:pt x="11752" y="32193"/>
                    <a:pt x="10966" y="20028"/>
                    <a:pt x="10678" y="13744"/>
                  </a:cubicBezTo>
                  <a:cubicBezTo>
                    <a:pt x="10421" y="8132"/>
                    <a:pt x="12741" y="6142"/>
                    <a:pt x="13641" y="6142"/>
                  </a:cubicBezTo>
                  <a:cubicBezTo>
                    <a:pt x="13749" y="6142"/>
                    <a:pt x="13836" y="6170"/>
                    <a:pt x="13897" y="6224"/>
                  </a:cubicBezTo>
                  <a:cubicBezTo>
                    <a:pt x="14460" y="6731"/>
                    <a:pt x="17022" y="9309"/>
                    <a:pt x="17022" y="9309"/>
                  </a:cubicBezTo>
                  <a:cubicBezTo>
                    <a:pt x="17063" y="9204"/>
                    <a:pt x="17683" y="7461"/>
                    <a:pt x="14878" y="4201"/>
                  </a:cubicBezTo>
                  <a:cubicBezTo>
                    <a:pt x="12748" y="1731"/>
                    <a:pt x="10246" y="0"/>
                    <a:pt x="8011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" name="Google Shape;5517;p73"/>
            <p:cNvSpPr/>
            <p:nvPr/>
          </p:nvSpPr>
          <p:spPr>
            <a:xfrm>
              <a:off x="3553983" y="2734319"/>
              <a:ext cx="428315" cy="1306031"/>
            </a:xfrm>
            <a:custGeom>
              <a:avLst/>
              <a:gdLst/>
              <a:ahLst/>
              <a:cxnLst/>
              <a:rect l="l" t="t" r="r" b="b"/>
              <a:pathLst>
                <a:path w="24701" h="75319" extrusionOk="0">
                  <a:moveTo>
                    <a:pt x="8361" y="716"/>
                  </a:moveTo>
                  <a:cubicBezTo>
                    <a:pt x="8374" y="716"/>
                    <a:pt x="8387" y="716"/>
                    <a:pt x="8400" y="716"/>
                  </a:cubicBezTo>
                  <a:cubicBezTo>
                    <a:pt x="10354" y="716"/>
                    <a:pt x="12677" y="2127"/>
                    <a:pt x="14979" y="4795"/>
                  </a:cubicBezTo>
                  <a:cubicBezTo>
                    <a:pt x="16678" y="6769"/>
                    <a:pt x="17063" y="8147"/>
                    <a:pt x="17115" y="8889"/>
                  </a:cubicBezTo>
                  <a:cubicBezTo>
                    <a:pt x="16329" y="8102"/>
                    <a:pt x="14914" y="6692"/>
                    <a:pt x="14505" y="6323"/>
                  </a:cubicBezTo>
                  <a:cubicBezTo>
                    <a:pt x="14376" y="6207"/>
                    <a:pt x="14208" y="6149"/>
                    <a:pt x="14015" y="6149"/>
                  </a:cubicBezTo>
                  <a:cubicBezTo>
                    <a:pt x="13835" y="6149"/>
                    <a:pt x="13635" y="6199"/>
                    <a:pt x="13426" y="6299"/>
                  </a:cubicBezTo>
                  <a:cubicBezTo>
                    <a:pt x="12300" y="6830"/>
                    <a:pt x="10459" y="9071"/>
                    <a:pt x="10694" y="14122"/>
                  </a:cubicBezTo>
                  <a:cubicBezTo>
                    <a:pt x="11055" y="21691"/>
                    <a:pt x="11939" y="33212"/>
                    <a:pt x="15555" y="45807"/>
                  </a:cubicBezTo>
                  <a:cubicBezTo>
                    <a:pt x="16195" y="48041"/>
                    <a:pt x="16965" y="50404"/>
                    <a:pt x="17906" y="53043"/>
                  </a:cubicBezTo>
                  <a:lnTo>
                    <a:pt x="17910" y="53043"/>
                  </a:lnTo>
                  <a:lnTo>
                    <a:pt x="17910" y="53063"/>
                  </a:lnTo>
                  <a:lnTo>
                    <a:pt x="18113" y="53627"/>
                  </a:lnTo>
                  <a:lnTo>
                    <a:pt x="18194" y="53850"/>
                  </a:lnTo>
                  <a:lnTo>
                    <a:pt x="18194" y="53870"/>
                  </a:lnTo>
                  <a:cubicBezTo>
                    <a:pt x="18048" y="53979"/>
                    <a:pt x="17853" y="54113"/>
                    <a:pt x="17630" y="54259"/>
                  </a:cubicBezTo>
                  <a:cubicBezTo>
                    <a:pt x="16840" y="54790"/>
                    <a:pt x="15766" y="55512"/>
                    <a:pt x="15222" y="56602"/>
                  </a:cubicBezTo>
                  <a:cubicBezTo>
                    <a:pt x="15218" y="56614"/>
                    <a:pt x="15206" y="56627"/>
                    <a:pt x="15202" y="56643"/>
                  </a:cubicBezTo>
                  <a:cubicBezTo>
                    <a:pt x="14772" y="57539"/>
                    <a:pt x="14789" y="58532"/>
                    <a:pt x="15243" y="59598"/>
                  </a:cubicBezTo>
                  <a:cubicBezTo>
                    <a:pt x="15389" y="59926"/>
                    <a:pt x="15563" y="60247"/>
                    <a:pt x="15761" y="60551"/>
                  </a:cubicBezTo>
                  <a:cubicBezTo>
                    <a:pt x="16779" y="62124"/>
                    <a:pt x="18080" y="64390"/>
                    <a:pt x="19532" y="66907"/>
                  </a:cubicBezTo>
                  <a:cubicBezTo>
                    <a:pt x="20979" y="69429"/>
                    <a:pt x="22475" y="72027"/>
                    <a:pt x="23788" y="74103"/>
                  </a:cubicBezTo>
                  <a:cubicBezTo>
                    <a:pt x="22813" y="74409"/>
                    <a:pt x="21603" y="74606"/>
                    <a:pt x="20431" y="74606"/>
                  </a:cubicBezTo>
                  <a:cubicBezTo>
                    <a:pt x="19430" y="74606"/>
                    <a:pt x="18458" y="74462"/>
                    <a:pt x="17683" y="74119"/>
                  </a:cubicBezTo>
                  <a:cubicBezTo>
                    <a:pt x="16191" y="73462"/>
                    <a:pt x="13386" y="68298"/>
                    <a:pt x="10171" y="60311"/>
                  </a:cubicBezTo>
                  <a:cubicBezTo>
                    <a:pt x="9624" y="58937"/>
                    <a:pt x="9089" y="57551"/>
                    <a:pt x="8574" y="56177"/>
                  </a:cubicBezTo>
                  <a:cubicBezTo>
                    <a:pt x="6194" y="49768"/>
                    <a:pt x="718" y="27808"/>
                    <a:pt x="1346" y="16182"/>
                  </a:cubicBezTo>
                  <a:cubicBezTo>
                    <a:pt x="1658" y="10369"/>
                    <a:pt x="2692" y="6072"/>
                    <a:pt x="4415" y="3400"/>
                  </a:cubicBezTo>
                  <a:cubicBezTo>
                    <a:pt x="5157" y="2241"/>
                    <a:pt x="5854" y="1677"/>
                    <a:pt x="6316" y="1357"/>
                  </a:cubicBezTo>
                  <a:cubicBezTo>
                    <a:pt x="6914" y="943"/>
                    <a:pt x="7629" y="716"/>
                    <a:pt x="8361" y="716"/>
                  </a:cubicBezTo>
                  <a:close/>
                  <a:moveTo>
                    <a:pt x="8389" y="1"/>
                  </a:moveTo>
                  <a:cubicBezTo>
                    <a:pt x="7494" y="1"/>
                    <a:pt x="6659" y="255"/>
                    <a:pt x="5911" y="773"/>
                  </a:cubicBezTo>
                  <a:cubicBezTo>
                    <a:pt x="5400" y="1130"/>
                    <a:pt x="4630" y="1746"/>
                    <a:pt x="3819" y="3015"/>
                  </a:cubicBezTo>
                  <a:cubicBezTo>
                    <a:pt x="2027" y="5792"/>
                    <a:pt x="961" y="10206"/>
                    <a:pt x="637" y="16137"/>
                  </a:cubicBezTo>
                  <a:cubicBezTo>
                    <a:pt x="0" y="27865"/>
                    <a:pt x="5513" y="49970"/>
                    <a:pt x="7913" y="56424"/>
                  </a:cubicBezTo>
                  <a:cubicBezTo>
                    <a:pt x="8424" y="57802"/>
                    <a:pt x="8959" y="59201"/>
                    <a:pt x="9515" y="60575"/>
                  </a:cubicBezTo>
                  <a:cubicBezTo>
                    <a:pt x="11898" y="66518"/>
                    <a:pt x="15210" y="73807"/>
                    <a:pt x="17391" y="74767"/>
                  </a:cubicBezTo>
                  <a:cubicBezTo>
                    <a:pt x="18271" y="75157"/>
                    <a:pt x="19345" y="75319"/>
                    <a:pt x="20444" y="75319"/>
                  </a:cubicBezTo>
                  <a:cubicBezTo>
                    <a:pt x="21867" y="75319"/>
                    <a:pt x="23330" y="75047"/>
                    <a:pt x="24457" y="74625"/>
                  </a:cubicBezTo>
                  <a:cubicBezTo>
                    <a:pt x="24554" y="74585"/>
                    <a:pt x="24631" y="74504"/>
                    <a:pt x="24668" y="74403"/>
                  </a:cubicBezTo>
                  <a:cubicBezTo>
                    <a:pt x="24700" y="74301"/>
                    <a:pt x="24684" y="74188"/>
                    <a:pt x="24627" y="74099"/>
                  </a:cubicBezTo>
                  <a:cubicBezTo>
                    <a:pt x="23269" y="71978"/>
                    <a:pt x="21680" y="69218"/>
                    <a:pt x="20144" y="66554"/>
                  </a:cubicBezTo>
                  <a:cubicBezTo>
                    <a:pt x="18725" y="64086"/>
                    <a:pt x="17387" y="61755"/>
                    <a:pt x="16357" y="60162"/>
                  </a:cubicBezTo>
                  <a:cubicBezTo>
                    <a:pt x="16179" y="59894"/>
                    <a:pt x="16025" y="59610"/>
                    <a:pt x="15891" y="59310"/>
                  </a:cubicBezTo>
                  <a:cubicBezTo>
                    <a:pt x="15522" y="58451"/>
                    <a:pt x="15502" y="57689"/>
                    <a:pt x="15826" y="56987"/>
                  </a:cubicBezTo>
                  <a:lnTo>
                    <a:pt x="15847" y="56951"/>
                  </a:lnTo>
                  <a:cubicBezTo>
                    <a:pt x="16293" y="56014"/>
                    <a:pt x="17298" y="55337"/>
                    <a:pt x="18028" y="54851"/>
                  </a:cubicBezTo>
                  <a:cubicBezTo>
                    <a:pt x="18263" y="54689"/>
                    <a:pt x="18534" y="54502"/>
                    <a:pt x="18644" y="54417"/>
                  </a:cubicBezTo>
                  <a:cubicBezTo>
                    <a:pt x="18757" y="54332"/>
                    <a:pt x="18940" y="54129"/>
                    <a:pt x="18899" y="53736"/>
                  </a:cubicBezTo>
                  <a:cubicBezTo>
                    <a:pt x="18895" y="53708"/>
                    <a:pt x="18887" y="53679"/>
                    <a:pt x="18879" y="53651"/>
                  </a:cubicBezTo>
                  <a:lnTo>
                    <a:pt x="18782" y="53384"/>
                  </a:lnTo>
                  <a:cubicBezTo>
                    <a:pt x="18709" y="53197"/>
                    <a:pt x="18644" y="53002"/>
                    <a:pt x="18575" y="52816"/>
                  </a:cubicBezTo>
                  <a:cubicBezTo>
                    <a:pt x="18571" y="52804"/>
                    <a:pt x="18567" y="52796"/>
                    <a:pt x="18563" y="52784"/>
                  </a:cubicBezTo>
                  <a:cubicBezTo>
                    <a:pt x="17630" y="50173"/>
                    <a:pt x="16868" y="47826"/>
                    <a:pt x="16232" y="45616"/>
                  </a:cubicBezTo>
                  <a:cubicBezTo>
                    <a:pt x="12640" y="33090"/>
                    <a:pt x="11752" y="21622"/>
                    <a:pt x="11404" y="14086"/>
                  </a:cubicBezTo>
                  <a:cubicBezTo>
                    <a:pt x="11221" y="10194"/>
                    <a:pt x="12332" y="7936"/>
                    <a:pt x="13426" y="7117"/>
                  </a:cubicBezTo>
                  <a:cubicBezTo>
                    <a:pt x="13779" y="6854"/>
                    <a:pt x="14006" y="6850"/>
                    <a:pt x="14022" y="6850"/>
                  </a:cubicBezTo>
                  <a:cubicBezTo>
                    <a:pt x="14574" y="7348"/>
                    <a:pt x="17107" y="9894"/>
                    <a:pt x="17136" y="9923"/>
                  </a:cubicBezTo>
                  <a:cubicBezTo>
                    <a:pt x="17205" y="9994"/>
                    <a:pt x="17295" y="10027"/>
                    <a:pt x="17384" y="10027"/>
                  </a:cubicBezTo>
                  <a:cubicBezTo>
                    <a:pt x="17529" y="10027"/>
                    <a:pt x="17671" y="9940"/>
                    <a:pt x="17724" y="9785"/>
                  </a:cubicBezTo>
                  <a:cubicBezTo>
                    <a:pt x="17817" y="9525"/>
                    <a:pt x="18372" y="7653"/>
                    <a:pt x="15514" y="4332"/>
                  </a:cubicBezTo>
                  <a:cubicBezTo>
                    <a:pt x="13069" y="1494"/>
                    <a:pt x="10557" y="1"/>
                    <a:pt x="83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" name="Google Shape;5518;p73"/>
            <p:cNvSpPr/>
            <p:nvPr/>
          </p:nvSpPr>
          <p:spPr>
            <a:xfrm>
              <a:off x="3625319" y="2740527"/>
              <a:ext cx="350511" cy="1293703"/>
            </a:xfrm>
            <a:custGeom>
              <a:avLst/>
              <a:gdLst/>
              <a:ahLst/>
              <a:cxnLst/>
              <a:rect l="l" t="t" r="r" b="b"/>
              <a:pathLst>
                <a:path w="20214" h="74608" extrusionOk="0">
                  <a:moveTo>
                    <a:pt x="4261" y="0"/>
                  </a:moveTo>
                  <a:cubicBezTo>
                    <a:pt x="3464" y="0"/>
                    <a:pt x="2700" y="221"/>
                    <a:pt x="1999" y="707"/>
                  </a:cubicBezTo>
                  <a:cubicBezTo>
                    <a:pt x="1558" y="1015"/>
                    <a:pt x="795" y="1603"/>
                    <a:pt x="1" y="2852"/>
                  </a:cubicBezTo>
                  <a:cubicBezTo>
                    <a:pt x="102" y="2841"/>
                    <a:pt x="204" y="2836"/>
                    <a:pt x="306" y="2836"/>
                  </a:cubicBezTo>
                  <a:cubicBezTo>
                    <a:pt x="903" y="2836"/>
                    <a:pt x="1521" y="3010"/>
                    <a:pt x="2113" y="3391"/>
                  </a:cubicBezTo>
                  <a:cubicBezTo>
                    <a:pt x="3617" y="4343"/>
                    <a:pt x="4351" y="6184"/>
                    <a:pt x="4468" y="7959"/>
                  </a:cubicBezTo>
                  <a:cubicBezTo>
                    <a:pt x="4582" y="9731"/>
                    <a:pt x="4180" y="11490"/>
                    <a:pt x="3897" y="13241"/>
                  </a:cubicBezTo>
                  <a:cubicBezTo>
                    <a:pt x="2757" y="20169"/>
                    <a:pt x="4411" y="27908"/>
                    <a:pt x="5619" y="34013"/>
                  </a:cubicBezTo>
                  <a:cubicBezTo>
                    <a:pt x="8729" y="49657"/>
                    <a:pt x="10573" y="55928"/>
                    <a:pt x="8785" y="60480"/>
                  </a:cubicBezTo>
                  <a:cubicBezTo>
                    <a:pt x="8490" y="60589"/>
                    <a:pt x="8193" y="60634"/>
                    <a:pt x="7896" y="60634"/>
                  </a:cubicBezTo>
                  <a:cubicBezTo>
                    <a:pt x="7180" y="60634"/>
                    <a:pt x="6460" y="60370"/>
                    <a:pt x="5729" y="60083"/>
                  </a:cubicBezTo>
                  <a:lnTo>
                    <a:pt x="5729" y="60083"/>
                  </a:lnTo>
                  <a:cubicBezTo>
                    <a:pt x="8181" y="66176"/>
                    <a:pt x="11461" y="73218"/>
                    <a:pt x="13419" y="74085"/>
                  </a:cubicBezTo>
                  <a:cubicBezTo>
                    <a:pt x="14255" y="74455"/>
                    <a:pt x="15279" y="74607"/>
                    <a:pt x="16321" y="74607"/>
                  </a:cubicBezTo>
                  <a:cubicBezTo>
                    <a:pt x="17724" y="74607"/>
                    <a:pt x="19159" y="74331"/>
                    <a:pt x="20213" y="73935"/>
                  </a:cubicBezTo>
                  <a:cubicBezTo>
                    <a:pt x="17586" y="69841"/>
                    <a:pt x="14076" y="63294"/>
                    <a:pt x="11947" y="59994"/>
                  </a:cubicBezTo>
                  <a:cubicBezTo>
                    <a:pt x="11757" y="59706"/>
                    <a:pt x="11595" y="59406"/>
                    <a:pt x="11453" y="59090"/>
                  </a:cubicBezTo>
                  <a:cubicBezTo>
                    <a:pt x="10991" y="58016"/>
                    <a:pt x="11068" y="57144"/>
                    <a:pt x="11408" y="56435"/>
                  </a:cubicBezTo>
                  <a:lnTo>
                    <a:pt x="11412" y="56435"/>
                  </a:lnTo>
                  <a:cubicBezTo>
                    <a:pt x="12045" y="55101"/>
                    <a:pt x="13605" y="54327"/>
                    <a:pt x="14311" y="53775"/>
                  </a:cubicBezTo>
                  <a:cubicBezTo>
                    <a:pt x="14408" y="53698"/>
                    <a:pt x="14445" y="53577"/>
                    <a:pt x="14428" y="53411"/>
                  </a:cubicBezTo>
                  <a:lnTo>
                    <a:pt x="14124" y="52572"/>
                  </a:lnTo>
                  <a:lnTo>
                    <a:pt x="14124" y="52559"/>
                  </a:lnTo>
                  <a:cubicBezTo>
                    <a:pt x="13277" y="50192"/>
                    <a:pt x="12466" y="47756"/>
                    <a:pt x="11777" y="45348"/>
                  </a:cubicBezTo>
                  <a:cubicBezTo>
                    <a:pt x="8003" y="32193"/>
                    <a:pt x="7217" y="20028"/>
                    <a:pt x="6929" y="13744"/>
                  </a:cubicBezTo>
                  <a:cubicBezTo>
                    <a:pt x="6672" y="8132"/>
                    <a:pt x="8992" y="6142"/>
                    <a:pt x="9892" y="6142"/>
                  </a:cubicBezTo>
                  <a:cubicBezTo>
                    <a:pt x="10000" y="6142"/>
                    <a:pt x="10087" y="6170"/>
                    <a:pt x="10148" y="6224"/>
                  </a:cubicBezTo>
                  <a:cubicBezTo>
                    <a:pt x="10711" y="6731"/>
                    <a:pt x="13273" y="9309"/>
                    <a:pt x="13273" y="9309"/>
                  </a:cubicBezTo>
                  <a:cubicBezTo>
                    <a:pt x="13314" y="9204"/>
                    <a:pt x="13930" y="7461"/>
                    <a:pt x="11129" y="4201"/>
                  </a:cubicBezTo>
                  <a:cubicBezTo>
                    <a:pt x="8996" y="1731"/>
                    <a:pt x="6495" y="0"/>
                    <a:pt x="4261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" name="Google Shape;5519;p73"/>
            <p:cNvSpPr/>
            <p:nvPr/>
          </p:nvSpPr>
          <p:spPr>
            <a:xfrm>
              <a:off x="3718401" y="2818696"/>
              <a:ext cx="62649" cy="117496"/>
            </a:xfrm>
            <a:custGeom>
              <a:avLst/>
              <a:gdLst/>
              <a:ahLst/>
              <a:cxnLst/>
              <a:rect l="l" t="t" r="r" b="b"/>
              <a:pathLst>
                <a:path w="3613" h="6776" extrusionOk="0">
                  <a:moveTo>
                    <a:pt x="3489" y="1"/>
                  </a:moveTo>
                  <a:cubicBezTo>
                    <a:pt x="2833" y="1"/>
                    <a:pt x="2218" y="389"/>
                    <a:pt x="1776" y="889"/>
                  </a:cubicBezTo>
                  <a:cubicBezTo>
                    <a:pt x="1301" y="1424"/>
                    <a:pt x="977" y="2061"/>
                    <a:pt x="734" y="2709"/>
                  </a:cubicBezTo>
                  <a:cubicBezTo>
                    <a:pt x="255" y="4007"/>
                    <a:pt x="0" y="5397"/>
                    <a:pt x="73" y="6775"/>
                  </a:cubicBezTo>
                  <a:cubicBezTo>
                    <a:pt x="284" y="5417"/>
                    <a:pt x="588" y="4100"/>
                    <a:pt x="1070" y="2835"/>
                  </a:cubicBezTo>
                  <a:cubicBezTo>
                    <a:pt x="1301" y="2203"/>
                    <a:pt x="1593" y="1591"/>
                    <a:pt x="1986" y="1068"/>
                  </a:cubicBezTo>
                  <a:cubicBezTo>
                    <a:pt x="2384" y="545"/>
                    <a:pt x="2919" y="99"/>
                    <a:pt x="3612" y="6"/>
                  </a:cubicBezTo>
                  <a:cubicBezTo>
                    <a:pt x="3571" y="2"/>
                    <a:pt x="3530" y="1"/>
                    <a:pt x="34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5" name="Google Shape;5520;p73"/>
            <p:cNvSpPr/>
            <p:nvPr/>
          </p:nvSpPr>
          <p:spPr>
            <a:xfrm>
              <a:off x="3704615" y="3007025"/>
              <a:ext cx="27085" cy="258557"/>
            </a:xfrm>
            <a:custGeom>
              <a:avLst/>
              <a:gdLst/>
              <a:ahLst/>
              <a:cxnLst/>
              <a:rect l="l" t="t" r="r" b="b"/>
              <a:pathLst>
                <a:path w="1562" h="14911" extrusionOk="0">
                  <a:moveTo>
                    <a:pt x="345" y="1"/>
                  </a:moveTo>
                  <a:lnTo>
                    <a:pt x="345" y="1"/>
                  </a:lnTo>
                  <a:cubicBezTo>
                    <a:pt x="29" y="2490"/>
                    <a:pt x="1" y="5019"/>
                    <a:pt x="211" y="7516"/>
                  </a:cubicBezTo>
                  <a:cubicBezTo>
                    <a:pt x="426" y="10014"/>
                    <a:pt x="848" y="12503"/>
                    <a:pt x="1561" y="14911"/>
                  </a:cubicBezTo>
                  <a:cubicBezTo>
                    <a:pt x="1123" y="12442"/>
                    <a:pt x="775" y="9973"/>
                    <a:pt x="568" y="7484"/>
                  </a:cubicBezTo>
                  <a:cubicBezTo>
                    <a:pt x="361" y="4999"/>
                    <a:pt x="313" y="2506"/>
                    <a:pt x="34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" name="Google Shape;5521;p73"/>
            <p:cNvSpPr/>
            <p:nvPr/>
          </p:nvSpPr>
          <p:spPr>
            <a:xfrm>
              <a:off x="3726481" y="3309071"/>
              <a:ext cx="18710" cy="93931"/>
            </a:xfrm>
            <a:custGeom>
              <a:avLst/>
              <a:gdLst/>
              <a:ahLst/>
              <a:cxnLst/>
              <a:rect l="l" t="t" r="r" b="b"/>
              <a:pathLst>
                <a:path w="1079" h="5417" extrusionOk="0">
                  <a:moveTo>
                    <a:pt x="227" y="1"/>
                  </a:moveTo>
                  <a:cubicBezTo>
                    <a:pt x="12" y="905"/>
                    <a:pt x="0" y="1866"/>
                    <a:pt x="154" y="2786"/>
                  </a:cubicBezTo>
                  <a:cubicBezTo>
                    <a:pt x="304" y="3710"/>
                    <a:pt x="592" y="4614"/>
                    <a:pt x="1079" y="5417"/>
                  </a:cubicBezTo>
                  <a:cubicBezTo>
                    <a:pt x="856" y="4509"/>
                    <a:pt x="649" y="3633"/>
                    <a:pt x="503" y="2729"/>
                  </a:cubicBezTo>
                  <a:cubicBezTo>
                    <a:pt x="357" y="1829"/>
                    <a:pt x="288" y="925"/>
                    <a:pt x="22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7" name="Google Shape;5522;p73"/>
            <p:cNvSpPr/>
            <p:nvPr/>
          </p:nvSpPr>
          <p:spPr>
            <a:xfrm>
              <a:off x="3762045" y="3451276"/>
              <a:ext cx="78394" cy="279226"/>
            </a:xfrm>
            <a:custGeom>
              <a:avLst/>
              <a:gdLst/>
              <a:ahLst/>
              <a:cxnLst/>
              <a:rect l="l" t="t" r="r" b="b"/>
              <a:pathLst>
                <a:path w="4521" h="16103" extrusionOk="0">
                  <a:moveTo>
                    <a:pt x="1" y="1"/>
                  </a:moveTo>
                  <a:cubicBezTo>
                    <a:pt x="621" y="2725"/>
                    <a:pt x="1338" y="5421"/>
                    <a:pt x="2096" y="8100"/>
                  </a:cubicBezTo>
                  <a:cubicBezTo>
                    <a:pt x="2850" y="10780"/>
                    <a:pt x="3637" y="13455"/>
                    <a:pt x="4521" y="16103"/>
                  </a:cubicBezTo>
                  <a:cubicBezTo>
                    <a:pt x="3904" y="13378"/>
                    <a:pt x="3195" y="10683"/>
                    <a:pt x="2433" y="8003"/>
                  </a:cubicBezTo>
                  <a:cubicBezTo>
                    <a:pt x="1675" y="5323"/>
                    <a:pt x="892" y="2648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8" name="Google Shape;5523;p73"/>
            <p:cNvSpPr/>
            <p:nvPr/>
          </p:nvSpPr>
          <p:spPr>
            <a:xfrm>
              <a:off x="3848086" y="3752975"/>
              <a:ext cx="16109" cy="33553"/>
            </a:xfrm>
            <a:custGeom>
              <a:avLst/>
              <a:gdLst/>
              <a:ahLst/>
              <a:cxnLst/>
              <a:rect l="l" t="t" r="r" b="b"/>
              <a:pathLst>
                <a:path w="929" h="1935" extrusionOk="0">
                  <a:moveTo>
                    <a:pt x="256" y="1"/>
                  </a:moveTo>
                  <a:cubicBezTo>
                    <a:pt x="17" y="317"/>
                    <a:pt x="0" y="759"/>
                    <a:pt x="134" y="1128"/>
                  </a:cubicBezTo>
                  <a:cubicBezTo>
                    <a:pt x="264" y="1501"/>
                    <a:pt x="548" y="1833"/>
                    <a:pt x="929" y="1934"/>
                  </a:cubicBezTo>
                  <a:cubicBezTo>
                    <a:pt x="738" y="1647"/>
                    <a:pt x="584" y="1338"/>
                    <a:pt x="467" y="1014"/>
                  </a:cubicBezTo>
                  <a:cubicBezTo>
                    <a:pt x="353" y="686"/>
                    <a:pt x="284" y="345"/>
                    <a:pt x="25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9" name="Google Shape;5524;p73"/>
            <p:cNvSpPr/>
            <p:nvPr/>
          </p:nvSpPr>
          <p:spPr>
            <a:xfrm>
              <a:off x="3778206" y="3686979"/>
              <a:ext cx="50286" cy="149800"/>
            </a:xfrm>
            <a:custGeom>
              <a:avLst/>
              <a:gdLst/>
              <a:ahLst/>
              <a:cxnLst/>
              <a:rect l="l" t="t" r="r" b="b"/>
              <a:pathLst>
                <a:path w="2900" h="8639" extrusionOk="0">
                  <a:moveTo>
                    <a:pt x="1" y="0"/>
                  </a:moveTo>
                  <a:cubicBezTo>
                    <a:pt x="293" y="1500"/>
                    <a:pt x="702" y="2968"/>
                    <a:pt x="1193" y="4407"/>
                  </a:cubicBezTo>
                  <a:cubicBezTo>
                    <a:pt x="1683" y="5846"/>
                    <a:pt x="2226" y="7273"/>
                    <a:pt x="2899" y="8639"/>
                  </a:cubicBezTo>
                  <a:cubicBezTo>
                    <a:pt x="2490" y="7171"/>
                    <a:pt x="2024" y="5736"/>
                    <a:pt x="1533" y="4297"/>
                  </a:cubicBezTo>
                  <a:cubicBezTo>
                    <a:pt x="1043" y="2858"/>
                    <a:pt x="560" y="1419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0" name="Google Shape;5525;p73"/>
            <p:cNvSpPr/>
            <p:nvPr/>
          </p:nvSpPr>
          <p:spPr>
            <a:xfrm>
              <a:off x="3767594" y="3752975"/>
              <a:ext cx="31299" cy="80926"/>
            </a:xfrm>
            <a:custGeom>
              <a:avLst/>
              <a:gdLst/>
              <a:ahLst/>
              <a:cxnLst/>
              <a:rect l="l" t="t" r="r" b="b"/>
              <a:pathLst>
                <a:path w="1805" h="4667" extrusionOk="0">
                  <a:moveTo>
                    <a:pt x="17" y="1"/>
                  </a:moveTo>
                  <a:cubicBezTo>
                    <a:pt x="1" y="852"/>
                    <a:pt x="179" y="1695"/>
                    <a:pt x="487" y="2494"/>
                  </a:cubicBezTo>
                  <a:cubicBezTo>
                    <a:pt x="795" y="3288"/>
                    <a:pt x="1221" y="4042"/>
                    <a:pt x="1805" y="4667"/>
                  </a:cubicBezTo>
                  <a:cubicBezTo>
                    <a:pt x="1460" y="3892"/>
                    <a:pt x="1128" y="3134"/>
                    <a:pt x="824" y="2364"/>
                  </a:cubicBezTo>
                  <a:cubicBezTo>
                    <a:pt x="520" y="1594"/>
                    <a:pt x="276" y="803"/>
                    <a:pt x="1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1" name="Google Shape;5526;p73"/>
            <p:cNvSpPr/>
            <p:nvPr/>
          </p:nvSpPr>
          <p:spPr>
            <a:xfrm>
              <a:off x="3446423" y="3774633"/>
              <a:ext cx="561660" cy="289283"/>
            </a:xfrm>
            <a:custGeom>
              <a:avLst/>
              <a:gdLst/>
              <a:ahLst/>
              <a:cxnLst/>
              <a:rect l="l" t="t" r="r" b="b"/>
              <a:pathLst>
                <a:path w="32391" h="16683" extrusionOk="0">
                  <a:moveTo>
                    <a:pt x="26590" y="0"/>
                  </a:moveTo>
                  <a:cubicBezTo>
                    <a:pt x="25743" y="665"/>
                    <a:pt x="24251" y="1845"/>
                    <a:pt x="23189" y="2708"/>
                  </a:cubicBezTo>
                  <a:cubicBezTo>
                    <a:pt x="23014" y="2854"/>
                    <a:pt x="22840" y="2988"/>
                    <a:pt x="22694" y="3114"/>
                  </a:cubicBezTo>
                  <a:cubicBezTo>
                    <a:pt x="21614" y="3995"/>
                    <a:pt x="21027" y="4180"/>
                    <a:pt x="20668" y="4180"/>
                  </a:cubicBezTo>
                  <a:cubicBezTo>
                    <a:pt x="20545" y="4180"/>
                    <a:pt x="20448" y="4158"/>
                    <a:pt x="20367" y="4135"/>
                  </a:cubicBezTo>
                  <a:cubicBezTo>
                    <a:pt x="20084" y="4058"/>
                    <a:pt x="17735" y="3015"/>
                    <a:pt x="15156" y="3015"/>
                  </a:cubicBezTo>
                  <a:cubicBezTo>
                    <a:pt x="14895" y="3015"/>
                    <a:pt x="14632" y="3025"/>
                    <a:pt x="14368" y="3049"/>
                  </a:cubicBezTo>
                  <a:cubicBezTo>
                    <a:pt x="13753" y="3103"/>
                    <a:pt x="13199" y="3114"/>
                    <a:pt x="12708" y="3114"/>
                  </a:cubicBezTo>
                  <a:cubicBezTo>
                    <a:pt x="12347" y="3114"/>
                    <a:pt x="12020" y="3108"/>
                    <a:pt x="11729" y="3108"/>
                  </a:cubicBezTo>
                  <a:cubicBezTo>
                    <a:pt x="10565" y="3108"/>
                    <a:pt x="9963" y="3206"/>
                    <a:pt x="10002" y="4184"/>
                  </a:cubicBezTo>
                  <a:cubicBezTo>
                    <a:pt x="10058" y="5736"/>
                    <a:pt x="12993" y="6920"/>
                    <a:pt x="13934" y="6985"/>
                  </a:cubicBezTo>
                  <a:cubicBezTo>
                    <a:pt x="14870" y="7050"/>
                    <a:pt x="13561" y="8489"/>
                    <a:pt x="11749" y="8797"/>
                  </a:cubicBezTo>
                  <a:cubicBezTo>
                    <a:pt x="11334" y="8868"/>
                    <a:pt x="10868" y="8903"/>
                    <a:pt x="10368" y="8903"/>
                  </a:cubicBezTo>
                  <a:cubicBezTo>
                    <a:pt x="8678" y="8903"/>
                    <a:pt x="6610" y="8504"/>
                    <a:pt x="4902" y="7759"/>
                  </a:cubicBezTo>
                  <a:cubicBezTo>
                    <a:pt x="3891" y="7320"/>
                    <a:pt x="2809" y="7080"/>
                    <a:pt x="1925" y="7080"/>
                  </a:cubicBezTo>
                  <a:cubicBezTo>
                    <a:pt x="875" y="7080"/>
                    <a:pt x="105" y="7420"/>
                    <a:pt x="70" y="8169"/>
                  </a:cubicBezTo>
                  <a:cubicBezTo>
                    <a:pt x="1" y="9547"/>
                    <a:pt x="1006" y="10131"/>
                    <a:pt x="1006" y="10131"/>
                  </a:cubicBezTo>
                  <a:cubicBezTo>
                    <a:pt x="1006" y="10131"/>
                    <a:pt x="321" y="10216"/>
                    <a:pt x="568" y="11197"/>
                  </a:cubicBezTo>
                  <a:cubicBezTo>
                    <a:pt x="820" y="12174"/>
                    <a:pt x="1756" y="12421"/>
                    <a:pt x="1756" y="12421"/>
                  </a:cubicBezTo>
                  <a:cubicBezTo>
                    <a:pt x="1756" y="12421"/>
                    <a:pt x="933" y="13074"/>
                    <a:pt x="2125" y="14026"/>
                  </a:cubicBezTo>
                  <a:cubicBezTo>
                    <a:pt x="3247" y="14923"/>
                    <a:pt x="6061" y="16683"/>
                    <a:pt x="11113" y="16683"/>
                  </a:cubicBezTo>
                  <a:cubicBezTo>
                    <a:pt x="11427" y="16683"/>
                    <a:pt x="11750" y="16676"/>
                    <a:pt x="12081" y="16661"/>
                  </a:cubicBezTo>
                  <a:cubicBezTo>
                    <a:pt x="17749" y="16418"/>
                    <a:pt x="23241" y="15636"/>
                    <a:pt x="26614" y="12993"/>
                  </a:cubicBezTo>
                  <a:cubicBezTo>
                    <a:pt x="27186" y="12547"/>
                    <a:pt x="27774" y="12068"/>
                    <a:pt x="28349" y="11582"/>
                  </a:cubicBezTo>
                  <a:cubicBezTo>
                    <a:pt x="29886" y="10273"/>
                    <a:pt x="31357" y="8907"/>
                    <a:pt x="32391" y="7921"/>
                  </a:cubicBezTo>
                  <a:cubicBezTo>
                    <a:pt x="30109" y="5027"/>
                    <a:pt x="28211" y="2129"/>
                    <a:pt x="26590" y="0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2" name="Google Shape;5527;p73"/>
            <p:cNvSpPr/>
            <p:nvPr/>
          </p:nvSpPr>
          <p:spPr>
            <a:xfrm>
              <a:off x="3440666" y="3765841"/>
              <a:ext cx="575723" cy="304248"/>
            </a:xfrm>
            <a:custGeom>
              <a:avLst/>
              <a:gdLst/>
              <a:ahLst/>
              <a:cxnLst/>
              <a:rect l="l" t="t" r="r" b="b"/>
              <a:pathLst>
                <a:path w="33202" h="17546" extrusionOk="0">
                  <a:moveTo>
                    <a:pt x="26857" y="1010"/>
                  </a:moveTo>
                  <a:cubicBezTo>
                    <a:pt x="27453" y="1809"/>
                    <a:pt x="28098" y="2717"/>
                    <a:pt x="28770" y="3665"/>
                  </a:cubicBezTo>
                  <a:cubicBezTo>
                    <a:pt x="29804" y="5125"/>
                    <a:pt x="30972" y="6762"/>
                    <a:pt x="32245" y="8392"/>
                  </a:cubicBezTo>
                  <a:cubicBezTo>
                    <a:pt x="31264" y="9320"/>
                    <a:pt x="29881" y="10597"/>
                    <a:pt x="28454" y="11813"/>
                  </a:cubicBezTo>
                  <a:cubicBezTo>
                    <a:pt x="27875" y="12304"/>
                    <a:pt x="27295" y="12782"/>
                    <a:pt x="26731" y="13224"/>
                  </a:cubicBezTo>
                  <a:cubicBezTo>
                    <a:pt x="23160" y="16009"/>
                    <a:pt x="17197" y="16609"/>
                    <a:pt x="12397" y="16816"/>
                  </a:cubicBezTo>
                  <a:cubicBezTo>
                    <a:pt x="12065" y="16830"/>
                    <a:pt x="11743" y="16837"/>
                    <a:pt x="11429" y="16837"/>
                  </a:cubicBezTo>
                  <a:cubicBezTo>
                    <a:pt x="6635" y="16837"/>
                    <a:pt x="3917" y="15251"/>
                    <a:pt x="2680" y="14262"/>
                  </a:cubicBezTo>
                  <a:cubicBezTo>
                    <a:pt x="2352" y="13994"/>
                    <a:pt x="2173" y="13739"/>
                    <a:pt x="2169" y="13528"/>
                  </a:cubicBezTo>
                  <a:cubicBezTo>
                    <a:pt x="2169" y="13402"/>
                    <a:pt x="2222" y="13285"/>
                    <a:pt x="2311" y="13204"/>
                  </a:cubicBezTo>
                  <a:lnTo>
                    <a:pt x="2842" y="12770"/>
                  </a:lnTo>
                  <a:lnTo>
                    <a:pt x="2177" y="12584"/>
                  </a:lnTo>
                  <a:cubicBezTo>
                    <a:pt x="2149" y="12575"/>
                    <a:pt x="1436" y="12365"/>
                    <a:pt x="1241" y="11611"/>
                  </a:cubicBezTo>
                  <a:cubicBezTo>
                    <a:pt x="1180" y="11380"/>
                    <a:pt x="1184" y="11189"/>
                    <a:pt x="1253" y="11088"/>
                  </a:cubicBezTo>
                  <a:cubicBezTo>
                    <a:pt x="1277" y="11043"/>
                    <a:pt x="1326" y="11007"/>
                    <a:pt x="1379" y="10995"/>
                  </a:cubicBezTo>
                  <a:lnTo>
                    <a:pt x="2421" y="10861"/>
                  </a:lnTo>
                  <a:lnTo>
                    <a:pt x="1517" y="10334"/>
                  </a:lnTo>
                  <a:cubicBezTo>
                    <a:pt x="1508" y="10330"/>
                    <a:pt x="698" y="9843"/>
                    <a:pt x="754" y="8692"/>
                  </a:cubicBezTo>
                  <a:cubicBezTo>
                    <a:pt x="767" y="8477"/>
                    <a:pt x="860" y="8323"/>
                    <a:pt x="1058" y="8193"/>
                  </a:cubicBezTo>
                  <a:cubicBezTo>
                    <a:pt x="1334" y="8023"/>
                    <a:pt x="1750" y="7941"/>
                    <a:pt x="2246" y="7941"/>
                  </a:cubicBezTo>
                  <a:cubicBezTo>
                    <a:pt x="3071" y="7941"/>
                    <a:pt x="4115" y="8168"/>
                    <a:pt x="5092" y="8591"/>
                  </a:cubicBezTo>
                  <a:cubicBezTo>
                    <a:pt x="6812" y="9334"/>
                    <a:pt x="8945" y="9766"/>
                    <a:pt x="10720" y="9766"/>
                  </a:cubicBezTo>
                  <a:cubicBezTo>
                    <a:pt x="11230" y="9766"/>
                    <a:pt x="11710" y="9731"/>
                    <a:pt x="12142" y="9657"/>
                  </a:cubicBezTo>
                  <a:cubicBezTo>
                    <a:pt x="13560" y="9405"/>
                    <a:pt x="14967" y="8420"/>
                    <a:pt x="14935" y="7687"/>
                  </a:cubicBezTo>
                  <a:cubicBezTo>
                    <a:pt x="14919" y="7439"/>
                    <a:pt x="14744" y="7168"/>
                    <a:pt x="14290" y="7135"/>
                  </a:cubicBezTo>
                  <a:cubicBezTo>
                    <a:pt x="13463" y="7079"/>
                    <a:pt x="10739" y="5956"/>
                    <a:pt x="10686" y="4679"/>
                  </a:cubicBezTo>
                  <a:cubicBezTo>
                    <a:pt x="10670" y="4310"/>
                    <a:pt x="10767" y="4212"/>
                    <a:pt x="10800" y="4176"/>
                  </a:cubicBezTo>
                  <a:cubicBezTo>
                    <a:pt x="10971" y="3998"/>
                    <a:pt x="11438" y="3970"/>
                    <a:pt x="12047" y="3970"/>
                  </a:cubicBezTo>
                  <a:cubicBezTo>
                    <a:pt x="12189" y="3970"/>
                    <a:pt x="12339" y="3972"/>
                    <a:pt x="12494" y="3973"/>
                  </a:cubicBezTo>
                  <a:cubicBezTo>
                    <a:pt x="12657" y="3974"/>
                    <a:pt x="12829" y="3976"/>
                    <a:pt x="13010" y="3976"/>
                  </a:cubicBezTo>
                  <a:cubicBezTo>
                    <a:pt x="13516" y="3976"/>
                    <a:pt x="14094" y="3965"/>
                    <a:pt x="14736" y="3908"/>
                  </a:cubicBezTo>
                  <a:cubicBezTo>
                    <a:pt x="14982" y="3887"/>
                    <a:pt x="15228" y="3878"/>
                    <a:pt x="15473" y="3878"/>
                  </a:cubicBezTo>
                  <a:cubicBezTo>
                    <a:pt x="17628" y="3878"/>
                    <a:pt x="19636" y="4627"/>
                    <a:pt x="20338" y="4889"/>
                  </a:cubicBezTo>
                  <a:lnTo>
                    <a:pt x="20598" y="4987"/>
                  </a:lnTo>
                  <a:cubicBezTo>
                    <a:pt x="20715" y="5020"/>
                    <a:pt x="20845" y="5045"/>
                    <a:pt x="20996" y="5045"/>
                  </a:cubicBezTo>
                  <a:cubicBezTo>
                    <a:pt x="21462" y="5045"/>
                    <a:pt x="22132" y="4811"/>
                    <a:pt x="23253" y="3892"/>
                  </a:cubicBezTo>
                  <a:lnTo>
                    <a:pt x="23618" y="3588"/>
                  </a:lnTo>
                  <a:lnTo>
                    <a:pt x="23752" y="3487"/>
                  </a:lnTo>
                  <a:cubicBezTo>
                    <a:pt x="24652" y="2753"/>
                    <a:pt x="25848" y="1805"/>
                    <a:pt x="26857" y="1010"/>
                  </a:cubicBezTo>
                  <a:close/>
                  <a:moveTo>
                    <a:pt x="26983" y="1"/>
                  </a:moveTo>
                  <a:lnTo>
                    <a:pt x="26699" y="232"/>
                  </a:lnTo>
                  <a:cubicBezTo>
                    <a:pt x="25641" y="1067"/>
                    <a:pt x="24291" y="2129"/>
                    <a:pt x="23302" y="2936"/>
                  </a:cubicBezTo>
                  <a:lnTo>
                    <a:pt x="23176" y="3037"/>
                  </a:lnTo>
                  <a:lnTo>
                    <a:pt x="22795" y="3345"/>
                  </a:lnTo>
                  <a:cubicBezTo>
                    <a:pt x="21771" y="4189"/>
                    <a:pt x="21263" y="4337"/>
                    <a:pt x="20998" y="4337"/>
                  </a:cubicBezTo>
                  <a:cubicBezTo>
                    <a:pt x="20904" y="4337"/>
                    <a:pt x="20841" y="4318"/>
                    <a:pt x="20797" y="4306"/>
                  </a:cubicBezTo>
                  <a:lnTo>
                    <a:pt x="20590" y="4229"/>
                  </a:lnTo>
                  <a:cubicBezTo>
                    <a:pt x="19853" y="3949"/>
                    <a:pt x="17762" y="3165"/>
                    <a:pt x="15475" y="3165"/>
                  </a:cubicBezTo>
                  <a:cubicBezTo>
                    <a:pt x="15209" y="3165"/>
                    <a:pt x="14941" y="3176"/>
                    <a:pt x="14671" y="3199"/>
                  </a:cubicBezTo>
                  <a:cubicBezTo>
                    <a:pt x="14037" y="3258"/>
                    <a:pt x="13458" y="3265"/>
                    <a:pt x="12957" y="3265"/>
                  </a:cubicBezTo>
                  <a:cubicBezTo>
                    <a:pt x="12799" y="3265"/>
                    <a:pt x="12649" y="3264"/>
                    <a:pt x="12506" y="3264"/>
                  </a:cubicBezTo>
                  <a:cubicBezTo>
                    <a:pt x="12368" y="3263"/>
                    <a:pt x="12235" y="3262"/>
                    <a:pt x="12109" y="3262"/>
                  </a:cubicBezTo>
                  <a:cubicBezTo>
                    <a:pt x="11244" y="3262"/>
                    <a:pt x="10657" y="3307"/>
                    <a:pt x="10289" y="3685"/>
                  </a:cubicBezTo>
                  <a:cubicBezTo>
                    <a:pt x="10058" y="3925"/>
                    <a:pt x="9957" y="4253"/>
                    <a:pt x="9977" y="4703"/>
                  </a:cubicBezTo>
                  <a:cubicBezTo>
                    <a:pt x="10050" y="6479"/>
                    <a:pt x="13074" y="7715"/>
                    <a:pt x="14156" y="7837"/>
                  </a:cubicBezTo>
                  <a:cubicBezTo>
                    <a:pt x="13925" y="8149"/>
                    <a:pt x="13143" y="8757"/>
                    <a:pt x="12020" y="8951"/>
                  </a:cubicBezTo>
                  <a:cubicBezTo>
                    <a:pt x="11615" y="9021"/>
                    <a:pt x="11165" y="9055"/>
                    <a:pt x="10686" y="9055"/>
                  </a:cubicBezTo>
                  <a:cubicBezTo>
                    <a:pt x="9018" y="9055"/>
                    <a:pt x="7007" y="8648"/>
                    <a:pt x="5376" y="7942"/>
                  </a:cubicBezTo>
                  <a:cubicBezTo>
                    <a:pt x="4305" y="7475"/>
                    <a:pt x="3196" y="7233"/>
                    <a:pt x="2274" y="7233"/>
                  </a:cubicBezTo>
                  <a:cubicBezTo>
                    <a:pt x="1628" y="7233"/>
                    <a:pt x="1073" y="7351"/>
                    <a:pt x="686" y="7593"/>
                  </a:cubicBezTo>
                  <a:cubicBezTo>
                    <a:pt x="284" y="7845"/>
                    <a:pt x="65" y="8210"/>
                    <a:pt x="45" y="8664"/>
                  </a:cubicBezTo>
                  <a:cubicBezTo>
                    <a:pt x="0" y="9612"/>
                    <a:pt x="402" y="10245"/>
                    <a:pt x="734" y="10593"/>
                  </a:cubicBezTo>
                  <a:lnTo>
                    <a:pt x="661" y="10682"/>
                  </a:lnTo>
                  <a:cubicBezTo>
                    <a:pt x="475" y="10962"/>
                    <a:pt x="434" y="11339"/>
                    <a:pt x="556" y="11789"/>
                  </a:cubicBezTo>
                  <a:cubicBezTo>
                    <a:pt x="694" y="12336"/>
                    <a:pt x="1054" y="12803"/>
                    <a:pt x="1549" y="13074"/>
                  </a:cubicBezTo>
                  <a:cubicBezTo>
                    <a:pt x="1488" y="13216"/>
                    <a:pt x="1460" y="13366"/>
                    <a:pt x="1460" y="13516"/>
                  </a:cubicBezTo>
                  <a:cubicBezTo>
                    <a:pt x="1460" y="13962"/>
                    <a:pt x="1723" y="14400"/>
                    <a:pt x="2234" y="14813"/>
                  </a:cubicBezTo>
                  <a:cubicBezTo>
                    <a:pt x="3543" y="15863"/>
                    <a:pt x="6426" y="17545"/>
                    <a:pt x="11428" y="17545"/>
                  </a:cubicBezTo>
                  <a:cubicBezTo>
                    <a:pt x="11752" y="17545"/>
                    <a:pt x="12085" y="17541"/>
                    <a:pt x="12429" y="17525"/>
                  </a:cubicBezTo>
                  <a:cubicBezTo>
                    <a:pt x="17335" y="17310"/>
                    <a:pt x="23440" y="16694"/>
                    <a:pt x="27165" y="13779"/>
                  </a:cubicBezTo>
                  <a:cubicBezTo>
                    <a:pt x="27745" y="13334"/>
                    <a:pt x="28325" y="12851"/>
                    <a:pt x="28912" y="12357"/>
                  </a:cubicBezTo>
                  <a:cubicBezTo>
                    <a:pt x="30473" y="11027"/>
                    <a:pt x="31981" y="9624"/>
                    <a:pt x="32966" y="8688"/>
                  </a:cubicBezTo>
                  <a:lnTo>
                    <a:pt x="33201" y="8465"/>
                  </a:lnTo>
                  <a:lnTo>
                    <a:pt x="33003" y="8210"/>
                  </a:lnTo>
                  <a:cubicBezTo>
                    <a:pt x="31661" y="6507"/>
                    <a:pt x="30433" y="4780"/>
                    <a:pt x="29354" y="3256"/>
                  </a:cubicBezTo>
                  <a:cubicBezTo>
                    <a:pt x="28588" y="2182"/>
                    <a:pt x="27875" y="1172"/>
                    <a:pt x="27202" y="288"/>
                  </a:cubicBezTo>
                  <a:lnTo>
                    <a:pt x="26983" y="1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3" name="Google Shape;5528;p73"/>
            <p:cNvSpPr/>
            <p:nvPr/>
          </p:nvSpPr>
          <p:spPr>
            <a:xfrm>
              <a:off x="3460416" y="3947374"/>
              <a:ext cx="187497" cy="45465"/>
            </a:xfrm>
            <a:custGeom>
              <a:avLst/>
              <a:gdLst/>
              <a:ahLst/>
              <a:cxnLst/>
              <a:rect l="l" t="t" r="r" b="b"/>
              <a:pathLst>
                <a:path w="10813" h="2622" extrusionOk="0">
                  <a:moveTo>
                    <a:pt x="196" y="0"/>
                  </a:moveTo>
                  <a:cubicBezTo>
                    <a:pt x="141" y="0"/>
                    <a:pt x="87" y="25"/>
                    <a:pt x="53" y="71"/>
                  </a:cubicBezTo>
                  <a:cubicBezTo>
                    <a:pt x="1" y="153"/>
                    <a:pt x="21" y="258"/>
                    <a:pt x="102" y="311"/>
                  </a:cubicBezTo>
                  <a:cubicBezTo>
                    <a:pt x="1991" y="1551"/>
                    <a:pt x="5676" y="2621"/>
                    <a:pt x="8899" y="2621"/>
                  </a:cubicBezTo>
                  <a:cubicBezTo>
                    <a:pt x="8925" y="2622"/>
                    <a:pt x="8952" y="2622"/>
                    <a:pt x="8979" y="2622"/>
                  </a:cubicBezTo>
                  <a:cubicBezTo>
                    <a:pt x="9540" y="2622"/>
                    <a:pt x="10097" y="2581"/>
                    <a:pt x="10654" y="2504"/>
                  </a:cubicBezTo>
                  <a:cubicBezTo>
                    <a:pt x="10747" y="2492"/>
                    <a:pt x="10812" y="2402"/>
                    <a:pt x="10800" y="2309"/>
                  </a:cubicBezTo>
                  <a:cubicBezTo>
                    <a:pt x="10789" y="2226"/>
                    <a:pt x="10716" y="2165"/>
                    <a:pt x="10634" y="2165"/>
                  </a:cubicBezTo>
                  <a:cubicBezTo>
                    <a:pt x="10625" y="2165"/>
                    <a:pt x="10615" y="2166"/>
                    <a:pt x="10605" y="2167"/>
                  </a:cubicBezTo>
                  <a:cubicBezTo>
                    <a:pt x="10062" y="2246"/>
                    <a:pt x="9488" y="2282"/>
                    <a:pt x="8898" y="2282"/>
                  </a:cubicBezTo>
                  <a:cubicBezTo>
                    <a:pt x="5741" y="2282"/>
                    <a:pt x="2133" y="1239"/>
                    <a:pt x="288" y="27"/>
                  </a:cubicBezTo>
                  <a:cubicBezTo>
                    <a:pt x="260" y="9"/>
                    <a:pt x="228" y="0"/>
                    <a:pt x="19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4" name="Google Shape;5529;p73"/>
            <p:cNvSpPr/>
            <p:nvPr/>
          </p:nvSpPr>
          <p:spPr>
            <a:xfrm>
              <a:off x="3473352" y="3987013"/>
              <a:ext cx="184324" cy="46662"/>
            </a:xfrm>
            <a:custGeom>
              <a:avLst/>
              <a:gdLst/>
              <a:ahLst/>
              <a:cxnLst/>
              <a:rect l="l" t="t" r="r" b="b"/>
              <a:pathLst>
                <a:path w="10630" h="2691" extrusionOk="0">
                  <a:moveTo>
                    <a:pt x="200" y="0"/>
                  </a:moveTo>
                  <a:cubicBezTo>
                    <a:pt x="140" y="0"/>
                    <a:pt x="82" y="33"/>
                    <a:pt x="49" y="88"/>
                  </a:cubicBezTo>
                  <a:cubicBezTo>
                    <a:pt x="0" y="169"/>
                    <a:pt x="33" y="275"/>
                    <a:pt x="118" y="319"/>
                  </a:cubicBezTo>
                  <a:cubicBezTo>
                    <a:pt x="1780" y="1272"/>
                    <a:pt x="4861" y="2691"/>
                    <a:pt x="8420" y="2691"/>
                  </a:cubicBezTo>
                  <a:cubicBezTo>
                    <a:pt x="9109" y="2691"/>
                    <a:pt x="9795" y="2638"/>
                    <a:pt x="10476" y="2528"/>
                  </a:cubicBezTo>
                  <a:cubicBezTo>
                    <a:pt x="10565" y="2512"/>
                    <a:pt x="10630" y="2423"/>
                    <a:pt x="10617" y="2334"/>
                  </a:cubicBezTo>
                  <a:cubicBezTo>
                    <a:pt x="10603" y="2247"/>
                    <a:pt x="10531" y="2189"/>
                    <a:pt x="10449" y="2189"/>
                  </a:cubicBezTo>
                  <a:cubicBezTo>
                    <a:pt x="10439" y="2189"/>
                    <a:pt x="10429" y="2190"/>
                    <a:pt x="10419" y="2192"/>
                  </a:cubicBezTo>
                  <a:cubicBezTo>
                    <a:pt x="9741" y="2301"/>
                    <a:pt x="9075" y="2349"/>
                    <a:pt x="8424" y="2349"/>
                  </a:cubicBezTo>
                  <a:cubicBezTo>
                    <a:pt x="4936" y="2349"/>
                    <a:pt x="1917" y="956"/>
                    <a:pt x="284" y="23"/>
                  </a:cubicBezTo>
                  <a:cubicBezTo>
                    <a:pt x="257" y="8"/>
                    <a:pt x="228" y="0"/>
                    <a:pt x="2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5" name="Google Shape;5530;p73"/>
            <p:cNvSpPr/>
            <p:nvPr/>
          </p:nvSpPr>
          <p:spPr>
            <a:xfrm>
              <a:off x="3710025" y="3981776"/>
              <a:ext cx="167886" cy="56528"/>
            </a:xfrm>
            <a:custGeom>
              <a:avLst/>
              <a:gdLst/>
              <a:ahLst/>
              <a:cxnLst/>
              <a:rect l="l" t="t" r="r" b="b"/>
              <a:pathLst>
                <a:path w="9682" h="3260" extrusionOk="0">
                  <a:moveTo>
                    <a:pt x="9681" y="1"/>
                  </a:moveTo>
                  <a:lnTo>
                    <a:pt x="9681" y="1"/>
                  </a:lnTo>
                  <a:cubicBezTo>
                    <a:pt x="8279" y="1006"/>
                    <a:pt x="6730" y="1793"/>
                    <a:pt x="5088" y="2332"/>
                  </a:cubicBezTo>
                  <a:cubicBezTo>
                    <a:pt x="3459" y="2867"/>
                    <a:pt x="1740" y="3126"/>
                    <a:pt x="1" y="3143"/>
                  </a:cubicBezTo>
                  <a:cubicBezTo>
                    <a:pt x="517" y="3222"/>
                    <a:pt x="1041" y="3260"/>
                    <a:pt x="1566" y="3260"/>
                  </a:cubicBezTo>
                  <a:cubicBezTo>
                    <a:pt x="2792" y="3260"/>
                    <a:pt x="4025" y="3051"/>
                    <a:pt x="5198" y="2668"/>
                  </a:cubicBezTo>
                  <a:cubicBezTo>
                    <a:pt x="6868" y="2121"/>
                    <a:pt x="8441" y="1225"/>
                    <a:pt x="968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6" name="Google Shape;5531;p73"/>
            <p:cNvSpPr/>
            <p:nvPr/>
          </p:nvSpPr>
          <p:spPr>
            <a:xfrm>
              <a:off x="3895459" y="3904249"/>
              <a:ext cx="69759" cy="62164"/>
            </a:xfrm>
            <a:custGeom>
              <a:avLst/>
              <a:gdLst/>
              <a:ahLst/>
              <a:cxnLst/>
              <a:rect l="l" t="t" r="r" b="b"/>
              <a:pathLst>
                <a:path w="4023" h="3585" extrusionOk="0">
                  <a:moveTo>
                    <a:pt x="4022" y="1"/>
                  </a:moveTo>
                  <a:cubicBezTo>
                    <a:pt x="3325" y="580"/>
                    <a:pt x="2660" y="1172"/>
                    <a:pt x="1995" y="1776"/>
                  </a:cubicBezTo>
                  <a:cubicBezTo>
                    <a:pt x="1334" y="2376"/>
                    <a:pt x="657" y="2956"/>
                    <a:pt x="1" y="3584"/>
                  </a:cubicBezTo>
                  <a:cubicBezTo>
                    <a:pt x="816" y="3183"/>
                    <a:pt x="1561" y="2652"/>
                    <a:pt x="2234" y="2044"/>
                  </a:cubicBezTo>
                  <a:cubicBezTo>
                    <a:pt x="2907" y="1436"/>
                    <a:pt x="3532" y="767"/>
                    <a:pt x="402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7" name="Google Shape;5532;p73"/>
            <p:cNvSpPr/>
            <p:nvPr/>
          </p:nvSpPr>
          <p:spPr>
            <a:xfrm>
              <a:off x="3783339" y="3873748"/>
              <a:ext cx="168874" cy="116837"/>
            </a:xfrm>
            <a:custGeom>
              <a:avLst/>
              <a:gdLst/>
              <a:ahLst/>
              <a:cxnLst/>
              <a:rect l="l" t="t" r="r" b="b"/>
              <a:pathLst>
                <a:path w="9739" h="6738" extrusionOk="0">
                  <a:moveTo>
                    <a:pt x="9738" y="0"/>
                  </a:moveTo>
                  <a:lnTo>
                    <a:pt x="9738" y="0"/>
                  </a:lnTo>
                  <a:cubicBezTo>
                    <a:pt x="8494" y="1593"/>
                    <a:pt x="7038" y="2980"/>
                    <a:pt x="5396" y="4127"/>
                  </a:cubicBezTo>
                  <a:cubicBezTo>
                    <a:pt x="3755" y="5270"/>
                    <a:pt x="1930" y="6134"/>
                    <a:pt x="1" y="6738"/>
                  </a:cubicBezTo>
                  <a:cubicBezTo>
                    <a:pt x="2003" y="6405"/>
                    <a:pt x="3925" y="5578"/>
                    <a:pt x="5599" y="4419"/>
                  </a:cubicBezTo>
                  <a:cubicBezTo>
                    <a:pt x="7273" y="3259"/>
                    <a:pt x="8725" y="1755"/>
                    <a:pt x="973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8" name="Google Shape;5533;p73"/>
            <p:cNvSpPr/>
            <p:nvPr/>
          </p:nvSpPr>
          <p:spPr>
            <a:xfrm>
              <a:off x="2682700" y="1294475"/>
              <a:ext cx="1288830" cy="944111"/>
            </a:xfrm>
            <a:custGeom>
              <a:avLst/>
              <a:gdLst/>
              <a:ahLst/>
              <a:cxnLst/>
              <a:rect l="l" t="t" r="r" b="b"/>
              <a:pathLst>
                <a:path w="74327" h="54447" extrusionOk="0">
                  <a:moveTo>
                    <a:pt x="47754" y="1"/>
                  </a:moveTo>
                  <a:cubicBezTo>
                    <a:pt x="47754" y="1"/>
                    <a:pt x="51115" y="1282"/>
                    <a:pt x="54155" y="6880"/>
                  </a:cubicBezTo>
                  <a:cubicBezTo>
                    <a:pt x="54009" y="6771"/>
                    <a:pt x="50142" y="3892"/>
                    <a:pt x="43311" y="2802"/>
                  </a:cubicBezTo>
                  <a:cubicBezTo>
                    <a:pt x="41708" y="2544"/>
                    <a:pt x="39942" y="2386"/>
                    <a:pt x="38023" y="2386"/>
                  </a:cubicBezTo>
                  <a:cubicBezTo>
                    <a:pt x="34871" y="2386"/>
                    <a:pt x="31306" y="2812"/>
                    <a:pt x="27367" y="3921"/>
                  </a:cubicBezTo>
                  <a:cubicBezTo>
                    <a:pt x="27367" y="3921"/>
                    <a:pt x="27720" y="3890"/>
                    <a:pt x="28295" y="3890"/>
                  </a:cubicBezTo>
                  <a:cubicBezTo>
                    <a:pt x="29585" y="3890"/>
                    <a:pt x="31992" y="4044"/>
                    <a:pt x="34020" y="5040"/>
                  </a:cubicBezTo>
                  <a:cubicBezTo>
                    <a:pt x="34020" y="5040"/>
                    <a:pt x="33485" y="4930"/>
                    <a:pt x="32570" y="4930"/>
                  </a:cubicBezTo>
                  <a:cubicBezTo>
                    <a:pt x="30663" y="4930"/>
                    <a:pt x="27102" y="5404"/>
                    <a:pt x="23265" y="8323"/>
                  </a:cubicBezTo>
                  <a:cubicBezTo>
                    <a:pt x="19553" y="11150"/>
                    <a:pt x="14013" y="13153"/>
                    <a:pt x="8491" y="13153"/>
                  </a:cubicBezTo>
                  <a:cubicBezTo>
                    <a:pt x="5564" y="13153"/>
                    <a:pt x="2643" y="12591"/>
                    <a:pt x="0" y="11291"/>
                  </a:cubicBezTo>
                  <a:lnTo>
                    <a:pt x="0" y="11291"/>
                  </a:lnTo>
                  <a:cubicBezTo>
                    <a:pt x="118" y="11445"/>
                    <a:pt x="3953" y="16419"/>
                    <a:pt x="13694" y="17047"/>
                  </a:cubicBezTo>
                  <a:cubicBezTo>
                    <a:pt x="13694" y="17047"/>
                    <a:pt x="4698" y="21206"/>
                    <a:pt x="1577" y="29776"/>
                  </a:cubicBezTo>
                  <a:cubicBezTo>
                    <a:pt x="1577" y="29776"/>
                    <a:pt x="4739" y="27190"/>
                    <a:pt x="10305" y="24388"/>
                  </a:cubicBezTo>
                  <a:lnTo>
                    <a:pt x="10305" y="24388"/>
                  </a:lnTo>
                  <a:cubicBezTo>
                    <a:pt x="9482" y="24855"/>
                    <a:pt x="2218" y="29399"/>
                    <a:pt x="4062" y="43599"/>
                  </a:cubicBezTo>
                  <a:cubicBezTo>
                    <a:pt x="4062" y="43599"/>
                    <a:pt x="5967" y="36250"/>
                    <a:pt x="10374" y="35930"/>
                  </a:cubicBezTo>
                  <a:cubicBezTo>
                    <a:pt x="14784" y="35609"/>
                    <a:pt x="16755" y="35459"/>
                    <a:pt x="22333" y="29691"/>
                  </a:cubicBezTo>
                  <a:cubicBezTo>
                    <a:pt x="25482" y="26437"/>
                    <a:pt x="30960" y="25248"/>
                    <a:pt x="36156" y="25248"/>
                  </a:cubicBezTo>
                  <a:cubicBezTo>
                    <a:pt x="40164" y="25248"/>
                    <a:pt x="44004" y="25955"/>
                    <a:pt x="46477" y="26967"/>
                  </a:cubicBezTo>
                  <a:cubicBezTo>
                    <a:pt x="52161" y="29285"/>
                    <a:pt x="53600" y="35970"/>
                    <a:pt x="52720" y="43595"/>
                  </a:cubicBezTo>
                  <a:cubicBezTo>
                    <a:pt x="52043" y="49445"/>
                    <a:pt x="54115" y="53377"/>
                    <a:pt x="57054" y="54253"/>
                  </a:cubicBezTo>
                  <a:cubicBezTo>
                    <a:pt x="57471" y="54381"/>
                    <a:pt x="57906" y="54446"/>
                    <a:pt x="58352" y="54446"/>
                  </a:cubicBezTo>
                  <a:cubicBezTo>
                    <a:pt x="58863" y="54446"/>
                    <a:pt x="59389" y="54361"/>
                    <a:pt x="59924" y="54188"/>
                  </a:cubicBezTo>
                  <a:cubicBezTo>
                    <a:pt x="64213" y="52777"/>
                    <a:pt x="70164" y="44658"/>
                    <a:pt x="70164" y="44658"/>
                  </a:cubicBezTo>
                  <a:cubicBezTo>
                    <a:pt x="72328" y="41216"/>
                    <a:pt x="73690" y="31612"/>
                    <a:pt x="74011" y="26646"/>
                  </a:cubicBezTo>
                  <a:cubicBezTo>
                    <a:pt x="74327" y="21689"/>
                    <a:pt x="69766" y="16569"/>
                    <a:pt x="64164" y="15442"/>
                  </a:cubicBezTo>
                  <a:cubicBezTo>
                    <a:pt x="64164" y="15442"/>
                    <a:pt x="61444" y="7448"/>
                    <a:pt x="57520" y="4083"/>
                  </a:cubicBezTo>
                  <a:cubicBezTo>
                    <a:pt x="53600" y="718"/>
                    <a:pt x="47754" y="1"/>
                    <a:pt x="47754" y="1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" name="Google Shape;5534;p73"/>
            <p:cNvSpPr/>
            <p:nvPr/>
          </p:nvSpPr>
          <p:spPr>
            <a:xfrm>
              <a:off x="2674481" y="1288302"/>
              <a:ext cx="1303309" cy="956492"/>
            </a:xfrm>
            <a:custGeom>
              <a:avLst/>
              <a:gdLst/>
              <a:ahLst/>
              <a:cxnLst/>
              <a:rect l="l" t="t" r="r" b="b"/>
              <a:pathLst>
                <a:path w="75162" h="55161" extrusionOk="0">
                  <a:moveTo>
                    <a:pt x="50105" y="1082"/>
                  </a:moveTo>
                  <a:lnTo>
                    <a:pt x="50105" y="1082"/>
                  </a:lnTo>
                  <a:cubicBezTo>
                    <a:pt x="52120" y="1577"/>
                    <a:pt x="55339" y="2631"/>
                    <a:pt x="57763" y="4706"/>
                  </a:cubicBezTo>
                  <a:cubicBezTo>
                    <a:pt x="61565" y="7966"/>
                    <a:pt x="64273" y="15834"/>
                    <a:pt x="64302" y="15915"/>
                  </a:cubicBezTo>
                  <a:cubicBezTo>
                    <a:pt x="64342" y="16033"/>
                    <a:pt x="64443" y="16122"/>
                    <a:pt x="64565" y="16150"/>
                  </a:cubicBezTo>
                  <a:cubicBezTo>
                    <a:pt x="70058" y="17249"/>
                    <a:pt x="74436" y="22211"/>
                    <a:pt x="74128" y="26982"/>
                  </a:cubicBezTo>
                  <a:cubicBezTo>
                    <a:pt x="73775" y="32451"/>
                    <a:pt x="72365" y="41596"/>
                    <a:pt x="70354" y="44799"/>
                  </a:cubicBezTo>
                  <a:cubicBezTo>
                    <a:pt x="70293" y="44880"/>
                    <a:pt x="64419" y="52854"/>
                    <a:pt x="60284" y="54203"/>
                  </a:cubicBezTo>
                  <a:cubicBezTo>
                    <a:pt x="59790" y="54368"/>
                    <a:pt x="59302" y="54449"/>
                    <a:pt x="58825" y="54449"/>
                  </a:cubicBezTo>
                  <a:cubicBezTo>
                    <a:pt x="58418" y="54449"/>
                    <a:pt x="58019" y="54390"/>
                    <a:pt x="57629" y="54272"/>
                  </a:cubicBezTo>
                  <a:cubicBezTo>
                    <a:pt x="55095" y="53514"/>
                    <a:pt x="52845" y="50044"/>
                    <a:pt x="53547" y="43996"/>
                  </a:cubicBezTo>
                  <a:cubicBezTo>
                    <a:pt x="54856" y="32657"/>
                    <a:pt x="50754" y="28494"/>
                    <a:pt x="47085" y="26998"/>
                  </a:cubicBezTo>
                  <a:cubicBezTo>
                    <a:pt x="44669" y="26009"/>
                    <a:pt x="40720" y="25259"/>
                    <a:pt x="36565" y="25259"/>
                  </a:cubicBezTo>
                  <a:cubicBezTo>
                    <a:pt x="31344" y="25259"/>
                    <a:pt x="25802" y="26439"/>
                    <a:pt x="22547" y="29800"/>
                  </a:cubicBezTo>
                  <a:cubicBezTo>
                    <a:pt x="17050" y="35483"/>
                    <a:pt x="15100" y="35621"/>
                    <a:pt x="10823" y="35937"/>
                  </a:cubicBezTo>
                  <a:cubicBezTo>
                    <a:pt x="7499" y="36176"/>
                    <a:pt x="5562" y="40027"/>
                    <a:pt x="4710" y="42277"/>
                  </a:cubicBezTo>
                  <a:cubicBezTo>
                    <a:pt x="3632" y="29617"/>
                    <a:pt x="10175" y="25494"/>
                    <a:pt x="10949" y="25053"/>
                  </a:cubicBezTo>
                  <a:cubicBezTo>
                    <a:pt x="11115" y="24955"/>
                    <a:pt x="11180" y="24749"/>
                    <a:pt x="11091" y="24574"/>
                  </a:cubicBezTo>
                  <a:cubicBezTo>
                    <a:pt x="11025" y="24454"/>
                    <a:pt x="10902" y="24387"/>
                    <a:pt x="10774" y="24387"/>
                  </a:cubicBezTo>
                  <a:cubicBezTo>
                    <a:pt x="10719" y="24387"/>
                    <a:pt x="10664" y="24399"/>
                    <a:pt x="10613" y="24424"/>
                  </a:cubicBezTo>
                  <a:cubicBezTo>
                    <a:pt x="6899" y="26293"/>
                    <a:pt x="4228" y="28089"/>
                    <a:pt x="2866" y="29070"/>
                  </a:cubicBezTo>
                  <a:cubicBezTo>
                    <a:pt x="6247" y="21534"/>
                    <a:pt x="14233" y="17768"/>
                    <a:pt x="14318" y="17723"/>
                  </a:cubicBezTo>
                  <a:cubicBezTo>
                    <a:pt x="14638" y="17561"/>
                    <a:pt x="14549" y="17083"/>
                    <a:pt x="14192" y="17046"/>
                  </a:cubicBezTo>
                  <a:cubicBezTo>
                    <a:pt x="7690" y="16625"/>
                    <a:pt x="3851" y="14217"/>
                    <a:pt x="2035" y="12692"/>
                  </a:cubicBezTo>
                  <a:lnTo>
                    <a:pt x="2035" y="12692"/>
                  </a:lnTo>
                  <a:cubicBezTo>
                    <a:pt x="4233" y="13491"/>
                    <a:pt x="6575" y="13845"/>
                    <a:pt x="8919" y="13845"/>
                  </a:cubicBezTo>
                  <a:cubicBezTo>
                    <a:pt x="14570" y="13845"/>
                    <a:pt x="20239" y="11791"/>
                    <a:pt x="23958" y="8963"/>
                  </a:cubicBezTo>
                  <a:cubicBezTo>
                    <a:pt x="27716" y="6100"/>
                    <a:pt x="31232" y="5649"/>
                    <a:pt x="33078" y="5649"/>
                  </a:cubicBezTo>
                  <a:cubicBezTo>
                    <a:pt x="33916" y="5649"/>
                    <a:pt x="34410" y="5742"/>
                    <a:pt x="34425" y="5744"/>
                  </a:cubicBezTo>
                  <a:cubicBezTo>
                    <a:pt x="34454" y="5751"/>
                    <a:pt x="34482" y="5754"/>
                    <a:pt x="34509" y="5754"/>
                  </a:cubicBezTo>
                  <a:cubicBezTo>
                    <a:pt x="34863" y="5754"/>
                    <a:pt x="35006" y="5241"/>
                    <a:pt x="34648" y="5075"/>
                  </a:cubicBezTo>
                  <a:cubicBezTo>
                    <a:pt x="33286" y="4406"/>
                    <a:pt x="31770" y="4102"/>
                    <a:pt x="30517" y="3977"/>
                  </a:cubicBezTo>
                  <a:cubicBezTo>
                    <a:pt x="33230" y="3393"/>
                    <a:pt x="35901" y="3099"/>
                    <a:pt x="38508" y="3099"/>
                  </a:cubicBezTo>
                  <a:cubicBezTo>
                    <a:pt x="40279" y="3099"/>
                    <a:pt x="42021" y="3234"/>
                    <a:pt x="43728" y="3507"/>
                  </a:cubicBezTo>
                  <a:cubicBezTo>
                    <a:pt x="50458" y="4581"/>
                    <a:pt x="54256" y="7398"/>
                    <a:pt x="54418" y="7520"/>
                  </a:cubicBezTo>
                  <a:cubicBezTo>
                    <a:pt x="54488" y="7575"/>
                    <a:pt x="54563" y="7599"/>
                    <a:pt x="54636" y="7599"/>
                  </a:cubicBezTo>
                  <a:cubicBezTo>
                    <a:pt x="54881" y="7599"/>
                    <a:pt x="55095" y="7325"/>
                    <a:pt x="54945" y="7062"/>
                  </a:cubicBezTo>
                  <a:cubicBezTo>
                    <a:pt x="53214" y="3888"/>
                    <a:pt x="51398" y="2071"/>
                    <a:pt x="50105" y="1082"/>
                  </a:cubicBezTo>
                  <a:close/>
                  <a:moveTo>
                    <a:pt x="48229" y="1"/>
                  </a:moveTo>
                  <a:cubicBezTo>
                    <a:pt x="48069" y="1"/>
                    <a:pt x="47924" y="109"/>
                    <a:pt x="47884" y="268"/>
                  </a:cubicBezTo>
                  <a:cubicBezTo>
                    <a:pt x="47843" y="442"/>
                    <a:pt x="47936" y="620"/>
                    <a:pt x="48102" y="689"/>
                  </a:cubicBezTo>
                  <a:cubicBezTo>
                    <a:pt x="48135" y="701"/>
                    <a:pt x="50871" y="1800"/>
                    <a:pt x="53579" y="6142"/>
                  </a:cubicBezTo>
                  <a:cubicBezTo>
                    <a:pt x="51893" y="5156"/>
                    <a:pt x="48565" y="3555"/>
                    <a:pt x="43842" y="2801"/>
                  </a:cubicBezTo>
                  <a:cubicBezTo>
                    <a:pt x="42098" y="2525"/>
                    <a:pt x="40321" y="2387"/>
                    <a:pt x="38515" y="2387"/>
                  </a:cubicBezTo>
                  <a:cubicBezTo>
                    <a:pt x="35019" y="2387"/>
                    <a:pt x="31416" y="2904"/>
                    <a:pt x="27748" y="3936"/>
                  </a:cubicBezTo>
                  <a:cubicBezTo>
                    <a:pt x="27349" y="4055"/>
                    <a:pt x="27443" y="4635"/>
                    <a:pt x="27841" y="4635"/>
                  </a:cubicBezTo>
                  <a:cubicBezTo>
                    <a:pt x="27852" y="4635"/>
                    <a:pt x="27863" y="4634"/>
                    <a:pt x="27874" y="4634"/>
                  </a:cubicBezTo>
                  <a:cubicBezTo>
                    <a:pt x="27884" y="4634"/>
                    <a:pt x="28227" y="4605"/>
                    <a:pt x="28778" y="4605"/>
                  </a:cubicBezTo>
                  <a:cubicBezTo>
                    <a:pt x="29580" y="4605"/>
                    <a:pt x="30821" y="4665"/>
                    <a:pt x="32122" y="4958"/>
                  </a:cubicBezTo>
                  <a:cubicBezTo>
                    <a:pt x="30055" y="5108"/>
                    <a:pt x="26901" y="5829"/>
                    <a:pt x="23528" y="8395"/>
                  </a:cubicBezTo>
                  <a:cubicBezTo>
                    <a:pt x="19915" y="11143"/>
                    <a:pt x="14408" y="13141"/>
                    <a:pt x="8928" y="13141"/>
                  </a:cubicBezTo>
                  <a:cubicBezTo>
                    <a:pt x="6064" y="13141"/>
                    <a:pt x="3207" y="12595"/>
                    <a:pt x="632" y="11326"/>
                  </a:cubicBezTo>
                  <a:cubicBezTo>
                    <a:pt x="577" y="11298"/>
                    <a:pt x="521" y="11286"/>
                    <a:pt x="468" y="11286"/>
                  </a:cubicBezTo>
                  <a:cubicBezTo>
                    <a:pt x="201" y="11286"/>
                    <a:pt x="1" y="11607"/>
                    <a:pt x="190" y="11857"/>
                  </a:cubicBezTo>
                  <a:cubicBezTo>
                    <a:pt x="344" y="12060"/>
                    <a:pt x="3920" y="16702"/>
                    <a:pt x="12936" y="17654"/>
                  </a:cubicBezTo>
                  <a:cubicBezTo>
                    <a:pt x="10418" y="19081"/>
                    <a:pt x="4204" y="23188"/>
                    <a:pt x="1723" y="30006"/>
                  </a:cubicBezTo>
                  <a:cubicBezTo>
                    <a:pt x="1666" y="30156"/>
                    <a:pt x="1719" y="30327"/>
                    <a:pt x="1848" y="30420"/>
                  </a:cubicBezTo>
                  <a:cubicBezTo>
                    <a:pt x="1910" y="30462"/>
                    <a:pt x="1982" y="30483"/>
                    <a:pt x="2054" y="30483"/>
                  </a:cubicBezTo>
                  <a:cubicBezTo>
                    <a:pt x="2134" y="30483"/>
                    <a:pt x="2214" y="30457"/>
                    <a:pt x="2278" y="30404"/>
                  </a:cubicBezTo>
                  <a:cubicBezTo>
                    <a:pt x="2306" y="30383"/>
                    <a:pt x="4386" y="28689"/>
                    <a:pt x="8083" y="26589"/>
                  </a:cubicBezTo>
                  <a:lnTo>
                    <a:pt x="8083" y="26589"/>
                  </a:lnTo>
                  <a:cubicBezTo>
                    <a:pt x="5776" y="29208"/>
                    <a:pt x="2943" y="34482"/>
                    <a:pt x="4179" y="44000"/>
                  </a:cubicBezTo>
                  <a:cubicBezTo>
                    <a:pt x="4204" y="44166"/>
                    <a:pt x="4341" y="44296"/>
                    <a:pt x="4508" y="44308"/>
                  </a:cubicBezTo>
                  <a:cubicBezTo>
                    <a:pt x="4513" y="44308"/>
                    <a:pt x="4519" y="44309"/>
                    <a:pt x="4525" y="44309"/>
                  </a:cubicBezTo>
                  <a:cubicBezTo>
                    <a:pt x="4688" y="44309"/>
                    <a:pt x="4834" y="44197"/>
                    <a:pt x="4881" y="44041"/>
                  </a:cubicBezTo>
                  <a:cubicBezTo>
                    <a:pt x="4893" y="43968"/>
                    <a:pt x="6774" y="36942"/>
                    <a:pt x="10880" y="36642"/>
                  </a:cubicBezTo>
                  <a:cubicBezTo>
                    <a:pt x="15339" y="36318"/>
                    <a:pt x="17374" y="36172"/>
                    <a:pt x="23058" y="30290"/>
                  </a:cubicBezTo>
                  <a:cubicBezTo>
                    <a:pt x="25462" y="27813"/>
                    <a:pt x="29653" y="26289"/>
                    <a:pt x="34855" y="26009"/>
                  </a:cubicBezTo>
                  <a:cubicBezTo>
                    <a:pt x="35422" y="25979"/>
                    <a:pt x="35996" y="25964"/>
                    <a:pt x="36574" y="25964"/>
                  </a:cubicBezTo>
                  <a:cubicBezTo>
                    <a:pt x="40332" y="25964"/>
                    <a:pt x="44206" y="26590"/>
                    <a:pt x="46813" y="27651"/>
                  </a:cubicBezTo>
                  <a:cubicBezTo>
                    <a:pt x="50259" y="29062"/>
                    <a:pt x="54098" y="33022"/>
                    <a:pt x="52841" y="43911"/>
                  </a:cubicBezTo>
                  <a:cubicBezTo>
                    <a:pt x="52095" y="50369"/>
                    <a:pt x="54605" y="54110"/>
                    <a:pt x="57422" y="54949"/>
                  </a:cubicBezTo>
                  <a:cubicBezTo>
                    <a:pt x="57876" y="55091"/>
                    <a:pt x="58351" y="55160"/>
                    <a:pt x="58825" y="55160"/>
                  </a:cubicBezTo>
                  <a:cubicBezTo>
                    <a:pt x="59396" y="55156"/>
                    <a:pt x="59964" y="55063"/>
                    <a:pt x="60507" y="54885"/>
                  </a:cubicBezTo>
                  <a:cubicBezTo>
                    <a:pt x="64857" y="53454"/>
                    <a:pt x="70678" y="45557"/>
                    <a:pt x="70942" y="45200"/>
                  </a:cubicBezTo>
                  <a:cubicBezTo>
                    <a:pt x="73236" y="41552"/>
                    <a:pt x="74554" y="31381"/>
                    <a:pt x="74837" y="27031"/>
                  </a:cubicBezTo>
                  <a:cubicBezTo>
                    <a:pt x="75162" y="21976"/>
                    <a:pt x="70634" y="16738"/>
                    <a:pt x="64906" y="15490"/>
                  </a:cubicBezTo>
                  <a:cubicBezTo>
                    <a:pt x="64456" y="14221"/>
                    <a:pt x="61881" y="7301"/>
                    <a:pt x="58221" y="4171"/>
                  </a:cubicBezTo>
                  <a:cubicBezTo>
                    <a:pt x="54268" y="774"/>
                    <a:pt x="48520" y="36"/>
                    <a:pt x="48277" y="4"/>
                  </a:cubicBezTo>
                  <a:cubicBezTo>
                    <a:pt x="48261" y="2"/>
                    <a:pt x="48245" y="1"/>
                    <a:pt x="4822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" name="Google Shape;5535;p73"/>
            <p:cNvSpPr/>
            <p:nvPr/>
          </p:nvSpPr>
          <p:spPr>
            <a:xfrm>
              <a:off x="3433712" y="1294475"/>
              <a:ext cx="537817" cy="944111"/>
            </a:xfrm>
            <a:custGeom>
              <a:avLst/>
              <a:gdLst/>
              <a:ahLst/>
              <a:cxnLst/>
              <a:rect l="l" t="t" r="r" b="b"/>
              <a:pathLst>
                <a:path w="31016" h="54447" extrusionOk="0">
                  <a:moveTo>
                    <a:pt x="16601" y="19613"/>
                  </a:moveTo>
                  <a:lnTo>
                    <a:pt x="16601" y="19613"/>
                  </a:lnTo>
                  <a:cubicBezTo>
                    <a:pt x="16601" y="19613"/>
                    <a:pt x="16601" y="19613"/>
                    <a:pt x="16601" y="19613"/>
                  </a:cubicBezTo>
                  <a:cubicBezTo>
                    <a:pt x="16601" y="19613"/>
                    <a:pt x="16601" y="19613"/>
                    <a:pt x="16601" y="19613"/>
                  </a:cubicBezTo>
                  <a:close/>
                  <a:moveTo>
                    <a:pt x="4443" y="1"/>
                  </a:moveTo>
                  <a:cubicBezTo>
                    <a:pt x="4443" y="1"/>
                    <a:pt x="7804" y="1282"/>
                    <a:pt x="10844" y="6880"/>
                  </a:cubicBezTo>
                  <a:cubicBezTo>
                    <a:pt x="10698" y="6767"/>
                    <a:pt x="6831" y="3888"/>
                    <a:pt x="0" y="2802"/>
                  </a:cubicBezTo>
                  <a:lnTo>
                    <a:pt x="0" y="2802"/>
                  </a:lnTo>
                  <a:cubicBezTo>
                    <a:pt x="369" y="2932"/>
                    <a:pt x="730" y="3069"/>
                    <a:pt x="1095" y="3215"/>
                  </a:cubicBezTo>
                  <a:cubicBezTo>
                    <a:pt x="5736" y="5100"/>
                    <a:pt x="9863" y="8283"/>
                    <a:pt x="12847" y="12312"/>
                  </a:cubicBezTo>
                  <a:cubicBezTo>
                    <a:pt x="13288" y="12904"/>
                    <a:pt x="16844" y="19577"/>
                    <a:pt x="16601" y="19613"/>
                  </a:cubicBezTo>
                  <a:lnTo>
                    <a:pt x="16601" y="19613"/>
                  </a:lnTo>
                  <a:cubicBezTo>
                    <a:pt x="16776" y="19590"/>
                    <a:pt x="16951" y="19579"/>
                    <a:pt x="17126" y="19579"/>
                  </a:cubicBezTo>
                  <a:cubicBezTo>
                    <a:pt x="18742" y="19579"/>
                    <a:pt x="20294" y="20545"/>
                    <a:pt x="21279" y="21855"/>
                  </a:cubicBezTo>
                  <a:cubicBezTo>
                    <a:pt x="22369" y="23302"/>
                    <a:pt x="22864" y="25106"/>
                    <a:pt x="23180" y="26890"/>
                  </a:cubicBezTo>
                  <a:cubicBezTo>
                    <a:pt x="23828" y="30627"/>
                    <a:pt x="23776" y="34450"/>
                    <a:pt x="23022" y="38163"/>
                  </a:cubicBezTo>
                  <a:cubicBezTo>
                    <a:pt x="22829" y="38139"/>
                    <a:pt x="22638" y="38127"/>
                    <a:pt x="22450" y="38127"/>
                  </a:cubicBezTo>
                  <a:cubicBezTo>
                    <a:pt x="19685" y="38127"/>
                    <a:pt x="17466" y="40712"/>
                    <a:pt x="15887" y="43089"/>
                  </a:cubicBezTo>
                  <a:cubicBezTo>
                    <a:pt x="14695" y="44885"/>
                    <a:pt x="13536" y="46749"/>
                    <a:pt x="13037" y="48841"/>
                  </a:cubicBezTo>
                  <a:cubicBezTo>
                    <a:pt x="12608" y="50661"/>
                    <a:pt x="12762" y="52692"/>
                    <a:pt x="13743" y="54253"/>
                  </a:cubicBezTo>
                  <a:cubicBezTo>
                    <a:pt x="14160" y="54381"/>
                    <a:pt x="14595" y="54446"/>
                    <a:pt x="15041" y="54446"/>
                  </a:cubicBezTo>
                  <a:cubicBezTo>
                    <a:pt x="15552" y="54446"/>
                    <a:pt x="16078" y="54361"/>
                    <a:pt x="16613" y="54188"/>
                  </a:cubicBezTo>
                  <a:cubicBezTo>
                    <a:pt x="20902" y="52777"/>
                    <a:pt x="26853" y="44658"/>
                    <a:pt x="26853" y="44658"/>
                  </a:cubicBezTo>
                  <a:cubicBezTo>
                    <a:pt x="29017" y="41216"/>
                    <a:pt x="30379" y="31612"/>
                    <a:pt x="30700" y="26646"/>
                  </a:cubicBezTo>
                  <a:cubicBezTo>
                    <a:pt x="31016" y="21689"/>
                    <a:pt x="26455" y="16569"/>
                    <a:pt x="20853" y="15442"/>
                  </a:cubicBezTo>
                  <a:cubicBezTo>
                    <a:pt x="20853" y="15442"/>
                    <a:pt x="18133" y="7448"/>
                    <a:pt x="14209" y="4083"/>
                  </a:cubicBezTo>
                  <a:cubicBezTo>
                    <a:pt x="10289" y="718"/>
                    <a:pt x="4443" y="1"/>
                    <a:pt x="4443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" name="Google Shape;5536;p73"/>
            <p:cNvSpPr/>
            <p:nvPr/>
          </p:nvSpPr>
          <p:spPr>
            <a:xfrm>
              <a:off x="3874513" y="1628374"/>
              <a:ext cx="61384" cy="181723"/>
            </a:xfrm>
            <a:custGeom>
              <a:avLst/>
              <a:gdLst/>
              <a:ahLst/>
              <a:cxnLst/>
              <a:rect l="l" t="t" r="r" b="b"/>
              <a:pathLst>
                <a:path w="3540" h="10480" extrusionOk="0">
                  <a:moveTo>
                    <a:pt x="1" y="0"/>
                  </a:moveTo>
                  <a:cubicBezTo>
                    <a:pt x="921" y="357"/>
                    <a:pt x="1501" y="1164"/>
                    <a:pt x="1890" y="2027"/>
                  </a:cubicBezTo>
                  <a:cubicBezTo>
                    <a:pt x="2283" y="2887"/>
                    <a:pt x="2514" y="3823"/>
                    <a:pt x="2717" y="4755"/>
                  </a:cubicBezTo>
                  <a:cubicBezTo>
                    <a:pt x="3122" y="6628"/>
                    <a:pt x="3260" y="8546"/>
                    <a:pt x="3199" y="10479"/>
                  </a:cubicBezTo>
                  <a:cubicBezTo>
                    <a:pt x="3540" y="8574"/>
                    <a:pt x="3467" y="6588"/>
                    <a:pt x="3065" y="4682"/>
                  </a:cubicBezTo>
                  <a:cubicBezTo>
                    <a:pt x="2850" y="3734"/>
                    <a:pt x="2599" y="2781"/>
                    <a:pt x="2145" y="1906"/>
                  </a:cubicBezTo>
                  <a:cubicBezTo>
                    <a:pt x="1914" y="1468"/>
                    <a:pt x="1634" y="1054"/>
                    <a:pt x="1274" y="710"/>
                  </a:cubicBezTo>
                  <a:cubicBezTo>
                    <a:pt x="921" y="361"/>
                    <a:pt x="483" y="118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" name="Google Shape;5537;p73"/>
            <p:cNvSpPr/>
            <p:nvPr/>
          </p:nvSpPr>
          <p:spPr>
            <a:xfrm>
              <a:off x="3914447" y="1837494"/>
              <a:ext cx="11254" cy="54274"/>
            </a:xfrm>
            <a:custGeom>
              <a:avLst/>
              <a:gdLst/>
              <a:ahLst/>
              <a:cxnLst/>
              <a:rect l="l" t="t" r="r" b="b"/>
              <a:pathLst>
                <a:path w="649" h="3130" extrusionOk="0">
                  <a:moveTo>
                    <a:pt x="523" y="0"/>
                  </a:moveTo>
                  <a:cubicBezTo>
                    <a:pt x="369" y="527"/>
                    <a:pt x="284" y="1038"/>
                    <a:pt x="203" y="1553"/>
                  </a:cubicBezTo>
                  <a:cubicBezTo>
                    <a:pt x="122" y="2072"/>
                    <a:pt x="29" y="2583"/>
                    <a:pt x="0" y="3130"/>
                  </a:cubicBezTo>
                  <a:cubicBezTo>
                    <a:pt x="296" y="2664"/>
                    <a:pt x="470" y="2141"/>
                    <a:pt x="552" y="1610"/>
                  </a:cubicBezTo>
                  <a:cubicBezTo>
                    <a:pt x="633" y="1079"/>
                    <a:pt x="649" y="531"/>
                    <a:pt x="5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" name="Google Shape;5538;p73"/>
            <p:cNvSpPr/>
            <p:nvPr/>
          </p:nvSpPr>
          <p:spPr>
            <a:xfrm>
              <a:off x="3893777" y="1919738"/>
              <a:ext cx="18779" cy="93150"/>
            </a:xfrm>
            <a:custGeom>
              <a:avLst/>
              <a:gdLst/>
              <a:ahLst/>
              <a:cxnLst/>
              <a:rect l="l" t="t" r="r" b="b"/>
              <a:pathLst>
                <a:path w="1083" h="5372" extrusionOk="0">
                  <a:moveTo>
                    <a:pt x="1083" y="0"/>
                  </a:moveTo>
                  <a:lnTo>
                    <a:pt x="1083" y="0"/>
                  </a:lnTo>
                  <a:cubicBezTo>
                    <a:pt x="645" y="815"/>
                    <a:pt x="365" y="1703"/>
                    <a:pt x="207" y="2615"/>
                  </a:cubicBezTo>
                  <a:cubicBezTo>
                    <a:pt x="49" y="3527"/>
                    <a:pt x="0" y="4460"/>
                    <a:pt x="130" y="5372"/>
                  </a:cubicBezTo>
                  <a:cubicBezTo>
                    <a:pt x="280" y="4460"/>
                    <a:pt x="406" y="3560"/>
                    <a:pt x="556" y="2676"/>
                  </a:cubicBezTo>
                  <a:cubicBezTo>
                    <a:pt x="710" y="1788"/>
                    <a:pt x="908" y="904"/>
                    <a:pt x="108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" name="Google Shape;5539;p73"/>
            <p:cNvSpPr/>
            <p:nvPr/>
          </p:nvSpPr>
          <p:spPr>
            <a:xfrm>
              <a:off x="3674798" y="1917345"/>
              <a:ext cx="39032" cy="178359"/>
            </a:xfrm>
            <a:custGeom>
              <a:avLst/>
              <a:gdLst/>
              <a:ahLst/>
              <a:cxnLst/>
              <a:rect l="l" t="t" r="r" b="b"/>
              <a:pathLst>
                <a:path w="2251" h="10286" extrusionOk="0">
                  <a:moveTo>
                    <a:pt x="840" y="1"/>
                  </a:moveTo>
                  <a:lnTo>
                    <a:pt x="840" y="1"/>
                  </a:lnTo>
                  <a:cubicBezTo>
                    <a:pt x="293" y="1711"/>
                    <a:pt x="1" y="3548"/>
                    <a:pt x="167" y="5352"/>
                  </a:cubicBezTo>
                  <a:cubicBezTo>
                    <a:pt x="333" y="7156"/>
                    <a:pt x="990" y="8980"/>
                    <a:pt x="2251" y="10285"/>
                  </a:cubicBezTo>
                  <a:cubicBezTo>
                    <a:pt x="1217" y="8805"/>
                    <a:pt x="690" y="7083"/>
                    <a:pt x="524" y="5319"/>
                  </a:cubicBezTo>
                  <a:cubicBezTo>
                    <a:pt x="354" y="3556"/>
                    <a:pt x="568" y="1772"/>
                    <a:pt x="84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" name="Google Shape;5540;p73"/>
            <p:cNvSpPr/>
            <p:nvPr/>
          </p:nvSpPr>
          <p:spPr>
            <a:xfrm>
              <a:off x="3619275" y="1665135"/>
              <a:ext cx="34888" cy="185590"/>
            </a:xfrm>
            <a:custGeom>
              <a:avLst/>
              <a:gdLst/>
              <a:ahLst/>
              <a:cxnLst/>
              <a:rect l="l" t="t" r="r" b="b"/>
              <a:pathLst>
                <a:path w="2012" h="10703" extrusionOk="0">
                  <a:moveTo>
                    <a:pt x="1448" y="0"/>
                  </a:moveTo>
                  <a:lnTo>
                    <a:pt x="1448" y="0"/>
                  </a:lnTo>
                  <a:cubicBezTo>
                    <a:pt x="507" y="1663"/>
                    <a:pt x="29" y="3596"/>
                    <a:pt x="0" y="5518"/>
                  </a:cubicBezTo>
                  <a:cubicBezTo>
                    <a:pt x="0" y="6483"/>
                    <a:pt x="82" y="7464"/>
                    <a:pt x="361" y="8388"/>
                  </a:cubicBezTo>
                  <a:cubicBezTo>
                    <a:pt x="637" y="9312"/>
                    <a:pt x="1180" y="10208"/>
                    <a:pt x="2011" y="10703"/>
                  </a:cubicBezTo>
                  <a:cubicBezTo>
                    <a:pt x="1265" y="10090"/>
                    <a:pt x="852" y="9215"/>
                    <a:pt x="629" y="8311"/>
                  </a:cubicBezTo>
                  <a:cubicBezTo>
                    <a:pt x="406" y="7411"/>
                    <a:pt x="353" y="6462"/>
                    <a:pt x="361" y="5526"/>
                  </a:cubicBezTo>
                  <a:cubicBezTo>
                    <a:pt x="373" y="3645"/>
                    <a:pt x="767" y="1780"/>
                    <a:pt x="144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" name="Google Shape;5541;p73"/>
            <p:cNvSpPr/>
            <p:nvPr/>
          </p:nvSpPr>
          <p:spPr>
            <a:xfrm>
              <a:off x="3616684" y="1358512"/>
              <a:ext cx="145309" cy="184688"/>
            </a:xfrm>
            <a:custGeom>
              <a:avLst/>
              <a:gdLst/>
              <a:ahLst/>
              <a:cxnLst/>
              <a:rect l="l" t="t" r="r" b="b"/>
              <a:pathLst>
                <a:path w="8380" h="10651" extrusionOk="0">
                  <a:moveTo>
                    <a:pt x="0" y="1"/>
                  </a:moveTo>
                  <a:lnTo>
                    <a:pt x="0" y="1"/>
                  </a:lnTo>
                  <a:cubicBezTo>
                    <a:pt x="2015" y="1144"/>
                    <a:pt x="3677" y="2782"/>
                    <a:pt x="5027" y="4630"/>
                  </a:cubicBezTo>
                  <a:cubicBezTo>
                    <a:pt x="6373" y="6483"/>
                    <a:pt x="7398" y="8558"/>
                    <a:pt x="8379" y="10650"/>
                  </a:cubicBezTo>
                  <a:cubicBezTo>
                    <a:pt x="7662" y="8453"/>
                    <a:pt x="6673" y="6292"/>
                    <a:pt x="5311" y="4419"/>
                  </a:cubicBezTo>
                  <a:cubicBezTo>
                    <a:pt x="3945" y="2542"/>
                    <a:pt x="2153" y="897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7" name="Google Shape;5542;p73"/>
            <p:cNvSpPr/>
            <p:nvPr/>
          </p:nvSpPr>
          <p:spPr>
            <a:xfrm>
              <a:off x="3647671" y="1417138"/>
              <a:ext cx="77492" cy="94642"/>
            </a:xfrm>
            <a:custGeom>
              <a:avLst/>
              <a:gdLst/>
              <a:ahLst/>
              <a:cxnLst/>
              <a:rect l="l" t="t" r="r" b="b"/>
              <a:pathLst>
                <a:path w="4469" h="5458" extrusionOk="0">
                  <a:moveTo>
                    <a:pt x="1" y="1"/>
                  </a:moveTo>
                  <a:lnTo>
                    <a:pt x="1" y="1"/>
                  </a:lnTo>
                  <a:cubicBezTo>
                    <a:pt x="828" y="872"/>
                    <a:pt x="1708" y="1671"/>
                    <a:pt x="2498" y="2542"/>
                  </a:cubicBezTo>
                  <a:cubicBezTo>
                    <a:pt x="3289" y="3414"/>
                    <a:pt x="3978" y="4363"/>
                    <a:pt x="4468" y="5457"/>
                  </a:cubicBezTo>
                  <a:cubicBezTo>
                    <a:pt x="4245" y="4265"/>
                    <a:pt x="3585" y="3203"/>
                    <a:pt x="2762" y="2303"/>
                  </a:cubicBezTo>
                  <a:cubicBezTo>
                    <a:pt x="1943" y="1407"/>
                    <a:pt x="1002" y="657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8" name="Google Shape;5543;p73"/>
            <p:cNvSpPr/>
            <p:nvPr/>
          </p:nvSpPr>
          <p:spPr>
            <a:xfrm>
              <a:off x="3839729" y="1632380"/>
              <a:ext cx="59060" cy="156494"/>
            </a:xfrm>
            <a:custGeom>
              <a:avLst/>
              <a:gdLst/>
              <a:ahLst/>
              <a:cxnLst/>
              <a:rect l="l" t="t" r="r" b="b"/>
              <a:pathLst>
                <a:path w="3406" h="9025" extrusionOk="0">
                  <a:moveTo>
                    <a:pt x="0" y="0"/>
                  </a:moveTo>
                  <a:lnTo>
                    <a:pt x="0" y="0"/>
                  </a:lnTo>
                  <a:cubicBezTo>
                    <a:pt x="989" y="1322"/>
                    <a:pt x="1804" y="2753"/>
                    <a:pt x="2371" y="4277"/>
                  </a:cubicBezTo>
                  <a:cubicBezTo>
                    <a:pt x="2663" y="5035"/>
                    <a:pt x="2882" y="5822"/>
                    <a:pt x="3032" y="6616"/>
                  </a:cubicBezTo>
                  <a:cubicBezTo>
                    <a:pt x="3162" y="7415"/>
                    <a:pt x="3186" y="8238"/>
                    <a:pt x="2919" y="9024"/>
                  </a:cubicBezTo>
                  <a:cubicBezTo>
                    <a:pt x="3320" y="8294"/>
                    <a:pt x="3405" y="7415"/>
                    <a:pt x="3312" y="6580"/>
                  </a:cubicBezTo>
                  <a:cubicBezTo>
                    <a:pt x="3215" y="5741"/>
                    <a:pt x="2992" y="4938"/>
                    <a:pt x="2704" y="4151"/>
                  </a:cubicBezTo>
                  <a:cubicBezTo>
                    <a:pt x="2116" y="2591"/>
                    <a:pt x="1204" y="1140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" name="Google Shape;5544;p73"/>
            <p:cNvSpPr/>
            <p:nvPr/>
          </p:nvSpPr>
          <p:spPr>
            <a:xfrm>
              <a:off x="3864948" y="1843251"/>
              <a:ext cx="20687" cy="144477"/>
            </a:xfrm>
            <a:custGeom>
              <a:avLst/>
              <a:gdLst/>
              <a:ahLst/>
              <a:cxnLst/>
              <a:rect l="l" t="t" r="r" b="b"/>
              <a:pathLst>
                <a:path w="1193" h="8332" extrusionOk="0">
                  <a:moveTo>
                    <a:pt x="1038" y="1"/>
                  </a:moveTo>
                  <a:lnTo>
                    <a:pt x="1038" y="1"/>
                  </a:lnTo>
                  <a:cubicBezTo>
                    <a:pt x="913" y="1403"/>
                    <a:pt x="795" y="2798"/>
                    <a:pt x="625" y="4180"/>
                  </a:cubicBezTo>
                  <a:cubicBezTo>
                    <a:pt x="451" y="5567"/>
                    <a:pt x="224" y="6937"/>
                    <a:pt x="1" y="8331"/>
                  </a:cubicBezTo>
                  <a:cubicBezTo>
                    <a:pt x="491" y="7010"/>
                    <a:pt x="807" y="5619"/>
                    <a:pt x="973" y="4221"/>
                  </a:cubicBezTo>
                  <a:cubicBezTo>
                    <a:pt x="1140" y="2822"/>
                    <a:pt x="1192" y="1403"/>
                    <a:pt x="103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" name="Google Shape;5545;p73"/>
            <p:cNvSpPr/>
            <p:nvPr/>
          </p:nvSpPr>
          <p:spPr>
            <a:xfrm>
              <a:off x="3344151" y="1363089"/>
              <a:ext cx="253996" cy="66586"/>
            </a:xfrm>
            <a:custGeom>
              <a:avLst/>
              <a:gdLst/>
              <a:ahLst/>
              <a:cxnLst/>
              <a:rect l="l" t="t" r="r" b="b"/>
              <a:pathLst>
                <a:path w="14648" h="3840" extrusionOk="0">
                  <a:moveTo>
                    <a:pt x="1689" y="0"/>
                  </a:moveTo>
                  <a:cubicBezTo>
                    <a:pt x="1126" y="0"/>
                    <a:pt x="562" y="19"/>
                    <a:pt x="1" y="57"/>
                  </a:cubicBezTo>
                  <a:cubicBezTo>
                    <a:pt x="2575" y="162"/>
                    <a:pt x="5125" y="454"/>
                    <a:pt x="7622" y="1014"/>
                  </a:cubicBezTo>
                  <a:cubicBezTo>
                    <a:pt x="8874" y="1293"/>
                    <a:pt x="10123" y="1630"/>
                    <a:pt x="11327" y="2023"/>
                  </a:cubicBezTo>
                  <a:cubicBezTo>
                    <a:pt x="12535" y="2412"/>
                    <a:pt x="13751" y="2899"/>
                    <a:pt x="14647" y="3839"/>
                  </a:cubicBezTo>
                  <a:cubicBezTo>
                    <a:pt x="13857" y="2797"/>
                    <a:pt x="12620" y="2197"/>
                    <a:pt x="11420" y="1760"/>
                  </a:cubicBezTo>
                  <a:cubicBezTo>
                    <a:pt x="10204" y="1310"/>
                    <a:pt x="8964" y="949"/>
                    <a:pt x="7699" y="669"/>
                  </a:cubicBezTo>
                  <a:cubicBezTo>
                    <a:pt x="5728" y="238"/>
                    <a:pt x="3707" y="0"/>
                    <a:pt x="168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" name="Google Shape;5546;p73"/>
            <p:cNvSpPr/>
            <p:nvPr/>
          </p:nvSpPr>
          <p:spPr>
            <a:xfrm>
              <a:off x="3400385" y="1394336"/>
              <a:ext cx="162320" cy="31958"/>
            </a:xfrm>
            <a:custGeom>
              <a:avLst/>
              <a:gdLst/>
              <a:ahLst/>
              <a:cxnLst/>
              <a:rect l="l" t="t" r="r" b="b"/>
              <a:pathLst>
                <a:path w="9361" h="1843" extrusionOk="0">
                  <a:moveTo>
                    <a:pt x="1358" y="0"/>
                  </a:moveTo>
                  <a:cubicBezTo>
                    <a:pt x="906" y="0"/>
                    <a:pt x="453" y="11"/>
                    <a:pt x="1" y="31"/>
                  </a:cubicBezTo>
                  <a:cubicBezTo>
                    <a:pt x="1598" y="241"/>
                    <a:pt x="3195" y="355"/>
                    <a:pt x="4764" y="594"/>
                  </a:cubicBezTo>
                  <a:cubicBezTo>
                    <a:pt x="6337" y="833"/>
                    <a:pt x="7881" y="1214"/>
                    <a:pt x="9361" y="1843"/>
                  </a:cubicBezTo>
                  <a:cubicBezTo>
                    <a:pt x="8007" y="959"/>
                    <a:pt x="6422" y="489"/>
                    <a:pt x="4821" y="245"/>
                  </a:cubicBezTo>
                  <a:cubicBezTo>
                    <a:pt x="3670" y="71"/>
                    <a:pt x="2514" y="0"/>
                    <a:pt x="135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" name="Google Shape;5547;p73"/>
            <p:cNvSpPr/>
            <p:nvPr/>
          </p:nvSpPr>
          <p:spPr>
            <a:xfrm>
              <a:off x="3369676" y="1633299"/>
              <a:ext cx="188052" cy="36969"/>
            </a:xfrm>
            <a:custGeom>
              <a:avLst/>
              <a:gdLst/>
              <a:ahLst/>
              <a:cxnLst/>
              <a:rect l="l" t="t" r="r" b="b"/>
              <a:pathLst>
                <a:path w="10845" h="2132" extrusionOk="0">
                  <a:moveTo>
                    <a:pt x="10844" y="0"/>
                  </a:moveTo>
                  <a:lnTo>
                    <a:pt x="10844" y="0"/>
                  </a:lnTo>
                  <a:cubicBezTo>
                    <a:pt x="9190" y="860"/>
                    <a:pt x="7398" y="1427"/>
                    <a:pt x="5550" y="1674"/>
                  </a:cubicBezTo>
                  <a:cubicBezTo>
                    <a:pt x="4879" y="1761"/>
                    <a:pt x="4205" y="1804"/>
                    <a:pt x="3531" y="1804"/>
                  </a:cubicBezTo>
                  <a:cubicBezTo>
                    <a:pt x="2345" y="1804"/>
                    <a:pt x="1161" y="1671"/>
                    <a:pt x="0" y="1407"/>
                  </a:cubicBezTo>
                  <a:lnTo>
                    <a:pt x="0" y="1407"/>
                  </a:lnTo>
                  <a:cubicBezTo>
                    <a:pt x="1268" y="1897"/>
                    <a:pt x="2636" y="2131"/>
                    <a:pt x="4006" y="2131"/>
                  </a:cubicBezTo>
                  <a:cubicBezTo>
                    <a:pt x="4537" y="2131"/>
                    <a:pt x="5069" y="2096"/>
                    <a:pt x="5594" y="2027"/>
                  </a:cubicBezTo>
                  <a:cubicBezTo>
                    <a:pt x="7475" y="1776"/>
                    <a:pt x="9320" y="1103"/>
                    <a:pt x="1084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3" name="Google Shape;5548;p73"/>
            <p:cNvSpPr/>
            <p:nvPr/>
          </p:nvSpPr>
          <p:spPr>
            <a:xfrm>
              <a:off x="3266260" y="1656898"/>
              <a:ext cx="66447" cy="7057"/>
            </a:xfrm>
            <a:custGeom>
              <a:avLst/>
              <a:gdLst/>
              <a:ahLst/>
              <a:cxnLst/>
              <a:rect l="l" t="t" r="r" b="b"/>
              <a:pathLst>
                <a:path w="3832" h="407" extrusionOk="0">
                  <a:moveTo>
                    <a:pt x="2014" y="0"/>
                  </a:moveTo>
                  <a:cubicBezTo>
                    <a:pt x="1979" y="0"/>
                    <a:pt x="1945" y="1"/>
                    <a:pt x="1910" y="1"/>
                  </a:cubicBezTo>
                  <a:cubicBezTo>
                    <a:pt x="1258" y="9"/>
                    <a:pt x="597" y="123"/>
                    <a:pt x="1" y="407"/>
                  </a:cubicBezTo>
                  <a:cubicBezTo>
                    <a:pt x="658" y="394"/>
                    <a:pt x="1282" y="366"/>
                    <a:pt x="1914" y="354"/>
                  </a:cubicBezTo>
                  <a:cubicBezTo>
                    <a:pt x="2007" y="353"/>
                    <a:pt x="2099" y="352"/>
                    <a:pt x="2192" y="352"/>
                  </a:cubicBezTo>
                  <a:cubicBezTo>
                    <a:pt x="2638" y="352"/>
                    <a:pt x="3083" y="364"/>
                    <a:pt x="3544" y="364"/>
                  </a:cubicBezTo>
                  <a:cubicBezTo>
                    <a:pt x="3639" y="364"/>
                    <a:pt x="3735" y="363"/>
                    <a:pt x="3832" y="362"/>
                  </a:cubicBezTo>
                  <a:cubicBezTo>
                    <a:pt x="3260" y="105"/>
                    <a:pt x="2633" y="0"/>
                    <a:pt x="20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4" name="Google Shape;5549;p73"/>
            <p:cNvSpPr/>
            <p:nvPr/>
          </p:nvSpPr>
          <p:spPr>
            <a:xfrm>
              <a:off x="2999848" y="1655875"/>
              <a:ext cx="201907" cy="86388"/>
            </a:xfrm>
            <a:custGeom>
              <a:avLst/>
              <a:gdLst/>
              <a:ahLst/>
              <a:cxnLst/>
              <a:rect l="l" t="t" r="r" b="b"/>
              <a:pathLst>
                <a:path w="11644" h="4982" extrusionOk="0">
                  <a:moveTo>
                    <a:pt x="10218" y="0"/>
                  </a:moveTo>
                  <a:cubicBezTo>
                    <a:pt x="9614" y="0"/>
                    <a:pt x="9007" y="83"/>
                    <a:pt x="8417" y="222"/>
                  </a:cubicBezTo>
                  <a:cubicBezTo>
                    <a:pt x="7351" y="470"/>
                    <a:pt x="6345" y="899"/>
                    <a:pt x="5380" y="1394"/>
                  </a:cubicBezTo>
                  <a:cubicBezTo>
                    <a:pt x="3467" y="2395"/>
                    <a:pt x="1647" y="3583"/>
                    <a:pt x="1" y="4982"/>
                  </a:cubicBezTo>
                  <a:cubicBezTo>
                    <a:pt x="1809" y="3810"/>
                    <a:pt x="3641" y="2691"/>
                    <a:pt x="5542" y="1710"/>
                  </a:cubicBezTo>
                  <a:cubicBezTo>
                    <a:pt x="6491" y="1220"/>
                    <a:pt x="7468" y="786"/>
                    <a:pt x="8486" y="490"/>
                  </a:cubicBezTo>
                  <a:cubicBezTo>
                    <a:pt x="9265" y="267"/>
                    <a:pt x="10067" y="127"/>
                    <a:pt x="10881" y="127"/>
                  </a:cubicBezTo>
                  <a:cubicBezTo>
                    <a:pt x="11134" y="127"/>
                    <a:pt x="11389" y="141"/>
                    <a:pt x="11644" y="170"/>
                  </a:cubicBezTo>
                  <a:cubicBezTo>
                    <a:pt x="11178" y="53"/>
                    <a:pt x="10699" y="0"/>
                    <a:pt x="1021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" name="Google Shape;5550;p73"/>
            <p:cNvSpPr/>
            <p:nvPr/>
          </p:nvSpPr>
          <p:spPr>
            <a:xfrm>
              <a:off x="2872139" y="1502624"/>
              <a:ext cx="123721" cy="33744"/>
            </a:xfrm>
            <a:custGeom>
              <a:avLst/>
              <a:gdLst/>
              <a:ahLst/>
              <a:cxnLst/>
              <a:rect l="l" t="t" r="r" b="b"/>
              <a:pathLst>
                <a:path w="7135" h="1946" extrusionOk="0">
                  <a:moveTo>
                    <a:pt x="7135" y="0"/>
                  </a:moveTo>
                  <a:lnTo>
                    <a:pt x="7135" y="0"/>
                  </a:lnTo>
                  <a:cubicBezTo>
                    <a:pt x="6077" y="677"/>
                    <a:pt x="4893" y="1014"/>
                    <a:pt x="3681" y="1241"/>
                  </a:cubicBezTo>
                  <a:cubicBezTo>
                    <a:pt x="2469" y="1468"/>
                    <a:pt x="1208" y="1577"/>
                    <a:pt x="0" y="1946"/>
                  </a:cubicBezTo>
                  <a:cubicBezTo>
                    <a:pt x="1253" y="1853"/>
                    <a:pt x="2509" y="1824"/>
                    <a:pt x="3742" y="1589"/>
                  </a:cubicBezTo>
                  <a:cubicBezTo>
                    <a:pt x="4974" y="1358"/>
                    <a:pt x="6251" y="912"/>
                    <a:pt x="713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" name="Google Shape;5551;p73"/>
            <p:cNvSpPr/>
            <p:nvPr/>
          </p:nvSpPr>
          <p:spPr>
            <a:xfrm>
              <a:off x="3028321" y="1418612"/>
              <a:ext cx="148482" cy="73192"/>
            </a:xfrm>
            <a:custGeom>
              <a:avLst/>
              <a:gdLst/>
              <a:ahLst/>
              <a:cxnLst/>
              <a:rect l="l" t="t" r="r" b="b"/>
              <a:pathLst>
                <a:path w="8563" h="4221" extrusionOk="0">
                  <a:moveTo>
                    <a:pt x="8562" y="1"/>
                  </a:moveTo>
                  <a:cubicBezTo>
                    <a:pt x="7180" y="816"/>
                    <a:pt x="5794" y="1602"/>
                    <a:pt x="4371" y="2307"/>
                  </a:cubicBezTo>
                  <a:cubicBezTo>
                    <a:pt x="2948" y="3009"/>
                    <a:pt x="1484" y="3625"/>
                    <a:pt x="1" y="4221"/>
                  </a:cubicBezTo>
                  <a:cubicBezTo>
                    <a:pt x="1570" y="3892"/>
                    <a:pt x="3090" y="3333"/>
                    <a:pt x="4529" y="2620"/>
                  </a:cubicBezTo>
                  <a:cubicBezTo>
                    <a:pt x="5968" y="1906"/>
                    <a:pt x="7342" y="1051"/>
                    <a:pt x="856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7" name="Google Shape;5552;p73"/>
            <p:cNvSpPr/>
            <p:nvPr/>
          </p:nvSpPr>
          <p:spPr>
            <a:xfrm>
              <a:off x="3736025" y="2009871"/>
              <a:ext cx="100607" cy="53425"/>
            </a:xfrm>
            <a:custGeom>
              <a:avLst/>
              <a:gdLst/>
              <a:ahLst/>
              <a:cxnLst/>
              <a:rect l="l" t="t" r="r" b="b"/>
              <a:pathLst>
                <a:path w="5802" h="3081" extrusionOk="0">
                  <a:moveTo>
                    <a:pt x="4698" y="0"/>
                  </a:moveTo>
                  <a:cubicBezTo>
                    <a:pt x="3900" y="0"/>
                    <a:pt x="3091" y="207"/>
                    <a:pt x="2376" y="571"/>
                  </a:cubicBezTo>
                  <a:cubicBezTo>
                    <a:pt x="1330" y="1110"/>
                    <a:pt x="426" y="1998"/>
                    <a:pt x="1" y="3080"/>
                  </a:cubicBezTo>
                  <a:cubicBezTo>
                    <a:pt x="653" y="2152"/>
                    <a:pt x="1525" y="1402"/>
                    <a:pt x="2539" y="891"/>
                  </a:cubicBezTo>
                  <a:cubicBezTo>
                    <a:pt x="3515" y="399"/>
                    <a:pt x="4590" y="140"/>
                    <a:pt x="5679" y="140"/>
                  </a:cubicBezTo>
                  <a:cubicBezTo>
                    <a:pt x="5720" y="140"/>
                    <a:pt x="5761" y="141"/>
                    <a:pt x="5802" y="141"/>
                  </a:cubicBezTo>
                  <a:cubicBezTo>
                    <a:pt x="5443" y="46"/>
                    <a:pt x="5072" y="0"/>
                    <a:pt x="469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8" name="Google Shape;5553;p73"/>
            <p:cNvSpPr/>
            <p:nvPr/>
          </p:nvSpPr>
          <p:spPr>
            <a:xfrm>
              <a:off x="3212489" y="1405399"/>
              <a:ext cx="154101" cy="20756"/>
            </a:xfrm>
            <a:custGeom>
              <a:avLst/>
              <a:gdLst/>
              <a:ahLst/>
              <a:cxnLst/>
              <a:rect l="l" t="t" r="r" b="b"/>
              <a:pathLst>
                <a:path w="8887" h="1197" extrusionOk="0">
                  <a:moveTo>
                    <a:pt x="4998" y="1"/>
                  </a:moveTo>
                  <a:cubicBezTo>
                    <a:pt x="4796" y="1"/>
                    <a:pt x="4593" y="6"/>
                    <a:pt x="4391" y="17"/>
                  </a:cubicBezTo>
                  <a:cubicBezTo>
                    <a:pt x="2863" y="98"/>
                    <a:pt x="1343" y="479"/>
                    <a:pt x="1" y="1197"/>
                  </a:cubicBezTo>
                  <a:cubicBezTo>
                    <a:pt x="1444" y="738"/>
                    <a:pt x="2924" y="455"/>
                    <a:pt x="4411" y="374"/>
                  </a:cubicBezTo>
                  <a:cubicBezTo>
                    <a:pt x="4699" y="357"/>
                    <a:pt x="4987" y="349"/>
                    <a:pt x="5275" y="349"/>
                  </a:cubicBezTo>
                  <a:cubicBezTo>
                    <a:pt x="6480" y="349"/>
                    <a:pt x="7686" y="489"/>
                    <a:pt x="8887" y="734"/>
                  </a:cubicBezTo>
                  <a:cubicBezTo>
                    <a:pt x="7666" y="235"/>
                    <a:pt x="6332" y="1"/>
                    <a:pt x="499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9" name="Google Shape;5554;p73"/>
            <p:cNvSpPr/>
            <p:nvPr/>
          </p:nvSpPr>
          <p:spPr>
            <a:xfrm>
              <a:off x="3788402" y="1593209"/>
              <a:ext cx="82608" cy="30397"/>
            </a:xfrm>
            <a:custGeom>
              <a:avLst/>
              <a:gdLst/>
              <a:ahLst/>
              <a:cxnLst/>
              <a:rect l="l" t="t" r="r" b="b"/>
              <a:pathLst>
                <a:path w="4764" h="1753" extrusionOk="0">
                  <a:moveTo>
                    <a:pt x="710" y="1"/>
                  </a:moveTo>
                  <a:cubicBezTo>
                    <a:pt x="472" y="1"/>
                    <a:pt x="235" y="18"/>
                    <a:pt x="1" y="54"/>
                  </a:cubicBezTo>
                  <a:cubicBezTo>
                    <a:pt x="860" y="196"/>
                    <a:pt x="1671" y="391"/>
                    <a:pt x="2465" y="670"/>
                  </a:cubicBezTo>
                  <a:cubicBezTo>
                    <a:pt x="3260" y="946"/>
                    <a:pt x="4010" y="1323"/>
                    <a:pt x="4764" y="1753"/>
                  </a:cubicBezTo>
                  <a:cubicBezTo>
                    <a:pt x="4184" y="1100"/>
                    <a:pt x="3414" y="622"/>
                    <a:pt x="2587" y="334"/>
                  </a:cubicBezTo>
                  <a:cubicBezTo>
                    <a:pt x="1985" y="124"/>
                    <a:pt x="1346" y="1"/>
                    <a:pt x="71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0" name="Google Shape;5555;p73"/>
            <p:cNvSpPr/>
            <p:nvPr/>
          </p:nvSpPr>
          <p:spPr>
            <a:xfrm>
              <a:off x="2609161" y="1961302"/>
              <a:ext cx="167314" cy="254170"/>
            </a:xfrm>
            <a:custGeom>
              <a:avLst/>
              <a:gdLst/>
              <a:ahLst/>
              <a:cxnLst/>
              <a:rect l="l" t="t" r="r" b="b"/>
              <a:pathLst>
                <a:path w="9649" h="14658" extrusionOk="0">
                  <a:moveTo>
                    <a:pt x="5397" y="0"/>
                  </a:moveTo>
                  <a:cubicBezTo>
                    <a:pt x="5222" y="0"/>
                    <a:pt x="5042" y="13"/>
                    <a:pt x="4857" y="40"/>
                  </a:cubicBezTo>
                  <a:lnTo>
                    <a:pt x="4723" y="60"/>
                  </a:lnTo>
                  <a:cubicBezTo>
                    <a:pt x="2153" y="514"/>
                    <a:pt x="1" y="3145"/>
                    <a:pt x="755" y="6891"/>
                  </a:cubicBezTo>
                  <a:cubicBezTo>
                    <a:pt x="1302" y="9558"/>
                    <a:pt x="3086" y="12493"/>
                    <a:pt x="5757" y="13867"/>
                  </a:cubicBezTo>
                  <a:cubicBezTo>
                    <a:pt x="6754" y="14388"/>
                    <a:pt x="7862" y="14658"/>
                    <a:pt x="8980" y="14658"/>
                  </a:cubicBezTo>
                  <a:cubicBezTo>
                    <a:pt x="9203" y="14658"/>
                    <a:pt x="9426" y="14647"/>
                    <a:pt x="9649" y="14625"/>
                  </a:cubicBezTo>
                  <a:cubicBezTo>
                    <a:pt x="9649" y="14625"/>
                    <a:pt x="8108" y="8046"/>
                    <a:pt x="9183" y="2204"/>
                  </a:cubicBezTo>
                  <a:cubicBezTo>
                    <a:pt x="9183" y="2204"/>
                    <a:pt x="7714" y="0"/>
                    <a:pt x="5397" y="0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1" name="Google Shape;5556;p73"/>
            <p:cNvSpPr/>
            <p:nvPr/>
          </p:nvSpPr>
          <p:spPr>
            <a:xfrm>
              <a:off x="2609733" y="1955164"/>
              <a:ext cx="174406" cy="266498"/>
            </a:xfrm>
            <a:custGeom>
              <a:avLst/>
              <a:gdLst/>
              <a:ahLst/>
              <a:cxnLst/>
              <a:rect l="l" t="t" r="r" b="b"/>
              <a:pathLst>
                <a:path w="10058" h="15369" extrusionOk="0">
                  <a:moveTo>
                    <a:pt x="5359" y="706"/>
                  </a:moveTo>
                  <a:cubicBezTo>
                    <a:pt x="7167" y="706"/>
                    <a:pt x="8452" y="2218"/>
                    <a:pt x="8777" y="2644"/>
                  </a:cubicBezTo>
                  <a:cubicBezTo>
                    <a:pt x="7897" y="7614"/>
                    <a:pt x="8878" y="13127"/>
                    <a:pt x="9186" y="14651"/>
                  </a:cubicBezTo>
                  <a:cubicBezTo>
                    <a:pt x="9102" y="14654"/>
                    <a:pt x="9017" y="14656"/>
                    <a:pt x="8933" y="14656"/>
                  </a:cubicBezTo>
                  <a:cubicBezTo>
                    <a:pt x="7872" y="14656"/>
                    <a:pt x="6825" y="14397"/>
                    <a:pt x="5886" y="13901"/>
                  </a:cubicBezTo>
                  <a:cubicBezTo>
                    <a:pt x="3551" y="12705"/>
                    <a:pt x="1662" y="10062"/>
                    <a:pt x="1074" y="7180"/>
                  </a:cubicBezTo>
                  <a:cubicBezTo>
                    <a:pt x="637" y="5019"/>
                    <a:pt x="1241" y="3544"/>
                    <a:pt x="1824" y="2692"/>
                  </a:cubicBezTo>
                  <a:cubicBezTo>
                    <a:pt x="2518" y="1675"/>
                    <a:pt x="3588" y="969"/>
                    <a:pt x="4751" y="763"/>
                  </a:cubicBezTo>
                  <a:lnTo>
                    <a:pt x="4877" y="742"/>
                  </a:lnTo>
                  <a:cubicBezTo>
                    <a:pt x="5039" y="722"/>
                    <a:pt x="5197" y="710"/>
                    <a:pt x="5359" y="706"/>
                  </a:cubicBezTo>
                  <a:close/>
                  <a:moveTo>
                    <a:pt x="5374" y="0"/>
                  </a:moveTo>
                  <a:cubicBezTo>
                    <a:pt x="5178" y="0"/>
                    <a:pt x="4975" y="14"/>
                    <a:pt x="4767" y="45"/>
                  </a:cubicBezTo>
                  <a:lnTo>
                    <a:pt x="4630" y="65"/>
                  </a:lnTo>
                  <a:cubicBezTo>
                    <a:pt x="3276" y="300"/>
                    <a:pt x="2035" y="1115"/>
                    <a:pt x="1233" y="2295"/>
                  </a:cubicBezTo>
                  <a:cubicBezTo>
                    <a:pt x="304" y="3661"/>
                    <a:pt x="0" y="5445"/>
                    <a:pt x="377" y="7314"/>
                  </a:cubicBezTo>
                  <a:cubicBezTo>
                    <a:pt x="1006" y="10407"/>
                    <a:pt x="3041" y="13244"/>
                    <a:pt x="5558" y="14537"/>
                  </a:cubicBezTo>
                  <a:cubicBezTo>
                    <a:pt x="6604" y="15081"/>
                    <a:pt x="7767" y="15368"/>
                    <a:pt x="8947" y="15368"/>
                  </a:cubicBezTo>
                  <a:cubicBezTo>
                    <a:pt x="9182" y="15368"/>
                    <a:pt x="9413" y="15356"/>
                    <a:pt x="9652" y="15336"/>
                  </a:cubicBezTo>
                  <a:lnTo>
                    <a:pt x="10058" y="15296"/>
                  </a:lnTo>
                  <a:lnTo>
                    <a:pt x="9964" y="14902"/>
                  </a:lnTo>
                  <a:cubicBezTo>
                    <a:pt x="9944" y="14833"/>
                    <a:pt x="8452" y="8323"/>
                    <a:pt x="9498" y="2623"/>
                  </a:cubicBezTo>
                  <a:lnTo>
                    <a:pt x="9527" y="2481"/>
                  </a:lnTo>
                  <a:lnTo>
                    <a:pt x="9450" y="2360"/>
                  </a:lnTo>
                  <a:cubicBezTo>
                    <a:pt x="9378" y="2255"/>
                    <a:pt x="7843" y="0"/>
                    <a:pt x="537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2" name="Google Shape;5557;p73"/>
            <p:cNvSpPr/>
            <p:nvPr/>
          </p:nvSpPr>
          <p:spPr>
            <a:xfrm>
              <a:off x="2691058" y="1961302"/>
              <a:ext cx="85417" cy="254170"/>
            </a:xfrm>
            <a:custGeom>
              <a:avLst/>
              <a:gdLst/>
              <a:ahLst/>
              <a:cxnLst/>
              <a:rect l="l" t="t" r="r" b="b"/>
              <a:pathLst>
                <a:path w="4926" h="14658" extrusionOk="0">
                  <a:moveTo>
                    <a:pt x="674" y="0"/>
                  </a:moveTo>
                  <a:cubicBezTo>
                    <a:pt x="499" y="0"/>
                    <a:pt x="319" y="13"/>
                    <a:pt x="134" y="40"/>
                  </a:cubicBezTo>
                  <a:lnTo>
                    <a:pt x="0" y="60"/>
                  </a:lnTo>
                  <a:cubicBezTo>
                    <a:pt x="763" y="1077"/>
                    <a:pt x="957" y="2363"/>
                    <a:pt x="945" y="4012"/>
                  </a:cubicBezTo>
                  <a:cubicBezTo>
                    <a:pt x="904" y="7284"/>
                    <a:pt x="600" y="10657"/>
                    <a:pt x="1034" y="13867"/>
                  </a:cubicBezTo>
                  <a:cubicBezTo>
                    <a:pt x="2031" y="14388"/>
                    <a:pt x="3139" y="14658"/>
                    <a:pt x="4257" y="14658"/>
                  </a:cubicBezTo>
                  <a:cubicBezTo>
                    <a:pt x="4480" y="14658"/>
                    <a:pt x="4703" y="14647"/>
                    <a:pt x="4926" y="14625"/>
                  </a:cubicBezTo>
                  <a:cubicBezTo>
                    <a:pt x="4926" y="14625"/>
                    <a:pt x="3385" y="8046"/>
                    <a:pt x="4460" y="2204"/>
                  </a:cubicBezTo>
                  <a:cubicBezTo>
                    <a:pt x="4460" y="2204"/>
                    <a:pt x="2991" y="0"/>
                    <a:pt x="674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" name="Google Shape;5558;p73"/>
            <p:cNvSpPr/>
            <p:nvPr/>
          </p:nvSpPr>
          <p:spPr>
            <a:xfrm>
              <a:off x="2628634" y="2007773"/>
              <a:ext cx="121623" cy="48847"/>
            </a:xfrm>
            <a:custGeom>
              <a:avLst/>
              <a:gdLst/>
              <a:ahLst/>
              <a:cxnLst/>
              <a:rect l="l" t="t" r="r" b="b"/>
              <a:pathLst>
                <a:path w="7014" h="2817" extrusionOk="0">
                  <a:moveTo>
                    <a:pt x="3876" y="0"/>
                  </a:moveTo>
                  <a:cubicBezTo>
                    <a:pt x="3648" y="0"/>
                    <a:pt x="3421" y="21"/>
                    <a:pt x="3195" y="64"/>
                  </a:cubicBezTo>
                  <a:cubicBezTo>
                    <a:pt x="1265" y="420"/>
                    <a:pt x="151" y="2200"/>
                    <a:pt x="106" y="2273"/>
                  </a:cubicBezTo>
                  <a:cubicBezTo>
                    <a:pt x="1" y="2439"/>
                    <a:pt x="53" y="2658"/>
                    <a:pt x="220" y="2759"/>
                  </a:cubicBezTo>
                  <a:cubicBezTo>
                    <a:pt x="276" y="2796"/>
                    <a:pt x="341" y="2816"/>
                    <a:pt x="410" y="2816"/>
                  </a:cubicBezTo>
                  <a:cubicBezTo>
                    <a:pt x="532" y="2816"/>
                    <a:pt x="649" y="2751"/>
                    <a:pt x="710" y="2646"/>
                  </a:cubicBezTo>
                  <a:cubicBezTo>
                    <a:pt x="722" y="2630"/>
                    <a:pt x="1699" y="1065"/>
                    <a:pt x="3325" y="765"/>
                  </a:cubicBezTo>
                  <a:cubicBezTo>
                    <a:pt x="3505" y="731"/>
                    <a:pt x="3687" y="714"/>
                    <a:pt x="3870" y="714"/>
                  </a:cubicBezTo>
                  <a:cubicBezTo>
                    <a:pt x="4681" y="714"/>
                    <a:pt x="5521" y="1043"/>
                    <a:pt x="6377" y="1701"/>
                  </a:cubicBezTo>
                  <a:cubicBezTo>
                    <a:pt x="6444" y="1759"/>
                    <a:pt x="6525" y="1787"/>
                    <a:pt x="6606" y="1787"/>
                  </a:cubicBezTo>
                  <a:cubicBezTo>
                    <a:pt x="6713" y="1787"/>
                    <a:pt x="6819" y="1739"/>
                    <a:pt x="6888" y="1649"/>
                  </a:cubicBezTo>
                  <a:cubicBezTo>
                    <a:pt x="7014" y="1486"/>
                    <a:pt x="6977" y="1255"/>
                    <a:pt x="6807" y="1138"/>
                  </a:cubicBezTo>
                  <a:cubicBezTo>
                    <a:pt x="5829" y="383"/>
                    <a:pt x="4845" y="0"/>
                    <a:pt x="387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4" name="Google Shape;5559;p73"/>
            <p:cNvSpPr/>
            <p:nvPr/>
          </p:nvSpPr>
          <p:spPr>
            <a:xfrm>
              <a:off x="2643615" y="2007791"/>
              <a:ext cx="83457" cy="149349"/>
            </a:xfrm>
            <a:custGeom>
              <a:avLst/>
              <a:gdLst/>
              <a:ahLst/>
              <a:cxnLst/>
              <a:rect l="l" t="t" r="r" b="b"/>
              <a:pathLst>
                <a:path w="4813" h="8613" extrusionOk="0">
                  <a:moveTo>
                    <a:pt x="2639" y="0"/>
                  </a:moveTo>
                  <a:cubicBezTo>
                    <a:pt x="2509" y="0"/>
                    <a:pt x="2383" y="73"/>
                    <a:pt x="2323" y="196"/>
                  </a:cubicBezTo>
                  <a:cubicBezTo>
                    <a:pt x="2295" y="241"/>
                    <a:pt x="0" y="4826"/>
                    <a:pt x="4180" y="8523"/>
                  </a:cubicBezTo>
                  <a:cubicBezTo>
                    <a:pt x="4244" y="8580"/>
                    <a:pt x="4326" y="8612"/>
                    <a:pt x="4415" y="8612"/>
                  </a:cubicBezTo>
                  <a:cubicBezTo>
                    <a:pt x="4516" y="8612"/>
                    <a:pt x="4613" y="8567"/>
                    <a:pt x="4682" y="8490"/>
                  </a:cubicBezTo>
                  <a:cubicBezTo>
                    <a:pt x="4812" y="8345"/>
                    <a:pt x="4796" y="8122"/>
                    <a:pt x="4654" y="7988"/>
                  </a:cubicBezTo>
                  <a:cubicBezTo>
                    <a:pt x="892" y="4672"/>
                    <a:pt x="2866" y="687"/>
                    <a:pt x="2955" y="521"/>
                  </a:cubicBezTo>
                  <a:cubicBezTo>
                    <a:pt x="3045" y="342"/>
                    <a:pt x="2972" y="127"/>
                    <a:pt x="2797" y="38"/>
                  </a:cubicBezTo>
                  <a:cubicBezTo>
                    <a:pt x="2747" y="12"/>
                    <a:pt x="2692" y="0"/>
                    <a:pt x="263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5" name="Google Shape;5560;p73"/>
            <p:cNvSpPr/>
            <p:nvPr/>
          </p:nvSpPr>
          <p:spPr>
            <a:xfrm>
              <a:off x="2743008" y="1659014"/>
              <a:ext cx="1210003" cy="1193703"/>
            </a:xfrm>
            <a:custGeom>
              <a:avLst/>
              <a:gdLst/>
              <a:ahLst/>
              <a:cxnLst/>
              <a:rect l="l" t="t" r="r" b="b"/>
              <a:pathLst>
                <a:path w="69781" h="68841" extrusionOk="0">
                  <a:moveTo>
                    <a:pt x="50478" y="1"/>
                  </a:moveTo>
                  <a:cubicBezTo>
                    <a:pt x="47347" y="1915"/>
                    <a:pt x="43559" y="2383"/>
                    <a:pt x="39648" y="2383"/>
                  </a:cubicBezTo>
                  <a:cubicBezTo>
                    <a:pt x="35897" y="2383"/>
                    <a:pt x="32032" y="1953"/>
                    <a:pt x="28525" y="1953"/>
                  </a:cubicBezTo>
                  <a:cubicBezTo>
                    <a:pt x="26387" y="1953"/>
                    <a:pt x="24383" y="2113"/>
                    <a:pt x="22617" y="2628"/>
                  </a:cubicBezTo>
                  <a:cubicBezTo>
                    <a:pt x="16666" y="4363"/>
                    <a:pt x="12300" y="9438"/>
                    <a:pt x="10637" y="11639"/>
                  </a:cubicBezTo>
                  <a:cubicBezTo>
                    <a:pt x="10151" y="12284"/>
                    <a:pt x="9892" y="12677"/>
                    <a:pt x="9892" y="12677"/>
                  </a:cubicBezTo>
                  <a:cubicBezTo>
                    <a:pt x="10025" y="11416"/>
                    <a:pt x="10297" y="10168"/>
                    <a:pt x="10702" y="8964"/>
                  </a:cubicBezTo>
                  <a:cubicBezTo>
                    <a:pt x="12652" y="3211"/>
                    <a:pt x="17006" y="929"/>
                    <a:pt x="17006" y="929"/>
                  </a:cubicBezTo>
                  <a:cubicBezTo>
                    <a:pt x="16791" y="919"/>
                    <a:pt x="16576" y="914"/>
                    <a:pt x="16361" y="914"/>
                  </a:cubicBezTo>
                  <a:cubicBezTo>
                    <a:pt x="11554" y="914"/>
                    <a:pt x="6896" y="3325"/>
                    <a:pt x="6896" y="3325"/>
                  </a:cubicBezTo>
                  <a:cubicBezTo>
                    <a:pt x="6649" y="3576"/>
                    <a:pt x="6142" y="4274"/>
                    <a:pt x="5517" y="5319"/>
                  </a:cubicBezTo>
                  <a:cubicBezTo>
                    <a:pt x="3839" y="8133"/>
                    <a:pt x="1334" y="13508"/>
                    <a:pt x="770" y="19869"/>
                  </a:cubicBezTo>
                  <a:cubicBezTo>
                    <a:pt x="0" y="28604"/>
                    <a:pt x="693" y="36258"/>
                    <a:pt x="7650" y="44374"/>
                  </a:cubicBezTo>
                  <a:cubicBezTo>
                    <a:pt x="14610" y="52494"/>
                    <a:pt x="22260" y="51022"/>
                    <a:pt x="22892" y="52181"/>
                  </a:cubicBezTo>
                  <a:cubicBezTo>
                    <a:pt x="23529" y="53345"/>
                    <a:pt x="23188" y="56669"/>
                    <a:pt x="22617" y="57978"/>
                  </a:cubicBezTo>
                  <a:cubicBezTo>
                    <a:pt x="22041" y="59292"/>
                    <a:pt x="21129" y="60139"/>
                    <a:pt x="21392" y="61355"/>
                  </a:cubicBezTo>
                  <a:cubicBezTo>
                    <a:pt x="21591" y="62263"/>
                    <a:pt x="22163" y="64189"/>
                    <a:pt x="23630" y="65859"/>
                  </a:cubicBezTo>
                  <a:cubicBezTo>
                    <a:pt x="25037" y="67466"/>
                    <a:pt x="27272" y="68840"/>
                    <a:pt x="30791" y="68840"/>
                  </a:cubicBezTo>
                  <a:cubicBezTo>
                    <a:pt x="31356" y="68840"/>
                    <a:pt x="31955" y="68805"/>
                    <a:pt x="32589" y="68729"/>
                  </a:cubicBezTo>
                  <a:cubicBezTo>
                    <a:pt x="41126" y="67703"/>
                    <a:pt x="41661" y="60447"/>
                    <a:pt x="41511" y="59600"/>
                  </a:cubicBezTo>
                  <a:cubicBezTo>
                    <a:pt x="41357" y="58757"/>
                    <a:pt x="40036" y="59215"/>
                    <a:pt x="39574" y="57670"/>
                  </a:cubicBezTo>
                  <a:cubicBezTo>
                    <a:pt x="39116" y="56126"/>
                    <a:pt x="38491" y="54350"/>
                    <a:pt x="40766" y="52108"/>
                  </a:cubicBezTo>
                  <a:cubicBezTo>
                    <a:pt x="43040" y="49863"/>
                    <a:pt x="46153" y="50329"/>
                    <a:pt x="50478" y="46462"/>
                  </a:cubicBezTo>
                  <a:cubicBezTo>
                    <a:pt x="54808" y="42594"/>
                    <a:pt x="56275" y="37726"/>
                    <a:pt x="56275" y="37726"/>
                  </a:cubicBezTo>
                  <a:cubicBezTo>
                    <a:pt x="62656" y="37726"/>
                    <a:pt x="68490" y="34320"/>
                    <a:pt x="69187" y="29375"/>
                  </a:cubicBezTo>
                  <a:cubicBezTo>
                    <a:pt x="69780" y="25141"/>
                    <a:pt x="67943" y="21468"/>
                    <a:pt x="64442" y="21468"/>
                  </a:cubicBezTo>
                  <a:cubicBezTo>
                    <a:pt x="63853" y="21468"/>
                    <a:pt x="63218" y="21572"/>
                    <a:pt x="62539" y="21794"/>
                  </a:cubicBezTo>
                  <a:cubicBezTo>
                    <a:pt x="57824" y="23339"/>
                    <a:pt x="56275" y="27619"/>
                    <a:pt x="56275" y="27619"/>
                  </a:cubicBezTo>
                  <a:cubicBezTo>
                    <a:pt x="56275" y="27619"/>
                    <a:pt x="55604" y="28637"/>
                    <a:pt x="54798" y="28637"/>
                  </a:cubicBezTo>
                  <a:cubicBezTo>
                    <a:pt x="54180" y="28637"/>
                    <a:pt x="53484" y="28039"/>
                    <a:pt x="52951" y="25929"/>
                  </a:cubicBezTo>
                  <a:cubicBezTo>
                    <a:pt x="51727" y="21065"/>
                    <a:pt x="53263" y="13342"/>
                    <a:pt x="53263" y="13342"/>
                  </a:cubicBezTo>
                  <a:lnTo>
                    <a:pt x="53263" y="13342"/>
                  </a:lnTo>
                  <a:cubicBezTo>
                    <a:pt x="53263" y="13342"/>
                    <a:pt x="52488" y="14104"/>
                    <a:pt x="51602" y="14104"/>
                  </a:cubicBezTo>
                  <a:cubicBezTo>
                    <a:pt x="50741" y="14104"/>
                    <a:pt x="49777" y="13384"/>
                    <a:pt x="49319" y="10545"/>
                  </a:cubicBezTo>
                  <a:cubicBezTo>
                    <a:pt x="48391" y="4784"/>
                    <a:pt x="50478" y="1"/>
                    <a:pt x="50478" y="1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6" name="Google Shape;5561;p73"/>
            <p:cNvSpPr/>
            <p:nvPr/>
          </p:nvSpPr>
          <p:spPr>
            <a:xfrm>
              <a:off x="2736332" y="1643547"/>
              <a:ext cx="1219817" cy="1215326"/>
            </a:xfrm>
            <a:custGeom>
              <a:avLst/>
              <a:gdLst/>
              <a:ahLst/>
              <a:cxnLst/>
              <a:rect l="l" t="t" r="r" b="b"/>
              <a:pathLst>
                <a:path w="70347" h="70088" extrusionOk="0">
                  <a:moveTo>
                    <a:pt x="50191" y="1679"/>
                  </a:moveTo>
                  <a:cubicBezTo>
                    <a:pt x="49627" y="3362"/>
                    <a:pt x="48650" y="7132"/>
                    <a:pt x="49355" y="11498"/>
                  </a:cubicBezTo>
                  <a:cubicBezTo>
                    <a:pt x="49700" y="13662"/>
                    <a:pt x="50397" y="14927"/>
                    <a:pt x="51427" y="15268"/>
                  </a:cubicBezTo>
                  <a:cubicBezTo>
                    <a:pt x="51615" y="15329"/>
                    <a:pt x="51801" y="15355"/>
                    <a:pt x="51982" y="15355"/>
                  </a:cubicBezTo>
                  <a:cubicBezTo>
                    <a:pt x="52415" y="15355"/>
                    <a:pt x="52820" y="15206"/>
                    <a:pt x="53146" y="15028"/>
                  </a:cubicBezTo>
                  <a:lnTo>
                    <a:pt x="53146" y="15028"/>
                  </a:lnTo>
                  <a:cubicBezTo>
                    <a:pt x="52781" y="17197"/>
                    <a:pt x="51994" y="22929"/>
                    <a:pt x="52992" y="26906"/>
                  </a:cubicBezTo>
                  <a:cubicBezTo>
                    <a:pt x="53462" y="28771"/>
                    <a:pt x="54111" y="29744"/>
                    <a:pt x="54974" y="29886"/>
                  </a:cubicBezTo>
                  <a:cubicBezTo>
                    <a:pt x="55048" y="29899"/>
                    <a:pt x="55121" y="29905"/>
                    <a:pt x="55192" y="29905"/>
                  </a:cubicBezTo>
                  <a:cubicBezTo>
                    <a:pt x="56180" y="29905"/>
                    <a:pt x="56926" y="28759"/>
                    <a:pt x="56960" y="28706"/>
                  </a:cubicBezTo>
                  <a:lnTo>
                    <a:pt x="56997" y="28637"/>
                  </a:lnTo>
                  <a:cubicBezTo>
                    <a:pt x="57009" y="28597"/>
                    <a:pt x="58529" y="24494"/>
                    <a:pt x="63037" y="23027"/>
                  </a:cubicBezTo>
                  <a:cubicBezTo>
                    <a:pt x="63665" y="22821"/>
                    <a:pt x="64266" y="22718"/>
                    <a:pt x="64830" y="22718"/>
                  </a:cubicBezTo>
                  <a:cubicBezTo>
                    <a:pt x="65799" y="22718"/>
                    <a:pt x="66661" y="23021"/>
                    <a:pt x="67379" y="23623"/>
                  </a:cubicBezTo>
                  <a:cubicBezTo>
                    <a:pt x="68903" y="24899"/>
                    <a:pt x="69612" y="27429"/>
                    <a:pt x="69219" y="30222"/>
                  </a:cubicBezTo>
                  <a:cubicBezTo>
                    <a:pt x="68575" y="34807"/>
                    <a:pt x="63175" y="38265"/>
                    <a:pt x="56660" y="38265"/>
                  </a:cubicBezTo>
                  <a:lnTo>
                    <a:pt x="56397" y="38265"/>
                  </a:lnTo>
                  <a:lnTo>
                    <a:pt x="56324" y="38516"/>
                  </a:lnTo>
                  <a:cubicBezTo>
                    <a:pt x="56308" y="38561"/>
                    <a:pt x="54828" y="43336"/>
                    <a:pt x="50628" y="47086"/>
                  </a:cubicBezTo>
                  <a:cubicBezTo>
                    <a:pt x="48253" y="49202"/>
                    <a:pt x="46287" y="49984"/>
                    <a:pt x="44552" y="50674"/>
                  </a:cubicBezTo>
                  <a:cubicBezTo>
                    <a:pt x="43161" y="51225"/>
                    <a:pt x="41957" y="51707"/>
                    <a:pt x="40903" y="52745"/>
                  </a:cubicBezTo>
                  <a:cubicBezTo>
                    <a:pt x="38544" y="55076"/>
                    <a:pt x="39120" y="56993"/>
                    <a:pt x="39586" y="58534"/>
                  </a:cubicBezTo>
                  <a:lnTo>
                    <a:pt x="39622" y="58664"/>
                  </a:lnTo>
                  <a:cubicBezTo>
                    <a:pt x="39934" y="59701"/>
                    <a:pt x="40619" y="59989"/>
                    <a:pt x="41069" y="60188"/>
                  </a:cubicBezTo>
                  <a:cubicBezTo>
                    <a:pt x="41422" y="60342"/>
                    <a:pt x="41515" y="60395"/>
                    <a:pt x="41548" y="60561"/>
                  </a:cubicBezTo>
                  <a:cubicBezTo>
                    <a:pt x="41596" y="60849"/>
                    <a:pt x="41568" y="63305"/>
                    <a:pt x="39869" y="65604"/>
                  </a:cubicBezTo>
                  <a:cubicBezTo>
                    <a:pt x="38353" y="67663"/>
                    <a:pt x="36018" y="68895"/>
                    <a:pt x="32925" y="69264"/>
                  </a:cubicBezTo>
                  <a:cubicBezTo>
                    <a:pt x="32314" y="69337"/>
                    <a:pt x="31726" y="69374"/>
                    <a:pt x="31159" y="69374"/>
                  </a:cubicBezTo>
                  <a:cubicBezTo>
                    <a:pt x="28258" y="69374"/>
                    <a:pt x="25948" y="68418"/>
                    <a:pt x="24283" y="66512"/>
                  </a:cubicBezTo>
                  <a:cubicBezTo>
                    <a:pt x="22827" y="64862"/>
                    <a:pt x="22284" y="62892"/>
                    <a:pt x="22130" y="62174"/>
                  </a:cubicBezTo>
                  <a:cubicBezTo>
                    <a:pt x="21972" y="61461"/>
                    <a:pt x="22312" y="60877"/>
                    <a:pt x="22730" y="60143"/>
                  </a:cubicBezTo>
                  <a:cubicBezTo>
                    <a:pt x="22953" y="59778"/>
                    <a:pt x="23152" y="59401"/>
                    <a:pt x="23330" y="59012"/>
                  </a:cubicBezTo>
                  <a:cubicBezTo>
                    <a:pt x="23926" y="57634"/>
                    <a:pt x="24303" y="54204"/>
                    <a:pt x="23593" y="52907"/>
                  </a:cubicBezTo>
                  <a:cubicBezTo>
                    <a:pt x="23330" y="52425"/>
                    <a:pt x="22616" y="52311"/>
                    <a:pt x="21319" y="52096"/>
                  </a:cubicBezTo>
                  <a:cubicBezTo>
                    <a:pt x="18490" y="51634"/>
                    <a:pt x="13232" y="50779"/>
                    <a:pt x="8306" y="45035"/>
                  </a:cubicBezTo>
                  <a:cubicBezTo>
                    <a:pt x="1581" y="37191"/>
                    <a:pt x="726" y="29671"/>
                    <a:pt x="1508" y="20793"/>
                  </a:cubicBezTo>
                  <a:cubicBezTo>
                    <a:pt x="2124" y="13901"/>
                    <a:pt x="4994" y="8429"/>
                    <a:pt x="6207" y="6394"/>
                  </a:cubicBezTo>
                  <a:cubicBezTo>
                    <a:pt x="6774" y="5437"/>
                    <a:pt x="7256" y="4772"/>
                    <a:pt x="7500" y="4505"/>
                  </a:cubicBezTo>
                  <a:cubicBezTo>
                    <a:pt x="7994" y="4257"/>
                    <a:pt x="11987" y="2336"/>
                    <a:pt x="16195" y="2170"/>
                  </a:cubicBezTo>
                  <a:lnTo>
                    <a:pt x="16195" y="2170"/>
                  </a:lnTo>
                  <a:cubicBezTo>
                    <a:pt x="14748" y="3228"/>
                    <a:pt x="12153" y="5599"/>
                    <a:pt x="10751" y="9746"/>
                  </a:cubicBezTo>
                  <a:cubicBezTo>
                    <a:pt x="10337" y="10975"/>
                    <a:pt x="10062" y="12243"/>
                    <a:pt x="9924" y="13537"/>
                  </a:cubicBezTo>
                  <a:lnTo>
                    <a:pt x="9762" y="15016"/>
                  </a:lnTo>
                  <a:lnTo>
                    <a:pt x="10573" y="13764"/>
                  </a:lnTo>
                  <a:cubicBezTo>
                    <a:pt x="10581" y="13764"/>
                    <a:pt x="10832" y="13374"/>
                    <a:pt x="11302" y="12750"/>
                  </a:cubicBezTo>
                  <a:cubicBezTo>
                    <a:pt x="12891" y="10646"/>
                    <a:pt x="17217" y="5579"/>
                    <a:pt x="23099" y="3860"/>
                  </a:cubicBezTo>
                  <a:cubicBezTo>
                    <a:pt x="24828" y="3357"/>
                    <a:pt x="26791" y="3199"/>
                    <a:pt x="28897" y="3199"/>
                  </a:cubicBezTo>
                  <a:cubicBezTo>
                    <a:pt x="30608" y="3199"/>
                    <a:pt x="32412" y="3303"/>
                    <a:pt x="34263" y="3410"/>
                  </a:cubicBezTo>
                  <a:cubicBezTo>
                    <a:pt x="36191" y="3521"/>
                    <a:pt x="38140" y="3633"/>
                    <a:pt x="40057" y="3633"/>
                  </a:cubicBezTo>
                  <a:cubicBezTo>
                    <a:pt x="43673" y="3633"/>
                    <a:pt x="47173" y="3235"/>
                    <a:pt x="50191" y="1679"/>
                  </a:cubicBezTo>
                  <a:close/>
                  <a:moveTo>
                    <a:pt x="51634" y="1"/>
                  </a:moveTo>
                  <a:lnTo>
                    <a:pt x="50677" y="589"/>
                  </a:lnTo>
                  <a:cubicBezTo>
                    <a:pt x="47617" y="2460"/>
                    <a:pt x="43906" y="2921"/>
                    <a:pt x="40041" y="2921"/>
                  </a:cubicBezTo>
                  <a:cubicBezTo>
                    <a:pt x="38147" y="2921"/>
                    <a:pt x="36215" y="2810"/>
                    <a:pt x="34304" y="2701"/>
                  </a:cubicBezTo>
                  <a:cubicBezTo>
                    <a:pt x="32436" y="2593"/>
                    <a:pt x="30617" y="2488"/>
                    <a:pt x="28886" y="2488"/>
                  </a:cubicBezTo>
                  <a:cubicBezTo>
                    <a:pt x="26727" y="2488"/>
                    <a:pt x="24706" y="2651"/>
                    <a:pt x="22904" y="3175"/>
                  </a:cubicBezTo>
                  <a:cubicBezTo>
                    <a:pt x="16945" y="4914"/>
                    <a:pt x="12555" y="9941"/>
                    <a:pt x="10844" y="12175"/>
                  </a:cubicBezTo>
                  <a:cubicBezTo>
                    <a:pt x="10986" y="11429"/>
                    <a:pt x="11181" y="10691"/>
                    <a:pt x="11428" y="9973"/>
                  </a:cubicBezTo>
                  <a:cubicBezTo>
                    <a:pt x="13301" y="4428"/>
                    <a:pt x="17513" y="2154"/>
                    <a:pt x="17557" y="2133"/>
                  </a:cubicBezTo>
                  <a:lnTo>
                    <a:pt x="18713" y="1525"/>
                  </a:lnTo>
                  <a:lnTo>
                    <a:pt x="17407" y="1464"/>
                  </a:lnTo>
                  <a:cubicBezTo>
                    <a:pt x="17182" y="1454"/>
                    <a:pt x="16957" y="1449"/>
                    <a:pt x="16732" y="1449"/>
                  </a:cubicBezTo>
                  <a:cubicBezTo>
                    <a:pt x="11908" y="1449"/>
                    <a:pt x="7324" y="3796"/>
                    <a:pt x="7119" y="3901"/>
                  </a:cubicBezTo>
                  <a:lnTo>
                    <a:pt x="7029" y="3970"/>
                  </a:lnTo>
                  <a:cubicBezTo>
                    <a:pt x="6778" y="4221"/>
                    <a:pt x="6267" y="4898"/>
                    <a:pt x="5594" y="6029"/>
                  </a:cubicBezTo>
                  <a:cubicBezTo>
                    <a:pt x="4362" y="8109"/>
                    <a:pt x="1427" y="13687"/>
                    <a:pt x="799" y="20724"/>
                  </a:cubicBezTo>
                  <a:cubicBezTo>
                    <a:pt x="0" y="29784"/>
                    <a:pt x="880" y="37462"/>
                    <a:pt x="7767" y="45501"/>
                  </a:cubicBezTo>
                  <a:cubicBezTo>
                    <a:pt x="12859" y="51440"/>
                    <a:pt x="18287" y="52323"/>
                    <a:pt x="21206" y="52802"/>
                  </a:cubicBezTo>
                  <a:cubicBezTo>
                    <a:pt x="21948" y="52923"/>
                    <a:pt x="22868" y="53069"/>
                    <a:pt x="22965" y="53248"/>
                  </a:cubicBezTo>
                  <a:cubicBezTo>
                    <a:pt x="23508" y="54237"/>
                    <a:pt x="23253" y="57407"/>
                    <a:pt x="22677" y="58728"/>
                  </a:cubicBezTo>
                  <a:cubicBezTo>
                    <a:pt x="22511" y="59093"/>
                    <a:pt x="22325" y="59446"/>
                    <a:pt x="22118" y="59791"/>
                  </a:cubicBezTo>
                  <a:cubicBezTo>
                    <a:pt x="21656" y="60589"/>
                    <a:pt x="21222" y="61343"/>
                    <a:pt x="21433" y="62324"/>
                  </a:cubicBezTo>
                  <a:cubicBezTo>
                    <a:pt x="21607" y="63135"/>
                    <a:pt x="22183" y="65206"/>
                    <a:pt x="23743" y="66986"/>
                  </a:cubicBezTo>
                  <a:cubicBezTo>
                    <a:pt x="25555" y="69045"/>
                    <a:pt x="28036" y="70087"/>
                    <a:pt x="31150" y="70087"/>
                  </a:cubicBezTo>
                  <a:cubicBezTo>
                    <a:pt x="31770" y="70083"/>
                    <a:pt x="32394" y="70043"/>
                    <a:pt x="33010" y="69970"/>
                  </a:cubicBezTo>
                  <a:cubicBezTo>
                    <a:pt x="36302" y="69581"/>
                    <a:pt x="38803" y="68251"/>
                    <a:pt x="40441" y="66025"/>
                  </a:cubicBezTo>
                  <a:cubicBezTo>
                    <a:pt x="42148" y="63711"/>
                    <a:pt x="42363" y="61076"/>
                    <a:pt x="42245" y="60431"/>
                  </a:cubicBezTo>
                  <a:cubicBezTo>
                    <a:pt x="42144" y="59876"/>
                    <a:pt x="41775" y="59718"/>
                    <a:pt x="41349" y="59535"/>
                  </a:cubicBezTo>
                  <a:cubicBezTo>
                    <a:pt x="40923" y="59353"/>
                    <a:pt x="40518" y="59178"/>
                    <a:pt x="40303" y="58461"/>
                  </a:cubicBezTo>
                  <a:lnTo>
                    <a:pt x="40263" y="58331"/>
                  </a:lnTo>
                  <a:cubicBezTo>
                    <a:pt x="39813" y="56827"/>
                    <a:pt x="39347" y="55279"/>
                    <a:pt x="41402" y="53252"/>
                  </a:cubicBezTo>
                  <a:cubicBezTo>
                    <a:pt x="42350" y="52311"/>
                    <a:pt x="43490" y="51857"/>
                    <a:pt x="44815" y="51338"/>
                  </a:cubicBezTo>
                  <a:cubicBezTo>
                    <a:pt x="46518" y="50657"/>
                    <a:pt x="48634" y="49818"/>
                    <a:pt x="51099" y="47617"/>
                  </a:cubicBezTo>
                  <a:cubicBezTo>
                    <a:pt x="54942" y="44179"/>
                    <a:pt x="56555" y="40036"/>
                    <a:pt x="56920" y="38970"/>
                  </a:cubicBezTo>
                  <a:cubicBezTo>
                    <a:pt x="63669" y="38881"/>
                    <a:pt x="69239" y="35192"/>
                    <a:pt x="69920" y="30315"/>
                  </a:cubicBezTo>
                  <a:cubicBezTo>
                    <a:pt x="70346" y="27287"/>
                    <a:pt x="69548" y="24514"/>
                    <a:pt x="67833" y="23075"/>
                  </a:cubicBezTo>
                  <a:cubicBezTo>
                    <a:pt x="67189" y="22536"/>
                    <a:pt x="66205" y="22002"/>
                    <a:pt x="64832" y="22002"/>
                  </a:cubicBezTo>
                  <a:cubicBezTo>
                    <a:pt x="64235" y="22002"/>
                    <a:pt x="63563" y="22104"/>
                    <a:pt x="62814" y="22350"/>
                  </a:cubicBezTo>
                  <a:cubicBezTo>
                    <a:pt x="58189" y="23862"/>
                    <a:pt x="56531" y="27863"/>
                    <a:pt x="56344" y="28349"/>
                  </a:cubicBezTo>
                  <a:cubicBezTo>
                    <a:pt x="56158" y="28623"/>
                    <a:pt x="55661" y="29196"/>
                    <a:pt x="55186" y="29196"/>
                  </a:cubicBezTo>
                  <a:cubicBezTo>
                    <a:pt x="55154" y="29196"/>
                    <a:pt x="55123" y="29194"/>
                    <a:pt x="55092" y="29188"/>
                  </a:cubicBezTo>
                  <a:cubicBezTo>
                    <a:pt x="54784" y="29136"/>
                    <a:pt x="54188" y="28747"/>
                    <a:pt x="53681" y="26736"/>
                  </a:cubicBezTo>
                  <a:cubicBezTo>
                    <a:pt x="52493" y="22001"/>
                    <a:pt x="53981" y="14380"/>
                    <a:pt x="53997" y="14303"/>
                  </a:cubicBezTo>
                  <a:lnTo>
                    <a:pt x="54220" y="13184"/>
                  </a:lnTo>
                  <a:lnTo>
                    <a:pt x="53397" y="13978"/>
                  </a:lnTo>
                  <a:cubicBezTo>
                    <a:pt x="53390" y="13989"/>
                    <a:pt x="52714" y="14642"/>
                    <a:pt x="51992" y="14642"/>
                  </a:cubicBezTo>
                  <a:cubicBezTo>
                    <a:pt x="51877" y="14642"/>
                    <a:pt x="51761" y="14625"/>
                    <a:pt x="51646" y="14587"/>
                  </a:cubicBezTo>
                  <a:cubicBezTo>
                    <a:pt x="50904" y="14343"/>
                    <a:pt x="50353" y="13237"/>
                    <a:pt x="50053" y="11380"/>
                  </a:cubicBezTo>
                  <a:cubicBezTo>
                    <a:pt x="49157" y="5798"/>
                    <a:pt x="51168" y="1079"/>
                    <a:pt x="51188" y="1035"/>
                  </a:cubicBezTo>
                  <a:lnTo>
                    <a:pt x="51634" y="1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7" name="Google Shape;5562;p73"/>
            <p:cNvSpPr/>
            <p:nvPr/>
          </p:nvSpPr>
          <p:spPr>
            <a:xfrm>
              <a:off x="2838673" y="1674863"/>
              <a:ext cx="199237" cy="139587"/>
            </a:xfrm>
            <a:custGeom>
              <a:avLst/>
              <a:gdLst/>
              <a:ahLst/>
              <a:cxnLst/>
              <a:rect l="l" t="t" r="r" b="b"/>
              <a:pathLst>
                <a:path w="11490" h="8050" extrusionOk="0">
                  <a:moveTo>
                    <a:pt x="10844" y="0"/>
                  </a:moveTo>
                  <a:cubicBezTo>
                    <a:pt x="6037" y="0"/>
                    <a:pt x="1379" y="2411"/>
                    <a:pt x="1379" y="2411"/>
                  </a:cubicBezTo>
                  <a:cubicBezTo>
                    <a:pt x="1132" y="2662"/>
                    <a:pt x="625" y="3360"/>
                    <a:pt x="0" y="4405"/>
                  </a:cubicBezTo>
                  <a:cubicBezTo>
                    <a:pt x="2165" y="3424"/>
                    <a:pt x="4338" y="2520"/>
                    <a:pt x="6693" y="1933"/>
                  </a:cubicBezTo>
                  <a:lnTo>
                    <a:pt x="6693" y="1933"/>
                  </a:lnTo>
                  <a:cubicBezTo>
                    <a:pt x="5887" y="3882"/>
                    <a:pt x="5376" y="5946"/>
                    <a:pt x="5185" y="8050"/>
                  </a:cubicBezTo>
                  <a:cubicBezTo>
                    <a:pt x="7135" y="2297"/>
                    <a:pt x="11489" y="15"/>
                    <a:pt x="11489" y="15"/>
                  </a:cubicBezTo>
                  <a:cubicBezTo>
                    <a:pt x="11274" y="5"/>
                    <a:pt x="11059" y="0"/>
                    <a:pt x="10844" y="0"/>
                  </a:cubicBezTo>
                  <a:close/>
                </a:path>
              </a:pathLst>
            </a:custGeom>
            <a:solidFill>
              <a:srgbClr val="7F33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8" name="Google Shape;5563;p73"/>
            <p:cNvSpPr/>
            <p:nvPr/>
          </p:nvSpPr>
          <p:spPr>
            <a:xfrm>
              <a:off x="2927454" y="1659014"/>
              <a:ext cx="1025557" cy="1193703"/>
            </a:xfrm>
            <a:custGeom>
              <a:avLst/>
              <a:gdLst/>
              <a:ahLst/>
              <a:cxnLst/>
              <a:rect l="l" t="t" r="r" b="b"/>
              <a:pathLst>
                <a:path w="59144" h="68841" extrusionOk="0">
                  <a:moveTo>
                    <a:pt x="39841" y="1"/>
                  </a:moveTo>
                  <a:cubicBezTo>
                    <a:pt x="36710" y="1915"/>
                    <a:pt x="32922" y="2383"/>
                    <a:pt x="29011" y="2383"/>
                  </a:cubicBezTo>
                  <a:cubicBezTo>
                    <a:pt x="25260" y="2383"/>
                    <a:pt x="21395" y="1953"/>
                    <a:pt x="17888" y="1953"/>
                  </a:cubicBezTo>
                  <a:cubicBezTo>
                    <a:pt x="15750" y="1953"/>
                    <a:pt x="13746" y="2113"/>
                    <a:pt x="11980" y="2628"/>
                  </a:cubicBezTo>
                  <a:cubicBezTo>
                    <a:pt x="6029" y="4363"/>
                    <a:pt x="1663" y="9438"/>
                    <a:pt x="0" y="11639"/>
                  </a:cubicBezTo>
                  <a:cubicBezTo>
                    <a:pt x="21" y="12288"/>
                    <a:pt x="73" y="12936"/>
                    <a:pt x="163" y="13581"/>
                  </a:cubicBezTo>
                  <a:cubicBezTo>
                    <a:pt x="2741" y="8502"/>
                    <a:pt x="8019" y="4906"/>
                    <a:pt x="13686" y="4363"/>
                  </a:cubicBezTo>
                  <a:cubicBezTo>
                    <a:pt x="14283" y="4305"/>
                    <a:pt x="14880" y="4280"/>
                    <a:pt x="15477" y="4280"/>
                  </a:cubicBezTo>
                  <a:cubicBezTo>
                    <a:pt x="20758" y="4280"/>
                    <a:pt x="26060" y="6291"/>
                    <a:pt x="31271" y="6291"/>
                  </a:cubicBezTo>
                  <a:cubicBezTo>
                    <a:pt x="32523" y="6291"/>
                    <a:pt x="33770" y="6175"/>
                    <a:pt x="35009" y="5887"/>
                  </a:cubicBezTo>
                  <a:lnTo>
                    <a:pt x="35009" y="5887"/>
                  </a:lnTo>
                  <a:cubicBezTo>
                    <a:pt x="34320" y="8112"/>
                    <a:pt x="34109" y="10460"/>
                    <a:pt x="34401" y="12770"/>
                  </a:cubicBezTo>
                  <a:cubicBezTo>
                    <a:pt x="34599" y="14365"/>
                    <a:pt x="35746" y="16286"/>
                    <a:pt x="37128" y="16286"/>
                  </a:cubicBezTo>
                  <a:cubicBezTo>
                    <a:pt x="37362" y="16286"/>
                    <a:pt x="37603" y="16231"/>
                    <a:pt x="37847" y="16111"/>
                  </a:cubicBezTo>
                  <a:lnTo>
                    <a:pt x="37847" y="16111"/>
                  </a:lnTo>
                  <a:cubicBezTo>
                    <a:pt x="37012" y="20124"/>
                    <a:pt x="36230" y="24543"/>
                    <a:pt x="38232" y="28118"/>
                  </a:cubicBezTo>
                  <a:cubicBezTo>
                    <a:pt x="38937" y="29375"/>
                    <a:pt x="39959" y="30469"/>
                    <a:pt x="40401" y="31843"/>
                  </a:cubicBezTo>
                  <a:cubicBezTo>
                    <a:pt x="40948" y="33562"/>
                    <a:pt x="40498" y="35431"/>
                    <a:pt x="39841" y="37109"/>
                  </a:cubicBezTo>
                  <a:cubicBezTo>
                    <a:pt x="38256" y="41204"/>
                    <a:pt x="35573" y="44783"/>
                    <a:pt x="32091" y="47459"/>
                  </a:cubicBezTo>
                  <a:cubicBezTo>
                    <a:pt x="29212" y="49660"/>
                    <a:pt x="25406" y="52011"/>
                    <a:pt x="25706" y="55615"/>
                  </a:cubicBezTo>
                  <a:cubicBezTo>
                    <a:pt x="25803" y="56677"/>
                    <a:pt x="26269" y="57670"/>
                    <a:pt x="26456" y="58720"/>
                  </a:cubicBezTo>
                  <a:cubicBezTo>
                    <a:pt x="27064" y="62109"/>
                    <a:pt x="24445" y="65514"/>
                    <a:pt x="21165" y="66568"/>
                  </a:cubicBezTo>
                  <a:cubicBezTo>
                    <a:pt x="20200" y="66878"/>
                    <a:pt x="19203" y="67019"/>
                    <a:pt x="18201" y="67019"/>
                  </a:cubicBezTo>
                  <a:cubicBezTo>
                    <a:pt x="16433" y="67019"/>
                    <a:pt x="14649" y="66581"/>
                    <a:pt x="12993" y="65859"/>
                  </a:cubicBezTo>
                  <a:lnTo>
                    <a:pt x="12993" y="65859"/>
                  </a:lnTo>
                  <a:cubicBezTo>
                    <a:pt x="14400" y="67466"/>
                    <a:pt x="16635" y="68840"/>
                    <a:pt x="20154" y="68840"/>
                  </a:cubicBezTo>
                  <a:cubicBezTo>
                    <a:pt x="20719" y="68840"/>
                    <a:pt x="21318" y="68805"/>
                    <a:pt x="21952" y="68729"/>
                  </a:cubicBezTo>
                  <a:cubicBezTo>
                    <a:pt x="30489" y="67703"/>
                    <a:pt x="31024" y="60447"/>
                    <a:pt x="30874" y="59600"/>
                  </a:cubicBezTo>
                  <a:cubicBezTo>
                    <a:pt x="30720" y="58757"/>
                    <a:pt x="29399" y="59215"/>
                    <a:pt x="28937" y="57670"/>
                  </a:cubicBezTo>
                  <a:cubicBezTo>
                    <a:pt x="28479" y="56126"/>
                    <a:pt x="27854" y="54350"/>
                    <a:pt x="30129" y="52108"/>
                  </a:cubicBezTo>
                  <a:cubicBezTo>
                    <a:pt x="32403" y="49863"/>
                    <a:pt x="35516" y="50329"/>
                    <a:pt x="39841" y="46462"/>
                  </a:cubicBezTo>
                  <a:cubicBezTo>
                    <a:pt x="44171" y="42594"/>
                    <a:pt x="45638" y="37726"/>
                    <a:pt x="45638" y="37726"/>
                  </a:cubicBezTo>
                  <a:cubicBezTo>
                    <a:pt x="52019" y="37726"/>
                    <a:pt x="57853" y="34320"/>
                    <a:pt x="58550" y="29375"/>
                  </a:cubicBezTo>
                  <a:cubicBezTo>
                    <a:pt x="59143" y="25141"/>
                    <a:pt x="57306" y="21468"/>
                    <a:pt x="53805" y="21468"/>
                  </a:cubicBezTo>
                  <a:cubicBezTo>
                    <a:pt x="53216" y="21468"/>
                    <a:pt x="52581" y="21572"/>
                    <a:pt x="51902" y="21794"/>
                  </a:cubicBezTo>
                  <a:cubicBezTo>
                    <a:pt x="47187" y="23339"/>
                    <a:pt x="45638" y="27619"/>
                    <a:pt x="45638" y="27619"/>
                  </a:cubicBezTo>
                  <a:cubicBezTo>
                    <a:pt x="45638" y="27619"/>
                    <a:pt x="44967" y="28637"/>
                    <a:pt x="44161" y="28637"/>
                  </a:cubicBezTo>
                  <a:cubicBezTo>
                    <a:pt x="43543" y="28637"/>
                    <a:pt x="42847" y="28039"/>
                    <a:pt x="42314" y="25929"/>
                  </a:cubicBezTo>
                  <a:cubicBezTo>
                    <a:pt x="41090" y="21065"/>
                    <a:pt x="42626" y="13342"/>
                    <a:pt x="42626" y="13342"/>
                  </a:cubicBezTo>
                  <a:lnTo>
                    <a:pt x="42626" y="13342"/>
                  </a:lnTo>
                  <a:cubicBezTo>
                    <a:pt x="42626" y="13342"/>
                    <a:pt x="41851" y="14104"/>
                    <a:pt x="40965" y="14104"/>
                  </a:cubicBezTo>
                  <a:cubicBezTo>
                    <a:pt x="40104" y="14104"/>
                    <a:pt x="39140" y="13384"/>
                    <a:pt x="38682" y="10545"/>
                  </a:cubicBezTo>
                  <a:cubicBezTo>
                    <a:pt x="37754" y="4784"/>
                    <a:pt x="39841" y="1"/>
                    <a:pt x="39841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" name="Google Shape;5564;p73"/>
            <p:cNvSpPr/>
            <p:nvPr/>
          </p:nvSpPr>
          <p:spPr>
            <a:xfrm>
              <a:off x="3755577" y="2245401"/>
              <a:ext cx="121207" cy="41425"/>
            </a:xfrm>
            <a:custGeom>
              <a:avLst/>
              <a:gdLst/>
              <a:ahLst/>
              <a:cxnLst/>
              <a:rect l="l" t="t" r="r" b="b"/>
              <a:pathLst>
                <a:path w="6990" h="2389" extrusionOk="0">
                  <a:moveTo>
                    <a:pt x="6989" y="1"/>
                  </a:moveTo>
                  <a:lnTo>
                    <a:pt x="6989" y="1"/>
                  </a:lnTo>
                  <a:cubicBezTo>
                    <a:pt x="5866" y="552"/>
                    <a:pt x="4748" y="1051"/>
                    <a:pt x="3584" y="1452"/>
                  </a:cubicBezTo>
                  <a:cubicBezTo>
                    <a:pt x="2417" y="1853"/>
                    <a:pt x="1225" y="2141"/>
                    <a:pt x="1" y="2384"/>
                  </a:cubicBezTo>
                  <a:cubicBezTo>
                    <a:pt x="87" y="2387"/>
                    <a:pt x="173" y="2388"/>
                    <a:pt x="260" y="2388"/>
                  </a:cubicBezTo>
                  <a:cubicBezTo>
                    <a:pt x="1425" y="2388"/>
                    <a:pt x="2584" y="2162"/>
                    <a:pt x="3694" y="1784"/>
                  </a:cubicBezTo>
                  <a:cubicBezTo>
                    <a:pt x="4885" y="1379"/>
                    <a:pt x="6016" y="791"/>
                    <a:pt x="69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" name="Google Shape;5565;p73"/>
            <p:cNvSpPr/>
            <p:nvPr/>
          </p:nvSpPr>
          <p:spPr>
            <a:xfrm>
              <a:off x="3885974" y="2106577"/>
              <a:ext cx="34246" cy="112970"/>
            </a:xfrm>
            <a:custGeom>
              <a:avLst/>
              <a:gdLst/>
              <a:ahLst/>
              <a:cxnLst/>
              <a:rect l="l" t="t" r="r" b="b"/>
              <a:pathLst>
                <a:path w="1975" h="6515" extrusionOk="0">
                  <a:moveTo>
                    <a:pt x="1642" y="0"/>
                  </a:moveTo>
                  <a:lnTo>
                    <a:pt x="1642" y="0"/>
                  </a:lnTo>
                  <a:cubicBezTo>
                    <a:pt x="1699" y="1152"/>
                    <a:pt x="1565" y="2283"/>
                    <a:pt x="1245" y="3341"/>
                  </a:cubicBezTo>
                  <a:cubicBezTo>
                    <a:pt x="929" y="4399"/>
                    <a:pt x="284" y="5388"/>
                    <a:pt x="0" y="6515"/>
                  </a:cubicBezTo>
                  <a:cubicBezTo>
                    <a:pt x="536" y="5505"/>
                    <a:pt x="1241" y="4569"/>
                    <a:pt x="1585" y="3446"/>
                  </a:cubicBezTo>
                  <a:cubicBezTo>
                    <a:pt x="1930" y="2327"/>
                    <a:pt x="1975" y="1107"/>
                    <a:pt x="164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1" name="Google Shape;5566;p73"/>
            <p:cNvSpPr/>
            <p:nvPr/>
          </p:nvSpPr>
          <p:spPr>
            <a:xfrm>
              <a:off x="3073110" y="1725565"/>
              <a:ext cx="208999" cy="35686"/>
            </a:xfrm>
            <a:custGeom>
              <a:avLst/>
              <a:gdLst/>
              <a:ahLst/>
              <a:cxnLst/>
              <a:rect l="l" t="t" r="r" b="b"/>
              <a:pathLst>
                <a:path w="12053" h="2058" extrusionOk="0">
                  <a:moveTo>
                    <a:pt x="7876" y="0"/>
                  </a:moveTo>
                  <a:cubicBezTo>
                    <a:pt x="7202" y="0"/>
                    <a:pt x="6528" y="32"/>
                    <a:pt x="5858" y="99"/>
                  </a:cubicBezTo>
                  <a:cubicBezTo>
                    <a:pt x="3794" y="306"/>
                    <a:pt x="1719" y="890"/>
                    <a:pt x="0" y="2057"/>
                  </a:cubicBezTo>
                  <a:cubicBezTo>
                    <a:pt x="1849" y="1137"/>
                    <a:pt x="3863" y="658"/>
                    <a:pt x="5894" y="448"/>
                  </a:cubicBezTo>
                  <a:cubicBezTo>
                    <a:pt x="6932" y="342"/>
                    <a:pt x="7977" y="306"/>
                    <a:pt x="9027" y="306"/>
                  </a:cubicBezTo>
                  <a:cubicBezTo>
                    <a:pt x="10032" y="306"/>
                    <a:pt x="11041" y="339"/>
                    <a:pt x="12052" y="375"/>
                  </a:cubicBezTo>
                  <a:cubicBezTo>
                    <a:pt x="10676" y="137"/>
                    <a:pt x="9275" y="0"/>
                    <a:pt x="787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2" name="Google Shape;5567;p73"/>
            <p:cNvSpPr/>
            <p:nvPr/>
          </p:nvSpPr>
          <p:spPr>
            <a:xfrm>
              <a:off x="3322858" y="1719843"/>
              <a:ext cx="66221" cy="7578"/>
            </a:xfrm>
            <a:custGeom>
              <a:avLst/>
              <a:gdLst/>
              <a:ahLst/>
              <a:cxnLst/>
              <a:rect l="l" t="t" r="r" b="b"/>
              <a:pathLst>
                <a:path w="3819" h="437" extrusionOk="0">
                  <a:moveTo>
                    <a:pt x="386" y="1"/>
                  </a:moveTo>
                  <a:cubicBezTo>
                    <a:pt x="258" y="1"/>
                    <a:pt x="130" y="3"/>
                    <a:pt x="0" y="7"/>
                  </a:cubicBezTo>
                  <a:cubicBezTo>
                    <a:pt x="608" y="263"/>
                    <a:pt x="1245" y="380"/>
                    <a:pt x="1889" y="421"/>
                  </a:cubicBezTo>
                  <a:cubicBezTo>
                    <a:pt x="2050" y="431"/>
                    <a:pt x="2212" y="437"/>
                    <a:pt x="2375" y="437"/>
                  </a:cubicBezTo>
                  <a:cubicBezTo>
                    <a:pt x="2859" y="437"/>
                    <a:pt x="3346" y="387"/>
                    <a:pt x="3819" y="263"/>
                  </a:cubicBezTo>
                  <a:cubicBezTo>
                    <a:pt x="3174" y="149"/>
                    <a:pt x="2546" y="101"/>
                    <a:pt x="1914" y="64"/>
                  </a:cubicBezTo>
                  <a:cubicBezTo>
                    <a:pt x="1407" y="35"/>
                    <a:pt x="903" y="1"/>
                    <a:pt x="38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3" name="Google Shape;5568;p73"/>
            <p:cNvSpPr/>
            <p:nvPr/>
          </p:nvSpPr>
          <p:spPr>
            <a:xfrm>
              <a:off x="3426048" y="1702104"/>
              <a:ext cx="149731" cy="31108"/>
            </a:xfrm>
            <a:custGeom>
              <a:avLst/>
              <a:gdLst/>
              <a:ahLst/>
              <a:cxnLst/>
              <a:rect l="l" t="t" r="r" b="b"/>
              <a:pathLst>
                <a:path w="8635" h="1794" extrusionOk="0">
                  <a:moveTo>
                    <a:pt x="8635" y="1"/>
                  </a:moveTo>
                  <a:cubicBezTo>
                    <a:pt x="7330" y="743"/>
                    <a:pt x="5899" y="1128"/>
                    <a:pt x="4439" y="1326"/>
                  </a:cubicBezTo>
                  <a:cubicBezTo>
                    <a:pt x="2980" y="1525"/>
                    <a:pt x="1496" y="1529"/>
                    <a:pt x="0" y="1586"/>
                  </a:cubicBezTo>
                  <a:cubicBezTo>
                    <a:pt x="870" y="1717"/>
                    <a:pt x="1755" y="1794"/>
                    <a:pt x="2640" y="1794"/>
                  </a:cubicBezTo>
                  <a:cubicBezTo>
                    <a:pt x="3256" y="1794"/>
                    <a:pt x="3873" y="1757"/>
                    <a:pt x="4484" y="1675"/>
                  </a:cubicBezTo>
                  <a:cubicBezTo>
                    <a:pt x="5976" y="1476"/>
                    <a:pt x="7480" y="982"/>
                    <a:pt x="86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4" name="Google Shape;5569;p73"/>
            <p:cNvSpPr/>
            <p:nvPr/>
          </p:nvSpPr>
          <p:spPr>
            <a:xfrm>
              <a:off x="3570282" y="1731842"/>
              <a:ext cx="20201" cy="115935"/>
            </a:xfrm>
            <a:custGeom>
              <a:avLst/>
              <a:gdLst/>
              <a:ahLst/>
              <a:cxnLst/>
              <a:rect l="l" t="t" r="r" b="b"/>
              <a:pathLst>
                <a:path w="1165" h="6686" extrusionOk="0">
                  <a:moveTo>
                    <a:pt x="289" y="1"/>
                  </a:moveTo>
                  <a:cubicBezTo>
                    <a:pt x="49" y="1140"/>
                    <a:pt x="1" y="2315"/>
                    <a:pt x="62" y="3479"/>
                  </a:cubicBezTo>
                  <a:cubicBezTo>
                    <a:pt x="94" y="4058"/>
                    <a:pt x="159" y="4638"/>
                    <a:pt x="256" y="5214"/>
                  </a:cubicBezTo>
                  <a:cubicBezTo>
                    <a:pt x="313" y="5510"/>
                    <a:pt x="406" y="5793"/>
                    <a:pt x="540" y="6061"/>
                  </a:cubicBezTo>
                  <a:cubicBezTo>
                    <a:pt x="682" y="6329"/>
                    <a:pt x="897" y="6564"/>
                    <a:pt x="1164" y="6685"/>
                  </a:cubicBezTo>
                  <a:cubicBezTo>
                    <a:pt x="702" y="6308"/>
                    <a:pt x="589" y="5733"/>
                    <a:pt x="536" y="5169"/>
                  </a:cubicBezTo>
                  <a:cubicBezTo>
                    <a:pt x="487" y="4606"/>
                    <a:pt x="447" y="4030"/>
                    <a:pt x="410" y="3458"/>
                  </a:cubicBezTo>
                  <a:cubicBezTo>
                    <a:pt x="345" y="2311"/>
                    <a:pt x="329" y="1164"/>
                    <a:pt x="2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5" name="Google Shape;5570;p73"/>
            <p:cNvSpPr/>
            <p:nvPr/>
          </p:nvSpPr>
          <p:spPr>
            <a:xfrm>
              <a:off x="3617239" y="1964024"/>
              <a:ext cx="42414" cy="201543"/>
            </a:xfrm>
            <a:custGeom>
              <a:avLst/>
              <a:gdLst/>
              <a:ahLst/>
              <a:cxnLst/>
              <a:rect l="l" t="t" r="r" b="b"/>
              <a:pathLst>
                <a:path w="2446" h="11623" extrusionOk="0">
                  <a:moveTo>
                    <a:pt x="751" y="0"/>
                  </a:moveTo>
                  <a:lnTo>
                    <a:pt x="751" y="0"/>
                  </a:lnTo>
                  <a:cubicBezTo>
                    <a:pt x="191" y="1946"/>
                    <a:pt x="1" y="4018"/>
                    <a:pt x="276" y="6049"/>
                  </a:cubicBezTo>
                  <a:cubicBezTo>
                    <a:pt x="418" y="7062"/>
                    <a:pt x="678" y="8051"/>
                    <a:pt x="945" y="9024"/>
                  </a:cubicBezTo>
                  <a:cubicBezTo>
                    <a:pt x="1087" y="9511"/>
                    <a:pt x="1237" y="10001"/>
                    <a:pt x="1460" y="10463"/>
                  </a:cubicBezTo>
                  <a:cubicBezTo>
                    <a:pt x="1683" y="10925"/>
                    <a:pt x="2007" y="11359"/>
                    <a:pt x="2445" y="11623"/>
                  </a:cubicBezTo>
                  <a:cubicBezTo>
                    <a:pt x="2048" y="11298"/>
                    <a:pt x="1797" y="10864"/>
                    <a:pt x="1618" y="10398"/>
                  </a:cubicBezTo>
                  <a:cubicBezTo>
                    <a:pt x="1440" y="9928"/>
                    <a:pt x="1330" y="9446"/>
                    <a:pt x="1217" y="8951"/>
                  </a:cubicBezTo>
                  <a:cubicBezTo>
                    <a:pt x="994" y="7970"/>
                    <a:pt x="759" y="6993"/>
                    <a:pt x="625" y="6000"/>
                  </a:cubicBezTo>
                  <a:cubicBezTo>
                    <a:pt x="353" y="4022"/>
                    <a:pt x="463" y="1999"/>
                    <a:pt x="75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6" name="Google Shape;5571;p73"/>
            <p:cNvSpPr/>
            <p:nvPr/>
          </p:nvSpPr>
          <p:spPr>
            <a:xfrm>
              <a:off x="3599101" y="2014848"/>
              <a:ext cx="33553" cy="138425"/>
            </a:xfrm>
            <a:custGeom>
              <a:avLst/>
              <a:gdLst/>
              <a:ahLst/>
              <a:cxnLst/>
              <a:rect l="l" t="t" r="r" b="b"/>
              <a:pathLst>
                <a:path w="1935" h="7983" extrusionOk="0">
                  <a:moveTo>
                    <a:pt x="366" y="0"/>
                  </a:moveTo>
                  <a:lnTo>
                    <a:pt x="366" y="0"/>
                  </a:lnTo>
                  <a:cubicBezTo>
                    <a:pt x="9" y="1346"/>
                    <a:pt x="1" y="2785"/>
                    <a:pt x="272" y="4163"/>
                  </a:cubicBezTo>
                  <a:cubicBezTo>
                    <a:pt x="544" y="5542"/>
                    <a:pt x="1095" y="6867"/>
                    <a:pt x="1934" y="7982"/>
                  </a:cubicBezTo>
                  <a:cubicBezTo>
                    <a:pt x="1334" y="6725"/>
                    <a:pt x="889" y="5440"/>
                    <a:pt x="621" y="4095"/>
                  </a:cubicBezTo>
                  <a:cubicBezTo>
                    <a:pt x="353" y="2753"/>
                    <a:pt x="289" y="1387"/>
                    <a:pt x="36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7" name="Google Shape;5572;p73"/>
            <p:cNvSpPr/>
            <p:nvPr/>
          </p:nvSpPr>
          <p:spPr>
            <a:xfrm>
              <a:off x="3532394" y="2354296"/>
              <a:ext cx="134992" cy="137298"/>
            </a:xfrm>
            <a:custGeom>
              <a:avLst/>
              <a:gdLst/>
              <a:ahLst/>
              <a:cxnLst/>
              <a:rect l="l" t="t" r="r" b="b"/>
              <a:pathLst>
                <a:path w="7785" h="7918" extrusionOk="0">
                  <a:moveTo>
                    <a:pt x="7784" y="0"/>
                  </a:moveTo>
                  <a:lnTo>
                    <a:pt x="7784" y="0"/>
                  </a:lnTo>
                  <a:cubicBezTo>
                    <a:pt x="6900" y="1662"/>
                    <a:pt x="5700" y="3097"/>
                    <a:pt x="4346" y="4374"/>
                  </a:cubicBezTo>
                  <a:cubicBezTo>
                    <a:pt x="2996" y="5651"/>
                    <a:pt x="1488" y="6766"/>
                    <a:pt x="1" y="7917"/>
                  </a:cubicBezTo>
                  <a:cubicBezTo>
                    <a:pt x="1642" y="6997"/>
                    <a:pt x="3219" y="5923"/>
                    <a:pt x="4590" y="4634"/>
                  </a:cubicBezTo>
                  <a:cubicBezTo>
                    <a:pt x="5964" y="3340"/>
                    <a:pt x="7160" y="1784"/>
                    <a:pt x="778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8" name="Google Shape;5573;p73"/>
            <p:cNvSpPr/>
            <p:nvPr/>
          </p:nvSpPr>
          <p:spPr>
            <a:xfrm>
              <a:off x="3672415" y="2305640"/>
              <a:ext cx="23010" cy="36223"/>
            </a:xfrm>
            <a:custGeom>
              <a:avLst/>
              <a:gdLst/>
              <a:ahLst/>
              <a:cxnLst/>
              <a:rect l="l" t="t" r="r" b="b"/>
              <a:pathLst>
                <a:path w="1327" h="2089" extrusionOk="0">
                  <a:moveTo>
                    <a:pt x="1327" y="1"/>
                  </a:moveTo>
                  <a:lnTo>
                    <a:pt x="1327" y="1"/>
                  </a:lnTo>
                  <a:cubicBezTo>
                    <a:pt x="941" y="203"/>
                    <a:pt x="641" y="524"/>
                    <a:pt x="418" y="885"/>
                  </a:cubicBezTo>
                  <a:cubicBezTo>
                    <a:pt x="195" y="1245"/>
                    <a:pt x="29" y="1651"/>
                    <a:pt x="1" y="2088"/>
                  </a:cubicBezTo>
                  <a:cubicBezTo>
                    <a:pt x="285" y="1752"/>
                    <a:pt x="504" y="1420"/>
                    <a:pt x="718" y="1075"/>
                  </a:cubicBezTo>
                  <a:cubicBezTo>
                    <a:pt x="929" y="730"/>
                    <a:pt x="1148" y="394"/>
                    <a:pt x="132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9" name="Google Shape;5574;p73"/>
            <p:cNvSpPr/>
            <p:nvPr/>
          </p:nvSpPr>
          <p:spPr>
            <a:xfrm>
              <a:off x="3308934" y="2697038"/>
              <a:ext cx="124501" cy="134489"/>
            </a:xfrm>
            <a:custGeom>
              <a:avLst/>
              <a:gdLst/>
              <a:ahLst/>
              <a:cxnLst/>
              <a:rect l="l" t="t" r="r" b="b"/>
              <a:pathLst>
                <a:path w="7180" h="7756" extrusionOk="0">
                  <a:moveTo>
                    <a:pt x="6868" y="0"/>
                  </a:moveTo>
                  <a:lnTo>
                    <a:pt x="6868" y="0"/>
                  </a:lnTo>
                  <a:cubicBezTo>
                    <a:pt x="6892" y="1881"/>
                    <a:pt x="6130" y="3685"/>
                    <a:pt x="4796" y="4954"/>
                  </a:cubicBezTo>
                  <a:cubicBezTo>
                    <a:pt x="3458" y="6219"/>
                    <a:pt x="1695" y="6949"/>
                    <a:pt x="1" y="7755"/>
                  </a:cubicBezTo>
                  <a:cubicBezTo>
                    <a:pt x="905" y="7480"/>
                    <a:pt x="1805" y="7184"/>
                    <a:pt x="2656" y="6778"/>
                  </a:cubicBezTo>
                  <a:cubicBezTo>
                    <a:pt x="3507" y="6373"/>
                    <a:pt x="4338" y="5874"/>
                    <a:pt x="5039" y="5210"/>
                  </a:cubicBezTo>
                  <a:cubicBezTo>
                    <a:pt x="6458" y="3900"/>
                    <a:pt x="7180" y="1865"/>
                    <a:pt x="686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0" name="Google Shape;5575;p73"/>
            <p:cNvSpPr/>
            <p:nvPr/>
          </p:nvSpPr>
          <p:spPr>
            <a:xfrm>
              <a:off x="3337475" y="2708639"/>
              <a:ext cx="63135" cy="88226"/>
            </a:xfrm>
            <a:custGeom>
              <a:avLst/>
              <a:gdLst/>
              <a:ahLst/>
              <a:cxnLst/>
              <a:rect l="l" t="t" r="r" b="b"/>
              <a:pathLst>
                <a:path w="3641" h="5088" extrusionOk="0">
                  <a:moveTo>
                    <a:pt x="3641" y="0"/>
                  </a:moveTo>
                  <a:cubicBezTo>
                    <a:pt x="3292" y="1026"/>
                    <a:pt x="2818" y="1966"/>
                    <a:pt x="2210" y="2826"/>
                  </a:cubicBezTo>
                  <a:cubicBezTo>
                    <a:pt x="1602" y="3681"/>
                    <a:pt x="852" y="4427"/>
                    <a:pt x="0" y="5088"/>
                  </a:cubicBezTo>
                  <a:cubicBezTo>
                    <a:pt x="1002" y="4662"/>
                    <a:pt x="1865" y="3924"/>
                    <a:pt x="2502" y="3033"/>
                  </a:cubicBezTo>
                  <a:cubicBezTo>
                    <a:pt x="3134" y="2141"/>
                    <a:pt x="3564" y="1087"/>
                    <a:pt x="364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" name="Google Shape;5576;p73"/>
            <p:cNvSpPr/>
            <p:nvPr/>
          </p:nvSpPr>
          <p:spPr>
            <a:xfrm>
              <a:off x="3818556" y="2047794"/>
              <a:ext cx="90914" cy="16629"/>
            </a:xfrm>
            <a:custGeom>
              <a:avLst/>
              <a:gdLst/>
              <a:ahLst/>
              <a:cxnLst/>
              <a:rect l="l" t="t" r="r" b="b"/>
              <a:pathLst>
                <a:path w="5243" h="959" extrusionOk="0">
                  <a:moveTo>
                    <a:pt x="2409" y="0"/>
                  </a:moveTo>
                  <a:cubicBezTo>
                    <a:pt x="1512" y="0"/>
                    <a:pt x="609" y="331"/>
                    <a:pt x="1" y="958"/>
                  </a:cubicBezTo>
                  <a:cubicBezTo>
                    <a:pt x="730" y="566"/>
                    <a:pt x="1517" y="353"/>
                    <a:pt x="2307" y="353"/>
                  </a:cubicBezTo>
                  <a:cubicBezTo>
                    <a:pt x="2401" y="353"/>
                    <a:pt x="2494" y="356"/>
                    <a:pt x="2587" y="362"/>
                  </a:cubicBezTo>
                  <a:cubicBezTo>
                    <a:pt x="3025" y="382"/>
                    <a:pt x="3451" y="504"/>
                    <a:pt x="3884" y="638"/>
                  </a:cubicBezTo>
                  <a:cubicBezTo>
                    <a:pt x="4314" y="776"/>
                    <a:pt x="4768" y="938"/>
                    <a:pt x="5242" y="954"/>
                  </a:cubicBezTo>
                  <a:cubicBezTo>
                    <a:pt x="4801" y="796"/>
                    <a:pt x="4411" y="573"/>
                    <a:pt x="3986" y="378"/>
                  </a:cubicBezTo>
                  <a:cubicBezTo>
                    <a:pt x="3552" y="168"/>
                    <a:pt x="3086" y="42"/>
                    <a:pt x="2607" y="5"/>
                  </a:cubicBezTo>
                  <a:cubicBezTo>
                    <a:pt x="2541" y="2"/>
                    <a:pt x="2475" y="0"/>
                    <a:pt x="240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" name="Google Shape;5577;p73"/>
            <p:cNvSpPr/>
            <p:nvPr/>
          </p:nvSpPr>
          <p:spPr>
            <a:xfrm>
              <a:off x="2720657" y="2061943"/>
              <a:ext cx="24397" cy="105375"/>
            </a:xfrm>
            <a:custGeom>
              <a:avLst/>
              <a:gdLst/>
              <a:ahLst/>
              <a:cxnLst/>
              <a:rect l="l" t="t" r="r" b="b"/>
              <a:pathLst>
                <a:path w="1407" h="6077" extrusionOk="0">
                  <a:moveTo>
                    <a:pt x="507" y="0"/>
                  </a:moveTo>
                  <a:lnTo>
                    <a:pt x="507" y="0"/>
                  </a:lnTo>
                  <a:cubicBezTo>
                    <a:pt x="101" y="985"/>
                    <a:pt x="0" y="2088"/>
                    <a:pt x="162" y="3154"/>
                  </a:cubicBezTo>
                  <a:cubicBezTo>
                    <a:pt x="324" y="4216"/>
                    <a:pt x="730" y="5258"/>
                    <a:pt x="1407" y="6077"/>
                  </a:cubicBezTo>
                  <a:cubicBezTo>
                    <a:pt x="973" y="5108"/>
                    <a:pt x="677" y="4123"/>
                    <a:pt x="519" y="3101"/>
                  </a:cubicBezTo>
                  <a:cubicBezTo>
                    <a:pt x="361" y="2084"/>
                    <a:pt x="377" y="1050"/>
                    <a:pt x="50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" name="Google Shape;5578;p73"/>
            <p:cNvSpPr/>
            <p:nvPr/>
          </p:nvSpPr>
          <p:spPr>
            <a:xfrm>
              <a:off x="2662447" y="1983705"/>
              <a:ext cx="78810" cy="14635"/>
            </a:xfrm>
            <a:custGeom>
              <a:avLst/>
              <a:gdLst/>
              <a:ahLst/>
              <a:cxnLst/>
              <a:rect l="l" t="t" r="r" b="b"/>
              <a:pathLst>
                <a:path w="4545" h="844" extrusionOk="0">
                  <a:moveTo>
                    <a:pt x="2275" y="0"/>
                  </a:moveTo>
                  <a:cubicBezTo>
                    <a:pt x="1448" y="0"/>
                    <a:pt x="596" y="264"/>
                    <a:pt x="1" y="819"/>
                  </a:cubicBezTo>
                  <a:cubicBezTo>
                    <a:pt x="717" y="509"/>
                    <a:pt x="1481" y="354"/>
                    <a:pt x="2245" y="354"/>
                  </a:cubicBezTo>
                  <a:cubicBezTo>
                    <a:pt x="3028" y="354"/>
                    <a:pt x="3812" y="517"/>
                    <a:pt x="4545" y="844"/>
                  </a:cubicBezTo>
                  <a:cubicBezTo>
                    <a:pt x="3945" y="284"/>
                    <a:pt x="3098" y="0"/>
                    <a:pt x="227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4" name="Google Shape;5579;p73"/>
            <p:cNvSpPr/>
            <p:nvPr/>
          </p:nvSpPr>
          <p:spPr>
            <a:xfrm>
              <a:off x="3194074" y="2350360"/>
              <a:ext cx="93792" cy="36379"/>
            </a:xfrm>
            <a:custGeom>
              <a:avLst/>
              <a:gdLst/>
              <a:ahLst/>
              <a:cxnLst/>
              <a:rect l="l" t="t" r="r" b="b"/>
              <a:pathLst>
                <a:path w="5409" h="2098" extrusionOk="0">
                  <a:moveTo>
                    <a:pt x="5408" y="0"/>
                  </a:moveTo>
                  <a:lnTo>
                    <a:pt x="5408" y="0"/>
                  </a:lnTo>
                  <a:cubicBezTo>
                    <a:pt x="4569" y="515"/>
                    <a:pt x="3706" y="957"/>
                    <a:pt x="2810" y="1305"/>
                  </a:cubicBezTo>
                  <a:cubicBezTo>
                    <a:pt x="1914" y="1658"/>
                    <a:pt x="974" y="1889"/>
                    <a:pt x="1" y="2067"/>
                  </a:cubicBezTo>
                  <a:cubicBezTo>
                    <a:pt x="195" y="2087"/>
                    <a:pt x="391" y="2097"/>
                    <a:pt x="587" y="2097"/>
                  </a:cubicBezTo>
                  <a:cubicBezTo>
                    <a:pt x="1385" y="2097"/>
                    <a:pt x="2187" y="1935"/>
                    <a:pt x="2936" y="1642"/>
                  </a:cubicBezTo>
                  <a:cubicBezTo>
                    <a:pt x="3868" y="1277"/>
                    <a:pt x="4740" y="734"/>
                    <a:pt x="540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5" name="Google Shape;5580;p73"/>
            <p:cNvSpPr/>
            <p:nvPr/>
          </p:nvSpPr>
          <p:spPr>
            <a:xfrm>
              <a:off x="3223534" y="2815696"/>
              <a:ext cx="69950" cy="12676"/>
            </a:xfrm>
            <a:custGeom>
              <a:avLst/>
              <a:gdLst/>
              <a:ahLst/>
              <a:cxnLst/>
              <a:rect l="l" t="t" r="r" b="b"/>
              <a:pathLst>
                <a:path w="4034" h="731" extrusionOk="0">
                  <a:moveTo>
                    <a:pt x="0" y="0"/>
                  </a:moveTo>
                  <a:lnTo>
                    <a:pt x="0" y="0"/>
                  </a:lnTo>
                  <a:cubicBezTo>
                    <a:pt x="535" y="470"/>
                    <a:pt x="1273" y="714"/>
                    <a:pt x="1999" y="730"/>
                  </a:cubicBezTo>
                  <a:cubicBezTo>
                    <a:pt x="2027" y="731"/>
                    <a:pt x="2055" y="731"/>
                    <a:pt x="2083" y="731"/>
                  </a:cubicBezTo>
                  <a:cubicBezTo>
                    <a:pt x="2778" y="731"/>
                    <a:pt x="3488" y="538"/>
                    <a:pt x="4034" y="118"/>
                  </a:cubicBezTo>
                  <a:lnTo>
                    <a:pt x="4034" y="118"/>
                  </a:lnTo>
                  <a:cubicBezTo>
                    <a:pt x="3398" y="286"/>
                    <a:pt x="2783" y="375"/>
                    <a:pt x="2163" y="375"/>
                  </a:cubicBezTo>
                  <a:cubicBezTo>
                    <a:pt x="2111" y="375"/>
                    <a:pt x="2059" y="374"/>
                    <a:pt x="2007" y="373"/>
                  </a:cubicBezTo>
                  <a:cubicBezTo>
                    <a:pt x="1334" y="361"/>
                    <a:pt x="673" y="223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6" name="Google Shape;5581;p73"/>
            <p:cNvSpPr/>
            <p:nvPr/>
          </p:nvSpPr>
          <p:spPr>
            <a:xfrm>
              <a:off x="2955926" y="2444689"/>
              <a:ext cx="168163" cy="79487"/>
            </a:xfrm>
            <a:custGeom>
              <a:avLst/>
              <a:gdLst/>
              <a:ahLst/>
              <a:cxnLst/>
              <a:rect l="l" t="t" r="r" b="b"/>
              <a:pathLst>
                <a:path w="9698" h="4584" extrusionOk="0">
                  <a:moveTo>
                    <a:pt x="0" y="0"/>
                  </a:moveTo>
                  <a:cubicBezTo>
                    <a:pt x="1075" y="1512"/>
                    <a:pt x="2587" y="2712"/>
                    <a:pt x="4277" y="3503"/>
                  </a:cubicBezTo>
                  <a:cubicBezTo>
                    <a:pt x="5744" y="4190"/>
                    <a:pt x="7361" y="4583"/>
                    <a:pt x="8974" y="4583"/>
                  </a:cubicBezTo>
                  <a:cubicBezTo>
                    <a:pt x="9215" y="4583"/>
                    <a:pt x="9456" y="4575"/>
                    <a:pt x="9697" y="4557"/>
                  </a:cubicBezTo>
                  <a:cubicBezTo>
                    <a:pt x="7869" y="4423"/>
                    <a:pt x="6085" y="3957"/>
                    <a:pt x="4427" y="3178"/>
                  </a:cubicBezTo>
                  <a:cubicBezTo>
                    <a:pt x="2777" y="2408"/>
                    <a:pt x="1285" y="1322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7" name="Google Shape;5582;p73"/>
            <p:cNvSpPr/>
            <p:nvPr/>
          </p:nvSpPr>
          <p:spPr>
            <a:xfrm>
              <a:off x="3722545" y="2078607"/>
              <a:ext cx="199011" cy="104040"/>
            </a:xfrm>
            <a:custGeom>
              <a:avLst/>
              <a:gdLst/>
              <a:ahLst/>
              <a:cxnLst/>
              <a:rect l="l" t="t" r="r" b="b"/>
              <a:pathLst>
                <a:path w="11477" h="6000" extrusionOk="0">
                  <a:moveTo>
                    <a:pt x="9088" y="1"/>
                  </a:moveTo>
                  <a:cubicBezTo>
                    <a:pt x="3214" y="1"/>
                    <a:pt x="127" y="5411"/>
                    <a:pt x="98" y="5473"/>
                  </a:cubicBezTo>
                  <a:cubicBezTo>
                    <a:pt x="0" y="5643"/>
                    <a:pt x="61" y="5858"/>
                    <a:pt x="231" y="5959"/>
                  </a:cubicBezTo>
                  <a:cubicBezTo>
                    <a:pt x="284" y="5983"/>
                    <a:pt x="345" y="6000"/>
                    <a:pt x="406" y="6000"/>
                  </a:cubicBezTo>
                  <a:cubicBezTo>
                    <a:pt x="535" y="6000"/>
                    <a:pt x="653" y="5927"/>
                    <a:pt x="714" y="5817"/>
                  </a:cubicBezTo>
                  <a:cubicBezTo>
                    <a:pt x="747" y="5762"/>
                    <a:pt x="3628" y="713"/>
                    <a:pt x="9093" y="713"/>
                  </a:cubicBezTo>
                  <a:cubicBezTo>
                    <a:pt x="9698" y="713"/>
                    <a:pt x="10335" y="775"/>
                    <a:pt x="11002" y="912"/>
                  </a:cubicBezTo>
                  <a:cubicBezTo>
                    <a:pt x="11031" y="919"/>
                    <a:pt x="11059" y="923"/>
                    <a:pt x="11087" y="923"/>
                  </a:cubicBezTo>
                  <a:cubicBezTo>
                    <a:pt x="11251" y="923"/>
                    <a:pt x="11401" y="806"/>
                    <a:pt x="11436" y="636"/>
                  </a:cubicBezTo>
                  <a:cubicBezTo>
                    <a:pt x="11477" y="438"/>
                    <a:pt x="11343" y="247"/>
                    <a:pt x="11144" y="215"/>
                  </a:cubicBezTo>
                  <a:cubicBezTo>
                    <a:pt x="10425" y="67"/>
                    <a:pt x="9739" y="1"/>
                    <a:pt x="908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8" name="Google Shape;5583;p73"/>
            <p:cNvSpPr/>
            <p:nvPr/>
          </p:nvSpPr>
          <p:spPr>
            <a:xfrm>
              <a:off x="3774721" y="2089653"/>
              <a:ext cx="71909" cy="137576"/>
            </a:xfrm>
            <a:custGeom>
              <a:avLst/>
              <a:gdLst/>
              <a:ahLst/>
              <a:cxnLst/>
              <a:rect l="l" t="t" r="r" b="b"/>
              <a:pathLst>
                <a:path w="4147" h="7934" extrusionOk="0">
                  <a:moveTo>
                    <a:pt x="2733" y="1"/>
                  </a:moveTo>
                  <a:cubicBezTo>
                    <a:pt x="2623" y="1"/>
                    <a:pt x="2514" y="51"/>
                    <a:pt x="2444" y="145"/>
                  </a:cubicBezTo>
                  <a:cubicBezTo>
                    <a:pt x="2326" y="303"/>
                    <a:pt x="2359" y="526"/>
                    <a:pt x="2521" y="644"/>
                  </a:cubicBezTo>
                  <a:cubicBezTo>
                    <a:pt x="3056" y="1110"/>
                    <a:pt x="3376" y="1779"/>
                    <a:pt x="3392" y="2493"/>
                  </a:cubicBezTo>
                  <a:cubicBezTo>
                    <a:pt x="3425" y="3907"/>
                    <a:pt x="2346" y="5573"/>
                    <a:pt x="259" y="7304"/>
                  </a:cubicBezTo>
                  <a:cubicBezTo>
                    <a:pt x="0" y="7518"/>
                    <a:pt x="152" y="7933"/>
                    <a:pt x="481" y="7933"/>
                  </a:cubicBezTo>
                  <a:cubicBezTo>
                    <a:pt x="482" y="7933"/>
                    <a:pt x="484" y="7933"/>
                    <a:pt x="486" y="7933"/>
                  </a:cubicBezTo>
                  <a:cubicBezTo>
                    <a:pt x="491" y="7933"/>
                    <a:pt x="496" y="7933"/>
                    <a:pt x="502" y="7933"/>
                  </a:cubicBezTo>
                  <a:cubicBezTo>
                    <a:pt x="581" y="7933"/>
                    <a:pt x="656" y="7905"/>
                    <a:pt x="717" y="7852"/>
                  </a:cubicBezTo>
                  <a:cubicBezTo>
                    <a:pt x="3007" y="5946"/>
                    <a:pt x="4146" y="4138"/>
                    <a:pt x="4102" y="2472"/>
                  </a:cubicBezTo>
                  <a:cubicBezTo>
                    <a:pt x="4061" y="920"/>
                    <a:pt x="2991" y="105"/>
                    <a:pt x="2946" y="68"/>
                  </a:cubicBezTo>
                  <a:cubicBezTo>
                    <a:pt x="2881" y="23"/>
                    <a:pt x="2807" y="1"/>
                    <a:pt x="273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9" name="Google Shape;5584;p73"/>
            <p:cNvSpPr/>
            <p:nvPr/>
          </p:nvSpPr>
          <p:spPr>
            <a:xfrm>
              <a:off x="3189444" y="1912369"/>
              <a:ext cx="384029" cy="336934"/>
            </a:xfrm>
            <a:custGeom>
              <a:avLst/>
              <a:gdLst/>
              <a:ahLst/>
              <a:cxnLst/>
              <a:rect l="l" t="t" r="r" b="b"/>
              <a:pathLst>
                <a:path w="22147" h="19431" extrusionOk="0">
                  <a:moveTo>
                    <a:pt x="11161" y="0"/>
                  </a:moveTo>
                  <a:cubicBezTo>
                    <a:pt x="7351" y="0"/>
                    <a:pt x="4558" y="2100"/>
                    <a:pt x="3004" y="4921"/>
                  </a:cubicBezTo>
                  <a:cubicBezTo>
                    <a:pt x="0" y="10386"/>
                    <a:pt x="1658" y="18550"/>
                    <a:pt x="9612" y="19365"/>
                  </a:cubicBezTo>
                  <a:cubicBezTo>
                    <a:pt x="10045" y="19409"/>
                    <a:pt x="10466" y="19431"/>
                    <a:pt x="10874" y="19431"/>
                  </a:cubicBezTo>
                  <a:cubicBezTo>
                    <a:pt x="14557" y="19431"/>
                    <a:pt x="17202" y="17679"/>
                    <a:pt x="18753" y="15230"/>
                  </a:cubicBezTo>
                  <a:cubicBezTo>
                    <a:pt x="22146" y="9875"/>
                    <a:pt x="20310" y="1163"/>
                    <a:pt x="12693" y="109"/>
                  </a:cubicBezTo>
                  <a:cubicBezTo>
                    <a:pt x="12165" y="36"/>
                    <a:pt x="11655" y="0"/>
                    <a:pt x="111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0" name="Google Shape;5585;p73"/>
            <p:cNvSpPr/>
            <p:nvPr/>
          </p:nvSpPr>
          <p:spPr>
            <a:xfrm>
              <a:off x="3241516" y="1912386"/>
              <a:ext cx="331957" cy="264071"/>
            </a:xfrm>
            <a:custGeom>
              <a:avLst/>
              <a:gdLst/>
              <a:ahLst/>
              <a:cxnLst/>
              <a:rect l="l" t="t" r="r" b="b"/>
              <a:pathLst>
                <a:path w="19144" h="15229" extrusionOk="0">
                  <a:moveTo>
                    <a:pt x="8165" y="1"/>
                  </a:moveTo>
                  <a:cubicBezTo>
                    <a:pt x="4354" y="1"/>
                    <a:pt x="1556" y="2098"/>
                    <a:pt x="1" y="4924"/>
                  </a:cubicBezTo>
                  <a:cubicBezTo>
                    <a:pt x="17" y="4952"/>
                    <a:pt x="33" y="4985"/>
                    <a:pt x="54" y="5013"/>
                  </a:cubicBezTo>
                  <a:cubicBezTo>
                    <a:pt x="54" y="5013"/>
                    <a:pt x="2222" y="1507"/>
                    <a:pt x="7533" y="1223"/>
                  </a:cubicBezTo>
                  <a:cubicBezTo>
                    <a:pt x="7689" y="1214"/>
                    <a:pt x="7846" y="1210"/>
                    <a:pt x="8004" y="1210"/>
                  </a:cubicBezTo>
                  <a:cubicBezTo>
                    <a:pt x="13301" y="1210"/>
                    <a:pt x="19018" y="6040"/>
                    <a:pt x="15750" y="15229"/>
                  </a:cubicBezTo>
                  <a:cubicBezTo>
                    <a:pt x="19143" y="9874"/>
                    <a:pt x="17307" y="1162"/>
                    <a:pt x="9690" y="108"/>
                  </a:cubicBezTo>
                  <a:cubicBezTo>
                    <a:pt x="9165" y="35"/>
                    <a:pt x="8657" y="1"/>
                    <a:pt x="816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1" name="Google Shape;5586;p73"/>
            <p:cNvSpPr/>
            <p:nvPr/>
          </p:nvSpPr>
          <p:spPr>
            <a:xfrm>
              <a:off x="2781104" y="1926830"/>
              <a:ext cx="300797" cy="269273"/>
            </a:xfrm>
            <a:custGeom>
              <a:avLst/>
              <a:gdLst/>
              <a:ahLst/>
              <a:cxnLst/>
              <a:rect l="l" t="t" r="r" b="b"/>
              <a:pathLst>
                <a:path w="17347" h="15529" extrusionOk="0">
                  <a:moveTo>
                    <a:pt x="9038" y="1"/>
                  </a:moveTo>
                  <a:cubicBezTo>
                    <a:pt x="8633" y="1"/>
                    <a:pt x="8215" y="28"/>
                    <a:pt x="7784" y="86"/>
                  </a:cubicBezTo>
                  <a:cubicBezTo>
                    <a:pt x="1512" y="925"/>
                    <a:pt x="0" y="7894"/>
                    <a:pt x="2794" y="12174"/>
                  </a:cubicBezTo>
                  <a:cubicBezTo>
                    <a:pt x="4069" y="14131"/>
                    <a:pt x="6246" y="15528"/>
                    <a:pt x="9276" y="15528"/>
                  </a:cubicBezTo>
                  <a:cubicBezTo>
                    <a:pt x="9616" y="15528"/>
                    <a:pt x="9968" y="15511"/>
                    <a:pt x="10330" y="15474"/>
                  </a:cubicBezTo>
                  <a:cubicBezTo>
                    <a:pt x="10532" y="15454"/>
                    <a:pt x="10731" y="15430"/>
                    <a:pt x="10917" y="15397"/>
                  </a:cubicBezTo>
                  <a:cubicBezTo>
                    <a:pt x="13390" y="15004"/>
                    <a:pt x="15048" y="13727"/>
                    <a:pt x="15985" y="12065"/>
                  </a:cubicBezTo>
                  <a:cubicBezTo>
                    <a:pt x="17347" y="9653"/>
                    <a:pt x="17217" y="6487"/>
                    <a:pt x="15770" y="3937"/>
                  </a:cubicBezTo>
                  <a:cubicBezTo>
                    <a:pt x="14491" y="1678"/>
                    <a:pt x="12184" y="1"/>
                    <a:pt x="90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2" name="Google Shape;5587;p73"/>
            <p:cNvSpPr/>
            <p:nvPr/>
          </p:nvSpPr>
          <p:spPr>
            <a:xfrm>
              <a:off x="2781035" y="1926830"/>
              <a:ext cx="273521" cy="211184"/>
            </a:xfrm>
            <a:custGeom>
              <a:avLst/>
              <a:gdLst/>
              <a:ahLst/>
              <a:cxnLst/>
              <a:rect l="l" t="t" r="r" b="b"/>
              <a:pathLst>
                <a:path w="15774" h="12179" extrusionOk="0">
                  <a:moveTo>
                    <a:pt x="9042" y="1"/>
                  </a:moveTo>
                  <a:cubicBezTo>
                    <a:pt x="8637" y="1"/>
                    <a:pt x="8219" y="28"/>
                    <a:pt x="7788" y="86"/>
                  </a:cubicBezTo>
                  <a:cubicBezTo>
                    <a:pt x="1516" y="933"/>
                    <a:pt x="0" y="7894"/>
                    <a:pt x="2798" y="12178"/>
                  </a:cubicBezTo>
                  <a:lnTo>
                    <a:pt x="2798" y="12178"/>
                  </a:lnTo>
                  <a:cubicBezTo>
                    <a:pt x="98" y="4810"/>
                    <a:pt x="4791" y="685"/>
                    <a:pt x="9167" y="685"/>
                  </a:cubicBezTo>
                  <a:cubicBezTo>
                    <a:pt x="9286" y="685"/>
                    <a:pt x="9404" y="688"/>
                    <a:pt x="9523" y="694"/>
                  </a:cubicBezTo>
                  <a:cubicBezTo>
                    <a:pt x="13901" y="921"/>
                    <a:pt x="15733" y="4010"/>
                    <a:pt x="15733" y="4010"/>
                  </a:cubicBezTo>
                  <a:cubicBezTo>
                    <a:pt x="15749" y="3986"/>
                    <a:pt x="15762" y="3961"/>
                    <a:pt x="15774" y="3937"/>
                  </a:cubicBezTo>
                  <a:cubicBezTo>
                    <a:pt x="14495" y="1678"/>
                    <a:pt x="12188" y="1"/>
                    <a:pt x="904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3" name="Google Shape;5588;p73"/>
            <p:cNvSpPr/>
            <p:nvPr/>
          </p:nvSpPr>
          <p:spPr>
            <a:xfrm>
              <a:off x="3241672" y="2031893"/>
              <a:ext cx="238408" cy="216264"/>
            </a:xfrm>
            <a:custGeom>
              <a:avLst/>
              <a:gdLst/>
              <a:ahLst/>
              <a:cxnLst/>
              <a:rect l="l" t="t" r="r" b="b"/>
              <a:pathLst>
                <a:path w="13749" h="12472" extrusionOk="0">
                  <a:moveTo>
                    <a:pt x="7009" y="0"/>
                  </a:moveTo>
                  <a:cubicBezTo>
                    <a:pt x="1" y="0"/>
                    <a:pt x="222" y="12448"/>
                    <a:pt x="6600" y="12472"/>
                  </a:cubicBezTo>
                  <a:cubicBezTo>
                    <a:pt x="6607" y="12472"/>
                    <a:pt x="6614" y="12472"/>
                    <a:pt x="6621" y="12472"/>
                  </a:cubicBezTo>
                  <a:cubicBezTo>
                    <a:pt x="13633" y="12472"/>
                    <a:pt x="13748" y="290"/>
                    <a:pt x="7277" y="6"/>
                  </a:cubicBezTo>
                  <a:cubicBezTo>
                    <a:pt x="7186" y="2"/>
                    <a:pt x="7097" y="0"/>
                    <a:pt x="700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4" name="Google Shape;5589;p73"/>
            <p:cNvSpPr/>
            <p:nvPr/>
          </p:nvSpPr>
          <p:spPr>
            <a:xfrm>
              <a:off x="2898531" y="2023275"/>
              <a:ext cx="172412" cy="170556"/>
            </a:xfrm>
            <a:custGeom>
              <a:avLst/>
              <a:gdLst/>
              <a:ahLst/>
              <a:cxnLst/>
              <a:rect l="l" t="t" r="r" b="b"/>
              <a:pathLst>
                <a:path w="9943" h="9836" extrusionOk="0">
                  <a:moveTo>
                    <a:pt x="5423" y="0"/>
                  </a:moveTo>
                  <a:cubicBezTo>
                    <a:pt x="195" y="0"/>
                    <a:pt x="0" y="8671"/>
                    <a:pt x="4145" y="9835"/>
                  </a:cubicBezTo>
                  <a:cubicBezTo>
                    <a:pt x="6618" y="9442"/>
                    <a:pt x="8276" y="8165"/>
                    <a:pt x="9213" y="6503"/>
                  </a:cubicBezTo>
                  <a:cubicBezTo>
                    <a:pt x="9942" y="3681"/>
                    <a:pt x="8730" y="143"/>
                    <a:pt x="5633" y="5"/>
                  </a:cubicBezTo>
                  <a:cubicBezTo>
                    <a:pt x="5562" y="2"/>
                    <a:pt x="5492" y="0"/>
                    <a:pt x="54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5" name="Google Shape;5590;p73"/>
            <p:cNvSpPr/>
            <p:nvPr/>
          </p:nvSpPr>
          <p:spPr>
            <a:xfrm>
              <a:off x="3266052" y="1778816"/>
              <a:ext cx="312120" cy="111618"/>
            </a:xfrm>
            <a:custGeom>
              <a:avLst/>
              <a:gdLst/>
              <a:ahLst/>
              <a:cxnLst/>
              <a:rect l="l" t="t" r="r" b="b"/>
              <a:pathLst>
                <a:path w="18000" h="6437" extrusionOk="0">
                  <a:moveTo>
                    <a:pt x="5136" y="1"/>
                  </a:moveTo>
                  <a:cubicBezTo>
                    <a:pt x="3065" y="1"/>
                    <a:pt x="1416" y="303"/>
                    <a:pt x="872" y="835"/>
                  </a:cubicBezTo>
                  <a:cubicBezTo>
                    <a:pt x="1" y="1682"/>
                    <a:pt x="349" y="4057"/>
                    <a:pt x="1683" y="4592"/>
                  </a:cubicBezTo>
                  <a:cubicBezTo>
                    <a:pt x="1924" y="4690"/>
                    <a:pt x="2192" y="4728"/>
                    <a:pt x="2495" y="4728"/>
                  </a:cubicBezTo>
                  <a:cubicBezTo>
                    <a:pt x="3527" y="4728"/>
                    <a:pt x="4956" y="4288"/>
                    <a:pt x="7065" y="4288"/>
                  </a:cubicBezTo>
                  <a:cubicBezTo>
                    <a:pt x="7754" y="4288"/>
                    <a:pt x="8514" y="4335"/>
                    <a:pt x="9357" y="4459"/>
                  </a:cubicBezTo>
                  <a:cubicBezTo>
                    <a:pt x="12984" y="4990"/>
                    <a:pt x="15649" y="6437"/>
                    <a:pt x="16802" y="6437"/>
                  </a:cubicBezTo>
                  <a:cubicBezTo>
                    <a:pt x="16977" y="6437"/>
                    <a:pt x="17118" y="6403"/>
                    <a:pt x="17221" y="6327"/>
                  </a:cubicBezTo>
                  <a:cubicBezTo>
                    <a:pt x="18000" y="5756"/>
                    <a:pt x="15336" y="1828"/>
                    <a:pt x="11051" y="737"/>
                  </a:cubicBezTo>
                  <a:cubicBezTo>
                    <a:pt x="9060" y="230"/>
                    <a:pt x="6938" y="1"/>
                    <a:pt x="5136" y="1"/>
                  </a:cubicBezTo>
                  <a:close/>
                </a:path>
              </a:pathLst>
            </a:custGeom>
            <a:solidFill>
              <a:srgbClr val="8C53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6" name="Google Shape;5591;p73"/>
            <p:cNvSpPr/>
            <p:nvPr/>
          </p:nvSpPr>
          <p:spPr>
            <a:xfrm>
              <a:off x="3264647" y="1772625"/>
              <a:ext cx="309727" cy="123998"/>
            </a:xfrm>
            <a:custGeom>
              <a:avLst/>
              <a:gdLst/>
              <a:ahLst/>
              <a:cxnLst/>
              <a:rect l="l" t="t" r="r" b="b"/>
              <a:pathLst>
                <a:path w="17862" h="7151" extrusionOk="0">
                  <a:moveTo>
                    <a:pt x="5256" y="716"/>
                  </a:moveTo>
                  <a:cubicBezTo>
                    <a:pt x="6969" y="716"/>
                    <a:pt x="9023" y="924"/>
                    <a:pt x="11047" y="1439"/>
                  </a:cubicBezTo>
                  <a:cubicBezTo>
                    <a:pt x="14173" y="2233"/>
                    <a:pt x="16297" y="4524"/>
                    <a:pt x="16905" y="5780"/>
                  </a:cubicBezTo>
                  <a:cubicBezTo>
                    <a:pt x="17092" y="6178"/>
                    <a:pt x="17088" y="6372"/>
                    <a:pt x="17088" y="6393"/>
                  </a:cubicBezTo>
                  <a:cubicBezTo>
                    <a:pt x="17043" y="6426"/>
                    <a:pt x="16971" y="6441"/>
                    <a:pt x="16877" y="6441"/>
                  </a:cubicBezTo>
                  <a:cubicBezTo>
                    <a:pt x="16455" y="6441"/>
                    <a:pt x="15585" y="6140"/>
                    <a:pt x="14736" y="5845"/>
                  </a:cubicBezTo>
                  <a:cubicBezTo>
                    <a:pt x="13411" y="5391"/>
                    <a:pt x="11595" y="4767"/>
                    <a:pt x="9487" y="4459"/>
                  </a:cubicBezTo>
                  <a:cubicBezTo>
                    <a:pt x="8716" y="4349"/>
                    <a:pt x="7938" y="4293"/>
                    <a:pt x="7160" y="4293"/>
                  </a:cubicBezTo>
                  <a:cubicBezTo>
                    <a:pt x="5883" y="4293"/>
                    <a:pt x="4857" y="4451"/>
                    <a:pt x="4018" y="4576"/>
                  </a:cubicBezTo>
                  <a:cubicBezTo>
                    <a:pt x="3454" y="4661"/>
                    <a:pt x="2978" y="4729"/>
                    <a:pt x="2585" y="4729"/>
                  </a:cubicBezTo>
                  <a:cubicBezTo>
                    <a:pt x="2319" y="4729"/>
                    <a:pt x="2091" y="4698"/>
                    <a:pt x="1898" y="4621"/>
                  </a:cubicBezTo>
                  <a:cubicBezTo>
                    <a:pt x="1415" y="4427"/>
                    <a:pt x="1018" y="3839"/>
                    <a:pt x="884" y="3141"/>
                  </a:cubicBezTo>
                  <a:cubicBezTo>
                    <a:pt x="747" y="2440"/>
                    <a:pt x="872" y="1759"/>
                    <a:pt x="1201" y="1443"/>
                  </a:cubicBezTo>
                  <a:cubicBezTo>
                    <a:pt x="1640" y="1014"/>
                    <a:pt x="3204" y="716"/>
                    <a:pt x="5256" y="716"/>
                  </a:cubicBezTo>
                  <a:close/>
                  <a:moveTo>
                    <a:pt x="5196" y="0"/>
                  </a:moveTo>
                  <a:cubicBezTo>
                    <a:pt x="3078" y="0"/>
                    <a:pt x="1342" y="315"/>
                    <a:pt x="706" y="932"/>
                  </a:cubicBezTo>
                  <a:cubicBezTo>
                    <a:pt x="199" y="1423"/>
                    <a:pt x="1" y="2314"/>
                    <a:pt x="187" y="3279"/>
                  </a:cubicBezTo>
                  <a:cubicBezTo>
                    <a:pt x="378" y="4240"/>
                    <a:pt x="953" y="5006"/>
                    <a:pt x="1626" y="5282"/>
                  </a:cubicBezTo>
                  <a:cubicBezTo>
                    <a:pt x="1917" y="5398"/>
                    <a:pt x="2230" y="5442"/>
                    <a:pt x="2574" y="5442"/>
                  </a:cubicBezTo>
                  <a:cubicBezTo>
                    <a:pt x="3032" y="5442"/>
                    <a:pt x="3544" y="5364"/>
                    <a:pt x="4127" y="5274"/>
                  </a:cubicBezTo>
                  <a:cubicBezTo>
                    <a:pt x="4934" y="5153"/>
                    <a:pt x="5933" y="5001"/>
                    <a:pt x="7165" y="5001"/>
                  </a:cubicBezTo>
                  <a:cubicBezTo>
                    <a:pt x="7833" y="5001"/>
                    <a:pt x="8570" y="5046"/>
                    <a:pt x="9381" y="5164"/>
                  </a:cubicBezTo>
                  <a:cubicBezTo>
                    <a:pt x="11428" y="5464"/>
                    <a:pt x="13135" y="6052"/>
                    <a:pt x="14505" y="6522"/>
                  </a:cubicBezTo>
                  <a:cubicBezTo>
                    <a:pt x="15563" y="6887"/>
                    <a:pt x="16329" y="7151"/>
                    <a:pt x="16881" y="7151"/>
                  </a:cubicBezTo>
                  <a:cubicBezTo>
                    <a:pt x="17132" y="7151"/>
                    <a:pt x="17367" y="7070"/>
                    <a:pt x="17509" y="6968"/>
                  </a:cubicBezTo>
                  <a:cubicBezTo>
                    <a:pt x="17651" y="6867"/>
                    <a:pt x="17862" y="6620"/>
                    <a:pt x="17760" y="6093"/>
                  </a:cubicBezTo>
                  <a:cubicBezTo>
                    <a:pt x="17497" y="4743"/>
                    <a:pt x="15020" y="1719"/>
                    <a:pt x="11226" y="750"/>
                  </a:cubicBezTo>
                  <a:cubicBezTo>
                    <a:pt x="9248" y="247"/>
                    <a:pt x="7072" y="0"/>
                    <a:pt x="519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" name="Google Shape;5592;p73"/>
            <p:cNvSpPr/>
            <p:nvPr/>
          </p:nvSpPr>
          <p:spPr>
            <a:xfrm>
              <a:off x="2773995" y="1783931"/>
              <a:ext cx="297936" cy="116005"/>
            </a:xfrm>
            <a:custGeom>
              <a:avLst/>
              <a:gdLst/>
              <a:ahLst/>
              <a:cxnLst/>
              <a:rect l="l" t="t" r="r" b="b"/>
              <a:pathLst>
                <a:path w="17182" h="6690" extrusionOk="0">
                  <a:moveTo>
                    <a:pt x="12682" y="1"/>
                  </a:moveTo>
                  <a:cubicBezTo>
                    <a:pt x="10865" y="1"/>
                    <a:pt x="8647" y="275"/>
                    <a:pt x="6580" y="872"/>
                  </a:cubicBezTo>
                  <a:cubicBezTo>
                    <a:pt x="2494" y="2056"/>
                    <a:pt x="1" y="6032"/>
                    <a:pt x="755" y="6588"/>
                  </a:cubicBezTo>
                  <a:cubicBezTo>
                    <a:pt x="850" y="6658"/>
                    <a:pt x="976" y="6689"/>
                    <a:pt x="1133" y="6689"/>
                  </a:cubicBezTo>
                  <a:cubicBezTo>
                    <a:pt x="2222" y="6689"/>
                    <a:pt x="4763" y="5159"/>
                    <a:pt x="8263" y="4549"/>
                  </a:cubicBezTo>
                  <a:cubicBezTo>
                    <a:pt x="9197" y="4385"/>
                    <a:pt x="10027" y="4327"/>
                    <a:pt x="10766" y="4327"/>
                  </a:cubicBezTo>
                  <a:cubicBezTo>
                    <a:pt x="12564" y="4327"/>
                    <a:pt x="13828" y="4670"/>
                    <a:pt x="14756" y="4670"/>
                  </a:cubicBezTo>
                  <a:cubicBezTo>
                    <a:pt x="15079" y="4670"/>
                    <a:pt x="15362" y="4629"/>
                    <a:pt x="15612" y="4516"/>
                  </a:cubicBezTo>
                  <a:cubicBezTo>
                    <a:pt x="16881" y="3949"/>
                    <a:pt x="17181" y="1569"/>
                    <a:pt x="16334" y="738"/>
                  </a:cubicBezTo>
                  <a:cubicBezTo>
                    <a:pt x="15843" y="262"/>
                    <a:pt x="14454" y="1"/>
                    <a:pt x="12682" y="1"/>
                  </a:cubicBezTo>
                  <a:close/>
                </a:path>
              </a:pathLst>
            </a:custGeom>
            <a:solidFill>
              <a:srgbClr val="8C53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" name="Google Shape;5593;p73"/>
            <p:cNvSpPr/>
            <p:nvPr/>
          </p:nvSpPr>
          <p:spPr>
            <a:xfrm>
              <a:off x="2777445" y="1777706"/>
              <a:ext cx="296237" cy="128403"/>
            </a:xfrm>
            <a:custGeom>
              <a:avLst/>
              <a:gdLst/>
              <a:ahLst/>
              <a:cxnLst/>
              <a:rect l="l" t="t" r="r" b="b"/>
              <a:pathLst>
                <a:path w="17084" h="7405" extrusionOk="0">
                  <a:moveTo>
                    <a:pt x="12442" y="716"/>
                  </a:moveTo>
                  <a:cubicBezTo>
                    <a:pt x="14185" y="716"/>
                    <a:pt x="15490" y="967"/>
                    <a:pt x="15888" y="1353"/>
                  </a:cubicBezTo>
                  <a:cubicBezTo>
                    <a:pt x="16204" y="1661"/>
                    <a:pt x="16338" y="2342"/>
                    <a:pt x="16212" y="3063"/>
                  </a:cubicBezTo>
                  <a:cubicBezTo>
                    <a:pt x="16082" y="3781"/>
                    <a:pt x="15729" y="4344"/>
                    <a:pt x="15267" y="4551"/>
                  </a:cubicBezTo>
                  <a:cubicBezTo>
                    <a:pt x="15066" y="4641"/>
                    <a:pt x="14828" y="4676"/>
                    <a:pt x="14549" y="4676"/>
                  </a:cubicBezTo>
                  <a:cubicBezTo>
                    <a:pt x="14187" y="4676"/>
                    <a:pt x="13757" y="4618"/>
                    <a:pt x="13244" y="4547"/>
                  </a:cubicBezTo>
                  <a:cubicBezTo>
                    <a:pt x="12515" y="4451"/>
                    <a:pt x="11626" y="4330"/>
                    <a:pt x="10546" y="4330"/>
                  </a:cubicBezTo>
                  <a:cubicBezTo>
                    <a:pt x="9795" y="4330"/>
                    <a:pt x="8951" y="4389"/>
                    <a:pt x="8003" y="4555"/>
                  </a:cubicBezTo>
                  <a:cubicBezTo>
                    <a:pt x="5980" y="4912"/>
                    <a:pt x="4253" y="5577"/>
                    <a:pt x="2988" y="6063"/>
                  </a:cubicBezTo>
                  <a:cubicBezTo>
                    <a:pt x="2183" y="6370"/>
                    <a:pt x="1288" y="6712"/>
                    <a:pt x="922" y="6712"/>
                  </a:cubicBezTo>
                  <a:cubicBezTo>
                    <a:pt x="862" y="6712"/>
                    <a:pt x="816" y="6703"/>
                    <a:pt x="787" y="6683"/>
                  </a:cubicBezTo>
                  <a:cubicBezTo>
                    <a:pt x="771" y="6643"/>
                    <a:pt x="759" y="6432"/>
                    <a:pt x="953" y="6002"/>
                  </a:cubicBezTo>
                  <a:cubicBezTo>
                    <a:pt x="1529" y="4746"/>
                    <a:pt x="3536" y="2423"/>
                    <a:pt x="6475" y="1572"/>
                  </a:cubicBezTo>
                  <a:cubicBezTo>
                    <a:pt x="8416" y="1016"/>
                    <a:pt x="10423" y="728"/>
                    <a:pt x="12442" y="716"/>
                  </a:cubicBezTo>
                  <a:close/>
                  <a:moveTo>
                    <a:pt x="12479" y="0"/>
                  </a:moveTo>
                  <a:cubicBezTo>
                    <a:pt x="10586" y="0"/>
                    <a:pt x="8319" y="296"/>
                    <a:pt x="6280" y="886"/>
                  </a:cubicBezTo>
                  <a:cubicBezTo>
                    <a:pt x="2676" y="1932"/>
                    <a:pt x="333" y="5001"/>
                    <a:pt x="90" y="6355"/>
                  </a:cubicBezTo>
                  <a:cubicBezTo>
                    <a:pt x="1" y="6862"/>
                    <a:pt x="183" y="7121"/>
                    <a:pt x="345" y="7239"/>
                  </a:cubicBezTo>
                  <a:cubicBezTo>
                    <a:pt x="507" y="7352"/>
                    <a:pt x="698" y="7405"/>
                    <a:pt x="933" y="7405"/>
                  </a:cubicBezTo>
                  <a:cubicBezTo>
                    <a:pt x="1468" y="7405"/>
                    <a:pt x="2214" y="7121"/>
                    <a:pt x="3244" y="6724"/>
                  </a:cubicBezTo>
                  <a:cubicBezTo>
                    <a:pt x="4549" y="6225"/>
                    <a:pt x="6171" y="5601"/>
                    <a:pt x="8129" y="5256"/>
                  </a:cubicBezTo>
                  <a:cubicBezTo>
                    <a:pt x="9028" y="5099"/>
                    <a:pt x="9833" y="5043"/>
                    <a:pt x="10552" y="5043"/>
                  </a:cubicBezTo>
                  <a:cubicBezTo>
                    <a:pt x="11589" y="5043"/>
                    <a:pt x="12447" y="5159"/>
                    <a:pt x="13151" y="5252"/>
                  </a:cubicBezTo>
                  <a:cubicBezTo>
                    <a:pt x="13677" y="5324"/>
                    <a:pt x="14136" y="5389"/>
                    <a:pt x="14553" y="5389"/>
                  </a:cubicBezTo>
                  <a:cubicBezTo>
                    <a:pt x="14916" y="5389"/>
                    <a:pt x="15248" y="5339"/>
                    <a:pt x="15563" y="5200"/>
                  </a:cubicBezTo>
                  <a:cubicBezTo>
                    <a:pt x="16236" y="4900"/>
                    <a:pt x="16739" y="4150"/>
                    <a:pt x="16909" y="3189"/>
                  </a:cubicBezTo>
                  <a:cubicBezTo>
                    <a:pt x="17083" y="2224"/>
                    <a:pt x="16881" y="1328"/>
                    <a:pt x="16382" y="842"/>
                  </a:cubicBezTo>
                  <a:cubicBezTo>
                    <a:pt x="15805" y="280"/>
                    <a:pt x="14319" y="0"/>
                    <a:pt x="1247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9" name="Google Shape;5594;p73"/>
            <p:cNvSpPr/>
            <p:nvPr/>
          </p:nvSpPr>
          <p:spPr>
            <a:xfrm>
              <a:off x="2995357" y="1989462"/>
              <a:ext cx="144616" cy="271007"/>
            </a:xfrm>
            <a:custGeom>
              <a:avLst/>
              <a:gdLst/>
              <a:ahLst/>
              <a:cxnLst/>
              <a:rect l="l" t="t" r="r" b="b"/>
              <a:pathLst>
                <a:path w="8340" h="15629" extrusionOk="0">
                  <a:moveTo>
                    <a:pt x="8339" y="1"/>
                  </a:moveTo>
                  <a:cubicBezTo>
                    <a:pt x="8027" y="1602"/>
                    <a:pt x="7658" y="3187"/>
                    <a:pt x="7192" y="4727"/>
                  </a:cubicBezTo>
                  <a:cubicBezTo>
                    <a:pt x="6949" y="5498"/>
                    <a:pt x="6689" y="6260"/>
                    <a:pt x="6365" y="6985"/>
                  </a:cubicBezTo>
                  <a:cubicBezTo>
                    <a:pt x="6041" y="7707"/>
                    <a:pt x="5660" y="8384"/>
                    <a:pt x="5129" y="8952"/>
                  </a:cubicBezTo>
                  <a:cubicBezTo>
                    <a:pt x="4091" y="10115"/>
                    <a:pt x="2672" y="10865"/>
                    <a:pt x="1229" y="11651"/>
                  </a:cubicBezTo>
                  <a:cubicBezTo>
                    <a:pt x="1046" y="11757"/>
                    <a:pt x="872" y="11862"/>
                    <a:pt x="690" y="11992"/>
                  </a:cubicBezTo>
                  <a:cubicBezTo>
                    <a:pt x="596" y="12057"/>
                    <a:pt x="507" y="12130"/>
                    <a:pt x="418" y="12207"/>
                  </a:cubicBezTo>
                  <a:cubicBezTo>
                    <a:pt x="333" y="12304"/>
                    <a:pt x="256" y="12409"/>
                    <a:pt x="203" y="12527"/>
                  </a:cubicBezTo>
                  <a:cubicBezTo>
                    <a:pt x="0" y="12977"/>
                    <a:pt x="41" y="13463"/>
                    <a:pt x="183" y="13877"/>
                  </a:cubicBezTo>
                  <a:cubicBezTo>
                    <a:pt x="491" y="14704"/>
                    <a:pt x="1172" y="15300"/>
                    <a:pt x="1910" y="15628"/>
                  </a:cubicBezTo>
                  <a:cubicBezTo>
                    <a:pt x="1245" y="15162"/>
                    <a:pt x="690" y="14517"/>
                    <a:pt x="515" y="13780"/>
                  </a:cubicBezTo>
                  <a:cubicBezTo>
                    <a:pt x="430" y="13415"/>
                    <a:pt x="491" y="12981"/>
                    <a:pt x="617" y="12738"/>
                  </a:cubicBezTo>
                  <a:cubicBezTo>
                    <a:pt x="746" y="12495"/>
                    <a:pt x="1144" y="12320"/>
                    <a:pt x="1488" y="12142"/>
                  </a:cubicBezTo>
                  <a:cubicBezTo>
                    <a:pt x="2218" y="11801"/>
                    <a:pt x="2968" y="11449"/>
                    <a:pt x="3685" y="11011"/>
                  </a:cubicBezTo>
                  <a:cubicBezTo>
                    <a:pt x="4399" y="10577"/>
                    <a:pt x="5076" y="10054"/>
                    <a:pt x="5656" y="9422"/>
                  </a:cubicBezTo>
                  <a:cubicBezTo>
                    <a:pt x="6231" y="8789"/>
                    <a:pt x="6669" y="8019"/>
                    <a:pt x="6977" y="7249"/>
                  </a:cubicBezTo>
                  <a:cubicBezTo>
                    <a:pt x="7289" y="6479"/>
                    <a:pt x="7537" y="5684"/>
                    <a:pt x="7723" y="4877"/>
                  </a:cubicBezTo>
                  <a:cubicBezTo>
                    <a:pt x="8104" y="3276"/>
                    <a:pt x="8311" y="1643"/>
                    <a:pt x="833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" name="Google Shape;5595;p73"/>
            <p:cNvSpPr/>
            <p:nvPr/>
          </p:nvSpPr>
          <p:spPr>
            <a:xfrm>
              <a:off x="3069434" y="2244863"/>
              <a:ext cx="37853" cy="15883"/>
            </a:xfrm>
            <a:custGeom>
              <a:avLst/>
              <a:gdLst/>
              <a:ahLst/>
              <a:cxnLst/>
              <a:rect l="l" t="t" r="r" b="b"/>
              <a:pathLst>
                <a:path w="2183" h="916" extrusionOk="0">
                  <a:moveTo>
                    <a:pt x="1056" y="0"/>
                  </a:moveTo>
                  <a:cubicBezTo>
                    <a:pt x="551" y="0"/>
                    <a:pt x="61" y="140"/>
                    <a:pt x="30" y="457"/>
                  </a:cubicBezTo>
                  <a:cubicBezTo>
                    <a:pt x="1" y="775"/>
                    <a:pt x="490" y="916"/>
                    <a:pt x="1010" y="916"/>
                  </a:cubicBezTo>
                  <a:cubicBezTo>
                    <a:pt x="1578" y="916"/>
                    <a:pt x="2182" y="747"/>
                    <a:pt x="2182" y="457"/>
                  </a:cubicBezTo>
                  <a:cubicBezTo>
                    <a:pt x="2182" y="169"/>
                    <a:pt x="1611" y="0"/>
                    <a:pt x="105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" name="Google Shape;5596;p73"/>
            <p:cNvSpPr/>
            <p:nvPr/>
          </p:nvSpPr>
          <p:spPr>
            <a:xfrm>
              <a:off x="3113096" y="2221090"/>
              <a:ext cx="50355" cy="64696"/>
            </a:xfrm>
            <a:custGeom>
              <a:avLst/>
              <a:gdLst/>
              <a:ahLst/>
              <a:cxnLst/>
              <a:rect l="l" t="t" r="r" b="b"/>
              <a:pathLst>
                <a:path w="2904" h="3731" extrusionOk="0">
                  <a:moveTo>
                    <a:pt x="1549" y="0"/>
                  </a:moveTo>
                  <a:lnTo>
                    <a:pt x="1549" y="0"/>
                  </a:lnTo>
                  <a:cubicBezTo>
                    <a:pt x="1922" y="337"/>
                    <a:pt x="2088" y="734"/>
                    <a:pt x="2157" y="1151"/>
                  </a:cubicBezTo>
                  <a:cubicBezTo>
                    <a:pt x="2194" y="1358"/>
                    <a:pt x="2214" y="1573"/>
                    <a:pt x="2210" y="1784"/>
                  </a:cubicBezTo>
                  <a:cubicBezTo>
                    <a:pt x="2198" y="1986"/>
                    <a:pt x="2186" y="2165"/>
                    <a:pt x="2109" y="2323"/>
                  </a:cubicBezTo>
                  <a:cubicBezTo>
                    <a:pt x="1975" y="2639"/>
                    <a:pt x="1667" y="2903"/>
                    <a:pt x="1286" y="3113"/>
                  </a:cubicBezTo>
                  <a:cubicBezTo>
                    <a:pt x="876" y="3324"/>
                    <a:pt x="447" y="3490"/>
                    <a:pt x="1" y="3604"/>
                  </a:cubicBezTo>
                  <a:cubicBezTo>
                    <a:pt x="242" y="3691"/>
                    <a:pt x="498" y="3731"/>
                    <a:pt x="757" y="3731"/>
                  </a:cubicBezTo>
                  <a:cubicBezTo>
                    <a:pt x="1003" y="3731"/>
                    <a:pt x="1252" y="3695"/>
                    <a:pt x="1496" y="3632"/>
                  </a:cubicBezTo>
                  <a:cubicBezTo>
                    <a:pt x="1756" y="3559"/>
                    <a:pt x="1999" y="3438"/>
                    <a:pt x="2218" y="3280"/>
                  </a:cubicBezTo>
                  <a:cubicBezTo>
                    <a:pt x="2457" y="3105"/>
                    <a:pt x="2644" y="2870"/>
                    <a:pt x="2761" y="2599"/>
                  </a:cubicBezTo>
                  <a:cubicBezTo>
                    <a:pt x="2887" y="2327"/>
                    <a:pt x="2903" y="2011"/>
                    <a:pt x="2879" y="1747"/>
                  </a:cubicBezTo>
                  <a:cubicBezTo>
                    <a:pt x="2855" y="1484"/>
                    <a:pt x="2790" y="1228"/>
                    <a:pt x="2692" y="985"/>
                  </a:cubicBezTo>
                  <a:cubicBezTo>
                    <a:pt x="2494" y="495"/>
                    <a:pt x="2056" y="57"/>
                    <a:pt x="154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" name="Google Shape;5597;p73"/>
            <p:cNvSpPr/>
            <p:nvPr/>
          </p:nvSpPr>
          <p:spPr>
            <a:xfrm>
              <a:off x="3069919" y="2289392"/>
              <a:ext cx="243523" cy="84151"/>
            </a:xfrm>
            <a:custGeom>
              <a:avLst/>
              <a:gdLst/>
              <a:ahLst/>
              <a:cxnLst/>
              <a:rect l="l" t="t" r="r" b="b"/>
              <a:pathLst>
                <a:path w="14044" h="4853" extrusionOk="0">
                  <a:moveTo>
                    <a:pt x="13085" y="1"/>
                  </a:moveTo>
                  <a:cubicBezTo>
                    <a:pt x="12921" y="1"/>
                    <a:pt x="12732" y="50"/>
                    <a:pt x="12524" y="159"/>
                  </a:cubicBezTo>
                  <a:cubicBezTo>
                    <a:pt x="11356" y="772"/>
                    <a:pt x="9913" y="1988"/>
                    <a:pt x="6366" y="2989"/>
                  </a:cubicBezTo>
                  <a:cubicBezTo>
                    <a:pt x="4772" y="3437"/>
                    <a:pt x="3324" y="3514"/>
                    <a:pt x="2214" y="3514"/>
                  </a:cubicBezTo>
                  <a:cubicBezTo>
                    <a:pt x="1630" y="3514"/>
                    <a:pt x="1139" y="3493"/>
                    <a:pt x="769" y="3493"/>
                  </a:cubicBezTo>
                  <a:cubicBezTo>
                    <a:pt x="278" y="3493"/>
                    <a:pt x="0" y="3531"/>
                    <a:pt x="2" y="3707"/>
                  </a:cubicBezTo>
                  <a:cubicBezTo>
                    <a:pt x="12" y="4427"/>
                    <a:pt x="1058" y="4852"/>
                    <a:pt x="3393" y="4852"/>
                  </a:cubicBezTo>
                  <a:cubicBezTo>
                    <a:pt x="3776" y="4852"/>
                    <a:pt x="4194" y="4841"/>
                    <a:pt x="4647" y="4817"/>
                  </a:cubicBezTo>
                  <a:cubicBezTo>
                    <a:pt x="7866" y="4651"/>
                    <a:pt x="12021" y="3038"/>
                    <a:pt x="13132" y="1935"/>
                  </a:cubicBezTo>
                  <a:cubicBezTo>
                    <a:pt x="14044" y="1027"/>
                    <a:pt x="13833" y="1"/>
                    <a:pt x="130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" name="Google Shape;5598;p73"/>
            <p:cNvSpPr/>
            <p:nvPr/>
          </p:nvSpPr>
          <p:spPr>
            <a:xfrm>
              <a:off x="3066850" y="2286340"/>
              <a:ext cx="246523" cy="90255"/>
            </a:xfrm>
            <a:custGeom>
              <a:avLst/>
              <a:gdLst/>
              <a:ahLst/>
              <a:cxnLst/>
              <a:rect l="l" t="t" r="r" b="b"/>
              <a:pathLst>
                <a:path w="14217" h="5205" extrusionOk="0">
                  <a:moveTo>
                    <a:pt x="13273" y="334"/>
                  </a:moveTo>
                  <a:cubicBezTo>
                    <a:pt x="13408" y="334"/>
                    <a:pt x="13524" y="391"/>
                    <a:pt x="13625" y="530"/>
                  </a:cubicBezTo>
                  <a:cubicBezTo>
                    <a:pt x="13836" y="814"/>
                    <a:pt x="13747" y="1422"/>
                    <a:pt x="13179" y="1989"/>
                  </a:cubicBezTo>
                  <a:cubicBezTo>
                    <a:pt x="12064" y="3104"/>
                    <a:pt x="7905" y="4661"/>
                    <a:pt x="4820" y="4815"/>
                  </a:cubicBezTo>
                  <a:cubicBezTo>
                    <a:pt x="4357" y="4840"/>
                    <a:pt x="3941" y="4851"/>
                    <a:pt x="3569" y="4851"/>
                  </a:cubicBezTo>
                  <a:cubicBezTo>
                    <a:pt x="1612" y="4851"/>
                    <a:pt x="836" y="4543"/>
                    <a:pt x="539" y="4268"/>
                  </a:cubicBezTo>
                  <a:cubicBezTo>
                    <a:pt x="434" y="4174"/>
                    <a:pt x="365" y="4045"/>
                    <a:pt x="357" y="3903"/>
                  </a:cubicBezTo>
                  <a:cubicBezTo>
                    <a:pt x="438" y="3858"/>
                    <a:pt x="693" y="3846"/>
                    <a:pt x="994" y="3846"/>
                  </a:cubicBezTo>
                  <a:cubicBezTo>
                    <a:pt x="1160" y="3846"/>
                    <a:pt x="1340" y="3850"/>
                    <a:pt x="1512" y="3854"/>
                  </a:cubicBezTo>
                  <a:cubicBezTo>
                    <a:pt x="1788" y="3861"/>
                    <a:pt x="2095" y="3868"/>
                    <a:pt x="2431" y="3868"/>
                  </a:cubicBezTo>
                  <a:cubicBezTo>
                    <a:pt x="3554" y="3868"/>
                    <a:pt x="4991" y="3788"/>
                    <a:pt x="6592" y="3335"/>
                  </a:cubicBezTo>
                  <a:cubicBezTo>
                    <a:pt x="9360" y="2557"/>
                    <a:pt x="10848" y="1649"/>
                    <a:pt x="11935" y="988"/>
                  </a:cubicBezTo>
                  <a:cubicBezTo>
                    <a:pt x="12247" y="798"/>
                    <a:pt x="12522" y="631"/>
                    <a:pt x="12782" y="494"/>
                  </a:cubicBezTo>
                  <a:cubicBezTo>
                    <a:pt x="12970" y="396"/>
                    <a:pt x="13132" y="334"/>
                    <a:pt x="13273" y="334"/>
                  </a:cubicBezTo>
                  <a:close/>
                  <a:moveTo>
                    <a:pt x="13255" y="0"/>
                  </a:moveTo>
                  <a:cubicBezTo>
                    <a:pt x="13071" y="0"/>
                    <a:pt x="12857" y="52"/>
                    <a:pt x="12616" y="177"/>
                  </a:cubicBezTo>
                  <a:cubicBezTo>
                    <a:pt x="12344" y="319"/>
                    <a:pt x="12073" y="490"/>
                    <a:pt x="11752" y="684"/>
                  </a:cubicBezTo>
                  <a:cubicBezTo>
                    <a:pt x="10682" y="1333"/>
                    <a:pt x="9219" y="2233"/>
                    <a:pt x="6498" y="2995"/>
                  </a:cubicBezTo>
                  <a:cubicBezTo>
                    <a:pt x="4940" y="3430"/>
                    <a:pt x="3531" y="3513"/>
                    <a:pt x="2431" y="3513"/>
                  </a:cubicBezTo>
                  <a:cubicBezTo>
                    <a:pt x="2098" y="3513"/>
                    <a:pt x="1793" y="3505"/>
                    <a:pt x="1520" y="3497"/>
                  </a:cubicBezTo>
                  <a:cubicBezTo>
                    <a:pt x="1318" y="3493"/>
                    <a:pt x="1139" y="3490"/>
                    <a:pt x="981" y="3490"/>
                  </a:cubicBezTo>
                  <a:cubicBezTo>
                    <a:pt x="517" y="3490"/>
                    <a:pt x="237" y="3521"/>
                    <a:pt x="98" y="3660"/>
                  </a:cubicBezTo>
                  <a:cubicBezTo>
                    <a:pt x="33" y="3720"/>
                    <a:pt x="0" y="3801"/>
                    <a:pt x="0" y="3887"/>
                  </a:cubicBezTo>
                  <a:cubicBezTo>
                    <a:pt x="4" y="4134"/>
                    <a:pt x="114" y="4365"/>
                    <a:pt x="296" y="4527"/>
                  </a:cubicBezTo>
                  <a:cubicBezTo>
                    <a:pt x="779" y="4977"/>
                    <a:pt x="1881" y="5204"/>
                    <a:pt x="3592" y="5204"/>
                  </a:cubicBezTo>
                  <a:cubicBezTo>
                    <a:pt x="3981" y="5204"/>
                    <a:pt x="4395" y="5196"/>
                    <a:pt x="4836" y="5172"/>
                  </a:cubicBezTo>
                  <a:cubicBezTo>
                    <a:pt x="8051" y="5001"/>
                    <a:pt x="12255" y="3416"/>
                    <a:pt x="13435" y="2237"/>
                  </a:cubicBezTo>
                  <a:cubicBezTo>
                    <a:pt x="14148" y="1523"/>
                    <a:pt x="14217" y="733"/>
                    <a:pt x="13913" y="315"/>
                  </a:cubicBezTo>
                  <a:cubicBezTo>
                    <a:pt x="13782" y="139"/>
                    <a:pt x="13559" y="0"/>
                    <a:pt x="1325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" name="Google Shape;5599;p73"/>
            <p:cNvSpPr/>
            <p:nvPr/>
          </p:nvSpPr>
          <p:spPr>
            <a:xfrm>
              <a:off x="3404781" y="2234216"/>
              <a:ext cx="176313" cy="158384"/>
            </a:xfrm>
            <a:custGeom>
              <a:avLst/>
              <a:gdLst/>
              <a:ahLst/>
              <a:cxnLst/>
              <a:rect l="l" t="t" r="r" b="b"/>
              <a:pathLst>
                <a:path w="10168" h="9134" extrusionOk="0">
                  <a:moveTo>
                    <a:pt x="5082" y="1"/>
                  </a:moveTo>
                  <a:cubicBezTo>
                    <a:pt x="3097" y="1"/>
                    <a:pt x="1271" y="1306"/>
                    <a:pt x="698" y="3309"/>
                  </a:cubicBezTo>
                  <a:cubicBezTo>
                    <a:pt x="1" y="5733"/>
                    <a:pt x="1403" y="8259"/>
                    <a:pt x="3827" y="8956"/>
                  </a:cubicBezTo>
                  <a:cubicBezTo>
                    <a:pt x="4248" y="9076"/>
                    <a:pt x="4671" y="9133"/>
                    <a:pt x="5087" y="9133"/>
                  </a:cubicBezTo>
                  <a:cubicBezTo>
                    <a:pt x="7072" y="9133"/>
                    <a:pt x="8898" y="7830"/>
                    <a:pt x="9474" y="5826"/>
                  </a:cubicBezTo>
                  <a:cubicBezTo>
                    <a:pt x="10168" y="3402"/>
                    <a:pt x="8765" y="873"/>
                    <a:pt x="6345" y="179"/>
                  </a:cubicBezTo>
                  <a:cubicBezTo>
                    <a:pt x="5924" y="58"/>
                    <a:pt x="5499" y="1"/>
                    <a:pt x="5082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" name="Google Shape;5600;p73"/>
            <p:cNvSpPr/>
            <p:nvPr/>
          </p:nvSpPr>
          <p:spPr>
            <a:xfrm>
              <a:off x="2808050" y="2214830"/>
              <a:ext cx="155713" cy="155713"/>
            </a:xfrm>
            <a:custGeom>
              <a:avLst/>
              <a:gdLst/>
              <a:ahLst/>
              <a:cxnLst/>
              <a:rect l="l" t="t" r="r" b="b"/>
              <a:pathLst>
                <a:path w="8980" h="8980" extrusionOk="0">
                  <a:moveTo>
                    <a:pt x="4488" y="0"/>
                  </a:moveTo>
                  <a:cubicBezTo>
                    <a:pt x="2007" y="0"/>
                    <a:pt x="0" y="2011"/>
                    <a:pt x="0" y="4492"/>
                  </a:cubicBezTo>
                  <a:cubicBezTo>
                    <a:pt x="0" y="6969"/>
                    <a:pt x="2007" y="8979"/>
                    <a:pt x="4488" y="8979"/>
                  </a:cubicBezTo>
                  <a:cubicBezTo>
                    <a:pt x="6969" y="8979"/>
                    <a:pt x="8979" y="6969"/>
                    <a:pt x="8979" y="4492"/>
                  </a:cubicBezTo>
                  <a:cubicBezTo>
                    <a:pt x="8979" y="2011"/>
                    <a:pt x="6969" y="0"/>
                    <a:pt x="4488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79" name="组合 578"/>
          <p:cNvGrpSpPr/>
          <p:nvPr/>
        </p:nvGrpSpPr>
        <p:grpSpPr>
          <a:xfrm>
            <a:off x="5504180" y="2260600"/>
            <a:ext cx="3279140" cy="4554220"/>
            <a:chOff x="14035" y="1820"/>
            <a:chExt cx="5164" cy="7172"/>
          </a:xfrm>
        </p:grpSpPr>
        <p:grpSp>
          <p:nvGrpSpPr>
            <p:cNvPr id="2208" name="Google Shape;2208;p36"/>
            <p:cNvGrpSpPr/>
            <p:nvPr/>
          </p:nvGrpSpPr>
          <p:grpSpPr>
            <a:xfrm>
              <a:off x="15401" y="4153"/>
              <a:ext cx="1385" cy="1035"/>
              <a:chOff x="4030925" y="2186525"/>
              <a:chExt cx="944700" cy="706325"/>
            </a:xfrm>
          </p:grpSpPr>
          <p:sp>
            <p:nvSpPr>
              <p:cNvPr id="2209" name="Google Shape;2209;p36"/>
              <p:cNvSpPr/>
              <p:nvPr/>
            </p:nvSpPr>
            <p:spPr>
              <a:xfrm>
                <a:off x="4030925" y="2186525"/>
                <a:ext cx="944700" cy="281675"/>
              </a:xfrm>
              <a:custGeom>
                <a:avLst/>
                <a:gdLst/>
                <a:ahLst/>
                <a:cxnLst/>
                <a:rect l="l" t="t" r="r" b="b"/>
                <a:pathLst>
                  <a:path w="37788" h="11267" extrusionOk="0">
                    <a:moveTo>
                      <a:pt x="33327" y="1430"/>
                    </a:moveTo>
                    <a:lnTo>
                      <a:pt x="9699" y="10348"/>
                    </a:lnTo>
                    <a:lnTo>
                      <a:pt x="1770" y="6049"/>
                    </a:lnTo>
                    <a:lnTo>
                      <a:pt x="33327" y="1430"/>
                    </a:lnTo>
                    <a:close/>
                    <a:moveTo>
                      <a:pt x="37185" y="0"/>
                    </a:moveTo>
                    <a:cubicBezTo>
                      <a:pt x="37164" y="0"/>
                      <a:pt x="37142" y="1"/>
                      <a:pt x="37120" y="5"/>
                    </a:cubicBezTo>
                    <a:lnTo>
                      <a:pt x="391" y="5383"/>
                    </a:lnTo>
                    <a:cubicBezTo>
                      <a:pt x="207" y="5406"/>
                      <a:pt x="69" y="5544"/>
                      <a:pt x="23" y="5728"/>
                    </a:cubicBezTo>
                    <a:cubicBezTo>
                      <a:pt x="0" y="5912"/>
                      <a:pt x="92" y="6095"/>
                      <a:pt x="253" y="6187"/>
                    </a:cubicBezTo>
                    <a:lnTo>
                      <a:pt x="9447" y="11221"/>
                    </a:lnTo>
                    <a:lnTo>
                      <a:pt x="9653" y="11267"/>
                    </a:lnTo>
                    <a:lnTo>
                      <a:pt x="9814" y="11244"/>
                    </a:lnTo>
                    <a:lnTo>
                      <a:pt x="37327" y="855"/>
                    </a:lnTo>
                    <a:cubicBezTo>
                      <a:pt x="37788" y="679"/>
                      <a:pt x="37641" y="0"/>
                      <a:pt x="371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0" name="Google Shape;2210;p36"/>
              <p:cNvSpPr/>
              <p:nvPr/>
            </p:nvSpPr>
            <p:spPr>
              <a:xfrm>
                <a:off x="4423950" y="2187475"/>
                <a:ext cx="547625" cy="512875"/>
              </a:xfrm>
              <a:custGeom>
                <a:avLst/>
                <a:gdLst/>
                <a:ahLst/>
                <a:cxnLst/>
                <a:rect l="l" t="t" r="r" b="b"/>
                <a:pathLst>
                  <a:path w="21905" h="20515" extrusionOk="0">
                    <a:moveTo>
                      <a:pt x="19882" y="2104"/>
                    </a:moveTo>
                    <a:lnTo>
                      <a:pt x="8918" y="19572"/>
                    </a:lnTo>
                    <a:lnTo>
                      <a:pt x="1265" y="15918"/>
                    </a:lnTo>
                    <a:lnTo>
                      <a:pt x="19882" y="2104"/>
                    </a:lnTo>
                    <a:close/>
                    <a:moveTo>
                      <a:pt x="21443" y="0"/>
                    </a:moveTo>
                    <a:cubicBezTo>
                      <a:pt x="21354" y="0"/>
                      <a:pt x="21266" y="29"/>
                      <a:pt x="21192" y="81"/>
                    </a:cubicBezTo>
                    <a:lnTo>
                      <a:pt x="184" y="15688"/>
                    </a:lnTo>
                    <a:cubicBezTo>
                      <a:pt x="69" y="15780"/>
                      <a:pt x="0" y="15941"/>
                      <a:pt x="23" y="16102"/>
                    </a:cubicBezTo>
                    <a:cubicBezTo>
                      <a:pt x="23" y="16240"/>
                      <a:pt x="115" y="16378"/>
                      <a:pt x="253" y="16446"/>
                    </a:cubicBezTo>
                    <a:lnTo>
                      <a:pt x="8918" y="20515"/>
                    </a:lnTo>
                    <a:lnTo>
                      <a:pt x="9102" y="20515"/>
                    </a:lnTo>
                    <a:cubicBezTo>
                      <a:pt x="9240" y="20515"/>
                      <a:pt x="9378" y="20469"/>
                      <a:pt x="9470" y="20354"/>
                    </a:cubicBezTo>
                    <a:lnTo>
                      <a:pt x="21813" y="656"/>
                    </a:lnTo>
                    <a:cubicBezTo>
                      <a:pt x="21905" y="472"/>
                      <a:pt x="21882" y="265"/>
                      <a:pt x="21744" y="127"/>
                    </a:cubicBezTo>
                    <a:cubicBezTo>
                      <a:pt x="21656" y="40"/>
                      <a:pt x="21549" y="0"/>
                      <a:pt x="214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1" name="Google Shape;2211;p36"/>
              <p:cNvSpPr/>
              <p:nvPr/>
            </p:nvSpPr>
            <p:spPr>
              <a:xfrm>
                <a:off x="4261325" y="2186625"/>
                <a:ext cx="710825" cy="706225"/>
              </a:xfrm>
              <a:custGeom>
                <a:avLst/>
                <a:gdLst/>
                <a:ahLst/>
                <a:cxnLst/>
                <a:rect l="l" t="t" r="r" b="b"/>
                <a:pathLst>
                  <a:path w="28433" h="28249" extrusionOk="0">
                    <a:moveTo>
                      <a:pt x="25261" y="1908"/>
                    </a:moveTo>
                    <a:lnTo>
                      <a:pt x="6689" y="15699"/>
                    </a:lnTo>
                    <a:cubicBezTo>
                      <a:pt x="6620" y="15745"/>
                      <a:pt x="6551" y="15837"/>
                      <a:pt x="6528" y="15929"/>
                    </a:cubicBezTo>
                    <a:lnTo>
                      <a:pt x="3196" y="25973"/>
                    </a:lnTo>
                    <a:lnTo>
                      <a:pt x="920" y="11102"/>
                    </a:lnTo>
                    <a:lnTo>
                      <a:pt x="25261" y="1908"/>
                    </a:lnTo>
                    <a:close/>
                    <a:moveTo>
                      <a:pt x="27953" y="1"/>
                    </a:moveTo>
                    <a:cubicBezTo>
                      <a:pt x="27906" y="1"/>
                      <a:pt x="27859" y="8"/>
                      <a:pt x="27812" y="24"/>
                    </a:cubicBezTo>
                    <a:lnTo>
                      <a:pt x="300" y="10436"/>
                    </a:lnTo>
                    <a:cubicBezTo>
                      <a:pt x="116" y="10504"/>
                      <a:pt x="1" y="10711"/>
                      <a:pt x="24" y="10895"/>
                    </a:cubicBezTo>
                    <a:lnTo>
                      <a:pt x="2621" y="27881"/>
                    </a:lnTo>
                    <a:cubicBezTo>
                      <a:pt x="2644" y="28065"/>
                      <a:pt x="2805" y="28226"/>
                      <a:pt x="3012" y="28249"/>
                    </a:cubicBezTo>
                    <a:lnTo>
                      <a:pt x="3058" y="28249"/>
                    </a:lnTo>
                    <a:cubicBezTo>
                      <a:pt x="3242" y="28249"/>
                      <a:pt x="3402" y="28111"/>
                      <a:pt x="3448" y="27927"/>
                    </a:cubicBezTo>
                    <a:lnTo>
                      <a:pt x="7310" y="16297"/>
                    </a:lnTo>
                    <a:lnTo>
                      <a:pt x="28226" y="782"/>
                    </a:lnTo>
                    <a:cubicBezTo>
                      <a:pt x="28387" y="667"/>
                      <a:pt x="28433" y="414"/>
                      <a:pt x="28341" y="230"/>
                    </a:cubicBezTo>
                    <a:cubicBezTo>
                      <a:pt x="28269" y="88"/>
                      <a:pt x="28115" y="1"/>
                      <a:pt x="279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2" name="Google Shape;2212;p36"/>
              <p:cNvSpPr/>
              <p:nvPr/>
            </p:nvSpPr>
            <p:spPr>
              <a:xfrm>
                <a:off x="4325700" y="2577225"/>
                <a:ext cx="236750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9470" h="12625" extrusionOk="0">
                    <a:moveTo>
                      <a:pt x="4620" y="1017"/>
                    </a:moveTo>
                    <a:lnTo>
                      <a:pt x="8343" y="2764"/>
                    </a:lnTo>
                    <a:lnTo>
                      <a:pt x="1540" y="10395"/>
                    </a:lnTo>
                    <a:lnTo>
                      <a:pt x="4620" y="1017"/>
                    </a:lnTo>
                    <a:close/>
                    <a:moveTo>
                      <a:pt x="4379" y="0"/>
                    </a:moveTo>
                    <a:cubicBezTo>
                      <a:pt x="4321" y="0"/>
                      <a:pt x="4264" y="18"/>
                      <a:pt x="4206" y="52"/>
                    </a:cubicBezTo>
                    <a:cubicBezTo>
                      <a:pt x="4091" y="98"/>
                      <a:pt x="3999" y="190"/>
                      <a:pt x="3953" y="305"/>
                    </a:cubicBezTo>
                    <a:lnTo>
                      <a:pt x="69" y="12050"/>
                    </a:lnTo>
                    <a:cubicBezTo>
                      <a:pt x="0" y="12257"/>
                      <a:pt x="92" y="12464"/>
                      <a:pt x="276" y="12579"/>
                    </a:cubicBezTo>
                    <a:lnTo>
                      <a:pt x="483" y="12625"/>
                    </a:lnTo>
                    <a:cubicBezTo>
                      <a:pt x="598" y="12625"/>
                      <a:pt x="713" y="12579"/>
                      <a:pt x="781" y="12487"/>
                    </a:cubicBezTo>
                    <a:lnTo>
                      <a:pt x="9355" y="2925"/>
                    </a:lnTo>
                    <a:cubicBezTo>
                      <a:pt x="9424" y="2810"/>
                      <a:pt x="9470" y="2672"/>
                      <a:pt x="9470" y="2534"/>
                    </a:cubicBezTo>
                    <a:cubicBezTo>
                      <a:pt x="9447" y="2396"/>
                      <a:pt x="9332" y="2304"/>
                      <a:pt x="9217" y="2259"/>
                    </a:cubicBezTo>
                    <a:lnTo>
                      <a:pt x="4551" y="52"/>
                    </a:lnTo>
                    <a:cubicBezTo>
                      <a:pt x="4493" y="18"/>
                      <a:pt x="4436" y="0"/>
                      <a:pt x="4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61" name="Google Shape;4561;p69"/>
            <p:cNvSpPr/>
            <p:nvPr/>
          </p:nvSpPr>
          <p:spPr>
            <a:xfrm>
              <a:off x="14035" y="1820"/>
              <a:ext cx="5165" cy="7172"/>
            </a:xfrm>
            <a:custGeom>
              <a:avLst/>
              <a:gdLst/>
              <a:ahLst/>
              <a:cxnLst/>
              <a:rect l="l" t="t" r="r" b="b"/>
              <a:pathLst>
                <a:path w="92138" h="127940" extrusionOk="0">
                  <a:moveTo>
                    <a:pt x="85073" y="0"/>
                  </a:moveTo>
                  <a:cubicBezTo>
                    <a:pt x="85013" y="0"/>
                    <a:pt x="84958" y="40"/>
                    <a:pt x="84958" y="108"/>
                  </a:cubicBezTo>
                  <a:cubicBezTo>
                    <a:pt x="84899" y="167"/>
                    <a:pt x="84919" y="266"/>
                    <a:pt x="84998" y="326"/>
                  </a:cubicBezTo>
                  <a:cubicBezTo>
                    <a:pt x="85573" y="603"/>
                    <a:pt x="86128" y="940"/>
                    <a:pt x="86644" y="1337"/>
                  </a:cubicBezTo>
                  <a:lnTo>
                    <a:pt x="86743" y="1337"/>
                  </a:lnTo>
                  <a:cubicBezTo>
                    <a:pt x="86783" y="1337"/>
                    <a:pt x="86842" y="1317"/>
                    <a:pt x="86882" y="1297"/>
                  </a:cubicBezTo>
                  <a:cubicBezTo>
                    <a:pt x="86922" y="1218"/>
                    <a:pt x="86902" y="1119"/>
                    <a:pt x="86842" y="1059"/>
                  </a:cubicBezTo>
                  <a:cubicBezTo>
                    <a:pt x="86307" y="663"/>
                    <a:pt x="85732" y="326"/>
                    <a:pt x="85157" y="28"/>
                  </a:cubicBezTo>
                  <a:cubicBezTo>
                    <a:pt x="85131" y="9"/>
                    <a:pt x="85102" y="0"/>
                    <a:pt x="85073" y="0"/>
                  </a:cubicBezTo>
                  <a:close/>
                  <a:moveTo>
                    <a:pt x="88675" y="2762"/>
                  </a:moveTo>
                  <a:cubicBezTo>
                    <a:pt x="88636" y="2762"/>
                    <a:pt x="88595" y="2777"/>
                    <a:pt x="88568" y="2805"/>
                  </a:cubicBezTo>
                  <a:cubicBezTo>
                    <a:pt x="88488" y="2844"/>
                    <a:pt x="88488" y="2963"/>
                    <a:pt x="88548" y="3023"/>
                  </a:cubicBezTo>
                  <a:cubicBezTo>
                    <a:pt x="88984" y="3499"/>
                    <a:pt x="89381" y="4014"/>
                    <a:pt x="89738" y="4570"/>
                  </a:cubicBezTo>
                  <a:cubicBezTo>
                    <a:pt x="89777" y="4609"/>
                    <a:pt x="89817" y="4629"/>
                    <a:pt x="89877" y="4629"/>
                  </a:cubicBezTo>
                  <a:lnTo>
                    <a:pt x="89956" y="4609"/>
                  </a:lnTo>
                  <a:cubicBezTo>
                    <a:pt x="90035" y="4550"/>
                    <a:pt x="90055" y="4451"/>
                    <a:pt x="89996" y="4371"/>
                  </a:cubicBezTo>
                  <a:cubicBezTo>
                    <a:pt x="89658" y="3816"/>
                    <a:pt x="89242" y="3300"/>
                    <a:pt x="88786" y="2824"/>
                  </a:cubicBezTo>
                  <a:cubicBezTo>
                    <a:pt x="88765" y="2782"/>
                    <a:pt x="88721" y="2762"/>
                    <a:pt x="88675" y="2762"/>
                  </a:cubicBezTo>
                  <a:close/>
                  <a:moveTo>
                    <a:pt x="91110" y="6597"/>
                  </a:moveTo>
                  <a:cubicBezTo>
                    <a:pt x="91089" y="6597"/>
                    <a:pt x="91068" y="6602"/>
                    <a:pt x="91047" y="6612"/>
                  </a:cubicBezTo>
                  <a:cubicBezTo>
                    <a:pt x="90967" y="6632"/>
                    <a:pt x="90908" y="6731"/>
                    <a:pt x="90947" y="6810"/>
                  </a:cubicBezTo>
                  <a:cubicBezTo>
                    <a:pt x="91185" y="7425"/>
                    <a:pt x="91384" y="8040"/>
                    <a:pt x="91523" y="8675"/>
                  </a:cubicBezTo>
                  <a:cubicBezTo>
                    <a:pt x="91542" y="8754"/>
                    <a:pt x="91622" y="8794"/>
                    <a:pt x="91701" y="8794"/>
                  </a:cubicBezTo>
                  <a:lnTo>
                    <a:pt x="91721" y="8794"/>
                  </a:lnTo>
                  <a:cubicBezTo>
                    <a:pt x="91800" y="8774"/>
                    <a:pt x="91860" y="8694"/>
                    <a:pt x="91840" y="8595"/>
                  </a:cubicBezTo>
                  <a:cubicBezTo>
                    <a:pt x="91681" y="7941"/>
                    <a:pt x="91483" y="7306"/>
                    <a:pt x="91245" y="6692"/>
                  </a:cubicBezTo>
                  <a:cubicBezTo>
                    <a:pt x="91216" y="6633"/>
                    <a:pt x="91166" y="6597"/>
                    <a:pt x="91110" y="6597"/>
                  </a:cubicBezTo>
                  <a:close/>
                  <a:moveTo>
                    <a:pt x="91959" y="11054"/>
                  </a:moveTo>
                  <a:cubicBezTo>
                    <a:pt x="91879" y="11054"/>
                    <a:pt x="91800" y="11114"/>
                    <a:pt x="91780" y="11213"/>
                  </a:cubicBezTo>
                  <a:cubicBezTo>
                    <a:pt x="91800" y="11848"/>
                    <a:pt x="91741" y="12502"/>
                    <a:pt x="91622" y="13137"/>
                  </a:cubicBezTo>
                  <a:cubicBezTo>
                    <a:pt x="91622" y="13236"/>
                    <a:pt x="91681" y="13315"/>
                    <a:pt x="91760" y="13335"/>
                  </a:cubicBezTo>
                  <a:lnTo>
                    <a:pt x="91800" y="13335"/>
                  </a:lnTo>
                  <a:cubicBezTo>
                    <a:pt x="91879" y="13335"/>
                    <a:pt x="91939" y="13275"/>
                    <a:pt x="91939" y="13196"/>
                  </a:cubicBezTo>
                  <a:cubicBezTo>
                    <a:pt x="92058" y="12542"/>
                    <a:pt x="92117" y="11887"/>
                    <a:pt x="92137" y="11233"/>
                  </a:cubicBezTo>
                  <a:cubicBezTo>
                    <a:pt x="92137" y="11134"/>
                    <a:pt x="92058" y="11054"/>
                    <a:pt x="91959" y="11054"/>
                  </a:cubicBezTo>
                  <a:close/>
                  <a:moveTo>
                    <a:pt x="91092" y="15504"/>
                  </a:moveTo>
                  <a:cubicBezTo>
                    <a:pt x="91027" y="15504"/>
                    <a:pt x="90963" y="15554"/>
                    <a:pt x="90947" y="15616"/>
                  </a:cubicBezTo>
                  <a:cubicBezTo>
                    <a:pt x="90709" y="16211"/>
                    <a:pt x="90432" y="16786"/>
                    <a:pt x="90134" y="17381"/>
                  </a:cubicBezTo>
                  <a:cubicBezTo>
                    <a:pt x="90095" y="17460"/>
                    <a:pt x="90114" y="17539"/>
                    <a:pt x="90174" y="17599"/>
                  </a:cubicBezTo>
                  <a:lnTo>
                    <a:pt x="90253" y="17599"/>
                  </a:lnTo>
                  <a:cubicBezTo>
                    <a:pt x="90313" y="17599"/>
                    <a:pt x="90372" y="17579"/>
                    <a:pt x="90412" y="17519"/>
                  </a:cubicBezTo>
                  <a:cubicBezTo>
                    <a:pt x="90729" y="16944"/>
                    <a:pt x="91007" y="16349"/>
                    <a:pt x="91245" y="15735"/>
                  </a:cubicBezTo>
                  <a:cubicBezTo>
                    <a:pt x="91265" y="15635"/>
                    <a:pt x="91245" y="15536"/>
                    <a:pt x="91146" y="15516"/>
                  </a:cubicBezTo>
                  <a:cubicBezTo>
                    <a:pt x="91128" y="15508"/>
                    <a:pt x="91110" y="15504"/>
                    <a:pt x="91092" y="15504"/>
                  </a:cubicBezTo>
                  <a:close/>
                  <a:moveTo>
                    <a:pt x="88856" y="19462"/>
                  </a:moveTo>
                  <a:cubicBezTo>
                    <a:pt x="88802" y="19462"/>
                    <a:pt x="88752" y="19484"/>
                    <a:pt x="88726" y="19522"/>
                  </a:cubicBezTo>
                  <a:cubicBezTo>
                    <a:pt x="88330" y="20018"/>
                    <a:pt x="87893" y="20514"/>
                    <a:pt x="87457" y="20990"/>
                  </a:cubicBezTo>
                  <a:cubicBezTo>
                    <a:pt x="87378" y="21049"/>
                    <a:pt x="87378" y="21168"/>
                    <a:pt x="87457" y="21208"/>
                  </a:cubicBezTo>
                  <a:lnTo>
                    <a:pt x="87576" y="21267"/>
                  </a:lnTo>
                  <a:lnTo>
                    <a:pt x="87675" y="21208"/>
                  </a:lnTo>
                  <a:cubicBezTo>
                    <a:pt x="88131" y="20752"/>
                    <a:pt x="88568" y="20256"/>
                    <a:pt x="88964" y="19721"/>
                  </a:cubicBezTo>
                  <a:cubicBezTo>
                    <a:pt x="89024" y="19661"/>
                    <a:pt x="89004" y="19542"/>
                    <a:pt x="88944" y="19483"/>
                  </a:cubicBezTo>
                  <a:cubicBezTo>
                    <a:pt x="88916" y="19469"/>
                    <a:pt x="88886" y="19462"/>
                    <a:pt x="88856" y="19462"/>
                  </a:cubicBezTo>
                  <a:close/>
                  <a:moveTo>
                    <a:pt x="85625" y="22735"/>
                  </a:moveTo>
                  <a:cubicBezTo>
                    <a:pt x="85601" y="22735"/>
                    <a:pt x="85577" y="22741"/>
                    <a:pt x="85553" y="22755"/>
                  </a:cubicBezTo>
                  <a:cubicBezTo>
                    <a:pt x="85057" y="23151"/>
                    <a:pt x="84522" y="23548"/>
                    <a:pt x="83987" y="23925"/>
                  </a:cubicBezTo>
                  <a:cubicBezTo>
                    <a:pt x="83907" y="23965"/>
                    <a:pt x="83887" y="24084"/>
                    <a:pt x="83967" y="24143"/>
                  </a:cubicBezTo>
                  <a:cubicBezTo>
                    <a:pt x="83987" y="24183"/>
                    <a:pt x="84026" y="24222"/>
                    <a:pt x="84086" y="24222"/>
                  </a:cubicBezTo>
                  <a:lnTo>
                    <a:pt x="84185" y="24183"/>
                  </a:lnTo>
                  <a:cubicBezTo>
                    <a:pt x="84720" y="23826"/>
                    <a:pt x="85256" y="23429"/>
                    <a:pt x="85771" y="22993"/>
                  </a:cubicBezTo>
                  <a:cubicBezTo>
                    <a:pt x="85837" y="22878"/>
                    <a:pt x="85739" y="22735"/>
                    <a:pt x="85625" y="22735"/>
                  </a:cubicBezTo>
                  <a:close/>
                  <a:moveTo>
                    <a:pt x="81855" y="25254"/>
                  </a:moveTo>
                  <a:cubicBezTo>
                    <a:pt x="81829" y="25254"/>
                    <a:pt x="81805" y="25260"/>
                    <a:pt x="81785" y="25273"/>
                  </a:cubicBezTo>
                  <a:lnTo>
                    <a:pt x="81706" y="25273"/>
                  </a:lnTo>
                  <a:lnTo>
                    <a:pt x="80020" y="26106"/>
                  </a:lnTo>
                  <a:cubicBezTo>
                    <a:pt x="79834" y="26144"/>
                    <a:pt x="79893" y="26407"/>
                    <a:pt x="80064" y="26407"/>
                  </a:cubicBezTo>
                  <a:cubicBezTo>
                    <a:pt x="80075" y="26407"/>
                    <a:pt x="80087" y="26406"/>
                    <a:pt x="80100" y="26404"/>
                  </a:cubicBezTo>
                  <a:lnTo>
                    <a:pt x="80159" y="26424"/>
                  </a:lnTo>
                  <a:lnTo>
                    <a:pt x="81845" y="25611"/>
                  </a:lnTo>
                  <a:lnTo>
                    <a:pt x="81924" y="25551"/>
                  </a:lnTo>
                  <a:cubicBezTo>
                    <a:pt x="82023" y="25531"/>
                    <a:pt x="82043" y="25412"/>
                    <a:pt x="82003" y="25333"/>
                  </a:cubicBezTo>
                  <a:cubicBezTo>
                    <a:pt x="81964" y="25280"/>
                    <a:pt x="81907" y="25254"/>
                    <a:pt x="81855" y="25254"/>
                  </a:cubicBezTo>
                  <a:close/>
                  <a:moveTo>
                    <a:pt x="77650" y="27033"/>
                  </a:moveTo>
                  <a:cubicBezTo>
                    <a:pt x="77634" y="27033"/>
                    <a:pt x="77618" y="27035"/>
                    <a:pt x="77601" y="27038"/>
                  </a:cubicBezTo>
                  <a:cubicBezTo>
                    <a:pt x="77026" y="27257"/>
                    <a:pt x="76391" y="27455"/>
                    <a:pt x="75757" y="27653"/>
                  </a:cubicBezTo>
                  <a:cubicBezTo>
                    <a:pt x="75677" y="27693"/>
                    <a:pt x="75638" y="27772"/>
                    <a:pt x="75657" y="27851"/>
                  </a:cubicBezTo>
                  <a:cubicBezTo>
                    <a:pt x="75657" y="27931"/>
                    <a:pt x="75737" y="27990"/>
                    <a:pt x="75796" y="27990"/>
                  </a:cubicBezTo>
                  <a:lnTo>
                    <a:pt x="75856" y="27970"/>
                  </a:lnTo>
                  <a:lnTo>
                    <a:pt x="77720" y="27376"/>
                  </a:lnTo>
                  <a:cubicBezTo>
                    <a:pt x="77819" y="27316"/>
                    <a:pt x="77859" y="27237"/>
                    <a:pt x="77819" y="27138"/>
                  </a:cubicBezTo>
                  <a:cubicBezTo>
                    <a:pt x="77786" y="27072"/>
                    <a:pt x="77726" y="27033"/>
                    <a:pt x="77650" y="27033"/>
                  </a:cubicBezTo>
                  <a:close/>
                  <a:moveTo>
                    <a:pt x="73289" y="28343"/>
                  </a:moveTo>
                  <a:cubicBezTo>
                    <a:pt x="73279" y="28343"/>
                    <a:pt x="73268" y="28345"/>
                    <a:pt x="73258" y="28347"/>
                  </a:cubicBezTo>
                  <a:lnTo>
                    <a:pt x="71374" y="28823"/>
                  </a:lnTo>
                  <a:cubicBezTo>
                    <a:pt x="71275" y="28843"/>
                    <a:pt x="71215" y="28942"/>
                    <a:pt x="71235" y="29022"/>
                  </a:cubicBezTo>
                  <a:cubicBezTo>
                    <a:pt x="71252" y="29090"/>
                    <a:pt x="71299" y="29144"/>
                    <a:pt x="71363" y="29144"/>
                  </a:cubicBezTo>
                  <a:cubicBezTo>
                    <a:pt x="71373" y="29144"/>
                    <a:pt x="71383" y="29143"/>
                    <a:pt x="71394" y="29141"/>
                  </a:cubicBezTo>
                  <a:lnTo>
                    <a:pt x="71433" y="29141"/>
                  </a:lnTo>
                  <a:lnTo>
                    <a:pt x="73317" y="28684"/>
                  </a:lnTo>
                  <a:cubicBezTo>
                    <a:pt x="73416" y="28665"/>
                    <a:pt x="73456" y="28565"/>
                    <a:pt x="73456" y="28486"/>
                  </a:cubicBezTo>
                  <a:cubicBezTo>
                    <a:pt x="73439" y="28400"/>
                    <a:pt x="73361" y="28343"/>
                    <a:pt x="73289" y="28343"/>
                  </a:cubicBezTo>
                  <a:close/>
                  <a:moveTo>
                    <a:pt x="68816" y="29398"/>
                  </a:moveTo>
                  <a:lnTo>
                    <a:pt x="66912" y="29815"/>
                  </a:lnTo>
                  <a:cubicBezTo>
                    <a:pt x="66813" y="29835"/>
                    <a:pt x="66753" y="29934"/>
                    <a:pt x="66773" y="30013"/>
                  </a:cubicBezTo>
                  <a:cubicBezTo>
                    <a:pt x="66790" y="30082"/>
                    <a:pt x="66837" y="30136"/>
                    <a:pt x="66901" y="30136"/>
                  </a:cubicBezTo>
                  <a:cubicBezTo>
                    <a:pt x="66911" y="30136"/>
                    <a:pt x="66921" y="30135"/>
                    <a:pt x="66932" y="30132"/>
                  </a:cubicBezTo>
                  <a:lnTo>
                    <a:pt x="66971" y="30132"/>
                  </a:lnTo>
                  <a:lnTo>
                    <a:pt x="68895" y="29716"/>
                  </a:lnTo>
                  <a:cubicBezTo>
                    <a:pt x="68974" y="29716"/>
                    <a:pt x="69034" y="29616"/>
                    <a:pt x="69014" y="29517"/>
                  </a:cubicBezTo>
                  <a:cubicBezTo>
                    <a:pt x="68974" y="29438"/>
                    <a:pt x="68895" y="29398"/>
                    <a:pt x="68816" y="29398"/>
                  </a:cubicBezTo>
                  <a:close/>
                  <a:moveTo>
                    <a:pt x="64396" y="30405"/>
                  </a:moveTo>
                  <a:cubicBezTo>
                    <a:pt x="64381" y="30405"/>
                    <a:pt x="64367" y="30406"/>
                    <a:pt x="64354" y="30410"/>
                  </a:cubicBezTo>
                  <a:lnTo>
                    <a:pt x="64135" y="30469"/>
                  </a:lnTo>
                  <a:lnTo>
                    <a:pt x="62470" y="30886"/>
                  </a:lnTo>
                  <a:cubicBezTo>
                    <a:pt x="62370" y="30886"/>
                    <a:pt x="62311" y="30985"/>
                    <a:pt x="62351" y="31084"/>
                  </a:cubicBezTo>
                  <a:cubicBezTo>
                    <a:pt x="62351" y="31163"/>
                    <a:pt x="62410" y="31203"/>
                    <a:pt x="62489" y="31203"/>
                  </a:cubicBezTo>
                  <a:lnTo>
                    <a:pt x="62549" y="31183"/>
                  </a:lnTo>
                  <a:lnTo>
                    <a:pt x="64195" y="30787"/>
                  </a:lnTo>
                  <a:lnTo>
                    <a:pt x="64433" y="30707"/>
                  </a:lnTo>
                  <a:cubicBezTo>
                    <a:pt x="64512" y="30707"/>
                    <a:pt x="64572" y="30608"/>
                    <a:pt x="64552" y="30509"/>
                  </a:cubicBezTo>
                  <a:cubicBezTo>
                    <a:pt x="64535" y="30443"/>
                    <a:pt x="64465" y="30405"/>
                    <a:pt x="64396" y="30405"/>
                  </a:cubicBezTo>
                  <a:close/>
                  <a:moveTo>
                    <a:pt x="59994" y="31567"/>
                  </a:moveTo>
                  <a:cubicBezTo>
                    <a:pt x="59974" y="31567"/>
                    <a:pt x="59952" y="31571"/>
                    <a:pt x="59931" y="31580"/>
                  </a:cubicBezTo>
                  <a:lnTo>
                    <a:pt x="58087" y="32195"/>
                  </a:lnTo>
                  <a:cubicBezTo>
                    <a:pt x="57988" y="32234"/>
                    <a:pt x="57948" y="32333"/>
                    <a:pt x="57988" y="32413"/>
                  </a:cubicBezTo>
                  <a:cubicBezTo>
                    <a:pt x="57988" y="32478"/>
                    <a:pt x="58042" y="32517"/>
                    <a:pt x="58095" y="32517"/>
                  </a:cubicBezTo>
                  <a:cubicBezTo>
                    <a:pt x="58106" y="32517"/>
                    <a:pt x="58116" y="32515"/>
                    <a:pt x="58127" y="32512"/>
                  </a:cubicBezTo>
                  <a:lnTo>
                    <a:pt x="58186" y="32512"/>
                  </a:lnTo>
                  <a:lnTo>
                    <a:pt x="60030" y="31897"/>
                  </a:lnTo>
                  <a:cubicBezTo>
                    <a:pt x="60110" y="31877"/>
                    <a:pt x="60149" y="31778"/>
                    <a:pt x="60129" y="31699"/>
                  </a:cubicBezTo>
                  <a:cubicBezTo>
                    <a:pt x="60129" y="31621"/>
                    <a:pt x="60068" y="31567"/>
                    <a:pt x="59994" y="31567"/>
                  </a:cubicBezTo>
                  <a:close/>
                  <a:moveTo>
                    <a:pt x="55702" y="33154"/>
                  </a:moveTo>
                  <a:cubicBezTo>
                    <a:pt x="55683" y="33154"/>
                    <a:pt x="55665" y="33158"/>
                    <a:pt x="55648" y="33166"/>
                  </a:cubicBezTo>
                  <a:cubicBezTo>
                    <a:pt x="55033" y="33444"/>
                    <a:pt x="54438" y="33741"/>
                    <a:pt x="53863" y="34039"/>
                  </a:cubicBezTo>
                  <a:cubicBezTo>
                    <a:pt x="53783" y="34059"/>
                    <a:pt x="53744" y="34158"/>
                    <a:pt x="53783" y="34237"/>
                  </a:cubicBezTo>
                  <a:cubicBezTo>
                    <a:pt x="53803" y="34297"/>
                    <a:pt x="53863" y="34336"/>
                    <a:pt x="53942" y="34336"/>
                  </a:cubicBezTo>
                  <a:lnTo>
                    <a:pt x="54021" y="34316"/>
                  </a:lnTo>
                  <a:lnTo>
                    <a:pt x="55767" y="33464"/>
                  </a:lnTo>
                  <a:cubicBezTo>
                    <a:pt x="55846" y="33424"/>
                    <a:pt x="55886" y="33345"/>
                    <a:pt x="55846" y="33265"/>
                  </a:cubicBezTo>
                  <a:cubicBezTo>
                    <a:pt x="55830" y="33203"/>
                    <a:pt x="55767" y="33154"/>
                    <a:pt x="55702" y="33154"/>
                  </a:cubicBezTo>
                  <a:close/>
                  <a:moveTo>
                    <a:pt x="51683" y="35303"/>
                  </a:moveTo>
                  <a:cubicBezTo>
                    <a:pt x="51654" y="35303"/>
                    <a:pt x="51626" y="35316"/>
                    <a:pt x="51602" y="35348"/>
                  </a:cubicBezTo>
                  <a:cubicBezTo>
                    <a:pt x="51047" y="35705"/>
                    <a:pt x="50511" y="36081"/>
                    <a:pt x="49996" y="36518"/>
                  </a:cubicBezTo>
                  <a:cubicBezTo>
                    <a:pt x="49916" y="36557"/>
                    <a:pt x="49916" y="36676"/>
                    <a:pt x="49976" y="36736"/>
                  </a:cubicBezTo>
                  <a:lnTo>
                    <a:pt x="50095" y="36795"/>
                  </a:lnTo>
                  <a:lnTo>
                    <a:pt x="50194" y="36756"/>
                  </a:lnTo>
                  <a:cubicBezTo>
                    <a:pt x="50690" y="36359"/>
                    <a:pt x="51245" y="36002"/>
                    <a:pt x="51780" y="35625"/>
                  </a:cubicBezTo>
                  <a:cubicBezTo>
                    <a:pt x="51960" y="35593"/>
                    <a:pt x="51816" y="35303"/>
                    <a:pt x="51683" y="35303"/>
                  </a:cubicBezTo>
                  <a:close/>
                  <a:moveTo>
                    <a:pt x="48182" y="38228"/>
                  </a:moveTo>
                  <a:cubicBezTo>
                    <a:pt x="48145" y="38228"/>
                    <a:pt x="48106" y="38244"/>
                    <a:pt x="48072" y="38283"/>
                  </a:cubicBezTo>
                  <a:lnTo>
                    <a:pt x="47775" y="38580"/>
                  </a:lnTo>
                  <a:cubicBezTo>
                    <a:pt x="47418" y="38937"/>
                    <a:pt x="47100" y="39334"/>
                    <a:pt x="46783" y="39770"/>
                  </a:cubicBezTo>
                  <a:cubicBezTo>
                    <a:pt x="46704" y="39830"/>
                    <a:pt x="46723" y="39929"/>
                    <a:pt x="46803" y="39988"/>
                  </a:cubicBezTo>
                  <a:lnTo>
                    <a:pt x="46902" y="40028"/>
                  </a:lnTo>
                  <a:cubicBezTo>
                    <a:pt x="46942" y="40028"/>
                    <a:pt x="47001" y="40008"/>
                    <a:pt x="47021" y="39968"/>
                  </a:cubicBezTo>
                  <a:cubicBezTo>
                    <a:pt x="47338" y="39572"/>
                    <a:pt x="47675" y="39175"/>
                    <a:pt x="48013" y="38798"/>
                  </a:cubicBezTo>
                  <a:lnTo>
                    <a:pt x="48290" y="38501"/>
                  </a:lnTo>
                  <a:cubicBezTo>
                    <a:pt x="48395" y="38381"/>
                    <a:pt x="48296" y="38228"/>
                    <a:pt x="48182" y="38228"/>
                  </a:cubicBezTo>
                  <a:close/>
                  <a:moveTo>
                    <a:pt x="45430" y="41892"/>
                  </a:moveTo>
                  <a:cubicBezTo>
                    <a:pt x="45373" y="41892"/>
                    <a:pt x="45315" y="41918"/>
                    <a:pt x="45276" y="41971"/>
                  </a:cubicBezTo>
                  <a:cubicBezTo>
                    <a:pt x="44958" y="42546"/>
                    <a:pt x="44661" y="43122"/>
                    <a:pt x="44383" y="43716"/>
                  </a:cubicBezTo>
                  <a:cubicBezTo>
                    <a:pt x="44364" y="43796"/>
                    <a:pt x="44383" y="43895"/>
                    <a:pt x="44463" y="43935"/>
                  </a:cubicBezTo>
                  <a:lnTo>
                    <a:pt x="44542" y="43935"/>
                  </a:lnTo>
                  <a:cubicBezTo>
                    <a:pt x="44602" y="43935"/>
                    <a:pt x="44661" y="43895"/>
                    <a:pt x="44701" y="43855"/>
                  </a:cubicBezTo>
                  <a:cubicBezTo>
                    <a:pt x="44958" y="43260"/>
                    <a:pt x="45256" y="42685"/>
                    <a:pt x="45593" y="42150"/>
                  </a:cubicBezTo>
                  <a:cubicBezTo>
                    <a:pt x="45633" y="42051"/>
                    <a:pt x="45613" y="41952"/>
                    <a:pt x="45514" y="41912"/>
                  </a:cubicBezTo>
                  <a:cubicBezTo>
                    <a:pt x="45487" y="41899"/>
                    <a:pt x="45459" y="41892"/>
                    <a:pt x="45430" y="41892"/>
                  </a:cubicBezTo>
                  <a:close/>
                  <a:moveTo>
                    <a:pt x="43607" y="46032"/>
                  </a:moveTo>
                  <a:cubicBezTo>
                    <a:pt x="43538" y="46032"/>
                    <a:pt x="43464" y="46070"/>
                    <a:pt x="43431" y="46136"/>
                  </a:cubicBezTo>
                  <a:cubicBezTo>
                    <a:pt x="43233" y="46751"/>
                    <a:pt x="43055" y="47365"/>
                    <a:pt x="42876" y="48040"/>
                  </a:cubicBezTo>
                  <a:cubicBezTo>
                    <a:pt x="42876" y="48119"/>
                    <a:pt x="42936" y="48198"/>
                    <a:pt x="43015" y="48238"/>
                  </a:cubicBezTo>
                  <a:lnTo>
                    <a:pt x="43055" y="48238"/>
                  </a:lnTo>
                  <a:cubicBezTo>
                    <a:pt x="43134" y="48238"/>
                    <a:pt x="43194" y="48179"/>
                    <a:pt x="43213" y="48119"/>
                  </a:cubicBezTo>
                  <a:cubicBezTo>
                    <a:pt x="43372" y="47465"/>
                    <a:pt x="43550" y="46850"/>
                    <a:pt x="43749" y="46235"/>
                  </a:cubicBezTo>
                  <a:cubicBezTo>
                    <a:pt x="43769" y="46156"/>
                    <a:pt x="43729" y="46057"/>
                    <a:pt x="43650" y="46037"/>
                  </a:cubicBezTo>
                  <a:cubicBezTo>
                    <a:pt x="43636" y="46033"/>
                    <a:pt x="43622" y="46032"/>
                    <a:pt x="43607" y="46032"/>
                  </a:cubicBezTo>
                  <a:close/>
                  <a:moveTo>
                    <a:pt x="42528" y="50475"/>
                  </a:moveTo>
                  <a:cubicBezTo>
                    <a:pt x="42460" y="50475"/>
                    <a:pt x="42398" y="50529"/>
                    <a:pt x="42380" y="50598"/>
                  </a:cubicBezTo>
                  <a:cubicBezTo>
                    <a:pt x="42281" y="51233"/>
                    <a:pt x="42182" y="51887"/>
                    <a:pt x="42142" y="52561"/>
                  </a:cubicBezTo>
                  <a:cubicBezTo>
                    <a:pt x="42123" y="52641"/>
                    <a:pt x="42202" y="52720"/>
                    <a:pt x="42281" y="52720"/>
                  </a:cubicBezTo>
                  <a:cubicBezTo>
                    <a:pt x="42380" y="52720"/>
                    <a:pt x="42460" y="52680"/>
                    <a:pt x="42460" y="52581"/>
                  </a:cubicBezTo>
                  <a:cubicBezTo>
                    <a:pt x="42539" y="51927"/>
                    <a:pt x="42618" y="51292"/>
                    <a:pt x="42718" y="50638"/>
                  </a:cubicBezTo>
                  <a:cubicBezTo>
                    <a:pt x="42718" y="50558"/>
                    <a:pt x="42638" y="50479"/>
                    <a:pt x="42559" y="50479"/>
                  </a:cubicBezTo>
                  <a:cubicBezTo>
                    <a:pt x="42548" y="50476"/>
                    <a:pt x="42538" y="50475"/>
                    <a:pt x="42528" y="50475"/>
                  </a:cubicBezTo>
                  <a:close/>
                  <a:moveTo>
                    <a:pt x="42142" y="55000"/>
                  </a:moveTo>
                  <a:cubicBezTo>
                    <a:pt x="42063" y="55000"/>
                    <a:pt x="41964" y="55080"/>
                    <a:pt x="41964" y="55159"/>
                  </a:cubicBezTo>
                  <a:lnTo>
                    <a:pt x="41964" y="57142"/>
                  </a:lnTo>
                  <a:cubicBezTo>
                    <a:pt x="41964" y="57222"/>
                    <a:pt x="42023" y="57281"/>
                    <a:pt x="42123" y="57281"/>
                  </a:cubicBezTo>
                  <a:cubicBezTo>
                    <a:pt x="42202" y="57281"/>
                    <a:pt x="42281" y="57202"/>
                    <a:pt x="42281" y="57122"/>
                  </a:cubicBezTo>
                  <a:lnTo>
                    <a:pt x="42281" y="55179"/>
                  </a:lnTo>
                  <a:cubicBezTo>
                    <a:pt x="42301" y="55080"/>
                    <a:pt x="42222" y="55000"/>
                    <a:pt x="42142" y="55000"/>
                  </a:cubicBezTo>
                  <a:close/>
                  <a:moveTo>
                    <a:pt x="42221" y="59619"/>
                  </a:moveTo>
                  <a:cubicBezTo>
                    <a:pt x="42152" y="59619"/>
                    <a:pt x="42084" y="59658"/>
                    <a:pt x="42063" y="59740"/>
                  </a:cubicBezTo>
                  <a:cubicBezTo>
                    <a:pt x="42123" y="60395"/>
                    <a:pt x="42162" y="61029"/>
                    <a:pt x="42242" y="61703"/>
                  </a:cubicBezTo>
                  <a:cubicBezTo>
                    <a:pt x="42242" y="61783"/>
                    <a:pt x="42321" y="61842"/>
                    <a:pt x="42420" y="61842"/>
                  </a:cubicBezTo>
                  <a:cubicBezTo>
                    <a:pt x="42519" y="61822"/>
                    <a:pt x="42579" y="61743"/>
                    <a:pt x="42559" y="61684"/>
                  </a:cubicBezTo>
                  <a:cubicBezTo>
                    <a:pt x="42519" y="61009"/>
                    <a:pt x="42440" y="60355"/>
                    <a:pt x="42380" y="59720"/>
                  </a:cubicBezTo>
                  <a:cubicBezTo>
                    <a:pt x="42352" y="59653"/>
                    <a:pt x="42286" y="59619"/>
                    <a:pt x="42221" y="59619"/>
                  </a:cubicBezTo>
                  <a:close/>
                  <a:moveTo>
                    <a:pt x="42718" y="64103"/>
                  </a:moveTo>
                  <a:cubicBezTo>
                    <a:pt x="42618" y="64123"/>
                    <a:pt x="42559" y="64202"/>
                    <a:pt x="42559" y="64301"/>
                  </a:cubicBezTo>
                  <a:lnTo>
                    <a:pt x="42856" y="66245"/>
                  </a:lnTo>
                  <a:cubicBezTo>
                    <a:pt x="42876" y="66304"/>
                    <a:pt x="42956" y="66364"/>
                    <a:pt x="43035" y="66364"/>
                  </a:cubicBezTo>
                  <a:lnTo>
                    <a:pt x="43055" y="66364"/>
                  </a:lnTo>
                  <a:cubicBezTo>
                    <a:pt x="43134" y="66344"/>
                    <a:pt x="43194" y="66265"/>
                    <a:pt x="43174" y="66185"/>
                  </a:cubicBezTo>
                  <a:lnTo>
                    <a:pt x="42876" y="64262"/>
                  </a:lnTo>
                  <a:cubicBezTo>
                    <a:pt x="42876" y="64163"/>
                    <a:pt x="42797" y="64103"/>
                    <a:pt x="42718" y="64103"/>
                  </a:cubicBezTo>
                  <a:close/>
                  <a:moveTo>
                    <a:pt x="43471" y="68650"/>
                  </a:moveTo>
                  <a:cubicBezTo>
                    <a:pt x="43389" y="68650"/>
                    <a:pt x="43312" y="68709"/>
                    <a:pt x="43312" y="68803"/>
                  </a:cubicBezTo>
                  <a:lnTo>
                    <a:pt x="43610" y="70548"/>
                  </a:lnTo>
                  <a:lnTo>
                    <a:pt x="43650" y="70727"/>
                  </a:lnTo>
                  <a:cubicBezTo>
                    <a:pt x="43650" y="70806"/>
                    <a:pt x="43709" y="70866"/>
                    <a:pt x="43808" y="70866"/>
                  </a:cubicBezTo>
                  <a:lnTo>
                    <a:pt x="43828" y="70866"/>
                  </a:lnTo>
                  <a:cubicBezTo>
                    <a:pt x="43907" y="70846"/>
                    <a:pt x="43967" y="70766"/>
                    <a:pt x="43967" y="70667"/>
                  </a:cubicBezTo>
                  <a:lnTo>
                    <a:pt x="43927" y="70489"/>
                  </a:lnTo>
                  <a:lnTo>
                    <a:pt x="43630" y="68744"/>
                  </a:lnTo>
                  <a:cubicBezTo>
                    <a:pt x="43589" y="68679"/>
                    <a:pt x="43529" y="68650"/>
                    <a:pt x="43471" y="68650"/>
                  </a:cubicBezTo>
                  <a:close/>
                  <a:moveTo>
                    <a:pt x="44225" y="73106"/>
                  </a:moveTo>
                  <a:cubicBezTo>
                    <a:pt x="44126" y="73126"/>
                    <a:pt x="44086" y="73206"/>
                    <a:pt x="44106" y="73305"/>
                  </a:cubicBezTo>
                  <a:cubicBezTo>
                    <a:pt x="44205" y="73939"/>
                    <a:pt x="44324" y="74594"/>
                    <a:pt x="44423" y="75228"/>
                  </a:cubicBezTo>
                  <a:cubicBezTo>
                    <a:pt x="44423" y="75308"/>
                    <a:pt x="44502" y="75367"/>
                    <a:pt x="44562" y="75367"/>
                  </a:cubicBezTo>
                  <a:lnTo>
                    <a:pt x="44602" y="75367"/>
                  </a:lnTo>
                  <a:cubicBezTo>
                    <a:pt x="44681" y="75347"/>
                    <a:pt x="44740" y="75268"/>
                    <a:pt x="44740" y="75189"/>
                  </a:cubicBezTo>
                  <a:cubicBezTo>
                    <a:pt x="44641" y="74534"/>
                    <a:pt x="44522" y="73900"/>
                    <a:pt x="44423" y="73245"/>
                  </a:cubicBezTo>
                  <a:cubicBezTo>
                    <a:pt x="44403" y="73166"/>
                    <a:pt x="44304" y="73106"/>
                    <a:pt x="44225" y="73106"/>
                  </a:cubicBezTo>
                  <a:close/>
                  <a:moveTo>
                    <a:pt x="44939" y="77608"/>
                  </a:moveTo>
                  <a:cubicBezTo>
                    <a:pt x="44840" y="77628"/>
                    <a:pt x="44780" y="77727"/>
                    <a:pt x="44780" y="77806"/>
                  </a:cubicBezTo>
                  <a:cubicBezTo>
                    <a:pt x="44879" y="78481"/>
                    <a:pt x="44958" y="79135"/>
                    <a:pt x="45038" y="79750"/>
                  </a:cubicBezTo>
                  <a:cubicBezTo>
                    <a:pt x="45038" y="79829"/>
                    <a:pt x="45097" y="79889"/>
                    <a:pt x="45177" y="79889"/>
                  </a:cubicBezTo>
                  <a:lnTo>
                    <a:pt x="45216" y="79889"/>
                  </a:lnTo>
                  <a:cubicBezTo>
                    <a:pt x="45296" y="79869"/>
                    <a:pt x="45355" y="79790"/>
                    <a:pt x="45355" y="79690"/>
                  </a:cubicBezTo>
                  <a:cubicBezTo>
                    <a:pt x="45276" y="79076"/>
                    <a:pt x="45216" y="78421"/>
                    <a:pt x="45117" y="77767"/>
                  </a:cubicBezTo>
                  <a:cubicBezTo>
                    <a:pt x="45117" y="77668"/>
                    <a:pt x="45038" y="77608"/>
                    <a:pt x="44939" y="77608"/>
                  </a:cubicBezTo>
                  <a:close/>
                  <a:moveTo>
                    <a:pt x="45415" y="82150"/>
                  </a:moveTo>
                  <a:cubicBezTo>
                    <a:pt x="45335" y="82169"/>
                    <a:pt x="45276" y="82249"/>
                    <a:pt x="45256" y="82328"/>
                  </a:cubicBezTo>
                  <a:cubicBezTo>
                    <a:pt x="45315" y="83002"/>
                    <a:pt x="45335" y="83657"/>
                    <a:pt x="45355" y="84291"/>
                  </a:cubicBezTo>
                  <a:cubicBezTo>
                    <a:pt x="45355" y="84371"/>
                    <a:pt x="45434" y="84430"/>
                    <a:pt x="45514" y="84430"/>
                  </a:cubicBezTo>
                  <a:cubicBezTo>
                    <a:pt x="45593" y="84430"/>
                    <a:pt x="45672" y="84371"/>
                    <a:pt x="45672" y="84291"/>
                  </a:cubicBezTo>
                  <a:cubicBezTo>
                    <a:pt x="45653" y="83637"/>
                    <a:pt x="45633" y="82963"/>
                    <a:pt x="45573" y="82308"/>
                  </a:cubicBezTo>
                  <a:cubicBezTo>
                    <a:pt x="45573" y="82209"/>
                    <a:pt x="45494" y="82150"/>
                    <a:pt x="45415" y="82150"/>
                  </a:cubicBezTo>
                  <a:close/>
                  <a:moveTo>
                    <a:pt x="45514" y="86711"/>
                  </a:moveTo>
                  <a:cubicBezTo>
                    <a:pt x="45415" y="86711"/>
                    <a:pt x="45335" y="86790"/>
                    <a:pt x="45335" y="86889"/>
                  </a:cubicBezTo>
                  <a:cubicBezTo>
                    <a:pt x="45315" y="87524"/>
                    <a:pt x="45256" y="88198"/>
                    <a:pt x="45196" y="88813"/>
                  </a:cubicBezTo>
                  <a:cubicBezTo>
                    <a:pt x="45196" y="88912"/>
                    <a:pt x="45236" y="88991"/>
                    <a:pt x="45335" y="88991"/>
                  </a:cubicBezTo>
                  <a:lnTo>
                    <a:pt x="45355" y="88991"/>
                  </a:lnTo>
                  <a:cubicBezTo>
                    <a:pt x="45434" y="88991"/>
                    <a:pt x="45514" y="88932"/>
                    <a:pt x="45514" y="88852"/>
                  </a:cubicBezTo>
                  <a:cubicBezTo>
                    <a:pt x="45573" y="88218"/>
                    <a:pt x="45633" y="87563"/>
                    <a:pt x="45653" y="86889"/>
                  </a:cubicBezTo>
                  <a:cubicBezTo>
                    <a:pt x="45653" y="86810"/>
                    <a:pt x="45593" y="86731"/>
                    <a:pt x="45514" y="86711"/>
                  </a:cubicBezTo>
                  <a:close/>
                  <a:moveTo>
                    <a:pt x="45018" y="91252"/>
                  </a:moveTo>
                  <a:cubicBezTo>
                    <a:pt x="44919" y="91252"/>
                    <a:pt x="44859" y="91312"/>
                    <a:pt x="44840" y="91391"/>
                  </a:cubicBezTo>
                  <a:cubicBezTo>
                    <a:pt x="44721" y="92025"/>
                    <a:pt x="44602" y="92660"/>
                    <a:pt x="44423" y="93315"/>
                  </a:cubicBezTo>
                  <a:cubicBezTo>
                    <a:pt x="44403" y="93394"/>
                    <a:pt x="44463" y="93473"/>
                    <a:pt x="44542" y="93513"/>
                  </a:cubicBezTo>
                  <a:lnTo>
                    <a:pt x="44602" y="93513"/>
                  </a:lnTo>
                  <a:cubicBezTo>
                    <a:pt x="44661" y="93513"/>
                    <a:pt x="44721" y="93453"/>
                    <a:pt x="44740" y="93374"/>
                  </a:cubicBezTo>
                  <a:cubicBezTo>
                    <a:pt x="44879" y="92739"/>
                    <a:pt x="45038" y="92085"/>
                    <a:pt x="45157" y="91450"/>
                  </a:cubicBezTo>
                  <a:cubicBezTo>
                    <a:pt x="45157" y="91351"/>
                    <a:pt x="45097" y="91272"/>
                    <a:pt x="45018" y="91252"/>
                  </a:cubicBezTo>
                  <a:close/>
                  <a:moveTo>
                    <a:pt x="43854" y="95679"/>
                  </a:moveTo>
                  <a:cubicBezTo>
                    <a:pt x="43788" y="95679"/>
                    <a:pt x="43733" y="95720"/>
                    <a:pt x="43689" y="95793"/>
                  </a:cubicBezTo>
                  <a:cubicBezTo>
                    <a:pt x="43511" y="96408"/>
                    <a:pt x="43273" y="97023"/>
                    <a:pt x="43055" y="97618"/>
                  </a:cubicBezTo>
                  <a:cubicBezTo>
                    <a:pt x="43015" y="97697"/>
                    <a:pt x="43055" y="97796"/>
                    <a:pt x="43134" y="97836"/>
                  </a:cubicBezTo>
                  <a:lnTo>
                    <a:pt x="43213" y="97836"/>
                  </a:lnTo>
                  <a:cubicBezTo>
                    <a:pt x="43273" y="97836"/>
                    <a:pt x="43332" y="97796"/>
                    <a:pt x="43352" y="97737"/>
                  </a:cubicBezTo>
                  <a:cubicBezTo>
                    <a:pt x="43590" y="97122"/>
                    <a:pt x="43828" y="96507"/>
                    <a:pt x="44026" y="95893"/>
                  </a:cubicBezTo>
                  <a:cubicBezTo>
                    <a:pt x="44046" y="95793"/>
                    <a:pt x="44007" y="95714"/>
                    <a:pt x="43927" y="95694"/>
                  </a:cubicBezTo>
                  <a:cubicBezTo>
                    <a:pt x="43902" y="95684"/>
                    <a:pt x="43877" y="95679"/>
                    <a:pt x="43854" y="95679"/>
                  </a:cubicBezTo>
                  <a:close/>
                  <a:moveTo>
                    <a:pt x="42153" y="99929"/>
                  </a:moveTo>
                  <a:cubicBezTo>
                    <a:pt x="42092" y="99929"/>
                    <a:pt x="42030" y="99965"/>
                    <a:pt x="42004" y="100017"/>
                  </a:cubicBezTo>
                  <a:cubicBezTo>
                    <a:pt x="41746" y="100593"/>
                    <a:pt x="41448" y="101188"/>
                    <a:pt x="41111" y="101763"/>
                  </a:cubicBezTo>
                  <a:cubicBezTo>
                    <a:pt x="41091" y="101842"/>
                    <a:pt x="41111" y="101941"/>
                    <a:pt x="41191" y="101981"/>
                  </a:cubicBezTo>
                  <a:lnTo>
                    <a:pt x="41270" y="101981"/>
                  </a:lnTo>
                  <a:cubicBezTo>
                    <a:pt x="41329" y="101981"/>
                    <a:pt x="41389" y="101961"/>
                    <a:pt x="41409" y="101901"/>
                  </a:cubicBezTo>
                  <a:cubicBezTo>
                    <a:pt x="41706" y="101326"/>
                    <a:pt x="42043" y="100751"/>
                    <a:pt x="42301" y="100176"/>
                  </a:cubicBezTo>
                  <a:cubicBezTo>
                    <a:pt x="42341" y="100077"/>
                    <a:pt x="42301" y="99978"/>
                    <a:pt x="42242" y="99958"/>
                  </a:cubicBezTo>
                  <a:cubicBezTo>
                    <a:pt x="42215" y="99938"/>
                    <a:pt x="42184" y="99929"/>
                    <a:pt x="42153" y="99929"/>
                  </a:cubicBezTo>
                  <a:close/>
                  <a:moveTo>
                    <a:pt x="39901" y="103899"/>
                  </a:moveTo>
                  <a:cubicBezTo>
                    <a:pt x="39853" y="103899"/>
                    <a:pt x="39813" y="103923"/>
                    <a:pt x="39802" y="103984"/>
                  </a:cubicBezTo>
                  <a:cubicBezTo>
                    <a:pt x="39465" y="104539"/>
                    <a:pt x="39088" y="105074"/>
                    <a:pt x="38712" y="105630"/>
                  </a:cubicBezTo>
                  <a:cubicBezTo>
                    <a:pt x="38672" y="105709"/>
                    <a:pt x="38692" y="105788"/>
                    <a:pt x="38771" y="105848"/>
                  </a:cubicBezTo>
                  <a:lnTo>
                    <a:pt x="38870" y="105848"/>
                  </a:lnTo>
                  <a:cubicBezTo>
                    <a:pt x="38910" y="105848"/>
                    <a:pt x="38969" y="105828"/>
                    <a:pt x="38989" y="105808"/>
                  </a:cubicBezTo>
                  <a:cubicBezTo>
                    <a:pt x="39366" y="105273"/>
                    <a:pt x="39743" y="104717"/>
                    <a:pt x="40080" y="104162"/>
                  </a:cubicBezTo>
                  <a:cubicBezTo>
                    <a:pt x="40209" y="104062"/>
                    <a:pt x="40027" y="103899"/>
                    <a:pt x="39901" y="103899"/>
                  </a:cubicBezTo>
                  <a:close/>
                  <a:moveTo>
                    <a:pt x="37289" y="107605"/>
                  </a:moveTo>
                  <a:cubicBezTo>
                    <a:pt x="37242" y="107605"/>
                    <a:pt x="37198" y="107620"/>
                    <a:pt x="37165" y="107653"/>
                  </a:cubicBezTo>
                  <a:cubicBezTo>
                    <a:pt x="36768" y="108188"/>
                    <a:pt x="36332" y="108684"/>
                    <a:pt x="35915" y="109180"/>
                  </a:cubicBezTo>
                  <a:cubicBezTo>
                    <a:pt x="35856" y="109239"/>
                    <a:pt x="35876" y="109338"/>
                    <a:pt x="35935" y="109398"/>
                  </a:cubicBezTo>
                  <a:cubicBezTo>
                    <a:pt x="35955" y="109418"/>
                    <a:pt x="35995" y="109437"/>
                    <a:pt x="36034" y="109437"/>
                  </a:cubicBezTo>
                  <a:cubicBezTo>
                    <a:pt x="36094" y="109437"/>
                    <a:pt x="36134" y="109418"/>
                    <a:pt x="36173" y="109378"/>
                  </a:cubicBezTo>
                  <a:cubicBezTo>
                    <a:pt x="36590" y="108882"/>
                    <a:pt x="37026" y="108386"/>
                    <a:pt x="37423" y="107890"/>
                  </a:cubicBezTo>
                  <a:cubicBezTo>
                    <a:pt x="37482" y="107811"/>
                    <a:pt x="37462" y="107692"/>
                    <a:pt x="37403" y="107633"/>
                  </a:cubicBezTo>
                  <a:cubicBezTo>
                    <a:pt x="37367" y="107615"/>
                    <a:pt x="37327" y="107605"/>
                    <a:pt x="37289" y="107605"/>
                  </a:cubicBezTo>
                  <a:close/>
                  <a:moveTo>
                    <a:pt x="34266" y="111031"/>
                  </a:moveTo>
                  <a:cubicBezTo>
                    <a:pt x="34228" y="111031"/>
                    <a:pt x="34188" y="111046"/>
                    <a:pt x="34150" y="111083"/>
                  </a:cubicBezTo>
                  <a:cubicBezTo>
                    <a:pt x="33714" y="111520"/>
                    <a:pt x="33238" y="111996"/>
                    <a:pt x="32742" y="112452"/>
                  </a:cubicBezTo>
                  <a:cubicBezTo>
                    <a:pt x="32683" y="112511"/>
                    <a:pt x="32683" y="112591"/>
                    <a:pt x="32742" y="112670"/>
                  </a:cubicBezTo>
                  <a:lnTo>
                    <a:pt x="32861" y="112709"/>
                  </a:lnTo>
                  <a:lnTo>
                    <a:pt x="32961" y="112670"/>
                  </a:lnTo>
                  <a:cubicBezTo>
                    <a:pt x="33456" y="112214"/>
                    <a:pt x="33932" y="111777"/>
                    <a:pt x="34388" y="111301"/>
                  </a:cubicBezTo>
                  <a:cubicBezTo>
                    <a:pt x="34495" y="111195"/>
                    <a:pt x="34392" y="111031"/>
                    <a:pt x="34266" y="111031"/>
                  </a:cubicBezTo>
                  <a:close/>
                  <a:moveTo>
                    <a:pt x="30919" y="114115"/>
                  </a:moveTo>
                  <a:cubicBezTo>
                    <a:pt x="30883" y="114115"/>
                    <a:pt x="30846" y="114130"/>
                    <a:pt x="30819" y="114157"/>
                  </a:cubicBezTo>
                  <a:lnTo>
                    <a:pt x="29292" y="115367"/>
                  </a:lnTo>
                  <a:cubicBezTo>
                    <a:pt x="29232" y="115426"/>
                    <a:pt x="29193" y="115526"/>
                    <a:pt x="29252" y="115625"/>
                  </a:cubicBezTo>
                  <a:lnTo>
                    <a:pt x="29391" y="115664"/>
                  </a:lnTo>
                  <a:lnTo>
                    <a:pt x="29490" y="115645"/>
                  </a:lnTo>
                  <a:cubicBezTo>
                    <a:pt x="30025" y="115248"/>
                    <a:pt x="30521" y="114831"/>
                    <a:pt x="31017" y="114395"/>
                  </a:cubicBezTo>
                  <a:cubicBezTo>
                    <a:pt x="31077" y="114355"/>
                    <a:pt x="31096" y="114237"/>
                    <a:pt x="31037" y="114177"/>
                  </a:cubicBezTo>
                  <a:cubicBezTo>
                    <a:pt x="31005" y="114135"/>
                    <a:pt x="30962" y="114115"/>
                    <a:pt x="30919" y="114115"/>
                  </a:cubicBezTo>
                  <a:close/>
                  <a:moveTo>
                    <a:pt x="27278" y="116860"/>
                  </a:moveTo>
                  <a:cubicBezTo>
                    <a:pt x="27247" y="116860"/>
                    <a:pt x="27216" y="116876"/>
                    <a:pt x="27190" y="116914"/>
                  </a:cubicBezTo>
                  <a:lnTo>
                    <a:pt x="25563" y="117965"/>
                  </a:lnTo>
                  <a:cubicBezTo>
                    <a:pt x="25484" y="118024"/>
                    <a:pt x="25464" y="118143"/>
                    <a:pt x="25504" y="118223"/>
                  </a:cubicBezTo>
                  <a:cubicBezTo>
                    <a:pt x="25544" y="118262"/>
                    <a:pt x="25603" y="118282"/>
                    <a:pt x="25663" y="118302"/>
                  </a:cubicBezTo>
                  <a:lnTo>
                    <a:pt x="25722" y="118262"/>
                  </a:lnTo>
                  <a:lnTo>
                    <a:pt x="27368" y="117172"/>
                  </a:lnTo>
                  <a:cubicBezTo>
                    <a:pt x="27545" y="117139"/>
                    <a:pt x="27409" y="116860"/>
                    <a:pt x="27278" y="116860"/>
                  </a:cubicBezTo>
                  <a:close/>
                  <a:moveTo>
                    <a:pt x="23367" y="119328"/>
                  </a:moveTo>
                  <a:cubicBezTo>
                    <a:pt x="23353" y="119328"/>
                    <a:pt x="23338" y="119329"/>
                    <a:pt x="23322" y="119333"/>
                  </a:cubicBezTo>
                  <a:lnTo>
                    <a:pt x="21617" y="120245"/>
                  </a:lnTo>
                  <a:cubicBezTo>
                    <a:pt x="21538" y="120305"/>
                    <a:pt x="21518" y="120384"/>
                    <a:pt x="21538" y="120483"/>
                  </a:cubicBezTo>
                  <a:cubicBezTo>
                    <a:pt x="21557" y="120523"/>
                    <a:pt x="21617" y="120563"/>
                    <a:pt x="21696" y="120583"/>
                  </a:cubicBezTo>
                  <a:lnTo>
                    <a:pt x="21756" y="120543"/>
                  </a:lnTo>
                  <a:cubicBezTo>
                    <a:pt x="22351" y="120245"/>
                    <a:pt x="22926" y="119928"/>
                    <a:pt x="23501" y="119611"/>
                  </a:cubicBezTo>
                  <a:cubicBezTo>
                    <a:pt x="23573" y="119485"/>
                    <a:pt x="23499" y="119328"/>
                    <a:pt x="23367" y="119328"/>
                  </a:cubicBezTo>
                  <a:close/>
                  <a:moveTo>
                    <a:pt x="19343" y="121409"/>
                  </a:moveTo>
                  <a:cubicBezTo>
                    <a:pt x="19321" y="121409"/>
                    <a:pt x="19299" y="121411"/>
                    <a:pt x="19277" y="121415"/>
                  </a:cubicBezTo>
                  <a:cubicBezTo>
                    <a:pt x="18722" y="121713"/>
                    <a:pt x="18127" y="121991"/>
                    <a:pt x="17532" y="122229"/>
                  </a:cubicBezTo>
                  <a:cubicBezTo>
                    <a:pt x="17452" y="122288"/>
                    <a:pt x="17413" y="122367"/>
                    <a:pt x="17433" y="122466"/>
                  </a:cubicBezTo>
                  <a:cubicBezTo>
                    <a:pt x="17472" y="122506"/>
                    <a:pt x="17532" y="122546"/>
                    <a:pt x="17591" y="122566"/>
                  </a:cubicBezTo>
                  <a:lnTo>
                    <a:pt x="17651" y="122526"/>
                  </a:lnTo>
                  <a:cubicBezTo>
                    <a:pt x="18246" y="122288"/>
                    <a:pt x="18841" y="122010"/>
                    <a:pt x="19436" y="121713"/>
                  </a:cubicBezTo>
                  <a:cubicBezTo>
                    <a:pt x="19515" y="121673"/>
                    <a:pt x="19535" y="121594"/>
                    <a:pt x="19515" y="121515"/>
                  </a:cubicBezTo>
                  <a:cubicBezTo>
                    <a:pt x="19484" y="121438"/>
                    <a:pt x="19418" y="121409"/>
                    <a:pt x="19343" y="121409"/>
                  </a:cubicBezTo>
                  <a:close/>
                  <a:moveTo>
                    <a:pt x="15196" y="123240"/>
                  </a:moveTo>
                  <a:cubicBezTo>
                    <a:pt x="15167" y="123240"/>
                    <a:pt x="15139" y="123247"/>
                    <a:pt x="15112" y="123260"/>
                  </a:cubicBezTo>
                  <a:lnTo>
                    <a:pt x="13288" y="123954"/>
                  </a:lnTo>
                  <a:cubicBezTo>
                    <a:pt x="13208" y="123974"/>
                    <a:pt x="13169" y="124053"/>
                    <a:pt x="13189" y="124152"/>
                  </a:cubicBezTo>
                  <a:cubicBezTo>
                    <a:pt x="13208" y="124212"/>
                    <a:pt x="13288" y="124271"/>
                    <a:pt x="13367" y="124271"/>
                  </a:cubicBezTo>
                  <a:lnTo>
                    <a:pt x="13407" y="124251"/>
                  </a:lnTo>
                  <a:lnTo>
                    <a:pt x="15251" y="123557"/>
                  </a:lnTo>
                  <a:cubicBezTo>
                    <a:pt x="15330" y="123498"/>
                    <a:pt x="15370" y="123418"/>
                    <a:pt x="15350" y="123319"/>
                  </a:cubicBezTo>
                  <a:cubicBezTo>
                    <a:pt x="15311" y="123266"/>
                    <a:pt x="15253" y="123240"/>
                    <a:pt x="15196" y="123240"/>
                  </a:cubicBezTo>
                  <a:close/>
                  <a:moveTo>
                    <a:pt x="10871" y="124782"/>
                  </a:moveTo>
                  <a:cubicBezTo>
                    <a:pt x="10857" y="124782"/>
                    <a:pt x="10842" y="124783"/>
                    <a:pt x="10829" y="124787"/>
                  </a:cubicBezTo>
                  <a:lnTo>
                    <a:pt x="8965" y="125382"/>
                  </a:lnTo>
                  <a:cubicBezTo>
                    <a:pt x="8885" y="125421"/>
                    <a:pt x="8846" y="125501"/>
                    <a:pt x="8865" y="125580"/>
                  </a:cubicBezTo>
                  <a:cubicBezTo>
                    <a:pt x="8885" y="125659"/>
                    <a:pt x="8945" y="125699"/>
                    <a:pt x="9024" y="125699"/>
                  </a:cubicBezTo>
                  <a:lnTo>
                    <a:pt x="9064" y="125699"/>
                  </a:lnTo>
                  <a:lnTo>
                    <a:pt x="10928" y="125104"/>
                  </a:lnTo>
                  <a:cubicBezTo>
                    <a:pt x="11027" y="125084"/>
                    <a:pt x="11087" y="124985"/>
                    <a:pt x="11047" y="124886"/>
                  </a:cubicBezTo>
                  <a:cubicBezTo>
                    <a:pt x="11014" y="124820"/>
                    <a:pt x="10940" y="124782"/>
                    <a:pt x="10871" y="124782"/>
                  </a:cubicBezTo>
                  <a:close/>
                  <a:moveTo>
                    <a:pt x="6503" y="126092"/>
                  </a:moveTo>
                  <a:cubicBezTo>
                    <a:pt x="6491" y="126092"/>
                    <a:pt x="6479" y="126093"/>
                    <a:pt x="6466" y="126096"/>
                  </a:cubicBezTo>
                  <a:lnTo>
                    <a:pt x="4582" y="126591"/>
                  </a:lnTo>
                  <a:cubicBezTo>
                    <a:pt x="4503" y="126611"/>
                    <a:pt x="4443" y="126710"/>
                    <a:pt x="4463" y="126790"/>
                  </a:cubicBezTo>
                  <a:cubicBezTo>
                    <a:pt x="4483" y="126869"/>
                    <a:pt x="4562" y="126909"/>
                    <a:pt x="4641" y="126929"/>
                  </a:cubicBezTo>
                  <a:lnTo>
                    <a:pt x="4661" y="126929"/>
                  </a:lnTo>
                  <a:lnTo>
                    <a:pt x="6565" y="126433"/>
                  </a:lnTo>
                  <a:cubicBezTo>
                    <a:pt x="6644" y="126393"/>
                    <a:pt x="6684" y="126314"/>
                    <a:pt x="6664" y="126234"/>
                  </a:cubicBezTo>
                  <a:cubicBezTo>
                    <a:pt x="6647" y="126148"/>
                    <a:pt x="6584" y="126092"/>
                    <a:pt x="6503" y="126092"/>
                  </a:cubicBezTo>
                  <a:close/>
                  <a:moveTo>
                    <a:pt x="2103" y="127221"/>
                  </a:moveTo>
                  <a:cubicBezTo>
                    <a:pt x="2090" y="127221"/>
                    <a:pt x="2076" y="127223"/>
                    <a:pt x="2063" y="127226"/>
                  </a:cubicBezTo>
                  <a:lnTo>
                    <a:pt x="140" y="127623"/>
                  </a:lnTo>
                  <a:cubicBezTo>
                    <a:pt x="60" y="127642"/>
                    <a:pt x="1" y="127722"/>
                    <a:pt x="21" y="127821"/>
                  </a:cubicBezTo>
                  <a:cubicBezTo>
                    <a:pt x="40" y="127880"/>
                    <a:pt x="100" y="127940"/>
                    <a:pt x="179" y="127940"/>
                  </a:cubicBezTo>
                  <a:lnTo>
                    <a:pt x="199" y="127940"/>
                  </a:lnTo>
                  <a:lnTo>
                    <a:pt x="2123" y="127523"/>
                  </a:lnTo>
                  <a:cubicBezTo>
                    <a:pt x="2202" y="127523"/>
                    <a:pt x="2262" y="127424"/>
                    <a:pt x="2262" y="127345"/>
                  </a:cubicBezTo>
                  <a:cubicBezTo>
                    <a:pt x="2229" y="127262"/>
                    <a:pt x="2168" y="127221"/>
                    <a:pt x="2103" y="127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0" y="2260600"/>
            <a:ext cx="4284020" cy="4597400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530225"/>
            <a:ext cx="8504555" cy="513842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rcRect l="2705" r="5441" b="7438"/>
          <a:stretch>
            <a:fillRect/>
          </a:stretch>
        </p:blipFill>
        <p:spPr>
          <a:xfrm>
            <a:off x="5045075" y="2861945"/>
            <a:ext cx="6547485" cy="2530475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19" name="图片 18" descr="01标示标准彩色图形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20" name="图片 19" descr="679ea5b50a417660f7076eba1cf8bbad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grpSp>
        <p:nvGrpSpPr>
          <p:cNvPr id="579" name="组合 578"/>
          <p:cNvGrpSpPr/>
          <p:nvPr/>
        </p:nvGrpSpPr>
        <p:grpSpPr>
          <a:xfrm>
            <a:off x="9958070" y="481965"/>
            <a:ext cx="3279140" cy="4554220"/>
            <a:chOff x="14035" y="1820"/>
            <a:chExt cx="5164" cy="7172"/>
          </a:xfrm>
        </p:grpSpPr>
        <p:grpSp>
          <p:nvGrpSpPr>
            <p:cNvPr id="2208" name="Google Shape;2208;p36"/>
            <p:cNvGrpSpPr/>
            <p:nvPr/>
          </p:nvGrpSpPr>
          <p:grpSpPr>
            <a:xfrm>
              <a:off x="15401" y="4153"/>
              <a:ext cx="1385" cy="1035"/>
              <a:chOff x="4030925" y="2186525"/>
              <a:chExt cx="944700" cy="706325"/>
            </a:xfrm>
          </p:grpSpPr>
          <p:sp>
            <p:nvSpPr>
              <p:cNvPr id="2209" name="Google Shape;2209;p36"/>
              <p:cNvSpPr/>
              <p:nvPr/>
            </p:nvSpPr>
            <p:spPr>
              <a:xfrm>
                <a:off x="4030925" y="2186525"/>
                <a:ext cx="944700" cy="281675"/>
              </a:xfrm>
              <a:custGeom>
                <a:avLst/>
                <a:gdLst/>
                <a:ahLst/>
                <a:cxnLst/>
                <a:rect l="l" t="t" r="r" b="b"/>
                <a:pathLst>
                  <a:path w="37788" h="11267" extrusionOk="0">
                    <a:moveTo>
                      <a:pt x="33327" y="1430"/>
                    </a:moveTo>
                    <a:lnTo>
                      <a:pt x="9699" y="10348"/>
                    </a:lnTo>
                    <a:lnTo>
                      <a:pt x="1770" y="6049"/>
                    </a:lnTo>
                    <a:lnTo>
                      <a:pt x="33327" y="1430"/>
                    </a:lnTo>
                    <a:close/>
                    <a:moveTo>
                      <a:pt x="37185" y="0"/>
                    </a:moveTo>
                    <a:cubicBezTo>
                      <a:pt x="37164" y="0"/>
                      <a:pt x="37142" y="1"/>
                      <a:pt x="37120" y="5"/>
                    </a:cubicBezTo>
                    <a:lnTo>
                      <a:pt x="391" y="5383"/>
                    </a:lnTo>
                    <a:cubicBezTo>
                      <a:pt x="207" y="5406"/>
                      <a:pt x="69" y="5544"/>
                      <a:pt x="23" y="5728"/>
                    </a:cubicBezTo>
                    <a:cubicBezTo>
                      <a:pt x="0" y="5912"/>
                      <a:pt x="92" y="6095"/>
                      <a:pt x="253" y="6187"/>
                    </a:cubicBezTo>
                    <a:lnTo>
                      <a:pt x="9447" y="11221"/>
                    </a:lnTo>
                    <a:lnTo>
                      <a:pt x="9653" y="11267"/>
                    </a:lnTo>
                    <a:lnTo>
                      <a:pt x="9814" y="11244"/>
                    </a:lnTo>
                    <a:lnTo>
                      <a:pt x="37327" y="855"/>
                    </a:lnTo>
                    <a:cubicBezTo>
                      <a:pt x="37788" y="679"/>
                      <a:pt x="37641" y="0"/>
                      <a:pt x="371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0" name="Google Shape;2210;p36"/>
              <p:cNvSpPr/>
              <p:nvPr/>
            </p:nvSpPr>
            <p:spPr>
              <a:xfrm>
                <a:off x="4423950" y="2187475"/>
                <a:ext cx="547625" cy="512875"/>
              </a:xfrm>
              <a:custGeom>
                <a:avLst/>
                <a:gdLst/>
                <a:ahLst/>
                <a:cxnLst/>
                <a:rect l="l" t="t" r="r" b="b"/>
                <a:pathLst>
                  <a:path w="21905" h="20515" extrusionOk="0">
                    <a:moveTo>
                      <a:pt x="19882" y="2104"/>
                    </a:moveTo>
                    <a:lnTo>
                      <a:pt x="8918" y="19572"/>
                    </a:lnTo>
                    <a:lnTo>
                      <a:pt x="1265" y="15918"/>
                    </a:lnTo>
                    <a:lnTo>
                      <a:pt x="19882" y="2104"/>
                    </a:lnTo>
                    <a:close/>
                    <a:moveTo>
                      <a:pt x="21443" y="0"/>
                    </a:moveTo>
                    <a:cubicBezTo>
                      <a:pt x="21354" y="0"/>
                      <a:pt x="21266" y="29"/>
                      <a:pt x="21192" y="81"/>
                    </a:cubicBezTo>
                    <a:lnTo>
                      <a:pt x="184" y="15688"/>
                    </a:lnTo>
                    <a:cubicBezTo>
                      <a:pt x="69" y="15780"/>
                      <a:pt x="0" y="15941"/>
                      <a:pt x="23" y="16102"/>
                    </a:cubicBezTo>
                    <a:cubicBezTo>
                      <a:pt x="23" y="16240"/>
                      <a:pt x="115" y="16378"/>
                      <a:pt x="253" y="16446"/>
                    </a:cubicBezTo>
                    <a:lnTo>
                      <a:pt x="8918" y="20515"/>
                    </a:lnTo>
                    <a:lnTo>
                      <a:pt x="9102" y="20515"/>
                    </a:lnTo>
                    <a:cubicBezTo>
                      <a:pt x="9240" y="20515"/>
                      <a:pt x="9378" y="20469"/>
                      <a:pt x="9470" y="20354"/>
                    </a:cubicBezTo>
                    <a:lnTo>
                      <a:pt x="21813" y="656"/>
                    </a:lnTo>
                    <a:cubicBezTo>
                      <a:pt x="21905" y="472"/>
                      <a:pt x="21882" y="265"/>
                      <a:pt x="21744" y="127"/>
                    </a:cubicBezTo>
                    <a:cubicBezTo>
                      <a:pt x="21656" y="40"/>
                      <a:pt x="21549" y="0"/>
                      <a:pt x="214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1" name="Google Shape;2211;p36"/>
              <p:cNvSpPr/>
              <p:nvPr/>
            </p:nvSpPr>
            <p:spPr>
              <a:xfrm>
                <a:off x="4261325" y="2186625"/>
                <a:ext cx="710825" cy="706225"/>
              </a:xfrm>
              <a:custGeom>
                <a:avLst/>
                <a:gdLst/>
                <a:ahLst/>
                <a:cxnLst/>
                <a:rect l="l" t="t" r="r" b="b"/>
                <a:pathLst>
                  <a:path w="28433" h="28249" extrusionOk="0">
                    <a:moveTo>
                      <a:pt x="25261" y="1908"/>
                    </a:moveTo>
                    <a:lnTo>
                      <a:pt x="6689" y="15699"/>
                    </a:lnTo>
                    <a:cubicBezTo>
                      <a:pt x="6620" y="15745"/>
                      <a:pt x="6551" y="15837"/>
                      <a:pt x="6528" y="15929"/>
                    </a:cubicBezTo>
                    <a:lnTo>
                      <a:pt x="3196" y="25973"/>
                    </a:lnTo>
                    <a:lnTo>
                      <a:pt x="920" y="11102"/>
                    </a:lnTo>
                    <a:lnTo>
                      <a:pt x="25261" y="1908"/>
                    </a:lnTo>
                    <a:close/>
                    <a:moveTo>
                      <a:pt x="27953" y="1"/>
                    </a:moveTo>
                    <a:cubicBezTo>
                      <a:pt x="27906" y="1"/>
                      <a:pt x="27859" y="8"/>
                      <a:pt x="27812" y="24"/>
                    </a:cubicBezTo>
                    <a:lnTo>
                      <a:pt x="300" y="10436"/>
                    </a:lnTo>
                    <a:cubicBezTo>
                      <a:pt x="116" y="10504"/>
                      <a:pt x="1" y="10711"/>
                      <a:pt x="24" y="10895"/>
                    </a:cubicBezTo>
                    <a:lnTo>
                      <a:pt x="2621" y="27881"/>
                    </a:lnTo>
                    <a:cubicBezTo>
                      <a:pt x="2644" y="28065"/>
                      <a:pt x="2805" y="28226"/>
                      <a:pt x="3012" y="28249"/>
                    </a:cubicBezTo>
                    <a:lnTo>
                      <a:pt x="3058" y="28249"/>
                    </a:lnTo>
                    <a:cubicBezTo>
                      <a:pt x="3242" y="28249"/>
                      <a:pt x="3402" y="28111"/>
                      <a:pt x="3448" y="27927"/>
                    </a:cubicBezTo>
                    <a:lnTo>
                      <a:pt x="7310" y="16297"/>
                    </a:lnTo>
                    <a:lnTo>
                      <a:pt x="28226" y="782"/>
                    </a:lnTo>
                    <a:cubicBezTo>
                      <a:pt x="28387" y="667"/>
                      <a:pt x="28433" y="414"/>
                      <a:pt x="28341" y="230"/>
                    </a:cubicBezTo>
                    <a:cubicBezTo>
                      <a:pt x="28269" y="88"/>
                      <a:pt x="28115" y="1"/>
                      <a:pt x="279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2" name="Google Shape;2212;p36"/>
              <p:cNvSpPr/>
              <p:nvPr/>
            </p:nvSpPr>
            <p:spPr>
              <a:xfrm>
                <a:off x="4325700" y="2577225"/>
                <a:ext cx="236750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9470" h="12625" extrusionOk="0">
                    <a:moveTo>
                      <a:pt x="4620" y="1017"/>
                    </a:moveTo>
                    <a:lnTo>
                      <a:pt x="8343" y="2764"/>
                    </a:lnTo>
                    <a:lnTo>
                      <a:pt x="1540" y="10395"/>
                    </a:lnTo>
                    <a:lnTo>
                      <a:pt x="4620" y="1017"/>
                    </a:lnTo>
                    <a:close/>
                    <a:moveTo>
                      <a:pt x="4379" y="0"/>
                    </a:moveTo>
                    <a:cubicBezTo>
                      <a:pt x="4321" y="0"/>
                      <a:pt x="4264" y="18"/>
                      <a:pt x="4206" y="52"/>
                    </a:cubicBezTo>
                    <a:cubicBezTo>
                      <a:pt x="4091" y="98"/>
                      <a:pt x="3999" y="190"/>
                      <a:pt x="3953" y="305"/>
                    </a:cubicBezTo>
                    <a:lnTo>
                      <a:pt x="69" y="12050"/>
                    </a:lnTo>
                    <a:cubicBezTo>
                      <a:pt x="0" y="12257"/>
                      <a:pt x="92" y="12464"/>
                      <a:pt x="276" y="12579"/>
                    </a:cubicBezTo>
                    <a:lnTo>
                      <a:pt x="483" y="12625"/>
                    </a:lnTo>
                    <a:cubicBezTo>
                      <a:pt x="598" y="12625"/>
                      <a:pt x="713" y="12579"/>
                      <a:pt x="781" y="12487"/>
                    </a:cubicBezTo>
                    <a:lnTo>
                      <a:pt x="9355" y="2925"/>
                    </a:lnTo>
                    <a:cubicBezTo>
                      <a:pt x="9424" y="2810"/>
                      <a:pt x="9470" y="2672"/>
                      <a:pt x="9470" y="2534"/>
                    </a:cubicBezTo>
                    <a:cubicBezTo>
                      <a:pt x="9447" y="2396"/>
                      <a:pt x="9332" y="2304"/>
                      <a:pt x="9217" y="2259"/>
                    </a:cubicBezTo>
                    <a:lnTo>
                      <a:pt x="4551" y="52"/>
                    </a:lnTo>
                    <a:cubicBezTo>
                      <a:pt x="4493" y="18"/>
                      <a:pt x="4436" y="0"/>
                      <a:pt x="4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61" name="Google Shape;4561;p69"/>
            <p:cNvSpPr/>
            <p:nvPr/>
          </p:nvSpPr>
          <p:spPr>
            <a:xfrm>
              <a:off x="14035" y="1820"/>
              <a:ext cx="5165" cy="7172"/>
            </a:xfrm>
            <a:custGeom>
              <a:avLst/>
              <a:gdLst/>
              <a:ahLst/>
              <a:cxnLst/>
              <a:rect l="l" t="t" r="r" b="b"/>
              <a:pathLst>
                <a:path w="92138" h="127940" extrusionOk="0">
                  <a:moveTo>
                    <a:pt x="85073" y="0"/>
                  </a:moveTo>
                  <a:cubicBezTo>
                    <a:pt x="85013" y="0"/>
                    <a:pt x="84958" y="40"/>
                    <a:pt x="84958" y="108"/>
                  </a:cubicBezTo>
                  <a:cubicBezTo>
                    <a:pt x="84899" y="167"/>
                    <a:pt x="84919" y="266"/>
                    <a:pt x="84998" y="326"/>
                  </a:cubicBezTo>
                  <a:cubicBezTo>
                    <a:pt x="85573" y="603"/>
                    <a:pt x="86128" y="940"/>
                    <a:pt x="86644" y="1337"/>
                  </a:cubicBezTo>
                  <a:lnTo>
                    <a:pt x="86743" y="1337"/>
                  </a:lnTo>
                  <a:cubicBezTo>
                    <a:pt x="86783" y="1337"/>
                    <a:pt x="86842" y="1317"/>
                    <a:pt x="86882" y="1297"/>
                  </a:cubicBezTo>
                  <a:cubicBezTo>
                    <a:pt x="86922" y="1218"/>
                    <a:pt x="86902" y="1119"/>
                    <a:pt x="86842" y="1059"/>
                  </a:cubicBezTo>
                  <a:cubicBezTo>
                    <a:pt x="86307" y="663"/>
                    <a:pt x="85732" y="326"/>
                    <a:pt x="85157" y="28"/>
                  </a:cubicBezTo>
                  <a:cubicBezTo>
                    <a:pt x="85131" y="9"/>
                    <a:pt x="85102" y="0"/>
                    <a:pt x="85073" y="0"/>
                  </a:cubicBezTo>
                  <a:close/>
                  <a:moveTo>
                    <a:pt x="88675" y="2762"/>
                  </a:moveTo>
                  <a:cubicBezTo>
                    <a:pt x="88636" y="2762"/>
                    <a:pt x="88595" y="2777"/>
                    <a:pt x="88568" y="2805"/>
                  </a:cubicBezTo>
                  <a:cubicBezTo>
                    <a:pt x="88488" y="2844"/>
                    <a:pt x="88488" y="2963"/>
                    <a:pt x="88548" y="3023"/>
                  </a:cubicBezTo>
                  <a:cubicBezTo>
                    <a:pt x="88984" y="3499"/>
                    <a:pt x="89381" y="4014"/>
                    <a:pt x="89738" y="4570"/>
                  </a:cubicBezTo>
                  <a:cubicBezTo>
                    <a:pt x="89777" y="4609"/>
                    <a:pt x="89817" y="4629"/>
                    <a:pt x="89877" y="4629"/>
                  </a:cubicBezTo>
                  <a:lnTo>
                    <a:pt x="89956" y="4609"/>
                  </a:lnTo>
                  <a:cubicBezTo>
                    <a:pt x="90035" y="4550"/>
                    <a:pt x="90055" y="4451"/>
                    <a:pt x="89996" y="4371"/>
                  </a:cubicBezTo>
                  <a:cubicBezTo>
                    <a:pt x="89658" y="3816"/>
                    <a:pt x="89242" y="3300"/>
                    <a:pt x="88786" y="2824"/>
                  </a:cubicBezTo>
                  <a:cubicBezTo>
                    <a:pt x="88765" y="2782"/>
                    <a:pt x="88721" y="2762"/>
                    <a:pt x="88675" y="2762"/>
                  </a:cubicBezTo>
                  <a:close/>
                  <a:moveTo>
                    <a:pt x="91110" y="6597"/>
                  </a:moveTo>
                  <a:cubicBezTo>
                    <a:pt x="91089" y="6597"/>
                    <a:pt x="91068" y="6602"/>
                    <a:pt x="91047" y="6612"/>
                  </a:cubicBezTo>
                  <a:cubicBezTo>
                    <a:pt x="90967" y="6632"/>
                    <a:pt x="90908" y="6731"/>
                    <a:pt x="90947" y="6810"/>
                  </a:cubicBezTo>
                  <a:cubicBezTo>
                    <a:pt x="91185" y="7425"/>
                    <a:pt x="91384" y="8040"/>
                    <a:pt x="91523" y="8675"/>
                  </a:cubicBezTo>
                  <a:cubicBezTo>
                    <a:pt x="91542" y="8754"/>
                    <a:pt x="91622" y="8794"/>
                    <a:pt x="91701" y="8794"/>
                  </a:cubicBezTo>
                  <a:lnTo>
                    <a:pt x="91721" y="8794"/>
                  </a:lnTo>
                  <a:cubicBezTo>
                    <a:pt x="91800" y="8774"/>
                    <a:pt x="91860" y="8694"/>
                    <a:pt x="91840" y="8595"/>
                  </a:cubicBezTo>
                  <a:cubicBezTo>
                    <a:pt x="91681" y="7941"/>
                    <a:pt x="91483" y="7306"/>
                    <a:pt x="91245" y="6692"/>
                  </a:cubicBezTo>
                  <a:cubicBezTo>
                    <a:pt x="91216" y="6633"/>
                    <a:pt x="91166" y="6597"/>
                    <a:pt x="91110" y="6597"/>
                  </a:cubicBezTo>
                  <a:close/>
                  <a:moveTo>
                    <a:pt x="91959" y="11054"/>
                  </a:moveTo>
                  <a:cubicBezTo>
                    <a:pt x="91879" y="11054"/>
                    <a:pt x="91800" y="11114"/>
                    <a:pt x="91780" y="11213"/>
                  </a:cubicBezTo>
                  <a:cubicBezTo>
                    <a:pt x="91800" y="11848"/>
                    <a:pt x="91741" y="12502"/>
                    <a:pt x="91622" y="13137"/>
                  </a:cubicBezTo>
                  <a:cubicBezTo>
                    <a:pt x="91622" y="13236"/>
                    <a:pt x="91681" y="13315"/>
                    <a:pt x="91760" y="13335"/>
                  </a:cubicBezTo>
                  <a:lnTo>
                    <a:pt x="91800" y="13335"/>
                  </a:lnTo>
                  <a:cubicBezTo>
                    <a:pt x="91879" y="13335"/>
                    <a:pt x="91939" y="13275"/>
                    <a:pt x="91939" y="13196"/>
                  </a:cubicBezTo>
                  <a:cubicBezTo>
                    <a:pt x="92058" y="12542"/>
                    <a:pt x="92117" y="11887"/>
                    <a:pt x="92137" y="11233"/>
                  </a:cubicBezTo>
                  <a:cubicBezTo>
                    <a:pt x="92137" y="11134"/>
                    <a:pt x="92058" y="11054"/>
                    <a:pt x="91959" y="11054"/>
                  </a:cubicBezTo>
                  <a:close/>
                  <a:moveTo>
                    <a:pt x="91092" y="15504"/>
                  </a:moveTo>
                  <a:cubicBezTo>
                    <a:pt x="91027" y="15504"/>
                    <a:pt x="90963" y="15554"/>
                    <a:pt x="90947" y="15616"/>
                  </a:cubicBezTo>
                  <a:cubicBezTo>
                    <a:pt x="90709" y="16211"/>
                    <a:pt x="90432" y="16786"/>
                    <a:pt x="90134" y="17381"/>
                  </a:cubicBezTo>
                  <a:cubicBezTo>
                    <a:pt x="90095" y="17460"/>
                    <a:pt x="90114" y="17539"/>
                    <a:pt x="90174" y="17599"/>
                  </a:cubicBezTo>
                  <a:lnTo>
                    <a:pt x="90253" y="17599"/>
                  </a:lnTo>
                  <a:cubicBezTo>
                    <a:pt x="90313" y="17599"/>
                    <a:pt x="90372" y="17579"/>
                    <a:pt x="90412" y="17519"/>
                  </a:cubicBezTo>
                  <a:cubicBezTo>
                    <a:pt x="90729" y="16944"/>
                    <a:pt x="91007" y="16349"/>
                    <a:pt x="91245" y="15735"/>
                  </a:cubicBezTo>
                  <a:cubicBezTo>
                    <a:pt x="91265" y="15635"/>
                    <a:pt x="91245" y="15536"/>
                    <a:pt x="91146" y="15516"/>
                  </a:cubicBezTo>
                  <a:cubicBezTo>
                    <a:pt x="91128" y="15508"/>
                    <a:pt x="91110" y="15504"/>
                    <a:pt x="91092" y="15504"/>
                  </a:cubicBezTo>
                  <a:close/>
                  <a:moveTo>
                    <a:pt x="88856" y="19462"/>
                  </a:moveTo>
                  <a:cubicBezTo>
                    <a:pt x="88802" y="19462"/>
                    <a:pt x="88752" y="19484"/>
                    <a:pt x="88726" y="19522"/>
                  </a:cubicBezTo>
                  <a:cubicBezTo>
                    <a:pt x="88330" y="20018"/>
                    <a:pt x="87893" y="20514"/>
                    <a:pt x="87457" y="20990"/>
                  </a:cubicBezTo>
                  <a:cubicBezTo>
                    <a:pt x="87378" y="21049"/>
                    <a:pt x="87378" y="21168"/>
                    <a:pt x="87457" y="21208"/>
                  </a:cubicBezTo>
                  <a:lnTo>
                    <a:pt x="87576" y="21267"/>
                  </a:lnTo>
                  <a:lnTo>
                    <a:pt x="87675" y="21208"/>
                  </a:lnTo>
                  <a:cubicBezTo>
                    <a:pt x="88131" y="20752"/>
                    <a:pt x="88568" y="20256"/>
                    <a:pt x="88964" y="19721"/>
                  </a:cubicBezTo>
                  <a:cubicBezTo>
                    <a:pt x="89024" y="19661"/>
                    <a:pt x="89004" y="19542"/>
                    <a:pt x="88944" y="19483"/>
                  </a:cubicBezTo>
                  <a:cubicBezTo>
                    <a:pt x="88916" y="19469"/>
                    <a:pt x="88886" y="19462"/>
                    <a:pt x="88856" y="19462"/>
                  </a:cubicBezTo>
                  <a:close/>
                  <a:moveTo>
                    <a:pt x="85625" y="22735"/>
                  </a:moveTo>
                  <a:cubicBezTo>
                    <a:pt x="85601" y="22735"/>
                    <a:pt x="85577" y="22741"/>
                    <a:pt x="85553" y="22755"/>
                  </a:cubicBezTo>
                  <a:cubicBezTo>
                    <a:pt x="85057" y="23151"/>
                    <a:pt x="84522" y="23548"/>
                    <a:pt x="83987" y="23925"/>
                  </a:cubicBezTo>
                  <a:cubicBezTo>
                    <a:pt x="83907" y="23965"/>
                    <a:pt x="83887" y="24084"/>
                    <a:pt x="83967" y="24143"/>
                  </a:cubicBezTo>
                  <a:cubicBezTo>
                    <a:pt x="83987" y="24183"/>
                    <a:pt x="84026" y="24222"/>
                    <a:pt x="84086" y="24222"/>
                  </a:cubicBezTo>
                  <a:lnTo>
                    <a:pt x="84185" y="24183"/>
                  </a:lnTo>
                  <a:cubicBezTo>
                    <a:pt x="84720" y="23826"/>
                    <a:pt x="85256" y="23429"/>
                    <a:pt x="85771" y="22993"/>
                  </a:cubicBezTo>
                  <a:cubicBezTo>
                    <a:pt x="85837" y="22878"/>
                    <a:pt x="85739" y="22735"/>
                    <a:pt x="85625" y="22735"/>
                  </a:cubicBezTo>
                  <a:close/>
                  <a:moveTo>
                    <a:pt x="81855" y="25254"/>
                  </a:moveTo>
                  <a:cubicBezTo>
                    <a:pt x="81829" y="25254"/>
                    <a:pt x="81805" y="25260"/>
                    <a:pt x="81785" y="25273"/>
                  </a:cubicBezTo>
                  <a:lnTo>
                    <a:pt x="81706" y="25273"/>
                  </a:lnTo>
                  <a:lnTo>
                    <a:pt x="80020" y="26106"/>
                  </a:lnTo>
                  <a:cubicBezTo>
                    <a:pt x="79834" y="26144"/>
                    <a:pt x="79893" y="26407"/>
                    <a:pt x="80064" y="26407"/>
                  </a:cubicBezTo>
                  <a:cubicBezTo>
                    <a:pt x="80075" y="26407"/>
                    <a:pt x="80087" y="26406"/>
                    <a:pt x="80100" y="26404"/>
                  </a:cubicBezTo>
                  <a:lnTo>
                    <a:pt x="80159" y="26424"/>
                  </a:lnTo>
                  <a:lnTo>
                    <a:pt x="81845" y="25611"/>
                  </a:lnTo>
                  <a:lnTo>
                    <a:pt x="81924" y="25551"/>
                  </a:lnTo>
                  <a:cubicBezTo>
                    <a:pt x="82023" y="25531"/>
                    <a:pt x="82043" y="25412"/>
                    <a:pt x="82003" y="25333"/>
                  </a:cubicBezTo>
                  <a:cubicBezTo>
                    <a:pt x="81964" y="25280"/>
                    <a:pt x="81907" y="25254"/>
                    <a:pt x="81855" y="25254"/>
                  </a:cubicBezTo>
                  <a:close/>
                  <a:moveTo>
                    <a:pt x="77650" y="27033"/>
                  </a:moveTo>
                  <a:cubicBezTo>
                    <a:pt x="77634" y="27033"/>
                    <a:pt x="77618" y="27035"/>
                    <a:pt x="77601" y="27038"/>
                  </a:cubicBezTo>
                  <a:cubicBezTo>
                    <a:pt x="77026" y="27257"/>
                    <a:pt x="76391" y="27455"/>
                    <a:pt x="75757" y="27653"/>
                  </a:cubicBezTo>
                  <a:cubicBezTo>
                    <a:pt x="75677" y="27693"/>
                    <a:pt x="75638" y="27772"/>
                    <a:pt x="75657" y="27851"/>
                  </a:cubicBezTo>
                  <a:cubicBezTo>
                    <a:pt x="75657" y="27931"/>
                    <a:pt x="75737" y="27990"/>
                    <a:pt x="75796" y="27990"/>
                  </a:cubicBezTo>
                  <a:lnTo>
                    <a:pt x="75856" y="27970"/>
                  </a:lnTo>
                  <a:lnTo>
                    <a:pt x="77720" y="27376"/>
                  </a:lnTo>
                  <a:cubicBezTo>
                    <a:pt x="77819" y="27316"/>
                    <a:pt x="77859" y="27237"/>
                    <a:pt x="77819" y="27138"/>
                  </a:cubicBezTo>
                  <a:cubicBezTo>
                    <a:pt x="77786" y="27072"/>
                    <a:pt x="77726" y="27033"/>
                    <a:pt x="77650" y="27033"/>
                  </a:cubicBezTo>
                  <a:close/>
                  <a:moveTo>
                    <a:pt x="73289" y="28343"/>
                  </a:moveTo>
                  <a:cubicBezTo>
                    <a:pt x="73279" y="28343"/>
                    <a:pt x="73268" y="28345"/>
                    <a:pt x="73258" y="28347"/>
                  </a:cubicBezTo>
                  <a:lnTo>
                    <a:pt x="71374" y="28823"/>
                  </a:lnTo>
                  <a:cubicBezTo>
                    <a:pt x="71275" y="28843"/>
                    <a:pt x="71215" y="28942"/>
                    <a:pt x="71235" y="29022"/>
                  </a:cubicBezTo>
                  <a:cubicBezTo>
                    <a:pt x="71252" y="29090"/>
                    <a:pt x="71299" y="29144"/>
                    <a:pt x="71363" y="29144"/>
                  </a:cubicBezTo>
                  <a:cubicBezTo>
                    <a:pt x="71373" y="29144"/>
                    <a:pt x="71383" y="29143"/>
                    <a:pt x="71394" y="29141"/>
                  </a:cubicBezTo>
                  <a:lnTo>
                    <a:pt x="71433" y="29141"/>
                  </a:lnTo>
                  <a:lnTo>
                    <a:pt x="73317" y="28684"/>
                  </a:lnTo>
                  <a:cubicBezTo>
                    <a:pt x="73416" y="28665"/>
                    <a:pt x="73456" y="28565"/>
                    <a:pt x="73456" y="28486"/>
                  </a:cubicBezTo>
                  <a:cubicBezTo>
                    <a:pt x="73439" y="28400"/>
                    <a:pt x="73361" y="28343"/>
                    <a:pt x="73289" y="28343"/>
                  </a:cubicBezTo>
                  <a:close/>
                  <a:moveTo>
                    <a:pt x="68816" y="29398"/>
                  </a:moveTo>
                  <a:lnTo>
                    <a:pt x="66912" y="29815"/>
                  </a:lnTo>
                  <a:cubicBezTo>
                    <a:pt x="66813" y="29835"/>
                    <a:pt x="66753" y="29934"/>
                    <a:pt x="66773" y="30013"/>
                  </a:cubicBezTo>
                  <a:cubicBezTo>
                    <a:pt x="66790" y="30082"/>
                    <a:pt x="66837" y="30136"/>
                    <a:pt x="66901" y="30136"/>
                  </a:cubicBezTo>
                  <a:cubicBezTo>
                    <a:pt x="66911" y="30136"/>
                    <a:pt x="66921" y="30135"/>
                    <a:pt x="66932" y="30132"/>
                  </a:cubicBezTo>
                  <a:lnTo>
                    <a:pt x="66971" y="30132"/>
                  </a:lnTo>
                  <a:lnTo>
                    <a:pt x="68895" y="29716"/>
                  </a:lnTo>
                  <a:cubicBezTo>
                    <a:pt x="68974" y="29716"/>
                    <a:pt x="69034" y="29616"/>
                    <a:pt x="69014" y="29517"/>
                  </a:cubicBezTo>
                  <a:cubicBezTo>
                    <a:pt x="68974" y="29438"/>
                    <a:pt x="68895" y="29398"/>
                    <a:pt x="68816" y="29398"/>
                  </a:cubicBezTo>
                  <a:close/>
                  <a:moveTo>
                    <a:pt x="64396" y="30405"/>
                  </a:moveTo>
                  <a:cubicBezTo>
                    <a:pt x="64381" y="30405"/>
                    <a:pt x="64367" y="30406"/>
                    <a:pt x="64354" y="30410"/>
                  </a:cubicBezTo>
                  <a:lnTo>
                    <a:pt x="64135" y="30469"/>
                  </a:lnTo>
                  <a:lnTo>
                    <a:pt x="62470" y="30886"/>
                  </a:lnTo>
                  <a:cubicBezTo>
                    <a:pt x="62370" y="30886"/>
                    <a:pt x="62311" y="30985"/>
                    <a:pt x="62351" y="31084"/>
                  </a:cubicBezTo>
                  <a:cubicBezTo>
                    <a:pt x="62351" y="31163"/>
                    <a:pt x="62410" y="31203"/>
                    <a:pt x="62489" y="31203"/>
                  </a:cubicBezTo>
                  <a:lnTo>
                    <a:pt x="62549" y="31183"/>
                  </a:lnTo>
                  <a:lnTo>
                    <a:pt x="64195" y="30787"/>
                  </a:lnTo>
                  <a:lnTo>
                    <a:pt x="64433" y="30707"/>
                  </a:lnTo>
                  <a:cubicBezTo>
                    <a:pt x="64512" y="30707"/>
                    <a:pt x="64572" y="30608"/>
                    <a:pt x="64552" y="30509"/>
                  </a:cubicBezTo>
                  <a:cubicBezTo>
                    <a:pt x="64535" y="30443"/>
                    <a:pt x="64465" y="30405"/>
                    <a:pt x="64396" y="30405"/>
                  </a:cubicBezTo>
                  <a:close/>
                  <a:moveTo>
                    <a:pt x="59994" y="31567"/>
                  </a:moveTo>
                  <a:cubicBezTo>
                    <a:pt x="59974" y="31567"/>
                    <a:pt x="59952" y="31571"/>
                    <a:pt x="59931" y="31580"/>
                  </a:cubicBezTo>
                  <a:lnTo>
                    <a:pt x="58087" y="32195"/>
                  </a:lnTo>
                  <a:cubicBezTo>
                    <a:pt x="57988" y="32234"/>
                    <a:pt x="57948" y="32333"/>
                    <a:pt x="57988" y="32413"/>
                  </a:cubicBezTo>
                  <a:cubicBezTo>
                    <a:pt x="57988" y="32478"/>
                    <a:pt x="58042" y="32517"/>
                    <a:pt x="58095" y="32517"/>
                  </a:cubicBezTo>
                  <a:cubicBezTo>
                    <a:pt x="58106" y="32517"/>
                    <a:pt x="58116" y="32515"/>
                    <a:pt x="58127" y="32512"/>
                  </a:cubicBezTo>
                  <a:lnTo>
                    <a:pt x="58186" y="32512"/>
                  </a:lnTo>
                  <a:lnTo>
                    <a:pt x="60030" y="31897"/>
                  </a:lnTo>
                  <a:cubicBezTo>
                    <a:pt x="60110" y="31877"/>
                    <a:pt x="60149" y="31778"/>
                    <a:pt x="60129" y="31699"/>
                  </a:cubicBezTo>
                  <a:cubicBezTo>
                    <a:pt x="60129" y="31621"/>
                    <a:pt x="60068" y="31567"/>
                    <a:pt x="59994" y="31567"/>
                  </a:cubicBezTo>
                  <a:close/>
                  <a:moveTo>
                    <a:pt x="55702" y="33154"/>
                  </a:moveTo>
                  <a:cubicBezTo>
                    <a:pt x="55683" y="33154"/>
                    <a:pt x="55665" y="33158"/>
                    <a:pt x="55648" y="33166"/>
                  </a:cubicBezTo>
                  <a:cubicBezTo>
                    <a:pt x="55033" y="33444"/>
                    <a:pt x="54438" y="33741"/>
                    <a:pt x="53863" y="34039"/>
                  </a:cubicBezTo>
                  <a:cubicBezTo>
                    <a:pt x="53783" y="34059"/>
                    <a:pt x="53744" y="34158"/>
                    <a:pt x="53783" y="34237"/>
                  </a:cubicBezTo>
                  <a:cubicBezTo>
                    <a:pt x="53803" y="34297"/>
                    <a:pt x="53863" y="34336"/>
                    <a:pt x="53942" y="34336"/>
                  </a:cubicBezTo>
                  <a:lnTo>
                    <a:pt x="54021" y="34316"/>
                  </a:lnTo>
                  <a:lnTo>
                    <a:pt x="55767" y="33464"/>
                  </a:lnTo>
                  <a:cubicBezTo>
                    <a:pt x="55846" y="33424"/>
                    <a:pt x="55886" y="33345"/>
                    <a:pt x="55846" y="33265"/>
                  </a:cubicBezTo>
                  <a:cubicBezTo>
                    <a:pt x="55830" y="33203"/>
                    <a:pt x="55767" y="33154"/>
                    <a:pt x="55702" y="33154"/>
                  </a:cubicBezTo>
                  <a:close/>
                  <a:moveTo>
                    <a:pt x="51683" y="35303"/>
                  </a:moveTo>
                  <a:cubicBezTo>
                    <a:pt x="51654" y="35303"/>
                    <a:pt x="51626" y="35316"/>
                    <a:pt x="51602" y="35348"/>
                  </a:cubicBezTo>
                  <a:cubicBezTo>
                    <a:pt x="51047" y="35705"/>
                    <a:pt x="50511" y="36081"/>
                    <a:pt x="49996" y="36518"/>
                  </a:cubicBezTo>
                  <a:cubicBezTo>
                    <a:pt x="49916" y="36557"/>
                    <a:pt x="49916" y="36676"/>
                    <a:pt x="49976" y="36736"/>
                  </a:cubicBezTo>
                  <a:lnTo>
                    <a:pt x="50095" y="36795"/>
                  </a:lnTo>
                  <a:lnTo>
                    <a:pt x="50194" y="36756"/>
                  </a:lnTo>
                  <a:cubicBezTo>
                    <a:pt x="50690" y="36359"/>
                    <a:pt x="51245" y="36002"/>
                    <a:pt x="51780" y="35625"/>
                  </a:cubicBezTo>
                  <a:cubicBezTo>
                    <a:pt x="51960" y="35593"/>
                    <a:pt x="51816" y="35303"/>
                    <a:pt x="51683" y="35303"/>
                  </a:cubicBezTo>
                  <a:close/>
                  <a:moveTo>
                    <a:pt x="48182" y="38228"/>
                  </a:moveTo>
                  <a:cubicBezTo>
                    <a:pt x="48145" y="38228"/>
                    <a:pt x="48106" y="38244"/>
                    <a:pt x="48072" y="38283"/>
                  </a:cubicBezTo>
                  <a:lnTo>
                    <a:pt x="47775" y="38580"/>
                  </a:lnTo>
                  <a:cubicBezTo>
                    <a:pt x="47418" y="38937"/>
                    <a:pt x="47100" y="39334"/>
                    <a:pt x="46783" y="39770"/>
                  </a:cubicBezTo>
                  <a:cubicBezTo>
                    <a:pt x="46704" y="39830"/>
                    <a:pt x="46723" y="39929"/>
                    <a:pt x="46803" y="39988"/>
                  </a:cubicBezTo>
                  <a:lnTo>
                    <a:pt x="46902" y="40028"/>
                  </a:lnTo>
                  <a:cubicBezTo>
                    <a:pt x="46942" y="40028"/>
                    <a:pt x="47001" y="40008"/>
                    <a:pt x="47021" y="39968"/>
                  </a:cubicBezTo>
                  <a:cubicBezTo>
                    <a:pt x="47338" y="39572"/>
                    <a:pt x="47675" y="39175"/>
                    <a:pt x="48013" y="38798"/>
                  </a:cubicBezTo>
                  <a:lnTo>
                    <a:pt x="48290" y="38501"/>
                  </a:lnTo>
                  <a:cubicBezTo>
                    <a:pt x="48395" y="38381"/>
                    <a:pt x="48296" y="38228"/>
                    <a:pt x="48182" y="38228"/>
                  </a:cubicBezTo>
                  <a:close/>
                  <a:moveTo>
                    <a:pt x="45430" y="41892"/>
                  </a:moveTo>
                  <a:cubicBezTo>
                    <a:pt x="45373" y="41892"/>
                    <a:pt x="45315" y="41918"/>
                    <a:pt x="45276" y="41971"/>
                  </a:cubicBezTo>
                  <a:cubicBezTo>
                    <a:pt x="44958" y="42546"/>
                    <a:pt x="44661" y="43122"/>
                    <a:pt x="44383" y="43716"/>
                  </a:cubicBezTo>
                  <a:cubicBezTo>
                    <a:pt x="44364" y="43796"/>
                    <a:pt x="44383" y="43895"/>
                    <a:pt x="44463" y="43935"/>
                  </a:cubicBezTo>
                  <a:lnTo>
                    <a:pt x="44542" y="43935"/>
                  </a:lnTo>
                  <a:cubicBezTo>
                    <a:pt x="44602" y="43935"/>
                    <a:pt x="44661" y="43895"/>
                    <a:pt x="44701" y="43855"/>
                  </a:cubicBezTo>
                  <a:cubicBezTo>
                    <a:pt x="44958" y="43260"/>
                    <a:pt x="45256" y="42685"/>
                    <a:pt x="45593" y="42150"/>
                  </a:cubicBezTo>
                  <a:cubicBezTo>
                    <a:pt x="45633" y="42051"/>
                    <a:pt x="45613" y="41952"/>
                    <a:pt x="45514" y="41912"/>
                  </a:cubicBezTo>
                  <a:cubicBezTo>
                    <a:pt x="45487" y="41899"/>
                    <a:pt x="45459" y="41892"/>
                    <a:pt x="45430" y="41892"/>
                  </a:cubicBezTo>
                  <a:close/>
                  <a:moveTo>
                    <a:pt x="43607" y="46032"/>
                  </a:moveTo>
                  <a:cubicBezTo>
                    <a:pt x="43538" y="46032"/>
                    <a:pt x="43464" y="46070"/>
                    <a:pt x="43431" y="46136"/>
                  </a:cubicBezTo>
                  <a:cubicBezTo>
                    <a:pt x="43233" y="46751"/>
                    <a:pt x="43055" y="47365"/>
                    <a:pt x="42876" y="48040"/>
                  </a:cubicBezTo>
                  <a:cubicBezTo>
                    <a:pt x="42876" y="48119"/>
                    <a:pt x="42936" y="48198"/>
                    <a:pt x="43015" y="48238"/>
                  </a:cubicBezTo>
                  <a:lnTo>
                    <a:pt x="43055" y="48238"/>
                  </a:lnTo>
                  <a:cubicBezTo>
                    <a:pt x="43134" y="48238"/>
                    <a:pt x="43194" y="48179"/>
                    <a:pt x="43213" y="48119"/>
                  </a:cubicBezTo>
                  <a:cubicBezTo>
                    <a:pt x="43372" y="47465"/>
                    <a:pt x="43550" y="46850"/>
                    <a:pt x="43749" y="46235"/>
                  </a:cubicBezTo>
                  <a:cubicBezTo>
                    <a:pt x="43769" y="46156"/>
                    <a:pt x="43729" y="46057"/>
                    <a:pt x="43650" y="46037"/>
                  </a:cubicBezTo>
                  <a:cubicBezTo>
                    <a:pt x="43636" y="46033"/>
                    <a:pt x="43622" y="46032"/>
                    <a:pt x="43607" y="46032"/>
                  </a:cubicBezTo>
                  <a:close/>
                  <a:moveTo>
                    <a:pt x="42528" y="50475"/>
                  </a:moveTo>
                  <a:cubicBezTo>
                    <a:pt x="42460" y="50475"/>
                    <a:pt x="42398" y="50529"/>
                    <a:pt x="42380" y="50598"/>
                  </a:cubicBezTo>
                  <a:cubicBezTo>
                    <a:pt x="42281" y="51233"/>
                    <a:pt x="42182" y="51887"/>
                    <a:pt x="42142" y="52561"/>
                  </a:cubicBezTo>
                  <a:cubicBezTo>
                    <a:pt x="42123" y="52641"/>
                    <a:pt x="42202" y="52720"/>
                    <a:pt x="42281" y="52720"/>
                  </a:cubicBezTo>
                  <a:cubicBezTo>
                    <a:pt x="42380" y="52720"/>
                    <a:pt x="42460" y="52680"/>
                    <a:pt x="42460" y="52581"/>
                  </a:cubicBezTo>
                  <a:cubicBezTo>
                    <a:pt x="42539" y="51927"/>
                    <a:pt x="42618" y="51292"/>
                    <a:pt x="42718" y="50638"/>
                  </a:cubicBezTo>
                  <a:cubicBezTo>
                    <a:pt x="42718" y="50558"/>
                    <a:pt x="42638" y="50479"/>
                    <a:pt x="42559" y="50479"/>
                  </a:cubicBezTo>
                  <a:cubicBezTo>
                    <a:pt x="42548" y="50476"/>
                    <a:pt x="42538" y="50475"/>
                    <a:pt x="42528" y="50475"/>
                  </a:cubicBezTo>
                  <a:close/>
                  <a:moveTo>
                    <a:pt x="42142" y="55000"/>
                  </a:moveTo>
                  <a:cubicBezTo>
                    <a:pt x="42063" y="55000"/>
                    <a:pt x="41964" y="55080"/>
                    <a:pt x="41964" y="55159"/>
                  </a:cubicBezTo>
                  <a:lnTo>
                    <a:pt x="41964" y="57142"/>
                  </a:lnTo>
                  <a:cubicBezTo>
                    <a:pt x="41964" y="57222"/>
                    <a:pt x="42023" y="57281"/>
                    <a:pt x="42123" y="57281"/>
                  </a:cubicBezTo>
                  <a:cubicBezTo>
                    <a:pt x="42202" y="57281"/>
                    <a:pt x="42281" y="57202"/>
                    <a:pt x="42281" y="57122"/>
                  </a:cubicBezTo>
                  <a:lnTo>
                    <a:pt x="42281" y="55179"/>
                  </a:lnTo>
                  <a:cubicBezTo>
                    <a:pt x="42301" y="55080"/>
                    <a:pt x="42222" y="55000"/>
                    <a:pt x="42142" y="55000"/>
                  </a:cubicBezTo>
                  <a:close/>
                  <a:moveTo>
                    <a:pt x="42221" y="59619"/>
                  </a:moveTo>
                  <a:cubicBezTo>
                    <a:pt x="42152" y="59619"/>
                    <a:pt x="42084" y="59658"/>
                    <a:pt x="42063" y="59740"/>
                  </a:cubicBezTo>
                  <a:cubicBezTo>
                    <a:pt x="42123" y="60395"/>
                    <a:pt x="42162" y="61029"/>
                    <a:pt x="42242" y="61703"/>
                  </a:cubicBezTo>
                  <a:cubicBezTo>
                    <a:pt x="42242" y="61783"/>
                    <a:pt x="42321" y="61842"/>
                    <a:pt x="42420" y="61842"/>
                  </a:cubicBezTo>
                  <a:cubicBezTo>
                    <a:pt x="42519" y="61822"/>
                    <a:pt x="42579" y="61743"/>
                    <a:pt x="42559" y="61684"/>
                  </a:cubicBezTo>
                  <a:cubicBezTo>
                    <a:pt x="42519" y="61009"/>
                    <a:pt x="42440" y="60355"/>
                    <a:pt x="42380" y="59720"/>
                  </a:cubicBezTo>
                  <a:cubicBezTo>
                    <a:pt x="42352" y="59653"/>
                    <a:pt x="42286" y="59619"/>
                    <a:pt x="42221" y="59619"/>
                  </a:cubicBezTo>
                  <a:close/>
                  <a:moveTo>
                    <a:pt x="42718" y="64103"/>
                  </a:moveTo>
                  <a:cubicBezTo>
                    <a:pt x="42618" y="64123"/>
                    <a:pt x="42559" y="64202"/>
                    <a:pt x="42559" y="64301"/>
                  </a:cubicBezTo>
                  <a:lnTo>
                    <a:pt x="42856" y="66245"/>
                  </a:lnTo>
                  <a:cubicBezTo>
                    <a:pt x="42876" y="66304"/>
                    <a:pt x="42956" y="66364"/>
                    <a:pt x="43035" y="66364"/>
                  </a:cubicBezTo>
                  <a:lnTo>
                    <a:pt x="43055" y="66364"/>
                  </a:lnTo>
                  <a:cubicBezTo>
                    <a:pt x="43134" y="66344"/>
                    <a:pt x="43194" y="66265"/>
                    <a:pt x="43174" y="66185"/>
                  </a:cubicBezTo>
                  <a:lnTo>
                    <a:pt x="42876" y="64262"/>
                  </a:lnTo>
                  <a:cubicBezTo>
                    <a:pt x="42876" y="64163"/>
                    <a:pt x="42797" y="64103"/>
                    <a:pt x="42718" y="64103"/>
                  </a:cubicBezTo>
                  <a:close/>
                  <a:moveTo>
                    <a:pt x="43471" y="68650"/>
                  </a:moveTo>
                  <a:cubicBezTo>
                    <a:pt x="43389" y="68650"/>
                    <a:pt x="43312" y="68709"/>
                    <a:pt x="43312" y="68803"/>
                  </a:cubicBezTo>
                  <a:lnTo>
                    <a:pt x="43610" y="70548"/>
                  </a:lnTo>
                  <a:lnTo>
                    <a:pt x="43650" y="70727"/>
                  </a:lnTo>
                  <a:cubicBezTo>
                    <a:pt x="43650" y="70806"/>
                    <a:pt x="43709" y="70866"/>
                    <a:pt x="43808" y="70866"/>
                  </a:cubicBezTo>
                  <a:lnTo>
                    <a:pt x="43828" y="70866"/>
                  </a:lnTo>
                  <a:cubicBezTo>
                    <a:pt x="43907" y="70846"/>
                    <a:pt x="43967" y="70766"/>
                    <a:pt x="43967" y="70667"/>
                  </a:cubicBezTo>
                  <a:lnTo>
                    <a:pt x="43927" y="70489"/>
                  </a:lnTo>
                  <a:lnTo>
                    <a:pt x="43630" y="68744"/>
                  </a:lnTo>
                  <a:cubicBezTo>
                    <a:pt x="43589" y="68679"/>
                    <a:pt x="43529" y="68650"/>
                    <a:pt x="43471" y="68650"/>
                  </a:cubicBezTo>
                  <a:close/>
                  <a:moveTo>
                    <a:pt x="44225" y="73106"/>
                  </a:moveTo>
                  <a:cubicBezTo>
                    <a:pt x="44126" y="73126"/>
                    <a:pt x="44086" y="73206"/>
                    <a:pt x="44106" y="73305"/>
                  </a:cubicBezTo>
                  <a:cubicBezTo>
                    <a:pt x="44205" y="73939"/>
                    <a:pt x="44324" y="74594"/>
                    <a:pt x="44423" y="75228"/>
                  </a:cubicBezTo>
                  <a:cubicBezTo>
                    <a:pt x="44423" y="75308"/>
                    <a:pt x="44502" y="75367"/>
                    <a:pt x="44562" y="75367"/>
                  </a:cubicBezTo>
                  <a:lnTo>
                    <a:pt x="44602" y="75367"/>
                  </a:lnTo>
                  <a:cubicBezTo>
                    <a:pt x="44681" y="75347"/>
                    <a:pt x="44740" y="75268"/>
                    <a:pt x="44740" y="75189"/>
                  </a:cubicBezTo>
                  <a:cubicBezTo>
                    <a:pt x="44641" y="74534"/>
                    <a:pt x="44522" y="73900"/>
                    <a:pt x="44423" y="73245"/>
                  </a:cubicBezTo>
                  <a:cubicBezTo>
                    <a:pt x="44403" y="73166"/>
                    <a:pt x="44304" y="73106"/>
                    <a:pt x="44225" y="73106"/>
                  </a:cubicBezTo>
                  <a:close/>
                  <a:moveTo>
                    <a:pt x="44939" y="77608"/>
                  </a:moveTo>
                  <a:cubicBezTo>
                    <a:pt x="44840" y="77628"/>
                    <a:pt x="44780" y="77727"/>
                    <a:pt x="44780" y="77806"/>
                  </a:cubicBezTo>
                  <a:cubicBezTo>
                    <a:pt x="44879" y="78481"/>
                    <a:pt x="44958" y="79135"/>
                    <a:pt x="45038" y="79750"/>
                  </a:cubicBezTo>
                  <a:cubicBezTo>
                    <a:pt x="45038" y="79829"/>
                    <a:pt x="45097" y="79889"/>
                    <a:pt x="45177" y="79889"/>
                  </a:cubicBezTo>
                  <a:lnTo>
                    <a:pt x="45216" y="79889"/>
                  </a:lnTo>
                  <a:cubicBezTo>
                    <a:pt x="45296" y="79869"/>
                    <a:pt x="45355" y="79790"/>
                    <a:pt x="45355" y="79690"/>
                  </a:cubicBezTo>
                  <a:cubicBezTo>
                    <a:pt x="45276" y="79076"/>
                    <a:pt x="45216" y="78421"/>
                    <a:pt x="45117" y="77767"/>
                  </a:cubicBezTo>
                  <a:cubicBezTo>
                    <a:pt x="45117" y="77668"/>
                    <a:pt x="45038" y="77608"/>
                    <a:pt x="44939" y="77608"/>
                  </a:cubicBezTo>
                  <a:close/>
                  <a:moveTo>
                    <a:pt x="45415" y="82150"/>
                  </a:moveTo>
                  <a:cubicBezTo>
                    <a:pt x="45335" y="82169"/>
                    <a:pt x="45276" y="82249"/>
                    <a:pt x="45256" y="82328"/>
                  </a:cubicBezTo>
                  <a:cubicBezTo>
                    <a:pt x="45315" y="83002"/>
                    <a:pt x="45335" y="83657"/>
                    <a:pt x="45355" y="84291"/>
                  </a:cubicBezTo>
                  <a:cubicBezTo>
                    <a:pt x="45355" y="84371"/>
                    <a:pt x="45434" y="84430"/>
                    <a:pt x="45514" y="84430"/>
                  </a:cubicBezTo>
                  <a:cubicBezTo>
                    <a:pt x="45593" y="84430"/>
                    <a:pt x="45672" y="84371"/>
                    <a:pt x="45672" y="84291"/>
                  </a:cubicBezTo>
                  <a:cubicBezTo>
                    <a:pt x="45653" y="83637"/>
                    <a:pt x="45633" y="82963"/>
                    <a:pt x="45573" y="82308"/>
                  </a:cubicBezTo>
                  <a:cubicBezTo>
                    <a:pt x="45573" y="82209"/>
                    <a:pt x="45494" y="82150"/>
                    <a:pt x="45415" y="82150"/>
                  </a:cubicBezTo>
                  <a:close/>
                  <a:moveTo>
                    <a:pt x="45514" y="86711"/>
                  </a:moveTo>
                  <a:cubicBezTo>
                    <a:pt x="45415" y="86711"/>
                    <a:pt x="45335" y="86790"/>
                    <a:pt x="45335" y="86889"/>
                  </a:cubicBezTo>
                  <a:cubicBezTo>
                    <a:pt x="45315" y="87524"/>
                    <a:pt x="45256" y="88198"/>
                    <a:pt x="45196" y="88813"/>
                  </a:cubicBezTo>
                  <a:cubicBezTo>
                    <a:pt x="45196" y="88912"/>
                    <a:pt x="45236" y="88991"/>
                    <a:pt x="45335" y="88991"/>
                  </a:cubicBezTo>
                  <a:lnTo>
                    <a:pt x="45355" y="88991"/>
                  </a:lnTo>
                  <a:cubicBezTo>
                    <a:pt x="45434" y="88991"/>
                    <a:pt x="45514" y="88932"/>
                    <a:pt x="45514" y="88852"/>
                  </a:cubicBezTo>
                  <a:cubicBezTo>
                    <a:pt x="45573" y="88218"/>
                    <a:pt x="45633" y="87563"/>
                    <a:pt x="45653" y="86889"/>
                  </a:cubicBezTo>
                  <a:cubicBezTo>
                    <a:pt x="45653" y="86810"/>
                    <a:pt x="45593" y="86731"/>
                    <a:pt x="45514" y="86711"/>
                  </a:cubicBezTo>
                  <a:close/>
                  <a:moveTo>
                    <a:pt x="45018" y="91252"/>
                  </a:moveTo>
                  <a:cubicBezTo>
                    <a:pt x="44919" y="91252"/>
                    <a:pt x="44859" y="91312"/>
                    <a:pt x="44840" y="91391"/>
                  </a:cubicBezTo>
                  <a:cubicBezTo>
                    <a:pt x="44721" y="92025"/>
                    <a:pt x="44602" y="92660"/>
                    <a:pt x="44423" y="93315"/>
                  </a:cubicBezTo>
                  <a:cubicBezTo>
                    <a:pt x="44403" y="93394"/>
                    <a:pt x="44463" y="93473"/>
                    <a:pt x="44542" y="93513"/>
                  </a:cubicBezTo>
                  <a:lnTo>
                    <a:pt x="44602" y="93513"/>
                  </a:lnTo>
                  <a:cubicBezTo>
                    <a:pt x="44661" y="93513"/>
                    <a:pt x="44721" y="93453"/>
                    <a:pt x="44740" y="93374"/>
                  </a:cubicBezTo>
                  <a:cubicBezTo>
                    <a:pt x="44879" y="92739"/>
                    <a:pt x="45038" y="92085"/>
                    <a:pt x="45157" y="91450"/>
                  </a:cubicBezTo>
                  <a:cubicBezTo>
                    <a:pt x="45157" y="91351"/>
                    <a:pt x="45097" y="91272"/>
                    <a:pt x="45018" y="91252"/>
                  </a:cubicBezTo>
                  <a:close/>
                  <a:moveTo>
                    <a:pt x="43854" y="95679"/>
                  </a:moveTo>
                  <a:cubicBezTo>
                    <a:pt x="43788" y="95679"/>
                    <a:pt x="43733" y="95720"/>
                    <a:pt x="43689" y="95793"/>
                  </a:cubicBezTo>
                  <a:cubicBezTo>
                    <a:pt x="43511" y="96408"/>
                    <a:pt x="43273" y="97023"/>
                    <a:pt x="43055" y="97618"/>
                  </a:cubicBezTo>
                  <a:cubicBezTo>
                    <a:pt x="43015" y="97697"/>
                    <a:pt x="43055" y="97796"/>
                    <a:pt x="43134" y="97836"/>
                  </a:cubicBezTo>
                  <a:lnTo>
                    <a:pt x="43213" y="97836"/>
                  </a:lnTo>
                  <a:cubicBezTo>
                    <a:pt x="43273" y="97836"/>
                    <a:pt x="43332" y="97796"/>
                    <a:pt x="43352" y="97737"/>
                  </a:cubicBezTo>
                  <a:cubicBezTo>
                    <a:pt x="43590" y="97122"/>
                    <a:pt x="43828" y="96507"/>
                    <a:pt x="44026" y="95893"/>
                  </a:cubicBezTo>
                  <a:cubicBezTo>
                    <a:pt x="44046" y="95793"/>
                    <a:pt x="44007" y="95714"/>
                    <a:pt x="43927" y="95694"/>
                  </a:cubicBezTo>
                  <a:cubicBezTo>
                    <a:pt x="43902" y="95684"/>
                    <a:pt x="43877" y="95679"/>
                    <a:pt x="43854" y="95679"/>
                  </a:cubicBezTo>
                  <a:close/>
                  <a:moveTo>
                    <a:pt x="42153" y="99929"/>
                  </a:moveTo>
                  <a:cubicBezTo>
                    <a:pt x="42092" y="99929"/>
                    <a:pt x="42030" y="99965"/>
                    <a:pt x="42004" y="100017"/>
                  </a:cubicBezTo>
                  <a:cubicBezTo>
                    <a:pt x="41746" y="100593"/>
                    <a:pt x="41448" y="101188"/>
                    <a:pt x="41111" y="101763"/>
                  </a:cubicBezTo>
                  <a:cubicBezTo>
                    <a:pt x="41091" y="101842"/>
                    <a:pt x="41111" y="101941"/>
                    <a:pt x="41191" y="101981"/>
                  </a:cubicBezTo>
                  <a:lnTo>
                    <a:pt x="41270" y="101981"/>
                  </a:lnTo>
                  <a:cubicBezTo>
                    <a:pt x="41329" y="101981"/>
                    <a:pt x="41389" y="101961"/>
                    <a:pt x="41409" y="101901"/>
                  </a:cubicBezTo>
                  <a:cubicBezTo>
                    <a:pt x="41706" y="101326"/>
                    <a:pt x="42043" y="100751"/>
                    <a:pt x="42301" y="100176"/>
                  </a:cubicBezTo>
                  <a:cubicBezTo>
                    <a:pt x="42341" y="100077"/>
                    <a:pt x="42301" y="99978"/>
                    <a:pt x="42242" y="99958"/>
                  </a:cubicBezTo>
                  <a:cubicBezTo>
                    <a:pt x="42215" y="99938"/>
                    <a:pt x="42184" y="99929"/>
                    <a:pt x="42153" y="99929"/>
                  </a:cubicBezTo>
                  <a:close/>
                  <a:moveTo>
                    <a:pt x="39901" y="103899"/>
                  </a:moveTo>
                  <a:cubicBezTo>
                    <a:pt x="39853" y="103899"/>
                    <a:pt x="39813" y="103923"/>
                    <a:pt x="39802" y="103984"/>
                  </a:cubicBezTo>
                  <a:cubicBezTo>
                    <a:pt x="39465" y="104539"/>
                    <a:pt x="39088" y="105074"/>
                    <a:pt x="38712" y="105630"/>
                  </a:cubicBezTo>
                  <a:cubicBezTo>
                    <a:pt x="38672" y="105709"/>
                    <a:pt x="38692" y="105788"/>
                    <a:pt x="38771" y="105848"/>
                  </a:cubicBezTo>
                  <a:lnTo>
                    <a:pt x="38870" y="105848"/>
                  </a:lnTo>
                  <a:cubicBezTo>
                    <a:pt x="38910" y="105848"/>
                    <a:pt x="38969" y="105828"/>
                    <a:pt x="38989" y="105808"/>
                  </a:cubicBezTo>
                  <a:cubicBezTo>
                    <a:pt x="39366" y="105273"/>
                    <a:pt x="39743" y="104717"/>
                    <a:pt x="40080" y="104162"/>
                  </a:cubicBezTo>
                  <a:cubicBezTo>
                    <a:pt x="40209" y="104062"/>
                    <a:pt x="40027" y="103899"/>
                    <a:pt x="39901" y="103899"/>
                  </a:cubicBezTo>
                  <a:close/>
                  <a:moveTo>
                    <a:pt x="37289" y="107605"/>
                  </a:moveTo>
                  <a:cubicBezTo>
                    <a:pt x="37242" y="107605"/>
                    <a:pt x="37198" y="107620"/>
                    <a:pt x="37165" y="107653"/>
                  </a:cubicBezTo>
                  <a:cubicBezTo>
                    <a:pt x="36768" y="108188"/>
                    <a:pt x="36332" y="108684"/>
                    <a:pt x="35915" y="109180"/>
                  </a:cubicBezTo>
                  <a:cubicBezTo>
                    <a:pt x="35856" y="109239"/>
                    <a:pt x="35876" y="109338"/>
                    <a:pt x="35935" y="109398"/>
                  </a:cubicBezTo>
                  <a:cubicBezTo>
                    <a:pt x="35955" y="109418"/>
                    <a:pt x="35995" y="109437"/>
                    <a:pt x="36034" y="109437"/>
                  </a:cubicBezTo>
                  <a:cubicBezTo>
                    <a:pt x="36094" y="109437"/>
                    <a:pt x="36134" y="109418"/>
                    <a:pt x="36173" y="109378"/>
                  </a:cubicBezTo>
                  <a:cubicBezTo>
                    <a:pt x="36590" y="108882"/>
                    <a:pt x="37026" y="108386"/>
                    <a:pt x="37423" y="107890"/>
                  </a:cubicBezTo>
                  <a:cubicBezTo>
                    <a:pt x="37482" y="107811"/>
                    <a:pt x="37462" y="107692"/>
                    <a:pt x="37403" y="107633"/>
                  </a:cubicBezTo>
                  <a:cubicBezTo>
                    <a:pt x="37367" y="107615"/>
                    <a:pt x="37327" y="107605"/>
                    <a:pt x="37289" y="107605"/>
                  </a:cubicBezTo>
                  <a:close/>
                  <a:moveTo>
                    <a:pt x="34266" y="111031"/>
                  </a:moveTo>
                  <a:cubicBezTo>
                    <a:pt x="34228" y="111031"/>
                    <a:pt x="34188" y="111046"/>
                    <a:pt x="34150" y="111083"/>
                  </a:cubicBezTo>
                  <a:cubicBezTo>
                    <a:pt x="33714" y="111520"/>
                    <a:pt x="33238" y="111996"/>
                    <a:pt x="32742" y="112452"/>
                  </a:cubicBezTo>
                  <a:cubicBezTo>
                    <a:pt x="32683" y="112511"/>
                    <a:pt x="32683" y="112591"/>
                    <a:pt x="32742" y="112670"/>
                  </a:cubicBezTo>
                  <a:lnTo>
                    <a:pt x="32861" y="112709"/>
                  </a:lnTo>
                  <a:lnTo>
                    <a:pt x="32961" y="112670"/>
                  </a:lnTo>
                  <a:cubicBezTo>
                    <a:pt x="33456" y="112214"/>
                    <a:pt x="33932" y="111777"/>
                    <a:pt x="34388" y="111301"/>
                  </a:cubicBezTo>
                  <a:cubicBezTo>
                    <a:pt x="34495" y="111195"/>
                    <a:pt x="34392" y="111031"/>
                    <a:pt x="34266" y="111031"/>
                  </a:cubicBezTo>
                  <a:close/>
                  <a:moveTo>
                    <a:pt x="30919" y="114115"/>
                  </a:moveTo>
                  <a:cubicBezTo>
                    <a:pt x="30883" y="114115"/>
                    <a:pt x="30846" y="114130"/>
                    <a:pt x="30819" y="114157"/>
                  </a:cubicBezTo>
                  <a:lnTo>
                    <a:pt x="29292" y="115367"/>
                  </a:lnTo>
                  <a:cubicBezTo>
                    <a:pt x="29232" y="115426"/>
                    <a:pt x="29193" y="115526"/>
                    <a:pt x="29252" y="115625"/>
                  </a:cubicBezTo>
                  <a:lnTo>
                    <a:pt x="29391" y="115664"/>
                  </a:lnTo>
                  <a:lnTo>
                    <a:pt x="29490" y="115645"/>
                  </a:lnTo>
                  <a:cubicBezTo>
                    <a:pt x="30025" y="115248"/>
                    <a:pt x="30521" y="114831"/>
                    <a:pt x="31017" y="114395"/>
                  </a:cubicBezTo>
                  <a:cubicBezTo>
                    <a:pt x="31077" y="114355"/>
                    <a:pt x="31096" y="114237"/>
                    <a:pt x="31037" y="114177"/>
                  </a:cubicBezTo>
                  <a:cubicBezTo>
                    <a:pt x="31005" y="114135"/>
                    <a:pt x="30962" y="114115"/>
                    <a:pt x="30919" y="114115"/>
                  </a:cubicBezTo>
                  <a:close/>
                  <a:moveTo>
                    <a:pt x="27278" y="116860"/>
                  </a:moveTo>
                  <a:cubicBezTo>
                    <a:pt x="27247" y="116860"/>
                    <a:pt x="27216" y="116876"/>
                    <a:pt x="27190" y="116914"/>
                  </a:cubicBezTo>
                  <a:lnTo>
                    <a:pt x="25563" y="117965"/>
                  </a:lnTo>
                  <a:cubicBezTo>
                    <a:pt x="25484" y="118024"/>
                    <a:pt x="25464" y="118143"/>
                    <a:pt x="25504" y="118223"/>
                  </a:cubicBezTo>
                  <a:cubicBezTo>
                    <a:pt x="25544" y="118262"/>
                    <a:pt x="25603" y="118282"/>
                    <a:pt x="25663" y="118302"/>
                  </a:cubicBezTo>
                  <a:lnTo>
                    <a:pt x="25722" y="118262"/>
                  </a:lnTo>
                  <a:lnTo>
                    <a:pt x="27368" y="117172"/>
                  </a:lnTo>
                  <a:cubicBezTo>
                    <a:pt x="27545" y="117139"/>
                    <a:pt x="27409" y="116860"/>
                    <a:pt x="27278" y="116860"/>
                  </a:cubicBezTo>
                  <a:close/>
                  <a:moveTo>
                    <a:pt x="23367" y="119328"/>
                  </a:moveTo>
                  <a:cubicBezTo>
                    <a:pt x="23353" y="119328"/>
                    <a:pt x="23338" y="119329"/>
                    <a:pt x="23322" y="119333"/>
                  </a:cubicBezTo>
                  <a:lnTo>
                    <a:pt x="21617" y="120245"/>
                  </a:lnTo>
                  <a:cubicBezTo>
                    <a:pt x="21538" y="120305"/>
                    <a:pt x="21518" y="120384"/>
                    <a:pt x="21538" y="120483"/>
                  </a:cubicBezTo>
                  <a:cubicBezTo>
                    <a:pt x="21557" y="120523"/>
                    <a:pt x="21617" y="120563"/>
                    <a:pt x="21696" y="120583"/>
                  </a:cubicBezTo>
                  <a:lnTo>
                    <a:pt x="21756" y="120543"/>
                  </a:lnTo>
                  <a:cubicBezTo>
                    <a:pt x="22351" y="120245"/>
                    <a:pt x="22926" y="119928"/>
                    <a:pt x="23501" y="119611"/>
                  </a:cubicBezTo>
                  <a:cubicBezTo>
                    <a:pt x="23573" y="119485"/>
                    <a:pt x="23499" y="119328"/>
                    <a:pt x="23367" y="119328"/>
                  </a:cubicBezTo>
                  <a:close/>
                  <a:moveTo>
                    <a:pt x="19343" y="121409"/>
                  </a:moveTo>
                  <a:cubicBezTo>
                    <a:pt x="19321" y="121409"/>
                    <a:pt x="19299" y="121411"/>
                    <a:pt x="19277" y="121415"/>
                  </a:cubicBezTo>
                  <a:cubicBezTo>
                    <a:pt x="18722" y="121713"/>
                    <a:pt x="18127" y="121991"/>
                    <a:pt x="17532" y="122229"/>
                  </a:cubicBezTo>
                  <a:cubicBezTo>
                    <a:pt x="17452" y="122288"/>
                    <a:pt x="17413" y="122367"/>
                    <a:pt x="17433" y="122466"/>
                  </a:cubicBezTo>
                  <a:cubicBezTo>
                    <a:pt x="17472" y="122506"/>
                    <a:pt x="17532" y="122546"/>
                    <a:pt x="17591" y="122566"/>
                  </a:cubicBezTo>
                  <a:lnTo>
                    <a:pt x="17651" y="122526"/>
                  </a:lnTo>
                  <a:cubicBezTo>
                    <a:pt x="18246" y="122288"/>
                    <a:pt x="18841" y="122010"/>
                    <a:pt x="19436" y="121713"/>
                  </a:cubicBezTo>
                  <a:cubicBezTo>
                    <a:pt x="19515" y="121673"/>
                    <a:pt x="19535" y="121594"/>
                    <a:pt x="19515" y="121515"/>
                  </a:cubicBezTo>
                  <a:cubicBezTo>
                    <a:pt x="19484" y="121438"/>
                    <a:pt x="19418" y="121409"/>
                    <a:pt x="19343" y="121409"/>
                  </a:cubicBezTo>
                  <a:close/>
                  <a:moveTo>
                    <a:pt x="15196" y="123240"/>
                  </a:moveTo>
                  <a:cubicBezTo>
                    <a:pt x="15167" y="123240"/>
                    <a:pt x="15139" y="123247"/>
                    <a:pt x="15112" y="123260"/>
                  </a:cubicBezTo>
                  <a:lnTo>
                    <a:pt x="13288" y="123954"/>
                  </a:lnTo>
                  <a:cubicBezTo>
                    <a:pt x="13208" y="123974"/>
                    <a:pt x="13169" y="124053"/>
                    <a:pt x="13189" y="124152"/>
                  </a:cubicBezTo>
                  <a:cubicBezTo>
                    <a:pt x="13208" y="124212"/>
                    <a:pt x="13288" y="124271"/>
                    <a:pt x="13367" y="124271"/>
                  </a:cubicBezTo>
                  <a:lnTo>
                    <a:pt x="13407" y="124251"/>
                  </a:lnTo>
                  <a:lnTo>
                    <a:pt x="15251" y="123557"/>
                  </a:lnTo>
                  <a:cubicBezTo>
                    <a:pt x="15330" y="123498"/>
                    <a:pt x="15370" y="123418"/>
                    <a:pt x="15350" y="123319"/>
                  </a:cubicBezTo>
                  <a:cubicBezTo>
                    <a:pt x="15311" y="123266"/>
                    <a:pt x="15253" y="123240"/>
                    <a:pt x="15196" y="123240"/>
                  </a:cubicBezTo>
                  <a:close/>
                  <a:moveTo>
                    <a:pt x="10871" y="124782"/>
                  </a:moveTo>
                  <a:cubicBezTo>
                    <a:pt x="10857" y="124782"/>
                    <a:pt x="10842" y="124783"/>
                    <a:pt x="10829" y="124787"/>
                  </a:cubicBezTo>
                  <a:lnTo>
                    <a:pt x="8965" y="125382"/>
                  </a:lnTo>
                  <a:cubicBezTo>
                    <a:pt x="8885" y="125421"/>
                    <a:pt x="8846" y="125501"/>
                    <a:pt x="8865" y="125580"/>
                  </a:cubicBezTo>
                  <a:cubicBezTo>
                    <a:pt x="8885" y="125659"/>
                    <a:pt x="8945" y="125699"/>
                    <a:pt x="9024" y="125699"/>
                  </a:cubicBezTo>
                  <a:lnTo>
                    <a:pt x="9064" y="125699"/>
                  </a:lnTo>
                  <a:lnTo>
                    <a:pt x="10928" y="125104"/>
                  </a:lnTo>
                  <a:cubicBezTo>
                    <a:pt x="11027" y="125084"/>
                    <a:pt x="11087" y="124985"/>
                    <a:pt x="11047" y="124886"/>
                  </a:cubicBezTo>
                  <a:cubicBezTo>
                    <a:pt x="11014" y="124820"/>
                    <a:pt x="10940" y="124782"/>
                    <a:pt x="10871" y="124782"/>
                  </a:cubicBezTo>
                  <a:close/>
                  <a:moveTo>
                    <a:pt x="6503" y="126092"/>
                  </a:moveTo>
                  <a:cubicBezTo>
                    <a:pt x="6491" y="126092"/>
                    <a:pt x="6479" y="126093"/>
                    <a:pt x="6466" y="126096"/>
                  </a:cubicBezTo>
                  <a:lnTo>
                    <a:pt x="4582" y="126591"/>
                  </a:lnTo>
                  <a:cubicBezTo>
                    <a:pt x="4503" y="126611"/>
                    <a:pt x="4443" y="126710"/>
                    <a:pt x="4463" y="126790"/>
                  </a:cubicBezTo>
                  <a:cubicBezTo>
                    <a:pt x="4483" y="126869"/>
                    <a:pt x="4562" y="126909"/>
                    <a:pt x="4641" y="126929"/>
                  </a:cubicBezTo>
                  <a:lnTo>
                    <a:pt x="4661" y="126929"/>
                  </a:lnTo>
                  <a:lnTo>
                    <a:pt x="6565" y="126433"/>
                  </a:lnTo>
                  <a:cubicBezTo>
                    <a:pt x="6644" y="126393"/>
                    <a:pt x="6684" y="126314"/>
                    <a:pt x="6664" y="126234"/>
                  </a:cubicBezTo>
                  <a:cubicBezTo>
                    <a:pt x="6647" y="126148"/>
                    <a:pt x="6584" y="126092"/>
                    <a:pt x="6503" y="126092"/>
                  </a:cubicBezTo>
                  <a:close/>
                  <a:moveTo>
                    <a:pt x="2103" y="127221"/>
                  </a:moveTo>
                  <a:cubicBezTo>
                    <a:pt x="2090" y="127221"/>
                    <a:pt x="2076" y="127223"/>
                    <a:pt x="2063" y="127226"/>
                  </a:cubicBezTo>
                  <a:lnTo>
                    <a:pt x="140" y="127623"/>
                  </a:lnTo>
                  <a:cubicBezTo>
                    <a:pt x="60" y="127642"/>
                    <a:pt x="1" y="127722"/>
                    <a:pt x="21" y="127821"/>
                  </a:cubicBezTo>
                  <a:cubicBezTo>
                    <a:pt x="40" y="127880"/>
                    <a:pt x="100" y="127940"/>
                    <a:pt x="179" y="127940"/>
                  </a:cubicBezTo>
                  <a:lnTo>
                    <a:pt x="199" y="127940"/>
                  </a:lnTo>
                  <a:lnTo>
                    <a:pt x="2123" y="127523"/>
                  </a:lnTo>
                  <a:cubicBezTo>
                    <a:pt x="2202" y="127523"/>
                    <a:pt x="2262" y="127424"/>
                    <a:pt x="2262" y="127345"/>
                  </a:cubicBezTo>
                  <a:cubicBezTo>
                    <a:pt x="2229" y="127262"/>
                    <a:pt x="2168" y="127221"/>
                    <a:pt x="2103" y="127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521" name="Google Shape;4521;p69"/>
          <p:cNvGrpSpPr/>
          <p:nvPr/>
        </p:nvGrpSpPr>
        <p:grpSpPr>
          <a:xfrm flipH="1">
            <a:off x="8104916" y="-70"/>
            <a:ext cx="1091382" cy="1155725"/>
            <a:chOff x="2958275" y="539500"/>
            <a:chExt cx="1091382" cy="1155725"/>
          </a:xfrm>
        </p:grpSpPr>
        <p:grpSp>
          <p:nvGrpSpPr>
            <p:cNvPr id="4522" name="Google Shape;4522;p69"/>
            <p:cNvGrpSpPr/>
            <p:nvPr/>
          </p:nvGrpSpPr>
          <p:grpSpPr>
            <a:xfrm>
              <a:off x="3170379" y="1212137"/>
              <a:ext cx="879278" cy="483088"/>
              <a:chOff x="2296950" y="3661600"/>
              <a:chExt cx="616475" cy="338700"/>
            </a:xfrm>
          </p:grpSpPr>
          <p:sp>
            <p:nvSpPr>
              <p:cNvPr id="4523" name="Google Shape;4523;p69"/>
              <p:cNvSpPr/>
              <p:nvPr/>
            </p:nvSpPr>
            <p:spPr>
              <a:xfrm>
                <a:off x="2510075" y="3661600"/>
                <a:ext cx="402675" cy="97750"/>
              </a:xfrm>
              <a:custGeom>
                <a:avLst/>
                <a:gdLst/>
                <a:ahLst/>
                <a:cxnLst/>
                <a:rect l="l" t="t" r="r" b="b"/>
                <a:pathLst>
                  <a:path w="16107" h="3910" extrusionOk="0">
                    <a:moveTo>
                      <a:pt x="4306" y="700"/>
                    </a:moveTo>
                    <a:lnTo>
                      <a:pt x="13180" y="2635"/>
                    </a:lnTo>
                    <a:lnTo>
                      <a:pt x="1346" y="3189"/>
                    </a:lnTo>
                    <a:lnTo>
                      <a:pt x="4306" y="700"/>
                    </a:lnTo>
                    <a:close/>
                    <a:moveTo>
                      <a:pt x="4216" y="0"/>
                    </a:moveTo>
                    <a:cubicBezTo>
                      <a:pt x="4136" y="0"/>
                      <a:pt x="4058" y="29"/>
                      <a:pt x="3998" y="83"/>
                    </a:cubicBezTo>
                    <a:lnTo>
                      <a:pt x="152" y="3314"/>
                    </a:lnTo>
                    <a:cubicBezTo>
                      <a:pt x="42" y="3405"/>
                      <a:pt x="0" y="3560"/>
                      <a:pt x="56" y="3696"/>
                    </a:cubicBezTo>
                    <a:cubicBezTo>
                      <a:pt x="103" y="3823"/>
                      <a:pt x="227" y="3909"/>
                      <a:pt x="368" y="3909"/>
                    </a:cubicBezTo>
                    <a:lnTo>
                      <a:pt x="385" y="3909"/>
                    </a:lnTo>
                    <a:lnTo>
                      <a:pt x="15768" y="3189"/>
                    </a:lnTo>
                    <a:cubicBezTo>
                      <a:pt x="15937" y="3184"/>
                      <a:pt x="16078" y="3051"/>
                      <a:pt x="16092" y="2882"/>
                    </a:cubicBezTo>
                    <a:cubicBezTo>
                      <a:pt x="16106" y="2713"/>
                      <a:pt x="15990" y="2558"/>
                      <a:pt x="15824" y="2525"/>
                    </a:cubicBezTo>
                    <a:lnTo>
                      <a:pt x="4286" y="8"/>
                    </a:lnTo>
                    <a:cubicBezTo>
                      <a:pt x="4263" y="3"/>
                      <a:pt x="4240" y="0"/>
                      <a:pt x="42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69"/>
              <p:cNvSpPr/>
              <p:nvPr/>
            </p:nvSpPr>
            <p:spPr>
              <a:xfrm>
                <a:off x="2296950" y="3724500"/>
                <a:ext cx="616275" cy="210650"/>
              </a:xfrm>
              <a:custGeom>
                <a:avLst/>
                <a:gdLst/>
                <a:ahLst/>
                <a:cxnLst/>
                <a:rect l="l" t="t" r="r" b="b"/>
                <a:pathLst>
                  <a:path w="24651" h="8426" extrusionOk="0">
                    <a:moveTo>
                      <a:pt x="20027" y="1363"/>
                    </a:moveTo>
                    <a:lnTo>
                      <a:pt x="2334" y="7100"/>
                    </a:lnTo>
                    <a:lnTo>
                      <a:pt x="7528" y="3373"/>
                    </a:lnTo>
                    <a:lnTo>
                      <a:pt x="20027" y="1363"/>
                    </a:lnTo>
                    <a:close/>
                    <a:moveTo>
                      <a:pt x="24283" y="1"/>
                    </a:moveTo>
                    <a:cubicBezTo>
                      <a:pt x="24264" y="1"/>
                      <a:pt x="24244" y="3"/>
                      <a:pt x="24224" y="6"/>
                    </a:cubicBezTo>
                    <a:lnTo>
                      <a:pt x="7346" y="2722"/>
                    </a:lnTo>
                    <a:cubicBezTo>
                      <a:pt x="7293" y="2730"/>
                      <a:pt x="7243" y="2750"/>
                      <a:pt x="7204" y="2780"/>
                    </a:cubicBezTo>
                    <a:lnTo>
                      <a:pt x="180" y="7817"/>
                    </a:lnTo>
                    <a:cubicBezTo>
                      <a:pt x="44" y="7914"/>
                      <a:pt x="0" y="8094"/>
                      <a:pt x="78" y="8243"/>
                    </a:cubicBezTo>
                    <a:cubicBezTo>
                      <a:pt x="136" y="8354"/>
                      <a:pt x="252" y="8426"/>
                      <a:pt x="379" y="8426"/>
                    </a:cubicBezTo>
                    <a:cubicBezTo>
                      <a:pt x="413" y="8426"/>
                      <a:pt x="449" y="8420"/>
                      <a:pt x="482" y="8409"/>
                    </a:cubicBezTo>
                    <a:lnTo>
                      <a:pt x="24385" y="657"/>
                    </a:lnTo>
                    <a:cubicBezTo>
                      <a:pt x="24551" y="601"/>
                      <a:pt x="24651" y="427"/>
                      <a:pt x="24606" y="255"/>
                    </a:cubicBezTo>
                    <a:cubicBezTo>
                      <a:pt x="24569" y="103"/>
                      <a:pt x="24435" y="1"/>
                      <a:pt x="242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69"/>
              <p:cNvSpPr/>
              <p:nvPr/>
            </p:nvSpPr>
            <p:spPr>
              <a:xfrm>
                <a:off x="2510825" y="3724575"/>
                <a:ext cx="401925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16077" h="3146" extrusionOk="0">
                    <a:moveTo>
                      <a:pt x="9783" y="950"/>
                    </a:moveTo>
                    <a:lnTo>
                      <a:pt x="676" y="2415"/>
                    </a:lnTo>
                    <a:lnTo>
                      <a:pt x="676" y="1376"/>
                    </a:lnTo>
                    <a:lnTo>
                      <a:pt x="9783" y="950"/>
                    </a:lnTo>
                    <a:close/>
                    <a:moveTo>
                      <a:pt x="15719" y="0"/>
                    </a:moveTo>
                    <a:cubicBezTo>
                      <a:pt x="15715" y="0"/>
                      <a:pt x="15712" y="0"/>
                      <a:pt x="15708" y="0"/>
                    </a:cubicBezTo>
                    <a:lnTo>
                      <a:pt x="325" y="720"/>
                    </a:lnTo>
                    <a:cubicBezTo>
                      <a:pt x="142" y="726"/>
                      <a:pt x="1" y="875"/>
                      <a:pt x="1" y="1055"/>
                    </a:cubicBezTo>
                    <a:lnTo>
                      <a:pt x="1" y="2811"/>
                    </a:lnTo>
                    <a:cubicBezTo>
                      <a:pt x="1" y="2907"/>
                      <a:pt x="42" y="3002"/>
                      <a:pt x="120" y="3065"/>
                    </a:cubicBezTo>
                    <a:cubicBezTo>
                      <a:pt x="181" y="3118"/>
                      <a:pt x="258" y="3146"/>
                      <a:pt x="338" y="3146"/>
                    </a:cubicBezTo>
                    <a:lnTo>
                      <a:pt x="394" y="3143"/>
                    </a:lnTo>
                    <a:lnTo>
                      <a:pt x="15777" y="667"/>
                    </a:lnTo>
                    <a:cubicBezTo>
                      <a:pt x="15954" y="640"/>
                      <a:pt x="16076" y="476"/>
                      <a:pt x="16057" y="299"/>
                    </a:cubicBezTo>
                    <a:cubicBezTo>
                      <a:pt x="16035" y="128"/>
                      <a:pt x="15891" y="0"/>
                      <a:pt x="157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69"/>
              <p:cNvSpPr/>
              <p:nvPr/>
            </p:nvSpPr>
            <p:spPr>
              <a:xfrm>
                <a:off x="2482025" y="3724450"/>
                <a:ext cx="431400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11034" extrusionOk="0">
                    <a:moveTo>
                      <a:pt x="14387" y="1500"/>
                    </a:moveTo>
                    <a:lnTo>
                      <a:pt x="676" y="10089"/>
                    </a:lnTo>
                    <a:lnTo>
                      <a:pt x="676" y="5947"/>
                    </a:lnTo>
                    <a:lnTo>
                      <a:pt x="14387" y="1500"/>
                    </a:lnTo>
                    <a:close/>
                    <a:moveTo>
                      <a:pt x="16882" y="1"/>
                    </a:moveTo>
                    <a:cubicBezTo>
                      <a:pt x="16846" y="1"/>
                      <a:pt x="16810" y="7"/>
                      <a:pt x="16774" y="19"/>
                    </a:cubicBezTo>
                    <a:lnTo>
                      <a:pt x="236" y="5382"/>
                    </a:lnTo>
                    <a:cubicBezTo>
                      <a:pt x="98" y="5426"/>
                      <a:pt x="4" y="5554"/>
                      <a:pt x="1" y="5701"/>
                    </a:cubicBezTo>
                    <a:lnTo>
                      <a:pt x="1" y="10695"/>
                    </a:lnTo>
                    <a:cubicBezTo>
                      <a:pt x="1" y="10817"/>
                      <a:pt x="70" y="10931"/>
                      <a:pt x="178" y="10989"/>
                    </a:cubicBezTo>
                    <a:cubicBezTo>
                      <a:pt x="222" y="11017"/>
                      <a:pt x="275" y="11034"/>
                      <a:pt x="329" y="11034"/>
                    </a:cubicBezTo>
                    <a:cubicBezTo>
                      <a:pt x="333" y="11034"/>
                      <a:pt x="337" y="11033"/>
                      <a:pt x="341" y="11033"/>
                    </a:cubicBezTo>
                    <a:cubicBezTo>
                      <a:pt x="402" y="11033"/>
                      <a:pt x="463" y="11017"/>
                      <a:pt x="516" y="10983"/>
                    </a:cubicBezTo>
                    <a:lnTo>
                      <a:pt x="17054" y="623"/>
                    </a:lnTo>
                    <a:cubicBezTo>
                      <a:pt x="17200" y="534"/>
                      <a:pt x="17256" y="351"/>
                      <a:pt x="17184" y="196"/>
                    </a:cubicBezTo>
                    <a:cubicBezTo>
                      <a:pt x="17128" y="73"/>
                      <a:pt x="17008" y="1"/>
                      <a:pt x="16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27" name="Google Shape;4527;p69"/>
            <p:cNvSpPr/>
            <p:nvPr/>
          </p:nvSpPr>
          <p:spPr>
            <a:xfrm>
              <a:off x="2958275" y="539500"/>
              <a:ext cx="562425" cy="897575"/>
            </a:xfrm>
            <a:custGeom>
              <a:avLst/>
              <a:gdLst/>
              <a:ahLst/>
              <a:cxnLst/>
              <a:rect l="l" t="t" r="r" b="b"/>
              <a:pathLst>
                <a:path w="22497" h="35903" extrusionOk="0">
                  <a:moveTo>
                    <a:pt x="20015" y="1"/>
                  </a:moveTo>
                  <a:cubicBezTo>
                    <a:pt x="19867" y="1"/>
                    <a:pt x="19729" y="176"/>
                    <a:pt x="19849" y="335"/>
                  </a:cubicBezTo>
                  <a:cubicBezTo>
                    <a:pt x="20176" y="761"/>
                    <a:pt x="20470" y="1210"/>
                    <a:pt x="20733" y="1680"/>
                  </a:cubicBezTo>
                  <a:cubicBezTo>
                    <a:pt x="20766" y="1747"/>
                    <a:pt x="20832" y="1788"/>
                    <a:pt x="20907" y="1788"/>
                  </a:cubicBezTo>
                  <a:cubicBezTo>
                    <a:pt x="20943" y="1788"/>
                    <a:pt x="20976" y="1777"/>
                    <a:pt x="21010" y="1761"/>
                  </a:cubicBezTo>
                  <a:cubicBezTo>
                    <a:pt x="21109" y="1705"/>
                    <a:pt x="21145" y="1581"/>
                    <a:pt x="21087" y="1484"/>
                  </a:cubicBezTo>
                  <a:cubicBezTo>
                    <a:pt x="20818" y="994"/>
                    <a:pt x="20514" y="526"/>
                    <a:pt x="20173" y="86"/>
                  </a:cubicBezTo>
                  <a:cubicBezTo>
                    <a:pt x="20128" y="26"/>
                    <a:pt x="20071" y="1"/>
                    <a:pt x="20015" y="1"/>
                  </a:cubicBezTo>
                  <a:close/>
                  <a:moveTo>
                    <a:pt x="22064" y="4439"/>
                  </a:moveTo>
                  <a:cubicBezTo>
                    <a:pt x="22050" y="4439"/>
                    <a:pt x="22035" y="4440"/>
                    <a:pt x="22020" y="4444"/>
                  </a:cubicBezTo>
                  <a:cubicBezTo>
                    <a:pt x="21909" y="4469"/>
                    <a:pt x="21837" y="4577"/>
                    <a:pt x="21860" y="4687"/>
                  </a:cubicBezTo>
                  <a:cubicBezTo>
                    <a:pt x="21973" y="5213"/>
                    <a:pt x="22048" y="5745"/>
                    <a:pt x="22081" y="6279"/>
                  </a:cubicBezTo>
                  <a:cubicBezTo>
                    <a:pt x="22087" y="6390"/>
                    <a:pt x="22175" y="6473"/>
                    <a:pt x="22286" y="6473"/>
                  </a:cubicBezTo>
                  <a:lnTo>
                    <a:pt x="22300" y="6473"/>
                  </a:lnTo>
                  <a:cubicBezTo>
                    <a:pt x="22413" y="6468"/>
                    <a:pt x="22496" y="6368"/>
                    <a:pt x="22491" y="6257"/>
                  </a:cubicBezTo>
                  <a:cubicBezTo>
                    <a:pt x="22455" y="5701"/>
                    <a:pt x="22380" y="5147"/>
                    <a:pt x="22261" y="4601"/>
                  </a:cubicBezTo>
                  <a:cubicBezTo>
                    <a:pt x="22242" y="4506"/>
                    <a:pt x="22158" y="4439"/>
                    <a:pt x="22064" y="4439"/>
                  </a:cubicBezTo>
                  <a:close/>
                  <a:moveTo>
                    <a:pt x="21969" y="9334"/>
                  </a:moveTo>
                  <a:cubicBezTo>
                    <a:pt x="21889" y="9334"/>
                    <a:pt x="21810" y="9377"/>
                    <a:pt x="21776" y="9475"/>
                  </a:cubicBezTo>
                  <a:cubicBezTo>
                    <a:pt x="21646" y="9998"/>
                    <a:pt x="21477" y="10507"/>
                    <a:pt x="21273" y="11006"/>
                  </a:cubicBezTo>
                  <a:cubicBezTo>
                    <a:pt x="21228" y="11108"/>
                    <a:pt x="21278" y="11227"/>
                    <a:pt x="21383" y="11271"/>
                  </a:cubicBezTo>
                  <a:cubicBezTo>
                    <a:pt x="21408" y="11283"/>
                    <a:pt x="21433" y="11288"/>
                    <a:pt x="21461" y="11288"/>
                  </a:cubicBezTo>
                  <a:cubicBezTo>
                    <a:pt x="21544" y="11285"/>
                    <a:pt x="21619" y="11235"/>
                    <a:pt x="21652" y="11161"/>
                  </a:cubicBezTo>
                  <a:cubicBezTo>
                    <a:pt x="21862" y="10643"/>
                    <a:pt x="22039" y="10114"/>
                    <a:pt x="22178" y="9574"/>
                  </a:cubicBezTo>
                  <a:cubicBezTo>
                    <a:pt x="22203" y="9426"/>
                    <a:pt x="22086" y="9334"/>
                    <a:pt x="21969" y="9334"/>
                  </a:cubicBezTo>
                  <a:close/>
                  <a:moveTo>
                    <a:pt x="19769" y="13698"/>
                  </a:moveTo>
                  <a:cubicBezTo>
                    <a:pt x="19720" y="13698"/>
                    <a:pt x="19669" y="13717"/>
                    <a:pt x="19625" y="13761"/>
                  </a:cubicBezTo>
                  <a:cubicBezTo>
                    <a:pt x="19285" y="14176"/>
                    <a:pt x="18914" y="14564"/>
                    <a:pt x="18512" y="14921"/>
                  </a:cubicBezTo>
                  <a:cubicBezTo>
                    <a:pt x="18376" y="15051"/>
                    <a:pt x="18465" y="15281"/>
                    <a:pt x="18651" y="15283"/>
                  </a:cubicBezTo>
                  <a:cubicBezTo>
                    <a:pt x="18700" y="15283"/>
                    <a:pt x="18750" y="15264"/>
                    <a:pt x="18786" y="15231"/>
                  </a:cubicBezTo>
                  <a:cubicBezTo>
                    <a:pt x="19201" y="14857"/>
                    <a:pt x="19589" y="14453"/>
                    <a:pt x="19944" y="14021"/>
                  </a:cubicBezTo>
                  <a:cubicBezTo>
                    <a:pt x="20045" y="13865"/>
                    <a:pt x="19915" y="13698"/>
                    <a:pt x="19769" y="13698"/>
                  </a:cubicBezTo>
                  <a:close/>
                  <a:moveTo>
                    <a:pt x="15938" y="16706"/>
                  </a:moveTo>
                  <a:cubicBezTo>
                    <a:pt x="15907" y="16706"/>
                    <a:pt x="15875" y="16713"/>
                    <a:pt x="15846" y="16729"/>
                  </a:cubicBezTo>
                  <a:cubicBezTo>
                    <a:pt x="15389" y="16967"/>
                    <a:pt x="14907" y="17194"/>
                    <a:pt x="14370" y="17418"/>
                  </a:cubicBezTo>
                  <a:cubicBezTo>
                    <a:pt x="14265" y="17460"/>
                    <a:pt x="14215" y="17579"/>
                    <a:pt x="14259" y="17684"/>
                  </a:cubicBezTo>
                  <a:cubicBezTo>
                    <a:pt x="14292" y="17761"/>
                    <a:pt x="14367" y="17811"/>
                    <a:pt x="14450" y="17811"/>
                  </a:cubicBezTo>
                  <a:cubicBezTo>
                    <a:pt x="14478" y="17811"/>
                    <a:pt x="14503" y="17806"/>
                    <a:pt x="14531" y="17795"/>
                  </a:cubicBezTo>
                  <a:cubicBezTo>
                    <a:pt x="15076" y="17568"/>
                    <a:pt x="15569" y="17338"/>
                    <a:pt x="16031" y="17097"/>
                  </a:cubicBezTo>
                  <a:cubicBezTo>
                    <a:pt x="16134" y="17044"/>
                    <a:pt x="16172" y="16920"/>
                    <a:pt x="16120" y="16820"/>
                  </a:cubicBezTo>
                  <a:cubicBezTo>
                    <a:pt x="16085" y="16748"/>
                    <a:pt x="16012" y="16706"/>
                    <a:pt x="15938" y="16706"/>
                  </a:cubicBezTo>
                  <a:close/>
                  <a:moveTo>
                    <a:pt x="11369" y="18532"/>
                  </a:moveTo>
                  <a:cubicBezTo>
                    <a:pt x="11348" y="18532"/>
                    <a:pt x="11326" y="18535"/>
                    <a:pt x="11305" y="18542"/>
                  </a:cubicBezTo>
                  <a:lnTo>
                    <a:pt x="10782" y="18714"/>
                  </a:lnTo>
                  <a:lnTo>
                    <a:pt x="9743" y="19060"/>
                  </a:lnTo>
                  <a:cubicBezTo>
                    <a:pt x="9533" y="19143"/>
                    <a:pt x="9583" y="19453"/>
                    <a:pt x="9807" y="19462"/>
                  </a:cubicBezTo>
                  <a:cubicBezTo>
                    <a:pt x="9832" y="19462"/>
                    <a:pt x="9854" y="19459"/>
                    <a:pt x="9879" y="19453"/>
                  </a:cubicBezTo>
                  <a:lnTo>
                    <a:pt x="10912" y="19102"/>
                  </a:lnTo>
                  <a:lnTo>
                    <a:pt x="11432" y="18930"/>
                  </a:lnTo>
                  <a:cubicBezTo>
                    <a:pt x="11538" y="18894"/>
                    <a:pt x="11598" y="18778"/>
                    <a:pt x="11562" y="18670"/>
                  </a:cubicBezTo>
                  <a:cubicBezTo>
                    <a:pt x="11534" y="18586"/>
                    <a:pt x="11454" y="18532"/>
                    <a:pt x="11369" y="18532"/>
                  </a:cubicBezTo>
                  <a:close/>
                  <a:moveTo>
                    <a:pt x="6751" y="20236"/>
                  </a:moveTo>
                  <a:cubicBezTo>
                    <a:pt x="6722" y="20236"/>
                    <a:pt x="6691" y="20242"/>
                    <a:pt x="6662" y="20256"/>
                  </a:cubicBezTo>
                  <a:cubicBezTo>
                    <a:pt x="6141" y="20494"/>
                    <a:pt x="5646" y="20752"/>
                    <a:pt x="5186" y="21009"/>
                  </a:cubicBezTo>
                  <a:cubicBezTo>
                    <a:pt x="5086" y="21067"/>
                    <a:pt x="5053" y="21192"/>
                    <a:pt x="5108" y="21289"/>
                  </a:cubicBezTo>
                  <a:cubicBezTo>
                    <a:pt x="5143" y="21353"/>
                    <a:pt x="5209" y="21394"/>
                    <a:pt x="5281" y="21394"/>
                  </a:cubicBezTo>
                  <a:cubicBezTo>
                    <a:pt x="5284" y="21394"/>
                    <a:pt x="5286" y="21394"/>
                    <a:pt x="5288" y="21394"/>
                  </a:cubicBezTo>
                  <a:cubicBezTo>
                    <a:pt x="5324" y="21394"/>
                    <a:pt x="5358" y="21386"/>
                    <a:pt x="5388" y="21369"/>
                  </a:cubicBezTo>
                  <a:cubicBezTo>
                    <a:pt x="5837" y="21114"/>
                    <a:pt x="6324" y="20865"/>
                    <a:pt x="6836" y="20630"/>
                  </a:cubicBezTo>
                  <a:cubicBezTo>
                    <a:pt x="6936" y="20580"/>
                    <a:pt x="6980" y="20458"/>
                    <a:pt x="6936" y="20356"/>
                  </a:cubicBezTo>
                  <a:cubicBezTo>
                    <a:pt x="6902" y="20280"/>
                    <a:pt x="6829" y="20236"/>
                    <a:pt x="6751" y="20236"/>
                  </a:cubicBezTo>
                  <a:close/>
                  <a:moveTo>
                    <a:pt x="2649" y="22927"/>
                  </a:moveTo>
                  <a:cubicBezTo>
                    <a:pt x="2598" y="22927"/>
                    <a:pt x="2547" y="22945"/>
                    <a:pt x="2506" y="22983"/>
                  </a:cubicBezTo>
                  <a:cubicBezTo>
                    <a:pt x="2104" y="23374"/>
                    <a:pt x="1736" y="23797"/>
                    <a:pt x="1409" y="24254"/>
                  </a:cubicBezTo>
                  <a:cubicBezTo>
                    <a:pt x="1343" y="24346"/>
                    <a:pt x="1365" y="24470"/>
                    <a:pt x="1456" y="24537"/>
                  </a:cubicBezTo>
                  <a:cubicBezTo>
                    <a:pt x="1492" y="24562"/>
                    <a:pt x="1534" y="24575"/>
                    <a:pt x="1578" y="24575"/>
                  </a:cubicBezTo>
                  <a:cubicBezTo>
                    <a:pt x="1645" y="24575"/>
                    <a:pt x="1706" y="24545"/>
                    <a:pt x="1744" y="24492"/>
                  </a:cubicBezTo>
                  <a:cubicBezTo>
                    <a:pt x="2057" y="24058"/>
                    <a:pt x="2406" y="23651"/>
                    <a:pt x="2788" y="23277"/>
                  </a:cubicBezTo>
                  <a:cubicBezTo>
                    <a:pt x="2871" y="23199"/>
                    <a:pt x="2874" y="23069"/>
                    <a:pt x="2796" y="22986"/>
                  </a:cubicBezTo>
                  <a:cubicBezTo>
                    <a:pt x="2756" y="22947"/>
                    <a:pt x="2703" y="22927"/>
                    <a:pt x="2649" y="22927"/>
                  </a:cubicBezTo>
                  <a:close/>
                  <a:moveTo>
                    <a:pt x="304" y="27162"/>
                  </a:moveTo>
                  <a:cubicBezTo>
                    <a:pt x="205" y="27162"/>
                    <a:pt x="117" y="27233"/>
                    <a:pt x="100" y="27333"/>
                  </a:cubicBezTo>
                  <a:cubicBezTo>
                    <a:pt x="33" y="27735"/>
                    <a:pt x="0" y="28139"/>
                    <a:pt x="0" y="28546"/>
                  </a:cubicBezTo>
                  <a:cubicBezTo>
                    <a:pt x="0" y="28701"/>
                    <a:pt x="3" y="28859"/>
                    <a:pt x="14" y="29017"/>
                  </a:cubicBezTo>
                  <a:cubicBezTo>
                    <a:pt x="22" y="29122"/>
                    <a:pt x="111" y="29208"/>
                    <a:pt x="219" y="29210"/>
                  </a:cubicBezTo>
                  <a:lnTo>
                    <a:pt x="233" y="29205"/>
                  </a:lnTo>
                  <a:cubicBezTo>
                    <a:pt x="346" y="29199"/>
                    <a:pt x="432" y="29105"/>
                    <a:pt x="426" y="28992"/>
                  </a:cubicBezTo>
                  <a:cubicBezTo>
                    <a:pt x="415" y="28842"/>
                    <a:pt x="410" y="28693"/>
                    <a:pt x="413" y="28546"/>
                  </a:cubicBezTo>
                  <a:cubicBezTo>
                    <a:pt x="413" y="28161"/>
                    <a:pt x="443" y="27779"/>
                    <a:pt x="507" y="27400"/>
                  </a:cubicBezTo>
                  <a:cubicBezTo>
                    <a:pt x="526" y="27286"/>
                    <a:pt x="449" y="27178"/>
                    <a:pt x="335" y="27164"/>
                  </a:cubicBezTo>
                  <a:cubicBezTo>
                    <a:pt x="325" y="27163"/>
                    <a:pt x="314" y="27162"/>
                    <a:pt x="304" y="27162"/>
                  </a:cubicBezTo>
                  <a:close/>
                  <a:moveTo>
                    <a:pt x="1122" y="31929"/>
                  </a:moveTo>
                  <a:cubicBezTo>
                    <a:pt x="1089" y="31929"/>
                    <a:pt x="1055" y="31937"/>
                    <a:pt x="1024" y="31954"/>
                  </a:cubicBezTo>
                  <a:cubicBezTo>
                    <a:pt x="925" y="32007"/>
                    <a:pt x="889" y="32131"/>
                    <a:pt x="941" y="32231"/>
                  </a:cubicBezTo>
                  <a:cubicBezTo>
                    <a:pt x="1210" y="32727"/>
                    <a:pt x="1537" y="33189"/>
                    <a:pt x="1910" y="33613"/>
                  </a:cubicBezTo>
                  <a:cubicBezTo>
                    <a:pt x="1949" y="33654"/>
                    <a:pt x="2005" y="33679"/>
                    <a:pt x="2063" y="33682"/>
                  </a:cubicBezTo>
                  <a:cubicBezTo>
                    <a:pt x="2113" y="33682"/>
                    <a:pt x="2162" y="33660"/>
                    <a:pt x="2198" y="33627"/>
                  </a:cubicBezTo>
                  <a:cubicBezTo>
                    <a:pt x="2284" y="33552"/>
                    <a:pt x="2290" y="33422"/>
                    <a:pt x="2215" y="33339"/>
                  </a:cubicBezTo>
                  <a:cubicBezTo>
                    <a:pt x="1861" y="32940"/>
                    <a:pt x="1556" y="32505"/>
                    <a:pt x="1301" y="32037"/>
                  </a:cubicBezTo>
                  <a:cubicBezTo>
                    <a:pt x="1265" y="31969"/>
                    <a:pt x="1195" y="31929"/>
                    <a:pt x="1122" y="31929"/>
                  </a:cubicBezTo>
                  <a:close/>
                  <a:moveTo>
                    <a:pt x="11080" y="34552"/>
                  </a:moveTo>
                  <a:cubicBezTo>
                    <a:pt x="11045" y="34552"/>
                    <a:pt x="11009" y="34562"/>
                    <a:pt x="10975" y="34582"/>
                  </a:cubicBezTo>
                  <a:cubicBezTo>
                    <a:pt x="10521" y="34856"/>
                    <a:pt x="10034" y="35077"/>
                    <a:pt x="9527" y="35238"/>
                  </a:cubicBezTo>
                  <a:cubicBezTo>
                    <a:pt x="9419" y="35269"/>
                    <a:pt x="9358" y="35385"/>
                    <a:pt x="9392" y="35496"/>
                  </a:cubicBezTo>
                  <a:cubicBezTo>
                    <a:pt x="9419" y="35579"/>
                    <a:pt x="9500" y="35637"/>
                    <a:pt x="9588" y="35637"/>
                  </a:cubicBezTo>
                  <a:cubicBezTo>
                    <a:pt x="9608" y="35637"/>
                    <a:pt x="9630" y="35634"/>
                    <a:pt x="9649" y="35628"/>
                  </a:cubicBezTo>
                  <a:cubicBezTo>
                    <a:pt x="10189" y="35460"/>
                    <a:pt x="10704" y="35224"/>
                    <a:pt x="11186" y="34931"/>
                  </a:cubicBezTo>
                  <a:cubicBezTo>
                    <a:pt x="11280" y="34870"/>
                    <a:pt x="11310" y="34748"/>
                    <a:pt x="11252" y="34651"/>
                  </a:cubicBezTo>
                  <a:cubicBezTo>
                    <a:pt x="11214" y="34587"/>
                    <a:pt x="11148" y="34552"/>
                    <a:pt x="11080" y="34552"/>
                  </a:cubicBezTo>
                  <a:close/>
                  <a:moveTo>
                    <a:pt x="4752" y="35094"/>
                  </a:moveTo>
                  <a:cubicBezTo>
                    <a:pt x="4669" y="35094"/>
                    <a:pt x="4593" y="35146"/>
                    <a:pt x="4563" y="35227"/>
                  </a:cubicBezTo>
                  <a:cubicBezTo>
                    <a:pt x="4521" y="35335"/>
                    <a:pt x="4577" y="35451"/>
                    <a:pt x="4682" y="35490"/>
                  </a:cubicBezTo>
                  <a:cubicBezTo>
                    <a:pt x="5211" y="35687"/>
                    <a:pt x="5756" y="35825"/>
                    <a:pt x="6313" y="35903"/>
                  </a:cubicBezTo>
                  <a:lnTo>
                    <a:pt x="6343" y="35903"/>
                  </a:lnTo>
                  <a:cubicBezTo>
                    <a:pt x="6446" y="35903"/>
                    <a:pt x="6532" y="35828"/>
                    <a:pt x="6545" y="35725"/>
                  </a:cubicBezTo>
                  <a:cubicBezTo>
                    <a:pt x="6562" y="35615"/>
                    <a:pt x="6484" y="35509"/>
                    <a:pt x="6371" y="35496"/>
                  </a:cubicBezTo>
                  <a:cubicBezTo>
                    <a:pt x="5842" y="35421"/>
                    <a:pt x="5324" y="35291"/>
                    <a:pt x="4826" y="35108"/>
                  </a:cubicBezTo>
                  <a:cubicBezTo>
                    <a:pt x="4802" y="35099"/>
                    <a:pt x="4777" y="35094"/>
                    <a:pt x="4752" y="350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0" y="2260600"/>
            <a:ext cx="4284020" cy="4597400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33103" y="37552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657225"/>
            <a:ext cx="4916170" cy="2407285"/>
          </a:xfr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40" y="3064510"/>
            <a:ext cx="4728210" cy="314515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4" r="3441"/>
          <a:stretch>
            <a:fillRect/>
          </a:stretch>
        </p:blipFill>
        <p:spPr>
          <a:xfrm>
            <a:off x="5584190" y="607695"/>
            <a:ext cx="5996305" cy="193484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5" r="2530"/>
          <a:stretch>
            <a:fillRect/>
          </a:stretch>
        </p:blipFill>
        <p:spPr>
          <a:xfrm>
            <a:off x="4947285" y="3115310"/>
            <a:ext cx="6539230" cy="2898775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23" name="图片 22" descr="01标示标准彩色图形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24" name="图片 23" descr="679ea5b50a417660f7076eba1cf8bbad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0" y="2260600"/>
            <a:ext cx="4284020" cy="4597400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48640" y="55118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dsolve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求解微分方程组</a:t>
            </a:r>
            <a:endParaRPr lang="zh-CN" altLang="en-US" sz="3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0855" y="1222375"/>
            <a:ext cx="11405870" cy="4892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n"/>
            </a:pP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dsolve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调用格式：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dsolve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‘equ1’,‘equ2’,..........‘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equN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’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4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>
              <a:buFont typeface="Wingdings" panose="05000000000000000000" charset="0"/>
              <a:buChar char="n"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另外要注意：在微分方程表达式输入中，以大写字母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来表示微分，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D,D2,.......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Dn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分别表示一阶，二阶和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阶</a:t>
            </a:r>
            <a:b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b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例子：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2dx/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dt+dy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/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dt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-y=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exp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(-t)</a:t>
            </a:r>
            <a:b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dx/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dt+x+y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=0                             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其中初始条件：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x(0)=1.5,y(0)=0</a:t>
            </a:r>
            <a:b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b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首先求解微分方程的通解：</a:t>
            </a:r>
            <a:b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b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s=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dsolve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('2*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Dx+Dy-y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=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exp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(-t)','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Dx+x+y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=0');%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求解微分方程组的通解</a:t>
            </a:r>
            <a:br>
              <a:rPr lang="zh-CN" altLang="en-US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&gt;&gt; 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s.x</a:t>
            </a:r>
            <a:b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%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微分方程组变量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x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的通解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8" name="图片 7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9" name="图片 8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grpSp>
        <p:nvGrpSpPr>
          <p:cNvPr id="4521" name="Google Shape;4521;p69"/>
          <p:cNvGrpSpPr/>
          <p:nvPr/>
        </p:nvGrpSpPr>
        <p:grpSpPr>
          <a:xfrm flipH="1">
            <a:off x="7386096" y="-70"/>
            <a:ext cx="1091382" cy="1155725"/>
            <a:chOff x="2958275" y="539500"/>
            <a:chExt cx="1091382" cy="1155725"/>
          </a:xfrm>
        </p:grpSpPr>
        <p:grpSp>
          <p:nvGrpSpPr>
            <p:cNvPr id="4522" name="Google Shape;4522;p69"/>
            <p:cNvGrpSpPr/>
            <p:nvPr/>
          </p:nvGrpSpPr>
          <p:grpSpPr>
            <a:xfrm>
              <a:off x="3170379" y="1212137"/>
              <a:ext cx="879278" cy="483088"/>
              <a:chOff x="2296950" y="3661600"/>
              <a:chExt cx="616475" cy="338700"/>
            </a:xfrm>
          </p:grpSpPr>
          <p:sp>
            <p:nvSpPr>
              <p:cNvPr id="4523" name="Google Shape;4523;p69"/>
              <p:cNvSpPr/>
              <p:nvPr/>
            </p:nvSpPr>
            <p:spPr>
              <a:xfrm>
                <a:off x="2510075" y="3661600"/>
                <a:ext cx="402675" cy="97750"/>
              </a:xfrm>
              <a:custGeom>
                <a:avLst/>
                <a:gdLst/>
                <a:ahLst/>
                <a:cxnLst/>
                <a:rect l="l" t="t" r="r" b="b"/>
                <a:pathLst>
                  <a:path w="16107" h="3910" extrusionOk="0">
                    <a:moveTo>
                      <a:pt x="4306" y="700"/>
                    </a:moveTo>
                    <a:lnTo>
                      <a:pt x="13180" y="2635"/>
                    </a:lnTo>
                    <a:lnTo>
                      <a:pt x="1346" y="3189"/>
                    </a:lnTo>
                    <a:lnTo>
                      <a:pt x="4306" y="700"/>
                    </a:lnTo>
                    <a:close/>
                    <a:moveTo>
                      <a:pt x="4216" y="0"/>
                    </a:moveTo>
                    <a:cubicBezTo>
                      <a:pt x="4136" y="0"/>
                      <a:pt x="4058" y="29"/>
                      <a:pt x="3998" y="83"/>
                    </a:cubicBezTo>
                    <a:lnTo>
                      <a:pt x="152" y="3314"/>
                    </a:lnTo>
                    <a:cubicBezTo>
                      <a:pt x="42" y="3405"/>
                      <a:pt x="0" y="3560"/>
                      <a:pt x="56" y="3696"/>
                    </a:cubicBezTo>
                    <a:cubicBezTo>
                      <a:pt x="103" y="3823"/>
                      <a:pt x="227" y="3909"/>
                      <a:pt x="368" y="3909"/>
                    </a:cubicBezTo>
                    <a:lnTo>
                      <a:pt x="385" y="3909"/>
                    </a:lnTo>
                    <a:lnTo>
                      <a:pt x="15768" y="3189"/>
                    </a:lnTo>
                    <a:cubicBezTo>
                      <a:pt x="15937" y="3184"/>
                      <a:pt x="16078" y="3051"/>
                      <a:pt x="16092" y="2882"/>
                    </a:cubicBezTo>
                    <a:cubicBezTo>
                      <a:pt x="16106" y="2713"/>
                      <a:pt x="15990" y="2558"/>
                      <a:pt x="15824" y="2525"/>
                    </a:cubicBezTo>
                    <a:lnTo>
                      <a:pt x="4286" y="8"/>
                    </a:lnTo>
                    <a:cubicBezTo>
                      <a:pt x="4263" y="3"/>
                      <a:pt x="4240" y="0"/>
                      <a:pt x="42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69"/>
              <p:cNvSpPr/>
              <p:nvPr/>
            </p:nvSpPr>
            <p:spPr>
              <a:xfrm>
                <a:off x="2296950" y="3724500"/>
                <a:ext cx="616275" cy="210650"/>
              </a:xfrm>
              <a:custGeom>
                <a:avLst/>
                <a:gdLst/>
                <a:ahLst/>
                <a:cxnLst/>
                <a:rect l="l" t="t" r="r" b="b"/>
                <a:pathLst>
                  <a:path w="24651" h="8426" extrusionOk="0">
                    <a:moveTo>
                      <a:pt x="20027" y="1363"/>
                    </a:moveTo>
                    <a:lnTo>
                      <a:pt x="2334" y="7100"/>
                    </a:lnTo>
                    <a:lnTo>
                      <a:pt x="7528" y="3373"/>
                    </a:lnTo>
                    <a:lnTo>
                      <a:pt x="20027" y="1363"/>
                    </a:lnTo>
                    <a:close/>
                    <a:moveTo>
                      <a:pt x="24283" y="1"/>
                    </a:moveTo>
                    <a:cubicBezTo>
                      <a:pt x="24264" y="1"/>
                      <a:pt x="24244" y="3"/>
                      <a:pt x="24224" y="6"/>
                    </a:cubicBezTo>
                    <a:lnTo>
                      <a:pt x="7346" y="2722"/>
                    </a:lnTo>
                    <a:cubicBezTo>
                      <a:pt x="7293" y="2730"/>
                      <a:pt x="7243" y="2750"/>
                      <a:pt x="7204" y="2780"/>
                    </a:cubicBezTo>
                    <a:lnTo>
                      <a:pt x="180" y="7817"/>
                    </a:lnTo>
                    <a:cubicBezTo>
                      <a:pt x="44" y="7914"/>
                      <a:pt x="0" y="8094"/>
                      <a:pt x="78" y="8243"/>
                    </a:cubicBezTo>
                    <a:cubicBezTo>
                      <a:pt x="136" y="8354"/>
                      <a:pt x="252" y="8426"/>
                      <a:pt x="379" y="8426"/>
                    </a:cubicBezTo>
                    <a:cubicBezTo>
                      <a:pt x="413" y="8426"/>
                      <a:pt x="449" y="8420"/>
                      <a:pt x="482" y="8409"/>
                    </a:cubicBezTo>
                    <a:lnTo>
                      <a:pt x="24385" y="657"/>
                    </a:lnTo>
                    <a:cubicBezTo>
                      <a:pt x="24551" y="601"/>
                      <a:pt x="24651" y="427"/>
                      <a:pt x="24606" y="255"/>
                    </a:cubicBezTo>
                    <a:cubicBezTo>
                      <a:pt x="24569" y="103"/>
                      <a:pt x="24435" y="1"/>
                      <a:pt x="242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69"/>
              <p:cNvSpPr/>
              <p:nvPr/>
            </p:nvSpPr>
            <p:spPr>
              <a:xfrm>
                <a:off x="2510825" y="3724575"/>
                <a:ext cx="401925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16077" h="3146" extrusionOk="0">
                    <a:moveTo>
                      <a:pt x="9783" y="950"/>
                    </a:moveTo>
                    <a:lnTo>
                      <a:pt x="676" y="2415"/>
                    </a:lnTo>
                    <a:lnTo>
                      <a:pt x="676" y="1376"/>
                    </a:lnTo>
                    <a:lnTo>
                      <a:pt x="9783" y="950"/>
                    </a:lnTo>
                    <a:close/>
                    <a:moveTo>
                      <a:pt x="15719" y="0"/>
                    </a:moveTo>
                    <a:cubicBezTo>
                      <a:pt x="15715" y="0"/>
                      <a:pt x="15712" y="0"/>
                      <a:pt x="15708" y="0"/>
                    </a:cubicBezTo>
                    <a:lnTo>
                      <a:pt x="325" y="720"/>
                    </a:lnTo>
                    <a:cubicBezTo>
                      <a:pt x="142" y="726"/>
                      <a:pt x="1" y="875"/>
                      <a:pt x="1" y="1055"/>
                    </a:cubicBezTo>
                    <a:lnTo>
                      <a:pt x="1" y="2811"/>
                    </a:lnTo>
                    <a:cubicBezTo>
                      <a:pt x="1" y="2907"/>
                      <a:pt x="42" y="3002"/>
                      <a:pt x="120" y="3065"/>
                    </a:cubicBezTo>
                    <a:cubicBezTo>
                      <a:pt x="181" y="3118"/>
                      <a:pt x="258" y="3146"/>
                      <a:pt x="338" y="3146"/>
                    </a:cubicBezTo>
                    <a:lnTo>
                      <a:pt x="394" y="3143"/>
                    </a:lnTo>
                    <a:lnTo>
                      <a:pt x="15777" y="667"/>
                    </a:lnTo>
                    <a:cubicBezTo>
                      <a:pt x="15954" y="640"/>
                      <a:pt x="16076" y="476"/>
                      <a:pt x="16057" y="299"/>
                    </a:cubicBezTo>
                    <a:cubicBezTo>
                      <a:pt x="16035" y="128"/>
                      <a:pt x="15891" y="0"/>
                      <a:pt x="157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69"/>
              <p:cNvSpPr/>
              <p:nvPr/>
            </p:nvSpPr>
            <p:spPr>
              <a:xfrm>
                <a:off x="2482025" y="3724450"/>
                <a:ext cx="431400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11034" extrusionOk="0">
                    <a:moveTo>
                      <a:pt x="14387" y="1500"/>
                    </a:moveTo>
                    <a:lnTo>
                      <a:pt x="676" y="10089"/>
                    </a:lnTo>
                    <a:lnTo>
                      <a:pt x="676" y="5947"/>
                    </a:lnTo>
                    <a:lnTo>
                      <a:pt x="14387" y="1500"/>
                    </a:lnTo>
                    <a:close/>
                    <a:moveTo>
                      <a:pt x="16882" y="1"/>
                    </a:moveTo>
                    <a:cubicBezTo>
                      <a:pt x="16846" y="1"/>
                      <a:pt x="16810" y="7"/>
                      <a:pt x="16774" y="19"/>
                    </a:cubicBezTo>
                    <a:lnTo>
                      <a:pt x="236" y="5382"/>
                    </a:lnTo>
                    <a:cubicBezTo>
                      <a:pt x="98" y="5426"/>
                      <a:pt x="4" y="5554"/>
                      <a:pt x="1" y="5701"/>
                    </a:cubicBezTo>
                    <a:lnTo>
                      <a:pt x="1" y="10695"/>
                    </a:lnTo>
                    <a:cubicBezTo>
                      <a:pt x="1" y="10817"/>
                      <a:pt x="70" y="10931"/>
                      <a:pt x="178" y="10989"/>
                    </a:cubicBezTo>
                    <a:cubicBezTo>
                      <a:pt x="222" y="11017"/>
                      <a:pt x="275" y="11034"/>
                      <a:pt x="329" y="11034"/>
                    </a:cubicBezTo>
                    <a:cubicBezTo>
                      <a:pt x="333" y="11034"/>
                      <a:pt x="337" y="11033"/>
                      <a:pt x="341" y="11033"/>
                    </a:cubicBezTo>
                    <a:cubicBezTo>
                      <a:pt x="402" y="11033"/>
                      <a:pt x="463" y="11017"/>
                      <a:pt x="516" y="10983"/>
                    </a:cubicBezTo>
                    <a:lnTo>
                      <a:pt x="17054" y="623"/>
                    </a:lnTo>
                    <a:cubicBezTo>
                      <a:pt x="17200" y="534"/>
                      <a:pt x="17256" y="351"/>
                      <a:pt x="17184" y="196"/>
                    </a:cubicBezTo>
                    <a:cubicBezTo>
                      <a:pt x="17128" y="73"/>
                      <a:pt x="17008" y="1"/>
                      <a:pt x="16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27" name="Google Shape;4527;p69"/>
            <p:cNvSpPr/>
            <p:nvPr/>
          </p:nvSpPr>
          <p:spPr>
            <a:xfrm>
              <a:off x="2958275" y="539500"/>
              <a:ext cx="562425" cy="897575"/>
            </a:xfrm>
            <a:custGeom>
              <a:avLst/>
              <a:gdLst/>
              <a:ahLst/>
              <a:cxnLst/>
              <a:rect l="l" t="t" r="r" b="b"/>
              <a:pathLst>
                <a:path w="22497" h="35903" extrusionOk="0">
                  <a:moveTo>
                    <a:pt x="20015" y="1"/>
                  </a:moveTo>
                  <a:cubicBezTo>
                    <a:pt x="19867" y="1"/>
                    <a:pt x="19729" y="176"/>
                    <a:pt x="19849" y="335"/>
                  </a:cubicBezTo>
                  <a:cubicBezTo>
                    <a:pt x="20176" y="761"/>
                    <a:pt x="20470" y="1210"/>
                    <a:pt x="20733" y="1680"/>
                  </a:cubicBezTo>
                  <a:cubicBezTo>
                    <a:pt x="20766" y="1747"/>
                    <a:pt x="20832" y="1788"/>
                    <a:pt x="20907" y="1788"/>
                  </a:cubicBezTo>
                  <a:cubicBezTo>
                    <a:pt x="20943" y="1788"/>
                    <a:pt x="20976" y="1777"/>
                    <a:pt x="21010" y="1761"/>
                  </a:cubicBezTo>
                  <a:cubicBezTo>
                    <a:pt x="21109" y="1705"/>
                    <a:pt x="21145" y="1581"/>
                    <a:pt x="21087" y="1484"/>
                  </a:cubicBezTo>
                  <a:cubicBezTo>
                    <a:pt x="20818" y="994"/>
                    <a:pt x="20514" y="526"/>
                    <a:pt x="20173" y="86"/>
                  </a:cubicBezTo>
                  <a:cubicBezTo>
                    <a:pt x="20128" y="26"/>
                    <a:pt x="20071" y="1"/>
                    <a:pt x="20015" y="1"/>
                  </a:cubicBezTo>
                  <a:close/>
                  <a:moveTo>
                    <a:pt x="22064" y="4439"/>
                  </a:moveTo>
                  <a:cubicBezTo>
                    <a:pt x="22050" y="4439"/>
                    <a:pt x="22035" y="4440"/>
                    <a:pt x="22020" y="4444"/>
                  </a:cubicBezTo>
                  <a:cubicBezTo>
                    <a:pt x="21909" y="4469"/>
                    <a:pt x="21837" y="4577"/>
                    <a:pt x="21860" y="4687"/>
                  </a:cubicBezTo>
                  <a:cubicBezTo>
                    <a:pt x="21973" y="5213"/>
                    <a:pt x="22048" y="5745"/>
                    <a:pt x="22081" y="6279"/>
                  </a:cubicBezTo>
                  <a:cubicBezTo>
                    <a:pt x="22087" y="6390"/>
                    <a:pt x="22175" y="6473"/>
                    <a:pt x="22286" y="6473"/>
                  </a:cubicBezTo>
                  <a:lnTo>
                    <a:pt x="22300" y="6473"/>
                  </a:lnTo>
                  <a:cubicBezTo>
                    <a:pt x="22413" y="6468"/>
                    <a:pt x="22496" y="6368"/>
                    <a:pt x="22491" y="6257"/>
                  </a:cubicBezTo>
                  <a:cubicBezTo>
                    <a:pt x="22455" y="5701"/>
                    <a:pt x="22380" y="5147"/>
                    <a:pt x="22261" y="4601"/>
                  </a:cubicBezTo>
                  <a:cubicBezTo>
                    <a:pt x="22242" y="4506"/>
                    <a:pt x="22158" y="4439"/>
                    <a:pt x="22064" y="4439"/>
                  </a:cubicBezTo>
                  <a:close/>
                  <a:moveTo>
                    <a:pt x="21969" y="9334"/>
                  </a:moveTo>
                  <a:cubicBezTo>
                    <a:pt x="21889" y="9334"/>
                    <a:pt x="21810" y="9377"/>
                    <a:pt x="21776" y="9475"/>
                  </a:cubicBezTo>
                  <a:cubicBezTo>
                    <a:pt x="21646" y="9998"/>
                    <a:pt x="21477" y="10507"/>
                    <a:pt x="21273" y="11006"/>
                  </a:cubicBezTo>
                  <a:cubicBezTo>
                    <a:pt x="21228" y="11108"/>
                    <a:pt x="21278" y="11227"/>
                    <a:pt x="21383" y="11271"/>
                  </a:cubicBezTo>
                  <a:cubicBezTo>
                    <a:pt x="21408" y="11283"/>
                    <a:pt x="21433" y="11288"/>
                    <a:pt x="21461" y="11288"/>
                  </a:cubicBezTo>
                  <a:cubicBezTo>
                    <a:pt x="21544" y="11285"/>
                    <a:pt x="21619" y="11235"/>
                    <a:pt x="21652" y="11161"/>
                  </a:cubicBezTo>
                  <a:cubicBezTo>
                    <a:pt x="21862" y="10643"/>
                    <a:pt x="22039" y="10114"/>
                    <a:pt x="22178" y="9574"/>
                  </a:cubicBezTo>
                  <a:cubicBezTo>
                    <a:pt x="22203" y="9426"/>
                    <a:pt x="22086" y="9334"/>
                    <a:pt x="21969" y="9334"/>
                  </a:cubicBezTo>
                  <a:close/>
                  <a:moveTo>
                    <a:pt x="19769" y="13698"/>
                  </a:moveTo>
                  <a:cubicBezTo>
                    <a:pt x="19720" y="13698"/>
                    <a:pt x="19669" y="13717"/>
                    <a:pt x="19625" y="13761"/>
                  </a:cubicBezTo>
                  <a:cubicBezTo>
                    <a:pt x="19285" y="14176"/>
                    <a:pt x="18914" y="14564"/>
                    <a:pt x="18512" y="14921"/>
                  </a:cubicBezTo>
                  <a:cubicBezTo>
                    <a:pt x="18376" y="15051"/>
                    <a:pt x="18465" y="15281"/>
                    <a:pt x="18651" y="15283"/>
                  </a:cubicBezTo>
                  <a:cubicBezTo>
                    <a:pt x="18700" y="15283"/>
                    <a:pt x="18750" y="15264"/>
                    <a:pt x="18786" y="15231"/>
                  </a:cubicBezTo>
                  <a:cubicBezTo>
                    <a:pt x="19201" y="14857"/>
                    <a:pt x="19589" y="14453"/>
                    <a:pt x="19944" y="14021"/>
                  </a:cubicBezTo>
                  <a:cubicBezTo>
                    <a:pt x="20045" y="13865"/>
                    <a:pt x="19915" y="13698"/>
                    <a:pt x="19769" y="13698"/>
                  </a:cubicBezTo>
                  <a:close/>
                  <a:moveTo>
                    <a:pt x="15938" y="16706"/>
                  </a:moveTo>
                  <a:cubicBezTo>
                    <a:pt x="15907" y="16706"/>
                    <a:pt x="15875" y="16713"/>
                    <a:pt x="15846" y="16729"/>
                  </a:cubicBezTo>
                  <a:cubicBezTo>
                    <a:pt x="15389" y="16967"/>
                    <a:pt x="14907" y="17194"/>
                    <a:pt x="14370" y="17418"/>
                  </a:cubicBezTo>
                  <a:cubicBezTo>
                    <a:pt x="14265" y="17460"/>
                    <a:pt x="14215" y="17579"/>
                    <a:pt x="14259" y="17684"/>
                  </a:cubicBezTo>
                  <a:cubicBezTo>
                    <a:pt x="14292" y="17761"/>
                    <a:pt x="14367" y="17811"/>
                    <a:pt x="14450" y="17811"/>
                  </a:cubicBezTo>
                  <a:cubicBezTo>
                    <a:pt x="14478" y="17811"/>
                    <a:pt x="14503" y="17806"/>
                    <a:pt x="14531" y="17795"/>
                  </a:cubicBezTo>
                  <a:cubicBezTo>
                    <a:pt x="15076" y="17568"/>
                    <a:pt x="15569" y="17338"/>
                    <a:pt x="16031" y="17097"/>
                  </a:cubicBezTo>
                  <a:cubicBezTo>
                    <a:pt x="16134" y="17044"/>
                    <a:pt x="16172" y="16920"/>
                    <a:pt x="16120" y="16820"/>
                  </a:cubicBezTo>
                  <a:cubicBezTo>
                    <a:pt x="16085" y="16748"/>
                    <a:pt x="16012" y="16706"/>
                    <a:pt x="15938" y="16706"/>
                  </a:cubicBezTo>
                  <a:close/>
                  <a:moveTo>
                    <a:pt x="11369" y="18532"/>
                  </a:moveTo>
                  <a:cubicBezTo>
                    <a:pt x="11348" y="18532"/>
                    <a:pt x="11326" y="18535"/>
                    <a:pt x="11305" y="18542"/>
                  </a:cubicBezTo>
                  <a:lnTo>
                    <a:pt x="10782" y="18714"/>
                  </a:lnTo>
                  <a:lnTo>
                    <a:pt x="9743" y="19060"/>
                  </a:lnTo>
                  <a:cubicBezTo>
                    <a:pt x="9533" y="19143"/>
                    <a:pt x="9583" y="19453"/>
                    <a:pt x="9807" y="19462"/>
                  </a:cubicBezTo>
                  <a:cubicBezTo>
                    <a:pt x="9832" y="19462"/>
                    <a:pt x="9854" y="19459"/>
                    <a:pt x="9879" y="19453"/>
                  </a:cubicBezTo>
                  <a:lnTo>
                    <a:pt x="10912" y="19102"/>
                  </a:lnTo>
                  <a:lnTo>
                    <a:pt x="11432" y="18930"/>
                  </a:lnTo>
                  <a:cubicBezTo>
                    <a:pt x="11538" y="18894"/>
                    <a:pt x="11598" y="18778"/>
                    <a:pt x="11562" y="18670"/>
                  </a:cubicBezTo>
                  <a:cubicBezTo>
                    <a:pt x="11534" y="18586"/>
                    <a:pt x="11454" y="18532"/>
                    <a:pt x="11369" y="18532"/>
                  </a:cubicBezTo>
                  <a:close/>
                  <a:moveTo>
                    <a:pt x="6751" y="20236"/>
                  </a:moveTo>
                  <a:cubicBezTo>
                    <a:pt x="6722" y="20236"/>
                    <a:pt x="6691" y="20242"/>
                    <a:pt x="6662" y="20256"/>
                  </a:cubicBezTo>
                  <a:cubicBezTo>
                    <a:pt x="6141" y="20494"/>
                    <a:pt x="5646" y="20752"/>
                    <a:pt x="5186" y="21009"/>
                  </a:cubicBezTo>
                  <a:cubicBezTo>
                    <a:pt x="5086" y="21067"/>
                    <a:pt x="5053" y="21192"/>
                    <a:pt x="5108" y="21289"/>
                  </a:cubicBezTo>
                  <a:cubicBezTo>
                    <a:pt x="5143" y="21353"/>
                    <a:pt x="5209" y="21394"/>
                    <a:pt x="5281" y="21394"/>
                  </a:cubicBezTo>
                  <a:cubicBezTo>
                    <a:pt x="5284" y="21394"/>
                    <a:pt x="5286" y="21394"/>
                    <a:pt x="5288" y="21394"/>
                  </a:cubicBezTo>
                  <a:cubicBezTo>
                    <a:pt x="5324" y="21394"/>
                    <a:pt x="5358" y="21386"/>
                    <a:pt x="5388" y="21369"/>
                  </a:cubicBezTo>
                  <a:cubicBezTo>
                    <a:pt x="5837" y="21114"/>
                    <a:pt x="6324" y="20865"/>
                    <a:pt x="6836" y="20630"/>
                  </a:cubicBezTo>
                  <a:cubicBezTo>
                    <a:pt x="6936" y="20580"/>
                    <a:pt x="6980" y="20458"/>
                    <a:pt x="6936" y="20356"/>
                  </a:cubicBezTo>
                  <a:cubicBezTo>
                    <a:pt x="6902" y="20280"/>
                    <a:pt x="6829" y="20236"/>
                    <a:pt x="6751" y="20236"/>
                  </a:cubicBezTo>
                  <a:close/>
                  <a:moveTo>
                    <a:pt x="2649" y="22927"/>
                  </a:moveTo>
                  <a:cubicBezTo>
                    <a:pt x="2598" y="22927"/>
                    <a:pt x="2547" y="22945"/>
                    <a:pt x="2506" y="22983"/>
                  </a:cubicBezTo>
                  <a:cubicBezTo>
                    <a:pt x="2104" y="23374"/>
                    <a:pt x="1736" y="23797"/>
                    <a:pt x="1409" y="24254"/>
                  </a:cubicBezTo>
                  <a:cubicBezTo>
                    <a:pt x="1343" y="24346"/>
                    <a:pt x="1365" y="24470"/>
                    <a:pt x="1456" y="24537"/>
                  </a:cubicBezTo>
                  <a:cubicBezTo>
                    <a:pt x="1492" y="24562"/>
                    <a:pt x="1534" y="24575"/>
                    <a:pt x="1578" y="24575"/>
                  </a:cubicBezTo>
                  <a:cubicBezTo>
                    <a:pt x="1645" y="24575"/>
                    <a:pt x="1706" y="24545"/>
                    <a:pt x="1744" y="24492"/>
                  </a:cubicBezTo>
                  <a:cubicBezTo>
                    <a:pt x="2057" y="24058"/>
                    <a:pt x="2406" y="23651"/>
                    <a:pt x="2788" y="23277"/>
                  </a:cubicBezTo>
                  <a:cubicBezTo>
                    <a:pt x="2871" y="23199"/>
                    <a:pt x="2874" y="23069"/>
                    <a:pt x="2796" y="22986"/>
                  </a:cubicBezTo>
                  <a:cubicBezTo>
                    <a:pt x="2756" y="22947"/>
                    <a:pt x="2703" y="22927"/>
                    <a:pt x="2649" y="22927"/>
                  </a:cubicBezTo>
                  <a:close/>
                  <a:moveTo>
                    <a:pt x="304" y="27162"/>
                  </a:moveTo>
                  <a:cubicBezTo>
                    <a:pt x="205" y="27162"/>
                    <a:pt x="117" y="27233"/>
                    <a:pt x="100" y="27333"/>
                  </a:cubicBezTo>
                  <a:cubicBezTo>
                    <a:pt x="33" y="27735"/>
                    <a:pt x="0" y="28139"/>
                    <a:pt x="0" y="28546"/>
                  </a:cubicBezTo>
                  <a:cubicBezTo>
                    <a:pt x="0" y="28701"/>
                    <a:pt x="3" y="28859"/>
                    <a:pt x="14" y="29017"/>
                  </a:cubicBezTo>
                  <a:cubicBezTo>
                    <a:pt x="22" y="29122"/>
                    <a:pt x="111" y="29208"/>
                    <a:pt x="219" y="29210"/>
                  </a:cubicBezTo>
                  <a:lnTo>
                    <a:pt x="233" y="29205"/>
                  </a:lnTo>
                  <a:cubicBezTo>
                    <a:pt x="346" y="29199"/>
                    <a:pt x="432" y="29105"/>
                    <a:pt x="426" y="28992"/>
                  </a:cubicBezTo>
                  <a:cubicBezTo>
                    <a:pt x="415" y="28842"/>
                    <a:pt x="410" y="28693"/>
                    <a:pt x="413" y="28546"/>
                  </a:cubicBezTo>
                  <a:cubicBezTo>
                    <a:pt x="413" y="28161"/>
                    <a:pt x="443" y="27779"/>
                    <a:pt x="507" y="27400"/>
                  </a:cubicBezTo>
                  <a:cubicBezTo>
                    <a:pt x="526" y="27286"/>
                    <a:pt x="449" y="27178"/>
                    <a:pt x="335" y="27164"/>
                  </a:cubicBezTo>
                  <a:cubicBezTo>
                    <a:pt x="325" y="27163"/>
                    <a:pt x="314" y="27162"/>
                    <a:pt x="304" y="27162"/>
                  </a:cubicBezTo>
                  <a:close/>
                  <a:moveTo>
                    <a:pt x="1122" y="31929"/>
                  </a:moveTo>
                  <a:cubicBezTo>
                    <a:pt x="1089" y="31929"/>
                    <a:pt x="1055" y="31937"/>
                    <a:pt x="1024" y="31954"/>
                  </a:cubicBezTo>
                  <a:cubicBezTo>
                    <a:pt x="925" y="32007"/>
                    <a:pt x="889" y="32131"/>
                    <a:pt x="941" y="32231"/>
                  </a:cubicBezTo>
                  <a:cubicBezTo>
                    <a:pt x="1210" y="32727"/>
                    <a:pt x="1537" y="33189"/>
                    <a:pt x="1910" y="33613"/>
                  </a:cubicBezTo>
                  <a:cubicBezTo>
                    <a:pt x="1949" y="33654"/>
                    <a:pt x="2005" y="33679"/>
                    <a:pt x="2063" y="33682"/>
                  </a:cubicBezTo>
                  <a:cubicBezTo>
                    <a:pt x="2113" y="33682"/>
                    <a:pt x="2162" y="33660"/>
                    <a:pt x="2198" y="33627"/>
                  </a:cubicBezTo>
                  <a:cubicBezTo>
                    <a:pt x="2284" y="33552"/>
                    <a:pt x="2290" y="33422"/>
                    <a:pt x="2215" y="33339"/>
                  </a:cubicBezTo>
                  <a:cubicBezTo>
                    <a:pt x="1861" y="32940"/>
                    <a:pt x="1556" y="32505"/>
                    <a:pt x="1301" y="32037"/>
                  </a:cubicBezTo>
                  <a:cubicBezTo>
                    <a:pt x="1265" y="31969"/>
                    <a:pt x="1195" y="31929"/>
                    <a:pt x="1122" y="31929"/>
                  </a:cubicBezTo>
                  <a:close/>
                  <a:moveTo>
                    <a:pt x="11080" y="34552"/>
                  </a:moveTo>
                  <a:cubicBezTo>
                    <a:pt x="11045" y="34552"/>
                    <a:pt x="11009" y="34562"/>
                    <a:pt x="10975" y="34582"/>
                  </a:cubicBezTo>
                  <a:cubicBezTo>
                    <a:pt x="10521" y="34856"/>
                    <a:pt x="10034" y="35077"/>
                    <a:pt x="9527" y="35238"/>
                  </a:cubicBezTo>
                  <a:cubicBezTo>
                    <a:pt x="9419" y="35269"/>
                    <a:pt x="9358" y="35385"/>
                    <a:pt x="9392" y="35496"/>
                  </a:cubicBezTo>
                  <a:cubicBezTo>
                    <a:pt x="9419" y="35579"/>
                    <a:pt x="9500" y="35637"/>
                    <a:pt x="9588" y="35637"/>
                  </a:cubicBezTo>
                  <a:cubicBezTo>
                    <a:pt x="9608" y="35637"/>
                    <a:pt x="9630" y="35634"/>
                    <a:pt x="9649" y="35628"/>
                  </a:cubicBezTo>
                  <a:cubicBezTo>
                    <a:pt x="10189" y="35460"/>
                    <a:pt x="10704" y="35224"/>
                    <a:pt x="11186" y="34931"/>
                  </a:cubicBezTo>
                  <a:cubicBezTo>
                    <a:pt x="11280" y="34870"/>
                    <a:pt x="11310" y="34748"/>
                    <a:pt x="11252" y="34651"/>
                  </a:cubicBezTo>
                  <a:cubicBezTo>
                    <a:pt x="11214" y="34587"/>
                    <a:pt x="11148" y="34552"/>
                    <a:pt x="11080" y="34552"/>
                  </a:cubicBezTo>
                  <a:close/>
                  <a:moveTo>
                    <a:pt x="4752" y="35094"/>
                  </a:moveTo>
                  <a:cubicBezTo>
                    <a:pt x="4669" y="35094"/>
                    <a:pt x="4593" y="35146"/>
                    <a:pt x="4563" y="35227"/>
                  </a:cubicBezTo>
                  <a:cubicBezTo>
                    <a:pt x="4521" y="35335"/>
                    <a:pt x="4577" y="35451"/>
                    <a:pt x="4682" y="35490"/>
                  </a:cubicBezTo>
                  <a:cubicBezTo>
                    <a:pt x="5211" y="35687"/>
                    <a:pt x="5756" y="35825"/>
                    <a:pt x="6313" y="35903"/>
                  </a:cubicBezTo>
                  <a:lnTo>
                    <a:pt x="6343" y="35903"/>
                  </a:lnTo>
                  <a:cubicBezTo>
                    <a:pt x="6446" y="35903"/>
                    <a:pt x="6532" y="35828"/>
                    <a:pt x="6545" y="35725"/>
                  </a:cubicBezTo>
                  <a:cubicBezTo>
                    <a:pt x="6562" y="35615"/>
                    <a:pt x="6484" y="35509"/>
                    <a:pt x="6371" y="35496"/>
                  </a:cubicBezTo>
                  <a:cubicBezTo>
                    <a:pt x="5842" y="35421"/>
                    <a:pt x="5324" y="35291"/>
                    <a:pt x="4826" y="35108"/>
                  </a:cubicBezTo>
                  <a:cubicBezTo>
                    <a:pt x="4802" y="35099"/>
                    <a:pt x="4777" y="35094"/>
                    <a:pt x="4752" y="350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0" y="2260600"/>
            <a:ext cx="4284020" cy="4597400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79" name="组合 578"/>
          <p:cNvGrpSpPr/>
          <p:nvPr/>
        </p:nvGrpSpPr>
        <p:grpSpPr>
          <a:xfrm>
            <a:off x="9864725" y="319405"/>
            <a:ext cx="3279140" cy="4554220"/>
            <a:chOff x="14035" y="1820"/>
            <a:chExt cx="5164" cy="7172"/>
          </a:xfrm>
        </p:grpSpPr>
        <p:grpSp>
          <p:nvGrpSpPr>
            <p:cNvPr id="2208" name="Google Shape;2208;p36"/>
            <p:cNvGrpSpPr/>
            <p:nvPr/>
          </p:nvGrpSpPr>
          <p:grpSpPr>
            <a:xfrm>
              <a:off x="15401" y="4153"/>
              <a:ext cx="1385" cy="1035"/>
              <a:chOff x="4030925" y="2186525"/>
              <a:chExt cx="944700" cy="706325"/>
            </a:xfrm>
          </p:grpSpPr>
          <p:sp>
            <p:nvSpPr>
              <p:cNvPr id="2209" name="Google Shape;2209;p36"/>
              <p:cNvSpPr/>
              <p:nvPr/>
            </p:nvSpPr>
            <p:spPr>
              <a:xfrm>
                <a:off x="4030925" y="2186525"/>
                <a:ext cx="944700" cy="281675"/>
              </a:xfrm>
              <a:custGeom>
                <a:avLst/>
                <a:gdLst/>
                <a:ahLst/>
                <a:cxnLst/>
                <a:rect l="l" t="t" r="r" b="b"/>
                <a:pathLst>
                  <a:path w="37788" h="11267" extrusionOk="0">
                    <a:moveTo>
                      <a:pt x="33327" y="1430"/>
                    </a:moveTo>
                    <a:lnTo>
                      <a:pt x="9699" y="10348"/>
                    </a:lnTo>
                    <a:lnTo>
                      <a:pt x="1770" y="6049"/>
                    </a:lnTo>
                    <a:lnTo>
                      <a:pt x="33327" y="1430"/>
                    </a:lnTo>
                    <a:close/>
                    <a:moveTo>
                      <a:pt x="37185" y="0"/>
                    </a:moveTo>
                    <a:cubicBezTo>
                      <a:pt x="37164" y="0"/>
                      <a:pt x="37142" y="1"/>
                      <a:pt x="37120" y="5"/>
                    </a:cubicBezTo>
                    <a:lnTo>
                      <a:pt x="391" y="5383"/>
                    </a:lnTo>
                    <a:cubicBezTo>
                      <a:pt x="207" y="5406"/>
                      <a:pt x="69" y="5544"/>
                      <a:pt x="23" y="5728"/>
                    </a:cubicBezTo>
                    <a:cubicBezTo>
                      <a:pt x="0" y="5912"/>
                      <a:pt x="92" y="6095"/>
                      <a:pt x="253" y="6187"/>
                    </a:cubicBezTo>
                    <a:lnTo>
                      <a:pt x="9447" y="11221"/>
                    </a:lnTo>
                    <a:lnTo>
                      <a:pt x="9653" y="11267"/>
                    </a:lnTo>
                    <a:lnTo>
                      <a:pt x="9814" y="11244"/>
                    </a:lnTo>
                    <a:lnTo>
                      <a:pt x="37327" y="855"/>
                    </a:lnTo>
                    <a:cubicBezTo>
                      <a:pt x="37788" y="679"/>
                      <a:pt x="37641" y="0"/>
                      <a:pt x="371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0" name="Google Shape;2210;p36"/>
              <p:cNvSpPr/>
              <p:nvPr/>
            </p:nvSpPr>
            <p:spPr>
              <a:xfrm>
                <a:off x="4423950" y="2187475"/>
                <a:ext cx="547625" cy="512875"/>
              </a:xfrm>
              <a:custGeom>
                <a:avLst/>
                <a:gdLst/>
                <a:ahLst/>
                <a:cxnLst/>
                <a:rect l="l" t="t" r="r" b="b"/>
                <a:pathLst>
                  <a:path w="21905" h="20515" extrusionOk="0">
                    <a:moveTo>
                      <a:pt x="19882" y="2104"/>
                    </a:moveTo>
                    <a:lnTo>
                      <a:pt x="8918" y="19572"/>
                    </a:lnTo>
                    <a:lnTo>
                      <a:pt x="1265" y="15918"/>
                    </a:lnTo>
                    <a:lnTo>
                      <a:pt x="19882" y="2104"/>
                    </a:lnTo>
                    <a:close/>
                    <a:moveTo>
                      <a:pt x="21443" y="0"/>
                    </a:moveTo>
                    <a:cubicBezTo>
                      <a:pt x="21354" y="0"/>
                      <a:pt x="21266" y="29"/>
                      <a:pt x="21192" y="81"/>
                    </a:cubicBezTo>
                    <a:lnTo>
                      <a:pt x="184" y="15688"/>
                    </a:lnTo>
                    <a:cubicBezTo>
                      <a:pt x="69" y="15780"/>
                      <a:pt x="0" y="15941"/>
                      <a:pt x="23" y="16102"/>
                    </a:cubicBezTo>
                    <a:cubicBezTo>
                      <a:pt x="23" y="16240"/>
                      <a:pt x="115" y="16378"/>
                      <a:pt x="253" y="16446"/>
                    </a:cubicBezTo>
                    <a:lnTo>
                      <a:pt x="8918" y="20515"/>
                    </a:lnTo>
                    <a:lnTo>
                      <a:pt x="9102" y="20515"/>
                    </a:lnTo>
                    <a:cubicBezTo>
                      <a:pt x="9240" y="20515"/>
                      <a:pt x="9378" y="20469"/>
                      <a:pt x="9470" y="20354"/>
                    </a:cubicBezTo>
                    <a:lnTo>
                      <a:pt x="21813" y="656"/>
                    </a:lnTo>
                    <a:cubicBezTo>
                      <a:pt x="21905" y="472"/>
                      <a:pt x="21882" y="265"/>
                      <a:pt x="21744" y="127"/>
                    </a:cubicBezTo>
                    <a:cubicBezTo>
                      <a:pt x="21656" y="40"/>
                      <a:pt x="21549" y="0"/>
                      <a:pt x="214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1" name="Google Shape;2211;p36"/>
              <p:cNvSpPr/>
              <p:nvPr/>
            </p:nvSpPr>
            <p:spPr>
              <a:xfrm>
                <a:off x="4261325" y="2186625"/>
                <a:ext cx="710825" cy="706225"/>
              </a:xfrm>
              <a:custGeom>
                <a:avLst/>
                <a:gdLst/>
                <a:ahLst/>
                <a:cxnLst/>
                <a:rect l="l" t="t" r="r" b="b"/>
                <a:pathLst>
                  <a:path w="28433" h="28249" extrusionOk="0">
                    <a:moveTo>
                      <a:pt x="25261" y="1908"/>
                    </a:moveTo>
                    <a:lnTo>
                      <a:pt x="6689" y="15699"/>
                    </a:lnTo>
                    <a:cubicBezTo>
                      <a:pt x="6620" y="15745"/>
                      <a:pt x="6551" y="15837"/>
                      <a:pt x="6528" y="15929"/>
                    </a:cubicBezTo>
                    <a:lnTo>
                      <a:pt x="3196" y="25973"/>
                    </a:lnTo>
                    <a:lnTo>
                      <a:pt x="920" y="11102"/>
                    </a:lnTo>
                    <a:lnTo>
                      <a:pt x="25261" y="1908"/>
                    </a:lnTo>
                    <a:close/>
                    <a:moveTo>
                      <a:pt x="27953" y="1"/>
                    </a:moveTo>
                    <a:cubicBezTo>
                      <a:pt x="27906" y="1"/>
                      <a:pt x="27859" y="8"/>
                      <a:pt x="27812" y="24"/>
                    </a:cubicBezTo>
                    <a:lnTo>
                      <a:pt x="300" y="10436"/>
                    </a:lnTo>
                    <a:cubicBezTo>
                      <a:pt x="116" y="10504"/>
                      <a:pt x="1" y="10711"/>
                      <a:pt x="24" y="10895"/>
                    </a:cubicBezTo>
                    <a:lnTo>
                      <a:pt x="2621" y="27881"/>
                    </a:lnTo>
                    <a:cubicBezTo>
                      <a:pt x="2644" y="28065"/>
                      <a:pt x="2805" y="28226"/>
                      <a:pt x="3012" y="28249"/>
                    </a:cubicBezTo>
                    <a:lnTo>
                      <a:pt x="3058" y="28249"/>
                    </a:lnTo>
                    <a:cubicBezTo>
                      <a:pt x="3242" y="28249"/>
                      <a:pt x="3402" y="28111"/>
                      <a:pt x="3448" y="27927"/>
                    </a:cubicBezTo>
                    <a:lnTo>
                      <a:pt x="7310" y="16297"/>
                    </a:lnTo>
                    <a:lnTo>
                      <a:pt x="28226" y="782"/>
                    </a:lnTo>
                    <a:cubicBezTo>
                      <a:pt x="28387" y="667"/>
                      <a:pt x="28433" y="414"/>
                      <a:pt x="28341" y="230"/>
                    </a:cubicBezTo>
                    <a:cubicBezTo>
                      <a:pt x="28269" y="88"/>
                      <a:pt x="28115" y="1"/>
                      <a:pt x="279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2" name="Google Shape;2212;p36"/>
              <p:cNvSpPr/>
              <p:nvPr/>
            </p:nvSpPr>
            <p:spPr>
              <a:xfrm>
                <a:off x="4325700" y="2577225"/>
                <a:ext cx="236750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9470" h="12625" extrusionOk="0">
                    <a:moveTo>
                      <a:pt x="4620" y="1017"/>
                    </a:moveTo>
                    <a:lnTo>
                      <a:pt x="8343" y="2764"/>
                    </a:lnTo>
                    <a:lnTo>
                      <a:pt x="1540" y="10395"/>
                    </a:lnTo>
                    <a:lnTo>
                      <a:pt x="4620" y="1017"/>
                    </a:lnTo>
                    <a:close/>
                    <a:moveTo>
                      <a:pt x="4379" y="0"/>
                    </a:moveTo>
                    <a:cubicBezTo>
                      <a:pt x="4321" y="0"/>
                      <a:pt x="4264" y="18"/>
                      <a:pt x="4206" y="52"/>
                    </a:cubicBezTo>
                    <a:cubicBezTo>
                      <a:pt x="4091" y="98"/>
                      <a:pt x="3999" y="190"/>
                      <a:pt x="3953" y="305"/>
                    </a:cubicBezTo>
                    <a:lnTo>
                      <a:pt x="69" y="12050"/>
                    </a:lnTo>
                    <a:cubicBezTo>
                      <a:pt x="0" y="12257"/>
                      <a:pt x="92" y="12464"/>
                      <a:pt x="276" y="12579"/>
                    </a:cubicBezTo>
                    <a:lnTo>
                      <a:pt x="483" y="12625"/>
                    </a:lnTo>
                    <a:cubicBezTo>
                      <a:pt x="598" y="12625"/>
                      <a:pt x="713" y="12579"/>
                      <a:pt x="781" y="12487"/>
                    </a:cubicBezTo>
                    <a:lnTo>
                      <a:pt x="9355" y="2925"/>
                    </a:lnTo>
                    <a:cubicBezTo>
                      <a:pt x="9424" y="2810"/>
                      <a:pt x="9470" y="2672"/>
                      <a:pt x="9470" y="2534"/>
                    </a:cubicBezTo>
                    <a:cubicBezTo>
                      <a:pt x="9447" y="2396"/>
                      <a:pt x="9332" y="2304"/>
                      <a:pt x="9217" y="2259"/>
                    </a:cubicBezTo>
                    <a:lnTo>
                      <a:pt x="4551" y="52"/>
                    </a:lnTo>
                    <a:cubicBezTo>
                      <a:pt x="4493" y="18"/>
                      <a:pt x="4436" y="0"/>
                      <a:pt x="4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61" name="Google Shape;4561;p69"/>
            <p:cNvSpPr/>
            <p:nvPr/>
          </p:nvSpPr>
          <p:spPr>
            <a:xfrm>
              <a:off x="14035" y="1820"/>
              <a:ext cx="5165" cy="7172"/>
            </a:xfrm>
            <a:custGeom>
              <a:avLst/>
              <a:gdLst/>
              <a:ahLst/>
              <a:cxnLst/>
              <a:rect l="l" t="t" r="r" b="b"/>
              <a:pathLst>
                <a:path w="92138" h="127940" extrusionOk="0">
                  <a:moveTo>
                    <a:pt x="85073" y="0"/>
                  </a:moveTo>
                  <a:cubicBezTo>
                    <a:pt x="85013" y="0"/>
                    <a:pt x="84958" y="40"/>
                    <a:pt x="84958" y="108"/>
                  </a:cubicBezTo>
                  <a:cubicBezTo>
                    <a:pt x="84899" y="167"/>
                    <a:pt x="84919" y="266"/>
                    <a:pt x="84998" y="326"/>
                  </a:cubicBezTo>
                  <a:cubicBezTo>
                    <a:pt x="85573" y="603"/>
                    <a:pt x="86128" y="940"/>
                    <a:pt x="86644" y="1337"/>
                  </a:cubicBezTo>
                  <a:lnTo>
                    <a:pt x="86743" y="1337"/>
                  </a:lnTo>
                  <a:cubicBezTo>
                    <a:pt x="86783" y="1337"/>
                    <a:pt x="86842" y="1317"/>
                    <a:pt x="86882" y="1297"/>
                  </a:cubicBezTo>
                  <a:cubicBezTo>
                    <a:pt x="86922" y="1218"/>
                    <a:pt x="86902" y="1119"/>
                    <a:pt x="86842" y="1059"/>
                  </a:cubicBezTo>
                  <a:cubicBezTo>
                    <a:pt x="86307" y="663"/>
                    <a:pt x="85732" y="326"/>
                    <a:pt x="85157" y="28"/>
                  </a:cubicBezTo>
                  <a:cubicBezTo>
                    <a:pt x="85131" y="9"/>
                    <a:pt x="85102" y="0"/>
                    <a:pt x="85073" y="0"/>
                  </a:cubicBezTo>
                  <a:close/>
                  <a:moveTo>
                    <a:pt x="88675" y="2762"/>
                  </a:moveTo>
                  <a:cubicBezTo>
                    <a:pt x="88636" y="2762"/>
                    <a:pt x="88595" y="2777"/>
                    <a:pt x="88568" y="2805"/>
                  </a:cubicBezTo>
                  <a:cubicBezTo>
                    <a:pt x="88488" y="2844"/>
                    <a:pt x="88488" y="2963"/>
                    <a:pt x="88548" y="3023"/>
                  </a:cubicBezTo>
                  <a:cubicBezTo>
                    <a:pt x="88984" y="3499"/>
                    <a:pt x="89381" y="4014"/>
                    <a:pt x="89738" y="4570"/>
                  </a:cubicBezTo>
                  <a:cubicBezTo>
                    <a:pt x="89777" y="4609"/>
                    <a:pt x="89817" y="4629"/>
                    <a:pt x="89877" y="4629"/>
                  </a:cubicBezTo>
                  <a:lnTo>
                    <a:pt x="89956" y="4609"/>
                  </a:lnTo>
                  <a:cubicBezTo>
                    <a:pt x="90035" y="4550"/>
                    <a:pt x="90055" y="4451"/>
                    <a:pt x="89996" y="4371"/>
                  </a:cubicBezTo>
                  <a:cubicBezTo>
                    <a:pt x="89658" y="3816"/>
                    <a:pt x="89242" y="3300"/>
                    <a:pt x="88786" y="2824"/>
                  </a:cubicBezTo>
                  <a:cubicBezTo>
                    <a:pt x="88765" y="2782"/>
                    <a:pt x="88721" y="2762"/>
                    <a:pt x="88675" y="2762"/>
                  </a:cubicBezTo>
                  <a:close/>
                  <a:moveTo>
                    <a:pt x="91110" y="6597"/>
                  </a:moveTo>
                  <a:cubicBezTo>
                    <a:pt x="91089" y="6597"/>
                    <a:pt x="91068" y="6602"/>
                    <a:pt x="91047" y="6612"/>
                  </a:cubicBezTo>
                  <a:cubicBezTo>
                    <a:pt x="90967" y="6632"/>
                    <a:pt x="90908" y="6731"/>
                    <a:pt x="90947" y="6810"/>
                  </a:cubicBezTo>
                  <a:cubicBezTo>
                    <a:pt x="91185" y="7425"/>
                    <a:pt x="91384" y="8040"/>
                    <a:pt x="91523" y="8675"/>
                  </a:cubicBezTo>
                  <a:cubicBezTo>
                    <a:pt x="91542" y="8754"/>
                    <a:pt x="91622" y="8794"/>
                    <a:pt x="91701" y="8794"/>
                  </a:cubicBezTo>
                  <a:lnTo>
                    <a:pt x="91721" y="8794"/>
                  </a:lnTo>
                  <a:cubicBezTo>
                    <a:pt x="91800" y="8774"/>
                    <a:pt x="91860" y="8694"/>
                    <a:pt x="91840" y="8595"/>
                  </a:cubicBezTo>
                  <a:cubicBezTo>
                    <a:pt x="91681" y="7941"/>
                    <a:pt x="91483" y="7306"/>
                    <a:pt x="91245" y="6692"/>
                  </a:cubicBezTo>
                  <a:cubicBezTo>
                    <a:pt x="91216" y="6633"/>
                    <a:pt x="91166" y="6597"/>
                    <a:pt x="91110" y="6597"/>
                  </a:cubicBezTo>
                  <a:close/>
                  <a:moveTo>
                    <a:pt x="91959" y="11054"/>
                  </a:moveTo>
                  <a:cubicBezTo>
                    <a:pt x="91879" y="11054"/>
                    <a:pt x="91800" y="11114"/>
                    <a:pt x="91780" y="11213"/>
                  </a:cubicBezTo>
                  <a:cubicBezTo>
                    <a:pt x="91800" y="11848"/>
                    <a:pt x="91741" y="12502"/>
                    <a:pt x="91622" y="13137"/>
                  </a:cubicBezTo>
                  <a:cubicBezTo>
                    <a:pt x="91622" y="13236"/>
                    <a:pt x="91681" y="13315"/>
                    <a:pt x="91760" y="13335"/>
                  </a:cubicBezTo>
                  <a:lnTo>
                    <a:pt x="91800" y="13335"/>
                  </a:lnTo>
                  <a:cubicBezTo>
                    <a:pt x="91879" y="13335"/>
                    <a:pt x="91939" y="13275"/>
                    <a:pt x="91939" y="13196"/>
                  </a:cubicBezTo>
                  <a:cubicBezTo>
                    <a:pt x="92058" y="12542"/>
                    <a:pt x="92117" y="11887"/>
                    <a:pt x="92137" y="11233"/>
                  </a:cubicBezTo>
                  <a:cubicBezTo>
                    <a:pt x="92137" y="11134"/>
                    <a:pt x="92058" y="11054"/>
                    <a:pt x="91959" y="11054"/>
                  </a:cubicBezTo>
                  <a:close/>
                  <a:moveTo>
                    <a:pt x="91092" y="15504"/>
                  </a:moveTo>
                  <a:cubicBezTo>
                    <a:pt x="91027" y="15504"/>
                    <a:pt x="90963" y="15554"/>
                    <a:pt x="90947" y="15616"/>
                  </a:cubicBezTo>
                  <a:cubicBezTo>
                    <a:pt x="90709" y="16211"/>
                    <a:pt x="90432" y="16786"/>
                    <a:pt x="90134" y="17381"/>
                  </a:cubicBezTo>
                  <a:cubicBezTo>
                    <a:pt x="90095" y="17460"/>
                    <a:pt x="90114" y="17539"/>
                    <a:pt x="90174" y="17599"/>
                  </a:cubicBezTo>
                  <a:lnTo>
                    <a:pt x="90253" y="17599"/>
                  </a:lnTo>
                  <a:cubicBezTo>
                    <a:pt x="90313" y="17599"/>
                    <a:pt x="90372" y="17579"/>
                    <a:pt x="90412" y="17519"/>
                  </a:cubicBezTo>
                  <a:cubicBezTo>
                    <a:pt x="90729" y="16944"/>
                    <a:pt x="91007" y="16349"/>
                    <a:pt x="91245" y="15735"/>
                  </a:cubicBezTo>
                  <a:cubicBezTo>
                    <a:pt x="91265" y="15635"/>
                    <a:pt x="91245" y="15536"/>
                    <a:pt x="91146" y="15516"/>
                  </a:cubicBezTo>
                  <a:cubicBezTo>
                    <a:pt x="91128" y="15508"/>
                    <a:pt x="91110" y="15504"/>
                    <a:pt x="91092" y="15504"/>
                  </a:cubicBezTo>
                  <a:close/>
                  <a:moveTo>
                    <a:pt x="88856" y="19462"/>
                  </a:moveTo>
                  <a:cubicBezTo>
                    <a:pt x="88802" y="19462"/>
                    <a:pt x="88752" y="19484"/>
                    <a:pt x="88726" y="19522"/>
                  </a:cubicBezTo>
                  <a:cubicBezTo>
                    <a:pt x="88330" y="20018"/>
                    <a:pt x="87893" y="20514"/>
                    <a:pt x="87457" y="20990"/>
                  </a:cubicBezTo>
                  <a:cubicBezTo>
                    <a:pt x="87378" y="21049"/>
                    <a:pt x="87378" y="21168"/>
                    <a:pt x="87457" y="21208"/>
                  </a:cubicBezTo>
                  <a:lnTo>
                    <a:pt x="87576" y="21267"/>
                  </a:lnTo>
                  <a:lnTo>
                    <a:pt x="87675" y="21208"/>
                  </a:lnTo>
                  <a:cubicBezTo>
                    <a:pt x="88131" y="20752"/>
                    <a:pt x="88568" y="20256"/>
                    <a:pt x="88964" y="19721"/>
                  </a:cubicBezTo>
                  <a:cubicBezTo>
                    <a:pt x="89024" y="19661"/>
                    <a:pt x="89004" y="19542"/>
                    <a:pt x="88944" y="19483"/>
                  </a:cubicBezTo>
                  <a:cubicBezTo>
                    <a:pt x="88916" y="19469"/>
                    <a:pt x="88886" y="19462"/>
                    <a:pt x="88856" y="19462"/>
                  </a:cubicBezTo>
                  <a:close/>
                  <a:moveTo>
                    <a:pt x="85625" y="22735"/>
                  </a:moveTo>
                  <a:cubicBezTo>
                    <a:pt x="85601" y="22735"/>
                    <a:pt x="85577" y="22741"/>
                    <a:pt x="85553" y="22755"/>
                  </a:cubicBezTo>
                  <a:cubicBezTo>
                    <a:pt x="85057" y="23151"/>
                    <a:pt x="84522" y="23548"/>
                    <a:pt x="83987" y="23925"/>
                  </a:cubicBezTo>
                  <a:cubicBezTo>
                    <a:pt x="83907" y="23965"/>
                    <a:pt x="83887" y="24084"/>
                    <a:pt x="83967" y="24143"/>
                  </a:cubicBezTo>
                  <a:cubicBezTo>
                    <a:pt x="83987" y="24183"/>
                    <a:pt x="84026" y="24222"/>
                    <a:pt x="84086" y="24222"/>
                  </a:cubicBezTo>
                  <a:lnTo>
                    <a:pt x="84185" y="24183"/>
                  </a:lnTo>
                  <a:cubicBezTo>
                    <a:pt x="84720" y="23826"/>
                    <a:pt x="85256" y="23429"/>
                    <a:pt x="85771" y="22993"/>
                  </a:cubicBezTo>
                  <a:cubicBezTo>
                    <a:pt x="85837" y="22878"/>
                    <a:pt x="85739" y="22735"/>
                    <a:pt x="85625" y="22735"/>
                  </a:cubicBezTo>
                  <a:close/>
                  <a:moveTo>
                    <a:pt x="81855" y="25254"/>
                  </a:moveTo>
                  <a:cubicBezTo>
                    <a:pt x="81829" y="25254"/>
                    <a:pt x="81805" y="25260"/>
                    <a:pt x="81785" y="25273"/>
                  </a:cubicBezTo>
                  <a:lnTo>
                    <a:pt x="81706" y="25273"/>
                  </a:lnTo>
                  <a:lnTo>
                    <a:pt x="80020" y="26106"/>
                  </a:lnTo>
                  <a:cubicBezTo>
                    <a:pt x="79834" y="26144"/>
                    <a:pt x="79893" y="26407"/>
                    <a:pt x="80064" y="26407"/>
                  </a:cubicBezTo>
                  <a:cubicBezTo>
                    <a:pt x="80075" y="26407"/>
                    <a:pt x="80087" y="26406"/>
                    <a:pt x="80100" y="26404"/>
                  </a:cubicBezTo>
                  <a:lnTo>
                    <a:pt x="80159" y="26424"/>
                  </a:lnTo>
                  <a:lnTo>
                    <a:pt x="81845" y="25611"/>
                  </a:lnTo>
                  <a:lnTo>
                    <a:pt x="81924" y="25551"/>
                  </a:lnTo>
                  <a:cubicBezTo>
                    <a:pt x="82023" y="25531"/>
                    <a:pt x="82043" y="25412"/>
                    <a:pt x="82003" y="25333"/>
                  </a:cubicBezTo>
                  <a:cubicBezTo>
                    <a:pt x="81964" y="25280"/>
                    <a:pt x="81907" y="25254"/>
                    <a:pt x="81855" y="25254"/>
                  </a:cubicBezTo>
                  <a:close/>
                  <a:moveTo>
                    <a:pt x="77650" y="27033"/>
                  </a:moveTo>
                  <a:cubicBezTo>
                    <a:pt x="77634" y="27033"/>
                    <a:pt x="77618" y="27035"/>
                    <a:pt x="77601" y="27038"/>
                  </a:cubicBezTo>
                  <a:cubicBezTo>
                    <a:pt x="77026" y="27257"/>
                    <a:pt x="76391" y="27455"/>
                    <a:pt x="75757" y="27653"/>
                  </a:cubicBezTo>
                  <a:cubicBezTo>
                    <a:pt x="75677" y="27693"/>
                    <a:pt x="75638" y="27772"/>
                    <a:pt x="75657" y="27851"/>
                  </a:cubicBezTo>
                  <a:cubicBezTo>
                    <a:pt x="75657" y="27931"/>
                    <a:pt x="75737" y="27990"/>
                    <a:pt x="75796" y="27990"/>
                  </a:cubicBezTo>
                  <a:lnTo>
                    <a:pt x="75856" y="27970"/>
                  </a:lnTo>
                  <a:lnTo>
                    <a:pt x="77720" y="27376"/>
                  </a:lnTo>
                  <a:cubicBezTo>
                    <a:pt x="77819" y="27316"/>
                    <a:pt x="77859" y="27237"/>
                    <a:pt x="77819" y="27138"/>
                  </a:cubicBezTo>
                  <a:cubicBezTo>
                    <a:pt x="77786" y="27072"/>
                    <a:pt x="77726" y="27033"/>
                    <a:pt x="77650" y="27033"/>
                  </a:cubicBezTo>
                  <a:close/>
                  <a:moveTo>
                    <a:pt x="73289" y="28343"/>
                  </a:moveTo>
                  <a:cubicBezTo>
                    <a:pt x="73279" y="28343"/>
                    <a:pt x="73268" y="28345"/>
                    <a:pt x="73258" y="28347"/>
                  </a:cubicBezTo>
                  <a:lnTo>
                    <a:pt x="71374" y="28823"/>
                  </a:lnTo>
                  <a:cubicBezTo>
                    <a:pt x="71275" y="28843"/>
                    <a:pt x="71215" y="28942"/>
                    <a:pt x="71235" y="29022"/>
                  </a:cubicBezTo>
                  <a:cubicBezTo>
                    <a:pt x="71252" y="29090"/>
                    <a:pt x="71299" y="29144"/>
                    <a:pt x="71363" y="29144"/>
                  </a:cubicBezTo>
                  <a:cubicBezTo>
                    <a:pt x="71373" y="29144"/>
                    <a:pt x="71383" y="29143"/>
                    <a:pt x="71394" y="29141"/>
                  </a:cubicBezTo>
                  <a:lnTo>
                    <a:pt x="71433" y="29141"/>
                  </a:lnTo>
                  <a:lnTo>
                    <a:pt x="73317" y="28684"/>
                  </a:lnTo>
                  <a:cubicBezTo>
                    <a:pt x="73416" y="28665"/>
                    <a:pt x="73456" y="28565"/>
                    <a:pt x="73456" y="28486"/>
                  </a:cubicBezTo>
                  <a:cubicBezTo>
                    <a:pt x="73439" y="28400"/>
                    <a:pt x="73361" y="28343"/>
                    <a:pt x="73289" y="28343"/>
                  </a:cubicBezTo>
                  <a:close/>
                  <a:moveTo>
                    <a:pt x="68816" y="29398"/>
                  </a:moveTo>
                  <a:lnTo>
                    <a:pt x="66912" y="29815"/>
                  </a:lnTo>
                  <a:cubicBezTo>
                    <a:pt x="66813" y="29835"/>
                    <a:pt x="66753" y="29934"/>
                    <a:pt x="66773" y="30013"/>
                  </a:cubicBezTo>
                  <a:cubicBezTo>
                    <a:pt x="66790" y="30082"/>
                    <a:pt x="66837" y="30136"/>
                    <a:pt x="66901" y="30136"/>
                  </a:cubicBezTo>
                  <a:cubicBezTo>
                    <a:pt x="66911" y="30136"/>
                    <a:pt x="66921" y="30135"/>
                    <a:pt x="66932" y="30132"/>
                  </a:cubicBezTo>
                  <a:lnTo>
                    <a:pt x="66971" y="30132"/>
                  </a:lnTo>
                  <a:lnTo>
                    <a:pt x="68895" y="29716"/>
                  </a:lnTo>
                  <a:cubicBezTo>
                    <a:pt x="68974" y="29716"/>
                    <a:pt x="69034" y="29616"/>
                    <a:pt x="69014" y="29517"/>
                  </a:cubicBezTo>
                  <a:cubicBezTo>
                    <a:pt x="68974" y="29438"/>
                    <a:pt x="68895" y="29398"/>
                    <a:pt x="68816" y="29398"/>
                  </a:cubicBezTo>
                  <a:close/>
                  <a:moveTo>
                    <a:pt x="64396" y="30405"/>
                  </a:moveTo>
                  <a:cubicBezTo>
                    <a:pt x="64381" y="30405"/>
                    <a:pt x="64367" y="30406"/>
                    <a:pt x="64354" y="30410"/>
                  </a:cubicBezTo>
                  <a:lnTo>
                    <a:pt x="64135" y="30469"/>
                  </a:lnTo>
                  <a:lnTo>
                    <a:pt x="62470" y="30886"/>
                  </a:lnTo>
                  <a:cubicBezTo>
                    <a:pt x="62370" y="30886"/>
                    <a:pt x="62311" y="30985"/>
                    <a:pt x="62351" y="31084"/>
                  </a:cubicBezTo>
                  <a:cubicBezTo>
                    <a:pt x="62351" y="31163"/>
                    <a:pt x="62410" y="31203"/>
                    <a:pt x="62489" y="31203"/>
                  </a:cubicBezTo>
                  <a:lnTo>
                    <a:pt x="62549" y="31183"/>
                  </a:lnTo>
                  <a:lnTo>
                    <a:pt x="64195" y="30787"/>
                  </a:lnTo>
                  <a:lnTo>
                    <a:pt x="64433" y="30707"/>
                  </a:lnTo>
                  <a:cubicBezTo>
                    <a:pt x="64512" y="30707"/>
                    <a:pt x="64572" y="30608"/>
                    <a:pt x="64552" y="30509"/>
                  </a:cubicBezTo>
                  <a:cubicBezTo>
                    <a:pt x="64535" y="30443"/>
                    <a:pt x="64465" y="30405"/>
                    <a:pt x="64396" y="30405"/>
                  </a:cubicBezTo>
                  <a:close/>
                  <a:moveTo>
                    <a:pt x="59994" y="31567"/>
                  </a:moveTo>
                  <a:cubicBezTo>
                    <a:pt x="59974" y="31567"/>
                    <a:pt x="59952" y="31571"/>
                    <a:pt x="59931" y="31580"/>
                  </a:cubicBezTo>
                  <a:lnTo>
                    <a:pt x="58087" y="32195"/>
                  </a:lnTo>
                  <a:cubicBezTo>
                    <a:pt x="57988" y="32234"/>
                    <a:pt x="57948" y="32333"/>
                    <a:pt x="57988" y="32413"/>
                  </a:cubicBezTo>
                  <a:cubicBezTo>
                    <a:pt x="57988" y="32478"/>
                    <a:pt x="58042" y="32517"/>
                    <a:pt x="58095" y="32517"/>
                  </a:cubicBezTo>
                  <a:cubicBezTo>
                    <a:pt x="58106" y="32517"/>
                    <a:pt x="58116" y="32515"/>
                    <a:pt x="58127" y="32512"/>
                  </a:cubicBezTo>
                  <a:lnTo>
                    <a:pt x="58186" y="32512"/>
                  </a:lnTo>
                  <a:lnTo>
                    <a:pt x="60030" y="31897"/>
                  </a:lnTo>
                  <a:cubicBezTo>
                    <a:pt x="60110" y="31877"/>
                    <a:pt x="60149" y="31778"/>
                    <a:pt x="60129" y="31699"/>
                  </a:cubicBezTo>
                  <a:cubicBezTo>
                    <a:pt x="60129" y="31621"/>
                    <a:pt x="60068" y="31567"/>
                    <a:pt x="59994" y="31567"/>
                  </a:cubicBezTo>
                  <a:close/>
                  <a:moveTo>
                    <a:pt x="55702" y="33154"/>
                  </a:moveTo>
                  <a:cubicBezTo>
                    <a:pt x="55683" y="33154"/>
                    <a:pt x="55665" y="33158"/>
                    <a:pt x="55648" y="33166"/>
                  </a:cubicBezTo>
                  <a:cubicBezTo>
                    <a:pt x="55033" y="33444"/>
                    <a:pt x="54438" y="33741"/>
                    <a:pt x="53863" y="34039"/>
                  </a:cubicBezTo>
                  <a:cubicBezTo>
                    <a:pt x="53783" y="34059"/>
                    <a:pt x="53744" y="34158"/>
                    <a:pt x="53783" y="34237"/>
                  </a:cubicBezTo>
                  <a:cubicBezTo>
                    <a:pt x="53803" y="34297"/>
                    <a:pt x="53863" y="34336"/>
                    <a:pt x="53942" y="34336"/>
                  </a:cubicBezTo>
                  <a:lnTo>
                    <a:pt x="54021" y="34316"/>
                  </a:lnTo>
                  <a:lnTo>
                    <a:pt x="55767" y="33464"/>
                  </a:lnTo>
                  <a:cubicBezTo>
                    <a:pt x="55846" y="33424"/>
                    <a:pt x="55886" y="33345"/>
                    <a:pt x="55846" y="33265"/>
                  </a:cubicBezTo>
                  <a:cubicBezTo>
                    <a:pt x="55830" y="33203"/>
                    <a:pt x="55767" y="33154"/>
                    <a:pt x="55702" y="33154"/>
                  </a:cubicBezTo>
                  <a:close/>
                  <a:moveTo>
                    <a:pt x="51683" y="35303"/>
                  </a:moveTo>
                  <a:cubicBezTo>
                    <a:pt x="51654" y="35303"/>
                    <a:pt x="51626" y="35316"/>
                    <a:pt x="51602" y="35348"/>
                  </a:cubicBezTo>
                  <a:cubicBezTo>
                    <a:pt x="51047" y="35705"/>
                    <a:pt x="50511" y="36081"/>
                    <a:pt x="49996" y="36518"/>
                  </a:cubicBezTo>
                  <a:cubicBezTo>
                    <a:pt x="49916" y="36557"/>
                    <a:pt x="49916" y="36676"/>
                    <a:pt x="49976" y="36736"/>
                  </a:cubicBezTo>
                  <a:lnTo>
                    <a:pt x="50095" y="36795"/>
                  </a:lnTo>
                  <a:lnTo>
                    <a:pt x="50194" y="36756"/>
                  </a:lnTo>
                  <a:cubicBezTo>
                    <a:pt x="50690" y="36359"/>
                    <a:pt x="51245" y="36002"/>
                    <a:pt x="51780" y="35625"/>
                  </a:cubicBezTo>
                  <a:cubicBezTo>
                    <a:pt x="51960" y="35593"/>
                    <a:pt x="51816" y="35303"/>
                    <a:pt x="51683" y="35303"/>
                  </a:cubicBezTo>
                  <a:close/>
                  <a:moveTo>
                    <a:pt x="48182" y="38228"/>
                  </a:moveTo>
                  <a:cubicBezTo>
                    <a:pt x="48145" y="38228"/>
                    <a:pt x="48106" y="38244"/>
                    <a:pt x="48072" y="38283"/>
                  </a:cubicBezTo>
                  <a:lnTo>
                    <a:pt x="47775" y="38580"/>
                  </a:lnTo>
                  <a:cubicBezTo>
                    <a:pt x="47418" y="38937"/>
                    <a:pt x="47100" y="39334"/>
                    <a:pt x="46783" y="39770"/>
                  </a:cubicBezTo>
                  <a:cubicBezTo>
                    <a:pt x="46704" y="39830"/>
                    <a:pt x="46723" y="39929"/>
                    <a:pt x="46803" y="39988"/>
                  </a:cubicBezTo>
                  <a:lnTo>
                    <a:pt x="46902" y="40028"/>
                  </a:lnTo>
                  <a:cubicBezTo>
                    <a:pt x="46942" y="40028"/>
                    <a:pt x="47001" y="40008"/>
                    <a:pt x="47021" y="39968"/>
                  </a:cubicBezTo>
                  <a:cubicBezTo>
                    <a:pt x="47338" y="39572"/>
                    <a:pt x="47675" y="39175"/>
                    <a:pt x="48013" y="38798"/>
                  </a:cubicBezTo>
                  <a:lnTo>
                    <a:pt x="48290" y="38501"/>
                  </a:lnTo>
                  <a:cubicBezTo>
                    <a:pt x="48395" y="38381"/>
                    <a:pt x="48296" y="38228"/>
                    <a:pt x="48182" y="38228"/>
                  </a:cubicBezTo>
                  <a:close/>
                  <a:moveTo>
                    <a:pt x="45430" y="41892"/>
                  </a:moveTo>
                  <a:cubicBezTo>
                    <a:pt x="45373" y="41892"/>
                    <a:pt x="45315" y="41918"/>
                    <a:pt x="45276" y="41971"/>
                  </a:cubicBezTo>
                  <a:cubicBezTo>
                    <a:pt x="44958" y="42546"/>
                    <a:pt x="44661" y="43122"/>
                    <a:pt x="44383" y="43716"/>
                  </a:cubicBezTo>
                  <a:cubicBezTo>
                    <a:pt x="44364" y="43796"/>
                    <a:pt x="44383" y="43895"/>
                    <a:pt x="44463" y="43935"/>
                  </a:cubicBezTo>
                  <a:lnTo>
                    <a:pt x="44542" y="43935"/>
                  </a:lnTo>
                  <a:cubicBezTo>
                    <a:pt x="44602" y="43935"/>
                    <a:pt x="44661" y="43895"/>
                    <a:pt x="44701" y="43855"/>
                  </a:cubicBezTo>
                  <a:cubicBezTo>
                    <a:pt x="44958" y="43260"/>
                    <a:pt x="45256" y="42685"/>
                    <a:pt x="45593" y="42150"/>
                  </a:cubicBezTo>
                  <a:cubicBezTo>
                    <a:pt x="45633" y="42051"/>
                    <a:pt x="45613" y="41952"/>
                    <a:pt x="45514" y="41912"/>
                  </a:cubicBezTo>
                  <a:cubicBezTo>
                    <a:pt x="45487" y="41899"/>
                    <a:pt x="45459" y="41892"/>
                    <a:pt x="45430" y="41892"/>
                  </a:cubicBezTo>
                  <a:close/>
                  <a:moveTo>
                    <a:pt x="43607" y="46032"/>
                  </a:moveTo>
                  <a:cubicBezTo>
                    <a:pt x="43538" y="46032"/>
                    <a:pt x="43464" y="46070"/>
                    <a:pt x="43431" y="46136"/>
                  </a:cubicBezTo>
                  <a:cubicBezTo>
                    <a:pt x="43233" y="46751"/>
                    <a:pt x="43055" y="47365"/>
                    <a:pt x="42876" y="48040"/>
                  </a:cubicBezTo>
                  <a:cubicBezTo>
                    <a:pt x="42876" y="48119"/>
                    <a:pt x="42936" y="48198"/>
                    <a:pt x="43015" y="48238"/>
                  </a:cubicBezTo>
                  <a:lnTo>
                    <a:pt x="43055" y="48238"/>
                  </a:lnTo>
                  <a:cubicBezTo>
                    <a:pt x="43134" y="48238"/>
                    <a:pt x="43194" y="48179"/>
                    <a:pt x="43213" y="48119"/>
                  </a:cubicBezTo>
                  <a:cubicBezTo>
                    <a:pt x="43372" y="47465"/>
                    <a:pt x="43550" y="46850"/>
                    <a:pt x="43749" y="46235"/>
                  </a:cubicBezTo>
                  <a:cubicBezTo>
                    <a:pt x="43769" y="46156"/>
                    <a:pt x="43729" y="46057"/>
                    <a:pt x="43650" y="46037"/>
                  </a:cubicBezTo>
                  <a:cubicBezTo>
                    <a:pt x="43636" y="46033"/>
                    <a:pt x="43622" y="46032"/>
                    <a:pt x="43607" y="46032"/>
                  </a:cubicBezTo>
                  <a:close/>
                  <a:moveTo>
                    <a:pt x="42528" y="50475"/>
                  </a:moveTo>
                  <a:cubicBezTo>
                    <a:pt x="42460" y="50475"/>
                    <a:pt x="42398" y="50529"/>
                    <a:pt x="42380" y="50598"/>
                  </a:cubicBezTo>
                  <a:cubicBezTo>
                    <a:pt x="42281" y="51233"/>
                    <a:pt x="42182" y="51887"/>
                    <a:pt x="42142" y="52561"/>
                  </a:cubicBezTo>
                  <a:cubicBezTo>
                    <a:pt x="42123" y="52641"/>
                    <a:pt x="42202" y="52720"/>
                    <a:pt x="42281" y="52720"/>
                  </a:cubicBezTo>
                  <a:cubicBezTo>
                    <a:pt x="42380" y="52720"/>
                    <a:pt x="42460" y="52680"/>
                    <a:pt x="42460" y="52581"/>
                  </a:cubicBezTo>
                  <a:cubicBezTo>
                    <a:pt x="42539" y="51927"/>
                    <a:pt x="42618" y="51292"/>
                    <a:pt x="42718" y="50638"/>
                  </a:cubicBezTo>
                  <a:cubicBezTo>
                    <a:pt x="42718" y="50558"/>
                    <a:pt x="42638" y="50479"/>
                    <a:pt x="42559" y="50479"/>
                  </a:cubicBezTo>
                  <a:cubicBezTo>
                    <a:pt x="42548" y="50476"/>
                    <a:pt x="42538" y="50475"/>
                    <a:pt x="42528" y="50475"/>
                  </a:cubicBezTo>
                  <a:close/>
                  <a:moveTo>
                    <a:pt x="42142" y="55000"/>
                  </a:moveTo>
                  <a:cubicBezTo>
                    <a:pt x="42063" y="55000"/>
                    <a:pt x="41964" y="55080"/>
                    <a:pt x="41964" y="55159"/>
                  </a:cubicBezTo>
                  <a:lnTo>
                    <a:pt x="41964" y="57142"/>
                  </a:lnTo>
                  <a:cubicBezTo>
                    <a:pt x="41964" y="57222"/>
                    <a:pt x="42023" y="57281"/>
                    <a:pt x="42123" y="57281"/>
                  </a:cubicBezTo>
                  <a:cubicBezTo>
                    <a:pt x="42202" y="57281"/>
                    <a:pt x="42281" y="57202"/>
                    <a:pt x="42281" y="57122"/>
                  </a:cubicBezTo>
                  <a:lnTo>
                    <a:pt x="42281" y="55179"/>
                  </a:lnTo>
                  <a:cubicBezTo>
                    <a:pt x="42301" y="55080"/>
                    <a:pt x="42222" y="55000"/>
                    <a:pt x="42142" y="55000"/>
                  </a:cubicBezTo>
                  <a:close/>
                  <a:moveTo>
                    <a:pt x="42221" y="59619"/>
                  </a:moveTo>
                  <a:cubicBezTo>
                    <a:pt x="42152" y="59619"/>
                    <a:pt x="42084" y="59658"/>
                    <a:pt x="42063" y="59740"/>
                  </a:cubicBezTo>
                  <a:cubicBezTo>
                    <a:pt x="42123" y="60395"/>
                    <a:pt x="42162" y="61029"/>
                    <a:pt x="42242" y="61703"/>
                  </a:cubicBezTo>
                  <a:cubicBezTo>
                    <a:pt x="42242" y="61783"/>
                    <a:pt x="42321" y="61842"/>
                    <a:pt x="42420" y="61842"/>
                  </a:cubicBezTo>
                  <a:cubicBezTo>
                    <a:pt x="42519" y="61822"/>
                    <a:pt x="42579" y="61743"/>
                    <a:pt x="42559" y="61684"/>
                  </a:cubicBezTo>
                  <a:cubicBezTo>
                    <a:pt x="42519" y="61009"/>
                    <a:pt x="42440" y="60355"/>
                    <a:pt x="42380" y="59720"/>
                  </a:cubicBezTo>
                  <a:cubicBezTo>
                    <a:pt x="42352" y="59653"/>
                    <a:pt x="42286" y="59619"/>
                    <a:pt x="42221" y="59619"/>
                  </a:cubicBezTo>
                  <a:close/>
                  <a:moveTo>
                    <a:pt x="42718" y="64103"/>
                  </a:moveTo>
                  <a:cubicBezTo>
                    <a:pt x="42618" y="64123"/>
                    <a:pt x="42559" y="64202"/>
                    <a:pt x="42559" y="64301"/>
                  </a:cubicBezTo>
                  <a:lnTo>
                    <a:pt x="42856" y="66245"/>
                  </a:lnTo>
                  <a:cubicBezTo>
                    <a:pt x="42876" y="66304"/>
                    <a:pt x="42956" y="66364"/>
                    <a:pt x="43035" y="66364"/>
                  </a:cubicBezTo>
                  <a:lnTo>
                    <a:pt x="43055" y="66364"/>
                  </a:lnTo>
                  <a:cubicBezTo>
                    <a:pt x="43134" y="66344"/>
                    <a:pt x="43194" y="66265"/>
                    <a:pt x="43174" y="66185"/>
                  </a:cubicBezTo>
                  <a:lnTo>
                    <a:pt x="42876" y="64262"/>
                  </a:lnTo>
                  <a:cubicBezTo>
                    <a:pt x="42876" y="64163"/>
                    <a:pt x="42797" y="64103"/>
                    <a:pt x="42718" y="64103"/>
                  </a:cubicBezTo>
                  <a:close/>
                  <a:moveTo>
                    <a:pt x="43471" y="68650"/>
                  </a:moveTo>
                  <a:cubicBezTo>
                    <a:pt x="43389" y="68650"/>
                    <a:pt x="43312" y="68709"/>
                    <a:pt x="43312" y="68803"/>
                  </a:cubicBezTo>
                  <a:lnTo>
                    <a:pt x="43610" y="70548"/>
                  </a:lnTo>
                  <a:lnTo>
                    <a:pt x="43650" y="70727"/>
                  </a:lnTo>
                  <a:cubicBezTo>
                    <a:pt x="43650" y="70806"/>
                    <a:pt x="43709" y="70866"/>
                    <a:pt x="43808" y="70866"/>
                  </a:cubicBezTo>
                  <a:lnTo>
                    <a:pt x="43828" y="70866"/>
                  </a:lnTo>
                  <a:cubicBezTo>
                    <a:pt x="43907" y="70846"/>
                    <a:pt x="43967" y="70766"/>
                    <a:pt x="43967" y="70667"/>
                  </a:cubicBezTo>
                  <a:lnTo>
                    <a:pt x="43927" y="70489"/>
                  </a:lnTo>
                  <a:lnTo>
                    <a:pt x="43630" y="68744"/>
                  </a:lnTo>
                  <a:cubicBezTo>
                    <a:pt x="43589" y="68679"/>
                    <a:pt x="43529" y="68650"/>
                    <a:pt x="43471" y="68650"/>
                  </a:cubicBezTo>
                  <a:close/>
                  <a:moveTo>
                    <a:pt x="44225" y="73106"/>
                  </a:moveTo>
                  <a:cubicBezTo>
                    <a:pt x="44126" y="73126"/>
                    <a:pt x="44086" y="73206"/>
                    <a:pt x="44106" y="73305"/>
                  </a:cubicBezTo>
                  <a:cubicBezTo>
                    <a:pt x="44205" y="73939"/>
                    <a:pt x="44324" y="74594"/>
                    <a:pt x="44423" y="75228"/>
                  </a:cubicBezTo>
                  <a:cubicBezTo>
                    <a:pt x="44423" y="75308"/>
                    <a:pt x="44502" y="75367"/>
                    <a:pt x="44562" y="75367"/>
                  </a:cubicBezTo>
                  <a:lnTo>
                    <a:pt x="44602" y="75367"/>
                  </a:lnTo>
                  <a:cubicBezTo>
                    <a:pt x="44681" y="75347"/>
                    <a:pt x="44740" y="75268"/>
                    <a:pt x="44740" y="75189"/>
                  </a:cubicBezTo>
                  <a:cubicBezTo>
                    <a:pt x="44641" y="74534"/>
                    <a:pt x="44522" y="73900"/>
                    <a:pt x="44423" y="73245"/>
                  </a:cubicBezTo>
                  <a:cubicBezTo>
                    <a:pt x="44403" y="73166"/>
                    <a:pt x="44304" y="73106"/>
                    <a:pt x="44225" y="73106"/>
                  </a:cubicBezTo>
                  <a:close/>
                  <a:moveTo>
                    <a:pt x="44939" y="77608"/>
                  </a:moveTo>
                  <a:cubicBezTo>
                    <a:pt x="44840" y="77628"/>
                    <a:pt x="44780" y="77727"/>
                    <a:pt x="44780" y="77806"/>
                  </a:cubicBezTo>
                  <a:cubicBezTo>
                    <a:pt x="44879" y="78481"/>
                    <a:pt x="44958" y="79135"/>
                    <a:pt x="45038" y="79750"/>
                  </a:cubicBezTo>
                  <a:cubicBezTo>
                    <a:pt x="45038" y="79829"/>
                    <a:pt x="45097" y="79889"/>
                    <a:pt x="45177" y="79889"/>
                  </a:cubicBezTo>
                  <a:lnTo>
                    <a:pt x="45216" y="79889"/>
                  </a:lnTo>
                  <a:cubicBezTo>
                    <a:pt x="45296" y="79869"/>
                    <a:pt x="45355" y="79790"/>
                    <a:pt x="45355" y="79690"/>
                  </a:cubicBezTo>
                  <a:cubicBezTo>
                    <a:pt x="45276" y="79076"/>
                    <a:pt x="45216" y="78421"/>
                    <a:pt x="45117" y="77767"/>
                  </a:cubicBezTo>
                  <a:cubicBezTo>
                    <a:pt x="45117" y="77668"/>
                    <a:pt x="45038" y="77608"/>
                    <a:pt x="44939" y="77608"/>
                  </a:cubicBezTo>
                  <a:close/>
                  <a:moveTo>
                    <a:pt x="45415" y="82150"/>
                  </a:moveTo>
                  <a:cubicBezTo>
                    <a:pt x="45335" y="82169"/>
                    <a:pt x="45276" y="82249"/>
                    <a:pt x="45256" y="82328"/>
                  </a:cubicBezTo>
                  <a:cubicBezTo>
                    <a:pt x="45315" y="83002"/>
                    <a:pt x="45335" y="83657"/>
                    <a:pt x="45355" y="84291"/>
                  </a:cubicBezTo>
                  <a:cubicBezTo>
                    <a:pt x="45355" y="84371"/>
                    <a:pt x="45434" y="84430"/>
                    <a:pt x="45514" y="84430"/>
                  </a:cubicBezTo>
                  <a:cubicBezTo>
                    <a:pt x="45593" y="84430"/>
                    <a:pt x="45672" y="84371"/>
                    <a:pt x="45672" y="84291"/>
                  </a:cubicBezTo>
                  <a:cubicBezTo>
                    <a:pt x="45653" y="83637"/>
                    <a:pt x="45633" y="82963"/>
                    <a:pt x="45573" y="82308"/>
                  </a:cubicBezTo>
                  <a:cubicBezTo>
                    <a:pt x="45573" y="82209"/>
                    <a:pt x="45494" y="82150"/>
                    <a:pt x="45415" y="82150"/>
                  </a:cubicBezTo>
                  <a:close/>
                  <a:moveTo>
                    <a:pt x="45514" y="86711"/>
                  </a:moveTo>
                  <a:cubicBezTo>
                    <a:pt x="45415" y="86711"/>
                    <a:pt x="45335" y="86790"/>
                    <a:pt x="45335" y="86889"/>
                  </a:cubicBezTo>
                  <a:cubicBezTo>
                    <a:pt x="45315" y="87524"/>
                    <a:pt x="45256" y="88198"/>
                    <a:pt x="45196" y="88813"/>
                  </a:cubicBezTo>
                  <a:cubicBezTo>
                    <a:pt x="45196" y="88912"/>
                    <a:pt x="45236" y="88991"/>
                    <a:pt x="45335" y="88991"/>
                  </a:cubicBezTo>
                  <a:lnTo>
                    <a:pt x="45355" y="88991"/>
                  </a:lnTo>
                  <a:cubicBezTo>
                    <a:pt x="45434" y="88991"/>
                    <a:pt x="45514" y="88932"/>
                    <a:pt x="45514" y="88852"/>
                  </a:cubicBezTo>
                  <a:cubicBezTo>
                    <a:pt x="45573" y="88218"/>
                    <a:pt x="45633" y="87563"/>
                    <a:pt x="45653" y="86889"/>
                  </a:cubicBezTo>
                  <a:cubicBezTo>
                    <a:pt x="45653" y="86810"/>
                    <a:pt x="45593" y="86731"/>
                    <a:pt x="45514" y="86711"/>
                  </a:cubicBezTo>
                  <a:close/>
                  <a:moveTo>
                    <a:pt x="45018" y="91252"/>
                  </a:moveTo>
                  <a:cubicBezTo>
                    <a:pt x="44919" y="91252"/>
                    <a:pt x="44859" y="91312"/>
                    <a:pt x="44840" y="91391"/>
                  </a:cubicBezTo>
                  <a:cubicBezTo>
                    <a:pt x="44721" y="92025"/>
                    <a:pt x="44602" y="92660"/>
                    <a:pt x="44423" y="93315"/>
                  </a:cubicBezTo>
                  <a:cubicBezTo>
                    <a:pt x="44403" y="93394"/>
                    <a:pt x="44463" y="93473"/>
                    <a:pt x="44542" y="93513"/>
                  </a:cubicBezTo>
                  <a:lnTo>
                    <a:pt x="44602" y="93513"/>
                  </a:lnTo>
                  <a:cubicBezTo>
                    <a:pt x="44661" y="93513"/>
                    <a:pt x="44721" y="93453"/>
                    <a:pt x="44740" y="93374"/>
                  </a:cubicBezTo>
                  <a:cubicBezTo>
                    <a:pt x="44879" y="92739"/>
                    <a:pt x="45038" y="92085"/>
                    <a:pt x="45157" y="91450"/>
                  </a:cubicBezTo>
                  <a:cubicBezTo>
                    <a:pt x="45157" y="91351"/>
                    <a:pt x="45097" y="91272"/>
                    <a:pt x="45018" y="91252"/>
                  </a:cubicBezTo>
                  <a:close/>
                  <a:moveTo>
                    <a:pt x="43854" y="95679"/>
                  </a:moveTo>
                  <a:cubicBezTo>
                    <a:pt x="43788" y="95679"/>
                    <a:pt x="43733" y="95720"/>
                    <a:pt x="43689" y="95793"/>
                  </a:cubicBezTo>
                  <a:cubicBezTo>
                    <a:pt x="43511" y="96408"/>
                    <a:pt x="43273" y="97023"/>
                    <a:pt x="43055" y="97618"/>
                  </a:cubicBezTo>
                  <a:cubicBezTo>
                    <a:pt x="43015" y="97697"/>
                    <a:pt x="43055" y="97796"/>
                    <a:pt x="43134" y="97836"/>
                  </a:cubicBezTo>
                  <a:lnTo>
                    <a:pt x="43213" y="97836"/>
                  </a:lnTo>
                  <a:cubicBezTo>
                    <a:pt x="43273" y="97836"/>
                    <a:pt x="43332" y="97796"/>
                    <a:pt x="43352" y="97737"/>
                  </a:cubicBezTo>
                  <a:cubicBezTo>
                    <a:pt x="43590" y="97122"/>
                    <a:pt x="43828" y="96507"/>
                    <a:pt x="44026" y="95893"/>
                  </a:cubicBezTo>
                  <a:cubicBezTo>
                    <a:pt x="44046" y="95793"/>
                    <a:pt x="44007" y="95714"/>
                    <a:pt x="43927" y="95694"/>
                  </a:cubicBezTo>
                  <a:cubicBezTo>
                    <a:pt x="43902" y="95684"/>
                    <a:pt x="43877" y="95679"/>
                    <a:pt x="43854" y="95679"/>
                  </a:cubicBezTo>
                  <a:close/>
                  <a:moveTo>
                    <a:pt x="42153" y="99929"/>
                  </a:moveTo>
                  <a:cubicBezTo>
                    <a:pt x="42092" y="99929"/>
                    <a:pt x="42030" y="99965"/>
                    <a:pt x="42004" y="100017"/>
                  </a:cubicBezTo>
                  <a:cubicBezTo>
                    <a:pt x="41746" y="100593"/>
                    <a:pt x="41448" y="101188"/>
                    <a:pt x="41111" y="101763"/>
                  </a:cubicBezTo>
                  <a:cubicBezTo>
                    <a:pt x="41091" y="101842"/>
                    <a:pt x="41111" y="101941"/>
                    <a:pt x="41191" y="101981"/>
                  </a:cubicBezTo>
                  <a:lnTo>
                    <a:pt x="41270" y="101981"/>
                  </a:lnTo>
                  <a:cubicBezTo>
                    <a:pt x="41329" y="101981"/>
                    <a:pt x="41389" y="101961"/>
                    <a:pt x="41409" y="101901"/>
                  </a:cubicBezTo>
                  <a:cubicBezTo>
                    <a:pt x="41706" y="101326"/>
                    <a:pt x="42043" y="100751"/>
                    <a:pt x="42301" y="100176"/>
                  </a:cubicBezTo>
                  <a:cubicBezTo>
                    <a:pt x="42341" y="100077"/>
                    <a:pt x="42301" y="99978"/>
                    <a:pt x="42242" y="99958"/>
                  </a:cubicBezTo>
                  <a:cubicBezTo>
                    <a:pt x="42215" y="99938"/>
                    <a:pt x="42184" y="99929"/>
                    <a:pt x="42153" y="99929"/>
                  </a:cubicBezTo>
                  <a:close/>
                  <a:moveTo>
                    <a:pt x="39901" y="103899"/>
                  </a:moveTo>
                  <a:cubicBezTo>
                    <a:pt x="39853" y="103899"/>
                    <a:pt x="39813" y="103923"/>
                    <a:pt x="39802" y="103984"/>
                  </a:cubicBezTo>
                  <a:cubicBezTo>
                    <a:pt x="39465" y="104539"/>
                    <a:pt x="39088" y="105074"/>
                    <a:pt x="38712" y="105630"/>
                  </a:cubicBezTo>
                  <a:cubicBezTo>
                    <a:pt x="38672" y="105709"/>
                    <a:pt x="38692" y="105788"/>
                    <a:pt x="38771" y="105848"/>
                  </a:cubicBezTo>
                  <a:lnTo>
                    <a:pt x="38870" y="105848"/>
                  </a:lnTo>
                  <a:cubicBezTo>
                    <a:pt x="38910" y="105848"/>
                    <a:pt x="38969" y="105828"/>
                    <a:pt x="38989" y="105808"/>
                  </a:cubicBezTo>
                  <a:cubicBezTo>
                    <a:pt x="39366" y="105273"/>
                    <a:pt x="39743" y="104717"/>
                    <a:pt x="40080" y="104162"/>
                  </a:cubicBezTo>
                  <a:cubicBezTo>
                    <a:pt x="40209" y="104062"/>
                    <a:pt x="40027" y="103899"/>
                    <a:pt x="39901" y="103899"/>
                  </a:cubicBezTo>
                  <a:close/>
                  <a:moveTo>
                    <a:pt x="37289" y="107605"/>
                  </a:moveTo>
                  <a:cubicBezTo>
                    <a:pt x="37242" y="107605"/>
                    <a:pt x="37198" y="107620"/>
                    <a:pt x="37165" y="107653"/>
                  </a:cubicBezTo>
                  <a:cubicBezTo>
                    <a:pt x="36768" y="108188"/>
                    <a:pt x="36332" y="108684"/>
                    <a:pt x="35915" y="109180"/>
                  </a:cubicBezTo>
                  <a:cubicBezTo>
                    <a:pt x="35856" y="109239"/>
                    <a:pt x="35876" y="109338"/>
                    <a:pt x="35935" y="109398"/>
                  </a:cubicBezTo>
                  <a:cubicBezTo>
                    <a:pt x="35955" y="109418"/>
                    <a:pt x="35995" y="109437"/>
                    <a:pt x="36034" y="109437"/>
                  </a:cubicBezTo>
                  <a:cubicBezTo>
                    <a:pt x="36094" y="109437"/>
                    <a:pt x="36134" y="109418"/>
                    <a:pt x="36173" y="109378"/>
                  </a:cubicBezTo>
                  <a:cubicBezTo>
                    <a:pt x="36590" y="108882"/>
                    <a:pt x="37026" y="108386"/>
                    <a:pt x="37423" y="107890"/>
                  </a:cubicBezTo>
                  <a:cubicBezTo>
                    <a:pt x="37482" y="107811"/>
                    <a:pt x="37462" y="107692"/>
                    <a:pt x="37403" y="107633"/>
                  </a:cubicBezTo>
                  <a:cubicBezTo>
                    <a:pt x="37367" y="107615"/>
                    <a:pt x="37327" y="107605"/>
                    <a:pt x="37289" y="107605"/>
                  </a:cubicBezTo>
                  <a:close/>
                  <a:moveTo>
                    <a:pt x="34266" y="111031"/>
                  </a:moveTo>
                  <a:cubicBezTo>
                    <a:pt x="34228" y="111031"/>
                    <a:pt x="34188" y="111046"/>
                    <a:pt x="34150" y="111083"/>
                  </a:cubicBezTo>
                  <a:cubicBezTo>
                    <a:pt x="33714" y="111520"/>
                    <a:pt x="33238" y="111996"/>
                    <a:pt x="32742" y="112452"/>
                  </a:cubicBezTo>
                  <a:cubicBezTo>
                    <a:pt x="32683" y="112511"/>
                    <a:pt x="32683" y="112591"/>
                    <a:pt x="32742" y="112670"/>
                  </a:cubicBezTo>
                  <a:lnTo>
                    <a:pt x="32861" y="112709"/>
                  </a:lnTo>
                  <a:lnTo>
                    <a:pt x="32961" y="112670"/>
                  </a:lnTo>
                  <a:cubicBezTo>
                    <a:pt x="33456" y="112214"/>
                    <a:pt x="33932" y="111777"/>
                    <a:pt x="34388" y="111301"/>
                  </a:cubicBezTo>
                  <a:cubicBezTo>
                    <a:pt x="34495" y="111195"/>
                    <a:pt x="34392" y="111031"/>
                    <a:pt x="34266" y="111031"/>
                  </a:cubicBezTo>
                  <a:close/>
                  <a:moveTo>
                    <a:pt x="30919" y="114115"/>
                  </a:moveTo>
                  <a:cubicBezTo>
                    <a:pt x="30883" y="114115"/>
                    <a:pt x="30846" y="114130"/>
                    <a:pt x="30819" y="114157"/>
                  </a:cubicBezTo>
                  <a:lnTo>
                    <a:pt x="29292" y="115367"/>
                  </a:lnTo>
                  <a:cubicBezTo>
                    <a:pt x="29232" y="115426"/>
                    <a:pt x="29193" y="115526"/>
                    <a:pt x="29252" y="115625"/>
                  </a:cubicBezTo>
                  <a:lnTo>
                    <a:pt x="29391" y="115664"/>
                  </a:lnTo>
                  <a:lnTo>
                    <a:pt x="29490" y="115645"/>
                  </a:lnTo>
                  <a:cubicBezTo>
                    <a:pt x="30025" y="115248"/>
                    <a:pt x="30521" y="114831"/>
                    <a:pt x="31017" y="114395"/>
                  </a:cubicBezTo>
                  <a:cubicBezTo>
                    <a:pt x="31077" y="114355"/>
                    <a:pt x="31096" y="114237"/>
                    <a:pt x="31037" y="114177"/>
                  </a:cubicBezTo>
                  <a:cubicBezTo>
                    <a:pt x="31005" y="114135"/>
                    <a:pt x="30962" y="114115"/>
                    <a:pt x="30919" y="114115"/>
                  </a:cubicBezTo>
                  <a:close/>
                  <a:moveTo>
                    <a:pt x="27278" y="116860"/>
                  </a:moveTo>
                  <a:cubicBezTo>
                    <a:pt x="27247" y="116860"/>
                    <a:pt x="27216" y="116876"/>
                    <a:pt x="27190" y="116914"/>
                  </a:cubicBezTo>
                  <a:lnTo>
                    <a:pt x="25563" y="117965"/>
                  </a:lnTo>
                  <a:cubicBezTo>
                    <a:pt x="25484" y="118024"/>
                    <a:pt x="25464" y="118143"/>
                    <a:pt x="25504" y="118223"/>
                  </a:cubicBezTo>
                  <a:cubicBezTo>
                    <a:pt x="25544" y="118262"/>
                    <a:pt x="25603" y="118282"/>
                    <a:pt x="25663" y="118302"/>
                  </a:cubicBezTo>
                  <a:lnTo>
                    <a:pt x="25722" y="118262"/>
                  </a:lnTo>
                  <a:lnTo>
                    <a:pt x="27368" y="117172"/>
                  </a:lnTo>
                  <a:cubicBezTo>
                    <a:pt x="27545" y="117139"/>
                    <a:pt x="27409" y="116860"/>
                    <a:pt x="27278" y="116860"/>
                  </a:cubicBezTo>
                  <a:close/>
                  <a:moveTo>
                    <a:pt x="23367" y="119328"/>
                  </a:moveTo>
                  <a:cubicBezTo>
                    <a:pt x="23353" y="119328"/>
                    <a:pt x="23338" y="119329"/>
                    <a:pt x="23322" y="119333"/>
                  </a:cubicBezTo>
                  <a:lnTo>
                    <a:pt x="21617" y="120245"/>
                  </a:lnTo>
                  <a:cubicBezTo>
                    <a:pt x="21538" y="120305"/>
                    <a:pt x="21518" y="120384"/>
                    <a:pt x="21538" y="120483"/>
                  </a:cubicBezTo>
                  <a:cubicBezTo>
                    <a:pt x="21557" y="120523"/>
                    <a:pt x="21617" y="120563"/>
                    <a:pt x="21696" y="120583"/>
                  </a:cubicBezTo>
                  <a:lnTo>
                    <a:pt x="21756" y="120543"/>
                  </a:lnTo>
                  <a:cubicBezTo>
                    <a:pt x="22351" y="120245"/>
                    <a:pt x="22926" y="119928"/>
                    <a:pt x="23501" y="119611"/>
                  </a:cubicBezTo>
                  <a:cubicBezTo>
                    <a:pt x="23573" y="119485"/>
                    <a:pt x="23499" y="119328"/>
                    <a:pt x="23367" y="119328"/>
                  </a:cubicBezTo>
                  <a:close/>
                  <a:moveTo>
                    <a:pt x="19343" y="121409"/>
                  </a:moveTo>
                  <a:cubicBezTo>
                    <a:pt x="19321" y="121409"/>
                    <a:pt x="19299" y="121411"/>
                    <a:pt x="19277" y="121415"/>
                  </a:cubicBezTo>
                  <a:cubicBezTo>
                    <a:pt x="18722" y="121713"/>
                    <a:pt x="18127" y="121991"/>
                    <a:pt x="17532" y="122229"/>
                  </a:cubicBezTo>
                  <a:cubicBezTo>
                    <a:pt x="17452" y="122288"/>
                    <a:pt x="17413" y="122367"/>
                    <a:pt x="17433" y="122466"/>
                  </a:cubicBezTo>
                  <a:cubicBezTo>
                    <a:pt x="17472" y="122506"/>
                    <a:pt x="17532" y="122546"/>
                    <a:pt x="17591" y="122566"/>
                  </a:cubicBezTo>
                  <a:lnTo>
                    <a:pt x="17651" y="122526"/>
                  </a:lnTo>
                  <a:cubicBezTo>
                    <a:pt x="18246" y="122288"/>
                    <a:pt x="18841" y="122010"/>
                    <a:pt x="19436" y="121713"/>
                  </a:cubicBezTo>
                  <a:cubicBezTo>
                    <a:pt x="19515" y="121673"/>
                    <a:pt x="19535" y="121594"/>
                    <a:pt x="19515" y="121515"/>
                  </a:cubicBezTo>
                  <a:cubicBezTo>
                    <a:pt x="19484" y="121438"/>
                    <a:pt x="19418" y="121409"/>
                    <a:pt x="19343" y="121409"/>
                  </a:cubicBezTo>
                  <a:close/>
                  <a:moveTo>
                    <a:pt x="15196" y="123240"/>
                  </a:moveTo>
                  <a:cubicBezTo>
                    <a:pt x="15167" y="123240"/>
                    <a:pt x="15139" y="123247"/>
                    <a:pt x="15112" y="123260"/>
                  </a:cubicBezTo>
                  <a:lnTo>
                    <a:pt x="13288" y="123954"/>
                  </a:lnTo>
                  <a:cubicBezTo>
                    <a:pt x="13208" y="123974"/>
                    <a:pt x="13169" y="124053"/>
                    <a:pt x="13189" y="124152"/>
                  </a:cubicBezTo>
                  <a:cubicBezTo>
                    <a:pt x="13208" y="124212"/>
                    <a:pt x="13288" y="124271"/>
                    <a:pt x="13367" y="124271"/>
                  </a:cubicBezTo>
                  <a:lnTo>
                    <a:pt x="13407" y="124251"/>
                  </a:lnTo>
                  <a:lnTo>
                    <a:pt x="15251" y="123557"/>
                  </a:lnTo>
                  <a:cubicBezTo>
                    <a:pt x="15330" y="123498"/>
                    <a:pt x="15370" y="123418"/>
                    <a:pt x="15350" y="123319"/>
                  </a:cubicBezTo>
                  <a:cubicBezTo>
                    <a:pt x="15311" y="123266"/>
                    <a:pt x="15253" y="123240"/>
                    <a:pt x="15196" y="123240"/>
                  </a:cubicBezTo>
                  <a:close/>
                  <a:moveTo>
                    <a:pt x="10871" y="124782"/>
                  </a:moveTo>
                  <a:cubicBezTo>
                    <a:pt x="10857" y="124782"/>
                    <a:pt x="10842" y="124783"/>
                    <a:pt x="10829" y="124787"/>
                  </a:cubicBezTo>
                  <a:lnTo>
                    <a:pt x="8965" y="125382"/>
                  </a:lnTo>
                  <a:cubicBezTo>
                    <a:pt x="8885" y="125421"/>
                    <a:pt x="8846" y="125501"/>
                    <a:pt x="8865" y="125580"/>
                  </a:cubicBezTo>
                  <a:cubicBezTo>
                    <a:pt x="8885" y="125659"/>
                    <a:pt x="8945" y="125699"/>
                    <a:pt x="9024" y="125699"/>
                  </a:cubicBezTo>
                  <a:lnTo>
                    <a:pt x="9064" y="125699"/>
                  </a:lnTo>
                  <a:lnTo>
                    <a:pt x="10928" y="125104"/>
                  </a:lnTo>
                  <a:cubicBezTo>
                    <a:pt x="11027" y="125084"/>
                    <a:pt x="11087" y="124985"/>
                    <a:pt x="11047" y="124886"/>
                  </a:cubicBezTo>
                  <a:cubicBezTo>
                    <a:pt x="11014" y="124820"/>
                    <a:pt x="10940" y="124782"/>
                    <a:pt x="10871" y="124782"/>
                  </a:cubicBezTo>
                  <a:close/>
                  <a:moveTo>
                    <a:pt x="6503" y="126092"/>
                  </a:moveTo>
                  <a:cubicBezTo>
                    <a:pt x="6491" y="126092"/>
                    <a:pt x="6479" y="126093"/>
                    <a:pt x="6466" y="126096"/>
                  </a:cubicBezTo>
                  <a:lnTo>
                    <a:pt x="4582" y="126591"/>
                  </a:lnTo>
                  <a:cubicBezTo>
                    <a:pt x="4503" y="126611"/>
                    <a:pt x="4443" y="126710"/>
                    <a:pt x="4463" y="126790"/>
                  </a:cubicBezTo>
                  <a:cubicBezTo>
                    <a:pt x="4483" y="126869"/>
                    <a:pt x="4562" y="126909"/>
                    <a:pt x="4641" y="126929"/>
                  </a:cubicBezTo>
                  <a:lnTo>
                    <a:pt x="4661" y="126929"/>
                  </a:lnTo>
                  <a:lnTo>
                    <a:pt x="6565" y="126433"/>
                  </a:lnTo>
                  <a:cubicBezTo>
                    <a:pt x="6644" y="126393"/>
                    <a:pt x="6684" y="126314"/>
                    <a:pt x="6664" y="126234"/>
                  </a:cubicBezTo>
                  <a:cubicBezTo>
                    <a:pt x="6647" y="126148"/>
                    <a:pt x="6584" y="126092"/>
                    <a:pt x="6503" y="126092"/>
                  </a:cubicBezTo>
                  <a:close/>
                  <a:moveTo>
                    <a:pt x="2103" y="127221"/>
                  </a:moveTo>
                  <a:cubicBezTo>
                    <a:pt x="2090" y="127221"/>
                    <a:pt x="2076" y="127223"/>
                    <a:pt x="2063" y="127226"/>
                  </a:cubicBezTo>
                  <a:lnTo>
                    <a:pt x="140" y="127623"/>
                  </a:lnTo>
                  <a:cubicBezTo>
                    <a:pt x="60" y="127642"/>
                    <a:pt x="1" y="127722"/>
                    <a:pt x="21" y="127821"/>
                  </a:cubicBezTo>
                  <a:cubicBezTo>
                    <a:pt x="40" y="127880"/>
                    <a:pt x="100" y="127940"/>
                    <a:pt x="179" y="127940"/>
                  </a:cubicBezTo>
                  <a:lnTo>
                    <a:pt x="199" y="127940"/>
                  </a:lnTo>
                  <a:lnTo>
                    <a:pt x="2123" y="127523"/>
                  </a:lnTo>
                  <a:cubicBezTo>
                    <a:pt x="2202" y="127523"/>
                    <a:pt x="2262" y="127424"/>
                    <a:pt x="2262" y="127345"/>
                  </a:cubicBezTo>
                  <a:cubicBezTo>
                    <a:pt x="2229" y="127262"/>
                    <a:pt x="2168" y="127221"/>
                    <a:pt x="2103" y="127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l="1382" t="4650" b="2206"/>
          <a:stretch>
            <a:fillRect/>
          </a:stretch>
        </p:blipFill>
        <p:spPr>
          <a:xfrm>
            <a:off x="1464310" y="578485"/>
            <a:ext cx="9102725" cy="5577205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-499745" y="-284480"/>
            <a:ext cx="3039110" cy="1751330"/>
            <a:chOff x="-776" y="-373"/>
            <a:chExt cx="5024" cy="2882"/>
          </a:xfrm>
        </p:grpSpPr>
        <p:pic>
          <p:nvPicPr>
            <p:cNvPr id="9" name="图片 8" descr="01标示标准彩色图形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10" name="图片 9" descr="679ea5b50a417660f7076eba1cf8bba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0" y="2260600"/>
            <a:ext cx="4284020" cy="4597400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79" name="组合 578"/>
          <p:cNvGrpSpPr/>
          <p:nvPr/>
        </p:nvGrpSpPr>
        <p:grpSpPr>
          <a:xfrm>
            <a:off x="9641205" y="808990"/>
            <a:ext cx="3279140" cy="4554220"/>
            <a:chOff x="14035" y="1820"/>
            <a:chExt cx="5164" cy="7172"/>
          </a:xfrm>
        </p:grpSpPr>
        <p:grpSp>
          <p:nvGrpSpPr>
            <p:cNvPr id="2208" name="Google Shape;2208;p36"/>
            <p:cNvGrpSpPr/>
            <p:nvPr/>
          </p:nvGrpSpPr>
          <p:grpSpPr>
            <a:xfrm>
              <a:off x="15401" y="4153"/>
              <a:ext cx="1385" cy="1035"/>
              <a:chOff x="4030925" y="2186525"/>
              <a:chExt cx="944700" cy="706325"/>
            </a:xfrm>
          </p:grpSpPr>
          <p:sp>
            <p:nvSpPr>
              <p:cNvPr id="2209" name="Google Shape;2209;p36"/>
              <p:cNvSpPr/>
              <p:nvPr/>
            </p:nvSpPr>
            <p:spPr>
              <a:xfrm>
                <a:off x="4030925" y="2186525"/>
                <a:ext cx="944700" cy="281675"/>
              </a:xfrm>
              <a:custGeom>
                <a:avLst/>
                <a:gdLst/>
                <a:ahLst/>
                <a:cxnLst/>
                <a:rect l="l" t="t" r="r" b="b"/>
                <a:pathLst>
                  <a:path w="37788" h="11267" extrusionOk="0">
                    <a:moveTo>
                      <a:pt x="33327" y="1430"/>
                    </a:moveTo>
                    <a:lnTo>
                      <a:pt x="9699" y="10348"/>
                    </a:lnTo>
                    <a:lnTo>
                      <a:pt x="1770" y="6049"/>
                    </a:lnTo>
                    <a:lnTo>
                      <a:pt x="33327" y="1430"/>
                    </a:lnTo>
                    <a:close/>
                    <a:moveTo>
                      <a:pt x="37185" y="0"/>
                    </a:moveTo>
                    <a:cubicBezTo>
                      <a:pt x="37164" y="0"/>
                      <a:pt x="37142" y="1"/>
                      <a:pt x="37120" y="5"/>
                    </a:cubicBezTo>
                    <a:lnTo>
                      <a:pt x="391" y="5383"/>
                    </a:lnTo>
                    <a:cubicBezTo>
                      <a:pt x="207" y="5406"/>
                      <a:pt x="69" y="5544"/>
                      <a:pt x="23" y="5728"/>
                    </a:cubicBezTo>
                    <a:cubicBezTo>
                      <a:pt x="0" y="5912"/>
                      <a:pt x="92" y="6095"/>
                      <a:pt x="253" y="6187"/>
                    </a:cubicBezTo>
                    <a:lnTo>
                      <a:pt x="9447" y="11221"/>
                    </a:lnTo>
                    <a:lnTo>
                      <a:pt x="9653" y="11267"/>
                    </a:lnTo>
                    <a:lnTo>
                      <a:pt x="9814" y="11244"/>
                    </a:lnTo>
                    <a:lnTo>
                      <a:pt x="37327" y="855"/>
                    </a:lnTo>
                    <a:cubicBezTo>
                      <a:pt x="37788" y="679"/>
                      <a:pt x="37641" y="0"/>
                      <a:pt x="371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0" name="Google Shape;2210;p36"/>
              <p:cNvSpPr/>
              <p:nvPr/>
            </p:nvSpPr>
            <p:spPr>
              <a:xfrm>
                <a:off x="4423950" y="2187475"/>
                <a:ext cx="547625" cy="512875"/>
              </a:xfrm>
              <a:custGeom>
                <a:avLst/>
                <a:gdLst/>
                <a:ahLst/>
                <a:cxnLst/>
                <a:rect l="l" t="t" r="r" b="b"/>
                <a:pathLst>
                  <a:path w="21905" h="20515" extrusionOk="0">
                    <a:moveTo>
                      <a:pt x="19882" y="2104"/>
                    </a:moveTo>
                    <a:lnTo>
                      <a:pt x="8918" y="19572"/>
                    </a:lnTo>
                    <a:lnTo>
                      <a:pt x="1265" y="15918"/>
                    </a:lnTo>
                    <a:lnTo>
                      <a:pt x="19882" y="2104"/>
                    </a:lnTo>
                    <a:close/>
                    <a:moveTo>
                      <a:pt x="21443" y="0"/>
                    </a:moveTo>
                    <a:cubicBezTo>
                      <a:pt x="21354" y="0"/>
                      <a:pt x="21266" y="29"/>
                      <a:pt x="21192" y="81"/>
                    </a:cubicBezTo>
                    <a:lnTo>
                      <a:pt x="184" y="15688"/>
                    </a:lnTo>
                    <a:cubicBezTo>
                      <a:pt x="69" y="15780"/>
                      <a:pt x="0" y="15941"/>
                      <a:pt x="23" y="16102"/>
                    </a:cubicBezTo>
                    <a:cubicBezTo>
                      <a:pt x="23" y="16240"/>
                      <a:pt x="115" y="16378"/>
                      <a:pt x="253" y="16446"/>
                    </a:cubicBezTo>
                    <a:lnTo>
                      <a:pt x="8918" y="20515"/>
                    </a:lnTo>
                    <a:lnTo>
                      <a:pt x="9102" y="20515"/>
                    </a:lnTo>
                    <a:cubicBezTo>
                      <a:pt x="9240" y="20515"/>
                      <a:pt x="9378" y="20469"/>
                      <a:pt x="9470" y="20354"/>
                    </a:cubicBezTo>
                    <a:lnTo>
                      <a:pt x="21813" y="656"/>
                    </a:lnTo>
                    <a:cubicBezTo>
                      <a:pt x="21905" y="472"/>
                      <a:pt x="21882" y="265"/>
                      <a:pt x="21744" y="127"/>
                    </a:cubicBezTo>
                    <a:cubicBezTo>
                      <a:pt x="21656" y="40"/>
                      <a:pt x="21549" y="0"/>
                      <a:pt x="214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1" name="Google Shape;2211;p36"/>
              <p:cNvSpPr/>
              <p:nvPr/>
            </p:nvSpPr>
            <p:spPr>
              <a:xfrm>
                <a:off x="4261325" y="2186625"/>
                <a:ext cx="710825" cy="706225"/>
              </a:xfrm>
              <a:custGeom>
                <a:avLst/>
                <a:gdLst/>
                <a:ahLst/>
                <a:cxnLst/>
                <a:rect l="l" t="t" r="r" b="b"/>
                <a:pathLst>
                  <a:path w="28433" h="28249" extrusionOk="0">
                    <a:moveTo>
                      <a:pt x="25261" y="1908"/>
                    </a:moveTo>
                    <a:lnTo>
                      <a:pt x="6689" y="15699"/>
                    </a:lnTo>
                    <a:cubicBezTo>
                      <a:pt x="6620" y="15745"/>
                      <a:pt x="6551" y="15837"/>
                      <a:pt x="6528" y="15929"/>
                    </a:cubicBezTo>
                    <a:lnTo>
                      <a:pt x="3196" y="25973"/>
                    </a:lnTo>
                    <a:lnTo>
                      <a:pt x="920" y="11102"/>
                    </a:lnTo>
                    <a:lnTo>
                      <a:pt x="25261" y="1908"/>
                    </a:lnTo>
                    <a:close/>
                    <a:moveTo>
                      <a:pt x="27953" y="1"/>
                    </a:moveTo>
                    <a:cubicBezTo>
                      <a:pt x="27906" y="1"/>
                      <a:pt x="27859" y="8"/>
                      <a:pt x="27812" y="24"/>
                    </a:cubicBezTo>
                    <a:lnTo>
                      <a:pt x="300" y="10436"/>
                    </a:lnTo>
                    <a:cubicBezTo>
                      <a:pt x="116" y="10504"/>
                      <a:pt x="1" y="10711"/>
                      <a:pt x="24" y="10895"/>
                    </a:cubicBezTo>
                    <a:lnTo>
                      <a:pt x="2621" y="27881"/>
                    </a:lnTo>
                    <a:cubicBezTo>
                      <a:pt x="2644" y="28065"/>
                      <a:pt x="2805" y="28226"/>
                      <a:pt x="3012" y="28249"/>
                    </a:cubicBezTo>
                    <a:lnTo>
                      <a:pt x="3058" y="28249"/>
                    </a:lnTo>
                    <a:cubicBezTo>
                      <a:pt x="3242" y="28249"/>
                      <a:pt x="3402" y="28111"/>
                      <a:pt x="3448" y="27927"/>
                    </a:cubicBezTo>
                    <a:lnTo>
                      <a:pt x="7310" y="16297"/>
                    </a:lnTo>
                    <a:lnTo>
                      <a:pt x="28226" y="782"/>
                    </a:lnTo>
                    <a:cubicBezTo>
                      <a:pt x="28387" y="667"/>
                      <a:pt x="28433" y="414"/>
                      <a:pt x="28341" y="230"/>
                    </a:cubicBezTo>
                    <a:cubicBezTo>
                      <a:pt x="28269" y="88"/>
                      <a:pt x="28115" y="1"/>
                      <a:pt x="279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2" name="Google Shape;2212;p36"/>
              <p:cNvSpPr/>
              <p:nvPr/>
            </p:nvSpPr>
            <p:spPr>
              <a:xfrm>
                <a:off x="4325700" y="2577225"/>
                <a:ext cx="236750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9470" h="12625" extrusionOk="0">
                    <a:moveTo>
                      <a:pt x="4620" y="1017"/>
                    </a:moveTo>
                    <a:lnTo>
                      <a:pt x="8343" y="2764"/>
                    </a:lnTo>
                    <a:lnTo>
                      <a:pt x="1540" y="10395"/>
                    </a:lnTo>
                    <a:lnTo>
                      <a:pt x="4620" y="1017"/>
                    </a:lnTo>
                    <a:close/>
                    <a:moveTo>
                      <a:pt x="4379" y="0"/>
                    </a:moveTo>
                    <a:cubicBezTo>
                      <a:pt x="4321" y="0"/>
                      <a:pt x="4264" y="18"/>
                      <a:pt x="4206" y="52"/>
                    </a:cubicBezTo>
                    <a:cubicBezTo>
                      <a:pt x="4091" y="98"/>
                      <a:pt x="3999" y="190"/>
                      <a:pt x="3953" y="305"/>
                    </a:cubicBezTo>
                    <a:lnTo>
                      <a:pt x="69" y="12050"/>
                    </a:lnTo>
                    <a:cubicBezTo>
                      <a:pt x="0" y="12257"/>
                      <a:pt x="92" y="12464"/>
                      <a:pt x="276" y="12579"/>
                    </a:cubicBezTo>
                    <a:lnTo>
                      <a:pt x="483" y="12625"/>
                    </a:lnTo>
                    <a:cubicBezTo>
                      <a:pt x="598" y="12625"/>
                      <a:pt x="713" y="12579"/>
                      <a:pt x="781" y="12487"/>
                    </a:cubicBezTo>
                    <a:lnTo>
                      <a:pt x="9355" y="2925"/>
                    </a:lnTo>
                    <a:cubicBezTo>
                      <a:pt x="9424" y="2810"/>
                      <a:pt x="9470" y="2672"/>
                      <a:pt x="9470" y="2534"/>
                    </a:cubicBezTo>
                    <a:cubicBezTo>
                      <a:pt x="9447" y="2396"/>
                      <a:pt x="9332" y="2304"/>
                      <a:pt x="9217" y="2259"/>
                    </a:cubicBezTo>
                    <a:lnTo>
                      <a:pt x="4551" y="52"/>
                    </a:lnTo>
                    <a:cubicBezTo>
                      <a:pt x="4493" y="18"/>
                      <a:pt x="4436" y="0"/>
                      <a:pt x="4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61" name="Google Shape;4561;p69"/>
            <p:cNvSpPr/>
            <p:nvPr/>
          </p:nvSpPr>
          <p:spPr>
            <a:xfrm>
              <a:off x="14035" y="1820"/>
              <a:ext cx="5165" cy="7172"/>
            </a:xfrm>
            <a:custGeom>
              <a:avLst/>
              <a:gdLst/>
              <a:ahLst/>
              <a:cxnLst/>
              <a:rect l="l" t="t" r="r" b="b"/>
              <a:pathLst>
                <a:path w="92138" h="127940" extrusionOk="0">
                  <a:moveTo>
                    <a:pt x="85073" y="0"/>
                  </a:moveTo>
                  <a:cubicBezTo>
                    <a:pt x="85013" y="0"/>
                    <a:pt x="84958" y="40"/>
                    <a:pt x="84958" y="108"/>
                  </a:cubicBezTo>
                  <a:cubicBezTo>
                    <a:pt x="84899" y="167"/>
                    <a:pt x="84919" y="266"/>
                    <a:pt x="84998" y="326"/>
                  </a:cubicBezTo>
                  <a:cubicBezTo>
                    <a:pt x="85573" y="603"/>
                    <a:pt x="86128" y="940"/>
                    <a:pt x="86644" y="1337"/>
                  </a:cubicBezTo>
                  <a:lnTo>
                    <a:pt x="86743" y="1337"/>
                  </a:lnTo>
                  <a:cubicBezTo>
                    <a:pt x="86783" y="1337"/>
                    <a:pt x="86842" y="1317"/>
                    <a:pt x="86882" y="1297"/>
                  </a:cubicBezTo>
                  <a:cubicBezTo>
                    <a:pt x="86922" y="1218"/>
                    <a:pt x="86902" y="1119"/>
                    <a:pt x="86842" y="1059"/>
                  </a:cubicBezTo>
                  <a:cubicBezTo>
                    <a:pt x="86307" y="663"/>
                    <a:pt x="85732" y="326"/>
                    <a:pt x="85157" y="28"/>
                  </a:cubicBezTo>
                  <a:cubicBezTo>
                    <a:pt x="85131" y="9"/>
                    <a:pt x="85102" y="0"/>
                    <a:pt x="85073" y="0"/>
                  </a:cubicBezTo>
                  <a:close/>
                  <a:moveTo>
                    <a:pt x="88675" y="2762"/>
                  </a:moveTo>
                  <a:cubicBezTo>
                    <a:pt x="88636" y="2762"/>
                    <a:pt x="88595" y="2777"/>
                    <a:pt x="88568" y="2805"/>
                  </a:cubicBezTo>
                  <a:cubicBezTo>
                    <a:pt x="88488" y="2844"/>
                    <a:pt x="88488" y="2963"/>
                    <a:pt x="88548" y="3023"/>
                  </a:cubicBezTo>
                  <a:cubicBezTo>
                    <a:pt x="88984" y="3499"/>
                    <a:pt x="89381" y="4014"/>
                    <a:pt x="89738" y="4570"/>
                  </a:cubicBezTo>
                  <a:cubicBezTo>
                    <a:pt x="89777" y="4609"/>
                    <a:pt x="89817" y="4629"/>
                    <a:pt x="89877" y="4629"/>
                  </a:cubicBezTo>
                  <a:lnTo>
                    <a:pt x="89956" y="4609"/>
                  </a:lnTo>
                  <a:cubicBezTo>
                    <a:pt x="90035" y="4550"/>
                    <a:pt x="90055" y="4451"/>
                    <a:pt x="89996" y="4371"/>
                  </a:cubicBezTo>
                  <a:cubicBezTo>
                    <a:pt x="89658" y="3816"/>
                    <a:pt x="89242" y="3300"/>
                    <a:pt x="88786" y="2824"/>
                  </a:cubicBezTo>
                  <a:cubicBezTo>
                    <a:pt x="88765" y="2782"/>
                    <a:pt x="88721" y="2762"/>
                    <a:pt x="88675" y="2762"/>
                  </a:cubicBezTo>
                  <a:close/>
                  <a:moveTo>
                    <a:pt x="91110" y="6597"/>
                  </a:moveTo>
                  <a:cubicBezTo>
                    <a:pt x="91089" y="6597"/>
                    <a:pt x="91068" y="6602"/>
                    <a:pt x="91047" y="6612"/>
                  </a:cubicBezTo>
                  <a:cubicBezTo>
                    <a:pt x="90967" y="6632"/>
                    <a:pt x="90908" y="6731"/>
                    <a:pt x="90947" y="6810"/>
                  </a:cubicBezTo>
                  <a:cubicBezTo>
                    <a:pt x="91185" y="7425"/>
                    <a:pt x="91384" y="8040"/>
                    <a:pt x="91523" y="8675"/>
                  </a:cubicBezTo>
                  <a:cubicBezTo>
                    <a:pt x="91542" y="8754"/>
                    <a:pt x="91622" y="8794"/>
                    <a:pt x="91701" y="8794"/>
                  </a:cubicBezTo>
                  <a:lnTo>
                    <a:pt x="91721" y="8794"/>
                  </a:lnTo>
                  <a:cubicBezTo>
                    <a:pt x="91800" y="8774"/>
                    <a:pt x="91860" y="8694"/>
                    <a:pt x="91840" y="8595"/>
                  </a:cubicBezTo>
                  <a:cubicBezTo>
                    <a:pt x="91681" y="7941"/>
                    <a:pt x="91483" y="7306"/>
                    <a:pt x="91245" y="6692"/>
                  </a:cubicBezTo>
                  <a:cubicBezTo>
                    <a:pt x="91216" y="6633"/>
                    <a:pt x="91166" y="6597"/>
                    <a:pt x="91110" y="6597"/>
                  </a:cubicBezTo>
                  <a:close/>
                  <a:moveTo>
                    <a:pt x="91959" y="11054"/>
                  </a:moveTo>
                  <a:cubicBezTo>
                    <a:pt x="91879" y="11054"/>
                    <a:pt x="91800" y="11114"/>
                    <a:pt x="91780" y="11213"/>
                  </a:cubicBezTo>
                  <a:cubicBezTo>
                    <a:pt x="91800" y="11848"/>
                    <a:pt x="91741" y="12502"/>
                    <a:pt x="91622" y="13137"/>
                  </a:cubicBezTo>
                  <a:cubicBezTo>
                    <a:pt x="91622" y="13236"/>
                    <a:pt x="91681" y="13315"/>
                    <a:pt x="91760" y="13335"/>
                  </a:cubicBezTo>
                  <a:lnTo>
                    <a:pt x="91800" y="13335"/>
                  </a:lnTo>
                  <a:cubicBezTo>
                    <a:pt x="91879" y="13335"/>
                    <a:pt x="91939" y="13275"/>
                    <a:pt x="91939" y="13196"/>
                  </a:cubicBezTo>
                  <a:cubicBezTo>
                    <a:pt x="92058" y="12542"/>
                    <a:pt x="92117" y="11887"/>
                    <a:pt x="92137" y="11233"/>
                  </a:cubicBezTo>
                  <a:cubicBezTo>
                    <a:pt x="92137" y="11134"/>
                    <a:pt x="92058" y="11054"/>
                    <a:pt x="91959" y="11054"/>
                  </a:cubicBezTo>
                  <a:close/>
                  <a:moveTo>
                    <a:pt x="91092" y="15504"/>
                  </a:moveTo>
                  <a:cubicBezTo>
                    <a:pt x="91027" y="15504"/>
                    <a:pt x="90963" y="15554"/>
                    <a:pt x="90947" y="15616"/>
                  </a:cubicBezTo>
                  <a:cubicBezTo>
                    <a:pt x="90709" y="16211"/>
                    <a:pt x="90432" y="16786"/>
                    <a:pt x="90134" y="17381"/>
                  </a:cubicBezTo>
                  <a:cubicBezTo>
                    <a:pt x="90095" y="17460"/>
                    <a:pt x="90114" y="17539"/>
                    <a:pt x="90174" y="17599"/>
                  </a:cubicBezTo>
                  <a:lnTo>
                    <a:pt x="90253" y="17599"/>
                  </a:lnTo>
                  <a:cubicBezTo>
                    <a:pt x="90313" y="17599"/>
                    <a:pt x="90372" y="17579"/>
                    <a:pt x="90412" y="17519"/>
                  </a:cubicBezTo>
                  <a:cubicBezTo>
                    <a:pt x="90729" y="16944"/>
                    <a:pt x="91007" y="16349"/>
                    <a:pt x="91245" y="15735"/>
                  </a:cubicBezTo>
                  <a:cubicBezTo>
                    <a:pt x="91265" y="15635"/>
                    <a:pt x="91245" y="15536"/>
                    <a:pt x="91146" y="15516"/>
                  </a:cubicBezTo>
                  <a:cubicBezTo>
                    <a:pt x="91128" y="15508"/>
                    <a:pt x="91110" y="15504"/>
                    <a:pt x="91092" y="15504"/>
                  </a:cubicBezTo>
                  <a:close/>
                  <a:moveTo>
                    <a:pt x="88856" y="19462"/>
                  </a:moveTo>
                  <a:cubicBezTo>
                    <a:pt x="88802" y="19462"/>
                    <a:pt x="88752" y="19484"/>
                    <a:pt x="88726" y="19522"/>
                  </a:cubicBezTo>
                  <a:cubicBezTo>
                    <a:pt x="88330" y="20018"/>
                    <a:pt x="87893" y="20514"/>
                    <a:pt x="87457" y="20990"/>
                  </a:cubicBezTo>
                  <a:cubicBezTo>
                    <a:pt x="87378" y="21049"/>
                    <a:pt x="87378" y="21168"/>
                    <a:pt x="87457" y="21208"/>
                  </a:cubicBezTo>
                  <a:lnTo>
                    <a:pt x="87576" y="21267"/>
                  </a:lnTo>
                  <a:lnTo>
                    <a:pt x="87675" y="21208"/>
                  </a:lnTo>
                  <a:cubicBezTo>
                    <a:pt x="88131" y="20752"/>
                    <a:pt x="88568" y="20256"/>
                    <a:pt x="88964" y="19721"/>
                  </a:cubicBezTo>
                  <a:cubicBezTo>
                    <a:pt x="89024" y="19661"/>
                    <a:pt x="89004" y="19542"/>
                    <a:pt x="88944" y="19483"/>
                  </a:cubicBezTo>
                  <a:cubicBezTo>
                    <a:pt x="88916" y="19469"/>
                    <a:pt x="88886" y="19462"/>
                    <a:pt x="88856" y="19462"/>
                  </a:cubicBezTo>
                  <a:close/>
                  <a:moveTo>
                    <a:pt x="85625" y="22735"/>
                  </a:moveTo>
                  <a:cubicBezTo>
                    <a:pt x="85601" y="22735"/>
                    <a:pt x="85577" y="22741"/>
                    <a:pt x="85553" y="22755"/>
                  </a:cubicBezTo>
                  <a:cubicBezTo>
                    <a:pt x="85057" y="23151"/>
                    <a:pt x="84522" y="23548"/>
                    <a:pt x="83987" y="23925"/>
                  </a:cubicBezTo>
                  <a:cubicBezTo>
                    <a:pt x="83907" y="23965"/>
                    <a:pt x="83887" y="24084"/>
                    <a:pt x="83967" y="24143"/>
                  </a:cubicBezTo>
                  <a:cubicBezTo>
                    <a:pt x="83987" y="24183"/>
                    <a:pt x="84026" y="24222"/>
                    <a:pt x="84086" y="24222"/>
                  </a:cubicBezTo>
                  <a:lnTo>
                    <a:pt x="84185" y="24183"/>
                  </a:lnTo>
                  <a:cubicBezTo>
                    <a:pt x="84720" y="23826"/>
                    <a:pt x="85256" y="23429"/>
                    <a:pt x="85771" y="22993"/>
                  </a:cubicBezTo>
                  <a:cubicBezTo>
                    <a:pt x="85837" y="22878"/>
                    <a:pt x="85739" y="22735"/>
                    <a:pt x="85625" y="22735"/>
                  </a:cubicBezTo>
                  <a:close/>
                  <a:moveTo>
                    <a:pt x="81855" y="25254"/>
                  </a:moveTo>
                  <a:cubicBezTo>
                    <a:pt x="81829" y="25254"/>
                    <a:pt x="81805" y="25260"/>
                    <a:pt x="81785" y="25273"/>
                  </a:cubicBezTo>
                  <a:lnTo>
                    <a:pt x="81706" y="25273"/>
                  </a:lnTo>
                  <a:lnTo>
                    <a:pt x="80020" y="26106"/>
                  </a:lnTo>
                  <a:cubicBezTo>
                    <a:pt x="79834" y="26144"/>
                    <a:pt x="79893" y="26407"/>
                    <a:pt x="80064" y="26407"/>
                  </a:cubicBezTo>
                  <a:cubicBezTo>
                    <a:pt x="80075" y="26407"/>
                    <a:pt x="80087" y="26406"/>
                    <a:pt x="80100" y="26404"/>
                  </a:cubicBezTo>
                  <a:lnTo>
                    <a:pt x="80159" y="26424"/>
                  </a:lnTo>
                  <a:lnTo>
                    <a:pt x="81845" y="25611"/>
                  </a:lnTo>
                  <a:lnTo>
                    <a:pt x="81924" y="25551"/>
                  </a:lnTo>
                  <a:cubicBezTo>
                    <a:pt x="82023" y="25531"/>
                    <a:pt x="82043" y="25412"/>
                    <a:pt x="82003" y="25333"/>
                  </a:cubicBezTo>
                  <a:cubicBezTo>
                    <a:pt x="81964" y="25280"/>
                    <a:pt x="81907" y="25254"/>
                    <a:pt x="81855" y="25254"/>
                  </a:cubicBezTo>
                  <a:close/>
                  <a:moveTo>
                    <a:pt x="77650" y="27033"/>
                  </a:moveTo>
                  <a:cubicBezTo>
                    <a:pt x="77634" y="27033"/>
                    <a:pt x="77618" y="27035"/>
                    <a:pt x="77601" y="27038"/>
                  </a:cubicBezTo>
                  <a:cubicBezTo>
                    <a:pt x="77026" y="27257"/>
                    <a:pt x="76391" y="27455"/>
                    <a:pt x="75757" y="27653"/>
                  </a:cubicBezTo>
                  <a:cubicBezTo>
                    <a:pt x="75677" y="27693"/>
                    <a:pt x="75638" y="27772"/>
                    <a:pt x="75657" y="27851"/>
                  </a:cubicBezTo>
                  <a:cubicBezTo>
                    <a:pt x="75657" y="27931"/>
                    <a:pt x="75737" y="27990"/>
                    <a:pt x="75796" y="27990"/>
                  </a:cubicBezTo>
                  <a:lnTo>
                    <a:pt x="75856" y="27970"/>
                  </a:lnTo>
                  <a:lnTo>
                    <a:pt x="77720" y="27376"/>
                  </a:lnTo>
                  <a:cubicBezTo>
                    <a:pt x="77819" y="27316"/>
                    <a:pt x="77859" y="27237"/>
                    <a:pt x="77819" y="27138"/>
                  </a:cubicBezTo>
                  <a:cubicBezTo>
                    <a:pt x="77786" y="27072"/>
                    <a:pt x="77726" y="27033"/>
                    <a:pt x="77650" y="27033"/>
                  </a:cubicBezTo>
                  <a:close/>
                  <a:moveTo>
                    <a:pt x="73289" y="28343"/>
                  </a:moveTo>
                  <a:cubicBezTo>
                    <a:pt x="73279" y="28343"/>
                    <a:pt x="73268" y="28345"/>
                    <a:pt x="73258" y="28347"/>
                  </a:cubicBezTo>
                  <a:lnTo>
                    <a:pt x="71374" y="28823"/>
                  </a:lnTo>
                  <a:cubicBezTo>
                    <a:pt x="71275" y="28843"/>
                    <a:pt x="71215" y="28942"/>
                    <a:pt x="71235" y="29022"/>
                  </a:cubicBezTo>
                  <a:cubicBezTo>
                    <a:pt x="71252" y="29090"/>
                    <a:pt x="71299" y="29144"/>
                    <a:pt x="71363" y="29144"/>
                  </a:cubicBezTo>
                  <a:cubicBezTo>
                    <a:pt x="71373" y="29144"/>
                    <a:pt x="71383" y="29143"/>
                    <a:pt x="71394" y="29141"/>
                  </a:cubicBezTo>
                  <a:lnTo>
                    <a:pt x="71433" y="29141"/>
                  </a:lnTo>
                  <a:lnTo>
                    <a:pt x="73317" y="28684"/>
                  </a:lnTo>
                  <a:cubicBezTo>
                    <a:pt x="73416" y="28665"/>
                    <a:pt x="73456" y="28565"/>
                    <a:pt x="73456" y="28486"/>
                  </a:cubicBezTo>
                  <a:cubicBezTo>
                    <a:pt x="73439" y="28400"/>
                    <a:pt x="73361" y="28343"/>
                    <a:pt x="73289" y="28343"/>
                  </a:cubicBezTo>
                  <a:close/>
                  <a:moveTo>
                    <a:pt x="68816" y="29398"/>
                  </a:moveTo>
                  <a:lnTo>
                    <a:pt x="66912" y="29815"/>
                  </a:lnTo>
                  <a:cubicBezTo>
                    <a:pt x="66813" y="29835"/>
                    <a:pt x="66753" y="29934"/>
                    <a:pt x="66773" y="30013"/>
                  </a:cubicBezTo>
                  <a:cubicBezTo>
                    <a:pt x="66790" y="30082"/>
                    <a:pt x="66837" y="30136"/>
                    <a:pt x="66901" y="30136"/>
                  </a:cubicBezTo>
                  <a:cubicBezTo>
                    <a:pt x="66911" y="30136"/>
                    <a:pt x="66921" y="30135"/>
                    <a:pt x="66932" y="30132"/>
                  </a:cubicBezTo>
                  <a:lnTo>
                    <a:pt x="66971" y="30132"/>
                  </a:lnTo>
                  <a:lnTo>
                    <a:pt x="68895" y="29716"/>
                  </a:lnTo>
                  <a:cubicBezTo>
                    <a:pt x="68974" y="29716"/>
                    <a:pt x="69034" y="29616"/>
                    <a:pt x="69014" y="29517"/>
                  </a:cubicBezTo>
                  <a:cubicBezTo>
                    <a:pt x="68974" y="29438"/>
                    <a:pt x="68895" y="29398"/>
                    <a:pt x="68816" y="29398"/>
                  </a:cubicBezTo>
                  <a:close/>
                  <a:moveTo>
                    <a:pt x="64396" y="30405"/>
                  </a:moveTo>
                  <a:cubicBezTo>
                    <a:pt x="64381" y="30405"/>
                    <a:pt x="64367" y="30406"/>
                    <a:pt x="64354" y="30410"/>
                  </a:cubicBezTo>
                  <a:lnTo>
                    <a:pt x="64135" y="30469"/>
                  </a:lnTo>
                  <a:lnTo>
                    <a:pt x="62470" y="30886"/>
                  </a:lnTo>
                  <a:cubicBezTo>
                    <a:pt x="62370" y="30886"/>
                    <a:pt x="62311" y="30985"/>
                    <a:pt x="62351" y="31084"/>
                  </a:cubicBezTo>
                  <a:cubicBezTo>
                    <a:pt x="62351" y="31163"/>
                    <a:pt x="62410" y="31203"/>
                    <a:pt x="62489" y="31203"/>
                  </a:cubicBezTo>
                  <a:lnTo>
                    <a:pt x="62549" y="31183"/>
                  </a:lnTo>
                  <a:lnTo>
                    <a:pt x="64195" y="30787"/>
                  </a:lnTo>
                  <a:lnTo>
                    <a:pt x="64433" y="30707"/>
                  </a:lnTo>
                  <a:cubicBezTo>
                    <a:pt x="64512" y="30707"/>
                    <a:pt x="64572" y="30608"/>
                    <a:pt x="64552" y="30509"/>
                  </a:cubicBezTo>
                  <a:cubicBezTo>
                    <a:pt x="64535" y="30443"/>
                    <a:pt x="64465" y="30405"/>
                    <a:pt x="64396" y="30405"/>
                  </a:cubicBezTo>
                  <a:close/>
                  <a:moveTo>
                    <a:pt x="59994" y="31567"/>
                  </a:moveTo>
                  <a:cubicBezTo>
                    <a:pt x="59974" y="31567"/>
                    <a:pt x="59952" y="31571"/>
                    <a:pt x="59931" y="31580"/>
                  </a:cubicBezTo>
                  <a:lnTo>
                    <a:pt x="58087" y="32195"/>
                  </a:lnTo>
                  <a:cubicBezTo>
                    <a:pt x="57988" y="32234"/>
                    <a:pt x="57948" y="32333"/>
                    <a:pt x="57988" y="32413"/>
                  </a:cubicBezTo>
                  <a:cubicBezTo>
                    <a:pt x="57988" y="32478"/>
                    <a:pt x="58042" y="32517"/>
                    <a:pt x="58095" y="32517"/>
                  </a:cubicBezTo>
                  <a:cubicBezTo>
                    <a:pt x="58106" y="32517"/>
                    <a:pt x="58116" y="32515"/>
                    <a:pt x="58127" y="32512"/>
                  </a:cubicBezTo>
                  <a:lnTo>
                    <a:pt x="58186" y="32512"/>
                  </a:lnTo>
                  <a:lnTo>
                    <a:pt x="60030" y="31897"/>
                  </a:lnTo>
                  <a:cubicBezTo>
                    <a:pt x="60110" y="31877"/>
                    <a:pt x="60149" y="31778"/>
                    <a:pt x="60129" y="31699"/>
                  </a:cubicBezTo>
                  <a:cubicBezTo>
                    <a:pt x="60129" y="31621"/>
                    <a:pt x="60068" y="31567"/>
                    <a:pt x="59994" y="31567"/>
                  </a:cubicBezTo>
                  <a:close/>
                  <a:moveTo>
                    <a:pt x="55702" y="33154"/>
                  </a:moveTo>
                  <a:cubicBezTo>
                    <a:pt x="55683" y="33154"/>
                    <a:pt x="55665" y="33158"/>
                    <a:pt x="55648" y="33166"/>
                  </a:cubicBezTo>
                  <a:cubicBezTo>
                    <a:pt x="55033" y="33444"/>
                    <a:pt x="54438" y="33741"/>
                    <a:pt x="53863" y="34039"/>
                  </a:cubicBezTo>
                  <a:cubicBezTo>
                    <a:pt x="53783" y="34059"/>
                    <a:pt x="53744" y="34158"/>
                    <a:pt x="53783" y="34237"/>
                  </a:cubicBezTo>
                  <a:cubicBezTo>
                    <a:pt x="53803" y="34297"/>
                    <a:pt x="53863" y="34336"/>
                    <a:pt x="53942" y="34336"/>
                  </a:cubicBezTo>
                  <a:lnTo>
                    <a:pt x="54021" y="34316"/>
                  </a:lnTo>
                  <a:lnTo>
                    <a:pt x="55767" y="33464"/>
                  </a:lnTo>
                  <a:cubicBezTo>
                    <a:pt x="55846" y="33424"/>
                    <a:pt x="55886" y="33345"/>
                    <a:pt x="55846" y="33265"/>
                  </a:cubicBezTo>
                  <a:cubicBezTo>
                    <a:pt x="55830" y="33203"/>
                    <a:pt x="55767" y="33154"/>
                    <a:pt x="55702" y="33154"/>
                  </a:cubicBezTo>
                  <a:close/>
                  <a:moveTo>
                    <a:pt x="51683" y="35303"/>
                  </a:moveTo>
                  <a:cubicBezTo>
                    <a:pt x="51654" y="35303"/>
                    <a:pt x="51626" y="35316"/>
                    <a:pt x="51602" y="35348"/>
                  </a:cubicBezTo>
                  <a:cubicBezTo>
                    <a:pt x="51047" y="35705"/>
                    <a:pt x="50511" y="36081"/>
                    <a:pt x="49996" y="36518"/>
                  </a:cubicBezTo>
                  <a:cubicBezTo>
                    <a:pt x="49916" y="36557"/>
                    <a:pt x="49916" y="36676"/>
                    <a:pt x="49976" y="36736"/>
                  </a:cubicBezTo>
                  <a:lnTo>
                    <a:pt x="50095" y="36795"/>
                  </a:lnTo>
                  <a:lnTo>
                    <a:pt x="50194" y="36756"/>
                  </a:lnTo>
                  <a:cubicBezTo>
                    <a:pt x="50690" y="36359"/>
                    <a:pt x="51245" y="36002"/>
                    <a:pt x="51780" y="35625"/>
                  </a:cubicBezTo>
                  <a:cubicBezTo>
                    <a:pt x="51960" y="35593"/>
                    <a:pt x="51816" y="35303"/>
                    <a:pt x="51683" y="35303"/>
                  </a:cubicBezTo>
                  <a:close/>
                  <a:moveTo>
                    <a:pt x="48182" y="38228"/>
                  </a:moveTo>
                  <a:cubicBezTo>
                    <a:pt x="48145" y="38228"/>
                    <a:pt x="48106" y="38244"/>
                    <a:pt x="48072" y="38283"/>
                  </a:cubicBezTo>
                  <a:lnTo>
                    <a:pt x="47775" y="38580"/>
                  </a:lnTo>
                  <a:cubicBezTo>
                    <a:pt x="47418" y="38937"/>
                    <a:pt x="47100" y="39334"/>
                    <a:pt x="46783" y="39770"/>
                  </a:cubicBezTo>
                  <a:cubicBezTo>
                    <a:pt x="46704" y="39830"/>
                    <a:pt x="46723" y="39929"/>
                    <a:pt x="46803" y="39988"/>
                  </a:cubicBezTo>
                  <a:lnTo>
                    <a:pt x="46902" y="40028"/>
                  </a:lnTo>
                  <a:cubicBezTo>
                    <a:pt x="46942" y="40028"/>
                    <a:pt x="47001" y="40008"/>
                    <a:pt x="47021" y="39968"/>
                  </a:cubicBezTo>
                  <a:cubicBezTo>
                    <a:pt x="47338" y="39572"/>
                    <a:pt x="47675" y="39175"/>
                    <a:pt x="48013" y="38798"/>
                  </a:cubicBezTo>
                  <a:lnTo>
                    <a:pt x="48290" y="38501"/>
                  </a:lnTo>
                  <a:cubicBezTo>
                    <a:pt x="48395" y="38381"/>
                    <a:pt x="48296" y="38228"/>
                    <a:pt x="48182" y="38228"/>
                  </a:cubicBezTo>
                  <a:close/>
                  <a:moveTo>
                    <a:pt x="45430" y="41892"/>
                  </a:moveTo>
                  <a:cubicBezTo>
                    <a:pt x="45373" y="41892"/>
                    <a:pt x="45315" y="41918"/>
                    <a:pt x="45276" y="41971"/>
                  </a:cubicBezTo>
                  <a:cubicBezTo>
                    <a:pt x="44958" y="42546"/>
                    <a:pt x="44661" y="43122"/>
                    <a:pt x="44383" y="43716"/>
                  </a:cubicBezTo>
                  <a:cubicBezTo>
                    <a:pt x="44364" y="43796"/>
                    <a:pt x="44383" y="43895"/>
                    <a:pt x="44463" y="43935"/>
                  </a:cubicBezTo>
                  <a:lnTo>
                    <a:pt x="44542" y="43935"/>
                  </a:lnTo>
                  <a:cubicBezTo>
                    <a:pt x="44602" y="43935"/>
                    <a:pt x="44661" y="43895"/>
                    <a:pt x="44701" y="43855"/>
                  </a:cubicBezTo>
                  <a:cubicBezTo>
                    <a:pt x="44958" y="43260"/>
                    <a:pt x="45256" y="42685"/>
                    <a:pt x="45593" y="42150"/>
                  </a:cubicBezTo>
                  <a:cubicBezTo>
                    <a:pt x="45633" y="42051"/>
                    <a:pt x="45613" y="41952"/>
                    <a:pt x="45514" y="41912"/>
                  </a:cubicBezTo>
                  <a:cubicBezTo>
                    <a:pt x="45487" y="41899"/>
                    <a:pt x="45459" y="41892"/>
                    <a:pt x="45430" y="41892"/>
                  </a:cubicBezTo>
                  <a:close/>
                  <a:moveTo>
                    <a:pt x="43607" y="46032"/>
                  </a:moveTo>
                  <a:cubicBezTo>
                    <a:pt x="43538" y="46032"/>
                    <a:pt x="43464" y="46070"/>
                    <a:pt x="43431" y="46136"/>
                  </a:cubicBezTo>
                  <a:cubicBezTo>
                    <a:pt x="43233" y="46751"/>
                    <a:pt x="43055" y="47365"/>
                    <a:pt x="42876" y="48040"/>
                  </a:cubicBezTo>
                  <a:cubicBezTo>
                    <a:pt x="42876" y="48119"/>
                    <a:pt x="42936" y="48198"/>
                    <a:pt x="43015" y="48238"/>
                  </a:cubicBezTo>
                  <a:lnTo>
                    <a:pt x="43055" y="48238"/>
                  </a:lnTo>
                  <a:cubicBezTo>
                    <a:pt x="43134" y="48238"/>
                    <a:pt x="43194" y="48179"/>
                    <a:pt x="43213" y="48119"/>
                  </a:cubicBezTo>
                  <a:cubicBezTo>
                    <a:pt x="43372" y="47465"/>
                    <a:pt x="43550" y="46850"/>
                    <a:pt x="43749" y="46235"/>
                  </a:cubicBezTo>
                  <a:cubicBezTo>
                    <a:pt x="43769" y="46156"/>
                    <a:pt x="43729" y="46057"/>
                    <a:pt x="43650" y="46037"/>
                  </a:cubicBezTo>
                  <a:cubicBezTo>
                    <a:pt x="43636" y="46033"/>
                    <a:pt x="43622" y="46032"/>
                    <a:pt x="43607" y="46032"/>
                  </a:cubicBezTo>
                  <a:close/>
                  <a:moveTo>
                    <a:pt x="42528" y="50475"/>
                  </a:moveTo>
                  <a:cubicBezTo>
                    <a:pt x="42460" y="50475"/>
                    <a:pt x="42398" y="50529"/>
                    <a:pt x="42380" y="50598"/>
                  </a:cubicBezTo>
                  <a:cubicBezTo>
                    <a:pt x="42281" y="51233"/>
                    <a:pt x="42182" y="51887"/>
                    <a:pt x="42142" y="52561"/>
                  </a:cubicBezTo>
                  <a:cubicBezTo>
                    <a:pt x="42123" y="52641"/>
                    <a:pt x="42202" y="52720"/>
                    <a:pt x="42281" y="52720"/>
                  </a:cubicBezTo>
                  <a:cubicBezTo>
                    <a:pt x="42380" y="52720"/>
                    <a:pt x="42460" y="52680"/>
                    <a:pt x="42460" y="52581"/>
                  </a:cubicBezTo>
                  <a:cubicBezTo>
                    <a:pt x="42539" y="51927"/>
                    <a:pt x="42618" y="51292"/>
                    <a:pt x="42718" y="50638"/>
                  </a:cubicBezTo>
                  <a:cubicBezTo>
                    <a:pt x="42718" y="50558"/>
                    <a:pt x="42638" y="50479"/>
                    <a:pt x="42559" y="50479"/>
                  </a:cubicBezTo>
                  <a:cubicBezTo>
                    <a:pt x="42548" y="50476"/>
                    <a:pt x="42538" y="50475"/>
                    <a:pt x="42528" y="50475"/>
                  </a:cubicBezTo>
                  <a:close/>
                  <a:moveTo>
                    <a:pt x="42142" y="55000"/>
                  </a:moveTo>
                  <a:cubicBezTo>
                    <a:pt x="42063" y="55000"/>
                    <a:pt x="41964" y="55080"/>
                    <a:pt x="41964" y="55159"/>
                  </a:cubicBezTo>
                  <a:lnTo>
                    <a:pt x="41964" y="57142"/>
                  </a:lnTo>
                  <a:cubicBezTo>
                    <a:pt x="41964" y="57222"/>
                    <a:pt x="42023" y="57281"/>
                    <a:pt x="42123" y="57281"/>
                  </a:cubicBezTo>
                  <a:cubicBezTo>
                    <a:pt x="42202" y="57281"/>
                    <a:pt x="42281" y="57202"/>
                    <a:pt x="42281" y="57122"/>
                  </a:cubicBezTo>
                  <a:lnTo>
                    <a:pt x="42281" y="55179"/>
                  </a:lnTo>
                  <a:cubicBezTo>
                    <a:pt x="42301" y="55080"/>
                    <a:pt x="42222" y="55000"/>
                    <a:pt x="42142" y="55000"/>
                  </a:cubicBezTo>
                  <a:close/>
                  <a:moveTo>
                    <a:pt x="42221" y="59619"/>
                  </a:moveTo>
                  <a:cubicBezTo>
                    <a:pt x="42152" y="59619"/>
                    <a:pt x="42084" y="59658"/>
                    <a:pt x="42063" y="59740"/>
                  </a:cubicBezTo>
                  <a:cubicBezTo>
                    <a:pt x="42123" y="60395"/>
                    <a:pt x="42162" y="61029"/>
                    <a:pt x="42242" y="61703"/>
                  </a:cubicBezTo>
                  <a:cubicBezTo>
                    <a:pt x="42242" y="61783"/>
                    <a:pt x="42321" y="61842"/>
                    <a:pt x="42420" y="61842"/>
                  </a:cubicBezTo>
                  <a:cubicBezTo>
                    <a:pt x="42519" y="61822"/>
                    <a:pt x="42579" y="61743"/>
                    <a:pt x="42559" y="61684"/>
                  </a:cubicBezTo>
                  <a:cubicBezTo>
                    <a:pt x="42519" y="61009"/>
                    <a:pt x="42440" y="60355"/>
                    <a:pt x="42380" y="59720"/>
                  </a:cubicBezTo>
                  <a:cubicBezTo>
                    <a:pt x="42352" y="59653"/>
                    <a:pt x="42286" y="59619"/>
                    <a:pt x="42221" y="59619"/>
                  </a:cubicBezTo>
                  <a:close/>
                  <a:moveTo>
                    <a:pt x="42718" y="64103"/>
                  </a:moveTo>
                  <a:cubicBezTo>
                    <a:pt x="42618" y="64123"/>
                    <a:pt x="42559" y="64202"/>
                    <a:pt x="42559" y="64301"/>
                  </a:cubicBezTo>
                  <a:lnTo>
                    <a:pt x="42856" y="66245"/>
                  </a:lnTo>
                  <a:cubicBezTo>
                    <a:pt x="42876" y="66304"/>
                    <a:pt x="42956" y="66364"/>
                    <a:pt x="43035" y="66364"/>
                  </a:cubicBezTo>
                  <a:lnTo>
                    <a:pt x="43055" y="66364"/>
                  </a:lnTo>
                  <a:cubicBezTo>
                    <a:pt x="43134" y="66344"/>
                    <a:pt x="43194" y="66265"/>
                    <a:pt x="43174" y="66185"/>
                  </a:cubicBezTo>
                  <a:lnTo>
                    <a:pt x="42876" y="64262"/>
                  </a:lnTo>
                  <a:cubicBezTo>
                    <a:pt x="42876" y="64163"/>
                    <a:pt x="42797" y="64103"/>
                    <a:pt x="42718" y="64103"/>
                  </a:cubicBezTo>
                  <a:close/>
                  <a:moveTo>
                    <a:pt x="43471" y="68650"/>
                  </a:moveTo>
                  <a:cubicBezTo>
                    <a:pt x="43389" y="68650"/>
                    <a:pt x="43312" y="68709"/>
                    <a:pt x="43312" y="68803"/>
                  </a:cubicBezTo>
                  <a:lnTo>
                    <a:pt x="43610" y="70548"/>
                  </a:lnTo>
                  <a:lnTo>
                    <a:pt x="43650" y="70727"/>
                  </a:lnTo>
                  <a:cubicBezTo>
                    <a:pt x="43650" y="70806"/>
                    <a:pt x="43709" y="70866"/>
                    <a:pt x="43808" y="70866"/>
                  </a:cubicBezTo>
                  <a:lnTo>
                    <a:pt x="43828" y="70866"/>
                  </a:lnTo>
                  <a:cubicBezTo>
                    <a:pt x="43907" y="70846"/>
                    <a:pt x="43967" y="70766"/>
                    <a:pt x="43967" y="70667"/>
                  </a:cubicBezTo>
                  <a:lnTo>
                    <a:pt x="43927" y="70489"/>
                  </a:lnTo>
                  <a:lnTo>
                    <a:pt x="43630" y="68744"/>
                  </a:lnTo>
                  <a:cubicBezTo>
                    <a:pt x="43589" y="68679"/>
                    <a:pt x="43529" y="68650"/>
                    <a:pt x="43471" y="68650"/>
                  </a:cubicBezTo>
                  <a:close/>
                  <a:moveTo>
                    <a:pt x="44225" y="73106"/>
                  </a:moveTo>
                  <a:cubicBezTo>
                    <a:pt x="44126" y="73126"/>
                    <a:pt x="44086" y="73206"/>
                    <a:pt x="44106" y="73305"/>
                  </a:cubicBezTo>
                  <a:cubicBezTo>
                    <a:pt x="44205" y="73939"/>
                    <a:pt x="44324" y="74594"/>
                    <a:pt x="44423" y="75228"/>
                  </a:cubicBezTo>
                  <a:cubicBezTo>
                    <a:pt x="44423" y="75308"/>
                    <a:pt x="44502" y="75367"/>
                    <a:pt x="44562" y="75367"/>
                  </a:cubicBezTo>
                  <a:lnTo>
                    <a:pt x="44602" y="75367"/>
                  </a:lnTo>
                  <a:cubicBezTo>
                    <a:pt x="44681" y="75347"/>
                    <a:pt x="44740" y="75268"/>
                    <a:pt x="44740" y="75189"/>
                  </a:cubicBezTo>
                  <a:cubicBezTo>
                    <a:pt x="44641" y="74534"/>
                    <a:pt x="44522" y="73900"/>
                    <a:pt x="44423" y="73245"/>
                  </a:cubicBezTo>
                  <a:cubicBezTo>
                    <a:pt x="44403" y="73166"/>
                    <a:pt x="44304" y="73106"/>
                    <a:pt x="44225" y="73106"/>
                  </a:cubicBezTo>
                  <a:close/>
                  <a:moveTo>
                    <a:pt x="44939" y="77608"/>
                  </a:moveTo>
                  <a:cubicBezTo>
                    <a:pt x="44840" y="77628"/>
                    <a:pt x="44780" y="77727"/>
                    <a:pt x="44780" y="77806"/>
                  </a:cubicBezTo>
                  <a:cubicBezTo>
                    <a:pt x="44879" y="78481"/>
                    <a:pt x="44958" y="79135"/>
                    <a:pt x="45038" y="79750"/>
                  </a:cubicBezTo>
                  <a:cubicBezTo>
                    <a:pt x="45038" y="79829"/>
                    <a:pt x="45097" y="79889"/>
                    <a:pt x="45177" y="79889"/>
                  </a:cubicBezTo>
                  <a:lnTo>
                    <a:pt x="45216" y="79889"/>
                  </a:lnTo>
                  <a:cubicBezTo>
                    <a:pt x="45296" y="79869"/>
                    <a:pt x="45355" y="79790"/>
                    <a:pt x="45355" y="79690"/>
                  </a:cubicBezTo>
                  <a:cubicBezTo>
                    <a:pt x="45276" y="79076"/>
                    <a:pt x="45216" y="78421"/>
                    <a:pt x="45117" y="77767"/>
                  </a:cubicBezTo>
                  <a:cubicBezTo>
                    <a:pt x="45117" y="77668"/>
                    <a:pt x="45038" y="77608"/>
                    <a:pt x="44939" y="77608"/>
                  </a:cubicBezTo>
                  <a:close/>
                  <a:moveTo>
                    <a:pt x="45415" y="82150"/>
                  </a:moveTo>
                  <a:cubicBezTo>
                    <a:pt x="45335" y="82169"/>
                    <a:pt x="45276" y="82249"/>
                    <a:pt x="45256" y="82328"/>
                  </a:cubicBezTo>
                  <a:cubicBezTo>
                    <a:pt x="45315" y="83002"/>
                    <a:pt x="45335" y="83657"/>
                    <a:pt x="45355" y="84291"/>
                  </a:cubicBezTo>
                  <a:cubicBezTo>
                    <a:pt x="45355" y="84371"/>
                    <a:pt x="45434" y="84430"/>
                    <a:pt x="45514" y="84430"/>
                  </a:cubicBezTo>
                  <a:cubicBezTo>
                    <a:pt x="45593" y="84430"/>
                    <a:pt x="45672" y="84371"/>
                    <a:pt x="45672" y="84291"/>
                  </a:cubicBezTo>
                  <a:cubicBezTo>
                    <a:pt x="45653" y="83637"/>
                    <a:pt x="45633" y="82963"/>
                    <a:pt x="45573" y="82308"/>
                  </a:cubicBezTo>
                  <a:cubicBezTo>
                    <a:pt x="45573" y="82209"/>
                    <a:pt x="45494" y="82150"/>
                    <a:pt x="45415" y="82150"/>
                  </a:cubicBezTo>
                  <a:close/>
                  <a:moveTo>
                    <a:pt x="45514" y="86711"/>
                  </a:moveTo>
                  <a:cubicBezTo>
                    <a:pt x="45415" y="86711"/>
                    <a:pt x="45335" y="86790"/>
                    <a:pt x="45335" y="86889"/>
                  </a:cubicBezTo>
                  <a:cubicBezTo>
                    <a:pt x="45315" y="87524"/>
                    <a:pt x="45256" y="88198"/>
                    <a:pt x="45196" y="88813"/>
                  </a:cubicBezTo>
                  <a:cubicBezTo>
                    <a:pt x="45196" y="88912"/>
                    <a:pt x="45236" y="88991"/>
                    <a:pt x="45335" y="88991"/>
                  </a:cubicBezTo>
                  <a:lnTo>
                    <a:pt x="45355" y="88991"/>
                  </a:lnTo>
                  <a:cubicBezTo>
                    <a:pt x="45434" y="88991"/>
                    <a:pt x="45514" y="88932"/>
                    <a:pt x="45514" y="88852"/>
                  </a:cubicBezTo>
                  <a:cubicBezTo>
                    <a:pt x="45573" y="88218"/>
                    <a:pt x="45633" y="87563"/>
                    <a:pt x="45653" y="86889"/>
                  </a:cubicBezTo>
                  <a:cubicBezTo>
                    <a:pt x="45653" y="86810"/>
                    <a:pt x="45593" y="86731"/>
                    <a:pt x="45514" y="86711"/>
                  </a:cubicBezTo>
                  <a:close/>
                  <a:moveTo>
                    <a:pt x="45018" y="91252"/>
                  </a:moveTo>
                  <a:cubicBezTo>
                    <a:pt x="44919" y="91252"/>
                    <a:pt x="44859" y="91312"/>
                    <a:pt x="44840" y="91391"/>
                  </a:cubicBezTo>
                  <a:cubicBezTo>
                    <a:pt x="44721" y="92025"/>
                    <a:pt x="44602" y="92660"/>
                    <a:pt x="44423" y="93315"/>
                  </a:cubicBezTo>
                  <a:cubicBezTo>
                    <a:pt x="44403" y="93394"/>
                    <a:pt x="44463" y="93473"/>
                    <a:pt x="44542" y="93513"/>
                  </a:cubicBezTo>
                  <a:lnTo>
                    <a:pt x="44602" y="93513"/>
                  </a:lnTo>
                  <a:cubicBezTo>
                    <a:pt x="44661" y="93513"/>
                    <a:pt x="44721" y="93453"/>
                    <a:pt x="44740" y="93374"/>
                  </a:cubicBezTo>
                  <a:cubicBezTo>
                    <a:pt x="44879" y="92739"/>
                    <a:pt x="45038" y="92085"/>
                    <a:pt x="45157" y="91450"/>
                  </a:cubicBezTo>
                  <a:cubicBezTo>
                    <a:pt x="45157" y="91351"/>
                    <a:pt x="45097" y="91272"/>
                    <a:pt x="45018" y="91252"/>
                  </a:cubicBezTo>
                  <a:close/>
                  <a:moveTo>
                    <a:pt x="43854" y="95679"/>
                  </a:moveTo>
                  <a:cubicBezTo>
                    <a:pt x="43788" y="95679"/>
                    <a:pt x="43733" y="95720"/>
                    <a:pt x="43689" y="95793"/>
                  </a:cubicBezTo>
                  <a:cubicBezTo>
                    <a:pt x="43511" y="96408"/>
                    <a:pt x="43273" y="97023"/>
                    <a:pt x="43055" y="97618"/>
                  </a:cubicBezTo>
                  <a:cubicBezTo>
                    <a:pt x="43015" y="97697"/>
                    <a:pt x="43055" y="97796"/>
                    <a:pt x="43134" y="97836"/>
                  </a:cubicBezTo>
                  <a:lnTo>
                    <a:pt x="43213" y="97836"/>
                  </a:lnTo>
                  <a:cubicBezTo>
                    <a:pt x="43273" y="97836"/>
                    <a:pt x="43332" y="97796"/>
                    <a:pt x="43352" y="97737"/>
                  </a:cubicBezTo>
                  <a:cubicBezTo>
                    <a:pt x="43590" y="97122"/>
                    <a:pt x="43828" y="96507"/>
                    <a:pt x="44026" y="95893"/>
                  </a:cubicBezTo>
                  <a:cubicBezTo>
                    <a:pt x="44046" y="95793"/>
                    <a:pt x="44007" y="95714"/>
                    <a:pt x="43927" y="95694"/>
                  </a:cubicBezTo>
                  <a:cubicBezTo>
                    <a:pt x="43902" y="95684"/>
                    <a:pt x="43877" y="95679"/>
                    <a:pt x="43854" y="95679"/>
                  </a:cubicBezTo>
                  <a:close/>
                  <a:moveTo>
                    <a:pt x="42153" y="99929"/>
                  </a:moveTo>
                  <a:cubicBezTo>
                    <a:pt x="42092" y="99929"/>
                    <a:pt x="42030" y="99965"/>
                    <a:pt x="42004" y="100017"/>
                  </a:cubicBezTo>
                  <a:cubicBezTo>
                    <a:pt x="41746" y="100593"/>
                    <a:pt x="41448" y="101188"/>
                    <a:pt x="41111" y="101763"/>
                  </a:cubicBezTo>
                  <a:cubicBezTo>
                    <a:pt x="41091" y="101842"/>
                    <a:pt x="41111" y="101941"/>
                    <a:pt x="41191" y="101981"/>
                  </a:cubicBezTo>
                  <a:lnTo>
                    <a:pt x="41270" y="101981"/>
                  </a:lnTo>
                  <a:cubicBezTo>
                    <a:pt x="41329" y="101981"/>
                    <a:pt x="41389" y="101961"/>
                    <a:pt x="41409" y="101901"/>
                  </a:cubicBezTo>
                  <a:cubicBezTo>
                    <a:pt x="41706" y="101326"/>
                    <a:pt x="42043" y="100751"/>
                    <a:pt x="42301" y="100176"/>
                  </a:cubicBezTo>
                  <a:cubicBezTo>
                    <a:pt x="42341" y="100077"/>
                    <a:pt x="42301" y="99978"/>
                    <a:pt x="42242" y="99958"/>
                  </a:cubicBezTo>
                  <a:cubicBezTo>
                    <a:pt x="42215" y="99938"/>
                    <a:pt x="42184" y="99929"/>
                    <a:pt x="42153" y="99929"/>
                  </a:cubicBezTo>
                  <a:close/>
                  <a:moveTo>
                    <a:pt x="39901" y="103899"/>
                  </a:moveTo>
                  <a:cubicBezTo>
                    <a:pt x="39853" y="103899"/>
                    <a:pt x="39813" y="103923"/>
                    <a:pt x="39802" y="103984"/>
                  </a:cubicBezTo>
                  <a:cubicBezTo>
                    <a:pt x="39465" y="104539"/>
                    <a:pt x="39088" y="105074"/>
                    <a:pt x="38712" y="105630"/>
                  </a:cubicBezTo>
                  <a:cubicBezTo>
                    <a:pt x="38672" y="105709"/>
                    <a:pt x="38692" y="105788"/>
                    <a:pt x="38771" y="105848"/>
                  </a:cubicBezTo>
                  <a:lnTo>
                    <a:pt x="38870" y="105848"/>
                  </a:lnTo>
                  <a:cubicBezTo>
                    <a:pt x="38910" y="105848"/>
                    <a:pt x="38969" y="105828"/>
                    <a:pt x="38989" y="105808"/>
                  </a:cubicBezTo>
                  <a:cubicBezTo>
                    <a:pt x="39366" y="105273"/>
                    <a:pt x="39743" y="104717"/>
                    <a:pt x="40080" y="104162"/>
                  </a:cubicBezTo>
                  <a:cubicBezTo>
                    <a:pt x="40209" y="104062"/>
                    <a:pt x="40027" y="103899"/>
                    <a:pt x="39901" y="103899"/>
                  </a:cubicBezTo>
                  <a:close/>
                  <a:moveTo>
                    <a:pt x="37289" y="107605"/>
                  </a:moveTo>
                  <a:cubicBezTo>
                    <a:pt x="37242" y="107605"/>
                    <a:pt x="37198" y="107620"/>
                    <a:pt x="37165" y="107653"/>
                  </a:cubicBezTo>
                  <a:cubicBezTo>
                    <a:pt x="36768" y="108188"/>
                    <a:pt x="36332" y="108684"/>
                    <a:pt x="35915" y="109180"/>
                  </a:cubicBezTo>
                  <a:cubicBezTo>
                    <a:pt x="35856" y="109239"/>
                    <a:pt x="35876" y="109338"/>
                    <a:pt x="35935" y="109398"/>
                  </a:cubicBezTo>
                  <a:cubicBezTo>
                    <a:pt x="35955" y="109418"/>
                    <a:pt x="35995" y="109437"/>
                    <a:pt x="36034" y="109437"/>
                  </a:cubicBezTo>
                  <a:cubicBezTo>
                    <a:pt x="36094" y="109437"/>
                    <a:pt x="36134" y="109418"/>
                    <a:pt x="36173" y="109378"/>
                  </a:cubicBezTo>
                  <a:cubicBezTo>
                    <a:pt x="36590" y="108882"/>
                    <a:pt x="37026" y="108386"/>
                    <a:pt x="37423" y="107890"/>
                  </a:cubicBezTo>
                  <a:cubicBezTo>
                    <a:pt x="37482" y="107811"/>
                    <a:pt x="37462" y="107692"/>
                    <a:pt x="37403" y="107633"/>
                  </a:cubicBezTo>
                  <a:cubicBezTo>
                    <a:pt x="37367" y="107615"/>
                    <a:pt x="37327" y="107605"/>
                    <a:pt x="37289" y="107605"/>
                  </a:cubicBezTo>
                  <a:close/>
                  <a:moveTo>
                    <a:pt x="34266" y="111031"/>
                  </a:moveTo>
                  <a:cubicBezTo>
                    <a:pt x="34228" y="111031"/>
                    <a:pt x="34188" y="111046"/>
                    <a:pt x="34150" y="111083"/>
                  </a:cubicBezTo>
                  <a:cubicBezTo>
                    <a:pt x="33714" y="111520"/>
                    <a:pt x="33238" y="111996"/>
                    <a:pt x="32742" y="112452"/>
                  </a:cubicBezTo>
                  <a:cubicBezTo>
                    <a:pt x="32683" y="112511"/>
                    <a:pt x="32683" y="112591"/>
                    <a:pt x="32742" y="112670"/>
                  </a:cubicBezTo>
                  <a:lnTo>
                    <a:pt x="32861" y="112709"/>
                  </a:lnTo>
                  <a:lnTo>
                    <a:pt x="32961" y="112670"/>
                  </a:lnTo>
                  <a:cubicBezTo>
                    <a:pt x="33456" y="112214"/>
                    <a:pt x="33932" y="111777"/>
                    <a:pt x="34388" y="111301"/>
                  </a:cubicBezTo>
                  <a:cubicBezTo>
                    <a:pt x="34495" y="111195"/>
                    <a:pt x="34392" y="111031"/>
                    <a:pt x="34266" y="111031"/>
                  </a:cubicBezTo>
                  <a:close/>
                  <a:moveTo>
                    <a:pt x="30919" y="114115"/>
                  </a:moveTo>
                  <a:cubicBezTo>
                    <a:pt x="30883" y="114115"/>
                    <a:pt x="30846" y="114130"/>
                    <a:pt x="30819" y="114157"/>
                  </a:cubicBezTo>
                  <a:lnTo>
                    <a:pt x="29292" y="115367"/>
                  </a:lnTo>
                  <a:cubicBezTo>
                    <a:pt x="29232" y="115426"/>
                    <a:pt x="29193" y="115526"/>
                    <a:pt x="29252" y="115625"/>
                  </a:cubicBezTo>
                  <a:lnTo>
                    <a:pt x="29391" y="115664"/>
                  </a:lnTo>
                  <a:lnTo>
                    <a:pt x="29490" y="115645"/>
                  </a:lnTo>
                  <a:cubicBezTo>
                    <a:pt x="30025" y="115248"/>
                    <a:pt x="30521" y="114831"/>
                    <a:pt x="31017" y="114395"/>
                  </a:cubicBezTo>
                  <a:cubicBezTo>
                    <a:pt x="31077" y="114355"/>
                    <a:pt x="31096" y="114237"/>
                    <a:pt x="31037" y="114177"/>
                  </a:cubicBezTo>
                  <a:cubicBezTo>
                    <a:pt x="31005" y="114135"/>
                    <a:pt x="30962" y="114115"/>
                    <a:pt x="30919" y="114115"/>
                  </a:cubicBezTo>
                  <a:close/>
                  <a:moveTo>
                    <a:pt x="27278" y="116860"/>
                  </a:moveTo>
                  <a:cubicBezTo>
                    <a:pt x="27247" y="116860"/>
                    <a:pt x="27216" y="116876"/>
                    <a:pt x="27190" y="116914"/>
                  </a:cubicBezTo>
                  <a:lnTo>
                    <a:pt x="25563" y="117965"/>
                  </a:lnTo>
                  <a:cubicBezTo>
                    <a:pt x="25484" y="118024"/>
                    <a:pt x="25464" y="118143"/>
                    <a:pt x="25504" y="118223"/>
                  </a:cubicBezTo>
                  <a:cubicBezTo>
                    <a:pt x="25544" y="118262"/>
                    <a:pt x="25603" y="118282"/>
                    <a:pt x="25663" y="118302"/>
                  </a:cubicBezTo>
                  <a:lnTo>
                    <a:pt x="25722" y="118262"/>
                  </a:lnTo>
                  <a:lnTo>
                    <a:pt x="27368" y="117172"/>
                  </a:lnTo>
                  <a:cubicBezTo>
                    <a:pt x="27545" y="117139"/>
                    <a:pt x="27409" y="116860"/>
                    <a:pt x="27278" y="116860"/>
                  </a:cubicBezTo>
                  <a:close/>
                  <a:moveTo>
                    <a:pt x="23367" y="119328"/>
                  </a:moveTo>
                  <a:cubicBezTo>
                    <a:pt x="23353" y="119328"/>
                    <a:pt x="23338" y="119329"/>
                    <a:pt x="23322" y="119333"/>
                  </a:cubicBezTo>
                  <a:lnTo>
                    <a:pt x="21617" y="120245"/>
                  </a:lnTo>
                  <a:cubicBezTo>
                    <a:pt x="21538" y="120305"/>
                    <a:pt x="21518" y="120384"/>
                    <a:pt x="21538" y="120483"/>
                  </a:cubicBezTo>
                  <a:cubicBezTo>
                    <a:pt x="21557" y="120523"/>
                    <a:pt x="21617" y="120563"/>
                    <a:pt x="21696" y="120583"/>
                  </a:cubicBezTo>
                  <a:lnTo>
                    <a:pt x="21756" y="120543"/>
                  </a:lnTo>
                  <a:cubicBezTo>
                    <a:pt x="22351" y="120245"/>
                    <a:pt x="22926" y="119928"/>
                    <a:pt x="23501" y="119611"/>
                  </a:cubicBezTo>
                  <a:cubicBezTo>
                    <a:pt x="23573" y="119485"/>
                    <a:pt x="23499" y="119328"/>
                    <a:pt x="23367" y="119328"/>
                  </a:cubicBezTo>
                  <a:close/>
                  <a:moveTo>
                    <a:pt x="19343" y="121409"/>
                  </a:moveTo>
                  <a:cubicBezTo>
                    <a:pt x="19321" y="121409"/>
                    <a:pt x="19299" y="121411"/>
                    <a:pt x="19277" y="121415"/>
                  </a:cubicBezTo>
                  <a:cubicBezTo>
                    <a:pt x="18722" y="121713"/>
                    <a:pt x="18127" y="121991"/>
                    <a:pt x="17532" y="122229"/>
                  </a:cubicBezTo>
                  <a:cubicBezTo>
                    <a:pt x="17452" y="122288"/>
                    <a:pt x="17413" y="122367"/>
                    <a:pt x="17433" y="122466"/>
                  </a:cubicBezTo>
                  <a:cubicBezTo>
                    <a:pt x="17472" y="122506"/>
                    <a:pt x="17532" y="122546"/>
                    <a:pt x="17591" y="122566"/>
                  </a:cubicBezTo>
                  <a:lnTo>
                    <a:pt x="17651" y="122526"/>
                  </a:lnTo>
                  <a:cubicBezTo>
                    <a:pt x="18246" y="122288"/>
                    <a:pt x="18841" y="122010"/>
                    <a:pt x="19436" y="121713"/>
                  </a:cubicBezTo>
                  <a:cubicBezTo>
                    <a:pt x="19515" y="121673"/>
                    <a:pt x="19535" y="121594"/>
                    <a:pt x="19515" y="121515"/>
                  </a:cubicBezTo>
                  <a:cubicBezTo>
                    <a:pt x="19484" y="121438"/>
                    <a:pt x="19418" y="121409"/>
                    <a:pt x="19343" y="121409"/>
                  </a:cubicBezTo>
                  <a:close/>
                  <a:moveTo>
                    <a:pt x="15196" y="123240"/>
                  </a:moveTo>
                  <a:cubicBezTo>
                    <a:pt x="15167" y="123240"/>
                    <a:pt x="15139" y="123247"/>
                    <a:pt x="15112" y="123260"/>
                  </a:cubicBezTo>
                  <a:lnTo>
                    <a:pt x="13288" y="123954"/>
                  </a:lnTo>
                  <a:cubicBezTo>
                    <a:pt x="13208" y="123974"/>
                    <a:pt x="13169" y="124053"/>
                    <a:pt x="13189" y="124152"/>
                  </a:cubicBezTo>
                  <a:cubicBezTo>
                    <a:pt x="13208" y="124212"/>
                    <a:pt x="13288" y="124271"/>
                    <a:pt x="13367" y="124271"/>
                  </a:cubicBezTo>
                  <a:lnTo>
                    <a:pt x="13407" y="124251"/>
                  </a:lnTo>
                  <a:lnTo>
                    <a:pt x="15251" y="123557"/>
                  </a:lnTo>
                  <a:cubicBezTo>
                    <a:pt x="15330" y="123498"/>
                    <a:pt x="15370" y="123418"/>
                    <a:pt x="15350" y="123319"/>
                  </a:cubicBezTo>
                  <a:cubicBezTo>
                    <a:pt x="15311" y="123266"/>
                    <a:pt x="15253" y="123240"/>
                    <a:pt x="15196" y="123240"/>
                  </a:cubicBezTo>
                  <a:close/>
                  <a:moveTo>
                    <a:pt x="10871" y="124782"/>
                  </a:moveTo>
                  <a:cubicBezTo>
                    <a:pt x="10857" y="124782"/>
                    <a:pt x="10842" y="124783"/>
                    <a:pt x="10829" y="124787"/>
                  </a:cubicBezTo>
                  <a:lnTo>
                    <a:pt x="8965" y="125382"/>
                  </a:lnTo>
                  <a:cubicBezTo>
                    <a:pt x="8885" y="125421"/>
                    <a:pt x="8846" y="125501"/>
                    <a:pt x="8865" y="125580"/>
                  </a:cubicBezTo>
                  <a:cubicBezTo>
                    <a:pt x="8885" y="125659"/>
                    <a:pt x="8945" y="125699"/>
                    <a:pt x="9024" y="125699"/>
                  </a:cubicBezTo>
                  <a:lnTo>
                    <a:pt x="9064" y="125699"/>
                  </a:lnTo>
                  <a:lnTo>
                    <a:pt x="10928" y="125104"/>
                  </a:lnTo>
                  <a:cubicBezTo>
                    <a:pt x="11027" y="125084"/>
                    <a:pt x="11087" y="124985"/>
                    <a:pt x="11047" y="124886"/>
                  </a:cubicBezTo>
                  <a:cubicBezTo>
                    <a:pt x="11014" y="124820"/>
                    <a:pt x="10940" y="124782"/>
                    <a:pt x="10871" y="124782"/>
                  </a:cubicBezTo>
                  <a:close/>
                  <a:moveTo>
                    <a:pt x="6503" y="126092"/>
                  </a:moveTo>
                  <a:cubicBezTo>
                    <a:pt x="6491" y="126092"/>
                    <a:pt x="6479" y="126093"/>
                    <a:pt x="6466" y="126096"/>
                  </a:cubicBezTo>
                  <a:lnTo>
                    <a:pt x="4582" y="126591"/>
                  </a:lnTo>
                  <a:cubicBezTo>
                    <a:pt x="4503" y="126611"/>
                    <a:pt x="4443" y="126710"/>
                    <a:pt x="4463" y="126790"/>
                  </a:cubicBezTo>
                  <a:cubicBezTo>
                    <a:pt x="4483" y="126869"/>
                    <a:pt x="4562" y="126909"/>
                    <a:pt x="4641" y="126929"/>
                  </a:cubicBezTo>
                  <a:lnTo>
                    <a:pt x="4661" y="126929"/>
                  </a:lnTo>
                  <a:lnTo>
                    <a:pt x="6565" y="126433"/>
                  </a:lnTo>
                  <a:cubicBezTo>
                    <a:pt x="6644" y="126393"/>
                    <a:pt x="6684" y="126314"/>
                    <a:pt x="6664" y="126234"/>
                  </a:cubicBezTo>
                  <a:cubicBezTo>
                    <a:pt x="6647" y="126148"/>
                    <a:pt x="6584" y="126092"/>
                    <a:pt x="6503" y="126092"/>
                  </a:cubicBezTo>
                  <a:close/>
                  <a:moveTo>
                    <a:pt x="2103" y="127221"/>
                  </a:moveTo>
                  <a:cubicBezTo>
                    <a:pt x="2090" y="127221"/>
                    <a:pt x="2076" y="127223"/>
                    <a:pt x="2063" y="127226"/>
                  </a:cubicBezTo>
                  <a:lnTo>
                    <a:pt x="140" y="127623"/>
                  </a:lnTo>
                  <a:cubicBezTo>
                    <a:pt x="60" y="127642"/>
                    <a:pt x="1" y="127722"/>
                    <a:pt x="21" y="127821"/>
                  </a:cubicBezTo>
                  <a:cubicBezTo>
                    <a:pt x="40" y="127880"/>
                    <a:pt x="100" y="127940"/>
                    <a:pt x="179" y="127940"/>
                  </a:cubicBezTo>
                  <a:lnTo>
                    <a:pt x="199" y="127940"/>
                  </a:lnTo>
                  <a:lnTo>
                    <a:pt x="2123" y="127523"/>
                  </a:lnTo>
                  <a:cubicBezTo>
                    <a:pt x="2202" y="127523"/>
                    <a:pt x="2262" y="127424"/>
                    <a:pt x="2262" y="127345"/>
                  </a:cubicBezTo>
                  <a:cubicBezTo>
                    <a:pt x="2229" y="127262"/>
                    <a:pt x="2168" y="127221"/>
                    <a:pt x="2103" y="127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5330" y="1036320"/>
            <a:ext cx="8181975" cy="5229860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9097645" y="-309245"/>
            <a:ext cx="3039110" cy="1751330"/>
            <a:chOff x="-776" y="-373"/>
            <a:chExt cx="5024" cy="2882"/>
          </a:xfrm>
        </p:grpSpPr>
        <p:pic>
          <p:nvPicPr>
            <p:cNvPr id="9" name="图片 8" descr="01标示标准彩色图形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10" name="图片 9" descr="679ea5b50a417660f7076eba1cf8bba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/>
        </p:nvSpPr>
        <p:spPr>
          <a:xfrm>
            <a:off x="0" y="3641552"/>
            <a:ext cx="2997200" cy="3216448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 rot="5400000" flipH="1">
            <a:off x="8512238" y="866077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5"/>
          <p:cNvSpPr/>
          <p:nvPr/>
        </p:nvSpPr>
        <p:spPr bwMode="auto">
          <a:xfrm rot="5400000" flipH="1">
            <a:off x="8808994" y="246686"/>
            <a:ext cx="4868287" cy="3184014"/>
          </a:xfrm>
          <a:custGeom>
            <a:avLst/>
            <a:gdLst>
              <a:gd name="T0" fmla="*/ 18 w 1619"/>
              <a:gd name="T1" fmla="*/ 36 h 1181"/>
              <a:gd name="T2" fmla="*/ 14 w 1619"/>
              <a:gd name="T3" fmla="*/ 108 h 1181"/>
              <a:gd name="T4" fmla="*/ 30 w 1619"/>
              <a:gd name="T5" fmla="*/ 285 h 1181"/>
              <a:gd name="T6" fmla="*/ 84 w 1619"/>
              <a:gd name="T7" fmla="*/ 425 h 1181"/>
              <a:gd name="T8" fmla="*/ 99 w 1619"/>
              <a:gd name="T9" fmla="*/ 448 h 1181"/>
              <a:gd name="T10" fmla="*/ 114 w 1619"/>
              <a:gd name="T11" fmla="*/ 469 h 1181"/>
              <a:gd name="T12" fmla="*/ 174 w 1619"/>
              <a:gd name="T13" fmla="*/ 519 h 1181"/>
              <a:gd name="T14" fmla="*/ 306 w 1619"/>
              <a:gd name="T15" fmla="*/ 572 h 1181"/>
              <a:gd name="T16" fmla="*/ 444 w 1619"/>
              <a:gd name="T17" fmla="*/ 615 h 1181"/>
              <a:gd name="T18" fmla="*/ 571 w 1619"/>
              <a:gd name="T19" fmla="*/ 681 h 1181"/>
              <a:gd name="T20" fmla="*/ 661 w 1619"/>
              <a:gd name="T21" fmla="*/ 794 h 1181"/>
              <a:gd name="T22" fmla="*/ 728 w 1619"/>
              <a:gd name="T23" fmla="*/ 921 h 1181"/>
              <a:gd name="T24" fmla="*/ 876 w 1619"/>
              <a:gd name="T25" fmla="*/ 1072 h 1181"/>
              <a:gd name="T26" fmla="*/ 907 w 1619"/>
              <a:gd name="T27" fmla="*/ 1090 h 1181"/>
              <a:gd name="T28" fmla="*/ 1003 w 1619"/>
              <a:gd name="T29" fmla="*/ 1135 h 1181"/>
              <a:gd name="T30" fmla="*/ 1054 w 1619"/>
              <a:gd name="T31" fmla="*/ 1150 h 1181"/>
              <a:gd name="T32" fmla="*/ 1353 w 1619"/>
              <a:gd name="T33" fmla="*/ 1143 h 1181"/>
              <a:gd name="T34" fmla="*/ 1554 w 1619"/>
              <a:gd name="T35" fmla="*/ 1068 h 1181"/>
              <a:gd name="T36" fmla="*/ 1619 w 1619"/>
              <a:gd name="T37" fmla="*/ 1037 h 1181"/>
              <a:gd name="T38" fmla="*/ 1491 w 1619"/>
              <a:gd name="T39" fmla="*/ 1104 h 1181"/>
              <a:gd name="T40" fmla="*/ 1356 w 1619"/>
              <a:gd name="T41" fmla="*/ 1154 h 1181"/>
              <a:gd name="T42" fmla="*/ 1068 w 1619"/>
              <a:gd name="T43" fmla="*/ 1168 h 1181"/>
              <a:gd name="T44" fmla="*/ 1051 w 1619"/>
              <a:gd name="T45" fmla="*/ 1164 h 1181"/>
              <a:gd name="T46" fmla="*/ 998 w 1619"/>
              <a:gd name="T47" fmla="*/ 1149 h 1181"/>
              <a:gd name="T48" fmla="*/ 899 w 1619"/>
              <a:gd name="T49" fmla="*/ 1102 h 1181"/>
              <a:gd name="T50" fmla="*/ 869 w 1619"/>
              <a:gd name="T51" fmla="*/ 1083 h 1181"/>
              <a:gd name="T52" fmla="*/ 760 w 1619"/>
              <a:gd name="T53" fmla="*/ 986 h 1181"/>
              <a:gd name="T54" fmla="*/ 654 w 1619"/>
              <a:gd name="T55" fmla="*/ 798 h 1181"/>
              <a:gd name="T56" fmla="*/ 606 w 1619"/>
              <a:gd name="T57" fmla="*/ 723 h 1181"/>
              <a:gd name="T58" fmla="*/ 595 w 1619"/>
              <a:gd name="T59" fmla="*/ 709 h 1181"/>
              <a:gd name="T60" fmla="*/ 442 w 1619"/>
              <a:gd name="T61" fmla="*/ 619 h 1181"/>
              <a:gd name="T62" fmla="*/ 304 w 1619"/>
              <a:gd name="T63" fmla="*/ 580 h 1181"/>
              <a:gd name="T64" fmla="*/ 168 w 1619"/>
              <a:gd name="T65" fmla="*/ 530 h 1181"/>
              <a:gd name="T66" fmla="*/ 104 w 1619"/>
              <a:gd name="T67" fmla="*/ 477 h 1181"/>
              <a:gd name="T68" fmla="*/ 88 w 1619"/>
              <a:gd name="T69" fmla="*/ 455 h 1181"/>
              <a:gd name="T70" fmla="*/ 74 w 1619"/>
              <a:gd name="T71" fmla="*/ 432 h 1181"/>
              <a:gd name="T72" fmla="*/ 60 w 1619"/>
              <a:gd name="T73" fmla="*/ 408 h 1181"/>
              <a:gd name="T74" fmla="*/ 49 w 1619"/>
              <a:gd name="T75" fmla="*/ 383 h 1181"/>
              <a:gd name="T76" fmla="*/ 39 w 1619"/>
              <a:gd name="T77" fmla="*/ 357 h 1181"/>
              <a:gd name="T78" fmla="*/ 28 w 1619"/>
              <a:gd name="T79" fmla="*/ 323 h 1181"/>
              <a:gd name="T80" fmla="*/ 21 w 1619"/>
              <a:gd name="T81" fmla="*/ 296 h 1181"/>
              <a:gd name="T82" fmla="*/ 21 w 1619"/>
              <a:gd name="T83" fmla="*/ 0 h 1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619" h="1181">
                <a:moveTo>
                  <a:pt x="22" y="0"/>
                </a:moveTo>
                <a:cubicBezTo>
                  <a:pt x="18" y="36"/>
                  <a:pt x="18" y="36"/>
                  <a:pt x="18" y="36"/>
                </a:cubicBezTo>
                <a:cubicBezTo>
                  <a:pt x="16" y="72"/>
                  <a:pt x="16" y="72"/>
                  <a:pt x="16" y="72"/>
                </a:cubicBezTo>
                <a:cubicBezTo>
                  <a:pt x="15" y="84"/>
                  <a:pt x="14" y="96"/>
                  <a:pt x="14" y="108"/>
                </a:cubicBezTo>
                <a:cubicBezTo>
                  <a:pt x="14" y="120"/>
                  <a:pt x="14" y="132"/>
                  <a:pt x="14" y="143"/>
                </a:cubicBezTo>
                <a:cubicBezTo>
                  <a:pt x="15" y="191"/>
                  <a:pt x="20" y="239"/>
                  <a:pt x="30" y="285"/>
                </a:cubicBezTo>
                <a:cubicBezTo>
                  <a:pt x="40" y="332"/>
                  <a:pt x="57" y="376"/>
                  <a:pt x="80" y="418"/>
                </a:cubicBezTo>
                <a:cubicBezTo>
                  <a:pt x="84" y="425"/>
                  <a:pt x="84" y="425"/>
                  <a:pt x="84" y="425"/>
                </a:cubicBezTo>
                <a:cubicBezTo>
                  <a:pt x="86" y="428"/>
                  <a:pt x="87" y="430"/>
                  <a:pt x="89" y="433"/>
                </a:cubicBezTo>
                <a:cubicBezTo>
                  <a:pt x="99" y="448"/>
                  <a:pt x="99" y="448"/>
                  <a:pt x="99" y="448"/>
                </a:cubicBezTo>
                <a:cubicBezTo>
                  <a:pt x="102" y="453"/>
                  <a:pt x="106" y="457"/>
                  <a:pt x="109" y="462"/>
                </a:cubicBezTo>
                <a:cubicBezTo>
                  <a:pt x="114" y="469"/>
                  <a:pt x="114" y="469"/>
                  <a:pt x="114" y="469"/>
                </a:cubicBezTo>
                <a:cubicBezTo>
                  <a:pt x="116" y="472"/>
                  <a:pt x="118" y="474"/>
                  <a:pt x="120" y="476"/>
                </a:cubicBezTo>
                <a:cubicBezTo>
                  <a:pt x="135" y="493"/>
                  <a:pt x="154" y="508"/>
                  <a:pt x="174" y="519"/>
                </a:cubicBezTo>
                <a:cubicBezTo>
                  <a:pt x="194" y="531"/>
                  <a:pt x="216" y="541"/>
                  <a:pt x="238" y="549"/>
                </a:cubicBezTo>
                <a:cubicBezTo>
                  <a:pt x="260" y="558"/>
                  <a:pt x="283" y="565"/>
                  <a:pt x="306" y="572"/>
                </a:cubicBezTo>
                <a:cubicBezTo>
                  <a:pt x="375" y="593"/>
                  <a:pt x="375" y="593"/>
                  <a:pt x="375" y="593"/>
                </a:cubicBezTo>
                <a:cubicBezTo>
                  <a:pt x="398" y="600"/>
                  <a:pt x="421" y="607"/>
                  <a:pt x="444" y="615"/>
                </a:cubicBezTo>
                <a:cubicBezTo>
                  <a:pt x="466" y="623"/>
                  <a:pt x="488" y="633"/>
                  <a:pt x="510" y="643"/>
                </a:cubicBezTo>
                <a:cubicBezTo>
                  <a:pt x="532" y="654"/>
                  <a:pt x="552" y="666"/>
                  <a:pt x="571" y="681"/>
                </a:cubicBezTo>
                <a:cubicBezTo>
                  <a:pt x="590" y="696"/>
                  <a:pt x="607" y="714"/>
                  <a:pt x="622" y="733"/>
                </a:cubicBezTo>
                <a:cubicBezTo>
                  <a:pt x="637" y="752"/>
                  <a:pt x="649" y="773"/>
                  <a:pt x="661" y="794"/>
                </a:cubicBezTo>
                <a:cubicBezTo>
                  <a:pt x="672" y="816"/>
                  <a:pt x="683" y="837"/>
                  <a:pt x="694" y="858"/>
                </a:cubicBezTo>
                <a:cubicBezTo>
                  <a:pt x="705" y="880"/>
                  <a:pt x="716" y="901"/>
                  <a:pt x="728" y="921"/>
                </a:cubicBezTo>
                <a:cubicBezTo>
                  <a:pt x="753" y="961"/>
                  <a:pt x="784" y="998"/>
                  <a:pt x="819" y="1029"/>
                </a:cubicBezTo>
                <a:cubicBezTo>
                  <a:pt x="837" y="1045"/>
                  <a:pt x="856" y="1059"/>
                  <a:pt x="876" y="1072"/>
                </a:cubicBezTo>
                <a:cubicBezTo>
                  <a:pt x="891" y="1081"/>
                  <a:pt x="891" y="1081"/>
                  <a:pt x="891" y="1081"/>
                </a:cubicBezTo>
                <a:cubicBezTo>
                  <a:pt x="896" y="1084"/>
                  <a:pt x="901" y="1087"/>
                  <a:pt x="907" y="1090"/>
                </a:cubicBezTo>
                <a:cubicBezTo>
                  <a:pt x="917" y="1096"/>
                  <a:pt x="927" y="1101"/>
                  <a:pt x="938" y="1107"/>
                </a:cubicBezTo>
                <a:cubicBezTo>
                  <a:pt x="959" y="1117"/>
                  <a:pt x="981" y="1127"/>
                  <a:pt x="1003" y="1135"/>
                </a:cubicBezTo>
                <a:cubicBezTo>
                  <a:pt x="1014" y="1139"/>
                  <a:pt x="1026" y="1142"/>
                  <a:pt x="1037" y="1145"/>
                </a:cubicBezTo>
                <a:cubicBezTo>
                  <a:pt x="1043" y="1147"/>
                  <a:pt x="1048" y="1148"/>
                  <a:pt x="1054" y="1150"/>
                </a:cubicBezTo>
                <a:cubicBezTo>
                  <a:pt x="1060" y="1151"/>
                  <a:pt x="1066" y="1153"/>
                  <a:pt x="1071" y="1154"/>
                </a:cubicBezTo>
                <a:cubicBezTo>
                  <a:pt x="1164" y="1174"/>
                  <a:pt x="1261" y="1167"/>
                  <a:pt x="1353" y="1143"/>
                </a:cubicBezTo>
                <a:cubicBezTo>
                  <a:pt x="1399" y="1132"/>
                  <a:pt x="1444" y="1116"/>
                  <a:pt x="1489" y="1097"/>
                </a:cubicBezTo>
                <a:cubicBezTo>
                  <a:pt x="1511" y="1088"/>
                  <a:pt x="1532" y="1078"/>
                  <a:pt x="1554" y="1068"/>
                </a:cubicBezTo>
                <a:cubicBezTo>
                  <a:pt x="1576" y="1058"/>
                  <a:pt x="1597" y="1047"/>
                  <a:pt x="1618" y="1036"/>
                </a:cubicBezTo>
                <a:cubicBezTo>
                  <a:pt x="1619" y="1037"/>
                  <a:pt x="1619" y="1037"/>
                  <a:pt x="1619" y="1037"/>
                </a:cubicBezTo>
                <a:cubicBezTo>
                  <a:pt x="1598" y="1049"/>
                  <a:pt x="1577" y="1061"/>
                  <a:pt x="1556" y="1072"/>
                </a:cubicBezTo>
                <a:cubicBezTo>
                  <a:pt x="1535" y="1083"/>
                  <a:pt x="1513" y="1094"/>
                  <a:pt x="1491" y="1104"/>
                </a:cubicBezTo>
                <a:cubicBezTo>
                  <a:pt x="1469" y="1114"/>
                  <a:pt x="1447" y="1123"/>
                  <a:pt x="1425" y="1132"/>
                </a:cubicBezTo>
                <a:cubicBezTo>
                  <a:pt x="1402" y="1140"/>
                  <a:pt x="1379" y="1148"/>
                  <a:pt x="1356" y="1154"/>
                </a:cubicBezTo>
                <a:cubicBezTo>
                  <a:pt x="1309" y="1167"/>
                  <a:pt x="1262" y="1175"/>
                  <a:pt x="1213" y="1178"/>
                </a:cubicBezTo>
                <a:cubicBezTo>
                  <a:pt x="1165" y="1181"/>
                  <a:pt x="1116" y="1178"/>
                  <a:pt x="1068" y="1168"/>
                </a:cubicBezTo>
                <a:cubicBezTo>
                  <a:pt x="1065" y="1168"/>
                  <a:pt x="1062" y="1167"/>
                  <a:pt x="1059" y="1166"/>
                </a:cubicBezTo>
                <a:cubicBezTo>
                  <a:pt x="1051" y="1164"/>
                  <a:pt x="1051" y="1164"/>
                  <a:pt x="1051" y="1164"/>
                </a:cubicBezTo>
                <a:cubicBezTo>
                  <a:pt x="1045" y="1163"/>
                  <a:pt x="1039" y="1161"/>
                  <a:pt x="1033" y="1160"/>
                </a:cubicBezTo>
                <a:cubicBezTo>
                  <a:pt x="1021" y="1156"/>
                  <a:pt x="1010" y="1153"/>
                  <a:pt x="998" y="1149"/>
                </a:cubicBezTo>
                <a:cubicBezTo>
                  <a:pt x="975" y="1141"/>
                  <a:pt x="953" y="1131"/>
                  <a:pt x="931" y="1120"/>
                </a:cubicBezTo>
                <a:cubicBezTo>
                  <a:pt x="921" y="1114"/>
                  <a:pt x="910" y="1109"/>
                  <a:pt x="899" y="1102"/>
                </a:cubicBezTo>
                <a:cubicBezTo>
                  <a:pt x="894" y="1099"/>
                  <a:pt x="889" y="1096"/>
                  <a:pt x="884" y="1093"/>
                </a:cubicBezTo>
                <a:cubicBezTo>
                  <a:pt x="869" y="1083"/>
                  <a:pt x="869" y="1083"/>
                  <a:pt x="869" y="1083"/>
                </a:cubicBezTo>
                <a:cubicBezTo>
                  <a:pt x="848" y="1070"/>
                  <a:pt x="829" y="1055"/>
                  <a:pt x="811" y="1039"/>
                </a:cubicBezTo>
                <a:cubicBezTo>
                  <a:pt x="793" y="1023"/>
                  <a:pt x="776" y="1005"/>
                  <a:pt x="760" y="986"/>
                </a:cubicBezTo>
                <a:cubicBezTo>
                  <a:pt x="745" y="967"/>
                  <a:pt x="731" y="947"/>
                  <a:pt x="719" y="927"/>
                </a:cubicBezTo>
                <a:cubicBezTo>
                  <a:pt x="694" y="885"/>
                  <a:pt x="675" y="840"/>
                  <a:pt x="654" y="798"/>
                </a:cubicBezTo>
                <a:cubicBezTo>
                  <a:pt x="643" y="777"/>
                  <a:pt x="631" y="756"/>
                  <a:pt x="617" y="737"/>
                </a:cubicBezTo>
                <a:cubicBezTo>
                  <a:pt x="614" y="732"/>
                  <a:pt x="610" y="727"/>
                  <a:pt x="606" y="723"/>
                </a:cubicBezTo>
                <a:cubicBezTo>
                  <a:pt x="601" y="716"/>
                  <a:pt x="601" y="716"/>
                  <a:pt x="601" y="716"/>
                </a:cubicBezTo>
                <a:cubicBezTo>
                  <a:pt x="595" y="709"/>
                  <a:pt x="595" y="709"/>
                  <a:pt x="595" y="709"/>
                </a:cubicBezTo>
                <a:cubicBezTo>
                  <a:pt x="586" y="701"/>
                  <a:pt x="578" y="693"/>
                  <a:pt x="568" y="685"/>
                </a:cubicBezTo>
                <a:cubicBezTo>
                  <a:pt x="531" y="655"/>
                  <a:pt x="487" y="635"/>
                  <a:pt x="442" y="619"/>
                </a:cubicBezTo>
                <a:cubicBezTo>
                  <a:pt x="419" y="612"/>
                  <a:pt x="397" y="605"/>
                  <a:pt x="373" y="598"/>
                </a:cubicBezTo>
                <a:cubicBezTo>
                  <a:pt x="304" y="580"/>
                  <a:pt x="304" y="580"/>
                  <a:pt x="304" y="580"/>
                </a:cubicBezTo>
                <a:cubicBezTo>
                  <a:pt x="281" y="573"/>
                  <a:pt x="258" y="567"/>
                  <a:pt x="235" y="559"/>
                </a:cubicBezTo>
                <a:cubicBezTo>
                  <a:pt x="212" y="551"/>
                  <a:pt x="189" y="542"/>
                  <a:pt x="168" y="530"/>
                </a:cubicBezTo>
                <a:cubicBezTo>
                  <a:pt x="147" y="518"/>
                  <a:pt x="127" y="503"/>
                  <a:pt x="110" y="484"/>
                </a:cubicBezTo>
                <a:cubicBezTo>
                  <a:pt x="108" y="482"/>
                  <a:pt x="106" y="479"/>
                  <a:pt x="104" y="477"/>
                </a:cubicBezTo>
                <a:cubicBezTo>
                  <a:pt x="99" y="470"/>
                  <a:pt x="99" y="470"/>
                  <a:pt x="99" y="470"/>
                </a:cubicBezTo>
                <a:cubicBezTo>
                  <a:pt x="95" y="465"/>
                  <a:pt x="92" y="460"/>
                  <a:pt x="88" y="455"/>
                </a:cubicBezTo>
                <a:cubicBezTo>
                  <a:pt x="78" y="439"/>
                  <a:pt x="78" y="439"/>
                  <a:pt x="78" y="439"/>
                </a:cubicBezTo>
                <a:cubicBezTo>
                  <a:pt x="77" y="437"/>
                  <a:pt x="75" y="434"/>
                  <a:pt x="74" y="432"/>
                </a:cubicBezTo>
                <a:cubicBezTo>
                  <a:pt x="69" y="424"/>
                  <a:pt x="69" y="424"/>
                  <a:pt x="69" y="424"/>
                </a:cubicBezTo>
                <a:cubicBezTo>
                  <a:pt x="60" y="408"/>
                  <a:pt x="60" y="408"/>
                  <a:pt x="60" y="408"/>
                </a:cubicBezTo>
                <a:cubicBezTo>
                  <a:pt x="53" y="391"/>
                  <a:pt x="53" y="391"/>
                  <a:pt x="53" y="391"/>
                </a:cubicBezTo>
                <a:cubicBezTo>
                  <a:pt x="49" y="383"/>
                  <a:pt x="49" y="383"/>
                  <a:pt x="49" y="383"/>
                </a:cubicBezTo>
                <a:cubicBezTo>
                  <a:pt x="48" y="380"/>
                  <a:pt x="47" y="377"/>
                  <a:pt x="46" y="374"/>
                </a:cubicBezTo>
                <a:cubicBezTo>
                  <a:pt x="39" y="357"/>
                  <a:pt x="39" y="357"/>
                  <a:pt x="39" y="357"/>
                </a:cubicBezTo>
                <a:cubicBezTo>
                  <a:pt x="37" y="352"/>
                  <a:pt x="35" y="346"/>
                  <a:pt x="33" y="340"/>
                </a:cubicBezTo>
                <a:cubicBezTo>
                  <a:pt x="32" y="334"/>
                  <a:pt x="30" y="329"/>
                  <a:pt x="28" y="323"/>
                </a:cubicBezTo>
                <a:cubicBezTo>
                  <a:pt x="24" y="305"/>
                  <a:pt x="24" y="305"/>
                  <a:pt x="24" y="305"/>
                </a:cubicBezTo>
                <a:cubicBezTo>
                  <a:pt x="23" y="302"/>
                  <a:pt x="22" y="299"/>
                  <a:pt x="21" y="296"/>
                </a:cubicBezTo>
                <a:cubicBezTo>
                  <a:pt x="20" y="287"/>
                  <a:pt x="20" y="287"/>
                  <a:pt x="20" y="287"/>
                </a:cubicBezTo>
                <a:cubicBezTo>
                  <a:pt x="0" y="192"/>
                  <a:pt x="4" y="94"/>
                  <a:pt x="21" y="0"/>
                </a:cubicBezTo>
                <a:lnTo>
                  <a:pt x="22" y="0"/>
                </a:lnTo>
                <a:close/>
              </a:path>
            </a:pathLst>
          </a:custGeom>
          <a:solidFill>
            <a:srgbClr val="56342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4170045" y="1773555"/>
            <a:ext cx="3853815" cy="1090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</a:t>
            </a:r>
            <a:r>
              <a:rPr lang="zh-CN" altLang="en-US" sz="72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绘图</a:t>
            </a:r>
            <a:endParaRPr lang="zh-CN" altLang="en-US" sz="72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4955540" y="4157980"/>
            <a:ext cx="2282825" cy="523875"/>
          </a:xfrm>
          <a:prstGeom prst="roundRect">
            <a:avLst>
              <a:gd name="adj" fmla="val 50000"/>
            </a:avLst>
          </a:prstGeom>
          <a:solidFill>
            <a:srgbClr val="56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spc="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PART.04</a:t>
            </a:r>
            <a:endParaRPr lang="zh-CN" altLang="en-US" sz="2400" spc="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961429" y="3244611"/>
            <a:ext cx="427041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基础二维绘图</a:t>
            </a:r>
            <a:r>
              <a:rPr lang="zh-CN" altLang="en-US" sz="24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介绍</a:t>
            </a:r>
            <a:endParaRPr lang="zh-CN" altLang="en-US" sz="24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543" name="组合 542"/>
          <p:cNvGrpSpPr/>
          <p:nvPr/>
        </p:nvGrpSpPr>
        <p:grpSpPr>
          <a:xfrm>
            <a:off x="-510540" y="-236220"/>
            <a:ext cx="3208020" cy="1842135"/>
            <a:chOff x="-804" y="-372"/>
            <a:chExt cx="5052" cy="2901"/>
          </a:xfrm>
        </p:grpSpPr>
        <p:pic>
          <p:nvPicPr>
            <p:cNvPr id="541" name="图片 540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804" y="-372"/>
              <a:ext cx="4099" cy="2901"/>
            </a:xfrm>
            <a:prstGeom prst="rect">
              <a:avLst/>
            </a:prstGeom>
          </p:spPr>
        </p:pic>
        <p:pic>
          <p:nvPicPr>
            <p:cNvPr id="542" name="图片 541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sp>
        <p:nvSpPr>
          <p:cNvPr id="303" name="椭圆 302"/>
          <p:cNvSpPr/>
          <p:nvPr/>
        </p:nvSpPr>
        <p:spPr>
          <a:xfrm>
            <a:off x="8231516" y="4549806"/>
            <a:ext cx="1122794" cy="1122793"/>
          </a:xfrm>
          <a:prstGeom prst="ellipse">
            <a:avLst/>
          </a:pr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4" name="椭圆 303"/>
          <p:cNvSpPr/>
          <p:nvPr/>
        </p:nvSpPr>
        <p:spPr>
          <a:xfrm>
            <a:off x="2450610" y="1282611"/>
            <a:ext cx="463831" cy="463831"/>
          </a:xfrm>
          <a:prstGeom prst="ellipse">
            <a:avLst/>
          </a:pr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08" name="Google Shape;2208;p36"/>
          <p:cNvGrpSpPr/>
          <p:nvPr/>
        </p:nvGrpSpPr>
        <p:grpSpPr>
          <a:xfrm>
            <a:off x="10050931" y="3217844"/>
            <a:ext cx="879232" cy="657377"/>
            <a:chOff x="4030925" y="2186525"/>
            <a:chExt cx="944700" cy="706325"/>
          </a:xfrm>
        </p:grpSpPr>
        <p:sp>
          <p:nvSpPr>
            <p:cNvPr id="2209" name="Google Shape;2209;p36"/>
            <p:cNvSpPr/>
            <p:nvPr/>
          </p:nvSpPr>
          <p:spPr>
            <a:xfrm>
              <a:off x="4030925" y="2186525"/>
              <a:ext cx="944700" cy="281675"/>
            </a:xfrm>
            <a:custGeom>
              <a:avLst/>
              <a:gdLst/>
              <a:ahLst/>
              <a:cxnLst/>
              <a:rect l="l" t="t" r="r" b="b"/>
              <a:pathLst>
                <a:path w="37788" h="11267" extrusionOk="0">
                  <a:moveTo>
                    <a:pt x="33327" y="1430"/>
                  </a:moveTo>
                  <a:lnTo>
                    <a:pt x="9699" y="10348"/>
                  </a:lnTo>
                  <a:lnTo>
                    <a:pt x="1770" y="6049"/>
                  </a:lnTo>
                  <a:lnTo>
                    <a:pt x="33327" y="1430"/>
                  </a:lnTo>
                  <a:close/>
                  <a:moveTo>
                    <a:pt x="37185" y="0"/>
                  </a:moveTo>
                  <a:cubicBezTo>
                    <a:pt x="37164" y="0"/>
                    <a:pt x="37142" y="1"/>
                    <a:pt x="37120" y="5"/>
                  </a:cubicBezTo>
                  <a:lnTo>
                    <a:pt x="391" y="5383"/>
                  </a:lnTo>
                  <a:cubicBezTo>
                    <a:pt x="207" y="5406"/>
                    <a:pt x="69" y="5544"/>
                    <a:pt x="23" y="5728"/>
                  </a:cubicBezTo>
                  <a:cubicBezTo>
                    <a:pt x="0" y="5912"/>
                    <a:pt x="92" y="6095"/>
                    <a:pt x="253" y="6187"/>
                  </a:cubicBezTo>
                  <a:lnTo>
                    <a:pt x="9447" y="11221"/>
                  </a:lnTo>
                  <a:lnTo>
                    <a:pt x="9653" y="11267"/>
                  </a:lnTo>
                  <a:lnTo>
                    <a:pt x="9814" y="11244"/>
                  </a:lnTo>
                  <a:lnTo>
                    <a:pt x="37327" y="855"/>
                  </a:lnTo>
                  <a:cubicBezTo>
                    <a:pt x="37788" y="679"/>
                    <a:pt x="37641" y="0"/>
                    <a:pt x="371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0" name="Google Shape;2210;p36"/>
            <p:cNvSpPr/>
            <p:nvPr/>
          </p:nvSpPr>
          <p:spPr>
            <a:xfrm>
              <a:off x="4423950" y="2187475"/>
              <a:ext cx="547625" cy="512875"/>
            </a:xfrm>
            <a:custGeom>
              <a:avLst/>
              <a:gdLst/>
              <a:ahLst/>
              <a:cxnLst/>
              <a:rect l="l" t="t" r="r" b="b"/>
              <a:pathLst>
                <a:path w="21905" h="20515" extrusionOk="0">
                  <a:moveTo>
                    <a:pt x="19882" y="2104"/>
                  </a:moveTo>
                  <a:lnTo>
                    <a:pt x="8918" y="19572"/>
                  </a:lnTo>
                  <a:lnTo>
                    <a:pt x="1265" y="15918"/>
                  </a:lnTo>
                  <a:lnTo>
                    <a:pt x="19882" y="2104"/>
                  </a:lnTo>
                  <a:close/>
                  <a:moveTo>
                    <a:pt x="21443" y="0"/>
                  </a:moveTo>
                  <a:cubicBezTo>
                    <a:pt x="21354" y="0"/>
                    <a:pt x="21266" y="29"/>
                    <a:pt x="21192" y="81"/>
                  </a:cubicBezTo>
                  <a:lnTo>
                    <a:pt x="184" y="15688"/>
                  </a:lnTo>
                  <a:cubicBezTo>
                    <a:pt x="69" y="15780"/>
                    <a:pt x="0" y="15941"/>
                    <a:pt x="23" y="16102"/>
                  </a:cubicBezTo>
                  <a:cubicBezTo>
                    <a:pt x="23" y="16240"/>
                    <a:pt x="115" y="16378"/>
                    <a:pt x="253" y="16446"/>
                  </a:cubicBezTo>
                  <a:lnTo>
                    <a:pt x="8918" y="20515"/>
                  </a:lnTo>
                  <a:lnTo>
                    <a:pt x="9102" y="20515"/>
                  </a:lnTo>
                  <a:cubicBezTo>
                    <a:pt x="9240" y="20515"/>
                    <a:pt x="9378" y="20469"/>
                    <a:pt x="9470" y="20354"/>
                  </a:cubicBezTo>
                  <a:lnTo>
                    <a:pt x="21813" y="656"/>
                  </a:lnTo>
                  <a:cubicBezTo>
                    <a:pt x="21905" y="472"/>
                    <a:pt x="21882" y="265"/>
                    <a:pt x="21744" y="127"/>
                  </a:cubicBezTo>
                  <a:cubicBezTo>
                    <a:pt x="21656" y="40"/>
                    <a:pt x="21549" y="0"/>
                    <a:pt x="214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1" name="Google Shape;2211;p36"/>
            <p:cNvSpPr/>
            <p:nvPr/>
          </p:nvSpPr>
          <p:spPr>
            <a:xfrm>
              <a:off x="4261325" y="2186625"/>
              <a:ext cx="710825" cy="706225"/>
            </a:xfrm>
            <a:custGeom>
              <a:avLst/>
              <a:gdLst/>
              <a:ahLst/>
              <a:cxnLst/>
              <a:rect l="l" t="t" r="r" b="b"/>
              <a:pathLst>
                <a:path w="28433" h="28249" extrusionOk="0">
                  <a:moveTo>
                    <a:pt x="25261" y="1908"/>
                  </a:moveTo>
                  <a:lnTo>
                    <a:pt x="6689" y="15699"/>
                  </a:lnTo>
                  <a:cubicBezTo>
                    <a:pt x="6620" y="15745"/>
                    <a:pt x="6551" y="15837"/>
                    <a:pt x="6528" y="15929"/>
                  </a:cubicBezTo>
                  <a:lnTo>
                    <a:pt x="3196" y="25973"/>
                  </a:lnTo>
                  <a:lnTo>
                    <a:pt x="920" y="11102"/>
                  </a:lnTo>
                  <a:lnTo>
                    <a:pt x="25261" y="1908"/>
                  </a:lnTo>
                  <a:close/>
                  <a:moveTo>
                    <a:pt x="27953" y="1"/>
                  </a:moveTo>
                  <a:cubicBezTo>
                    <a:pt x="27906" y="1"/>
                    <a:pt x="27859" y="8"/>
                    <a:pt x="27812" y="24"/>
                  </a:cubicBezTo>
                  <a:lnTo>
                    <a:pt x="300" y="10436"/>
                  </a:lnTo>
                  <a:cubicBezTo>
                    <a:pt x="116" y="10504"/>
                    <a:pt x="1" y="10711"/>
                    <a:pt x="24" y="10895"/>
                  </a:cubicBezTo>
                  <a:lnTo>
                    <a:pt x="2621" y="27881"/>
                  </a:lnTo>
                  <a:cubicBezTo>
                    <a:pt x="2644" y="28065"/>
                    <a:pt x="2805" y="28226"/>
                    <a:pt x="3012" y="28249"/>
                  </a:cubicBezTo>
                  <a:lnTo>
                    <a:pt x="3058" y="28249"/>
                  </a:lnTo>
                  <a:cubicBezTo>
                    <a:pt x="3242" y="28249"/>
                    <a:pt x="3402" y="28111"/>
                    <a:pt x="3448" y="27927"/>
                  </a:cubicBezTo>
                  <a:lnTo>
                    <a:pt x="7310" y="16297"/>
                  </a:lnTo>
                  <a:lnTo>
                    <a:pt x="28226" y="782"/>
                  </a:lnTo>
                  <a:cubicBezTo>
                    <a:pt x="28387" y="667"/>
                    <a:pt x="28433" y="414"/>
                    <a:pt x="28341" y="230"/>
                  </a:cubicBezTo>
                  <a:cubicBezTo>
                    <a:pt x="28269" y="88"/>
                    <a:pt x="28115" y="1"/>
                    <a:pt x="279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2" name="Google Shape;2212;p36"/>
            <p:cNvSpPr/>
            <p:nvPr/>
          </p:nvSpPr>
          <p:spPr>
            <a:xfrm>
              <a:off x="4325700" y="2577225"/>
              <a:ext cx="236750" cy="315625"/>
            </a:xfrm>
            <a:custGeom>
              <a:avLst/>
              <a:gdLst/>
              <a:ahLst/>
              <a:cxnLst/>
              <a:rect l="l" t="t" r="r" b="b"/>
              <a:pathLst>
                <a:path w="9470" h="12625" extrusionOk="0">
                  <a:moveTo>
                    <a:pt x="4620" y="1017"/>
                  </a:moveTo>
                  <a:lnTo>
                    <a:pt x="8343" y="2764"/>
                  </a:lnTo>
                  <a:lnTo>
                    <a:pt x="1540" y="10395"/>
                  </a:lnTo>
                  <a:lnTo>
                    <a:pt x="4620" y="1017"/>
                  </a:lnTo>
                  <a:close/>
                  <a:moveTo>
                    <a:pt x="4379" y="0"/>
                  </a:moveTo>
                  <a:cubicBezTo>
                    <a:pt x="4321" y="0"/>
                    <a:pt x="4264" y="18"/>
                    <a:pt x="4206" y="52"/>
                  </a:cubicBezTo>
                  <a:cubicBezTo>
                    <a:pt x="4091" y="98"/>
                    <a:pt x="3999" y="190"/>
                    <a:pt x="3953" y="305"/>
                  </a:cubicBezTo>
                  <a:lnTo>
                    <a:pt x="69" y="12050"/>
                  </a:lnTo>
                  <a:cubicBezTo>
                    <a:pt x="0" y="12257"/>
                    <a:pt x="92" y="12464"/>
                    <a:pt x="276" y="12579"/>
                  </a:cubicBezTo>
                  <a:lnTo>
                    <a:pt x="483" y="12625"/>
                  </a:lnTo>
                  <a:cubicBezTo>
                    <a:pt x="598" y="12625"/>
                    <a:pt x="713" y="12579"/>
                    <a:pt x="781" y="12487"/>
                  </a:cubicBezTo>
                  <a:lnTo>
                    <a:pt x="9355" y="2925"/>
                  </a:lnTo>
                  <a:cubicBezTo>
                    <a:pt x="9424" y="2810"/>
                    <a:pt x="9470" y="2672"/>
                    <a:pt x="9470" y="2534"/>
                  </a:cubicBezTo>
                  <a:cubicBezTo>
                    <a:pt x="9447" y="2396"/>
                    <a:pt x="9332" y="2304"/>
                    <a:pt x="9217" y="2259"/>
                  </a:cubicBezTo>
                  <a:lnTo>
                    <a:pt x="4551" y="52"/>
                  </a:lnTo>
                  <a:cubicBezTo>
                    <a:pt x="4493" y="18"/>
                    <a:pt x="4436" y="0"/>
                    <a:pt x="43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521" name="Google Shape;4521;p69"/>
          <p:cNvGrpSpPr/>
          <p:nvPr/>
        </p:nvGrpSpPr>
        <p:grpSpPr>
          <a:xfrm flipH="1">
            <a:off x="7386096" y="-70"/>
            <a:ext cx="1091382" cy="1155725"/>
            <a:chOff x="2958275" y="539500"/>
            <a:chExt cx="1091382" cy="1155725"/>
          </a:xfrm>
        </p:grpSpPr>
        <p:grpSp>
          <p:nvGrpSpPr>
            <p:cNvPr id="4522" name="Google Shape;4522;p69"/>
            <p:cNvGrpSpPr/>
            <p:nvPr/>
          </p:nvGrpSpPr>
          <p:grpSpPr>
            <a:xfrm>
              <a:off x="3170379" y="1212137"/>
              <a:ext cx="879278" cy="483088"/>
              <a:chOff x="2296950" y="3661600"/>
              <a:chExt cx="616475" cy="338700"/>
            </a:xfrm>
          </p:grpSpPr>
          <p:sp>
            <p:nvSpPr>
              <p:cNvPr id="4523" name="Google Shape;4523;p69"/>
              <p:cNvSpPr/>
              <p:nvPr/>
            </p:nvSpPr>
            <p:spPr>
              <a:xfrm>
                <a:off x="2510075" y="3661600"/>
                <a:ext cx="402675" cy="97750"/>
              </a:xfrm>
              <a:custGeom>
                <a:avLst/>
                <a:gdLst/>
                <a:ahLst/>
                <a:cxnLst/>
                <a:rect l="l" t="t" r="r" b="b"/>
                <a:pathLst>
                  <a:path w="16107" h="3910" extrusionOk="0">
                    <a:moveTo>
                      <a:pt x="4306" y="700"/>
                    </a:moveTo>
                    <a:lnTo>
                      <a:pt x="13180" y="2635"/>
                    </a:lnTo>
                    <a:lnTo>
                      <a:pt x="1346" y="3189"/>
                    </a:lnTo>
                    <a:lnTo>
                      <a:pt x="4306" y="700"/>
                    </a:lnTo>
                    <a:close/>
                    <a:moveTo>
                      <a:pt x="4216" y="0"/>
                    </a:moveTo>
                    <a:cubicBezTo>
                      <a:pt x="4136" y="0"/>
                      <a:pt x="4058" y="29"/>
                      <a:pt x="3998" y="83"/>
                    </a:cubicBezTo>
                    <a:lnTo>
                      <a:pt x="152" y="3314"/>
                    </a:lnTo>
                    <a:cubicBezTo>
                      <a:pt x="42" y="3405"/>
                      <a:pt x="0" y="3560"/>
                      <a:pt x="56" y="3696"/>
                    </a:cubicBezTo>
                    <a:cubicBezTo>
                      <a:pt x="103" y="3823"/>
                      <a:pt x="227" y="3909"/>
                      <a:pt x="368" y="3909"/>
                    </a:cubicBezTo>
                    <a:lnTo>
                      <a:pt x="385" y="3909"/>
                    </a:lnTo>
                    <a:lnTo>
                      <a:pt x="15768" y="3189"/>
                    </a:lnTo>
                    <a:cubicBezTo>
                      <a:pt x="15937" y="3184"/>
                      <a:pt x="16078" y="3051"/>
                      <a:pt x="16092" y="2882"/>
                    </a:cubicBezTo>
                    <a:cubicBezTo>
                      <a:pt x="16106" y="2713"/>
                      <a:pt x="15990" y="2558"/>
                      <a:pt x="15824" y="2525"/>
                    </a:cubicBezTo>
                    <a:lnTo>
                      <a:pt x="4286" y="8"/>
                    </a:lnTo>
                    <a:cubicBezTo>
                      <a:pt x="4263" y="3"/>
                      <a:pt x="4240" y="0"/>
                      <a:pt x="42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69"/>
              <p:cNvSpPr/>
              <p:nvPr/>
            </p:nvSpPr>
            <p:spPr>
              <a:xfrm>
                <a:off x="2296950" y="3724500"/>
                <a:ext cx="616275" cy="210650"/>
              </a:xfrm>
              <a:custGeom>
                <a:avLst/>
                <a:gdLst/>
                <a:ahLst/>
                <a:cxnLst/>
                <a:rect l="l" t="t" r="r" b="b"/>
                <a:pathLst>
                  <a:path w="24651" h="8426" extrusionOk="0">
                    <a:moveTo>
                      <a:pt x="20027" y="1363"/>
                    </a:moveTo>
                    <a:lnTo>
                      <a:pt x="2334" y="7100"/>
                    </a:lnTo>
                    <a:lnTo>
                      <a:pt x="7528" y="3373"/>
                    </a:lnTo>
                    <a:lnTo>
                      <a:pt x="20027" y="1363"/>
                    </a:lnTo>
                    <a:close/>
                    <a:moveTo>
                      <a:pt x="24283" y="1"/>
                    </a:moveTo>
                    <a:cubicBezTo>
                      <a:pt x="24264" y="1"/>
                      <a:pt x="24244" y="3"/>
                      <a:pt x="24224" y="6"/>
                    </a:cubicBezTo>
                    <a:lnTo>
                      <a:pt x="7346" y="2722"/>
                    </a:lnTo>
                    <a:cubicBezTo>
                      <a:pt x="7293" y="2730"/>
                      <a:pt x="7243" y="2750"/>
                      <a:pt x="7204" y="2780"/>
                    </a:cubicBezTo>
                    <a:lnTo>
                      <a:pt x="180" y="7817"/>
                    </a:lnTo>
                    <a:cubicBezTo>
                      <a:pt x="44" y="7914"/>
                      <a:pt x="0" y="8094"/>
                      <a:pt x="78" y="8243"/>
                    </a:cubicBezTo>
                    <a:cubicBezTo>
                      <a:pt x="136" y="8354"/>
                      <a:pt x="252" y="8426"/>
                      <a:pt x="379" y="8426"/>
                    </a:cubicBezTo>
                    <a:cubicBezTo>
                      <a:pt x="413" y="8426"/>
                      <a:pt x="449" y="8420"/>
                      <a:pt x="482" y="8409"/>
                    </a:cubicBezTo>
                    <a:lnTo>
                      <a:pt x="24385" y="657"/>
                    </a:lnTo>
                    <a:cubicBezTo>
                      <a:pt x="24551" y="601"/>
                      <a:pt x="24651" y="427"/>
                      <a:pt x="24606" y="255"/>
                    </a:cubicBezTo>
                    <a:cubicBezTo>
                      <a:pt x="24569" y="103"/>
                      <a:pt x="24435" y="1"/>
                      <a:pt x="242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69"/>
              <p:cNvSpPr/>
              <p:nvPr/>
            </p:nvSpPr>
            <p:spPr>
              <a:xfrm>
                <a:off x="2510825" y="3724575"/>
                <a:ext cx="401925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16077" h="3146" extrusionOk="0">
                    <a:moveTo>
                      <a:pt x="9783" y="950"/>
                    </a:moveTo>
                    <a:lnTo>
                      <a:pt x="676" y="2415"/>
                    </a:lnTo>
                    <a:lnTo>
                      <a:pt x="676" y="1376"/>
                    </a:lnTo>
                    <a:lnTo>
                      <a:pt x="9783" y="950"/>
                    </a:lnTo>
                    <a:close/>
                    <a:moveTo>
                      <a:pt x="15719" y="0"/>
                    </a:moveTo>
                    <a:cubicBezTo>
                      <a:pt x="15715" y="0"/>
                      <a:pt x="15712" y="0"/>
                      <a:pt x="15708" y="0"/>
                    </a:cubicBezTo>
                    <a:lnTo>
                      <a:pt x="325" y="720"/>
                    </a:lnTo>
                    <a:cubicBezTo>
                      <a:pt x="142" y="726"/>
                      <a:pt x="1" y="875"/>
                      <a:pt x="1" y="1055"/>
                    </a:cubicBezTo>
                    <a:lnTo>
                      <a:pt x="1" y="2811"/>
                    </a:lnTo>
                    <a:cubicBezTo>
                      <a:pt x="1" y="2907"/>
                      <a:pt x="42" y="3002"/>
                      <a:pt x="120" y="3065"/>
                    </a:cubicBezTo>
                    <a:cubicBezTo>
                      <a:pt x="181" y="3118"/>
                      <a:pt x="258" y="3146"/>
                      <a:pt x="338" y="3146"/>
                    </a:cubicBezTo>
                    <a:lnTo>
                      <a:pt x="394" y="3143"/>
                    </a:lnTo>
                    <a:lnTo>
                      <a:pt x="15777" y="667"/>
                    </a:lnTo>
                    <a:cubicBezTo>
                      <a:pt x="15954" y="640"/>
                      <a:pt x="16076" y="476"/>
                      <a:pt x="16057" y="299"/>
                    </a:cubicBezTo>
                    <a:cubicBezTo>
                      <a:pt x="16035" y="128"/>
                      <a:pt x="15891" y="0"/>
                      <a:pt x="157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69"/>
              <p:cNvSpPr/>
              <p:nvPr/>
            </p:nvSpPr>
            <p:spPr>
              <a:xfrm>
                <a:off x="2482025" y="3724450"/>
                <a:ext cx="431400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11034" extrusionOk="0">
                    <a:moveTo>
                      <a:pt x="14387" y="1500"/>
                    </a:moveTo>
                    <a:lnTo>
                      <a:pt x="676" y="10089"/>
                    </a:lnTo>
                    <a:lnTo>
                      <a:pt x="676" y="5947"/>
                    </a:lnTo>
                    <a:lnTo>
                      <a:pt x="14387" y="1500"/>
                    </a:lnTo>
                    <a:close/>
                    <a:moveTo>
                      <a:pt x="16882" y="1"/>
                    </a:moveTo>
                    <a:cubicBezTo>
                      <a:pt x="16846" y="1"/>
                      <a:pt x="16810" y="7"/>
                      <a:pt x="16774" y="19"/>
                    </a:cubicBezTo>
                    <a:lnTo>
                      <a:pt x="236" y="5382"/>
                    </a:lnTo>
                    <a:cubicBezTo>
                      <a:pt x="98" y="5426"/>
                      <a:pt x="4" y="5554"/>
                      <a:pt x="1" y="5701"/>
                    </a:cubicBezTo>
                    <a:lnTo>
                      <a:pt x="1" y="10695"/>
                    </a:lnTo>
                    <a:cubicBezTo>
                      <a:pt x="1" y="10817"/>
                      <a:pt x="70" y="10931"/>
                      <a:pt x="178" y="10989"/>
                    </a:cubicBezTo>
                    <a:cubicBezTo>
                      <a:pt x="222" y="11017"/>
                      <a:pt x="275" y="11034"/>
                      <a:pt x="329" y="11034"/>
                    </a:cubicBezTo>
                    <a:cubicBezTo>
                      <a:pt x="333" y="11034"/>
                      <a:pt x="337" y="11033"/>
                      <a:pt x="341" y="11033"/>
                    </a:cubicBezTo>
                    <a:cubicBezTo>
                      <a:pt x="402" y="11033"/>
                      <a:pt x="463" y="11017"/>
                      <a:pt x="516" y="10983"/>
                    </a:cubicBezTo>
                    <a:lnTo>
                      <a:pt x="17054" y="623"/>
                    </a:lnTo>
                    <a:cubicBezTo>
                      <a:pt x="17200" y="534"/>
                      <a:pt x="17256" y="351"/>
                      <a:pt x="17184" y="196"/>
                    </a:cubicBezTo>
                    <a:cubicBezTo>
                      <a:pt x="17128" y="73"/>
                      <a:pt x="17008" y="1"/>
                      <a:pt x="16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27" name="Google Shape;4527;p69"/>
            <p:cNvSpPr/>
            <p:nvPr/>
          </p:nvSpPr>
          <p:spPr>
            <a:xfrm>
              <a:off x="2958275" y="539500"/>
              <a:ext cx="562425" cy="897575"/>
            </a:xfrm>
            <a:custGeom>
              <a:avLst/>
              <a:gdLst/>
              <a:ahLst/>
              <a:cxnLst/>
              <a:rect l="l" t="t" r="r" b="b"/>
              <a:pathLst>
                <a:path w="22497" h="35903" extrusionOk="0">
                  <a:moveTo>
                    <a:pt x="20015" y="1"/>
                  </a:moveTo>
                  <a:cubicBezTo>
                    <a:pt x="19867" y="1"/>
                    <a:pt x="19729" y="176"/>
                    <a:pt x="19849" y="335"/>
                  </a:cubicBezTo>
                  <a:cubicBezTo>
                    <a:pt x="20176" y="761"/>
                    <a:pt x="20470" y="1210"/>
                    <a:pt x="20733" y="1680"/>
                  </a:cubicBezTo>
                  <a:cubicBezTo>
                    <a:pt x="20766" y="1747"/>
                    <a:pt x="20832" y="1788"/>
                    <a:pt x="20907" y="1788"/>
                  </a:cubicBezTo>
                  <a:cubicBezTo>
                    <a:pt x="20943" y="1788"/>
                    <a:pt x="20976" y="1777"/>
                    <a:pt x="21010" y="1761"/>
                  </a:cubicBezTo>
                  <a:cubicBezTo>
                    <a:pt x="21109" y="1705"/>
                    <a:pt x="21145" y="1581"/>
                    <a:pt x="21087" y="1484"/>
                  </a:cubicBezTo>
                  <a:cubicBezTo>
                    <a:pt x="20818" y="994"/>
                    <a:pt x="20514" y="526"/>
                    <a:pt x="20173" y="86"/>
                  </a:cubicBezTo>
                  <a:cubicBezTo>
                    <a:pt x="20128" y="26"/>
                    <a:pt x="20071" y="1"/>
                    <a:pt x="20015" y="1"/>
                  </a:cubicBezTo>
                  <a:close/>
                  <a:moveTo>
                    <a:pt x="22064" y="4439"/>
                  </a:moveTo>
                  <a:cubicBezTo>
                    <a:pt x="22050" y="4439"/>
                    <a:pt x="22035" y="4440"/>
                    <a:pt x="22020" y="4444"/>
                  </a:cubicBezTo>
                  <a:cubicBezTo>
                    <a:pt x="21909" y="4469"/>
                    <a:pt x="21837" y="4577"/>
                    <a:pt x="21860" y="4687"/>
                  </a:cubicBezTo>
                  <a:cubicBezTo>
                    <a:pt x="21973" y="5213"/>
                    <a:pt x="22048" y="5745"/>
                    <a:pt x="22081" y="6279"/>
                  </a:cubicBezTo>
                  <a:cubicBezTo>
                    <a:pt x="22087" y="6390"/>
                    <a:pt x="22175" y="6473"/>
                    <a:pt x="22286" y="6473"/>
                  </a:cubicBezTo>
                  <a:lnTo>
                    <a:pt x="22300" y="6473"/>
                  </a:lnTo>
                  <a:cubicBezTo>
                    <a:pt x="22413" y="6468"/>
                    <a:pt x="22496" y="6368"/>
                    <a:pt x="22491" y="6257"/>
                  </a:cubicBezTo>
                  <a:cubicBezTo>
                    <a:pt x="22455" y="5701"/>
                    <a:pt x="22380" y="5147"/>
                    <a:pt x="22261" y="4601"/>
                  </a:cubicBezTo>
                  <a:cubicBezTo>
                    <a:pt x="22242" y="4506"/>
                    <a:pt x="22158" y="4439"/>
                    <a:pt x="22064" y="4439"/>
                  </a:cubicBezTo>
                  <a:close/>
                  <a:moveTo>
                    <a:pt x="21969" y="9334"/>
                  </a:moveTo>
                  <a:cubicBezTo>
                    <a:pt x="21889" y="9334"/>
                    <a:pt x="21810" y="9377"/>
                    <a:pt x="21776" y="9475"/>
                  </a:cubicBezTo>
                  <a:cubicBezTo>
                    <a:pt x="21646" y="9998"/>
                    <a:pt x="21477" y="10507"/>
                    <a:pt x="21273" y="11006"/>
                  </a:cubicBezTo>
                  <a:cubicBezTo>
                    <a:pt x="21228" y="11108"/>
                    <a:pt x="21278" y="11227"/>
                    <a:pt x="21383" y="11271"/>
                  </a:cubicBezTo>
                  <a:cubicBezTo>
                    <a:pt x="21408" y="11283"/>
                    <a:pt x="21433" y="11288"/>
                    <a:pt x="21461" y="11288"/>
                  </a:cubicBezTo>
                  <a:cubicBezTo>
                    <a:pt x="21544" y="11285"/>
                    <a:pt x="21619" y="11235"/>
                    <a:pt x="21652" y="11161"/>
                  </a:cubicBezTo>
                  <a:cubicBezTo>
                    <a:pt x="21862" y="10643"/>
                    <a:pt x="22039" y="10114"/>
                    <a:pt x="22178" y="9574"/>
                  </a:cubicBezTo>
                  <a:cubicBezTo>
                    <a:pt x="22203" y="9426"/>
                    <a:pt x="22086" y="9334"/>
                    <a:pt x="21969" y="9334"/>
                  </a:cubicBezTo>
                  <a:close/>
                  <a:moveTo>
                    <a:pt x="19769" y="13698"/>
                  </a:moveTo>
                  <a:cubicBezTo>
                    <a:pt x="19720" y="13698"/>
                    <a:pt x="19669" y="13717"/>
                    <a:pt x="19625" y="13761"/>
                  </a:cubicBezTo>
                  <a:cubicBezTo>
                    <a:pt x="19285" y="14176"/>
                    <a:pt x="18914" y="14564"/>
                    <a:pt x="18512" y="14921"/>
                  </a:cubicBezTo>
                  <a:cubicBezTo>
                    <a:pt x="18376" y="15051"/>
                    <a:pt x="18465" y="15281"/>
                    <a:pt x="18651" y="15283"/>
                  </a:cubicBezTo>
                  <a:cubicBezTo>
                    <a:pt x="18700" y="15283"/>
                    <a:pt x="18750" y="15264"/>
                    <a:pt x="18786" y="15231"/>
                  </a:cubicBezTo>
                  <a:cubicBezTo>
                    <a:pt x="19201" y="14857"/>
                    <a:pt x="19589" y="14453"/>
                    <a:pt x="19944" y="14021"/>
                  </a:cubicBezTo>
                  <a:cubicBezTo>
                    <a:pt x="20045" y="13865"/>
                    <a:pt x="19915" y="13698"/>
                    <a:pt x="19769" y="13698"/>
                  </a:cubicBezTo>
                  <a:close/>
                  <a:moveTo>
                    <a:pt x="15938" y="16706"/>
                  </a:moveTo>
                  <a:cubicBezTo>
                    <a:pt x="15907" y="16706"/>
                    <a:pt x="15875" y="16713"/>
                    <a:pt x="15846" y="16729"/>
                  </a:cubicBezTo>
                  <a:cubicBezTo>
                    <a:pt x="15389" y="16967"/>
                    <a:pt x="14907" y="17194"/>
                    <a:pt x="14370" y="17418"/>
                  </a:cubicBezTo>
                  <a:cubicBezTo>
                    <a:pt x="14265" y="17460"/>
                    <a:pt x="14215" y="17579"/>
                    <a:pt x="14259" y="17684"/>
                  </a:cubicBezTo>
                  <a:cubicBezTo>
                    <a:pt x="14292" y="17761"/>
                    <a:pt x="14367" y="17811"/>
                    <a:pt x="14450" y="17811"/>
                  </a:cubicBezTo>
                  <a:cubicBezTo>
                    <a:pt x="14478" y="17811"/>
                    <a:pt x="14503" y="17806"/>
                    <a:pt x="14531" y="17795"/>
                  </a:cubicBezTo>
                  <a:cubicBezTo>
                    <a:pt x="15076" y="17568"/>
                    <a:pt x="15569" y="17338"/>
                    <a:pt x="16031" y="17097"/>
                  </a:cubicBezTo>
                  <a:cubicBezTo>
                    <a:pt x="16134" y="17044"/>
                    <a:pt x="16172" y="16920"/>
                    <a:pt x="16120" y="16820"/>
                  </a:cubicBezTo>
                  <a:cubicBezTo>
                    <a:pt x="16085" y="16748"/>
                    <a:pt x="16012" y="16706"/>
                    <a:pt x="15938" y="16706"/>
                  </a:cubicBezTo>
                  <a:close/>
                  <a:moveTo>
                    <a:pt x="11369" y="18532"/>
                  </a:moveTo>
                  <a:cubicBezTo>
                    <a:pt x="11348" y="18532"/>
                    <a:pt x="11326" y="18535"/>
                    <a:pt x="11305" y="18542"/>
                  </a:cubicBezTo>
                  <a:lnTo>
                    <a:pt x="10782" y="18714"/>
                  </a:lnTo>
                  <a:lnTo>
                    <a:pt x="9743" y="19060"/>
                  </a:lnTo>
                  <a:cubicBezTo>
                    <a:pt x="9533" y="19143"/>
                    <a:pt x="9583" y="19453"/>
                    <a:pt x="9807" y="19462"/>
                  </a:cubicBezTo>
                  <a:cubicBezTo>
                    <a:pt x="9832" y="19462"/>
                    <a:pt x="9854" y="19459"/>
                    <a:pt x="9879" y="19453"/>
                  </a:cubicBezTo>
                  <a:lnTo>
                    <a:pt x="10912" y="19102"/>
                  </a:lnTo>
                  <a:lnTo>
                    <a:pt x="11432" y="18930"/>
                  </a:lnTo>
                  <a:cubicBezTo>
                    <a:pt x="11538" y="18894"/>
                    <a:pt x="11598" y="18778"/>
                    <a:pt x="11562" y="18670"/>
                  </a:cubicBezTo>
                  <a:cubicBezTo>
                    <a:pt x="11534" y="18586"/>
                    <a:pt x="11454" y="18532"/>
                    <a:pt x="11369" y="18532"/>
                  </a:cubicBezTo>
                  <a:close/>
                  <a:moveTo>
                    <a:pt x="6751" y="20236"/>
                  </a:moveTo>
                  <a:cubicBezTo>
                    <a:pt x="6722" y="20236"/>
                    <a:pt x="6691" y="20242"/>
                    <a:pt x="6662" y="20256"/>
                  </a:cubicBezTo>
                  <a:cubicBezTo>
                    <a:pt x="6141" y="20494"/>
                    <a:pt x="5646" y="20752"/>
                    <a:pt x="5186" y="21009"/>
                  </a:cubicBezTo>
                  <a:cubicBezTo>
                    <a:pt x="5086" y="21067"/>
                    <a:pt x="5053" y="21192"/>
                    <a:pt x="5108" y="21289"/>
                  </a:cubicBezTo>
                  <a:cubicBezTo>
                    <a:pt x="5143" y="21353"/>
                    <a:pt x="5209" y="21394"/>
                    <a:pt x="5281" y="21394"/>
                  </a:cubicBezTo>
                  <a:cubicBezTo>
                    <a:pt x="5284" y="21394"/>
                    <a:pt x="5286" y="21394"/>
                    <a:pt x="5288" y="21394"/>
                  </a:cubicBezTo>
                  <a:cubicBezTo>
                    <a:pt x="5324" y="21394"/>
                    <a:pt x="5358" y="21386"/>
                    <a:pt x="5388" y="21369"/>
                  </a:cubicBezTo>
                  <a:cubicBezTo>
                    <a:pt x="5837" y="21114"/>
                    <a:pt x="6324" y="20865"/>
                    <a:pt x="6836" y="20630"/>
                  </a:cubicBezTo>
                  <a:cubicBezTo>
                    <a:pt x="6936" y="20580"/>
                    <a:pt x="6980" y="20458"/>
                    <a:pt x="6936" y="20356"/>
                  </a:cubicBezTo>
                  <a:cubicBezTo>
                    <a:pt x="6902" y="20280"/>
                    <a:pt x="6829" y="20236"/>
                    <a:pt x="6751" y="20236"/>
                  </a:cubicBezTo>
                  <a:close/>
                  <a:moveTo>
                    <a:pt x="2649" y="22927"/>
                  </a:moveTo>
                  <a:cubicBezTo>
                    <a:pt x="2598" y="22927"/>
                    <a:pt x="2547" y="22945"/>
                    <a:pt x="2506" y="22983"/>
                  </a:cubicBezTo>
                  <a:cubicBezTo>
                    <a:pt x="2104" y="23374"/>
                    <a:pt x="1736" y="23797"/>
                    <a:pt x="1409" y="24254"/>
                  </a:cubicBezTo>
                  <a:cubicBezTo>
                    <a:pt x="1343" y="24346"/>
                    <a:pt x="1365" y="24470"/>
                    <a:pt x="1456" y="24537"/>
                  </a:cubicBezTo>
                  <a:cubicBezTo>
                    <a:pt x="1492" y="24562"/>
                    <a:pt x="1534" y="24575"/>
                    <a:pt x="1578" y="24575"/>
                  </a:cubicBezTo>
                  <a:cubicBezTo>
                    <a:pt x="1645" y="24575"/>
                    <a:pt x="1706" y="24545"/>
                    <a:pt x="1744" y="24492"/>
                  </a:cubicBezTo>
                  <a:cubicBezTo>
                    <a:pt x="2057" y="24058"/>
                    <a:pt x="2406" y="23651"/>
                    <a:pt x="2788" y="23277"/>
                  </a:cubicBezTo>
                  <a:cubicBezTo>
                    <a:pt x="2871" y="23199"/>
                    <a:pt x="2874" y="23069"/>
                    <a:pt x="2796" y="22986"/>
                  </a:cubicBezTo>
                  <a:cubicBezTo>
                    <a:pt x="2756" y="22947"/>
                    <a:pt x="2703" y="22927"/>
                    <a:pt x="2649" y="22927"/>
                  </a:cubicBezTo>
                  <a:close/>
                  <a:moveTo>
                    <a:pt x="304" y="27162"/>
                  </a:moveTo>
                  <a:cubicBezTo>
                    <a:pt x="205" y="27162"/>
                    <a:pt x="117" y="27233"/>
                    <a:pt x="100" y="27333"/>
                  </a:cubicBezTo>
                  <a:cubicBezTo>
                    <a:pt x="33" y="27735"/>
                    <a:pt x="0" y="28139"/>
                    <a:pt x="0" y="28546"/>
                  </a:cubicBezTo>
                  <a:cubicBezTo>
                    <a:pt x="0" y="28701"/>
                    <a:pt x="3" y="28859"/>
                    <a:pt x="14" y="29017"/>
                  </a:cubicBezTo>
                  <a:cubicBezTo>
                    <a:pt x="22" y="29122"/>
                    <a:pt x="111" y="29208"/>
                    <a:pt x="219" y="29210"/>
                  </a:cubicBezTo>
                  <a:lnTo>
                    <a:pt x="233" y="29205"/>
                  </a:lnTo>
                  <a:cubicBezTo>
                    <a:pt x="346" y="29199"/>
                    <a:pt x="432" y="29105"/>
                    <a:pt x="426" y="28992"/>
                  </a:cubicBezTo>
                  <a:cubicBezTo>
                    <a:pt x="415" y="28842"/>
                    <a:pt x="410" y="28693"/>
                    <a:pt x="413" y="28546"/>
                  </a:cubicBezTo>
                  <a:cubicBezTo>
                    <a:pt x="413" y="28161"/>
                    <a:pt x="443" y="27779"/>
                    <a:pt x="507" y="27400"/>
                  </a:cubicBezTo>
                  <a:cubicBezTo>
                    <a:pt x="526" y="27286"/>
                    <a:pt x="449" y="27178"/>
                    <a:pt x="335" y="27164"/>
                  </a:cubicBezTo>
                  <a:cubicBezTo>
                    <a:pt x="325" y="27163"/>
                    <a:pt x="314" y="27162"/>
                    <a:pt x="304" y="27162"/>
                  </a:cubicBezTo>
                  <a:close/>
                  <a:moveTo>
                    <a:pt x="1122" y="31929"/>
                  </a:moveTo>
                  <a:cubicBezTo>
                    <a:pt x="1089" y="31929"/>
                    <a:pt x="1055" y="31937"/>
                    <a:pt x="1024" y="31954"/>
                  </a:cubicBezTo>
                  <a:cubicBezTo>
                    <a:pt x="925" y="32007"/>
                    <a:pt x="889" y="32131"/>
                    <a:pt x="941" y="32231"/>
                  </a:cubicBezTo>
                  <a:cubicBezTo>
                    <a:pt x="1210" y="32727"/>
                    <a:pt x="1537" y="33189"/>
                    <a:pt x="1910" y="33613"/>
                  </a:cubicBezTo>
                  <a:cubicBezTo>
                    <a:pt x="1949" y="33654"/>
                    <a:pt x="2005" y="33679"/>
                    <a:pt x="2063" y="33682"/>
                  </a:cubicBezTo>
                  <a:cubicBezTo>
                    <a:pt x="2113" y="33682"/>
                    <a:pt x="2162" y="33660"/>
                    <a:pt x="2198" y="33627"/>
                  </a:cubicBezTo>
                  <a:cubicBezTo>
                    <a:pt x="2284" y="33552"/>
                    <a:pt x="2290" y="33422"/>
                    <a:pt x="2215" y="33339"/>
                  </a:cubicBezTo>
                  <a:cubicBezTo>
                    <a:pt x="1861" y="32940"/>
                    <a:pt x="1556" y="32505"/>
                    <a:pt x="1301" y="32037"/>
                  </a:cubicBezTo>
                  <a:cubicBezTo>
                    <a:pt x="1265" y="31969"/>
                    <a:pt x="1195" y="31929"/>
                    <a:pt x="1122" y="31929"/>
                  </a:cubicBezTo>
                  <a:close/>
                  <a:moveTo>
                    <a:pt x="11080" y="34552"/>
                  </a:moveTo>
                  <a:cubicBezTo>
                    <a:pt x="11045" y="34552"/>
                    <a:pt x="11009" y="34562"/>
                    <a:pt x="10975" y="34582"/>
                  </a:cubicBezTo>
                  <a:cubicBezTo>
                    <a:pt x="10521" y="34856"/>
                    <a:pt x="10034" y="35077"/>
                    <a:pt x="9527" y="35238"/>
                  </a:cubicBezTo>
                  <a:cubicBezTo>
                    <a:pt x="9419" y="35269"/>
                    <a:pt x="9358" y="35385"/>
                    <a:pt x="9392" y="35496"/>
                  </a:cubicBezTo>
                  <a:cubicBezTo>
                    <a:pt x="9419" y="35579"/>
                    <a:pt x="9500" y="35637"/>
                    <a:pt x="9588" y="35637"/>
                  </a:cubicBezTo>
                  <a:cubicBezTo>
                    <a:pt x="9608" y="35637"/>
                    <a:pt x="9630" y="35634"/>
                    <a:pt x="9649" y="35628"/>
                  </a:cubicBezTo>
                  <a:cubicBezTo>
                    <a:pt x="10189" y="35460"/>
                    <a:pt x="10704" y="35224"/>
                    <a:pt x="11186" y="34931"/>
                  </a:cubicBezTo>
                  <a:cubicBezTo>
                    <a:pt x="11280" y="34870"/>
                    <a:pt x="11310" y="34748"/>
                    <a:pt x="11252" y="34651"/>
                  </a:cubicBezTo>
                  <a:cubicBezTo>
                    <a:pt x="11214" y="34587"/>
                    <a:pt x="11148" y="34552"/>
                    <a:pt x="11080" y="34552"/>
                  </a:cubicBezTo>
                  <a:close/>
                  <a:moveTo>
                    <a:pt x="4752" y="35094"/>
                  </a:moveTo>
                  <a:cubicBezTo>
                    <a:pt x="4669" y="35094"/>
                    <a:pt x="4593" y="35146"/>
                    <a:pt x="4563" y="35227"/>
                  </a:cubicBezTo>
                  <a:cubicBezTo>
                    <a:pt x="4521" y="35335"/>
                    <a:pt x="4577" y="35451"/>
                    <a:pt x="4682" y="35490"/>
                  </a:cubicBezTo>
                  <a:cubicBezTo>
                    <a:pt x="5211" y="35687"/>
                    <a:pt x="5756" y="35825"/>
                    <a:pt x="6313" y="35903"/>
                  </a:cubicBezTo>
                  <a:lnTo>
                    <a:pt x="6343" y="35903"/>
                  </a:lnTo>
                  <a:cubicBezTo>
                    <a:pt x="6446" y="35903"/>
                    <a:pt x="6532" y="35828"/>
                    <a:pt x="6545" y="35725"/>
                  </a:cubicBezTo>
                  <a:cubicBezTo>
                    <a:pt x="6562" y="35615"/>
                    <a:pt x="6484" y="35509"/>
                    <a:pt x="6371" y="35496"/>
                  </a:cubicBezTo>
                  <a:cubicBezTo>
                    <a:pt x="5842" y="35421"/>
                    <a:pt x="5324" y="35291"/>
                    <a:pt x="4826" y="35108"/>
                  </a:cubicBezTo>
                  <a:cubicBezTo>
                    <a:pt x="4802" y="35099"/>
                    <a:pt x="4777" y="35094"/>
                    <a:pt x="4752" y="350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561" name="Google Shape;4561;p69"/>
          <p:cNvSpPr/>
          <p:nvPr/>
        </p:nvSpPr>
        <p:spPr>
          <a:xfrm>
            <a:off x="8912362" y="1155453"/>
            <a:ext cx="3279652" cy="4554024"/>
          </a:xfrm>
          <a:custGeom>
            <a:avLst/>
            <a:gdLst/>
            <a:ahLst/>
            <a:cxnLst/>
            <a:rect l="l" t="t" r="r" b="b"/>
            <a:pathLst>
              <a:path w="92138" h="127940" extrusionOk="0">
                <a:moveTo>
                  <a:pt x="85073" y="0"/>
                </a:moveTo>
                <a:cubicBezTo>
                  <a:pt x="85013" y="0"/>
                  <a:pt x="84958" y="40"/>
                  <a:pt x="84958" y="108"/>
                </a:cubicBezTo>
                <a:cubicBezTo>
                  <a:pt x="84899" y="167"/>
                  <a:pt x="84919" y="266"/>
                  <a:pt x="84998" y="326"/>
                </a:cubicBezTo>
                <a:cubicBezTo>
                  <a:pt x="85573" y="603"/>
                  <a:pt x="86128" y="940"/>
                  <a:pt x="86644" y="1337"/>
                </a:cubicBezTo>
                <a:lnTo>
                  <a:pt x="86743" y="1337"/>
                </a:lnTo>
                <a:cubicBezTo>
                  <a:pt x="86783" y="1337"/>
                  <a:pt x="86842" y="1317"/>
                  <a:pt x="86882" y="1297"/>
                </a:cubicBezTo>
                <a:cubicBezTo>
                  <a:pt x="86922" y="1218"/>
                  <a:pt x="86902" y="1119"/>
                  <a:pt x="86842" y="1059"/>
                </a:cubicBezTo>
                <a:cubicBezTo>
                  <a:pt x="86307" y="663"/>
                  <a:pt x="85732" y="326"/>
                  <a:pt x="85157" y="28"/>
                </a:cubicBezTo>
                <a:cubicBezTo>
                  <a:pt x="85131" y="9"/>
                  <a:pt x="85102" y="0"/>
                  <a:pt x="85073" y="0"/>
                </a:cubicBezTo>
                <a:close/>
                <a:moveTo>
                  <a:pt x="88675" y="2762"/>
                </a:moveTo>
                <a:cubicBezTo>
                  <a:pt x="88636" y="2762"/>
                  <a:pt x="88595" y="2777"/>
                  <a:pt x="88568" y="2805"/>
                </a:cubicBezTo>
                <a:cubicBezTo>
                  <a:pt x="88488" y="2844"/>
                  <a:pt x="88488" y="2963"/>
                  <a:pt x="88548" y="3023"/>
                </a:cubicBezTo>
                <a:cubicBezTo>
                  <a:pt x="88984" y="3499"/>
                  <a:pt x="89381" y="4014"/>
                  <a:pt x="89738" y="4570"/>
                </a:cubicBezTo>
                <a:cubicBezTo>
                  <a:pt x="89777" y="4609"/>
                  <a:pt x="89817" y="4629"/>
                  <a:pt x="89877" y="4629"/>
                </a:cubicBezTo>
                <a:lnTo>
                  <a:pt x="89956" y="4609"/>
                </a:lnTo>
                <a:cubicBezTo>
                  <a:pt x="90035" y="4550"/>
                  <a:pt x="90055" y="4451"/>
                  <a:pt x="89996" y="4371"/>
                </a:cubicBezTo>
                <a:cubicBezTo>
                  <a:pt x="89658" y="3816"/>
                  <a:pt x="89242" y="3300"/>
                  <a:pt x="88786" y="2824"/>
                </a:cubicBezTo>
                <a:cubicBezTo>
                  <a:pt x="88765" y="2782"/>
                  <a:pt x="88721" y="2762"/>
                  <a:pt x="88675" y="2762"/>
                </a:cubicBezTo>
                <a:close/>
                <a:moveTo>
                  <a:pt x="91110" y="6597"/>
                </a:moveTo>
                <a:cubicBezTo>
                  <a:pt x="91089" y="6597"/>
                  <a:pt x="91068" y="6602"/>
                  <a:pt x="91047" y="6612"/>
                </a:cubicBezTo>
                <a:cubicBezTo>
                  <a:pt x="90967" y="6632"/>
                  <a:pt x="90908" y="6731"/>
                  <a:pt x="90947" y="6810"/>
                </a:cubicBezTo>
                <a:cubicBezTo>
                  <a:pt x="91185" y="7425"/>
                  <a:pt x="91384" y="8040"/>
                  <a:pt x="91523" y="8675"/>
                </a:cubicBezTo>
                <a:cubicBezTo>
                  <a:pt x="91542" y="8754"/>
                  <a:pt x="91622" y="8794"/>
                  <a:pt x="91701" y="8794"/>
                </a:cubicBezTo>
                <a:lnTo>
                  <a:pt x="91721" y="8794"/>
                </a:lnTo>
                <a:cubicBezTo>
                  <a:pt x="91800" y="8774"/>
                  <a:pt x="91860" y="8694"/>
                  <a:pt x="91840" y="8595"/>
                </a:cubicBezTo>
                <a:cubicBezTo>
                  <a:pt x="91681" y="7941"/>
                  <a:pt x="91483" y="7306"/>
                  <a:pt x="91245" y="6692"/>
                </a:cubicBezTo>
                <a:cubicBezTo>
                  <a:pt x="91216" y="6633"/>
                  <a:pt x="91166" y="6597"/>
                  <a:pt x="91110" y="6597"/>
                </a:cubicBezTo>
                <a:close/>
                <a:moveTo>
                  <a:pt x="91959" y="11054"/>
                </a:moveTo>
                <a:cubicBezTo>
                  <a:pt x="91879" y="11054"/>
                  <a:pt x="91800" y="11114"/>
                  <a:pt x="91780" y="11213"/>
                </a:cubicBezTo>
                <a:cubicBezTo>
                  <a:pt x="91800" y="11848"/>
                  <a:pt x="91741" y="12502"/>
                  <a:pt x="91622" y="13137"/>
                </a:cubicBezTo>
                <a:cubicBezTo>
                  <a:pt x="91622" y="13236"/>
                  <a:pt x="91681" y="13315"/>
                  <a:pt x="91760" y="13335"/>
                </a:cubicBezTo>
                <a:lnTo>
                  <a:pt x="91800" y="13335"/>
                </a:lnTo>
                <a:cubicBezTo>
                  <a:pt x="91879" y="13335"/>
                  <a:pt x="91939" y="13275"/>
                  <a:pt x="91939" y="13196"/>
                </a:cubicBezTo>
                <a:cubicBezTo>
                  <a:pt x="92058" y="12542"/>
                  <a:pt x="92117" y="11887"/>
                  <a:pt x="92137" y="11233"/>
                </a:cubicBezTo>
                <a:cubicBezTo>
                  <a:pt x="92137" y="11134"/>
                  <a:pt x="92058" y="11054"/>
                  <a:pt x="91959" y="11054"/>
                </a:cubicBezTo>
                <a:close/>
                <a:moveTo>
                  <a:pt x="91092" y="15504"/>
                </a:moveTo>
                <a:cubicBezTo>
                  <a:pt x="91027" y="15504"/>
                  <a:pt x="90963" y="15554"/>
                  <a:pt x="90947" y="15616"/>
                </a:cubicBezTo>
                <a:cubicBezTo>
                  <a:pt x="90709" y="16211"/>
                  <a:pt x="90432" y="16786"/>
                  <a:pt x="90134" y="17381"/>
                </a:cubicBezTo>
                <a:cubicBezTo>
                  <a:pt x="90095" y="17460"/>
                  <a:pt x="90114" y="17539"/>
                  <a:pt x="90174" y="17599"/>
                </a:cubicBezTo>
                <a:lnTo>
                  <a:pt x="90253" y="17599"/>
                </a:lnTo>
                <a:cubicBezTo>
                  <a:pt x="90313" y="17599"/>
                  <a:pt x="90372" y="17579"/>
                  <a:pt x="90412" y="17519"/>
                </a:cubicBezTo>
                <a:cubicBezTo>
                  <a:pt x="90729" y="16944"/>
                  <a:pt x="91007" y="16349"/>
                  <a:pt x="91245" y="15735"/>
                </a:cubicBezTo>
                <a:cubicBezTo>
                  <a:pt x="91265" y="15635"/>
                  <a:pt x="91245" y="15536"/>
                  <a:pt x="91146" y="15516"/>
                </a:cubicBezTo>
                <a:cubicBezTo>
                  <a:pt x="91128" y="15508"/>
                  <a:pt x="91110" y="15504"/>
                  <a:pt x="91092" y="15504"/>
                </a:cubicBezTo>
                <a:close/>
                <a:moveTo>
                  <a:pt x="88856" y="19462"/>
                </a:moveTo>
                <a:cubicBezTo>
                  <a:pt x="88802" y="19462"/>
                  <a:pt x="88752" y="19484"/>
                  <a:pt x="88726" y="19522"/>
                </a:cubicBezTo>
                <a:cubicBezTo>
                  <a:pt x="88330" y="20018"/>
                  <a:pt x="87893" y="20514"/>
                  <a:pt x="87457" y="20990"/>
                </a:cubicBezTo>
                <a:cubicBezTo>
                  <a:pt x="87378" y="21049"/>
                  <a:pt x="87378" y="21168"/>
                  <a:pt x="87457" y="21208"/>
                </a:cubicBezTo>
                <a:lnTo>
                  <a:pt x="87576" y="21267"/>
                </a:lnTo>
                <a:lnTo>
                  <a:pt x="87675" y="21208"/>
                </a:lnTo>
                <a:cubicBezTo>
                  <a:pt x="88131" y="20752"/>
                  <a:pt x="88568" y="20256"/>
                  <a:pt x="88964" y="19721"/>
                </a:cubicBezTo>
                <a:cubicBezTo>
                  <a:pt x="89024" y="19661"/>
                  <a:pt x="89004" y="19542"/>
                  <a:pt x="88944" y="19483"/>
                </a:cubicBezTo>
                <a:cubicBezTo>
                  <a:pt x="88916" y="19469"/>
                  <a:pt x="88886" y="19462"/>
                  <a:pt x="88856" y="19462"/>
                </a:cubicBezTo>
                <a:close/>
                <a:moveTo>
                  <a:pt x="85625" y="22735"/>
                </a:moveTo>
                <a:cubicBezTo>
                  <a:pt x="85601" y="22735"/>
                  <a:pt x="85577" y="22741"/>
                  <a:pt x="85553" y="22755"/>
                </a:cubicBezTo>
                <a:cubicBezTo>
                  <a:pt x="85057" y="23151"/>
                  <a:pt x="84522" y="23548"/>
                  <a:pt x="83987" y="23925"/>
                </a:cubicBezTo>
                <a:cubicBezTo>
                  <a:pt x="83907" y="23965"/>
                  <a:pt x="83887" y="24084"/>
                  <a:pt x="83967" y="24143"/>
                </a:cubicBezTo>
                <a:cubicBezTo>
                  <a:pt x="83987" y="24183"/>
                  <a:pt x="84026" y="24222"/>
                  <a:pt x="84086" y="24222"/>
                </a:cubicBezTo>
                <a:lnTo>
                  <a:pt x="84185" y="24183"/>
                </a:lnTo>
                <a:cubicBezTo>
                  <a:pt x="84720" y="23826"/>
                  <a:pt x="85256" y="23429"/>
                  <a:pt x="85771" y="22993"/>
                </a:cubicBezTo>
                <a:cubicBezTo>
                  <a:pt x="85837" y="22878"/>
                  <a:pt x="85739" y="22735"/>
                  <a:pt x="85625" y="22735"/>
                </a:cubicBezTo>
                <a:close/>
                <a:moveTo>
                  <a:pt x="81855" y="25254"/>
                </a:moveTo>
                <a:cubicBezTo>
                  <a:pt x="81829" y="25254"/>
                  <a:pt x="81805" y="25260"/>
                  <a:pt x="81785" y="25273"/>
                </a:cubicBezTo>
                <a:lnTo>
                  <a:pt x="81706" y="25273"/>
                </a:lnTo>
                <a:lnTo>
                  <a:pt x="80020" y="26106"/>
                </a:lnTo>
                <a:cubicBezTo>
                  <a:pt x="79834" y="26144"/>
                  <a:pt x="79893" y="26407"/>
                  <a:pt x="80064" y="26407"/>
                </a:cubicBezTo>
                <a:cubicBezTo>
                  <a:pt x="80075" y="26407"/>
                  <a:pt x="80087" y="26406"/>
                  <a:pt x="80100" y="26404"/>
                </a:cubicBezTo>
                <a:lnTo>
                  <a:pt x="80159" y="26424"/>
                </a:lnTo>
                <a:lnTo>
                  <a:pt x="81845" y="25611"/>
                </a:lnTo>
                <a:lnTo>
                  <a:pt x="81924" y="25551"/>
                </a:lnTo>
                <a:cubicBezTo>
                  <a:pt x="82023" y="25531"/>
                  <a:pt x="82043" y="25412"/>
                  <a:pt x="82003" y="25333"/>
                </a:cubicBezTo>
                <a:cubicBezTo>
                  <a:pt x="81964" y="25280"/>
                  <a:pt x="81907" y="25254"/>
                  <a:pt x="81855" y="25254"/>
                </a:cubicBezTo>
                <a:close/>
                <a:moveTo>
                  <a:pt x="77650" y="27033"/>
                </a:moveTo>
                <a:cubicBezTo>
                  <a:pt x="77634" y="27033"/>
                  <a:pt x="77618" y="27035"/>
                  <a:pt x="77601" y="27038"/>
                </a:cubicBezTo>
                <a:cubicBezTo>
                  <a:pt x="77026" y="27257"/>
                  <a:pt x="76391" y="27455"/>
                  <a:pt x="75757" y="27653"/>
                </a:cubicBezTo>
                <a:cubicBezTo>
                  <a:pt x="75677" y="27693"/>
                  <a:pt x="75638" y="27772"/>
                  <a:pt x="75657" y="27851"/>
                </a:cubicBezTo>
                <a:cubicBezTo>
                  <a:pt x="75657" y="27931"/>
                  <a:pt x="75737" y="27990"/>
                  <a:pt x="75796" y="27990"/>
                </a:cubicBezTo>
                <a:lnTo>
                  <a:pt x="75856" y="27970"/>
                </a:lnTo>
                <a:lnTo>
                  <a:pt x="77720" y="27376"/>
                </a:lnTo>
                <a:cubicBezTo>
                  <a:pt x="77819" y="27316"/>
                  <a:pt x="77859" y="27237"/>
                  <a:pt x="77819" y="27138"/>
                </a:cubicBezTo>
                <a:cubicBezTo>
                  <a:pt x="77786" y="27072"/>
                  <a:pt x="77726" y="27033"/>
                  <a:pt x="77650" y="27033"/>
                </a:cubicBezTo>
                <a:close/>
                <a:moveTo>
                  <a:pt x="73289" y="28343"/>
                </a:moveTo>
                <a:cubicBezTo>
                  <a:pt x="73279" y="28343"/>
                  <a:pt x="73268" y="28345"/>
                  <a:pt x="73258" y="28347"/>
                </a:cubicBezTo>
                <a:lnTo>
                  <a:pt x="71374" y="28823"/>
                </a:lnTo>
                <a:cubicBezTo>
                  <a:pt x="71275" y="28843"/>
                  <a:pt x="71215" y="28942"/>
                  <a:pt x="71235" y="29022"/>
                </a:cubicBezTo>
                <a:cubicBezTo>
                  <a:pt x="71252" y="29090"/>
                  <a:pt x="71299" y="29144"/>
                  <a:pt x="71363" y="29144"/>
                </a:cubicBezTo>
                <a:cubicBezTo>
                  <a:pt x="71373" y="29144"/>
                  <a:pt x="71383" y="29143"/>
                  <a:pt x="71394" y="29141"/>
                </a:cubicBezTo>
                <a:lnTo>
                  <a:pt x="71433" y="29141"/>
                </a:lnTo>
                <a:lnTo>
                  <a:pt x="73317" y="28684"/>
                </a:lnTo>
                <a:cubicBezTo>
                  <a:pt x="73416" y="28665"/>
                  <a:pt x="73456" y="28565"/>
                  <a:pt x="73456" y="28486"/>
                </a:cubicBezTo>
                <a:cubicBezTo>
                  <a:pt x="73439" y="28400"/>
                  <a:pt x="73361" y="28343"/>
                  <a:pt x="73289" y="28343"/>
                </a:cubicBezTo>
                <a:close/>
                <a:moveTo>
                  <a:pt x="68816" y="29398"/>
                </a:moveTo>
                <a:lnTo>
                  <a:pt x="66912" y="29815"/>
                </a:lnTo>
                <a:cubicBezTo>
                  <a:pt x="66813" y="29835"/>
                  <a:pt x="66753" y="29934"/>
                  <a:pt x="66773" y="30013"/>
                </a:cubicBezTo>
                <a:cubicBezTo>
                  <a:pt x="66790" y="30082"/>
                  <a:pt x="66837" y="30136"/>
                  <a:pt x="66901" y="30136"/>
                </a:cubicBezTo>
                <a:cubicBezTo>
                  <a:pt x="66911" y="30136"/>
                  <a:pt x="66921" y="30135"/>
                  <a:pt x="66932" y="30132"/>
                </a:cubicBezTo>
                <a:lnTo>
                  <a:pt x="66971" y="30132"/>
                </a:lnTo>
                <a:lnTo>
                  <a:pt x="68895" y="29716"/>
                </a:lnTo>
                <a:cubicBezTo>
                  <a:pt x="68974" y="29716"/>
                  <a:pt x="69034" y="29616"/>
                  <a:pt x="69014" y="29517"/>
                </a:cubicBezTo>
                <a:cubicBezTo>
                  <a:pt x="68974" y="29438"/>
                  <a:pt x="68895" y="29398"/>
                  <a:pt x="68816" y="29398"/>
                </a:cubicBezTo>
                <a:close/>
                <a:moveTo>
                  <a:pt x="64396" y="30405"/>
                </a:moveTo>
                <a:cubicBezTo>
                  <a:pt x="64381" y="30405"/>
                  <a:pt x="64367" y="30406"/>
                  <a:pt x="64354" y="30410"/>
                </a:cubicBezTo>
                <a:lnTo>
                  <a:pt x="64135" y="30469"/>
                </a:lnTo>
                <a:lnTo>
                  <a:pt x="62470" y="30886"/>
                </a:lnTo>
                <a:cubicBezTo>
                  <a:pt x="62370" y="30886"/>
                  <a:pt x="62311" y="30985"/>
                  <a:pt x="62351" y="31084"/>
                </a:cubicBezTo>
                <a:cubicBezTo>
                  <a:pt x="62351" y="31163"/>
                  <a:pt x="62410" y="31203"/>
                  <a:pt x="62489" y="31203"/>
                </a:cubicBezTo>
                <a:lnTo>
                  <a:pt x="62549" y="31183"/>
                </a:lnTo>
                <a:lnTo>
                  <a:pt x="64195" y="30787"/>
                </a:lnTo>
                <a:lnTo>
                  <a:pt x="64433" y="30707"/>
                </a:lnTo>
                <a:cubicBezTo>
                  <a:pt x="64512" y="30707"/>
                  <a:pt x="64572" y="30608"/>
                  <a:pt x="64552" y="30509"/>
                </a:cubicBezTo>
                <a:cubicBezTo>
                  <a:pt x="64535" y="30443"/>
                  <a:pt x="64465" y="30405"/>
                  <a:pt x="64396" y="30405"/>
                </a:cubicBezTo>
                <a:close/>
                <a:moveTo>
                  <a:pt x="59994" y="31567"/>
                </a:moveTo>
                <a:cubicBezTo>
                  <a:pt x="59974" y="31567"/>
                  <a:pt x="59952" y="31571"/>
                  <a:pt x="59931" y="31580"/>
                </a:cubicBezTo>
                <a:lnTo>
                  <a:pt x="58087" y="32195"/>
                </a:lnTo>
                <a:cubicBezTo>
                  <a:pt x="57988" y="32234"/>
                  <a:pt x="57948" y="32333"/>
                  <a:pt x="57988" y="32413"/>
                </a:cubicBezTo>
                <a:cubicBezTo>
                  <a:pt x="57988" y="32478"/>
                  <a:pt x="58042" y="32517"/>
                  <a:pt x="58095" y="32517"/>
                </a:cubicBezTo>
                <a:cubicBezTo>
                  <a:pt x="58106" y="32517"/>
                  <a:pt x="58116" y="32515"/>
                  <a:pt x="58127" y="32512"/>
                </a:cubicBezTo>
                <a:lnTo>
                  <a:pt x="58186" y="32512"/>
                </a:lnTo>
                <a:lnTo>
                  <a:pt x="60030" y="31897"/>
                </a:lnTo>
                <a:cubicBezTo>
                  <a:pt x="60110" y="31877"/>
                  <a:pt x="60149" y="31778"/>
                  <a:pt x="60129" y="31699"/>
                </a:cubicBezTo>
                <a:cubicBezTo>
                  <a:pt x="60129" y="31621"/>
                  <a:pt x="60068" y="31567"/>
                  <a:pt x="59994" y="31567"/>
                </a:cubicBezTo>
                <a:close/>
                <a:moveTo>
                  <a:pt x="55702" y="33154"/>
                </a:moveTo>
                <a:cubicBezTo>
                  <a:pt x="55683" y="33154"/>
                  <a:pt x="55665" y="33158"/>
                  <a:pt x="55648" y="33166"/>
                </a:cubicBezTo>
                <a:cubicBezTo>
                  <a:pt x="55033" y="33444"/>
                  <a:pt x="54438" y="33741"/>
                  <a:pt x="53863" y="34039"/>
                </a:cubicBezTo>
                <a:cubicBezTo>
                  <a:pt x="53783" y="34059"/>
                  <a:pt x="53744" y="34158"/>
                  <a:pt x="53783" y="34237"/>
                </a:cubicBezTo>
                <a:cubicBezTo>
                  <a:pt x="53803" y="34297"/>
                  <a:pt x="53863" y="34336"/>
                  <a:pt x="53942" y="34336"/>
                </a:cubicBezTo>
                <a:lnTo>
                  <a:pt x="54021" y="34316"/>
                </a:lnTo>
                <a:lnTo>
                  <a:pt x="55767" y="33464"/>
                </a:lnTo>
                <a:cubicBezTo>
                  <a:pt x="55846" y="33424"/>
                  <a:pt x="55886" y="33345"/>
                  <a:pt x="55846" y="33265"/>
                </a:cubicBezTo>
                <a:cubicBezTo>
                  <a:pt x="55830" y="33203"/>
                  <a:pt x="55767" y="33154"/>
                  <a:pt x="55702" y="33154"/>
                </a:cubicBezTo>
                <a:close/>
                <a:moveTo>
                  <a:pt x="51683" y="35303"/>
                </a:moveTo>
                <a:cubicBezTo>
                  <a:pt x="51654" y="35303"/>
                  <a:pt x="51626" y="35316"/>
                  <a:pt x="51602" y="35348"/>
                </a:cubicBezTo>
                <a:cubicBezTo>
                  <a:pt x="51047" y="35705"/>
                  <a:pt x="50511" y="36081"/>
                  <a:pt x="49996" y="36518"/>
                </a:cubicBezTo>
                <a:cubicBezTo>
                  <a:pt x="49916" y="36557"/>
                  <a:pt x="49916" y="36676"/>
                  <a:pt x="49976" y="36736"/>
                </a:cubicBezTo>
                <a:lnTo>
                  <a:pt x="50095" y="36795"/>
                </a:lnTo>
                <a:lnTo>
                  <a:pt x="50194" y="36756"/>
                </a:lnTo>
                <a:cubicBezTo>
                  <a:pt x="50690" y="36359"/>
                  <a:pt x="51245" y="36002"/>
                  <a:pt x="51780" y="35625"/>
                </a:cubicBezTo>
                <a:cubicBezTo>
                  <a:pt x="51960" y="35593"/>
                  <a:pt x="51816" y="35303"/>
                  <a:pt x="51683" y="35303"/>
                </a:cubicBezTo>
                <a:close/>
                <a:moveTo>
                  <a:pt x="48182" y="38228"/>
                </a:moveTo>
                <a:cubicBezTo>
                  <a:pt x="48145" y="38228"/>
                  <a:pt x="48106" y="38244"/>
                  <a:pt x="48072" y="38283"/>
                </a:cubicBezTo>
                <a:lnTo>
                  <a:pt x="47775" y="38580"/>
                </a:lnTo>
                <a:cubicBezTo>
                  <a:pt x="47418" y="38937"/>
                  <a:pt x="47100" y="39334"/>
                  <a:pt x="46783" y="39770"/>
                </a:cubicBezTo>
                <a:cubicBezTo>
                  <a:pt x="46704" y="39830"/>
                  <a:pt x="46723" y="39929"/>
                  <a:pt x="46803" y="39988"/>
                </a:cubicBezTo>
                <a:lnTo>
                  <a:pt x="46902" y="40028"/>
                </a:lnTo>
                <a:cubicBezTo>
                  <a:pt x="46942" y="40028"/>
                  <a:pt x="47001" y="40008"/>
                  <a:pt x="47021" y="39968"/>
                </a:cubicBezTo>
                <a:cubicBezTo>
                  <a:pt x="47338" y="39572"/>
                  <a:pt x="47675" y="39175"/>
                  <a:pt x="48013" y="38798"/>
                </a:cubicBezTo>
                <a:lnTo>
                  <a:pt x="48290" y="38501"/>
                </a:lnTo>
                <a:cubicBezTo>
                  <a:pt x="48395" y="38381"/>
                  <a:pt x="48296" y="38228"/>
                  <a:pt x="48182" y="38228"/>
                </a:cubicBezTo>
                <a:close/>
                <a:moveTo>
                  <a:pt x="45430" y="41892"/>
                </a:moveTo>
                <a:cubicBezTo>
                  <a:pt x="45373" y="41892"/>
                  <a:pt x="45315" y="41918"/>
                  <a:pt x="45276" y="41971"/>
                </a:cubicBezTo>
                <a:cubicBezTo>
                  <a:pt x="44958" y="42546"/>
                  <a:pt x="44661" y="43122"/>
                  <a:pt x="44383" y="43716"/>
                </a:cubicBezTo>
                <a:cubicBezTo>
                  <a:pt x="44364" y="43796"/>
                  <a:pt x="44383" y="43895"/>
                  <a:pt x="44463" y="43935"/>
                </a:cubicBezTo>
                <a:lnTo>
                  <a:pt x="44542" y="43935"/>
                </a:lnTo>
                <a:cubicBezTo>
                  <a:pt x="44602" y="43935"/>
                  <a:pt x="44661" y="43895"/>
                  <a:pt x="44701" y="43855"/>
                </a:cubicBezTo>
                <a:cubicBezTo>
                  <a:pt x="44958" y="43260"/>
                  <a:pt x="45256" y="42685"/>
                  <a:pt x="45593" y="42150"/>
                </a:cubicBezTo>
                <a:cubicBezTo>
                  <a:pt x="45633" y="42051"/>
                  <a:pt x="45613" y="41952"/>
                  <a:pt x="45514" y="41912"/>
                </a:cubicBezTo>
                <a:cubicBezTo>
                  <a:pt x="45487" y="41899"/>
                  <a:pt x="45459" y="41892"/>
                  <a:pt x="45430" y="41892"/>
                </a:cubicBezTo>
                <a:close/>
                <a:moveTo>
                  <a:pt x="43607" y="46032"/>
                </a:moveTo>
                <a:cubicBezTo>
                  <a:pt x="43538" y="46032"/>
                  <a:pt x="43464" y="46070"/>
                  <a:pt x="43431" y="46136"/>
                </a:cubicBezTo>
                <a:cubicBezTo>
                  <a:pt x="43233" y="46751"/>
                  <a:pt x="43055" y="47365"/>
                  <a:pt x="42876" y="48040"/>
                </a:cubicBezTo>
                <a:cubicBezTo>
                  <a:pt x="42876" y="48119"/>
                  <a:pt x="42936" y="48198"/>
                  <a:pt x="43015" y="48238"/>
                </a:cubicBezTo>
                <a:lnTo>
                  <a:pt x="43055" y="48238"/>
                </a:lnTo>
                <a:cubicBezTo>
                  <a:pt x="43134" y="48238"/>
                  <a:pt x="43194" y="48179"/>
                  <a:pt x="43213" y="48119"/>
                </a:cubicBezTo>
                <a:cubicBezTo>
                  <a:pt x="43372" y="47465"/>
                  <a:pt x="43550" y="46850"/>
                  <a:pt x="43749" y="46235"/>
                </a:cubicBezTo>
                <a:cubicBezTo>
                  <a:pt x="43769" y="46156"/>
                  <a:pt x="43729" y="46057"/>
                  <a:pt x="43650" y="46037"/>
                </a:cubicBezTo>
                <a:cubicBezTo>
                  <a:pt x="43636" y="46033"/>
                  <a:pt x="43622" y="46032"/>
                  <a:pt x="43607" y="46032"/>
                </a:cubicBezTo>
                <a:close/>
                <a:moveTo>
                  <a:pt x="42528" y="50475"/>
                </a:moveTo>
                <a:cubicBezTo>
                  <a:pt x="42460" y="50475"/>
                  <a:pt x="42398" y="50529"/>
                  <a:pt x="42380" y="50598"/>
                </a:cubicBezTo>
                <a:cubicBezTo>
                  <a:pt x="42281" y="51233"/>
                  <a:pt x="42182" y="51887"/>
                  <a:pt x="42142" y="52561"/>
                </a:cubicBezTo>
                <a:cubicBezTo>
                  <a:pt x="42123" y="52641"/>
                  <a:pt x="42202" y="52720"/>
                  <a:pt x="42281" y="52720"/>
                </a:cubicBezTo>
                <a:cubicBezTo>
                  <a:pt x="42380" y="52720"/>
                  <a:pt x="42460" y="52680"/>
                  <a:pt x="42460" y="52581"/>
                </a:cubicBezTo>
                <a:cubicBezTo>
                  <a:pt x="42539" y="51927"/>
                  <a:pt x="42618" y="51292"/>
                  <a:pt x="42718" y="50638"/>
                </a:cubicBezTo>
                <a:cubicBezTo>
                  <a:pt x="42718" y="50558"/>
                  <a:pt x="42638" y="50479"/>
                  <a:pt x="42559" y="50479"/>
                </a:cubicBezTo>
                <a:cubicBezTo>
                  <a:pt x="42548" y="50476"/>
                  <a:pt x="42538" y="50475"/>
                  <a:pt x="42528" y="50475"/>
                </a:cubicBezTo>
                <a:close/>
                <a:moveTo>
                  <a:pt x="42142" y="55000"/>
                </a:moveTo>
                <a:cubicBezTo>
                  <a:pt x="42063" y="55000"/>
                  <a:pt x="41964" y="55080"/>
                  <a:pt x="41964" y="55159"/>
                </a:cubicBezTo>
                <a:lnTo>
                  <a:pt x="41964" y="57142"/>
                </a:lnTo>
                <a:cubicBezTo>
                  <a:pt x="41964" y="57222"/>
                  <a:pt x="42023" y="57281"/>
                  <a:pt x="42123" y="57281"/>
                </a:cubicBezTo>
                <a:cubicBezTo>
                  <a:pt x="42202" y="57281"/>
                  <a:pt x="42281" y="57202"/>
                  <a:pt x="42281" y="57122"/>
                </a:cubicBezTo>
                <a:lnTo>
                  <a:pt x="42281" y="55179"/>
                </a:lnTo>
                <a:cubicBezTo>
                  <a:pt x="42301" y="55080"/>
                  <a:pt x="42222" y="55000"/>
                  <a:pt x="42142" y="55000"/>
                </a:cubicBezTo>
                <a:close/>
                <a:moveTo>
                  <a:pt x="42221" y="59619"/>
                </a:moveTo>
                <a:cubicBezTo>
                  <a:pt x="42152" y="59619"/>
                  <a:pt x="42084" y="59658"/>
                  <a:pt x="42063" y="59740"/>
                </a:cubicBezTo>
                <a:cubicBezTo>
                  <a:pt x="42123" y="60395"/>
                  <a:pt x="42162" y="61029"/>
                  <a:pt x="42242" y="61703"/>
                </a:cubicBezTo>
                <a:cubicBezTo>
                  <a:pt x="42242" y="61783"/>
                  <a:pt x="42321" y="61842"/>
                  <a:pt x="42420" y="61842"/>
                </a:cubicBezTo>
                <a:cubicBezTo>
                  <a:pt x="42519" y="61822"/>
                  <a:pt x="42579" y="61743"/>
                  <a:pt x="42559" y="61684"/>
                </a:cubicBezTo>
                <a:cubicBezTo>
                  <a:pt x="42519" y="61009"/>
                  <a:pt x="42440" y="60355"/>
                  <a:pt x="42380" y="59720"/>
                </a:cubicBezTo>
                <a:cubicBezTo>
                  <a:pt x="42352" y="59653"/>
                  <a:pt x="42286" y="59619"/>
                  <a:pt x="42221" y="59619"/>
                </a:cubicBezTo>
                <a:close/>
                <a:moveTo>
                  <a:pt x="42718" y="64103"/>
                </a:moveTo>
                <a:cubicBezTo>
                  <a:pt x="42618" y="64123"/>
                  <a:pt x="42559" y="64202"/>
                  <a:pt x="42559" y="64301"/>
                </a:cubicBezTo>
                <a:lnTo>
                  <a:pt x="42856" y="66245"/>
                </a:lnTo>
                <a:cubicBezTo>
                  <a:pt x="42876" y="66304"/>
                  <a:pt x="42956" y="66364"/>
                  <a:pt x="43035" y="66364"/>
                </a:cubicBezTo>
                <a:lnTo>
                  <a:pt x="43055" y="66364"/>
                </a:lnTo>
                <a:cubicBezTo>
                  <a:pt x="43134" y="66344"/>
                  <a:pt x="43194" y="66265"/>
                  <a:pt x="43174" y="66185"/>
                </a:cubicBezTo>
                <a:lnTo>
                  <a:pt x="42876" y="64262"/>
                </a:lnTo>
                <a:cubicBezTo>
                  <a:pt x="42876" y="64163"/>
                  <a:pt x="42797" y="64103"/>
                  <a:pt x="42718" y="64103"/>
                </a:cubicBezTo>
                <a:close/>
                <a:moveTo>
                  <a:pt x="43471" y="68650"/>
                </a:moveTo>
                <a:cubicBezTo>
                  <a:pt x="43389" y="68650"/>
                  <a:pt x="43312" y="68709"/>
                  <a:pt x="43312" y="68803"/>
                </a:cubicBezTo>
                <a:lnTo>
                  <a:pt x="43610" y="70548"/>
                </a:lnTo>
                <a:lnTo>
                  <a:pt x="43650" y="70727"/>
                </a:lnTo>
                <a:cubicBezTo>
                  <a:pt x="43650" y="70806"/>
                  <a:pt x="43709" y="70866"/>
                  <a:pt x="43808" y="70866"/>
                </a:cubicBezTo>
                <a:lnTo>
                  <a:pt x="43828" y="70866"/>
                </a:lnTo>
                <a:cubicBezTo>
                  <a:pt x="43907" y="70846"/>
                  <a:pt x="43967" y="70766"/>
                  <a:pt x="43967" y="70667"/>
                </a:cubicBezTo>
                <a:lnTo>
                  <a:pt x="43927" y="70489"/>
                </a:lnTo>
                <a:lnTo>
                  <a:pt x="43630" y="68744"/>
                </a:lnTo>
                <a:cubicBezTo>
                  <a:pt x="43589" y="68679"/>
                  <a:pt x="43529" y="68650"/>
                  <a:pt x="43471" y="68650"/>
                </a:cubicBezTo>
                <a:close/>
                <a:moveTo>
                  <a:pt x="44225" y="73106"/>
                </a:moveTo>
                <a:cubicBezTo>
                  <a:pt x="44126" y="73126"/>
                  <a:pt x="44086" y="73206"/>
                  <a:pt x="44106" y="73305"/>
                </a:cubicBezTo>
                <a:cubicBezTo>
                  <a:pt x="44205" y="73939"/>
                  <a:pt x="44324" y="74594"/>
                  <a:pt x="44423" y="75228"/>
                </a:cubicBezTo>
                <a:cubicBezTo>
                  <a:pt x="44423" y="75308"/>
                  <a:pt x="44502" y="75367"/>
                  <a:pt x="44562" y="75367"/>
                </a:cubicBezTo>
                <a:lnTo>
                  <a:pt x="44602" y="75367"/>
                </a:lnTo>
                <a:cubicBezTo>
                  <a:pt x="44681" y="75347"/>
                  <a:pt x="44740" y="75268"/>
                  <a:pt x="44740" y="75189"/>
                </a:cubicBezTo>
                <a:cubicBezTo>
                  <a:pt x="44641" y="74534"/>
                  <a:pt x="44522" y="73900"/>
                  <a:pt x="44423" y="73245"/>
                </a:cubicBezTo>
                <a:cubicBezTo>
                  <a:pt x="44403" y="73166"/>
                  <a:pt x="44304" y="73106"/>
                  <a:pt x="44225" y="73106"/>
                </a:cubicBezTo>
                <a:close/>
                <a:moveTo>
                  <a:pt x="44939" y="77608"/>
                </a:moveTo>
                <a:cubicBezTo>
                  <a:pt x="44840" y="77628"/>
                  <a:pt x="44780" y="77727"/>
                  <a:pt x="44780" y="77806"/>
                </a:cubicBezTo>
                <a:cubicBezTo>
                  <a:pt x="44879" y="78481"/>
                  <a:pt x="44958" y="79135"/>
                  <a:pt x="45038" y="79750"/>
                </a:cubicBezTo>
                <a:cubicBezTo>
                  <a:pt x="45038" y="79829"/>
                  <a:pt x="45097" y="79889"/>
                  <a:pt x="45177" y="79889"/>
                </a:cubicBezTo>
                <a:lnTo>
                  <a:pt x="45216" y="79889"/>
                </a:lnTo>
                <a:cubicBezTo>
                  <a:pt x="45296" y="79869"/>
                  <a:pt x="45355" y="79790"/>
                  <a:pt x="45355" y="79690"/>
                </a:cubicBezTo>
                <a:cubicBezTo>
                  <a:pt x="45276" y="79076"/>
                  <a:pt x="45216" y="78421"/>
                  <a:pt x="45117" y="77767"/>
                </a:cubicBezTo>
                <a:cubicBezTo>
                  <a:pt x="45117" y="77668"/>
                  <a:pt x="45038" y="77608"/>
                  <a:pt x="44939" y="77608"/>
                </a:cubicBezTo>
                <a:close/>
                <a:moveTo>
                  <a:pt x="45415" y="82150"/>
                </a:moveTo>
                <a:cubicBezTo>
                  <a:pt x="45335" y="82169"/>
                  <a:pt x="45276" y="82249"/>
                  <a:pt x="45256" y="82328"/>
                </a:cubicBezTo>
                <a:cubicBezTo>
                  <a:pt x="45315" y="83002"/>
                  <a:pt x="45335" y="83657"/>
                  <a:pt x="45355" y="84291"/>
                </a:cubicBezTo>
                <a:cubicBezTo>
                  <a:pt x="45355" y="84371"/>
                  <a:pt x="45434" y="84430"/>
                  <a:pt x="45514" y="84430"/>
                </a:cubicBezTo>
                <a:cubicBezTo>
                  <a:pt x="45593" y="84430"/>
                  <a:pt x="45672" y="84371"/>
                  <a:pt x="45672" y="84291"/>
                </a:cubicBezTo>
                <a:cubicBezTo>
                  <a:pt x="45653" y="83637"/>
                  <a:pt x="45633" y="82963"/>
                  <a:pt x="45573" y="82308"/>
                </a:cubicBezTo>
                <a:cubicBezTo>
                  <a:pt x="45573" y="82209"/>
                  <a:pt x="45494" y="82150"/>
                  <a:pt x="45415" y="82150"/>
                </a:cubicBezTo>
                <a:close/>
                <a:moveTo>
                  <a:pt x="45514" y="86711"/>
                </a:moveTo>
                <a:cubicBezTo>
                  <a:pt x="45415" y="86711"/>
                  <a:pt x="45335" y="86790"/>
                  <a:pt x="45335" y="86889"/>
                </a:cubicBezTo>
                <a:cubicBezTo>
                  <a:pt x="45315" y="87524"/>
                  <a:pt x="45256" y="88198"/>
                  <a:pt x="45196" y="88813"/>
                </a:cubicBezTo>
                <a:cubicBezTo>
                  <a:pt x="45196" y="88912"/>
                  <a:pt x="45236" y="88991"/>
                  <a:pt x="45335" y="88991"/>
                </a:cubicBezTo>
                <a:lnTo>
                  <a:pt x="45355" y="88991"/>
                </a:lnTo>
                <a:cubicBezTo>
                  <a:pt x="45434" y="88991"/>
                  <a:pt x="45514" y="88932"/>
                  <a:pt x="45514" y="88852"/>
                </a:cubicBezTo>
                <a:cubicBezTo>
                  <a:pt x="45573" y="88218"/>
                  <a:pt x="45633" y="87563"/>
                  <a:pt x="45653" y="86889"/>
                </a:cubicBezTo>
                <a:cubicBezTo>
                  <a:pt x="45653" y="86810"/>
                  <a:pt x="45593" y="86731"/>
                  <a:pt x="45514" y="86711"/>
                </a:cubicBezTo>
                <a:close/>
                <a:moveTo>
                  <a:pt x="45018" y="91252"/>
                </a:moveTo>
                <a:cubicBezTo>
                  <a:pt x="44919" y="91252"/>
                  <a:pt x="44859" y="91312"/>
                  <a:pt x="44840" y="91391"/>
                </a:cubicBezTo>
                <a:cubicBezTo>
                  <a:pt x="44721" y="92025"/>
                  <a:pt x="44602" y="92660"/>
                  <a:pt x="44423" y="93315"/>
                </a:cubicBezTo>
                <a:cubicBezTo>
                  <a:pt x="44403" y="93394"/>
                  <a:pt x="44463" y="93473"/>
                  <a:pt x="44542" y="93513"/>
                </a:cubicBezTo>
                <a:lnTo>
                  <a:pt x="44602" y="93513"/>
                </a:lnTo>
                <a:cubicBezTo>
                  <a:pt x="44661" y="93513"/>
                  <a:pt x="44721" y="93453"/>
                  <a:pt x="44740" y="93374"/>
                </a:cubicBezTo>
                <a:cubicBezTo>
                  <a:pt x="44879" y="92739"/>
                  <a:pt x="45038" y="92085"/>
                  <a:pt x="45157" y="91450"/>
                </a:cubicBezTo>
                <a:cubicBezTo>
                  <a:pt x="45157" y="91351"/>
                  <a:pt x="45097" y="91272"/>
                  <a:pt x="45018" y="91252"/>
                </a:cubicBezTo>
                <a:close/>
                <a:moveTo>
                  <a:pt x="43854" y="95679"/>
                </a:moveTo>
                <a:cubicBezTo>
                  <a:pt x="43788" y="95679"/>
                  <a:pt x="43733" y="95720"/>
                  <a:pt x="43689" y="95793"/>
                </a:cubicBezTo>
                <a:cubicBezTo>
                  <a:pt x="43511" y="96408"/>
                  <a:pt x="43273" y="97023"/>
                  <a:pt x="43055" y="97618"/>
                </a:cubicBezTo>
                <a:cubicBezTo>
                  <a:pt x="43015" y="97697"/>
                  <a:pt x="43055" y="97796"/>
                  <a:pt x="43134" y="97836"/>
                </a:cubicBezTo>
                <a:lnTo>
                  <a:pt x="43213" y="97836"/>
                </a:lnTo>
                <a:cubicBezTo>
                  <a:pt x="43273" y="97836"/>
                  <a:pt x="43332" y="97796"/>
                  <a:pt x="43352" y="97737"/>
                </a:cubicBezTo>
                <a:cubicBezTo>
                  <a:pt x="43590" y="97122"/>
                  <a:pt x="43828" y="96507"/>
                  <a:pt x="44026" y="95893"/>
                </a:cubicBezTo>
                <a:cubicBezTo>
                  <a:pt x="44046" y="95793"/>
                  <a:pt x="44007" y="95714"/>
                  <a:pt x="43927" y="95694"/>
                </a:cubicBezTo>
                <a:cubicBezTo>
                  <a:pt x="43902" y="95684"/>
                  <a:pt x="43877" y="95679"/>
                  <a:pt x="43854" y="95679"/>
                </a:cubicBezTo>
                <a:close/>
                <a:moveTo>
                  <a:pt x="42153" y="99929"/>
                </a:moveTo>
                <a:cubicBezTo>
                  <a:pt x="42092" y="99929"/>
                  <a:pt x="42030" y="99965"/>
                  <a:pt x="42004" y="100017"/>
                </a:cubicBezTo>
                <a:cubicBezTo>
                  <a:pt x="41746" y="100593"/>
                  <a:pt x="41448" y="101188"/>
                  <a:pt x="41111" y="101763"/>
                </a:cubicBezTo>
                <a:cubicBezTo>
                  <a:pt x="41091" y="101842"/>
                  <a:pt x="41111" y="101941"/>
                  <a:pt x="41191" y="101981"/>
                </a:cubicBezTo>
                <a:lnTo>
                  <a:pt x="41270" y="101981"/>
                </a:lnTo>
                <a:cubicBezTo>
                  <a:pt x="41329" y="101981"/>
                  <a:pt x="41389" y="101961"/>
                  <a:pt x="41409" y="101901"/>
                </a:cubicBezTo>
                <a:cubicBezTo>
                  <a:pt x="41706" y="101326"/>
                  <a:pt x="42043" y="100751"/>
                  <a:pt x="42301" y="100176"/>
                </a:cubicBezTo>
                <a:cubicBezTo>
                  <a:pt x="42341" y="100077"/>
                  <a:pt x="42301" y="99978"/>
                  <a:pt x="42242" y="99958"/>
                </a:cubicBezTo>
                <a:cubicBezTo>
                  <a:pt x="42215" y="99938"/>
                  <a:pt x="42184" y="99929"/>
                  <a:pt x="42153" y="99929"/>
                </a:cubicBezTo>
                <a:close/>
                <a:moveTo>
                  <a:pt x="39901" y="103899"/>
                </a:moveTo>
                <a:cubicBezTo>
                  <a:pt x="39853" y="103899"/>
                  <a:pt x="39813" y="103923"/>
                  <a:pt x="39802" y="103984"/>
                </a:cubicBezTo>
                <a:cubicBezTo>
                  <a:pt x="39465" y="104539"/>
                  <a:pt x="39088" y="105074"/>
                  <a:pt x="38712" y="105630"/>
                </a:cubicBezTo>
                <a:cubicBezTo>
                  <a:pt x="38672" y="105709"/>
                  <a:pt x="38692" y="105788"/>
                  <a:pt x="38771" y="105848"/>
                </a:cubicBezTo>
                <a:lnTo>
                  <a:pt x="38870" y="105848"/>
                </a:lnTo>
                <a:cubicBezTo>
                  <a:pt x="38910" y="105848"/>
                  <a:pt x="38969" y="105828"/>
                  <a:pt x="38989" y="105808"/>
                </a:cubicBezTo>
                <a:cubicBezTo>
                  <a:pt x="39366" y="105273"/>
                  <a:pt x="39743" y="104717"/>
                  <a:pt x="40080" y="104162"/>
                </a:cubicBezTo>
                <a:cubicBezTo>
                  <a:pt x="40209" y="104062"/>
                  <a:pt x="40027" y="103899"/>
                  <a:pt x="39901" y="103899"/>
                </a:cubicBezTo>
                <a:close/>
                <a:moveTo>
                  <a:pt x="37289" y="107605"/>
                </a:moveTo>
                <a:cubicBezTo>
                  <a:pt x="37242" y="107605"/>
                  <a:pt x="37198" y="107620"/>
                  <a:pt x="37165" y="107653"/>
                </a:cubicBezTo>
                <a:cubicBezTo>
                  <a:pt x="36768" y="108188"/>
                  <a:pt x="36332" y="108684"/>
                  <a:pt x="35915" y="109180"/>
                </a:cubicBezTo>
                <a:cubicBezTo>
                  <a:pt x="35856" y="109239"/>
                  <a:pt x="35876" y="109338"/>
                  <a:pt x="35935" y="109398"/>
                </a:cubicBezTo>
                <a:cubicBezTo>
                  <a:pt x="35955" y="109418"/>
                  <a:pt x="35995" y="109437"/>
                  <a:pt x="36034" y="109437"/>
                </a:cubicBezTo>
                <a:cubicBezTo>
                  <a:pt x="36094" y="109437"/>
                  <a:pt x="36134" y="109418"/>
                  <a:pt x="36173" y="109378"/>
                </a:cubicBezTo>
                <a:cubicBezTo>
                  <a:pt x="36590" y="108882"/>
                  <a:pt x="37026" y="108386"/>
                  <a:pt x="37423" y="107890"/>
                </a:cubicBezTo>
                <a:cubicBezTo>
                  <a:pt x="37482" y="107811"/>
                  <a:pt x="37462" y="107692"/>
                  <a:pt x="37403" y="107633"/>
                </a:cubicBezTo>
                <a:cubicBezTo>
                  <a:pt x="37367" y="107615"/>
                  <a:pt x="37327" y="107605"/>
                  <a:pt x="37289" y="107605"/>
                </a:cubicBezTo>
                <a:close/>
                <a:moveTo>
                  <a:pt x="34266" y="111031"/>
                </a:moveTo>
                <a:cubicBezTo>
                  <a:pt x="34228" y="111031"/>
                  <a:pt x="34188" y="111046"/>
                  <a:pt x="34150" y="111083"/>
                </a:cubicBezTo>
                <a:cubicBezTo>
                  <a:pt x="33714" y="111520"/>
                  <a:pt x="33238" y="111996"/>
                  <a:pt x="32742" y="112452"/>
                </a:cubicBezTo>
                <a:cubicBezTo>
                  <a:pt x="32683" y="112511"/>
                  <a:pt x="32683" y="112591"/>
                  <a:pt x="32742" y="112670"/>
                </a:cubicBezTo>
                <a:lnTo>
                  <a:pt x="32861" y="112709"/>
                </a:lnTo>
                <a:lnTo>
                  <a:pt x="32961" y="112670"/>
                </a:lnTo>
                <a:cubicBezTo>
                  <a:pt x="33456" y="112214"/>
                  <a:pt x="33932" y="111777"/>
                  <a:pt x="34388" y="111301"/>
                </a:cubicBezTo>
                <a:cubicBezTo>
                  <a:pt x="34495" y="111195"/>
                  <a:pt x="34392" y="111031"/>
                  <a:pt x="34266" y="111031"/>
                </a:cubicBezTo>
                <a:close/>
                <a:moveTo>
                  <a:pt x="30919" y="114115"/>
                </a:moveTo>
                <a:cubicBezTo>
                  <a:pt x="30883" y="114115"/>
                  <a:pt x="30846" y="114130"/>
                  <a:pt x="30819" y="114157"/>
                </a:cubicBezTo>
                <a:lnTo>
                  <a:pt x="29292" y="115367"/>
                </a:lnTo>
                <a:cubicBezTo>
                  <a:pt x="29232" y="115426"/>
                  <a:pt x="29193" y="115526"/>
                  <a:pt x="29252" y="115625"/>
                </a:cubicBezTo>
                <a:lnTo>
                  <a:pt x="29391" y="115664"/>
                </a:lnTo>
                <a:lnTo>
                  <a:pt x="29490" y="115645"/>
                </a:lnTo>
                <a:cubicBezTo>
                  <a:pt x="30025" y="115248"/>
                  <a:pt x="30521" y="114831"/>
                  <a:pt x="31017" y="114395"/>
                </a:cubicBezTo>
                <a:cubicBezTo>
                  <a:pt x="31077" y="114355"/>
                  <a:pt x="31096" y="114237"/>
                  <a:pt x="31037" y="114177"/>
                </a:cubicBezTo>
                <a:cubicBezTo>
                  <a:pt x="31005" y="114135"/>
                  <a:pt x="30962" y="114115"/>
                  <a:pt x="30919" y="114115"/>
                </a:cubicBezTo>
                <a:close/>
                <a:moveTo>
                  <a:pt x="27278" y="116860"/>
                </a:moveTo>
                <a:cubicBezTo>
                  <a:pt x="27247" y="116860"/>
                  <a:pt x="27216" y="116876"/>
                  <a:pt x="27190" y="116914"/>
                </a:cubicBezTo>
                <a:lnTo>
                  <a:pt x="25563" y="117965"/>
                </a:lnTo>
                <a:cubicBezTo>
                  <a:pt x="25484" y="118024"/>
                  <a:pt x="25464" y="118143"/>
                  <a:pt x="25504" y="118223"/>
                </a:cubicBezTo>
                <a:cubicBezTo>
                  <a:pt x="25544" y="118262"/>
                  <a:pt x="25603" y="118282"/>
                  <a:pt x="25663" y="118302"/>
                </a:cubicBezTo>
                <a:lnTo>
                  <a:pt x="25722" y="118262"/>
                </a:lnTo>
                <a:lnTo>
                  <a:pt x="27368" y="117172"/>
                </a:lnTo>
                <a:cubicBezTo>
                  <a:pt x="27545" y="117139"/>
                  <a:pt x="27409" y="116860"/>
                  <a:pt x="27278" y="116860"/>
                </a:cubicBezTo>
                <a:close/>
                <a:moveTo>
                  <a:pt x="23367" y="119328"/>
                </a:moveTo>
                <a:cubicBezTo>
                  <a:pt x="23353" y="119328"/>
                  <a:pt x="23338" y="119329"/>
                  <a:pt x="23322" y="119333"/>
                </a:cubicBezTo>
                <a:lnTo>
                  <a:pt x="21617" y="120245"/>
                </a:lnTo>
                <a:cubicBezTo>
                  <a:pt x="21538" y="120305"/>
                  <a:pt x="21518" y="120384"/>
                  <a:pt x="21538" y="120483"/>
                </a:cubicBezTo>
                <a:cubicBezTo>
                  <a:pt x="21557" y="120523"/>
                  <a:pt x="21617" y="120563"/>
                  <a:pt x="21696" y="120583"/>
                </a:cubicBezTo>
                <a:lnTo>
                  <a:pt x="21756" y="120543"/>
                </a:lnTo>
                <a:cubicBezTo>
                  <a:pt x="22351" y="120245"/>
                  <a:pt x="22926" y="119928"/>
                  <a:pt x="23501" y="119611"/>
                </a:cubicBezTo>
                <a:cubicBezTo>
                  <a:pt x="23573" y="119485"/>
                  <a:pt x="23499" y="119328"/>
                  <a:pt x="23367" y="119328"/>
                </a:cubicBezTo>
                <a:close/>
                <a:moveTo>
                  <a:pt x="19343" y="121409"/>
                </a:moveTo>
                <a:cubicBezTo>
                  <a:pt x="19321" y="121409"/>
                  <a:pt x="19299" y="121411"/>
                  <a:pt x="19277" y="121415"/>
                </a:cubicBezTo>
                <a:cubicBezTo>
                  <a:pt x="18722" y="121713"/>
                  <a:pt x="18127" y="121991"/>
                  <a:pt x="17532" y="122229"/>
                </a:cubicBezTo>
                <a:cubicBezTo>
                  <a:pt x="17452" y="122288"/>
                  <a:pt x="17413" y="122367"/>
                  <a:pt x="17433" y="122466"/>
                </a:cubicBezTo>
                <a:cubicBezTo>
                  <a:pt x="17472" y="122506"/>
                  <a:pt x="17532" y="122546"/>
                  <a:pt x="17591" y="122566"/>
                </a:cubicBezTo>
                <a:lnTo>
                  <a:pt x="17651" y="122526"/>
                </a:lnTo>
                <a:cubicBezTo>
                  <a:pt x="18246" y="122288"/>
                  <a:pt x="18841" y="122010"/>
                  <a:pt x="19436" y="121713"/>
                </a:cubicBezTo>
                <a:cubicBezTo>
                  <a:pt x="19515" y="121673"/>
                  <a:pt x="19535" y="121594"/>
                  <a:pt x="19515" y="121515"/>
                </a:cubicBezTo>
                <a:cubicBezTo>
                  <a:pt x="19484" y="121438"/>
                  <a:pt x="19418" y="121409"/>
                  <a:pt x="19343" y="121409"/>
                </a:cubicBezTo>
                <a:close/>
                <a:moveTo>
                  <a:pt x="15196" y="123240"/>
                </a:moveTo>
                <a:cubicBezTo>
                  <a:pt x="15167" y="123240"/>
                  <a:pt x="15139" y="123247"/>
                  <a:pt x="15112" y="123260"/>
                </a:cubicBezTo>
                <a:lnTo>
                  <a:pt x="13288" y="123954"/>
                </a:lnTo>
                <a:cubicBezTo>
                  <a:pt x="13208" y="123974"/>
                  <a:pt x="13169" y="124053"/>
                  <a:pt x="13189" y="124152"/>
                </a:cubicBezTo>
                <a:cubicBezTo>
                  <a:pt x="13208" y="124212"/>
                  <a:pt x="13288" y="124271"/>
                  <a:pt x="13367" y="124271"/>
                </a:cubicBezTo>
                <a:lnTo>
                  <a:pt x="13407" y="124251"/>
                </a:lnTo>
                <a:lnTo>
                  <a:pt x="15251" y="123557"/>
                </a:lnTo>
                <a:cubicBezTo>
                  <a:pt x="15330" y="123498"/>
                  <a:pt x="15370" y="123418"/>
                  <a:pt x="15350" y="123319"/>
                </a:cubicBezTo>
                <a:cubicBezTo>
                  <a:pt x="15311" y="123266"/>
                  <a:pt x="15253" y="123240"/>
                  <a:pt x="15196" y="123240"/>
                </a:cubicBezTo>
                <a:close/>
                <a:moveTo>
                  <a:pt x="10871" y="124782"/>
                </a:moveTo>
                <a:cubicBezTo>
                  <a:pt x="10857" y="124782"/>
                  <a:pt x="10842" y="124783"/>
                  <a:pt x="10829" y="124787"/>
                </a:cubicBezTo>
                <a:lnTo>
                  <a:pt x="8965" y="125382"/>
                </a:lnTo>
                <a:cubicBezTo>
                  <a:pt x="8885" y="125421"/>
                  <a:pt x="8846" y="125501"/>
                  <a:pt x="8865" y="125580"/>
                </a:cubicBezTo>
                <a:cubicBezTo>
                  <a:pt x="8885" y="125659"/>
                  <a:pt x="8945" y="125699"/>
                  <a:pt x="9024" y="125699"/>
                </a:cubicBezTo>
                <a:lnTo>
                  <a:pt x="9064" y="125699"/>
                </a:lnTo>
                <a:lnTo>
                  <a:pt x="10928" y="125104"/>
                </a:lnTo>
                <a:cubicBezTo>
                  <a:pt x="11027" y="125084"/>
                  <a:pt x="11087" y="124985"/>
                  <a:pt x="11047" y="124886"/>
                </a:cubicBezTo>
                <a:cubicBezTo>
                  <a:pt x="11014" y="124820"/>
                  <a:pt x="10940" y="124782"/>
                  <a:pt x="10871" y="124782"/>
                </a:cubicBezTo>
                <a:close/>
                <a:moveTo>
                  <a:pt x="6503" y="126092"/>
                </a:moveTo>
                <a:cubicBezTo>
                  <a:pt x="6491" y="126092"/>
                  <a:pt x="6479" y="126093"/>
                  <a:pt x="6466" y="126096"/>
                </a:cubicBezTo>
                <a:lnTo>
                  <a:pt x="4582" y="126591"/>
                </a:lnTo>
                <a:cubicBezTo>
                  <a:pt x="4503" y="126611"/>
                  <a:pt x="4443" y="126710"/>
                  <a:pt x="4463" y="126790"/>
                </a:cubicBezTo>
                <a:cubicBezTo>
                  <a:pt x="4483" y="126869"/>
                  <a:pt x="4562" y="126909"/>
                  <a:pt x="4641" y="126929"/>
                </a:cubicBezTo>
                <a:lnTo>
                  <a:pt x="4661" y="126929"/>
                </a:lnTo>
                <a:lnTo>
                  <a:pt x="6565" y="126433"/>
                </a:lnTo>
                <a:cubicBezTo>
                  <a:pt x="6644" y="126393"/>
                  <a:pt x="6684" y="126314"/>
                  <a:pt x="6664" y="126234"/>
                </a:cubicBezTo>
                <a:cubicBezTo>
                  <a:pt x="6647" y="126148"/>
                  <a:pt x="6584" y="126092"/>
                  <a:pt x="6503" y="126092"/>
                </a:cubicBezTo>
                <a:close/>
                <a:moveTo>
                  <a:pt x="2103" y="127221"/>
                </a:moveTo>
                <a:cubicBezTo>
                  <a:pt x="2090" y="127221"/>
                  <a:pt x="2076" y="127223"/>
                  <a:pt x="2063" y="127226"/>
                </a:cubicBezTo>
                <a:lnTo>
                  <a:pt x="140" y="127623"/>
                </a:lnTo>
                <a:cubicBezTo>
                  <a:pt x="60" y="127642"/>
                  <a:pt x="1" y="127722"/>
                  <a:pt x="21" y="127821"/>
                </a:cubicBezTo>
                <a:cubicBezTo>
                  <a:pt x="40" y="127880"/>
                  <a:pt x="100" y="127940"/>
                  <a:pt x="179" y="127940"/>
                </a:cubicBezTo>
                <a:lnTo>
                  <a:pt x="199" y="127940"/>
                </a:lnTo>
                <a:lnTo>
                  <a:pt x="2123" y="127523"/>
                </a:lnTo>
                <a:cubicBezTo>
                  <a:pt x="2202" y="127523"/>
                  <a:pt x="2262" y="127424"/>
                  <a:pt x="2262" y="127345"/>
                </a:cubicBezTo>
                <a:cubicBezTo>
                  <a:pt x="2229" y="127262"/>
                  <a:pt x="2168" y="127221"/>
                  <a:pt x="2103" y="12722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1" name="Google Shape;1908;p36"/>
          <p:cNvGrpSpPr/>
          <p:nvPr/>
        </p:nvGrpSpPr>
        <p:grpSpPr>
          <a:xfrm>
            <a:off x="222387" y="2267513"/>
            <a:ext cx="2761954" cy="4001808"/>
            <a:chOff x="713232" y="1274373"/>
            <a:chExt cx="2761954" cy="4001808"/>
          </a:xfrm>
        </p:grpSpPr>
        <p:sp>
          <p:nvSpPr>
            <p:cNvPr id="50" name="Google Shape;1909;p36"/>
            <p:cNvSpPr/>
            <p:nvPr/>
          </p:nvSpPr>
          <p:spPr>
            <a:xfrm>
              <a:off x="1128978" y="1282624"/>
              <a:ext cx="1817826" cy="2659779"/>
            </a:xfrm>
            <a:custGeom>
              <a:avLst/>
              <a:gdLst/>
              <a:ahLst/>
              <a:cxnLst/>
              <a:rect l="l" t="t" r="r" b="b"/>
              <a:pathLst>
                <a:path w="64992" h="95094" extrusionOk="0">
                  <a:moveTo>
                    <a:pt x="24797" y="0"/>
                  </a:moveTo>
                  <a:cubicBezTo>
                    <a:pt x="24005" y="0"/>
                    <a:pt x="23542" y="573"/>
                    <a:pt x="23847" y="1542"/>
                  </a:cubicBezTo>
                  <a:cubicBezTo>
                    <a:pt x="24400" y="3282"/>
                    <a:pt x="27508" y="4569"/>
                    <a:pt x="28428" y="7137"/>
                  </a:cubicBezTo>
                  <a:cubicBezTo>
                    <a:pt x="28342" y="7111"/>
                    <a:pt x="26935" y="6697"/>
                    <a:pt x="24817" y="6697"/>
                  </a:cubicBezTo>
                  <a:cubicBezTo>
                    <a:pt x="21522" y="6697"/>
                    <a:pt x="16505" y="7699"/>
                    <a:pt x="12064" y="12725"/>
                  </a:cubicBezTo>
                  <a:cubicBezTo>
                    <a:pt x="4768" y="20987"/>
                    <a:pt x="8536" y="35277"/>
                    <a:pt x="9129" y="41152"/>
                  </a:cubicBezTo>
                  <a:cubicBezTo>
                    <a:pt x="9723" y="47027"/>
                    <a:pt x="10577" y="50615"/>
                    <a:pt x="7629" y="55843"/>
                  </a:cubicBezTo>
                  <a:cubicBezTo>
                    <a:pt x="4675" y="61064"/>
                    <a:pt x="0" y="67026"/>
                    <a:pt x="2934" y="78302"/>
                  </a:cubicBezTo>
                  <a:cubicBezTo>
                    <a:pt x="2934" y="78302"/>
                    <a:pt x="2388" y="69927"/>
                    <a:pt x="7429" y="65085"/>
                  </a:cubicBezTo>
                  <a:lnTo>
                    <a:pt x="7429" y="65085"/>
                  </a:lnTo>
                  <a:cubicBezTo>
                    <a:pt x="7429" y="65086"/>
                    <a:pt x="3762" y="71601"/>
                    <a:pt x="7429" y="81423"/>
                  </a:cubicBezTo>
                  <a:cubicBezTo>
                    <a:pt x="11097" y="91239"/>
                    <a:pt x="16892" y="95000"/>
                    <a:pt x="30682" y="95093"/>
                  </a:cubicBezTo>
                  <a:cubicBezTo>
                    <a:pt x="30746" y="95094"/>
                    <a:pt x="30810" y="95094"/>
                    <a:pt x="30874" y="95094"/>
                  </a:cubicBezTo>
                  <a:cubicBezTo>
                    <a:pt x="41889" y="95094"/>
                    <a:pt x="55401" y="88826"/>
                    <a:pt x="58723" y="75201"/>
                  </a:cubicBezTo>
                  <a:cubicBezTo>
                    <a:pt x="59556" y="71787"/>
                    <a:pt x="59750" y="67899"/>
                    <a:pt x="59103" y="63545"/>
                  </a:cubicBezTo>
                  <a:lnTo>
                    <a:pt x="59103" y="63545"/>
                  </a:lnTo>
                  <a:cubicBezTo>
                    <a:pt x="59103" y="63545"/>
                    <a:pt x="62184" y="64732"/>
                    <a:pt x="63471" y="68953"/>
                  </a:cubicBezTo>
                  <a:cubicBezTo>
                    <a:pt x="63471" y="68953"/>
                    <a:pt x="64991" y="63552"/>
                    <a:pt x="61710" y="56850"/>
                  </a:cubicBezTo>
                  <a:cubicBezTo>
                    <a:pt x="58423" y="50148"/>
                    <a:pt x="57936" y="43086"/>
                    <a:pt x="57356" y="31903"/>
                  </a:cubicBezTo>
                  <a:cubicBezTo>
                    <a:pt x="56869" y="22547"/>
                    <a:pt x="55602" y="9551"/>
                    <a:pt x="41351" y="7183"/>
                  </a:cubicBezTo>
                  <a:cubicBezTo>
                    <a:pt x="39881" y="6938"/>
                    <a:pt x="38271" y="6809"/>
                    <a:pt x="36509" y="6809"/>
                  </a:cubicBezTo>
                  <a:cubicBezTo>
                    <a:pt x="34915" y="6809"/>
                    <a:pt x="33195" y="6915"/>
                    <a:pt x="31342" y="7137"/>
                  </a:cubicBezTo>
                  <a:cubicBezTo>
                    <a:pt x="31342" y="7137"/>
                    <a:pt x="30969" y="5850"/>
                    <a:pt x="32176" y="4476"/>
                  </a:cubicBezTo>
                  <a:cubicBezTo>
                    <a:pt x="33383" y="3102"/>
                    <a:pt x="33443" y="2182"/>
                    <a:pt x="32176" y="2182"/>
                  </a:cubicBezTo>
                  <a:cubicBezTo>
                    <a:pt x="30909" y="2182"/>
                    <a:pt x="29442" y="3742"/>
                    <a:pt x="29982" y="7130"/>
                  </a:cubicBezTo>
                  <a:cubicBezTo>
                    <a:pt x="29928" y="6877"/>
                    <a:pt x="28961" y="3009"/>
                    <a:pt x="27094" y="1175"/>
                  </a:cubicBezTo>
                  <a:cubicBezTo>
                    <a:pt x="26267" y="363"/>
                    <a:pt x="25428" y="0"/>
                    <a:pt x="24797" y="0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1910;p36"/>
            <p:cNvSpPr/>
            <p:nvPr/>
          </p:nvSpPr>
          <p:spPr>
            <a:xfrm>
              <a:off x="1128978" y="1274373"/>
              <a:ext cx="1825658" cy="2676226"/>
            </a:xfrm>
            <a:custGeom>
              <a:avLst/>
              <a:gdLst/>
              <a:ahLst/>
              <a:cxnLst/>
              <a:rect l="l" t="t" r="r" b="b"/>
              <a:pathLst>
                <a:path w="65272" h="95682" extrusionOk="0">
                  <a:moveTo>
                    <a:pt x="24802" y="583"/>
                  </a:moveTo>
                  <a:cubicBezTo>
                    <a:pt x="25345" y="583"/>
                    <a:pt x="26113" y="914"/>
                    <a:pt x="26881" y="1677"/>
                  </a:cubicBezTo>
                  <a:cubicBezTo>
                    <a:pt x="28675" y="3437"/>
                    <a:pt x="29688" y="7445"/>
                    <a:pt x="29708" y="7485"/>
                  </a:cubicBezTo>
                  <a:cubicBezTo>
                    <a:pt x="29737" y="7618"/>
                    <a:pt x="29852" y="7711"/>
                    <a:pt x="29982" y="7711"/>
                  </a:cubicBezTo>
                  <a:cubicBezTo>
                    <a:pt x="30002" y="7711"/>
                    <a:pt x="30022" y="7709"/>
                    <a:pt x="30042" y="7705"/>
                  </a:cubicBezTo>
                  <a:cubicBezTo>
                    <a:pt x="30195" y="7678"/>
                    <a:pt x="30302" y="7525"/>
                    <a:pt x="30275" y="7372"/>
                  </a:cubicBezTo>
                  <a:cubicBezTo>
                    <a:pt x="29902" y="5044"/>
                    <a:pt x="30589" y="3831"/>
                    <a:pt x="30942" y="3411"/>
                  </a:cubicBezTo>
                  <a:cubicBezTo>
                    <a:pt x="31289" y="2997"/>
                    <a:pt x="31842" y="2770"/>
                    <a:pt x="32176" y="2770"/>
                  </a:cubicBezTo>
                  <a:cubicBezTo>
                    <a:pt x="32509" y="2770"/>
                    <a:pt x="32702" y="2770"/>
                    <a:pt x="32789" y="2970"/>
                  </a:cubicBezTo>
                  <a:cubicBezTo>
                    <a:pt x="32883" y="3171"/>
                    <a:pt x="32716" y="3711"/>
                    <a:pt x="31956" y="4578"/>
                  </a:cubicBezTo>
                  <a:cubicBezTo>
                    <a:pt x="30655" y="6051"/>
                    <a:pt x="31049" y="7452"/>
                    <a:pt x="31069" y="7512"/>
                  </a:cubicBezTo>
                  <a:cubicBezTo>
                    <a:pt x="31105" y="7633"/>
                    <a:pt x="31213" y="7721"/>
                    <a:pt x="31338" y="7721"/>
                  </a:cubicBezTo>
                  <a:cubicBezTo>
                    <a:pt x="31350" y="7721"/>
                    <a:pt x="31363" y="7720"/>
                    <a:pt x="31375" y="7718"/>
                  </a:cubicBezTo>
                  <a:cubicBezTo>
                    <a:pt x="33166" y="7502"/>
                    <a:pt x="34872" y="7394"/>
                    <a:pt x="36484" y="7394"/>
                  </a:cubicBezTo>
                  <a:cubicBezTo>
                    <a:pt x="38203" y="7394"/>
                    <a:pt x="39814" y="7517"/>
                    <a:pt x="41305" y="7765"/>
                  </a:cubicBezTo>
                  <a:cubicBezTo>
                    <a:pt x="47540" y="8799"/>
                    <a:pt x="51774" y="11933"/>
                    <a:pt x="54248" y="17341"/>
                  </a:cubicBezTo>
                  <a:cubicBezTo>
                    <a:pt x="56375" y="21975"/>
                    <a:pt x="56816" y="27444"/>
                    <a:pt x="57062" y="32212"/>
                  </a:cubicBezTo>
                  <a:cubicBezTo>
                    <a:pt x="57662" y="43728"/>
                    <a:pt x="58156" y="50576"/>
                    <a:pt x="61450" y="57265"/>
                  </a:cubicBezTo>
                  <a:cubicBezTo>
                    <a:pt x="63817" y="62093"/>
                    <a:pt x="63631" y="66281"/>
                    <a:pt x="63377" y="68134"/>
                  </a:cubicBezTo>
                  <a:cubicBezTo>
                    <a:pt x="61930" y="64653"/>
                    <a:pt x="59323" y="63613"/>
                    <a:pt x="59210" y="63560"/>
                  </a:cubicBezTo>
                  <a:cubicBezTo>
                    <a:pt x="59178" y="63549"/>
                    <a:pt x="59144" y="63544"/>
                    <a:pt x="59111" y="63544"/>
                  </a:cubicBezTo>
                  <a:cubicBezTo>
                    <a:pt x="59041" y="63544"/>
                    <a:pt x="58971" y="63568"/>
                    <a:pt x="58916" y="63613"/>
                  </a:cubicBezTo>
                  <a:cubicBezTo>
                    <a:pt x="58836" y="63680"/>
                    <a:pt x="58803" y="63780"/>
                    <a:pt x="58816" y="63880"/>
                  </a:cubicBezTo>
                  <a:cubicBezTo>
                    <a:pt x="59423" y="68014"/>
                    <a:pt x="59296" y="71895"/>
                    <a:pt x="58443" y="75423"/>
                  </a:cubicBezTo>
                  <a:cubicBezTo>
                    <a:pt x="56922" y="81631"/>
                    <a:pt x="53121" y="86793"/>
                    <a:pt x="47440" y="90360"/>
                  </a:cubicBezTo>
                  <a:cubicBezTo>
                    <a:pt x="42625" y="93381"/>
                    <a:pt x="36604" y="95095"/>
                    <a:pt x="30875" y="95095"/>
                  </a:cubicBezTo>
                  <a:lnTo>
                    <a:pt x="30682" y="95095"/>
                  </a:lnTo>
                  <a:cubicBezTo>
                    <a:pt x="23767" y="95042"/>
                    <a:pt x="18845" y="94008"/>
                    <a:pt x="15411" y="91954"/>
                  </a:cubicBezTo>
                  <a:cubicBezTo>
                    <a:pt x="11977" y="89894"/>
                    <a:pt x="9603" y="86699"/>
                    <a:pt x="7702" y="81618"/>
                  </a:cubicBezTo>
                  <a:cubicBezTo>
                    <a:pt x="4128" y="72055"/>
                    <a:pt x="7642" y="65587"/>
                    <a:pt x="7682" y="65520"/>
                  </a:cubicBezTo>
                  <a:cubicBezTo>
                    <a:pt x="7749" y="65394"/>
                    <a:pt x="7722" y="65240"/>
                    <a:pt x="7609" y="65147"/>
                  </a:cubicBezTo>
                  <a:cubicBezTo>
                    <a:pt x="7556" y="65107"/>
                    <a:pt x="7496" y="65087"/>
                    <a:pt x="7429" y="65087"/>
                  </a:cubicBezTo>
                  <a:cubicBezTo>
                    <a:pt x="7349" y="65087"/>
                    <a:pt x="7282" y="65120"/>
                    <a:pt x="7229" y="65174"/>
                  </a:cubicBezTo>
                  <a:cubicBezTo>
                    <a:pt x="3808" y="68448"/>
                    <a:pt x="2908" y="73229"/>
                    <a:pt x="2681" y="76123"/>
                  </a:cubicBezTo>
                  <a:cubicBezTo>
                    <a:pt x="1174" y="67641"/>
                    <a:pt x="4195" y="62540"/>
                    <a:pt x="6882" y="57992"/>
                  </a:cubicBezTo>
                  <a:cubicBezTo>
                    <a:pt x="7236" y="57398"/>
                    <a:pt x="7569" y="56838"/>
                    <a:pt x="7882" y="56278"/>
                  </a:cubicBezTo>
                  <a:cubicBezTo>
                    <a:pt x="10537" y="51577"/>
                    <a:pt x="10163" y="48142"/>
                    <a:pt x="9636" y="43388"/>
                  </a:cubicBezTo>
                  <a:cubicBezTo>
                    <a:pt x="9563" y="42754"/>
                    <a:pt x="9483" y="42107"/>
                    <a:pt x="9416" y="41414"/>
                  </a:cubicBezTo>
                  <a:cubicBezTo>
                    <a:pt x="9330" y="40480"/>
                    <a:pt x="9149" y="39347"/>
                    <a:pt x="8949" y="38040"/>
                  </a:cubicBezTo>
                  <a:cubicBezTo>
                    <a:pt x="7936" y="31311"/>
                    <a:pt x="6229" y="20068"/>
                    <a:pt x="12277" y="13213"/>
                  </a:cubicBezTo>
                  <a:cubicBezTo>
                    <a:pt x="16636" y="8277"/>
                    <a:pt x="21655" y="7313"/>
                    <a:pt x="24910" y="7313"/>
                  </a:cubicBezTo>
                  <a:cubicBezTo>
                    <a:pt x="26884" y="7313"/>
                    <a:pt x="28210" y="7667"/>
                    <a:pt x="28348" y="7705"/>
                  </a:cubicBezTo>
                  <a:cubicBezTo>
                    <a:pt x="28375" y="7714"/>
                    <a:pt x="28403" y="7718"/>
                    <a:pt x="28431" y="7718"/>
                  </a:cubicBezTo>
                  <a:cubicBezTo>
                    <a:pt x="28510" y="7718"/>
                    <a:pt x="28587" y="7683"/>
                    <a:pt x="28641" y="7618"/>
                  </a:cubicBezTo>
                  <a:cubicBezTo>
                    <a:pt x="28708" y="7538"/>
                    <a:pt x="28735" y="7432"/>
                    <a:pt x="28701" y="7332"/>
                  </a:cubicBezTo>
                  <a:cubicBezTo>
                    <a:pt x="28175" y="5871"/>
                    <a:pt x="26988" y="4818"/>
                    <a:pt x="25954" y="3897"/>
                  </a:cubicBezTo>
                  <a:cubicBezTo>
                    <a:pt x="25134" y="3164"/>
                    <a:pt x="24347" y="2470"/>
                    <a:pt x="24120" y="1743"/>
                  </a:cubicBezTo>
                  <a:cubicBezTo>
                    <a:pt x="24033" y="1463"/>
                    <a:pt x="23847" y="1003"/>
                    <a:pt x="24320" y="703"/>
                  </a:cubicBezTo>
                  <a:cubicBezTo>
                    <a:pt x="24446" y="625"/>
                    <a:pt x="24610" y="583"/>
                    <a:pt x="24802" y="583"/>
                  </a:cubicBezTo>
                  <a:close/>
                  <a:moveTo>
                    <a:pt x="24797" y="1"/>
                  </a:moveTo>
                  <a:cubicBezTo>
                    <a:pt x="24490" y="1"/>
                    <a:pt x="24223" y="73"/>
                    <a:pt x="24013" y="203"/>
                  </a:cubicBezTo>
                  <a:cubicBezTo>
                    <a:pt x="23500" y="516"/>
                    <a:pt x="23333" y="1163"/>
                    <a:pt x="23567" y="1917"/>
                  </a:cubicBezTo>
                  <a:cubicBezTo>
                    <a:pt x="23847" y="2804"/>
                    <a:pt x="24707" y="3564"/>
                    <a:pt x="25567" y="4331"/>
                  </a:cubicBezTo>
                  <a:cubicBezTo>
                    <a:pt x="26427" y="5098"/>
                    <a:pt x="27381" y="5945"/>
                    <a:pt x="27935" y="7012"/>
                  </a:cubicBezTo>
                  <a:cubicBezTo>
                    <a:pt x="27336" y="6895"/>
                    <a:pt x="26306" y="6747"/>
                    <a:pt x="24999" y="6747"/>
                  </a:cubicBezTo>
                  <a:cubicBezTo>
                    <a:pt x="21605" y="6747"/>
                    <a:pt x="16333" y="7740"/>
                    <a:pt x="11837" y="12833"/>
                  </a:cubicBezTo>
                  <a:cubicBezTo>
                    <a:pt x="5609" y="19882"/>
                    <a:pt x="7342" y="31305"/>
                    <a:pt x="8376" y="38120"/>
                  </a:cubicBezTo>
                  <a:cubicBezTo>
                    <a:pt x="8576" y="39427"/>
                    <a:pt x="8756" y="40554"/>
                    <a:pt x="8843" y="41474"/>
                  </a:cubicBezTo>
                  <a:cubicBezTo>
                    <a:pt x="8909" y="42161"/>
                    <a:pt x="8983" y="42821"/>
                    <a:pt x="9056" y="43448"/>
                  </a:cubicBezTo>
                  <a:cubicBezTo>
                    <a:pt x="9590" y="48262"/>
                    <a:pt x="9943" y="51450"/>
                    <a:pt x="7376" y="55985"/>
                  </a:cubicBezTo>
                  <a:cubicBezTo>
                    <a:pt x="7062" y="56545"/>
                    <a:pt x="6735" y="57098"/>
                    <a:pt x="6389" y="57692"/>
                  </a:cubicBezTo>
                  <a:cubicBezTo>
                    <a:pt x="3541" y="62506"/>
                    <a:pt x="0" y="68488"/>
                    <a:pt x="2648" y="78677"/>
                  </a:cubicBezTo>
                  <a:cubicBezTo>
                    <a:pt x="2683" y="78832"/>
                    <a:pt x="2805" y="78902"/>
                    <a:pt x="2928" y="78902"/>
                  </a:cubicBezTo>
                  <a:cubicBezTo>
                    <a:pt x="3086" y="78902"/>
                    <a:pt x="3247" y="78786"/>
                    <a:pt x="3228" y="78584"/>
                  </a:cubicBezTo>
                  <a:cubicBezTo>
                    <a:pt x="3221" y="78510"/>
                    <a:pt x="2814" y="71595"/>
                    <a:pt x="6509" y="66827"/>
                  </a:cubicBezTo>
                  <a:lnTo>
                    <a:pt x="6509" y="66827"/>
                  </a:lnTo>
                  <a:cubicBezTo>
                    <a:pt x="5655" y="69381"/>
                    <a:pt x="4535" y="74796"/>
                    <a:pt x="7162" y="81825"/>
                  </a:cubicBezTo>
                  <a:cubicBezTo>
                    <a:pt x="10943" y="91961"/>
                    <a:pt x="17105" y="95588"/>
                    <a:pt x="30682" y="95682"/>
                  </a:cubicBezTo>
                  <a:lnTo>
                    <a:pt x="30875" y="95682"/>
                  </a:lnTo>
                  <a:cubicBezTo>
                    <a:pt x="36710" y="95682"/>
                    <a:pt x="42852" y="93928"/>
                    <a:pt x="47746" y="90854"/>
                  </a:cubicBezTo>
                  <a:cubicBezTo>
                    <a:pt x="53568" y="87199"/>
                    <a:pt x="57456" y="81918"/>
                    <a:pt x="59010" y="75563"/>
                  </a:cubicBezTo>
                  <a:cubicBezTo>
                    <a:pt x="59850" y="72122"/>
                    <a:pt x="60003" y="68348"/>
                    <a:pt x="59470" y="64347"/>
                  </a:cubicBezTo>
                  <a:lnTo>
                    <a:pt x="59470" y="64347"/>
                  </a:lnTo>
                  <a:cubicBezTo>
                    <a:pt x="60350" y="64860"/>
                    <a:pt x="62257" y="66287"/>
                    <a:pt x="63184" y="69328"/>
                  </a:cubicBezTo>
                  <a:cubicBezTo>
                    <a:pt x="63224" y="69455"/>
                    <a:pt x="63337" y="69535"/>
                    <a:pt x="63471" y="69541"/>
                  </a:cubicBezTo>
                  <a:cubicBezTo>
                    <a:pt x="63597" y="69535"/>
                    <a:pt x="63704" y="69455"/>
                    <a:pt x="63744" y="69328"/>
                  </a:cubicBezTo>
                  <a:cubicBezTo>
                    <a:pt x="63811" y="69108"/>
                    <a:pt x="65271" y="63727"/>
                    <a:pt x="61970" y="57011"/>
                  </a:cubicBezTo>
                  <a:cubicBezTo>
                    <a:pt x="58736" y="50423"/>
                    <a:pt x="58243" y="43621"/>
                    <a:pt x="57642" y="32178"/>
                  </a:cubicBezTo>
                  <a:cubicBezTo>
                    <a:pt x="57236" y="24316"/>
                    <a:pt x="56476" y="9699"/>
                    <a:pt x="41405" y="7185"/>
                  </a:cubicBezTo>
                  <a:cubicBezTo>
                    <a:pt x="39880" y="6937"/>
                    <a:pt x="38232" y="6811"/>
                    <a:pt x="36473" y="6811"/>
                  </a:cubicBezTo>
                  <a:cubicBezTo>
                    <a:pt x="34926" y="6811"/>
                    <a:pt x="33293" y="6908"/>
                    <a:pt x="31582" y="7105"/>
                  </a:cubicBezTo>
                  <a:cubicBezTo>
                    <a:pt x="31549" y="6711"/>
                    <a:pt x="31542" y="5931"/>
                    <a:pt x="32396" y="4964"/>
                  </a:cubicBezTo>
                  <a:cubicBezTo>
                    <a:pt x="33243" y="3997"/>
                    <a:pt x="33563" y="3244"/>
                    <a:pt x="33329" y="2730"/>
                  </a:cubicBezTo>
                  <a:cubicBezTo>
                    <a:pt x="33209" y="2484"/>
                    <a:pt x="32916" y="2184"/>
                    <a:pt x="32176" y="2184"/>
                  </a:cubicBezTo>
                  <a:cubicBezTo>
                    <a:pt x="31562" y="2184"/>
                    <a:pt x="30969" y="2484"/>
                    <a:pt x="30502" y="3037"/>
                  </a:cubicBezTo>
                  <a:cubicBezTo>
                    <a:pt x="30182" y="3404"/>
                    <a:pt x="29748" y="4111"/>
                    <a:pt x="29615" y="5304"/>
                  </a:cubicBezTo>
                  <a:cubicBezTo>
                    <a:pt x="29115" y="3971"/>
                    <a:pt x="28341" y="2284"/>
                    <a:pt x="27294" y="1263"/>
                  </a:cubicBezTo>
                  <a:cubicBezTo>
                    <a:pt x="26377" y="364"/>
                    <a:pt x="25485" y="1"/>
                    <a:pt x="2479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1911;p36"/>
            <p:cNvSpPr/>
            <p:nvPr/>
          </p:nvSpPr>
          <p:spPr>
            <a:xfrm>
              <a:off x="1128978" y="1282624"/>
              <a:ext cx="1642482" cy="2659779"/>
            </a:xfrm>
            <a:custGeom>
              <a:avLst/>
              <a:gdLst/>
              <a:ahLst/>
              <a:cxnLst/>
              <a:rect l="l" t="t" r="r" b="b"/>
              <a:pathLst>
                <a:path w="58723" h="95094" extrusionOk="0">
                  <a:moveTo>
                    <a:pt x="24797" y="0"/>
                  </a:moveTo>
                  <a:cubicBezTo>
                    <a:pt x="24005" y="0"/>
                    <a:pt x="23542" y="573"/>
                    <a:pt x="23847" y="1542"/>
                  </a:cubicBezTo>
                  <a:cubicBezTo>
                    <a:pt x="24400" y="3282"/>
                    <a:pt x="27508" y="4569"/>
                    <a:pt x="28428" y="7137"/>
                  </a:cubicBezTo>
                  <a:cubicBezTo>
                    <a:pt x="28342" y="7111"/>
                    <a:pt x="26935" y="6697"/>
                    <a:pt x="24817" y="6697"/>
                  </a:cubicBezTo>
                  <a:cubicBezTo>
                    <a:pt x="21522" y="6697"/>
                    <a:pt x="16505" y="7699"/>
                    <a:pt x="12064" y="12725"/>
                  </a:cubicBezTo>
                  <a:cubicBezTo>
                    <a:pt x="4768" y="20987"/>
                    <a:pt x="8536" y="35277"/>
                    <a:pt x="9129" y="41152"/>
                  </a:cubicBezTo>
                  <a:cubicBezTo>
                    <a:pt x="9723" y="47027"/>
                    <a:pt x="10577" y="50615"/>
                    <a:pt x="7629" y="55843"/>
                  </a:cubicBezTo>
                  <a:cubicBezTo>
                    <a:pt x="4675" y="61064"/>
                    <a:pt x="0" y="67026"/>
                    <a:pt x="2934" y="78302"/>
                  </a:cubicBezTo>
                  <a:cubicBezTo>
                    <a:pt x="2934" y="78302"/>
                    <a:pt x="2388" y="69927"/>
                    <a:pt x="7429" y="65085"/>
                  </a:cubicBezTo>
                  <a:lnTo>
                    <a:pt x="7429" y="65085"/>
                  </a:lnTo>
                  <a:cubicBezTo>
                    <a:pt x="7429" y="65086"/>
                    <a:pt x="3762" y="71601"/>
                    <a:pt x="7429" y="81423"/>
                  </a:cubicBezTo>
                  <a:cubicBezTo>
                    <a:pt x="11097" y="91239"/>
                    <a:pt x="16892" y="95000"/>
                    <a:pt x="30682" y="95093"/>
                  </a:cubicBezTo>
                  <a:cubicBezTo>
                    <a:pt x="30746" y="95094"/>
                    <a:pt x="30810" y="95094"/>
                    <a:pt x="30874" y="95094"/>
                  </a:cubicBezTo>
                  <a:cubicBezTo>
                    <a:pt x="41889" y="95094"/>
                    <a:pt x="55401" y="88826"/>
                    <a:pt x="58723" y="75201"/>
                  </a:cubicBezTo>
                  <a:cubicBezTo>
                    <a:pt x="54188" y="69900"/>
                    <a:pt x="50114" y="69947"/>
                    <a:pt x="47820" y="69246"/>
                  </a:cubicBezTo>
                  <a:cubicBezTo>
                    <a:pt x="45306" y="68460"/>
                    <a:pt x="47807" y="62698"/>
                    <a:pt x="40711" y="60164"/>
                  </a:cubicBezTo>
                  <a:cubicBezTo>
                    <a:pt x="36734" y="58744"/>
                    <a:pt x="29168" y="58291"/>
                    <a:pt x="22643" y="58291"/>
                  </a:cubicBezTo>
                  <a:cubicBezTo>
                    <a:pt x="17528" y="58291"/>
                    <a:pt x="13053" y="58569"/>
                    <a:pt x="11450" y="58877"/>
                  </a:cubicBezTo>
                  <a:cubicBezTo>
                    <a:pt x="11034" y="58957"/>
                    <a:pt x="10706" y="58996"/>
                    <a:pt x="10453" y="58996"/>
                  </a:cubicBezTo>
                  <a:cubicBezTo>
                    <a:pt x="8500" y="58996"/>
                    <a:pt x="11071" y="56689"/>
                    <a:pt x="12064" y="53536"/>
                  </a:cubicBezTo>
                  <a:cubicBezTo>
                    <a:pt x="13177" y="49981"/>
                    <a:pt x="10230" y="36651"/>
                    <a:pt x="9770" y="33017"/>
                  </a:cubicBezTo>
                  <a:cubicBezTo>
                    <a:pt x="9310" y="29383"/>
                    <a:pt x="8443" y="22614"/>
                    <a:pt x="13811" y="14445"/>
                  </a:cubicBezTo>
                  <a:cubicBezTo>
                    <a:pt x="17143" y="9375"/>
                    <a:pt x="20868" y="8520"/>
                    <a:pt x="24139" y="8520"/>
                  </a:cubicBezTo>
                  <a:cubicBezTo>
                    <a:pt x="25802" y="8520"/>
                    <a:pt x="27348" y="8741"/>
                    <a:pt x="28665" y="8741"/>
                  </a:cubicBezTo>
                  <a:cubicBezTo>
                    <a:pt x="28931" y="8741"/>
                    <a:pt x="29188" y="8732"/>
                    <a:pt x="29435" y="8710"/>
                  </a:cubicBezTo>
                  <a:cubicBezTo>
                    <a:pt x="33303" y="8370"/>
                    <a:pt x="41351" y="7183"/>
                    <a:pt x="41351" y="7183"/>
                  </a:cubicBezTo>
                  <a:cubicBezTo>
                    <a:pt x="39881" y="6938"/>
                    <a:pt x="38271" y="6809"/>
                    <a:pt x="36509" y="6809"/>
                  </a:cubicBezTo>
                  <a:cubicBezTo>
                    <a:pt x="34915" y="6809"/>
                    <a:pt x="33195" y="6915"/>
                    <a:pt x="31342" y="7137"/>
                  </a:cubicBezTo>
                  <a:cubicBezTo>
                    <a:pt x="31342" y="7137"/>
                    <a:pt x="30969" y="5850"/>
                    <a:pt x="32176" y="4476"/>
                  </a:cubicBezTo>
                  <a:cubicBezTo>
                    <a:pt x="33383" y="3102"/>
                    <a:pt x="33443" y="2182"/>
                    <a:pt x="32176" y="2182"/>
                  </a:cubicBezTo>
                  <a:cubicBezTo>
                    <a:pt x="30909" y="2182"/>
                    <a:pt x="29442" y="3742"/>
                    <a:pt x="29982" y="7130"/>
                  </a:cubicBezTo>
                  <a:cubicBezTo>
                    <a:pt x="29928" y="6877"/>
                    <a:pt x="28961" y="3009"/>
                    <a:pt x="27094" y="1175"/>
                  </a:cubicBezTo>
                  <a:cubicBezTo>
                    <a:pt x="26267" y="363"/>
                    <a:pt x="25428" y="0"/>
                    <a:pt x="24797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1912;p36"/>
            <p:cNvSpPr/>
            <p:nvPr/>
          </p:nvSpPr>
          <p:spPr>
            <a:xfrm>
              <a:off x="1366779" y="1871476"/>
              <a:ext cx="16642" cy="275141"/>
            </a:xfrm>
            <a:custGeom>
              <a:avLst/>
              <a:gdLst/>
              <a:ahLst/>
              <a:cxnLst/>
              <a:rect l="l" t="t" r="r" b="b"/>
              <a:pathLst>
                <a:path w="595" h="9837" extrusionOk="0">
                  <a:moveTo>
                    <a:pt x="361" y="1"/>
                  </a:moveTo>
                  <a:lnTo>
                    <a:pt x="361" y="1"/>
                  </a:lnTo>
                  <a:cubicBezTo>
                    <a:pt x="107" y="1634"/>
                    <a:pt x="1" y="3282"/>
                    <a:pt x="54" y="4929"/>
                  </a:cubicBezTo>
                  <a:cubicBezTo>
                    <a:pt x="81" y="6576"/>
                    <a:pt x="261" y="8223"/>
                    <a:pt x="594" y="9837"/>
                  </a:cubicBezTo>
                  <a:cubicBezTo>
                    <a:pt x="474" y="8196"/>
                    <a:pt x="387" y="6556"/>
                    <a:pt x="341" y="4922"/>
                  </a:cubicBezTo>
                  <a:cubicBezTo>
                    <a:pt x="301" y="3288"/>
                    <a:pt x="327" y="1648"/>
                    <a:pt x="3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1913;p36"/>
            <p:cNvSpPr/>
            <p:nvPr/>
          </p:nvSpPr>
          <p:spPr>
            <a:xfrm>
              <a:off x="1390666" y="1769833"/>
              <a:ext cx="20530" cy="65674"/>
            </a:xfrm>
            <a:custGeom>
              <a:avLst/>
              <a:gdLst/>
              <a:ahLst/>
              <a:cxnLst/>
              <a:rect l="l" t="t" r="r" b="b"/>
              <a:pathLst>
                <a:path w="734" h="2348" extrusionOk="0">
                  <a:moveTo>
                    <a:pt x="734" y="0"/>
                  </a:moveTo>
                  <a:lnTo>
                    <a:pt x="734" y="0"/>
                  </a:lnTo>
                  <a:cubicBezTo>
                    <a:pt x="467" y="327"/>
                    <a:pt x="274" y="701"/>
                    <a:pt x="154" y="1101"/>
                  </a:cubicBezTo>
                  <a:cubicBezTo>
                    <a:pt x="34" y="1507"/>
                    <a:pt x="0" y="1928"/>
                    <a:pt x="47" y="2348"/>
                  </a:cubicBezTo>
                  <a:cubicBezTo>
                    <a:pt x="200" y="1968"/>
                    <a:pt x="334" y="1581"/>
                    <a:pt x="440" y="1187"/>
                  </a:cubicBezTo>
                  <a:cubicBezTo>
                    <a:pt x="560" y="801"/>
                    <a:pt x="654" y="400"/>
                    <a:pt x="7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1914;p36"/>
            <p:cNvSpPr/>
            <p:nvPr/>
          </p:nvSpPr>
          <p:spPr>
            <a:xfrm>
              <a:off x="1433544" y="1525319"/>
              <a:ext cx="255198" cy="231116"/>
            </a:xfrm>
            <a:custGeom>
              <a:avLst/>
              <a:gdLst/>
              <a:ahLst/>
              <a:cxnLst/>
              <a:rect l="l" t="t" r="r" b="b"/>
              <a:pathLst>
                <a:path w="9124" h="8263" extrusionOk="0">
                  <a:moveTo>
                    <a:pt x="9123" y="0"/>
                  </a:moveTo>
                  <a:lnTo>
                    <a:pt x="9123" y="0"/>
                  </a:lnTo>
                  <a:cubicBezTo>
                    <a:pt x="7170" y="767"/>
                    <a:pt x="5242" y="1761"/>
                    <a:pt x="3615" y="3121"/>
                  </a:cubicBezTo>
                  <a:cubicBezTo>
                    <a:pt x="1988" y="4475"/>
                    <a:pt x="614" y="6228"/>
                    <a:pt x="1" y="8262"/>
                  </a:cubicBezTo>
                  <a:cubicBezTo>
                    <a:pt x="834" y="6322"/>
                    <a:pt x="2195" y="4681"/>
                    <a:pt x="3809" y="3341"/>
                  </a:cubicBezTo>
                  <a:cubicBezTo>
                    <a:pt x="5416" y="2001"/>
                    <a:pt x="7256" y="974"/>
                    <a:pt x="91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" name="Google Shape;1915;p36"/>
            <p:cNvSpPr/>
            <p:nvPr/>
          </p:nvSpPr>
          <p:spPr>
            <a:xfrm>
              <a:off x="1747843" y="1495391"/>
              <a:ext cx="191762" cy="30879"/>
            </a:xfrm>
            <a:custGeom>
              <a:avLst/>
              <a:gdLst/>
              <a:ahLst/>
              <a:cxnLst/>
              <a:rect l="l" t="t" r="r" b="b"/>
              <a:pathLst>
                <a:path w="6856" h="1104" extrusionOk="0">
                  <a:moveTo>
                    <a:pt x="4657" y="0"/>
                  </a:moveTo>
                  <a:cubicBezTo>
                    <a:pt x="4216" y="0"/>
                    <a:pt x="3775" y="19"/>
                    <a:pt x="3335" y="56"/>
                  </a:cubicBezTo>
                  <a:cubicBezTo>
                    <a:pt x="2741" y="83"/>
                    <a:pt x="2154" y="163"/>
                    <a:pt x="1581" y="303"/>
                  </a:cubicBezTo>
                  <a:cubicBezTo>
                    <a:pt x="1007" y="457"/>
                    <a:pt x="440" y="703"/>
                    <a:pt x="0" y="1103"/>
                  </a:cubicBezTo>
                  <a:cubicBezTo>
                    <a:pt x="1021" y="497"/>
                    <a:pt x="2201" y="437"/>
                    <a:pt x="3355" y="343"/>
                  </a:cubicBezTo>
                  <a:cubicBezTo>
                    <a:pt x="4515" y="256"/>
                    <a:pt x="5682" y="210"/>
                    <a:pt x="6855" y="156"/>
                  </a:cubicBezTo>
                  <a:cubicBezTo>
                    <a:pt x="6126" y="52"/>
                    <a:pt x="5392" y="0"/>
                    <a:pt x="465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0" name="Google Shape;1916;p36"/>
            <p:cNvSpPr/>
            <p:nvPr/>
          </p:nvSpPr>
          <p:spPr>
            <a:xfrm>
              <a:off x="1820005" y="1306566"/>
              <a:ext cx="69785" cy="71240"/>
            </a:xfrm>
            <a:custGeom>
              <a:avLst/>
              <a:gdLst/>
              <a:ahLst/>
              <a:cxnLst/>
              <a:rect l="l" t="t" r="r" b="b"/>
              <a:pathLst>
                <a:path w="2495" h="2547" extrusionOk="0">
                  <a:moveTo>
                    <a:pt x="306" y="0"/>
                  </a:moveTo>
                  <a:cubicBezTo>
                    <a:pt x="232" y="0"/>
                    <a:pt x="163" y="68"/>
                    <a:pt x="134" y="126"/>
                  </a:cubicBezTo>
                  <a:cubicBezTo>
                    <a:pt x="81" y="206"/>
                    <a:pt x="48" y="286"/>
                    <a:pt x="34" y="379"/>
                  </a:cubicBezTo>
                  <a:cubicBezTo>
                    <a:pt x="1" y="552"/>
                    <a:pt x="21" y="739"/>
                    <a:pt x="88" y="906"/>
                  </a:cubicBezTo>
                  <a:cubicBezTo>
                    <a:pt x="208" y="1226"/>
                    <a:pt x="421" y="1513"/>
                    <a:pt x="695" y="1726"/>
                  </a:cubicBezTo>
                  <a:cubicBezTo>
                    <a:pt x="1221" y="2146"/>
                    <a:pt x="1841" y="2453"/>
                    <a:pt x="2495" y="2546"/>
                  </a:cubicBezTo>
                  <a:cubicBezTo>
                    <a:pt x="1921" y="2253"/>
                    <a:pt x="1388" y="1899"/>
                    <a:pt x="888" y="1506"/>
                  </a:cubicBezTo>
                  <a:cubicBezTo>
                    <a:pt x="641" y="1319"/>
                    <a:pt x="441" y="1079"/>
                    <a:pt x="294" y="813"/>
                  </a:cubicBezTo>
                  <a:cubicBezTo>
                    <a:pt x="214" y="679"/>
                    <a:pt x="174" y="532"/>
                    <a:pt x="174" y="386"/>
                  </a:cubicBezTo>
                  <a:cubicBezTo>
                    <a:pt x="174" y="312"/>
                    <a:pt x="181" y="232"/>
                    <a:pt x="201" y="159"/>
                  </a:cubicBezTo>
                  <a:cubicBezTo>
                    <a:pt x="221" y="92"/>
                    <a:pt x="254" y="12"/>
                    <a:pt x="341" y="6"/>
                  </a:cubicBezTo>
                  <a:cubicBezTo>
                    <a:pt x="329" y="2"/>
                    <a:pt x="318" y="0"/>
                    <a:pt x="30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4" name="Google Shape;1917;p36"/>
            <p:cNvSpPr/>
            <p:nvPr/>
          </p:nvSpPr>
          <p:spPr>
            <a:xfrm>
              <a:off x="1983042" y="1367345"/>
              <a:ext cx="40109" cy="84497"/>
            </a:xfrm>
            <a:custGeom>
              <a:avLst/>
              <a:gdLst/>
              <a:ahLst/>
              <a:cxnLst/>
              <a:rect l="l" t="t" r="r" b="b"/>
              <a:pathLst>
                <a:path w="1434" h="3021" extrusionOk="0">
                  <a:moveTo>
                    <a:pt x="1233" y="0"/>
                  </a:moveTo>
                  <a:cubicBezTo>
                    <a:pt x="1141" y="0"/>
                    <a:pt x="1051" y="29"/>
                    <a:pt x="974" y="87"/>
                  </a:cubicBezTo>
                  <a:cubicBezTo>
                    <a:pt x="840" y="180"/>
                    <a:pt x="727" y="293"/>
                    <a:pt x="640" y="420"/>
                  </a:cubicBezTo>
                  <a:cubicBezTo>
                    <a:pt x="467" y="673"/>
                    <a:pt x="334" y="940"/>
                    <a:pt x="234" y="1227"/>
                  </a:cubicBezTo>
                  <a:cubicBezTo>
                    <a:pt x="20" y="1807"/>
                    <a:pt x="0" y="2434"/>
                    <a:pt x="167" y="3021"/>
                  </a:cubicBezTo>
                  <a:cubicBezTo>
                    <a:pt x="207" y="2441"/>
                    <a:pt x="327" y="1874"/>
                    <a:pt x="507" y="1320"/>
                  </a:cubicBezTo>
                  <a:cubicBezTo>
                    <a:pt x="594" y="1053"/>
                    <a:pt x="707" y="787"/>
                    <a:pt x="840" y="540"/>
                  </a:cubicBezTo>
                  <a:cubicBezTo>
                    <a:pt x="900" y="413"/>
                    <a:pt x="974" y="300"/>
                    <a:pt x="1067" y="200"/>
                  </a:cubicBezTo>
                  <a:cubicBezTo>
                    <a:pt x="1145" y="98"/>
                    <a:pt x="1266" y="45"/>
                    <a:pt x="1392" y="45"/>
                  </a:cubicBezTo>
                  <a:cubicBezTo>
                    <a:pt x="1406" y="45"/>
                    <a:pt x="1420" y="45"/>
                    <a:pt x="1434" y="47"/>
                  </a:cubicBezTo>
                  <a:cubicBezTo>
                    <a:pt x="1369" y="16"/>
                    <a:pt x="1301" y="0"/>
                    <a:pt x="123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5" name="Google Shape;1918;p36"/>
            <p:cNvSpPr/>
            <p:nvPr/>
          </p:nvSpPr>
          <p:spPr>
            <a:xfrm>
              <a:off x="1302448" y="2802933"/>
              <a:ext cx="99797" cy="208572"/>
            </a:xfrm>
            <a:custGeom>
              <a:avLst/>
              <a:gdLst/>
              <a:ahLst/>
              <a:cxnLst/>
              <a:rect l="l" t="t" r="r" b="b"/>
              <a:pathLst>
                <a:path w="3568" h="7457" extrusionOk="0">
                  <a:moveTo>
                    <a:pt x="3568" y="1"/>
                  </a:moveTo>
                  <a:lnTo>
                    <a:pt x="3568" y="1"/>
                  </a:lnTo>
                  <a:cubicBezTo>
                    <a:pt x="3054" y="1301"/>
                    <a:pt x="2207" y="2395"/>
                    <a:pt x="1440" y="3562"/>
                  </a:cubicBezTo>
                  <a:cubicBezTo>
                    <a:pt x="1054" y="4142"/>
                    <a:pt x="714" y="4762"/>
                    <a:pt x="433" y="5402"/>
                  </a:cubicBezTo>
                  <a:cubicBezTo>
                    <a:pt x="153" y="6049"/>
                    <a:pt x="7" y="6749"/>
                    <a:pt x="0" y="7456"/>
                  </a:cubicBezTo>
                  <a:cubicBezTo>
                    <a:pt x="220" y="6062"/>
                    <a:pt x="934" y="4869"/>
                    <a:pt x="1680" y="3715"/>
                  </a:cubicBezTo>
                  <a:cubicBezTo>
                    <a:pt x="2067" y="3135"/>
                    <a:pt x="2447" y="2562"/>
                    <a:pt x="2794" y="1941"/>
                  </a:cubicBezTo>
                  <a:cubicBezTo>
                    <a:pt x="3148" y="1335"/>
                    <a:pt x="3408" y="681"/>
                    <a:pt x="356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6" name="Google Shape;1919;p36"/>
            <p:cNvSpPr/>
            <p:nvPr/>
          </p:nvSpPr>
          <p:spPr>
            <a:xfrm>
              <a:off x="1418832" y="2634330"/>
              <a:ext cx="17369" cy="144018"/>
            </a:xfrm>
            <a:custGeom>
              <a:avLst/>
              <a:gdLst/>
              <a:ahLst/>
              <a:cxnLst/>
              <a:rect l="l" t="t" r="r" b="b"/>
              <a:pathLst>
                <a:path w="621" h="5149" extrusionOk="0">
                  <a:moveTo>
                    <a:pt x="407" y="1"/>
                  </a:moveTo>
                  <a:cubicBezTo>
                    <a:pt x="347" y="867"/>
                    <a:pt x="307" y="1728"/>
                    <a:pt x="247" y="2581"/>
                  </a:cubicBezTo>
                  <a:cubicBezTo>
                    <a:pt x="194" y="3428"/>
                    <a:pt x="80" y="4282"/>
                    <a:pt x="0" y="5149"/>
                  </a:cubicBezTo>
                  <a:cubicBezTo>
                    <a:pt x="294" y="4322"/>
                    <a:pt x="480" y="3468"/>
                    <a:pt x="540" y="2595"/>
                  </a:cubicBezTo>
                  <a:cubicBezTo>
                    <a:pt x="620" y="1728"/>
                    <a:pt x="574" y="854"/>
                    <a:pt x="40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7" name="Google Shape;1920;p36"/>
            <p:cNvSpPr/>
            <p:nvPr/>
          </p:nvSpPr>
          <p:spPr>
            <a:xfrm>
              <a:off x="2207418" y="2891150"/>
              <a:ext cx="23523" cy="76694"/>
            </a:xfrm>
            <a:custGeom>
              <a:avLst/>
              <a:gdLst/>
              <a:ahLst/>
              <a:cxnLst/>
              <a:rect l="l" t="t" r="r" b="b"/>
              <a:pathLst>
                <a:path w="841" h="2742" extrusionOk="0">
                  <a:moveTo>
                    <a:pt x="280" y="1"/>
                  </a:moveTo>
                  <a:cubicBezTo>
                    <a:pt x="87" y="474"/>
                    <a:pt x="0" y="988"/>
                    <a:pt x="20" y="1508"/>
                  </a:cubicBezTo>
                  <a:cubicBezTo>
                    <a:pt x="27" y="1775"/>
                    <a:pt x="87" y="2042"/>
                    <a:pt x="207" y="2282"/>
                  </a:cubicBezTo>
                  <a:cubicBezTo>
                    <a:pt x="320" y="2522"/>
                    <a:pt x="574" y="2742"/>
                    <a:pt x="841" y="2742"/>
                  </a:cubicBezTo>
                  <a:cubicBezTo>
                    <a:pt x="627" y="2622"/>
                    <a:pt x="474" y="2422"/>
                    <a:pt x="414" y="2188"/>
                  </a:cubicBezTo>
                  <a:cubicBezTo>
                    <a:pt x="347" y="1962"/>
                    <a:pt x="307" y="1728"/>
                    <a:pt x="307" y="1488"/>
                  </a:cubicBezTo>
                  <a:cubicBezTo>
                    <a:pt x="287" y="1008"/>
                    <a:pt x="307" y="508"/>
                    <a:pt x="2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" name="Google Shape;1921;p36"/>
            <p:cNvSpPr/>
            <p:nvPr/>
          </p:nvSpPr>
          <p:spPr>
            <a:xfrm>
              <a:off x="2250883" y="2779998"/>
              <a:ext cx="301433" cy="111572"/>
            </a:xfrm>
            <a:custGeom>
              <a:avLst/>
              <a:gdLst/>
              <a:ahLst/>
              <a:cxnLst/>
              <a:rect l="l" t="t" r="r" b="b"/>
              <a:pathLst>
                <a:path w="10777" h="3989" extrusionOk="0">
                  <a:moveTo>
                    <a:pt x="10776" y="1"/>
                  </a:moveTo>
                  <a:cubicBezTo>
                    <a:pt x="9189" y="1114"/>
                    <a:pt x="7462" y="2014"/>
                    <a:pt x="5642" y="2688"/>
                  </a:cubicBezTo>
                  <a:cubicBezTo>
                    <a:pt x="3828" y="3361"/>
                    <a:pt x="1927" y="3795"/>
                    <a:pt x="0" y="3988"/>
                  </a:cubicBezTo>
                  <a:cubicBezTo>
                    <a:pt x="36" y="3989"/>
                    <a:pt x="71" y="3989"/>
                    <a:pt x="107" y="3989"/>
                  </a:cubicBezTo>
                  <a:cubicBezTo>
                    <a:pt x="2031" y="3989"/>
                    <a:pt x="3941" y="3636"/>
                    <a:pt x="5742" y="2961"/>
                  </a:cubicBezTo>
                  <a:cubicBezTo>
                    <a:pt x="7582" y="2281"/>
                    <a:pt x="9309" y="1294"/>
                    <a:pt x="1077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9" name="Google Shape;1922;p36"/>
            <p:cNvSpPr/>
            <p:nvPr/>
          </p:nvSpPr>
          <p:spPr>
            <a:xfrm>
              <a:off x="2569629" y="2704283"/>
              <a:ext cx="44780" cy="54486"/>
            </a:xfrm>
            <a:custGeom>
              <a:avLst/>
              <a:gdLst/>
              <a:ahLst/>
              <a:cxnLst/>
              <a:rect l="l" t="t" r="r" b="b"/>
              <a:pathLst>
                <a:path w="1601" h="1948" extrusionOk="0">
                  <a:moveTo>
                    <a:pt x="1601" y="0"/>
                  </a:moveTo>
                  <a:cubicBezTo>
                    <a:pt x="921" y="514"/>
                    <a:pt x="367" y="1181"/>
                    <a:pt x="1" y="1947"/>
                  </a:cubicBezTo>
                  <a:cubicBezTo>
                    <a:pt x="341" y="1694"/>
                    <a:pt x="647" y="1394"/>
                    <a:pt x="907" y="1061"/>
                  </a:cubicBezTo>
                  <a:cubicBezTo>
                    <a:pt x="1187" y="740"/>
                    <a:pt x="1414" y="387"/>
                    <a:pt x="16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0" name="Google Shape;1923;p36"/>
            <p:cNvSpPr/>
            <p:nvPr/>
          </p:nvSpPr>
          <p:spPr>
            <a:xfrm>
              <a:off x="2299915" y="3009044"/>
              <a:ext cx="125557" cy="160240"/>
            </a:xfrm>
            <a:custGeom>
              <a:avLst/>
              <a:gdLst/>
              <a:ahLst/>
              <a:cxnLst/>
              <a:rect l="l" t="t" r="r" b="b"/>
              <a:pathLst>
                <a:path w="4489" h="5729" extrusionOk="0">
                  <a:moveTo>
                    <a:pt x="1" y="0"/>
                  </a:moveTo>
                  <a:cubicBezTo>
                    <a:pt x="968" y="821"/>
                    <a:pt x="1941" y="1621"/>
                    <a:pt x="2875" y="2461"/>
                  </a:cubicBezTo>
                  <a:cubicBezTo>
                    <a:pt x="3108" y="2661"/>
                    <a:pt x="3315" y="2881"/>
                    <a:pt x="3509" y="3128"/>
                  </a:cubicBezTo>
                  <a:cubicBezTo>
                    <a:pt x="3695" y="3368"/>
                    <a:pt x="3849" y="3635"/>
                    <a:pt x="3969" y="3921"/>
                  </a:cubicBezTo>
                  <a:cubicBezTo>
                    <a:pt x="4209" y="4488"/>
                    <a:pt x="4342" y="5108"/>
                    <a:pt x="4489" y="5729"/>
                  </a:cubicBezTo>
                  <a:cubicBezTo>
                    <a:pt x="4455" y="5095"/>
                    <a:pt x="4389" y="4455"/>
                    <a:pt x="4182" y="3835"/>
                  </a:cubicBezTo>
                  <a:cubicBezTo>
                    <a:pt x="4075" y="3521"/>
                    <a:pt x="3922" y="3228"/>
                    <a:pt x="3735" y="2961"/>
                  </a:cubicBezTo>
                  <a:cubicBezTo>
                    <a:pt x="3535" y="2701"/>
                    <a:pt x="3315" y="2461"/>
                    <a:pt x="3075" y="2241"/>
                  </a:cubicBezTo>
                  <a:cubicBezTo>
                    <a:pt x="2128" y="1394"/>
                    <a:pt x="1095" y="641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1" name="Google Shape;1924;p36"/>
            <p:cNvSpPr/>
            <p:nvPr/>
          </p:nvSpPr>
          <p:spPr>
            <a:xfrm>
              <a:off x="2378650" y="3041685"/>
              <a:ext cx="71631" cy="141221"/>
            </a:xfrm>
            <a:custGeom>
              <a:avLst/>
              <a:gdLst/>
              <a:ahLst/>
              <a:cxnLst/>
              <a:rect l="l" t="t" r="r" b="b"/>
              <a:pathLst>
                <a:path w="2561" h="5049" extrusionOk="0">
                  <a:moveTo>
                    <a:pt x="0" y="0"/>
                  </a:moveTo>
                  <a:lnTo>
                    <a:pt x="0" y="0"/>
                  </a:lnTo>
                  <a:cubicBezTo>
                    <a:pt x="807" y="561"/>
                    <a:pt x="1354" y="1374"/>
                    <a:pt x="1727" y="2261"/>
                  </a:cubicBezTo>
                  <a:cubicBezTo>
                    <a:pt x="2101" y="3141"/>
                    <a:pt x="2287" y="4102"/>
                    <a:pt x="2561" y="5048"/>
                  </a:cubicBezTo>
                  <a:cubicBezTo>
                    <a:pt x="2521" y="4068"/>
                    <a:pt x="2374" y="3075"/>
                    <a:pt x="1994" y="2141"/>
                  </a:cubicBezTo>
                  <a:cubicBezTo>
                    <a:pt x="1800" y="1674"/>
                    <a:pt x="1540" y="1247"/>
                    <a:pt x="1207" y="867"/>
                  </a:cubicBezTo>
                  <a:cubicBezTo>
                    <a:pt x="880" y="487"/>
                    <a:pt x="467" y="187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2" name="Google Shape;1925;p36"/>
            <p:cNvSpPr/>
            <p:nvPr/>
          </p:nvSpPr>
          <p:spPr>
            <a:xfrm>
              <a:off x="1404455" y="2011354"/>
              <a:ext cx="21677" cy="142535"/>
            </a:xfrm>
            <a:custGeom>
              <a:avLst/>
              <a:gdLst/>
              <a:ahLst/>
              <a:cxnLst/>
              <a:rect l="l" t="t" r="r" b="b"/>
              <a:pathLst>
                <a:path w="775" h="5096" extrusionOk="0">
                  <a:moveTo>
                    <a:pt x="374" y="1"/>
                  </a:moveTo>
                  <a:cubicBezTo>
                    <a:pt x="1" y="1701"/>
                    <a:pt x="141" y="3475"/>
                    <a:pt x="774" y="5096"/>
                  </a:cubicBezTo>
                  <a:cubicBezTo>
                    <a:pt x="661" y="4249"/>
                    <a:pt x="547" y="3415"/>
                    <a:pt x="481" y="2562"/>
                  </a:cubicBezTo>
                  <a:cubicBezTo>
                    <a:pt x="414" y="1715"/>
                    <a:pt x="394" y="868"/>
                    <a:pt x="37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" name="Google Shape;1926;p36"/>
            <p:cNvSpPr/>
            <p:nvPr/>
          </p:nvSpPr>
          <p:spPr>
            <a:xfrm>
              <a:off x="1435614" y="2067881"/>
              <a:ext cx="24446" cy="97755"/>
            </a:xfrm>
            <a:custGeom>
              <a:avLst/>
              <a:gdLst/>
              <a:ahLst/>
              <a:cxnLst/>
              <a:rect l="l" t="t" r="r" b="b"/>
              <a:pathLst>
                <a:path w="874" h="3495" extrusionOk="0">
                  <a:moveTo>
                    <a:pt x="114" y="1"/>
                  </a:moveTo>
                  <a:lnTo>
                    <a:pt x="114" y="1"/>
                  </a:lnTo>
                  <a:cubicBezTo>
                    <a:pt x="0" y="601"/>
                    <a:pt x="14" y="1221"/>
                    <a:pt x="147" y="1814"/>
                  </a:cubicBezTo>
                  <a:cubicBezTo>
                    <a:pt x="267" y="2421"/>
                    <a:pt x="514" y="2988"/>
                    <a:pt x="874" y="3495"/>
                  </a:cubicBezTo>
                  <a:cubicBezTo>
                    <a:pt x="714" y="2901"/>
                    <a:pt x="567" y="2334"/>
                    <a:pt x="434" y="1761"/>
                  </a:cubicBezTo>
                  <a:cubicBezTo>
                    <a:pt x="300" y="1181"/>
                    <a:pt x="214" y="601"/>
                    <a:pt x="11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4" name="Google Shape;1927;p36"/>
            <p:cNvSpPr/>
            <p:nvPr/>
          </p:nvSpPr>
          <p:spPr>
            <a:xfrm>
              <a:off x="1349802" y="2873445"/>
              <a:ext cx="66429" cy="103741"/>
            </a:xfrm>
            <a:custGeom>
              <a:avLst/>
              <a:gdLst/>
              <a:ahLst/>
              <a:cxnLst/>
              <a:rect l="l" t="t" r="r" b="b"/>
              <a:pathLst>
                <a:path w="2375" h="3709" extrusionOk="0">
                  <a:moveTo>
                    <a:pt x="2375" y="0"/>
                  </a:moveTo>
                  <a:lnTo>
                    <a:pt x="2375" y="0"/>
                  </a:lnTo>
                  <a:cubicBezTo>
                    <a:pt x="1655" y="301"/>
                    <a:pt x="1048" y="821"/>
                    <a:pt x="641" y="1488"/>
                  </a:cubicBezTo>
                  <a:cubicBezTo>
                    <a:pt x="234" y="2148"/>
                    <a:pt x="1" y="2941"/>
                    <a:pt x="67" y="3708"/>
                  </a:cubicBezTo>
                  <a:cubicBezTo>
                    <a:pt x="214" y="2975"/>
                    <a:pt x="494" y="2281"/>
                    <a:pt x="881" y="1648"/>
                  </a:cubicBezTo>
                  <a:cubicBezTo>
                    <a:pt x="1281" y="1014"/>
                    <a:pt x="1788" y="461"/>
                    <a:pt x="237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5" name="Google Shape;1928;p36"/>
            <p:cNvSpPr/>
            <p:nvPr/>
          </p:nvSpPr>
          <p:spPr>
            <a:xfrm>
              <a:off x="1404259" y="2898451"/>
              <a:ext cx="28026" cy="44976"/>
            </a:xfrm>
            <a:custGeom>
              <a:avLst/>
              <a:gdLst/>
              <a:ahLst/>
              <a:cxnLst/>
              <a:rect l="l" t="t" r="r" b="b"/>
              <a:pathLst>
                <a:path w="1002" h="1608" extrusionOk="0">
                  <a:moveTo>
                    <a:pt x="1001" y="0"/>
                  </a:moveTo>
                  <a:lnTo>
                    <a:pt x="1001" y="0"/>
                  </a:lnTo>
                  <a:cubicBezTo>
                    <a:pt x="361" y="247"/>
                    <a:pt x="1" y="934"/>
                    <a:pt x="161" y="1607"/>
                  </a:cubicBezTo>
                  <a:cubicBezTo>
                    <a:pt x="274" y="1320"/>
                    <a:pt x="394" y="1047"/>
                    <a:pt x="534" y="780"/>
                  </a:cubicBezTo>
                  <a:cubicBezTo>
                    <a:pt x="668" y="520"/>
                    <a:pt x="828" y="287"/>
                    <a:pt x="10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6" name="Google Shape;1929;p36"/>
            <p:cNvSpPr/>
            <p:nvPr/>
          </p:nvSpPr>
          <p:spPr>
            <a:xfrm>
              <a:off x="2716779" y="2683585"/>
              <a:ext cx="48920" cy="300118"/>
            </a:xfrm>
            <a:custGeom>
              <a:avLst/>
              <a:gdLst/>
              <a:ahLst/>
              <a:cxnLst/>
              <a:rect l="l" t="t" r="r" b="b"/>
              <a:pathLst>
                <a:path w="1749" h="10730" extrusionOk="0">
                  <a:moveTo>
                    <a:pt x="581" y="0"/>
                  </a:moveTo>
                  <a:lnTo>
                    <a:pt x="581" y="0"/>
                  </a:lnTo>
                  <a:cubicBezTo>
                    <a:pt x="188" y="1827"/>
                    <a:pt x="1" y="3688"/>
                    <a:pt x="21" y="5548"/>
                  </a:cubicBezTo>
                  <a:cubicBezTo>
                    <a:pt x="21" y="6475"/>
                    <a:pt x="108" y="7429"/>
                    <a:pt x="341" y="8336"/>
                  </a:cubicBezTo>
                  <a:cubicBezTo>
                    <a:pt x="574" y="9242"/>
                    <a:pt x="1035" y="10129"/>
                    <a:pt x="1748" y="10730"/>
                  </a:cubicBezTo>
                  <a:cubicBezTo>
                    <a:pt x="1115" y="10043"/>
                    <a:pt x="754" y="9176"/>
                    <a:pt x="554" y="8289"/>
                  </a:cubicBezTo>
                  <a:cubicBezTo>
                    <a:pt x="354" y="7395"/>
                    <a:pt x="314" y="6468"/>
                    <a:pt x="308" y="5555"/>
                  </a:cubicBezTo>
                  <a:cubicBezTo>
                    <a:pt x="301" y="3701"/>
                    <a:pt x="414" y="1854"/>
                    <a:pt x="58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7" name="Google Shape;1930;p36"/>
            <p:cNvSpPr/>
            <p:nvPr/>
          </p:nvSpPr>
          <p:spPr>
            <a:xfrm>
              <a:off x="1761828" y="1725249"/>
              <a:ext cx="63072" cy="86959"/>
            </a:xfrm>
            <a:custGeom>
              <a:avLst/>
              <a:gdLst/>
              <a:ahLst/>
              <a:cxnLst/>
              <a:rect l="l" t="t" r="r" b="b"/>
              <a:pathLst>
                <a:path w="2255" h="3109" extrusionOk="0">
                  <a:moveTo>
                    <a:pt x="2254" y="1"/>
                  </a:moveTo>
                  <a:lnTo>
                    <a:pt x="2254" y="1"/>
                  </a:lnTo>
                  <a:cubicBezTo>
                    <a:pt x="1694" y="347"/>
                    <a:pt x="1207" y="794"/>
                    <a:pt x="821" y="1328"/>
                  </a:cubicBezTo>
                  <a:cubicBezTo>
                    <a:pt x="427" y="1861"/>
                    <a:pt x="147" y="2461"/>
                    <a:pt x="0" y="3108"/>
                  </a:cubicBezTo>
                  <a:cubicBezTo>
                    <a:pt x="347" y="2555"/>
                    <a:pt x="681" y="2021"/>
                    <a:pt x="1054" y="1501"/>
                  </a:cubicBezTo>
                  <a:cubicBezTo>
                    <a:pt x="1434" y="988"/>
                    <a:pt x="1841" y="514"/>
                    <a:pt x="225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8" name="Google Shape;1931;p36"/>
            <p:cNvSpPr/>
            <p:nvPr/>
          </p:nvSpPr>
          <p:spPr>
            <a:xfrm>
              <a:off x="1989000" y="1686650"/>
              <a:ext cx="9929" cy="83770"/>
            </a:xfrm>
            <a:custGeom>
              <a:avLst/>
              <a:gdLst/>
              <a:ahLst/>
              <a:cxnLst/>
              <a:rect l="l" t="t" r="r" b="b"/>
              <a:pathLst>
                <a:path w="355" h="2995" extrusionOk="0">
                  <a:moveTo>
                    <a:pt x="354" y="0"/>
                  </a:moveTo>
                  <a:cubicBezTo>
                    <a:pt x="141" y="467"/>
                    <a:pt x="27" y="974"/>
                    <a:pt x="21" y="1487"/>
                  </a:cubicBezTo>
                  <a:cubicBezTo>
                    <a:pt x="1" y="2001"/>
                    <a:pt x="87" y="2514"/>
                    <a:pt x="281" y="2994"/>
                  </a:cubicBezTo>
                  <a:cubicBezTo>
                    <a:pt x="301" y="2474"/>
                    <a:pt x="301" y="1987"/>
                    <a:pt x="314" y="1494"/>
                  </a:cubicBezTo>
                  <a:cubicBezTo>
                    <a:pt x="321" y="1001"/>
                    <a:pt x="354" y="507"/>
                    <a:pt x="35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9" name="Google Shape;1932;p36"/>
            <p:cNvSpPr/>
            <p:nvPr/>
          </p:nvSpPr>
          <p:spPr>
            <a:xfrm>
              <a:off x="2264477" y="1666120"/>
              <a:ext cx="58038" cy="108775"/>
            </a:xfrm>
            <a:custGeom>
              <a:avLst/>
              <a:gdLst/>
              <a:ahLst/>
              <a:cxnLst/>
              <a:rect l="l" t="t" r="r" b="b"/>
              <a:pathLst>
                <a:path w="2075" h="3889" extrusionOk="0">
                  <a:moveTo>
                    <a:pt x="1" y="1"/>
                  </a:moveTo>
                  <a:lnTo>
                    <a:pt x="1" y="1"/>
                  </a:lnTo>
                  <a:cubicBezTo>
                    <a:pt x="274" y="267"/>
                    <a:pt x="448" y="574"/>
                    <a:pt x="588" y="908"/>
                  </a:cubicBezTo>
                  <a:cubicBezTo>
                    <a:pt x="734" y="1241"/>
                    <a:pt x="874" y="1594"/>
                    <a:pt x="1021" y="1928"/>
                  </a:cubicBezTo>
                  <a:cubicBezTo>
                    <a:pt x="1321" y="2601"/>
                    <a:pt x="1675" y="3262"/>
                    <a:pt x="2075" y="3888"/>
                  </a:cubicBezTo>
                  <a:cubicBezTo>
                    <a:pt x="1861" y="3175"/>
                    <a:pt x="1601" y="2481"/>
                    <a:pt x="1288" y="1808"/>
                  </a:cubicBezTo>
                  <a:cubicBezTo>
                    <a:pt x="1135" y="1468"/>
                    <a:pt x="981" y="1134"/>
                    <a:pt x="788" y="808"/>
                  </a:cubicBezTo>
                  <a:cubicBezTo>
                    <a:pt x="601" y="488"/>
                    <a:pt x="341" y="167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" name="Google Shape;1933;p36"/>
            <p:cNvSpPr/>
            <p:nvPr/>
          </p:nvSpPr>
          <p:spPr>
            <a:xfrm>
              <a:off x="2532709" y="1709949"/>
              <a:ext cx="112663" cy="121278"/>
            </a:xfrm>
            <a:custGeom>
              <a:avLst/>
              <a:gdLst/>
              <a:ahLst/>
              <a:cxnLst/>
              <a:rect l="l" t="t" r="r" b="b"/>
              <a:pathLst>
                <a:path w="4028" h="4336" extrusionOk="0">
                  <a:moveTo>
                    <a:pt x="0" y="1"/>
                  </a:moveTo>
                  <a:lnTo>
                    <a:pt x="0" y="1"/>
                  </a:lnTo>
                  <a:cubicBezTo>
                    <a:pt x="894" y="474"/>
                    <a:pt x="1694" y="1088"/>
                    <a:pt x="2387" y="1821"/>
                  </a:cubicBezTo>
                  <a:cubicBezTo>
                    <a:pt x="3061" y="2561"/>
                    <a:pt x="3614" y="3415"/>
                    <a:pt x="4028" y="4335"/>
                  </a:cubicBezTo>
                  <a:cubicBezTo>
                    <a:pt x="3828" y="3328"/>
                    <a:pt x="3301" y="2388"/>
                    <a:pt x="2594" y="1628"/>
                  </a:cubicBezTo>
                  <a:cubicBezTo>
                    <a:pt x="1887" y="868"/>
                    <a:pt x="987" y="274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" name="Google Shape;1934;p36"/>
            <p:cNvSpPr/>
            <p:nvPr/>
          </p:nvSpPr>
          <p:spPr>
            <a:xfrm>
              <a:off x="1438578" y="1575665"/>
              <a:ext cx="268624" cy="362603"/>
            </a:xfrm>
            <a:custGeom>
              <a:avLst/>
              <a:gdLst/>
              <a:ahLst/>
              <a:cxnLst/>
              <a:rect l="l" t="t" r="r" b="b"/>
              <a:pathLst>
                <a:path w="9604" h="12964" extrusionOk="0">
                  <a:moveTo>
                    <a:pt x="9604" y="1"/>
                  </a:moveTo>
                  <a:cubicBezTo>
                    <a:pt x="8310" y="501"/>
                    <a:pt x="7123" y="1268"/>
                    <a:pt x="6069" y="2181"/>
                  </a:cubicBezTo>
                  <a:cubicBezTo>
                    <a:pt x="5022" y="3115"/>
                    <a:pt x="4109" y="4175"/>
                    <a:pt x="3335" y="5342"/>
                  </a:cubicBezTo>
                  <a:cubicBezTo>
                    <a:pt x="1795" y="7676"/>
                    <a:pt x="775" y="10303"/>
                    <a:pt x="1" y="12964"/>
                  </a:cubicBezTo>
                  <a:cubicBezTo>
                    <a:pt x="995" y="10377"/>
                    <a:pt x="2062" y="7796"/>
                    <a:pt x="3575" y="5509"/>
                  </a:cubicBezTo>
                  <a:cubicBezTo>
                    <a:pt x="5096" y="3228"/>
                    <a:pt x="7103" y="1214"/>
                    <a:pt x="960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" name="Google Shape;1935;p36"/>
            <p:cNvSpPr/>
            <p:nvPr/>
          </p:nvSpPr>
          <p:spPr>
            <a:xfrm>
              <a:off x="1840731" y="1642821"/>
              <a:ext cx="67548" cy="61394"/>
            </a:xfrm>
            <a:custGeom>
              <a:avLst/>
              <a:gdLst/>
              <a:ahLst/>
              <a:cxnLst/>
              <a:rect l="l" t="t" r="r" b="b"/>
              <a:pathLst>
                <a:path w="2415" h="2195" extrusionOk="0">
                  <a:moveTo>
                    <a:pt x="2414" y="0"/>
                  </a:moveTo>
                  <a:lnTo>
                    <a:pt x="2414" y="0"/>
                  </a:lnTo>
                  <a:cubicBezTo>
                    <a:pt x="1901" y="214"/>
                    <a:pt x="1427" y="514"/>
                    <a:pt x="1020" y="894"/>
                  </a:cubicBezTo>
                  <a:cubicBezTo>
                    <a:pt x="607" y="1260"/>
                    <a:pt x="260" y="1701"/>
                    <a:pt x="0" y="2194"/>
                  </a:cubicBezTo>
                  <a:cubicBezTo>
                    <a:pt x="434" y="1834"/>
                    <a:pt x="827" y="1474"/>
                    <a:pt x="1221" y="1107"/>
                  </a:cubicBezTo>
                  <a:cubicBezTo>
                    <a:pt x="1614" y="740"/>
                    <a:pt x="2021" y="400"/>
                    <a:pt x="24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" name="Google Shape;1936;p36"/>
            <p:cNvSpPr/>
            <p:nvPr/>
          </p:nvSpPr>
          <p:spPr>
            <a:xfrm>
              <a:off x="2222158" y="1575302"/>
              <a:ext cx="45535" cy="61954"/>
            </a:xfrm>
            <a:custGeom>
              <a:avLst/>
              <a:gdLst/>
              <a:ahLst/>
              <a:cxnLst/>
              <a:rect l="l" t="t" r="r" b="b"/>
              <a:pathLst>
                <a:path w="1628" h="2215" extrusionOk="0">
                  <a:moveTo>
                    <a:pt x="0" y="0"/>
                  </a:moveTo>
                  <a:lnTo>
                    <a:pt x="0" y="0"/>
                  </a:lnTo>
                  <a:cubicBezTo>
                    <a:pt x="387" y="840"/>
                    <a:pt x="940" y="1594"/>
                    <a:pt x="1627" y="2214"/>
                  </a:cubicBezTo>
                  <a:cubicBezTo>
                    <a:pt x="1254" y="1367"/>
                    <a:pt x="700" y="607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" name="Google Shape;1937;p36"/>
            <p:cNvSpPr/>
            <p:nvPr/>
          </p:nvSpPr>
          <p:spPr>
            <a:xfrm>
              <a:off x="2016411" y="1492119"/>
              <a:ext cx="173134" cy="16418"/>
            </a:xfrm>
            <a:custGeom>
              <a:avLst/>
              <a:gdLst/>
              <a:ahLst/>
              <a:cxnLst/>
              <a:rect l="l" t="t" r="r" b="b"/>
              <a:pathLst>
                <a:path w="6190" h="587" extrusionOk="0">
                  <a:moveTo>
                    <a:pt x="4340" y="1"/>
                  </a:moveTo>
                  <a:cubicBezTo>
                    <a:pt x="3917" y="1"/>
                    <a:pt x="3495" y="18"/>
                    <a:pt x="3075" y="53"/>
                  </a:cubicBezTo>
                  <a:cubicBezTo>
                    <a:pt x="2035" y="127"/>
                    <a:pt x="1001" y="307"/>
                    <a:pt x="1" y="587"/>
                  </a:cubicBezTo>
                  <a:cubicBezTo>
                    <a:pt x="1041" y="520"/>
                    <a:pt x="2075" y="427"/>
                    <a:pt x="3102" y="347"/>
                  </a:cubicBezTo>
                  <a:cubicBezTo>
                    <a:pt x="4122" y="260"/>
                    <a:pt x="5149" y="207"/>
                    <a:pt x="6189" y="113"/>
                  </a:cubicBezTo>
                  <a:cubicBezTo>
                    <a:pt x="5575" y="38"/>
                    <a:pt x="4957" y="1"/>
                    <a:pt x="434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" name="Google Shape;1938;p36"/>
            <p:cNvSpPr/>
            <p:nvPr/>
          </p:nvSpPr>
          <p:spPr>
            <a:xfrm>
              <a:off x="1758108" y="1541878"/>
              <a:ext cx="119376" cy="23187"/>
            </a:xfrm>
            <a:custGeom>
              <a:avLst/>
              <a:gdLst/>
              <a:ahLst/>
              <a:cxnLst/>
              <a:rect l="l" t="t" r="r" b="b"/>
              <a:pathLst>
                <a:path w="4268" h="829" extrusionOk="0">
                  <a:moveTo>
                    <a:pt x="2900" y="0"/>
                  </a:moveTo>
                  <a:cubicBezTo>
                    <a:pt x="2621" y="0"/>
                    <a:pt x="2342" y="23"/>
                    <a:pt x="2067" y="68"/>
                  </a:cubicBezTo>
                  <a:cubicBezTo>
                    <a:pt x="1327" y="175"/>
                    <a:pt x="627" y="428"/>
                    <a:pt x="0" y="828"/>
                  </a:cubicBezTo>
                  <a:cubicBezTo>
                    <a:pt x="687" y="628"/>
                    <a:pt x="1394" y="468"/>
                    <a:pt x="2107" y="362"/>
                  </a:cubicBezTo>
                  <a:cubicBezTo>
                    <a:pt x="2821" y="255"/>
                    <a:pt x="3541" y="202"/>
                    <a:pt x="4268" y="182"/>
                  </a:cubicBezTo>
                  <a:cubicBezTo>
                    <a:pt x="3820" y="61"/>
                    <a:pt x="3359" y="0"/>
                    <a:pt x="29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" name="Google Shape;1939;p36"/>
            <p:cNvSpPr/>
            <p:nvPr/>
          </p:nvSpPr>
          <p:spPr>
            <a:xfrm>
              <a:off x="2329031" y="1539109"/>
              <a:ext cx="217495" cy="98874"/>
            </a:xfrm>
            <a:custGeom>
              <a:avLst/>
              <a:gdLst/>
              <a:ahLst/>
              <a:cxnLst/>
              <a:rect l="l" t="t" r="r" b="b"/>
              <a:pathLst>
                <a:path w="7776" h="3535" extrusionOk="0">
                  <a:moveTo>
                    <a:pt x="0" y="1"/>
                  </a:moveTo>
                  <a:lnTo>
                    <a:pt x="0" y="1"/>
                  </a:lnTo>
                  <a:cubicBezTo>
                    <a:pt x="1374" y="461"/>
                    <a:pt x="2748" y="861"/>
                    <a:pt x="4075" y="1394"/>
                  </a:cubicBezTo>
                  <a:cubicBezTo>
                    <a:pt x="5402" y="1928"/>
                    <a:pt x="6669" y="2608"/>
                    <a:pt x="7776" y="3535"/>
                  </a:cubicBezTo>
                  <a:cubicBezTo>
                    <a:pt x="6815" y="2434"/>
                    <a:pt x="5522" y="1668"/>
                    <a:pt x="4181" y="1127"/>
                  </a:cubicBezTo>
                  <a:cubicBezTo>
                    <a:pt x="2834" y="594"/>
                    <a:pt x="1427" y="22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" name="Google Shape;1940;p36"/>
            <p:cNvSpPr/>
            <p:nvPr/>
          </p:nvSpPr>
          <p:spPr>
            <a:xfrm>
              <a:off x="2360917" y="2950475"/>
              <a:ext cx="176463" cy="290608"/>
            </a:xfrm>
            <a:custGeom>
              <a:avLst/>
              <a:gdLst/>
              <a:ahLst/>
              <a:cxnLst/>
              <a:rect l="l" t="t" r="r" b="b"/>
              <a:pathLst>
                <a:path w="6309" h="10390" extrusionOk="0">
                  <a:moveTo>
                    <a:pt x="1" y="1"/>
                  </a:moveTo>
                  <a:cubicBezTo>
                    <a:pt x="521" y="101"/>
                    <a:pt x="934" y="427"/>
                    <a:pt x="1294" y="794"/>
                  </a:cubicBezTo>
                  <a:cubicBezTo>
                    <a:pt x="1654" y="1161"/>
                    <a:pt x="1941" y="1594"/>
                    <a:pt x="2254" y="2014"/>
                  </a:cubicBezTo>
                  <a:cubicBezTo>
                    <a:pt x="4048" y="4568"/>
                    <a:pt x="5415" y="7396"/>
                    <a:pt x="6309" y="10390"/>
                  </a:cubicBezTo>
                  <a:cubicBezTo>
                    <a:pt x="5902" y="8329"/>
                    <a:pt x="5182" y="6349"/>
                    <a:pt x="4162" y="4515"/>
                  </a:cubicBezTo>
                  <a:cubicBezTo>
                    <a:pt x="3648" y="3595"/>
                    <a:pt x="3068" y="2715"/>
                    <a:pt x="2434" y="1881"/>
                  </a:cubicBezTo>
                  <a:cubicBezTo>
                    <a:pt x="2101" y="1468"/>
                    <a:pt x="1774" y="1054"/>
                    <a:pt x="1394" y="694"/>
                  </a:cubicBezTo>
                  <a:cubicBezTo>
                    <a:pt x="1007" y="334"/>
                    <a:pt x="527" y="47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" name="Google Shape;1941;p36"/>
            <p:cNvSpPr/>
            <p:nvPr/>
          </p:nvSpPr>
          <p:spPr>
            <a:xfrm>
              <a:off x="2597040" y="2837084"/>
              <a:ext cx="132662" cy="428081"/>
            </a:xfrm>
            <a:custGeom>
              <a:avLst/>
              <a:gdLst/>
              <a:ahLst/>
              <a:cxnLst/>
              <a:rect l="l" t="t" r="r" b="b"/>
              <a:pathLst>
                <a:path w="4743" h="15305" extrusionOk="0">
                  <a:moveTo>
                    <a:pt x="288" y="0"/>
                  </a:moveTo>
                  <a:cubicBezTo>
                    <a:pt x="87" y="654"/>
                    <a:pt x="34" y="1341"/>
                    <a:pt x="54" y="2034"/>
                  </a:cubicBezTo>
                  <a:cubicBezTo>
                    <a:pt x="67" y="2721"/>
                    <a:pt x="141" y="3408"/>
                    <a:pt x="201" y="4081"/>
                  </a:cubicBezTo>
                  <a:cubicBezTo>
                    <a:pt x="328" y="5442"/>
                    <a:pt x="494" y="6809"/>
                    <a:pt x="808" y="8149"/>
                  </a:cubicBezTo>
                  <a:cubicBezTo>
                    <a:pt x="1108" y="9503"/>
                    <a:pt x="1621" y="10796"/>
                    <a:pt x="2328" y="11983"/>
                  </a:cubicBezTo>
                  <a:cubicBezTo>
                    <a:pt x="3028" y="13170"/>
                    <a:pt x="3875" y="14251"/>
                    <a:pt x="4742" y="15304"/>
                  </a:cubicBezTo>
                  <a:cubicBezTo>
                    <a:pt x="3969" y="14177"/>
                    <a:pt x="3182" y="13057"/>
                    <a:pt x="2521" y="11870"/>
                  </a:cubicBezTo>
                  <a:cubicBezTo>
                    <a:pt x="1868" y="10676"/>
                    <a:pt x="1388" y="9403"/>
                    <a:pt x="1094" y="8082"/>
                  </a:cubicBezTo>
                  <a:cubicBezTo>
                    <a:pt x="774" y="6769"/>
                    <a:pt x="574" y="5408"/>
                    <a:pt x="428" y="4055"/>
                  </a:cubicBezTo>
                  <a:cubicBezTo>
                    <a:pt x="281" y="2708"/>
                    <a:pt x="1" y="1347"/>
                    <a:pt x="2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" name="Google Shape;1942;p36"/>
            <p:cNvSpPr/>
            <p:nvPr/>
          </p:nvSpPr>
          <p:spPr>
            <a:xfrm>
              <a:off x="2593879" y="3130825"/>
              <a:ext cx="95322" cy="154842"/>
            </a:xfrm>
            <a:custGeom>
              <a:avLst/>
              <a:gdLst/>
              <a:ahLst/>
              <a:cxnLst/>
              <a:rect l="l" t="t" r="r" b="b"/>
              <a:pathLst>
                <a:path w="3408" h="5536" extrusionOk="0">
                  <a:moveTo>
                    <a:pt x="60" y="1"/>
                  </a:moveTo>
                  <a:lnTo>
                    <a:pt x="60" y="1"/>
                  </a:lnTo>
                  <a:cubicBezTo>
                    <a:pt x="0" y="1121"/>
                    <a:pt x="341" y="2275"/>
                    <a:pt x="934" y="3248"/>
                  </a:cubicBezTo>
                  <a:cubicBezTo>
                    <a:pt x="1527" y="4222"/>
                    <a:pt x="2381" y="5056"/>
                    <a:pt x="3408" y="5536"/>
                  </a:cubicBezTo>
                  <a:cubicBezTo>
                    <a:pt x="2514" y="4869"/>
                    <a:pt x="1754" y="4042"/>
                    <a:pt x="1174" y="3102"/>
                  </a:cubicBezTo>
                  <a:cubicBezTo>
                    <a:pt x="607" y="2148"/>
                    <a:pt x="227" y="1095"/>
                    <a:pt x="6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" name="Google Shape;1943;p36"/>
            <p:cNvSpPr/>
            <p:nvPr/>
          </p:nvSpPr>
          <p:spPr>
            <a:xfrm>
              <a:off x="2819933" y="2905527"/>
              <a:ext cx="65114" cy="177777"/>
            </a:xfrm>
            <a:custGeom>
              <a:avLst/>
              <a:gdLst/>
              <a:ahLst/>
              <a:cxnLst/>
              <a:rect l="l" t="t" r="r" b="b"/>
              <a:pathLst>
                <a:path w="2328" h="6356" extrusionOk="0">
                  <a:moveTo>
                    <a:pt x="1" y="0"/>
                  </a:moveTo>
                  <a:lnTo>
                    <a:pt x="1" y="0"/>
                  </a:lnTo>
                  <a:cubicBezTo>
                    <a:pt x="427" y="1054"/>
                    <a:pt x="847" y="2101"/>
                    <a:pt x="1234" y="3155"/>
                  </a:cubicBezTo>
                  <a:cubicBezTo>
                    <a:pt x="1628" y="4202"/>
                    <a:pt x="1968" y="5269"/>
                    <a:pt x="2328" y="6355"/>
                  </a:cubicBezTo>
                  <a:cubicBezTo>
                    <a:pt x="2188" y="5222"/>
                    <a:pt x="1914" y="4115"/>
                    <a:pt x="1514" y="3055"/>
                  </a:cubicBezTo>
                  <a:cubicBezTo>
                    <a:pt x="1128" y="1981"/>
                    <a:pt x="621" y="954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" name="Google Shape;1944;p36"/>
            <p:cNvSpPr/>
            <p:nvPr/>
          </p:nvSpPr>
          <p:spPr>
            <a:xfrm>
              <a:off x="2812101" y="2992989"/>
              <a:ext cx="23159" cy="67380"/>
            </a:xfrm>
            <a:custGeom>
              <a:avLst/>
              <a:gdLst/>
              <a:ahLst/>
              <a:cxnLst/>
              <a:rect l="l" t="t" r="r" b="b"/>
              <a:pathLst>
                <a:path w="828" h="2409" extrusionOk="0">
                  <a:moveTo>
                    <a:pt x="67" y="1"/>
                  </a:moveTo>
                  <a:cubicBezTo>
                    <a:pt x="1" y="434"/>
                    <a:pt x="41" y="875"/>
                    <a:pt x="174" y="1295"/>
                  </a:cubicBezTo>
                  <a:cubicBezTo>
                    <a:pt x="294" y="1715"/>
                    <a:pt x="521" y="2095"/>
                    <a:pt x="827" y="2408"/>
                  </a:cubicBezTo>
                  <a:cubicBezTo>
                    <a:pt x="707" y="1981"/>
                    <a:pt x="574" y="1608"/>
                    <a:pt x="447" y="1208"/>
                  </a:cubicBezTo>
                  <a:cubicBezTo>
                    <a:pt x="327" y="808"/>
                    <a:pt x="214" y="414"/>
                    <a:pt x="6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" name="Google Shape;1945;p36"/>
            <p:cNvSpPr/>
            <p:nvPr/>
          </p:nvSpPr>
          <p:spPr>
            <a:xfrm>
              <a:off x="791940" y="3380010"/>
              <a:ext cx="327920" cy="1097739"/>
            </a:xfrm>
            <a:custGeom>
              <a:avLst/>
              <a:gdLst/>
              <a:ahLst/>
              <a:cxnLst/>
              <a:rect l="l" t="t" r="r" b="b"/>
              <a:pathLst>
                <a:path w="11724" h="39247" extrusionOk="0">
                  <a:moveTo>
                    <a:pt x="7269" y="1"/>
                  </a:moveTo>
                  <a:lnTo>
                    <a:pt x="7269" y="1"/>
                  </a:lnTo>
                  <a:cubicBezTo>
                    <a:pt x="4682" y="648"/>
                    <a:pt x="2501" y="4375"/>
                    <a:pt x="1247" y="11351"/>
                  </a:cubicBezTo>
                  <a:cubicBezTo>
                    <a:pt x="0" y="18332"/>
                    <a:pt x="541" y="29189"/>
                    <a:pt x="3668" y="34277"/>
                  </a:cubicBezTo>
                  <a:cubicBezTo>
                    <a:pt x="6327" y="38606"/>
                    <a:pt x="9397" y="39247"/>
                    <a:pt x="10636" y="39247"/>
                  </a:cubicBezTo>
                  <a:cubicBezTo>
                    <a:pt x="10851" y="39247"/>
                    <a:pt x="11011" y="39227"/>
                    <a:pt x="11103" y="39205"/>
                  </a:cubicBezTo>
                  <a:cubicBezTo>
                    <a:pt x="11724" y="39045"/>
                    <a:pt x="6409" y="33630"/>
                    <a:pt x="5309" y="21873"/>
                  </a:cubicBezTo>
                  <a:cubicBezTo>
                    <a:pt x="4208" y="10110"/>
                    <a:pt x="7269" y="1"/>
                    <a:pt x="7269" y="1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3" name="Google Shape;1946;p36"/>
            <p:cNvSpPr/>
            <p:nvPr/>
          </p:nvSpPr>
          <p:spPr>
            <a:xfrm>
              <a:off x="782990" y="3371759"/>
              <a:ext cx="331081" cy="1113598"/>
            </a:xfrm>
            <a:custGeom>
              <a:avLst/>
              <a:gdLst/>
              <a:ahLst/>
              <a:cxnLst/>
              <a:rect l="l" t="t" r="r" b="b"/>
              <a:pathLst>
                <a:path w="11837" h="39814" extrusionOk="0">
                  <a:moveTo>
                    <a:pt x="7162" y="743"/>
                  </a:moveTo>
                  <a:lnTo>
                    <a:pt x="7162" y="743"/>
                  </a:lnTo>
                  <a:cubicBezTo>
                    <a:pt x="6562" y="2997"/>
                    <a:pt x="4395" y="12032"/>
                    <a:pt x="5342" y="22195"/>
                  </a:cubicBezTo>
                  <a:cubicBezTo>
                    <a:pt x="6162" y="30997"/>
                    <a:pt x="9303" y="36232"/>
                    <a:pt x="10643" y="38466"/>
                  </a:cubicBezTo>
                  <a:cubicBezTo>
                    <a:pt x="10823" y="38766"/>
                    <a:pt x="10997" y="39046"/>
                    <a:pt x="11097" y="39233"/>
                  </a:cubicBezTo>
                  <a:cubicBezTo>
                    <a:pt x="11059" y="39234"/>
                    <a:pt x="11018" y="39235"/>
                    <a:pt x="10972" y="39235"/>
                  </a:cubicBezTo>
                  <a:cubicBezTo>
                    <a:pt x="9929" y="39235"/>
                    <a:pt x="6926" y="38790"/>
                    <a:pt x="4235" y="34418"/>
                  </a:cubicBezTo>
                  <a:cubicBezTo>
                    <a:pt x="1828" y="30504"/>
                    <a:pt x="234" y="20708"/>
                    <a:pt x="1854" y="11699"/>
                  </a:cubicBezTo>
                  <a:cubicBezTo>
                    <a:pt x="2941" y="5604"/>
                    <a:pt x="4822" y="1756"/>
                    <a:pt x="7162" y="743"/>
                  </a:cubicBezTo>
                  <a:close/>
                  <a:moveTo>
                    <a:pt x="7591" y="0"/>
                  </a:moveTo>
                  <a:cubicBezTo>
                    <a:pt x="7568" y="0"/>
                    <a:pt x="7545" y="3"/>
                    <a:pt x="7522" y="9"/>
                  </a:cubicBezTo>
                  <a:cubicBezTo>
                    <a:pt x="5529" y="509"/>
                    <a:pt x="2834" y="2930"/>
                    <a:pt x="1274" y="11599"/>
                  </a:cubicBezTo>
                  <a:cubicBezTo>
                    <a:pt x="0" y="18714"/>
                    <a:pt x="574" y="29584"/>
                    <a:pt x="3741" y="34718"/>
                  </a:cubicBezTo>
                  <a:cubicBezTo>
                    <a:pt x="6569" y="39320"/>
                    <a:pt x="9763" y="39813"/>
                    <a:pt x="10977" y="39813"/>
                  </a:cubicBezTo>
                  <a:cubicBezTo>
                    <a:pt x="11150" y="39813"/>
                    <a:pt x="11323" y="39806"/>
                    <a:pt x="11497" y="39780"/>
                  </a:cubicBezTo>
                  <a:cubicBezTo>
                    <a:pt x="11603" y="39746"/>
                    <a:pt x="11690" y="39673"/>
                    <a:pt x="11737" y="39573"/>
                  </a:cubicBezTo>
                  <a:cubicBezTo>
                    <a:pt x="11837" y="39320"/>
                    <a:pt x="11677" y="39053"/>
                    <a:pt x="11143" y="38166"/>
                  </a:cubicBezTo>
                  <a:cubicBezTo>
                    <a:pt x="9823" y="35965"/>
                    <a:pt x="6729" y="30811"/>
                    <a:pt x="5922" y="22142"/>
                  </a:cubicBezTo>
                  <a:cubicBezTo>
                    <a:pt x="4842" y="10572"/>
                    <a:pt x="7836" y="476"/>
                    <a:pt x="7869" y="376"/>
                  </a:cubicBezTo>
                  <a:cubicBezTo>
                    <a:pt x="7896" y="276"/>
                    <a:pt x="7869" y="169"/>
                    <a:pt x="7796" y="96"/>
                  </a:cubicBezTo>
                  <a:cubicBezTo>
                    <a:pt x="7744" y="34"/>
                    <a:pt x="7669" y="0"/>
                    <a:pt x="759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" name="Google Shape;1947;p36"/>
            <p:cNvSpPr/>
            <p:nvPr/>
          </p:nvSpPr>
          <p:spPr>
            <a:xfrm>
              <a:off x="828693" y="2955397"/>
              <a:ext cx="1442357" cy="1707093"/>
            </a:xfrm>
            <a:custGeom>
              <a:avLst/>
              <a:gdLst/>
              <a:ahLst/>
              <a:cxnLst/>
              <a:rect l="l" t="t" r="r" b="b"/>
              <a:pathLst>
                <a:path w="51568" h="61033" extrusionOk="0">
                  <a:moveTo>
                    <a:pt x="28422" y="0"/>
                  </a:moveTo>
                  <a:cubicBezTo>
                    <a:pt x="23277" y="0"/>
                    <a:pt x="18984" y="1276"/>
                    <a:pt x="15444" y="3446"/>
                  </a:cubicBezTo>
                  <a:cubicBezTo>
                    <a:pt x="7969" y="8027"/>
                    <a:pt x="3895" y="16636"/>
                    <a:pt x="2367" y="25771"/>
                  </a:cubicBezTo>
                  <a:cubicBezTo>
                    <a:pt x="0" y="39875"/>
                    <a:pt x="2174" y="58780"/>
                    <a:pt x="21919" y="60774"/>
                  </a:cubicBezTo>
                  <a:cubicBezTo>
                    <a:pt x="23642" y="60947"/>
                    <a:pt x="25293" y="61033"/>
                    <a:pt x="26872" y="61033"/>
                  </a:cubicBezTo>
                  <a:cubicBezTo>
                    <a:pt x="33740" y="61033"/>
                    <a:pt x="39237" y="59413"/>
                    <a:pt x="43265" y="56333"/>
                  </a:cubicBezTo>
                  <a:cubicBezTo>
                    <a:pt x="44972" y="55039"/>
                    <a:pt x="46439" y="53452"/>
                    <a:pt x="47600" y="51652"/>
                  </a:cubicBezTo>
                  <a:cubicBezTo>
                    <a:pt x="50307" y="47457"/>
                    <a:pt x="51567" y="41949"/>
                    <a:pt x="51281" y="35287"/>
                  </a:cubicBezTo>
                  <a:cubicBezTo>
                    <a:pt x="50754" y="22637"/>
                    <a:pt x="49920" y="10981"/>
                    <a:pt x="43038" y="4746"/>
                  </a:cubicBezTo>
                  <a:cubicBezTo>
                    <a:pt x="42031" y="3839"/>
                    <a:pt x="40924" y="3059"/>
                    <a:pt x="39731" y="2425"/>
                  </a:cubicBezTo>
                  <a:cubicBezTo>
                    <a:pt x="37604" y="1312"/>
                    <a:pt x="35076" y="545"/>
                    <a:pt x="32062" y="198"/>
                  </a:cubicBezTo>
                  <a:cubicBezTo>
                    <a:pt x="31662" y="158"/>
                    <a:pt x="31262" y="118"/>
                    <a:pt x="30842" y="91"/>
                  </a:cubicBezTo>
                  <a:cubicBezTo>
                    <a:pt x="30015" y="30"/>
                    <a:pt x="29208" y="0"/>
                    <a:pt x="28422" y="0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" name="Google Shape;1948;p36"/>
            <p:cNvSpPr/>
            <p:nvPr/>
          </p:nvSpPr>
          <p:spPr>
            <a:xfrm>
              <a:off x="823826" y="2947286"/>
              <a:ext cx="1455251" cy="1723455"/>
            </a:xfrm>
            <a:custGeom>
              <a:avLst/>
              <a:gdLst/>
              <a:ahLst/>
              <a:cxnLst/>
              <a:rect l="l" t="t" r="r" b="b"/>
              <a:pathLst>
                <a:path w="52029" h="61618" extrusionOk="0">
                  <a:moveTo>
                    <a:pt x="28615" y="581"/>
                  </a:moveTo>
                  <a:cubicBezTo>
                    <a:pt x="29389" y="581"/>
                    <a:pt x="30189" y="608"/>
                    <a:pt x="30996" y="675"/>
                  </a:cubicBezTo>
                  <a:cubicBezTo>
                    <a:pt x="31403" y="701"/>
                    <a:pt x="31809" y="741"/>
                    <a:pt x="32189" y="781"/>
                  </a:cubicBezTo>
                  <a:lnTo>
                    <a:pt x="32209" y="781"/>
                  </a:lnTo>
                  <a:cubicBezTo>
                    <a:pt x="35084" y="1108"/>
                    <a:pt x="37624" y="1848"/>
                    <a:pt x="39758" y="2975"/>
                  </a:cubicBezTo>
                  <a:cubicBezTo>
                    <a:pt x="40938" y="3595"/>
                    <a:pt x="42032" y="4362"/>
                    <a:pt x="43019" y="5249"/>
                  </a:cubicBezTo>
                  <a:cubicBezTo>
                    <a:pt x="49634" y="11244"/>
                    <a:pt x="50594" y="22060"/>
                    <a:pt x="51168" y="35584"/>
                  </a:cubicBezTo>
                  <a:cubicBezTo>
                    <a:pt x="51448" y="42166"/>
                    <a:pt x="50221" y="47620"/>
                    <a:pt x="47527" y="51782"/>
                  </a:cubicBezTo>
                  <a:cubicBezTo>
                    <a:pt x="46387" y="53555"/>
                    <a:pt x="44939" y="55116"/>
                    <a:pt x="43259" y="56389"/>
                  </a:cubicBezTo>
                  <a:cubicBezTo>
                    <a:pt x="39225" y="59474"/>
                    <a:pt x="33795" y="61033"/>
                    <a:pt x="27090" y="61033"/>
                  </a:cubicBezTo>
                  <a:cubicBezTo>
                    <a:pt x="25504" y="61033"/>
                    <a:pt x="23847" y="60945"/>
                    <a:pt x="22120" y="60771"/>
                  </a:cubicBezTo>
                  <a:cubicBezTo>
                    <a:pt x="15585" y="60117"/>
                    <a:pt x="10544" y="57523"/>
                    <a:pt x="7143" y="53082"/>
                  </a:cubicBezTo>
                  <a:cubicBezTo>
                    <a:pt x="4969" y="50221"/>
                    <a:pt x="181" y="41879"/>
                    <a:pt x="2828" y="26108"/>
                  </a:cubicBezTo>
                  <a:cubicBezTo>
                    <a:pt x="4535" y="15912"/>
                    <a:pt x="9137" y="8063"/>
                    <a:pt x="15778" y="3982"/>
                  </a:cubicBezTo>
                  <a:cubicBezTo>
                    <a:pt x="19453" y="1728"/>
                    <a:pt x="23767" y="581"/>
                    <a:pt x="28615" y="581"/>
                  </a:cubicBezTo>
                  <a:close/>
                  <a:moveTo>
                    <a:pt x="28647" y="1"/>
                  </a:moveTo>
                  <a:cubicBezTo>
                    <a:pt x="23674" y="1"/>
                    <a:pt x="19250" y="1167"/>
                    <a:pt x="15472" y="3482"/>
                  </a:cubicBezTo>
                  <a:cubicBezTo>
                    <a:pt x="8683" y="7650"/>
                    <a:pt x="3982" y="15652"/>
                    <a:pt x="2248" y="26015"/>
                  </a:cubicBezTo>
                  <a:cubicBezTo>
                    <a:pt x="1354" y="31343"/>
                    <a:pt x="1" y="44680"/>
                    <a:pt x="6683" y="53429"/>
                  </a:cubicBezTo>
                  <a:cubicBezTo>
                    <a:pt x="10183" y="58017"/>
                    <a:pt x="15358" y="60677"/>
                    <a:pt x="22060" y="61351"/>
                  </a:cubicBezTo>
                  <a:cubicBezTo>
                    <a:pt x="23734" y="61524"/>
                    <a:pt x="25408" y="61618"/>
                    <a:pt x="27088" y="61618"/>
                  </a:cubicBezTo>
                  <a:cubicBezTo>
                    <a:pt x="33923" y="61618"/>
                    <a:pt x="39471" y="60024"/>
                    <a:pt x="43612" y="56850"/>
                  </a:cubicBezTo>
                  <a:cubicBezTo>
                    <a:pt x="45346" y="55529"/>
                    <a:pt x="46840" y="53922"/>
                    <a:pt x="48020" y="52088"/>
                  </a:cubicBezTo>
                  <a:cubicBezTo>
                    <a:pt x="50781" y="47821"/>
                    <a:pt x="52028" y="42259"/>
                    <a:pt x="51748" y="35551"/>
                  </a:cubicBezTo>
                  <a:cubicBezTo>
                    <a:pt x="51174" y="21894"/>
                    <a:pt x="50194" y="10951"/>
                    <a:pt x="43412" y="4809"/>
                  </a:cubicBezTo>
                  <a:cubicBezTo>
                    <a:pt x="42385" y="3889"/>
                    <a:pt x="41252" y="3095"/>
                    <a:pt x="40038" y="2449"/>
                  </a:cubicBezTo>
                  <a:cubicBezTo>
                    <a:pt x="37838" y="1288"/>
                    <a:pt x="35224" y="535"/>
                    <a:pt x="32289" y="201"/>
                  </a:cubicBezTo>
                  <a:lnTo>
                    <a:pt x="32243" y="201"/>
                  </a:lnTo>
                  <a:cubicBezTo>
                    <a:pt x="31849" y="155"/>
                    <a:pt x="31443" y="115"/>
                    <a:pt x="31042" y="88"/>
                  </a:cubicBezTo>
                  <a:cubicBezTo>
                    <a:pt x="30231" y="30"/>
                    <a:pt x="29432" y="1"/>
                    <a:pt x="2864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" name="Google Shape;1949;p36"/>
            <p:cNvSpPr/>
            <p:nvPr/>
          </p:nvSpPr>
          <p:spPr>
            <a:xfrm>
              <a:off x="828693" y="2948657"/>
              <a:ext cx="1493822" cy="1713834"/>
            </a:xfrm>
            <a:custGeom>
              <a:avLst/>
              <a:gdLst/>
              <a:ahLst/>
              <a:cxnLst/>
              <a:rect l="l" t="t" r="r" b="b"/>
              <a:pathLst>
                <a:path w="53408" h="61274" extrusionOk="0">
                  <a:moveTo>
                    <a:pt x="35139" y="0"/>
                  </a:moveTo>
                  <a:cubicBezTo>
                    <a:pt x="34082" y="0"/>
                    <a:pt x="33043" y="131"/>
                    <a:pt x="32062" y="446"/>
                  </a:cubicBezTo>
                  <a:cubicBezTo>
                    <a:pt x="31462" y="632"/>
                    <a:pt x="30895" y="892"/>
                    <a:pt x="30362" y="1219"/>
                  </a:cubicBezTo>
                  <a:cubicBezTo>
                    <a:pt x="26881" y="3353"/>
                    <a:pt x="25827" y="7848"/>
                    <a:pt x="23366" y="11095"/>
                  </a:cubicBezTo>
                  <a:cubicBezTo>
                    <a:pt x="22893" y="11722"/>
                    <a:pt x="22339" y="12315"/>
                    <a:pt x="21633" y="12636"/>
                  </a:cubicBezTo>
                  <a:cubicBezTo>
                    <a:pt x="20672" y="13076"/>
                    <a:pt x="19479" y="12989"/>
                    <a:pt x="18658" y="13629"/>
                  </a:cubicBezTo>
                  <a:cubicBezTo>
                    <a:pt x="17532" y="14503"/>
                    <a:pt x="17625" y="16203"/>
                    <a:pt x="17045" y="17504"/>
                  </a:cubicBezTo>
                  <a:cubicBezTo>
                    <a:pt x="16631" y="18417"/>
                    <a:pt x="15878" y="19131"/>
                    <a:pt x="15138" y="19817"/>
                  </a:cubicBezTo>
                  <a:cubicBezTo>
                    <a:pt x="13424" y="21425"/>
                    <a:pt x="11690" y="23038"/>
                    <a:pt x="9663" y="24232"/>
                  </a:cubicBezTo>
                  <a:cubicBezTo>
                    <a:pt x="9293" y="24459"/>
                    <a:pt x="8869" y="24674"/>
                    <a:pt x="8450" y="24674"/>
                  </a:cubicBezTo>
                  <a:cubicBezTo>
                    <a:pt x="8340" y="24674"/>
                    <a:pt x="8231" y="24659"/>
                    <a:pt x="8122" y="24625"/>
                  </a:cubicBezTo>
                  <a:cubicBezTo>
                    <a:pt x="7122" y="24325"/>
                    <a:pt x="7109" y="22918"/>
                    <a:pt x="7335" y="21898"/>
                  </a:cubicBezTo>
                  <a:cubicBezTo>
                    <a:pt x="8389" y="16977"/>
                    <a:pt x="9696" y="12035"/>
                    <a:pt x="12310" y="7741"/>
                  </a:cubicBezTo>
                  <a:cubicBezTo>
                    <a:pt x="13197" y="6274"/>
                    <a:pt x="14251" y="4914"/>
                    <a:pt x="15444" y="3687"/>
                  </a:cubicBezTo>
                  <a:lnTo>
                    <a:pt x="15444" y="3687"/>
                  </a:lnTo>
                  <a:cubicBezTo>
                    <a:pt x="7969" y="8268"/>
                    <a:pt x="3895" y="16877"/>
                    <a:pt x="2367" y="26012"/>
                  </a:cubicBezTo>
                  <a:cubicBezTo>
                    <a:pt x="0" y="40116"/>
                    <a:pt x="2174" y="59021"/>
                    <a:pt x="21919" y="61015"/>
                  </a:cubicBezTo>
                  <a:cubicBezTo>
                    <a:pt x="23639" y="61188"/>
                    <a:pt x="25287" y="61273"/>
                    <a:pt x="26863" y="61273"/>
                  </a:cubicBezTo>
                  <a:cubicBezTo>
                    <a:pt x="33735" y="61273"/>
                    <a:pt x="39235" y="59649"/>
                    <a:pt x="43265" y="56574"/>
                  </a:cubicBezTo>
                  <a:cubicBezTo>
                    <a:pt x="44559" y="55354"/>
                    <a:pt x="45786" y="54053"/>
                    <a:pt x="46933" y="52686"/>
                  </a:cubicBezTo>
                  <a:cubicBezTo>
                    <a:pt x="47153" y="52433"/>
                    <a:pt x="47380" y="52159"/>
                    <a:pt x="47600" y="51893"/>
                  </a:cubicBezTo>
                  <a:cubicBezTo>
                    <a:pt x="49887" y="49045"/>
                    <a:pt x="51874" y="45784"/>
                    <a:pt x="52621" y="42330"/>
                  </a:cubicBezTo>
                  <a:cubicBezTo>
                    <a:pt x="53374" y="38869"/>
                    <a:pt x="52954" y="35275"/>
                    <a:pt x="52901" y="31734"/>
                  </a:cubicBezTo>
                  <a:cubicBezTo>
                    <a:pt x="52808" y="26786"/>
                    <a:pt x="53408" y="21825"/>
                    <a:pt x="52914" y="16903"/>
                  </a:cubicBezTo>
                  <a:cubicBezTo>
                    <a:pt x="52421" y="11989"/>
                    <a:pt x="50634" y="6914"/>
                    <a:pt x="46733" y="3867"/>
                  </a:cubicBezTo>
                  <a:cubicBezTo>
                    <a:pt x="44812" y="2366"/>
                    <a:pt x="42498" y="1453"/>
                    <a:pt x="40151" y="786"/>
                  </a:cubicBezTo>
                  <a:cubicBezTo>
                    <a:pt x="38542" y="331"/>
                    <a:pt x="36818" y="0"/>
                    <a:pt x="35139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" name="Google Shape;1950;p36"/>
            <p:cNvSpPr/>
            <p:nvPr/>
          </p:nvSpPr>
          <p:spPr>
            <a:xfrm>
              <a:off x="896576" y="3639292"/>
              <a:ext cx="27075" cy="251618"/>
            </a:xfrm>
            <a:custGeom>
              <a:avLst/>
              <a:gdLst/>
              <a:ahLst/>
              <a:cxnLst/>
              <a:rect l="l" t="t" r="r" b="b"/>
              <a:pathLst>
                <a:path w="968" h="8996" extrusionOk="0">
                  <a:moveTo>
                    <a:pt x="967" y="0"/>
                  </a:moveTo>
                  <a:cubicBezTo>
                    <a:pt x="514" y="1447"/>
                    <a:pt x="234" y="2941"/>
                    <a:pt x="127" y="4461"/>
                  </a:cubicBezTo>
                  <a:cubicBezTo>
                    <a:pt x="0" y="5968"/>
                    <a:pt x="40" y="7489"/>
                    <a:pt x="261" y="8996"/>
                  </a:cubicBezTo>
                  <a:cubicBezTo>
                    <a:pt x="261" y="7475"/>
                    <a:pt x="294" y="5982"/>
                    <a:pt x="407" y="4481"/>
                  </a:cubicBezTo>
                  <a:cubicBezTo>
                    <a:pt x="527" y="2981"/>
                    <a:pt x="727" y="1500"/>
                    <a:pt x="9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" name="Google Shape;1951;p36"/>
            <p:cNvSpPr/>
            <p:nvPr/>
          </p:nvSpPr>
          <p:spPr>
            <a:xfrm>
              <a:off x="935734" y="3412651"/>
              <a:ext cx="48892" cy="177973"/>
            </a:xfrm>
            <a:custGeom>
              <a:avLst/>
              <a:gdLst/>
              <a:ahLst/>
              <a:cxnLst/>
              <a:rect l="l" t="t" r="r" b="b"/>
              <a:pathLst>
                <a:path w="1748" h="6363" extrusionOk="0">
                  <a:moveTo>
                    <a:pt x="1748" y="1"/>
                  </a:moveTo>
                  <a:cubicBezTo>
                    <a:pt x="1275" y="1001"/>
                    <a:pt x="881" y="2035"/>
                    <a:pt x="568" y="3102"/>
                  </a:cubicBezTo>
                  <a:cubicBezTo>
                    <a:pt x="254" y="4162"/>
                    <a:pt x="28" y="5249"/>
                    <a:pt x="1" y="6363"/>
                  </a:cubicBezTo>
                  <a:cubicBezTo>
                    <a:pt x="254" y="5282"/>
                    <a:pt x="548" y="4229"/>
                    <a:pt x="848" y="3175"/>
                  </a:cubicBezTo>
                  <a:cubicBezTo>
                    <a:pt x="1148" y="2121"/>
                    <a:pt x="1495" y="1081"/>
                    <a:pt x="174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" name="Google Shape;1952;p36"/>
            <p:cNvSpPr/>
            <p:nvPr/>
          </p:nvSpPr>
          <p:spPr>
            <a:xfrm>
              <a:off x="1019867" y="3126182"/>
              <a:ext cx="204433" cy="243619"/>
            </a:xfrm>
            <a:custGeom>
              <a:avLst/>
              <a:gdLst/>
              <a:ahLst/>
              <a:cxnLst/>
              <a:rect l="l" t="t" r="r" b="b"/>
              <a:pathLst>
                <a:path w="7309" h="8710" extrusionOk="0">
                  <a:moveTo>
                    <a:pt x="7309" y="0"/>
                  </a:moveTo>
                  <a:lnTo>
                    <a:pt x="7309" y="0"/>
                  </a:lnTo>
                  <a:cubicBezTo>
                    <a:pt x="5588" y="914"/>
                    <a:pt x="4061" y="2154"/>
                    <a:pt x="2821" y="3655"/>
                  </a:cubicBezTo>
                  <a:cubicBezTo>
                    <a:pt x="1567" y="5148"/>
                    <a:pt x="574" y="6869"/>
                    <a:pt x="0" y="8709"/>
                  </a:cubicBezTo>
                  <a:cubicBezTo>
                    <a:pt x="781" y="6955"/>
                    <a:pt x="1801" y="5315"/>
                    <a:pt x="3034" y="3841"/>
                  </a:cubicBezTo>
                  <a:cubicBezTo>
                    <a:pt x="4275" y="2368"/>
                    <a:pt x="5715" y="1074"/>
                    <a:pt x="730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" name="Google Shape;1953;p36"/>
            <p:cNvSpPr/>
            <p:nvPr/>
          </p:nvSpPr>
          <p:spPr>
            <a:xfrm>
              <a:off x="1117035" y="3343090"/>
              <a:ext cx="100748" cy="317487"/>
            </a:xfrm>
            <a:custGeom>
              <a:avLst/>
              <a:gdLst/>
              <a:ahLst/>
              <a:cxnLst/>
              <a:rect l="l" t="t" r="r" b="b"/>
              <a:pathLst>
                <a:path w="3602" h="11351" extrusionOk="0">
                  <a:moveTo>
                    <a:pt x="3602" y="1"/>
                  </a:moveTo>
                  <a:lnTo>
                    <a:pt x="3602" y="1"/>
                  </a:lnTo>
                  <a:cubicBezTo>
                    <a:pt x="2408" y="1621"/>
                    <a:pt x="1501" y="3462"/>
                    <a:pt x="907" y="5389"/>
                  </a:cubicBezTo>
                  <a:cubicBezTo>
                    <a:pt x="321" y="7316"/>
                    <a:pt x="1" y="9330"/>
                    <a:pt x="61" y="11350"/>
                  </a:cubicBezTo>
                  <a:cubicBezTo>
                    <a:pt x="221" y="9350"/>
                    <a:pt x="601" y="7383"/>
                    <a:pt x="1194" y="5469"/>
                  </a:cubicBezTo>
                  <a:cubicBezTo>
                    <a:pt x="1801" y="3568"/>
                    <a:pt x="2608" y="1734"/>
                    <a:pt x="360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" name="Google Shape;1954;p36"/>
            <p:cNvSpPr/>
            <p:nvPr/>
          </p:nvSpPr>
          <p:spPr>
            <a:xfrm>
              <a:off x="1162179" y="3388233"/>
              <a:ext cx="48136" cy="209300"/>
            </a:xfrm>
            <a:custGeom>
              <a:avLst/>
              <a:gdLst/>
              <a:ahLst/>
              <a:cxnLst/>
              <a:rect l="l" t="t" r="r" b="b"/>
              <a:pathLst>
                <a:path w="1721" h="7483" extrusionOk="0">
                  <a:moveTo>
                    <a:pt x="1721" y="0"/>
                  </a:moveTo>
                  <a:cubicBezTo>
                    <a:pt x="527" y="2301"/>
                    <a:pt x="0" y="4895"/>
                    <a:pt x="200" y="7482"/>
                  </a:cubicBezTo>
                  <a:cubicBezTo>
                    <a:pt x="387" y="4935"/>
                    <a:pt x="901" y="2414"/>
                    <a:pt x="172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" name="Google Shape;1955;p36"/>
            <p:cNvSpPr/>
            <p:nvPr/>
          </p:nvSpPr>
          <p:spPr>
            <a:xfrm>
              <a:off x="1214399" y="3374612"/>
              <a:ext cx="55996" cy="149807"/>
            </a:xfrm>
            <a:custGeom>
              <a:avLst/>
              <a:gdLst/>
              <a:ahLst/>
              <a:cxnLst/>
              <a:rect l="l" t="t" r="r" b="b"/>
              <a:pathLst>
                <a:path w="2002" h="5356" extrusionOk="0">
                  <a:moveTo>
                    <a:pt x="2001" y="1"/>
                  </a:moveTo>
                  <a:lnTo>
                    <a:pt x="2001" y="1"/>
                  </a:lnTo>
                  <a:cubicBezTo>
                    <a:pt x="641" y="1428"/>
                    <a:pt x="1" y="3395"/>
                    <a:pt x="254" y="5355"/>
                  </a:cubicBezTo>
                  <a:cubicBezTo>
                    <a:pt x="327" y="4408"/>
                    <a:pt x="514" y="3475"/>
                    <a:pt x="794" y="2568"/>
                  </a:cubicBezTo>
                  <a:cubicBezTo>
                    <a:pt x="1094" y="1668"/>
                    <a:pt x="1501" y="807"/>
                    <a:pt x="200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" name="Google Shape;1956;p36"/>
            <p:cNvSpPr/>
            <p:nvPr/>
          </p:nvSpPr>
          <p:spPr>
            <a:xfrm>
              <a:off x="1291065" y="3089430"/>
              <a:ext cx="302915" cy="204629"/>
            </a:xfrm>
            <a:custGeom>
              <a:avLst/>
              <a:gdLst/>
              <a:ahLst/>
              <a:cxnLst/>
              <a:rect l="l" t="t" r="r" b="b"/>
              <a:pathLst>
                <a:path w="10830" h="7316" extrusionOk="0">
                  <a:moveTo>
                    <a:pt x="10830" y="1"/>
                  </a:moveTo>
                  <a:cubicBezTo>
                    <a:pt x="8689" y="647"/>
                    <a:pt x="6642" y="1574"/>
                    <a:pt x="4748" y="2755"/>
                  </a:cubicBezTo>
                  <a:cubicBezTo>
                    <a:pt x="3801" y="3341"/>
                    <a:pt x="2894" y="3995"/>
                    <a:pt x="2027" y="4695"/>
                  </a:cubicBezTo>
                  <a:cubicBezTo>
                    <a:pt x="1587" y="5042"/>
                    <a:pt x="1187" y="5435"/>
                    <a:pt x="827" y="5862"/>
                  </a:cubicBezTo>
                  <a:cubicBezTo>
                    <a:pt x="454" y="6289"/>
                    <a:pt x="174" y="6782"/>
                    <a:pt x="0" y="7316"/>
                  </a:cubicBezTo>
                  <a:cubicBezTo>
                    <a:pt x="447" y="6282"/>
                    <a:pt x="1281" y="5535"/>
                    <a:pt x="2167" y="4868"/>
                  </a:cubicBezTo>
                  <a:cubicBezTo>
                    <a:pt x="3048" y="4202"/>
                    <a:pt x="3968" y="3581"/>
                    <a:pt x="4908" y="2995"/>
                  </a:cubicBezTo>
                  <a:cubicBezTo>
                    <a:pt x="6795" y="1834"/>
                    <a:pt x="8776" y="834"/>
                    <a:pt x="1083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" name="Google Shape;1957;p36"/>
            <p:cNvSpPr/>
            <p:nvPr/>
          </p:nvSpPr>
          <p:spPr>
            <a:xfrm>
              <a:off x="824385" y="3800064"/>
              <a:ext cx="19243" cy="206111"/>
            </a:xfrm>
            <a:custGeom>
              <a:avLst/>
              <a:gdLst/>
              <a:ahLst/>
              <a:cxnLst/>
              <a:rect l="l" t="t" r="r" b="b"/>
              <a:pathLst>
                <a:path w="688" h="7369" extrusionOk="0">
                  <a:moveTo>
                    <a:pt x="688" y="0"/>
                  </a:moveTo>
                  <a:lnTo>
                    <a:pt x="688" y="0"/>
                  </a:lnTo>
                  <a:cubicBezTo>
                    <a:pt x="54" y="2414"/>
                    <a:pt x="1" y="4935"/>
                    <a:pt x="528" y="7369"/>
                  </a:cubicBezTo>
                  <a:cubicBezTo>
                    <a:pt x="474" y="6135"/>
                    <a:pt x="448" y="4902"/>
                    <a:pt x="461" y="3675"/>
                  </a:cubicBezTo>
                  <a:cubicBezTo>
                    <a:pt x="481" y="2454"/>
                    <a:pt x="581" y="1234"/>
                    <a:pt x="6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" name="Google Shape;1958;p36"/>
            <p:cNvSpPr/>
            <p:nvPr/>
          </p:nvSpPr>
          <p:spPr>
            <a:xfrm>
              <a:off x="978584" y="2991870"/>
              <a:ext cx="1053910" cy="976684"/>
            </a:xfrm>
            <a:custGeom>
              <a:avLst/>
              <a:gdLst/>
              <a:ahLst/>
              <a:cxnLst/>
              <a:rect l="l" t="t" r="r" b="b"/>
              <a:pathLst>
                <a:path w="37680" h="34919" extrusionOk="0">
                  <a:moveTo>
                    <a:pt x="26166" y="0"/>
                  </a:moveTo>
                  <a:cubicBezTo>
                    <a:pt x="24242" y="0"/>
                    <a:pt x="22226" y="202"/>
                    <a:pt x="20201" y="714"/>
                  </a:cubicBezTo>
                  <a:cubicBezTo>
                    <a:pt x="10472" y="3182"/>
                    <a:pt x="6031" y="8296"/>
                    <a:pt x="3210" y="16359"/>
                  </a:cubicBezTo>
                  <a:cubicBezTo>
                    <a:pt x="13" y="25528"/>
                    <a:pt x="0" y="34918"/>
                    <a:pt x="1830" y="34918"/>
                  </a:cubicBezTo>
                  <a:cubicBezTo>
                    <a:pt x="1935" y="34918"/>
                    <a:pt x="2046" y="34887"/>
                    <a:pt x="2163" y="34824"/>
                  </a:cubicBezTo>
                  <a:cubicBezTo>
                    <a:pt x="3197" y="34257"/>
                    <a:pt x="2350" y="25961"/>
                    <a:pt x="5244" y="17219"/>
                  </a:cubicBezTo>
                  <a:cubicBezTo>
                    <a:pt x="8138" y="8477"/>
                    <a:pt x="14980" y="3369"/>
                    <a:pt x="23169" y="1888"/>
                  </a:cubicBezTo>
                  <a:cubicBezTo>
                    <a:pt x="25010" y="1556"/>
                    <a:pt x="26711" y="1411"/>
                    <a:pt x="28282" y="1411"/>
                  </a:cubicBezTo>
                  <a:cubicBezTo>
                    <a:pt x="32145" y="1411"/>
                    <a:pt x="35224" y="2290"/>
                    <a:pt x="37679" y="3442"/>
                  </a:cubicBezTo>
                  <a:cubicBezTo>
                    <a:pt x="36672" y="2535"/>
                    <a:pt x="35565" y="1755"/>
                    <a:pt x="34372" y="1121"/>
                  </a:cubicBezTo>
                  <a:cubicBezTo>
                    <a:pt x="32104" y="521"/>
                    <a:pt x="29254" y="0"/>
                    <a:pt x="261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" name="Google Shape;1959;p36"/>
            <p:cNvSpPr/>
            <p:nvPr/>
          </p:nvSpPr>
          <p:spPr>
            <a:xfrm>
              <a:off x="982360" y="2983927"/>
              <a:ext cx="1095641" cy="992795"/>
            </a:xfrm>
            <a:custGeom>
              <a:avLst/>
              <a:gdLst/>
              <a:ahLst/>
              <a:cxnLst/>
              <a:rect l="l" t="t" r="r" b="b"/>
              <a:pathLst>
                <a:path w="39172" h="35495" extrusionOk="0">
                  <a:moveTo>
                    <a:pt x="25873" y="584"/>
                  </a:moveTo>
                  <a:cubicBezTo>
                    <a:pt x="25927" y="584"/>
                    <a:pt x="25981" y="585"/>
                    <a:pt x="26035" y="585"/>
                  </a:cubicBezTo>
                  <a:cubicBezTo>
                    <a:pt x="29135" y="585"/>
                    <a:pt x="31970" y="1105"/>
                    <a:pt x="34123" y="1685"/>
                  </a:cubicBezTo>
                  <a:cubicBezTo>
                    <a:pt x="34690" y="1979"/>
                    <a:pt x="35244" y="2319"/>
                    <a:pt x="35771" y="2686"/>
                  </a:cubicBezTo>
                  <a:cubicBezTo>
                    <a:pt x="33372" y="1836"/>
                    <a:pt x="30809" y="1412"/>
                    <a:pt x="28098" y="1412"/>
                  </a:cubicBezTo>
                  <a:cubicBezTo>
                    <a:pt x="26446" y="1412"/>
                    <a:pt x="24738" y="1570"/>
                    <a:pt x="22980" y="1885"/>
                  </a:cubicBezTo>
                  <a:cubicBezTo>
                    <a:pt x="14185" y="3472"/>
                    <a:pt x="7570" y="9134"/>
                    <a:pt x="4836" y="17409"/>
                  </a:cubicBezTo>
                  <a:cubicBezTo>
                    <a:pt x="3082" y="22698"/>
                    <a:pt x="2695" y="27786"/>
                    <a:pt x="2435" y="31166"/>
                  </a:cubicBezTo>
                  <a:cubicBezTo>
                    <a:pt x="2302" y="32894"/>
                    <a:pt x="2082" y="34741"/>
                    <a:pt x="1895" y="34847"/>
                  </a:cubicBezTo>
                  <a:cubicBezTo>
                    <a:pt x="1815" y="34891"/>
                    <a:pt x="1751" y="34908"/>
                    <a:pt x="1696" y="34908"/>
                  </a:cubicBezTo>
                  <a:cubicBezTo>
                    <a:pt x="1617" y="34908"/>
                    <a:pt x="1559" y="34873"/>
                    <a:pt x="1508" y="34834"/>
                  </a:cubicBezTo>
                  <a:cubicBezTo>
                    <a:pt x="981" y="34381"/>
                    <a:pt x="561" y="32400"/>
                    <a:pt x="835" y="28599"/>
                  </a:cubicBezTo>
                  <a:cubicBezTo>
                    <a:pt x="1108" y="24798"/>
                    <a:pt x="2008" y="20590"/>
                    <a:pt x="3349" y="16736"/>
                  </a:cubicBezTo>
                  <a:cubicBezTo>
                    <a:pt x="6403" y="8007"/>
                    <a:pt x="11264" y="3532"/>
                    <a:pt x="20140" y="1285"/>
                  </a:cubicBezTo>
                  <a:cubicBezTo>
                    <a:pt x="22015" y="818"/>
                    <a:pt x="23940" y="584"/>
                    <a:pt x="25873" y="584"/>
                  </a:cubicBezTo>
                  <a:close/>
                  <a:moveTo>
                    <a:pt x="26042" y="0"/>
                  </a:moveTo>
                  <a:cubicBezTo>
                    <a:pt x="24101" y="0"/>
                    <a:pt x="22054" y="204"/>
                    <a:pt x="20000" y="725"/>
                  </a:cubicBezTo>
                  <a:cubicBezTo>
                    <a:pt x="10904" y="3026"/>
                    <a:pt x="5929" y="7607"/>
                    <a:pt x="2802" y="16543"/>
                  </a:cubicBezTo>
                  <a:cubicBezTo>
                    <a:pt x="1441" y="20444"/>
                    <a:pt x="534" y="24705"/>
                    <a:pt x="261" y="28559"/>
                  </a:cubicBezTo>
                  <a:cubicBezTo>
                    <a:pt x="1" y="32080"/>
                    <a:pt x="328" y="34594"/>
                    <a:pt x="1135" y="35274"/>
                  </a:cubicBezTo>
                  <a:cubicBezTo>
                    <a:pt x="1288" y="35414"/>
                    <a:pt x="1488" y="35488"/>
                    <a:pt x="1695" y="35494"/>
                  </a:cubicBezTo>
                  <a:cubicBezTo>
                    <a:pt x="1861" y="35488"/>
                    <a:pt x="2021" y="35441"/>
                    <a:pt x="2168" y="35361"/>
                  </a:cubicBezTo>
                  <a:cubicBezTo>
                    <a:pt x="2688" y="35074"/>
                    <a:pt x="2802" y="33947"/>
                    <a:pt x="3008" y="31206"/>
                  </a:cubicBezTo>
                  <a:cubicBezTo>
                    <a:pt x="3268" y="27866"/>
                    <a:pt x="3662" y="22804"/>
                    <a:pt x="5382" y="17596"/>
                  </a:cubicBezTo>
                  <a:cubicBezTo>
                    <a:pt x="8050" y="9527"/>
                    <a:pt x="14505" y="4006"/>
                    <a:pt x="23080" y="2459"/>
                  </a:cubicBezTo>
                  <a:cubicBezTo>
                    <a:pt x="24845" y="2141"/>
                    <a:pt x="26536" y="1982"/>
                    <a:pt x="28164" y="1982"/>
                  </a:cubicBezTo>
                  <a:cubicBezTo>
                    <a:pt x="31493" y="1982"/>
                    <a:pt x="34553" y="2649"/>
                    <a:pt x="37424" y="3993"/>
                  </a:cubicBezTo>
                  <a:lnTo>
                    <a:pt x="39171" y="4806"/>
                  </a:lnTo>
                  <a:lnTo>
                    <a:pt x="37744" y="3506"/>
                  </a:lnTo>
                  <a:cubicBezTo>
                    <a:pt x="36717" y="2586"/>
                    <a:pt x="35584" y="1792"/>
                    <a:pt x="34370" y="1152"/>
                  </a:cubicBezTo>
                  <a:lnTo>
                    <a:pt x="34310" y="1132"/>
                  </a:lnTo>
                  <a:cubicBezTo>
                    <a:pt x="32113" y="544"/>
                    <a:pt x="29217" y="0"/>
                    <a:pt x="2604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7" name="Google Shape;1960;p36"/>
            <p:cNvSpPr/>
            <p:nvPr/>
          </p:nvSpPr>
          <p:spPr>
            <a:xfrm>
              <a:off x="989660" y="3900448"/>
              <a:ext cx="74065" cy="16334"/>
            </a:xfrm>
            <a:custGeom>
              <a:avLst/>
              <a:gdLst/>
              <a:ahLst/>
              <a:cxnLst/>
              <a:rect l="l" t="t" r="r" b="b"/>
              <a:pathLst>
                <a:path w="2648" h="584" extrusionOk="0">
                  <a:moveTo>
                    <a:pt x="287" y="1"/>
                  </a:moveTo>
                  <a:cubicBezTo>
                    <a:pt x="130" y="1"/>
                    <a:pt x="0" y="130"/>
                    <a:pt x="0" y="292"/>
                  </a:cubicBezTo>
                  <a:cubicBezTo>
                    <a:pt x="0" y="454"/>
                    <a:pt x="130" y="584"/>
                    <a:pt x="287" y="584"/>
                  </a:cubicBezTo>
                  <a:cubicBezTo>
                    <a:pt x="304" y="584"/>
                    <a:pt x="322" y="582"/>
                    <a:pt x="340" y="579"/>
                  </a:cubicBezTo>
                  <a:lnTo>
                    <a:pt x="2307" y="579"/>
                  </a:lnTo>
                  <a:cubicBezTo>
                    <a:pt x="2325" y="582"/>
                    <a:pt x="2342" y="584"/>
                    <a:pt x="2359" y="584"/>
                  </a:cubicBezTo>
                  <a:cubicBezTo>
                    <a:pt x="2512" y="584"/>
                    <a:pt x="2647" y="454"/>
                    <a:pt x="2647" y="292"/>
                  </a:cubicBezTo>
                  <a:cubicBezTo>
                    <a:pt x="2647" y="130"/>
                    <a:pt x="2512" y="1"/>
                    <a:pt x="2359" y="1"/>
                  </a:cubicBezTo>
                  <a:cubicBezTo>
                    <a:pt x="2342" y="1"/>
                    <a:pt x="2325" y="2"/>
                    <a:pt x="2307" y="6"/>
                  </a:cubicBezTo>
                  <a:lnTo>
                    <a:pt x="340" y="6"/>
                  </a:lnTo>
                  <a:cubicBezTo>
                    <a:pt x="322" y="2"/>
                    <a:pt x="304" y="1"/>
                    <a:pt x="28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" name="Google Shape;1961;p36"/>
            <p:cNvSpPr/>
            <p:nvPr/>
          </p:nvSpPr>
          <p:spPr>
            <a:xfrm>
              <a:off x="990024" y="3809937"/>
              <a:ext cx="81644" cy="31942"/>
            </a:xfrm>
            <a:custGeom>
              <a:avLst/>
              <a:gdLst/>
              <a:ahLst/>
              <a:cxnLst/>
              <a:rect l="l" t="t" r="r" b="b"/>
              <a:pathLst>
                <a:path w="2919" h="1142" extrusionOk="0">
                  <a:moveTo>
                    <a:pt x="329" y="1"/>
                  </a:moveTo>
                  <a:cubicBezTo>
                    <a:pt x="194" y="1"/>
                    <a:pt x="75" y="88"/>
                    <a:pt x="40" y="221"/>
                  </a:cubicBezTo>
                  <a:cubicBezTo>
                    <a:pt x="0" y="381"/>
                    <a:pt x="94" y="534"/>
                    <a:pt x="247" y="574"/>
                  </a:cubicBezTo>
                  <a:lnTo>
                    <a:pt x="2441" y="1134"/>
                  </a:lnTo>
                  <a:lnTo>
                    <a:pt x="2508" y="1134"/>
                  </a:lnTo>
                  <a:lnTo>
                    <a:pt x="2508" y="1141"/>
                  </a:lnTo>
                  <a:cubicBezTo>
                    <a:pt x="2510" y="1141"/>
                    <a:pt x="2512" y="1141"/>
                    <a:pt x="2515" y="1141"/>
                  </a:cubicBezTo>
                  <a:cubicBezTo>
                    <a:pt x="2862" y="1141"/>
                    <a:pt x="2919" y="647"/>
                    <a:pt x="2581" y="568"/>
                  </a:cubicBezTo>
                  <a:lnTo>
                    <a:pt x="394" y="7"/>
                  </a:lnTo>
                  <a:cubicBezTo>
                    <a:pt x="372" y="3"/>
                    <a:pt x="350" y="1"/>
                    <a:pt x="32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" name="Google Shape;1962;p36"/>
            <p:cNvSpPr/>
            <p:nvPr/>
          </p:nvSpPr>
          <p:spPr>
            <a:xfrm>
              <a:off x="992457" y="3740935"/>
              <a:ext cx="83574" cy="17565"/>
            </a:xfrm>
            <a:custGeom>
              <a:avLst/>
              <a:gdLst/>
              <a:ahLst/>
              <a:cxnLst/>
              <a:rect l="l" t="t" r="r" b="b"/>
              <a:pathLst>
                <a:path w="2988" h="628" extrusionOk="0">
                  <a:moveTo>
                    <a:pt x="300" y="0"/>
                  </a:moveTo>
                  <a:cubicBezTo>
                    <a:pt x="140" y="0"/>
                    <a:pt x="7" y="127"/>
                    <a:pt x="7" y="280"/>
                  </a:cubicBezTo>
                  <a:cubicBezTo>
                    <a:pt x="0" y="441"/>
                    <a:pt x="127" y="574"/>
                    <a:pt x="287" y="574"/>
                  </a:cubicBezTo>
                  <a:lnTo>
                    <a:pt x="2687" y="627"/>
                  </a:lnTo>
                  <a:lnTo>
                    <a:pt x="2701" y="627"/>
                  </a:lnTo>
                  <a:cubicBezTo>
                    <a:pt x="2854" y="627"/>
                    <a:pt x="2988" y="501"/>
                    <a:pt x="2988" y="340"/>
                  </a:cubicBezTo>
                  <a:cubicBezTo>
                    <a:pt x="2988" y="180"/>
                    <a:pt x="2867" y="47"/>
                    <a:pt x="2707" y="40"/>
                  </a:cubicBezTo>
                  <a:lnTo>
                    <a:pt x="300" y="0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" name="Google Shape;1963;p36"/>
            <p:cNvSpPr/>
            <p:nvPr/>
          </p:nvSpPr>
          <p:spPr>
            <a:xfrm>
              <a:off x="1001407" y="3668017"/>
              <a:ext cx="82260" cy="37704"/>
            </a:xfrm>
            <a:custGeom>
              <a:avLst/>
              <a:gdLst/>
              <a:ahLst/>
              <a:cxnLst/>
              <a:rect l="l" t="t" r="r" b="b"/>
              <a:pathLst>
                <a:path w="2941" h="1348" extrusionOk="0">
                  <a:moveTo>
                    <a:pt x="331" y="0"/>
                  </a:moveTo>
                  <a:cubicBezTo>
                    <a:pt x="207" y="0"/>
                    <a:pt x="91" y="76"/>
                    <a:pt x="53" y="200"/>
                  </a:cubicBezTo>
                  <a:cubicBezTo>
                    <a:pt x="0" y="353"/>
                    <a:pt x="80" y="513"/>
                    <a:pt x="234" y="574"/>
                  </a:cubicBezTo>
                  <a:lnTo>
                    <a:pt x="2521" y="1327"/>
                  </a:lnTo>
                  <a:lnTo>
                    <a:pt x="2614" y="1347"/>
                  </a:lnTo>
                  <a:cubicBezTo>
                    <a:pt x="2734" y="1347"/>
                    <a:pt x="2848" y="1267"/>
                    <a:pt x="2888" y="1147"/>
                  </a:cubicBezTo>
                  <a:cubicBezTo>
                    <a:pt x="2941" y="994"/>
                    <a:pt x="2854" y="827"/>
                    <a:pt x="2701" y="780"/>
                  </a:cubicBezTo>
                  <a:lnTo>
                    <a:pt x="420" y="13"/>
                  </a:lnTo>
                  <a:cubicBezTo>
                    <a:pt x="391" y="4"/>
                    <a:pt x="361" y="0"/>
                    <a:pt x="33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" name="Google Shape;1964;p36"/>
            <p:cNvSpPr/>
            <p:nvPr/>
          </p:nvSpPr>
          <p:spPr>
            <a:xfrm>
              <a:off x="1017434" y="3623685"/>
              <a:ext cx="74065" cy="31858"/>
            </a:xfrm>
            <a:custGeom>
              <a:avLst/>
              <a:gdLst/>
              <a:ahLst/>
              <a:cxnLst/>
              <a:rect l="l" t="t" r="r" b="b"/>
              <a:pathLst>
                <a:path w="2648" h="1139" extrusionOk="0">
                  <a:moveTo>
                    <a:pt x="333" y="0"/>
                  </a:moveTo>
                  <a:cubicBezTo>
                    <a:pt x="231" y="0"/>
                    <a:pt x="193" y="30"/>
                    <a:pt x="147" y="65"/>
                  </a:cubicBezTo>
                  <a:cubicBezTo>
                    <a:pt x="21" y="165"/>
                    <a:pt x="1" y="351"/>
                    <a:pt x="107" y="471"/>
                  </a:cubicBezTo>
                  <a:cubicBezTo>
                    <a:pt x="160" y="541"/>
                    <a:pt x="238" y="581"/>
                    <a:pt x="323" y="581"/>
                  </a:cubicBezTo>
                  <a:cubicBezTo>
                    <a:pt x="335" y="581"/>
                    <a:pt x="348" y="580"/>
                    <a:pt x="361" y="578"/>
                  </a:cubicBezTo>
                  <a:cubicBezTo>
                    <a:pt x="561" y="611"/>
                    <a:pt x="1454" y="872"/>
                    <a:pt x="2228" y="1125"/>
                  </a:cubicBezTo>
                  <a:lnTo>
                    <a:pt x="2321" y="1138"/>
                  </a:lnTo>
                  <a:cubicBezTo>
                    <a:pt x="2326" y="1138"/>
                    <a:pt x="2330" y="1139"/>
                    <a:pt x="2335" y="1139"/>
                  </a:cubicBezTo>
                  <a:cubicBezTo>
                    <a:pt x="2456" y="1139"/>
                    <a:pt x="2563" y="1054"/>
                    <a:pt x="2595" y="938"/>
                  </a:cubicBezTo>
                  <a:cubicBezTo>
                    <a:pt x="2648" y="785"/>
                    <a:pt x="2561" y="625"/>
                    <a:pt x="2415" y="571"/>
                  </a:cubicBezTo>
                  <a:cubicBezTo>
                    <a:pt x="1025" y="123"/>
                    <a:pt x="543" y="0"/>
                    <a:pt x="33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" name="Google Shape;1965;p36"/>
            <p:cNvSpPr/>
            <p:nvPr/>
          </p:nvSpPr>
          <p:spPr>
            <a:xfrm>
              <a:off x="1022133" y="3554543"/>
              <a:ext cx="84302" cy="25257"/>
            </a:xfrm>
            <a:custGeom>
              <a:avLst/>
              <a:gdLst/>
              <a:ahLst/>
              <a:cxnLst/>
              <a:rect l="l" t="t" r="r" b="b"/>
              <a:pathLst>
                <a:path w="3014" h="903" extrusionOk="0">
                  <a:moveTo>
                    <a:pt x="400" y="0"/>
                  </a:moveTo>
                  <a:cubicBezTo>
                    <a:pt x="56" y="0"/>
                    <a:pt x="1" y="565"/>
                    <a:pt x="393" y="589"/>
                  </a:cubicBezTo>
                  <a:lnTo>
                    <a:pt x="2660" y="903"/>
                  </a:lnTo>
                  <a:lnTo>
                    <a:pt x="2707" y="903"/>
                  </a:lnTo>
                  <a:cubicBezTo>
                    <a:pt x="2847" y="903"/>
                    <a:pt x="2967" y="796"/>
                    <a:pt x="2987" y="656"/>
                  </a:cubicBezTo>
                  <a:cubicBezTo>
                    <a:pt x="3013" y="496"/>
                    <a:pt x="2900" y="343"/>
                    <a:pt x="2740" y="329"/>
                  </a:cubicBezTo>
                  <a:lnTo>
                    <a:pt x="479" y="9"/>
                  </a:lnTo>
                  <a:cubicBezTo>
                    <a:pt x="452" y="3"/>
                    <a:pt x="425" y="0"/>
                    <a:pt x="4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" name="Google Shape;1966;p36"/>
            <p:cNvSpPr/>
            <p:nvPr/>
          </p:nvSpPr>
          <p:spPr>
            <a:xfrm>
              <a:off x="1044117" y="3486883"/>
              <a:ext cx="77057" cy="37899"/>
            </a:xfrm>
            <a:custGeom>
              <a:avLst/>
              <a:gdLst/>
              <a:ahLst/>
              <a:cxnLst/>
              <a:rect l="l" t="t" r="r" b="b"/>
              <a:pathLst>
                <a:path w="2755" h="1355" extrusionOk="0">
                  <a:moveTo>
                    <a:pt x="328" y="1"/>
                  </a:moveTo>
                  <a:cubicBezTo>
                    <a:pt x="208" y="1"/>
                    <a:pt x="96" y="76"/>
                    <a:pt x="60" y="194"/>
                  </a:cubicBezTo>
                  <a:cubicBezTo>
                    <a:pt x="0" y="341"/>
                    <a:pt x="74" y="514"/>
                    <a:pt x="227" y="561"/>
                  </a:cubicBezTo>
                  <a:lnTo>
                    <a:pt x="2327" y="1341"/>
                  </a:lnTo>
                  <a:lnTo>
                    <a:pt x="2428" y="1355"/>
                  </a:lnTo>
                  <a:cubicBezTo>
                    <a:pt x="2548" y="1348"/>
                    <a:pt x="2654" y="1275"/>
                    <a:pt x="2701" y="1161"/>
                  </a:cubicBezTo>
                  <a:cubicBezTo>
                    <a:pt x="2754" y="1008"/>
                    <a:pt x="2674" y="848"/>
                    <a:pt x="2528" y="788"/>
                  </a:cubicBezTo>
                  <a:lnTo>
                    <a:pt x="434" y="21"/>
                  </a:lnTo>
                  <a:cubicBezTo>
                    <a:pt x="399" y="7"/>
                    <a:pt x="363" y="1"/>
                    <a:pt x="32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" name="Google Shape;1967;p36"/>
            <p:cNvSpPr/>
            <p:nvPr/>
          </p:nvSpPr>
          <p:spPr>
            <a:xfrm>
              <a:off x="1065375" y="3424259"/>
              <a:ext cx="74065" cy="33200"/>
            </a:xfrm>
            <a:custGeom>
              <a:avLst/>
              <a:gdLst/>
              <a:ahLst/>
              <a:cxnLst/>
              <a:rect l="l" t="t" r="r" b="b"/>
              <a:pathLst>
                <a:path w="2648" h="1187" extrusionOk="0">
                  <a:moveTo>
                    <a:pt x="329" y="0"/>
                  </a:moveTo>
                  <a:cubicBezTo>
                    <a:pt x="204" y="0"/>
                    <a:pt x="85" y="82"/>
                    <a:pt x="47" y="213"/>
                  </a:cubicBezTo>
                  <a:cubicBezTo>
                    <a:pt x="0" y="359"/>
                    <a:pt x="87" y="526"/>
                    <a:pt x="240" y="566"/>
                  </a:cubicBezTo>
                  <a:lnTo>
                    <a:pt x="2234" y="1186"/>
                  </a:lnTo>
                  <a:lnTo>
                    <a:pt x="2328" y="1186"/>
                  </a:lnTo>
                  <a:cubicBezTo>
                    <a:pt x="2448" y="1186"/>
                    <a:pt x="2561" y="1113"/>
                    <a:pt x="2601" y="993"/>
                  </a:cubicBezTo>
                  <a:cubicBezTo>
                    <a:pt x="2648" y="840"/>
                    <a:pt x="2561" y="673"/>
                    <a:pt x="2408" y="626"/>
                  </a:cubicBezTo>
                  <a:lnTo>
                    <a:pt x="414" y="13"/>
                  </a:lnTo>
                  <a:cubicBezTo>
                    <a:pt x="386" y="4"/>
                    <a:pt x="357" y="0"/>
                    <a:pt x="32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" name="Google Shape;1968;p36"/>
            <p:cNvSpPr/>
            <p:nvPr/>
          </p:nvSpPr>
          <p:spPr>
            <a:xfrm>
              <a:off x="1090660" y="3355704"/>
              <a:ext cx="75351" cy="48416"/>
            </a:xfrm>
            <a:custGeom>
              <a:avLst/>
              <a:gdLst/>
              <a:ahLst/>
              <a:cxnLst/>
              <a:rect l="l" t="t" r="r" b="b"/>
              <a:pathLst>
                <a:path w="2694" h="1731" extrusionOk="0">
                  <a:moveTo>
                    <a:pt x="421" y="1"/>
                  </a:moveTo>
                  <a:cubicBezTo>
                    <a:pt x="166" y="1"/>
                    <a:pt x="0" y="369"/>
                    <a:pt x="270" y="543"/>
                  </a:cubicBezTo>
                  <a:lnTo>
                    <a:pt x="2131" y="1684"/>
                  </a:lnTo>
                  <a:cubicBezTo>
                    <a:pt x="2171" y="1717"/>
                    <a:pt x="2224" y="1730"/>
                    <a:pt x="2277" y="1730"/>
                  </a:cubicBezTo>
                  <a:cubicBezTo>
                    <a:pt x="2282" y="1730"/>
                    <a:pt x="2287" y="1731"/>
                    <a:pt x="2292" y="1731"/>
                  </a:cubicBezTo>
                  <a:cubicBezTo>
                    <a:pt x="2588" y="1731"/>
                    <a:pt x="2693" y="1334"/>
                    <a:pt x="2431" y="1190"/>
                  </a:cubicBezTo>
                  <a:lnTo>
                    <a:pt x="570" y="43"/>
                  </a:lnTo>
                  <a:cubicBezTo>
                    <a:pt x="519" y="14"/>
                    <a:pt x="468" y="1"/>
                    <a:pt x="42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" name="Google Shape;1969;p36"/>
            <p:cNvSpPr/>
            <p:nvPr/>
          </p:nvSpPr>
          <p:spPr>
            <a:xfrm>
              <a:off x="1120951" y="3303512"/>
              <a:ext cx="73337" cy="52472"/>
            </a:xfrm>
            <a:custGeom>
              <a:avLst/>
              <a:gdLst/>
              <a:ahLst/>
              <a:cxnLst/>
              <a:rect l="l" t="t" r="r" b="b"/>
              <a:pathLst>
                <a:path w="2622" h="1876" extrusionOk="0">
                  <a:moveTo>
                    <a:pt x="335" y="1"/>
                  </a:moveTo>
                  <a:cubicBezTo>
                    <a:pt x="241" y="1"/>
                    <a:pt x="149" y="47"/>
                    <a:pt x="94" y="135"/>
                  </a:cubicBezTo>
                  <a:cubicBezTo>
                    <a:pt x="1" y="262"/>
                    <a:pt x="41" y="449"/>
                    <a:pt x="181" y="535"/>
                  </a:cubicBezTo>
                  <a:lnTo>
                    <a:pt x="2128" y="1829"/>
                  </a:lnTo>
                  <a:cubicBezTo>
                    <a:pt x="2175" y="1856"/>
                    <a:pt x="2235" y="1876"/>
                    <a:pt x="2288" y="1876"/>
                  </a:cubicBezTo>
                  <a:cubicBezTo>
                    <a:pt x="2388" y="1876"/>
                    <a:pt x="2475" y="1822"/>
                    <a:pt x="2528" y="1742"/>
                  </a:cubicBezTo>
                  <a:cubicBezTo>
                    <a:pt x="2621" y="1609"/>
                    <a:pt x="2588" y="1429"/>
                    <a:pt x="2455" y="1342"/>
                  </a:cubicBezTo>
                  <a:lnTo>
                    <a:pt x="494" y="49"/>
                  </a:lnTo>
                  <a:cubicBezTo>
                    <a:pt x="445" y="17"/>
                    <a:pt x="389" y="1"/>
                    <a:pt x="3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" name="Google Shape;1970;p36"/>
            <p:cNvSpPr/>
            <p:nvPr/>
          </p:nvSpPr>
          <p:spPr>
            <a:xfrm>
              <a:off x="1165032" y="3227713"/>
              <a:ext cx="73841" cy="59296"/>
            </a:xfrm>
            <a:custGeom>
              <a:avLst/>
              <a:gdLst/>
              <a:ahLst/>
              <a:cxnLst/>
              <a:rect l="l" t="t" r="r" b="b"/>
              <a:pathLst>
                <a:path w="2640" h="2120" extrusionOk="0">
                  <a:moveTo>
                    <a:pt x="426" y="1"/>
                  </a:moveTo>
                  <a:cubicBezTo>
                    <a:pt x="185" y="1"/>
                    <a:pt x="0" y="333"/>
                    <a:pt x="245" y="525"/>
                  </a:cubicBezTo>
                  <a:lnTo>
                    <a:pt x="2132" y="2052"/>
                  </a:lnTo>
                  <a:cubicBezTo>
                    <a:pt x="2174" y="2094"/>
                    <a:pt x="2232" y="2119"/>
                    <a:pt x="2292" y="2119"/>
                  </a:cubicBezTo>
                  <a:cubicBezTo>
                    <a:pt x="2299" y="2119"/>
                    <a:pt x="2306" y="2119"/>
                    <a:pt x="2312" y="2118"/>
                  </a:cubicBezTo>
                  <a:cubicBezTo>
                    <a:pt x="2399" y="2118"/>
                    <a:pt x="2486" y="2078"/>
                    <a:pt x="2539" y="2012"/>
                  </a:cubicBezTo>
                  <a:cubicBezTo>
                    <a:pt x="2639" y="1885"/>
                    <a:pt x="2619" y="1705"/>
                    <a:pt x="2499" y="1605"/>
                  </a:cubicBezTo>
                  <a:lnTo>
                    <a:pt x="612" y="71"/>
                  </a:lnTo>
                  <a:cubicBezTo>
                    <a:pt x="550" y="22"/>
                    <a:pt x="486" y="1"/>
                    <a:pt x="42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" name="Google Shape;1971;p36"/>
            <p:cNvSpPr/>
            <p:nvPr/>
          </p:nvSpPr>
          <p:spPr>
            <a:xfrm>
              <a:off x="1217587" y="3166599"/>
              <a:ext cx="59884" cy="77505"/>
            </a:xfrm>
            <a:custGeom>
              <a:avLst/>
              <a:gdLst/>
              <a:ahLst/>
              <a:cxnLst/>
              <a:rect l="l" t="t" r="r" b="b"/>
              <a:pathLst>
                <a:path w="2141" h="2771" extrusionOk="0">
                  <a:moveTo>
                    <a:pt x="426" y="0"/>
                  </a:moveTo>
                  <a:cubicBezTo>
                    <a:pt x="215" y="0"/>
                    <a:pt x="1" y="241"/>
                    <a:pt x="180" y="476"/>
                  </a:cubicBezTo>
                  <a:lnTo>
                    <a:pt x="1560" y="2636"/>
                  </a:lnTo>
                  <a:cubicBezTo>
                    <a:pt x="1611" y="2718"/>
                    <a:pt x="1697" y="2770"/>
                    <a:pt x="1790" y="2770"/>
                  </a:cubicBezTo>
                  <a:cubicBezTo>
                    <a:pt x="1796" y="2770"/>
                    <a:pt x="1801" y="2770"/>
                    <a:pt x="1807" y="2770"/>
                  </a:cubicBezTo>
                  <a:cubicBezTo>
                    <a:pt x="1860" y="2770"/>
                    <a:pt x="1914" y="2756"/>
                    <a:pt x="1960" y="2730"/>
                  </a:cubicBezTo>
                  <a:cubicBezTo>
                    <a:pt x="2100" y="2643"/>
                    <a:pt x="2140" y="2463"/>
                    <a:pt x="2054" y="2330"/>
                  </a:cubicBezTo>
                  <a:lnTo>
                    <a:pt x="673" y="169"/>
                  </a:lnTo>
                  <a:cubicBezTo>
                    <a:pt x="615" y="49"/>
                    <a:pt x="521" y="0"/>
                    <a:pt x="42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9" name="Google Shape;1972;p36"/>
            <p:cNvSpPr/>
            <p:nvPr/>
          </p:nvSpPr>
          <p:spPr>
            <a:xfrm>
              <a:off x="1266031" y="3127413"/>
              <a:ext cx="65114" cy="63688"/>
            </a:xfrm>
            <a:custGeom>
              <a:avLst/>
              <a:gdLst/>
              <a:ahLst/>
              <a:cxnLst/>
              <a:rect l="l" t="t" r="r" b="b"/>
              <a:pathLst>
                <a:path w="2328" h="2277" extrusionOk="0">
                  <a:moveTo>
                    <a:pt x="392" y="1"/>
                  </a:moveTo>
                  <a:cubicBezTo>
                    <a:pt x="181" y="1"/>
                    <a:pt x="0" y="246"/>
                    <a:pt x="155" y="463"/>
                  </a:cubicBezTo>
                  <a:lnTo>
                    <a:pt x="1722" y="2190"/>
                  </a:lnTo>
                  <a:cubicBezTo>
                    <a:pt x="1775" y="2243"/>
                    <a:pt x="1855" y="2277"/>
                    <a:pt x="1936" y="2277"/>
                  </a:cubicBezTo>
                  <a:cubicBezTo>
                    <a:pt x="1938" y="2277"/>
                    <a:pt x="1941" y="2277"/>
                    <a:pt x="1944" y="2277"/>
                  </a:cubicBezTo>
                  <a:cubicBezTo>
                    <a:pt x="2198" y="2277"/>
                    <a:pt x="2327" y="1975"/>
                    <a:pt x="2156" y="1790"/>
                  </a:cubicBezTo>
                  <a:lnTo>
                    <a:pt x="575" y="70"/>
                  </a:lnTo>
                  <a:cubicBezTo>
                    <a:pt x="517" y="22"/>
                    <a:pt x="453" y="1"/>
                    <a:pt x="39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" name="Google Shape;1973;p36"/>
            <p:cNvSpPr/>
            <p:nvPr/>
          </p:nvSpPr>
          <p:spPr>
            <a:xfrm>
              <a:off x="1327621" y="3094772"/>
              <a:ext cx="40864" cy="67240"/>
            </a:xfrm>
            <a:custGeom>
              <a:avLst/>
              <a:gdLst/>
              <a:ahLst/>
              <a:cxnLst/>
              <a:rect l="l" t="t" r="r" b="b"/>
              <a:pathLst>
                <a:path w="1461" h="2404" extrusionOk="0">
                  <a:moveTo>
                    <a:pt x="329" y="1"/>
                  </a:moveTo>
                  <a:cubicBezTo>
                    <a:pt x="288" y="1"/>
                    <a:pt x="246" y="10"/>
                    <a:pt x="207" y="30"/>
                  </a:cubicBezTo>
                  <a:cubicBezTo>
                    <a:pt x="67" y="96"/>
                    <a:pt x="0" y="263"/>
                    <a:pt x="60" y="410"/>
                  </a:cubicBezTo>
                  <a:lnTo>
                    <a:pt x="840" y="2230"/>
                  </a:lnTo>
                  <a:cubicBezTo>
                    <a:pt x="887" y="2337"/>
                    <a:pt x="994" y="2404"/>
                    <a:pt x="1107" y="2404"/>
                  </a:cubicBezTo>
                  <a:cubicBezTo>
                    <a:pt x="1321" y="2404"/>
                    <a:pt x="1461" y="2190"/>
                    <a:pt x="1374" y="1997"/>
                  </a:cubicBezTo>
                  <a:lnTo>
                    <a:pt x="594" y="176"/>
                  </a:lnTo>
                  <a:cubicBezTo>
                    <a:pt x="550" y="69"/>
                    <a:pt x="442" y="1"/>
                    <a:pt x="32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" name="Google Shape;1974;p36"/>
            <p:cNvSpPr/>
            <p:nvPr/>
          </p:nvSpPr>
          <p:spPr>
            <a:xfrm>
              <a:off x="1374191" y="3060816"/>
              <a:ext cx="49507" cy="64443"/>
            </a:xfrm>
            <a:custGeom>
              <a:avLst/>
              <a:gdLst/>
              <a:ahLst/>
              <a:cxnLst/>
              <a:rect l="l" t="t" r="r" b="b"/>
              <a:pathLst>
                <a:path w="1770" h="2304" extrusionOk="0">
                  <a:moveTo>
                    <a:pt x="379" y="0"/>
                  </a:moveTo>
                  <a:cubicBezTo>
                    <a:pt x="186" y="0"/>
                    <a:pt x="1" y="202"/>
                    <a:pt x="109" y="423"/>
                  </a:cubicBezTo>
                  <a:lnTo>
                    <a:pt x="1196" y="2157"/>
                  </a:lnTo>
                  <a:cubicBezTo>
                    <a:pt x="1249" y="2244"/>
                    <a:pt x="1343" y="2297"/>
                    <a:pt x="1443" y="2304"/>
                  </a:cubicBezTo>
                  <a:cubicBezTo>
                    <a:pt x="1496" y="2297"/>
                    <a:pt x="1549" y="2284"/>
                    <a:pt x="1596" y="2251"/>
                  </a:cubicBezTo>
                  <a:cubicBezTo>
                    <a:pt x="1730" y="2164"/>
                    <a:pt x="1770" y="1984"/>
                    <a:pt x="1689" y="1850"/>
                  </a:cubicBezTo>
                  <a:lnTo>
                    <a:pt x="603" y="117"/>
                  </a:lnTo>
                  <a:cubicBezTo>
                    <a:pt x="540" y="35"/>
                    <a:pt x="459" y="0"/>
                    <a:pt x="37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" name="Google Shape;1975;p36"/>
            <p:cNvSpPr/>
            <p:nvPr/>
          </p:nvSpPr>
          <p:spPr>
            <a:xfrm>
              <a:off x="1426272" y="3037965"/>
              <a:ext cx="44416" cy="65506"/>
            </a:xfrm>
            <a:custGeom>
              <a:avLst/>
              <a:gdLst/>
              <a:ahLst/>
              <a:cxnLst/>
              <a:rect l="l" t="t" r="r" b="b"/>
              <a:pathLst>
                <a:path w="1588" h="2342" extrusionOk="0">
                  <a:moveTo>
                    <a:pt x="326" y="1"/>
                  </a:moveTo>
                  <a:cubicBezTo>
                    <a:pt x="282" y="1"/>
                    <a:pt x="236" y="11"/>
                    <a:pt x="194" y="33"/>
                  </a:cubicBezTo>
                  <a:cubicBezTo>
                    <a:pt x="54" y="113"/>
                    <a:pt x="1" y="287"/>
                    <a:pt x="74" y="427"/>
                  </a:cubicBezTo>
                  <a:lnTo>
                    <a:pt x="1001" y="2194"/>
                  </a:lnTo>
                  <a:cubicBezTo>
                    <a:pt x="1045" y="2283"/>
                    <a:pt x="1138" y="2341"/>
                    <a:pt x="1244" y="2341"/>
                  </a:cubicBezTo>
                  <a:cubicBezTo>
                    <a:pt x="1250" y="2341"/>
                    <a:pt x="1255" y="2341"/>
                    <a:pt x="1261" y="2341"/>
                  </a:cubicBezTo>
                  <a:cubicBezTo>
                    <a:pt x="1301" y="2341"/>
                    <a:pt x="1348" y="2334"/>
                    <a:pt x="1388" y="2307"/>
                  </a:cubicBezTo>
                  <a:cubicBezTo>
                    <a:pt x="1528" y="2234"/>
                    <a:pt x="1588" y="2061"/>
                    <a:pt x="1515" y="1921"/>
                  </a:cubicBezTo>
                  <a:lnTo>
                    <a:pt x="581" y="160"/>
                  </a:lnTo>
                  <a:cubicBezTo>
                    <a:pt x="530" y="58"/>
                    <a:pt x="430" y="1"/>
                    <a:pt x="32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3" name="Google Shape;1976;p36"/>
            <p:cNvSpPr/>
            <p:nvPr/>
          </p:nvSpPr>
          <p:spPr>
            <a:xfrm>
              <a:off x="1472058" y="3022358"/>
              <a:ext cx="43046" cy="56667"/>
            </a:xfrm>
            <a:custGeom>
              <a:avLst/>
              <a:gdLst/>
              <a:ahLst/>
              <a:cxnLst/>
              <a:rect l="l" t="t" r="r" b="b"/>
              <a:pathLst>
                <a:path w="1539" h="2026" extrusionOk="0">
                  <a:moveTo>
                    <a:pt x="367" y="0"/>
                  </a:moveTo>
                  <a:cubicBezTo>
                    <a:pt x="178" y="0"/>
                    <a:pt x="0" y="186"/>
                    <a:pt x="98" y="405"/>
                  </a:cubicBezTo>
                  <a:lnTo>
                    <a:pt x="958" y="1885"/>
                  </a:lnTo>
                  <a:cubicBezTo>
                    <a:pt x="1005" y="1972"/>
                    <a:pt x="1105" y="2025"/>
                    <a:pt x="1205" y="2025"/>
                  </a:cubicBezTo>
                  <a:cubicBezTo>
                    <a:pt x="1258" y="2025"/>
                    <a:pt x="1311" y="2012"/>
                    <a:pt x="1358" y="1985"/>
                  </a:cubicBezTo>
                  <a:cubicBezTo>
                    <a:pt x="1491" y="1898"/>
                    <a:pt x="1538" y="1718"/>
                    <a:pt x="1458" y="1585"/>
                  </a:cubicBezTo>
                  <a:lnTo>
                    <a:pt x="598" y="118"/>
                  </a:lnTo>
                  <a:cubicBezTo>
                    <a:pt x="533" y="35"/>
                    <a:pt x="449" y="0"/>
                    <a:pt x="3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4" name="Google Shape;1977;p36"/>
            <p:cNvSpPr/>
            <p:nvPr/>
          </p:nvSpPr>
          <p:spPr>
            <a:xfrm>
              <a:off x="1534264" y="3003897"/>
              <a:ext cx="43689" cy="61870"/>
            </a:xfrm>
            <a:custGeom>
              <a:avLst/>
              <a:gdLst/>
              <a:ahLst/>
              <a:cxnLst/>
              <a:rect l="l" t="t" r="r" b="b"/>
              <a:pathLst>
                <a:path w="1562" h="2212" extrusionOk="0">
                  <a:moveTo>
                    <a:pt x="332" y="0"/>
                  </a:moveTo>
                  <a:cubicBezTo>
                    <a:pt x="284" y="0"/>
                    <a:pt x="234" y="12"/>
                    <a:pt x="188" y="38"/>
                  </a:cubicBezTo>
                  <a:cubicBezTo>
                    <a:pt x="48" y="111"/>
                    <a:pt x="1" y="291"/>
                    <a:pt x="81" y="425"/>
                  </a:cubicBezTo>
                  <a:lnTo>
                    <a:pt x="975" y="2058"/>
                  </a:lnTo>
                  <a:cubicBezTo>
                    <a:pt x="1028" y="2152"/>
                    <a:pt x="1128" y="2205"/>
                    <a:pt x="1235" y="2212"/>
                  </a:cubicBezTo>
                  <a:cubicBezTo>
                    <a:pt x="1281" y="2212"/>
                    <a:pt x="1328" y="2192"/>
                    <a:pt x="1375" y="2172"/>
                  </a:cubicBezTo>
                  <a:cubicBezTo>
                    <a:pt x="1515" y="2092"/>
                    <a:pt x="1561" y="1918"/>
                    <a:pt x="1488" y="1778"/>
                  </a:cubicBezTo>
                  <a:lnTo>
                    <a:pt x="588" y="151"/>
                  </a:lnTo>
                  <a:cubicBezTo>
                    <a:pt x="533" y="56"/>
                    <a:pt x="435" y="0"/>
                    <a:pt x="33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" name="Google Shape;1978;p36"/>
            <p:cNvSpPr/>
            <p:nvPr/>
          </p:nvSpPr>
          <p:spPr>
            <a:xfrm>
              <a:off x="1583883" y="2993465"/>
              <a:ext cx="30627" cy="60919"/>
            </a:xfrm>
            <a:custGeom>
              <a:avLst/>
              <a:gdLst/>
              <a:ahLst/>
              <a:cxnLst/>
              <a:rect l="l" t="t" r="r" b="b"/>
              <a:pathLst>
                <a:path w="1095" h="2178" extrusionOk="0">
                  <a:moveTo>
                    <a:pt x="323" y="1"/>
                  </a:moveTo>
                  <a:cubicBezTo>
                    <a:pt x="298" y="1"/>
                    <a:pt x="273" y="4"/>
                    <a:pt x="247" y="11"/>
                  </a:cubicBezTo>
                  <a:cubicBezTo>
                    <a:pt x="94" y="51"/>
                    <a:pt x="1" y="211"/>
                    <a:pt x="47" y="364"/>
                  </a:cubicBezTo>
                  <a:lnTo>
                    <a:pt x="501" y="1964"/>
                  </a:lnTo>
                  <a:cubicBezTo>
                    <a:pt x="534" y="2091"/>
                    <a:pt x="648" y="2178"/>
                    <a:pt x="774" y="2178"/>
                  </a:cubicBezTo>
                  <a:lnTo>
                    <a:pt x="861" y="2165"/>
                  </a:lnTo>
                  <a:cubicBezTo>
                    <a:pt x="1008" y="2118"/>
                    <a:pt x="1094" y="1964"/>
                    <a:pt x="1061" y="1811"/>
                  </a:cubicBezTo>
                  <a:lnTo>
                    <a:pt x="608" y="211"/>
                  </a:lnTo>
                  <a:cubicBezTo>
                    <a:pt x="569" y="83"/>
                    <a:pt x="450" y="1"/>
                    <a:pt x="32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" name="Google Shape;1979;p36"/>
            <p:cNvSpPr/>
            <p:nvPr/>
          </p:nvSpPr>
          <p:spPr>
            <a:xfrm>
              <a:off x="1638312" y="2987423"/>
              <a:ext cx="29536" cy="60080"/>
            </a:xfrm>
            <a:custGeom>
              <a:avLst/>
              <a:gdLst/>
              <a:ahLst/>
              <a:cxnLst/>
              <a:rect l="l" t="t" r="r" b="b"/>
              <a:pathLst>
                <a:path w="1056" h="2148" extrusionOk="0">
                  <a:moveTo>
                    <a:pt x="323" y="1"/>
                  </a:moveTo>
                  <a:cubicBezTo>
                    <a:pt x="162" y="1"/>
                    <a:pt x="0" y="128"/>
                    <a:pt x="29" y="333"/>
                  </a:cubicBezTo>
                  <a:lnTo>
                    <a:pt x="455" y="1934"/>
                  </a:lnTo>
                  <a:cubicBezTo>
                    <a:pt x="482" y="2060"/>
                    <a:pt x="595" y="2147"/>
                    <a:pt x="729" y="2147"/>
                  </a:cubicBezTo>
                  <a:lnTo>
                    <a:pt x="802" y="2140"/>
                  </a:lnTo>
                  <a:cubicBezTo>
                    <a:pt x="962" y="2100"/>
                    <a:pt x="1056" y="1940"/>
                    <a:pt x="1009" y="1780"/>
                  </a:cubicBezTo>
                  <a:lnTo>
                    <a:pt x="589" y="180"/>
                  </a:lnTo>
                  <a:cubicBezTo>
                    <a:pt x="536" y="56"/>
                    <a:pt x="429" y="1"/>
                    <a:pt x="32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7" name="Google Shape;1980;p36"/>
            <p:cNvSpPr/>
            <p:nvPr/>
          </p:nvSpPr>
          <p:spPr>
            <a:xfrm>
              <a:off x="1688602" y="2983843"/>
              <a:ext cx="34655" cy="58989"/>
            </a:xfrm>
            <a:custGeom>
              <a:avLst/>
              <a:gdLst/>
              <a:ahLst/>
              <a:cxnLst/>
              <a:rect l="l" t="t" r="r" b="b"/>
              <a:pathLst>
                <a:path w="1239" h="2109" extrusionOk="0">
                  <a:moveTo>
                    <a:pt x="367" y="0"/>
                  </a:moveTo>
                  <a:cubicBezTo>
                    <a:pt x="185" y="0"/>
                    <a:pt x="1" y="165"/>
                    <a:pt x="84" y="395"/>
                  </a:cubicBezTo>
                  <a:lnTo>
                    <a:pt x="638" y="1922"/>
                  </a:lnTo>
                  <a:cubicBezTo>
                    <a:pt x="685" y="2035"/>
                    <a:pt x="791" y="2108"/>
                    <a:pt x="918" y="2108"/>
                  </a:cubicBezTo>
                  <a:lnTo>
                    <a:pt x="1018" y="2095"/>
                  </a:lnTo>
                  <a:cubicBezTo>
                    <a:pt x="1165" y="2035"/>
                    <a:pt x="1238" y="1868"/>
                    <a:pt x="1191" y="1722"/>
                  </a:cubicBezTo>
                  <a:lnTo>
                    <a:pt x="631" y="195"/>
                  </a:lnTo>
                  <a:cubicBezTo>
                    <a:pt x="582" y="58"/>
                    <a:pt x="474" y="0"/>
                    <a:pt x="3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8" name="Google Shape;1981;p36"/>
            <p:cNvSpPr/>
            <p:nvPr/>
          </p:nvSpPr>
          <p:spPr>
            <a:xfrm>
              <a:off x="1738333" y="2984598"/>
              <a:ext cx="27439" cy="53199"/>
            </a:xfrm>
            <a:custGeom>
              <a:avLst/>
              <a:gdLst/>
              <a:ahLst/>
              <a:cxnLst/>
              <a:rect l="l" t="t" r="r" b="b"/>
              <a:pathLst>
                <a:path w="981" h="1902" extrusionOk="0">
                  <a:moveTo>
                    <a:pt x="310" y="1"/>
                  </a:moveTo>
                  <a:cubicBezTo>
                    <a:pt x="289" y="1"/>
                    <a:pt x="268" y="3"/>
                    <a:pt x="247" y="8"/>
                  </a:cubicBezTo>
                  <a:cubicBezTo>
                    <a:pt x="94" y="54"/>
                    <a:pt x="0" y="208"/>
                    <a:pt x="40" y="368"/>
                  </a:cubicBezTo>
                  <a:lnTo>
                    <a:pt x="380" y="1681"/>
                  </a:lnTo>
                  <a:cubicBezTo>
                    <a:pt x="414" y="1808"/>
                    <a:pt x="527" y="1901"/>
                    <a:pt x="660" y="1901"/>
                  </a:cubicBezTo>
                  <a:lnTo>
                    <a:pt x="740" y="1895"/>
                  </a:lnTo>
                  <a:cubicBezTo>
                    <a:pt x="894" y="1848"/>
                    <a:pt x="980" y="1688"/>
                    <a:pt x="947" y="1535"/>
                  </a:cubicBezTo>
                  <a:lnTo>
                    <a:pt x="607" y="214"/>
                  </a:lnTo>
                  <a:cubicBezTo>
                    <a:pt x="561" y="88"/>
                    <a:pt x="440" y="1"/>
                    <a:pt x="31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9" name="Google Shape;1982;p36"/>
            <p:cNvSpPr/>
            <p:nvPr/>
          </p:nvSpPr>
          <p:spPr>
            <a:xfrm>
              <a:off x="1786441" y="2986472"/>
              <a:ext cx="29872" cy="51521"/>
            </a:xfrm>
            <a:custGeom>
              <a:avLst/>
              <a:gdLst/>
              <a:ahLst/>
              <a:cxnLst/>
              <a:rect l="l" t="t" r="r" b="b"/>
              <a:pathLst>
                <a:path w="1068" h="1842" extrusionOk="0">
                  <a:moveTo>
                    <a:pt x="322" y="1"/>
                  </a:moveTo>
                  <a:cubicBezTo>
                    <a:pt x="293" y="1"/>
                    <a:pt x="263" y="5"/>
                    <a:pt x="234" y="14"/>
                  </a:cubicBezTo>
                  <a:cubicBezTo>
                    <a:pt x="81" y="67"/>
                    <a:pt x="1" y="227"/>
                    <a:pt x="54" y="381"/>
                  </a:cubicBezTo>
                  <a:lnTo>
                    <a:pt x="461" y="1641"/>
                  </a:lnTo>
                  <a:cubicBezTo>
                    <a:pt x="501" y="1761"/>
                    <a:pt x="614" y="1841"/>
                    <a:pt x="741" y="1841"/>
                  </a:cubicBezTo>
                  <a:lnTo>
                    <a:pt x="834" y="1828"/>
                  </a:lnTo>
                  <a:cubicBezTo>
                    <a:pt x="988" y="1774"/>
                    <a:pt x="1068" y="1608"/>
                    <a:pt x="1021" y="1461"/>
                  </a:cubicBezTo>
                  <a:lnTo>
                    <a:pt x="601" y="201"/>
                  </a:lnTo>
                  <a:cubicBezTo>
                    <a:pt x="558" y="77"/>
                    <a:pt x="445" y="1"/>
                    <a:pt x="32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0" name="Google Shape;1983;p36"/>
            <p:cNvSpPr/>
            <p:nvPr/>
          </p:nvSpPr>
          <p:spPr>
            <a:xfrm>
              <a:off x="1827865" y="2993437"/>
              <a:ext cx="36585" cy="51633"/>
            </a:xfrm>
            <a:custGeom>
              <a:avLst/>
              <a:gdLst/>
              <a:ahLst/>
              <a:cxnLst/>
              <a:rect l="l" t="t" r="r" b="b"/>
              <a:pathLst>
                <a:path w="1308" h="1846" extrusionOk="0">
                  <a:moveTo>
                    <a:pt x="335" y="0"/>
                  </a:moveTo>
                  <a:cubicBezTo>
                    <a:pt x="291" y="0"/>
                    <a:pt x="248" y="10"/>
                    <a:pt x="207" y="32"/>
                  </a:cubicBezTo>
                  <a:cubicBezTo>
                    <a:pt x="60" y="105"/>
                    <a:pt x="0" y="285"/>
                    <a:pt x="80" y="425"/>
                  </a:cubicBezTo>
                  <a:lnTo>
                    <a:pt x="714" y="1679"/>
                  </a:lnTo>
                  <a:cubicBezTo>
                    <a:pt x="760" y="1779"/>
                    <a:pt x="860" y="1845"/>
                    <a:pt x="974" y="1845"/>
                  </a:cubicBezTo>
                  <a:cubicBezTo>
                    <a:pt x="1014" y="1839"/>
                    <a:pt x="1054" y="1825"/>
                    <a:pt x="1094" y="1812"/>
                  </a:cubicBezTo>
                  <a:cubicBezTo>
                    <a:pt x="1247" y="1739"/>
                    <a:pt x="1307" y="1559"/>
                    <a:pt x="1227" y="1419"/>
                  </a:cubicBezTo>
                  <a:lnTo>
                    <a:pt x="594" y="158"/>
                  </a:lnTo>
                  <a:cubicBezTo>
                    <a:pt x="542" y="59"/>
                    <a:pt x="440" y="0"/>
                    <a:pt x="33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1" name="Google Shape;1984;p36"/>
            <p:cNvSpPr/>
            <p:nvPr/>
          </p:nvSpPr>
          <p:spPr>
            <a:xfrm>
              <a:off x="1879525" y="3002974"/>
              <a:ext cx="29872" cy="49563"/>
            </a:xfrm>
            <a:custGeom>
              <a:avLst/>
              <a:gdLst/>
              <a:ahLst/>
              <a:cxnLst/>
              <a:rect l="l" t="t" r="r" b="b"/>
              <a:pathLst>
                <a:path w="1068" h="1772" extrusionOk="0">
                  <a:moveTo>
                    <a:pt x="330" y="1"/>
                  </a:moveTo>
                  <a:cubicBezTo>
                    <a:pt x="298" y="1"/>
                    <a:pt x="266" y="6"/>
                    <a:pt x="234" y="17"/>
                  </a:cubicBezTo>
                  <a:cubicBezTo>
                    <a:pt x="80" y="71"/>
                    <a:pt x="0" y="237"/>
                    <a:pt x="47" y="391"/>
                  </a:cubicBezTo>
                  <a:lnTo>
                    <a:pt x="467" y="1578"/>
                  </a:lnTo>
                  <a:cubicBezTo>
                    <a:pt x="507" y="1691"/>
                    <a:pt x="620" y="1771"/>
                    <a:pt x="740" y="1771"/>
                  </a:cubicBezTo>
                  <a:lnTo>
                    <a:pt x="834" y="1751"/>
                  </a:lnTo>
                  <a:cubicBezTo>
                    <a:pt x="987" y="1705"/>
                    <a:pt x="1067" y="1538"/>
                    <a:pt x="1014" y="1384"/>
                  </a:cubicBezTo>
                  <a:lnTo>
                    <a:pt x="600" y="204"/>
                  </a:lnTo>
                  <a:cubicBezTo>
                    <a:pt x="563" y="77"/>
                    <a:pt x="451" y="1"/>
                    <a:pt x="33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2" name="Google Shape;1985;p36"/>
            <p:cNvSpPr/>
            <p:nvPr/>
          </p:nvSpPr>
          <p:spPr>
            <a:xfrm>
              <a:off x="1922403" y="3011002"/>
              <a:ext cx="31746" cy="54765"/>
            </a:xfrm>
            <a:custGeom>
              <a:avLst/>
              <a:gdLst/>
              <a:ahLst/>
              <a:cxnLst/>
              <a:rect l="l" t="t" r="r" b="b"/>
              <a:pathLst>
                <a:path w="1135" h="1958" extrusionOk="0">
                  <a:moveTo>
                    <a:pt x="332" y="1"/>
                  </a:moveTo>
                  <a:cubicBezTo>
                    <a:pt x="299" y="1"/>
                    <a:pt x="267" y="6"/>
                    <a:pt x="234" y="17"/>
                  </a:cubicBezTo>
                  <a:cubicBezTo>
                    <a:pt x="81" y="70"/>
                    <a:pt x="1" y="237"/>
                    <a:pt x="61" y="391"/>
                  </a:cubicBezTo>
                  <a:lnTo>
                    <a:pt x="534" y="1758"/>
                  </a:lnTo>
                  <a:cubicBezTo>
                    <a:pt x="568" y="1878"/>
                    <a:pt x="681" y="1958"/>
                    <a:pt x="808" y="1958"/>
                  </a:cubicBezTo>
                  <a:lnTo>
                    <a:pt x="901" y="1938"/>
                  </a:lnTo>
                  <a:cubicBezTo>
                    <a:pt x="1055" y="1884"/>
                    <a:pt x="1135" y="1718"/>
                    <a:pt x="1081" y="1564"/>
                  </a:cubicBezTo>
                  <a:lnTo>
                    <a:pt x="608" y="197"/>
                  </a:lnTo>
                  <a:cubicBezTo>
                    <a:pt x="566" y="76"/>
                    <a:pt x="453" y="1"/>
                    <a:pt x="33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3" name="Google Shape;1986;p36"/>
            <p:cNvSpPr/>
            <p:nvPr/>
          </p:nvSpPr>
          <p:spPr>
            <a:xfrm>
              <a:off x="966836" y="3927215"/>
              <a:ext cx="117586" cy="195287"/>
            </a:xfrm>
            <a:custGeom>
              <a:avLst/>
              <a:gdLst/>
              <a:ahLst/>
              <a:cxnLst/>
              <a:rect l="l" t="t" r="r" b="b"/>
              <a:pathLst>
                <a:path w="4204" h="6982" extrusionOk="0">
                  <a:moveTo>
                    <a:pt x="2150" y="4090"/>
                  </a:moveTo>
                  <a:cubicBezTo>
                    <a:pt x="3097" y="4090"/>
                    <a:pt x="3323" y="5684"/>
                    <a:pt x="2250" y="5810"/>
                  </a:cubicBezTo>
                  <a:cubicBezTo>
                    <a:pt x="2212" y="5815"/>
                    <a:pt x="2176" y="5817"/>
                    <a:pt x="2140" y="5817"/>
                  </a:cubicBezTo>
                  <a:cubicBezTo>
                    <a:pt x="1157" y="5817"/>
                    <a:pt x="1004" y="4090"/>
                    <a:pt x="2150" y="4090"/>
                  </a:cubicBezTo>
                  <a:close/>
                  <a:moveTo>
                    <a:pt x="2244" y="0"/>
                  </a:moveTo>
                  <a:cubicBezTo>
                    <a:pt x="708" y="0"/>
                    <a:pt x="0" y="6593"/>
                    <a:pt x="469" y="6824"/>
                  </a:cubicBezTo>
                  <a:cubicBezTo>
                    <a:pt x="672" y="6924"/>
                    <a:pt x="1171" y="6981"/>
                    <a:pt x="1721" y="6981"/>
                  </a:cubicBezTo>
                  <a:cubicBezTo>
                    <a:pt x="2453" y="6981"/>
                    <a:pt x="3275" y="6880"/>
                    <a:pt x="3610" y="6644"/>
                  </a:cubicBezTo>
                  <a:cubicBezTo>
                    <a:pt x="4204" y="6224"/>
                    <a:pt x="3964" y="4557"/>
                    <a:pt x="3617" y="2523"/>
                  </a:cubicBezTo>
                  <a:cubicBezTo>
                    <a:pt x="3270" y="489"/>
                    <a:pt x="3183" y="76"/>
                    <a:pt x="2290" y="2"/>
                  </a:cubicBezTo>
                  <a:cubicBezTo>
                    <a:pt x="2274" y="1"/>
                    <a:pt x="2259" y="0"/>
                    <a:pt x="22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4" name="Google Shape;1987;p36"/>
            <p:cNvSpPr/>
            <p:nvPr/>
          </p:nvSpPr>
          <p:spPr>
            <a:xfrm>
              <a:off x="957578" y="3918936"/>
              <a:ext cx="135235" cy="211845"/>
            </a:xfrm>
            <a:custGeom>
              <a:avLst/>
              <a:gdLst/>
              <a:ahLst/>
              <a:cxnLst/>
              <a:rect l="l" t="t" r="r" b="b"/>
              <a:pathLst>
                <a:path w="4835" h="7574" extrusionOk="0">
                  <a:moveTo>
                    <a:pt x="2481" y="4679"/>
                  </a:moveTo>
                  <a:cubicBezTo>
                    <a:pt x="2834" y="4679"/>
                    <a:pt x="2994" y="5139"/>
                    <a:pt x="3001" y="5253"/>
                  </a:cubicBezTo>
                  <a:cubicBezTo>
                    <a:pt x="3014" y="5373"/>
                    <a:pt x="2994" y="5760"/>
                    <a:pt x="2547" y="5820"/>
                  </a:cubicBezTo>
                  <a:cubicBezTo>
                    <a:pt x="2524" y="5823"/>
                    <a:pt x="2501" y="5825"/>
                    <a:pt x="2479" y="5825"/>
                  </a:cubicBezTo>
                  <a:cubicBezTo>
                    <a:pt x="2323" y="5825"/>
                    <a:pt x="2175" y="5747"/>
                    <a:pt x="2094" y="5613"/>
                  </a:cubicBezTo>
                  <a:cubicBezTo>
                    <a:pt x="1954" y="5406"/>
                    <a:pt x="1927" y="5139"/>
                    <a:pt x="2034" y="4913"/>
                  </a:cubicBezTo>
                  <a:cubicBezTo>
                    <a:pt x="2121" y="4753"/>
                    <a:pt x="2267" y="4679"/>
                    <a:pt x="2481" y="4679"/>
                  </a:cubicBezTo>
                  <a:close/>
                  <a:moveTo>
                    <a:pt x="2445" y="4092"/>
                  </a:moveTo>
                  <a:cubicBezTo>
                    <a:pt x="2059" y="4092"/>
                    <a:pt x="1702" y="4303"/>
                    <a:pt x="1520" y="4639"/>
                  </a:cubicBezTo>
                  <a:cubicBezTo>
                    <a:pt x="1314" y="5059"/>
                    <a:pt x="1347" y="5560"/>
                    <a:pt x="1614" y="5946"/>
                  </a:cubicBezTo>
                  <a:cubicBezTo>
                    <a:pt x="1807" y="6233"/>
                    <a:pt x="2127" y="6406"/>
                    <a:pt x="2481" y="6406"/>
                  </a:cubicBezTo>
                  <a:lnTo>
                    <a:pt x="2481" y="6400"/>
                  </a:lnTo>
                  <a:lnTo>
                    <a:pt x="2614" y="6400"/>
                  </a:lnTo>
                  <a:cubicBezTo>
                    <a:pt x="3221" y="6320"/>
                    <a:pt x="3608" y="5753"/>
                    <a:pt x="3581" y="5213"/>
                  </a:cubicBezTo>
                  <a:cubicBezTo>
                    <a:pt x="3548" y="4673"/>
                    <a:pt x="3154" y="4092"/>
                    <a:pt x="2481" y="4092"/>
                  </a:cubicBezTo>
                  <a:cubicBezTo>
                    <a:pt x="2469" y="4092"/>
                    <a:pt x="2457" y="4092"/>
                    <a:pt x="2445" y="4092"/>
                  </a:cubicBezTo>
                  <a:close/>
                  <a:moveTo>
                    <a:pt x="2571" y="577"/>
                  </a:moveTo>
                  <a:cubicBezTo>
                    <a:pt x="2579" y="577"/>
                    <a:pt x="2586" y="577"/>
                    <a:pt x="2594" y="578"/>
                  </a:cubicBezTo>
                  <a:cubicBezTo>
                    <a:pt x="3234" y="638"/>
                    <a:pt x="3301" y="785"/>
                    <a:pt x="3661" y="2872"/>
                  </a:cubicBezTo>
                  <a:cubicBezTo>
                    <a:pt x="3894" y="4259"/>
                    <a:pt x="4248" y="6380"/>
                    <a:pt x="3781" y="6707"/>
                  </a:cubicBezTo>
                  <a:cubicBezTo>
                    <a:pt x="3496" y="6902"/>
                    <a:pt x="2710" y="6990"/>
                    <a:pt x="2025" y="6990"/>
                  </a:cubicBezTo>
                  <a:cubicBezTo>
                    <a:pt x="1588" y="6990"/>
                    <a:pt x="1191" y="6954"/>
                    <a:pt x="994" y="6887"/>
                  </a:cubicBezTo>
                  <a:cubicBezTo>
                    <a:pt x="800" y="6246"/>
                    <a:pt x="1214" y="2272"/>
                    <a:pt x="2127" y="938"/>
                  </a:cubicBezTo>
                  <a:cubicBezTo>
                    <a:pt x="2242" y="779"/>
                    <a:pt x="2406" y="577"/>
                    <a:pt x="2571" y="577"/>
                  </a:cubicBezTo>
                  <a:close/>
                  <a:moveTo>
                    <a:pt x="2566" y="1"/>
                  </a:moveTo>
                  <a:cubicBezTo>
                    <a:pt x="1921" y="1"/>
                    <a:pt x="1370" y="767"/>
                    <a:pt x="954" y="2259"/>
                  </a:cubicBezTo>
                  <a:cubicBezTo>
                    <a:pt x="620" y="3446"/>
                    <a:pt x="0" y="7047"/>
                    <a:pt x="667" y="7380"/>
                  </a:cubicBezTo>
                  <a:cubicBezTo>
                    <a:pt x="914" y="7507"/>
                    <a:pt x="1454" y="7573"/>
                    <a:pt x="2047" y="7573"/>
                  </a:cubicBezTo>
                  <a:cubicBezTo>
                    <a:pt x="2834" y="7573"/>
                    <a:pt x="3728" y="7447"/>
                    <a:pt x="4114" y="7180"/>
                  </a:cubicBezTo>
                  <a:cubicBezTo>
                    <a:pt x="4835" y="6673"/>
                    <a:pt x="4628" y="5106"/>
                    <a:pt x="4228" y="2772"/>
                  </a:cubicBezTo>
                  <a:cubicBezTo>
                    <a:pt x="3894" y="772"/>
                    <a:pt x="3781" y="91"/>
                    <a:pt x="2647" y="5"/>
                  </a:cubicBezTo>
                  <a:cubicBezTo>
                    <a:pt x="2620" y="2"/>
                    <a:pt x="2593" y="1"/>
                    <a:pt x="256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5" name="Google Shape;1988;p36"/>
            <p:cNvSpPr/>
            <p:nvPr/>
          </p:nvSpPr>
          <p:spPr>
            <a:xfrm>
              <a:off x="1579044" y="2787242"/>
              <a:ext cx="204629" cy="189693"/>
            </a:xfrm>
            <a:custGeom>
              <a:avLst/>
              <a:gdLst/>
              <a:ahLst/>
              <a:cxnLst/>
              <a:rect l="l" t="t" r="r" b="b"/>
              <a:pathLst>
                <a:path w="7316" h="6782" extrusionOk="0">
                  <a:moveTo>
                    <a:pt x="4629" y="0"/>
                  </a:moveTo>
                  <a:cubicBezTo>
                    <a:pt x="4018" y="0"/>
                    <a:pt x="3341" y="111"/>
                    <a:pt x="2641" y="422"/>
                  </a:cubicBezTo>
                  <a:cubicBezTo>
                    <a:pt x="154" y="1522"/>
                    <a:pt x="0" y="4103"/>
                    <a:pt x="154" y="6717"/>
                  </a:cubicBezTo>
                  <a:cubicBezTo>
                    <a:pt x="534" y="6760"/>
                    <a:pt x="914" y="6782"/>
                    <a:pt x="1294" y="6782"/>
                  </a:cubicBezTo>
                  <a:cubicBezTo>
                    <a:pt x="1674" y="6782"/>
                    <a:pt x="2054" y="6760"/>
                    <a:pt x="2434" y="6717"/>
                  </a:cubicBezTo>
                  <a:cubicBezTo>
                    <a:pt x="2434" y="6717"/>
                    <a:pt x="1821" y="3983"/>
                    <a:pt x="3034" y="2089"/>
                  </a:cubicBezTo>
                  <a:cubicBezTo>
                    <a:pt x="3825" y="849"/>
                    <a:pt x="4975" y="421"/>
                    <a:pt x="5963" y="421"/>
                  </a:cubicBezTo>
                  <a:cubicBezTo>
                    <a:pt x="6485" y="421"/>
                    <a:pt x="6961" y="540"/>
                    <a:pt x="7316" y="722"/>
                  </a:cubicBezTo>
                  <a:cubicBezTo>
                    <a:pt x="7316" y="722"/>
                    <a:pt x="6185" y="0"/>
                    <a:pt x="4629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6" name="Google Shape;1989;p36"/>
            <p:cNvSpPr/>
            <p:nvPr/>
          </p:nvSpPr>
          <p:spPr>
            <a:xfrm>
              <a:off x="1570821" y="2778963"/>
              <a:ext cx="221998" cy="206419"/>
            </a:xfrm>
            <a:custGeom>
              <a:avLst/>
              <a:gdLst/>
              <a:ahLst/>
              <a:cxnLst/>
              <a:rect l="l" t="t" r="r" b="b"/>
              <a:pathLst>
                <a:path w="7937" h="7380" extrusionOk="0">
                  <a:moveTo>
                    <a:pt x="4910" y="591"/>
                  </a:moveTo>
                  <a:cubicBezTo>
                    <a:pt x="4994" y="591"/>
                    <a:pt x="5078" y="593"/>
                    <a:pt x="5162" y="598"/>
                  </a:cubicBezTo>
                  <a:cubicBezTo>
                    <a:pt x="4402" y="831"/>
                    <a:pt x="3649" y="1345"/>
                    <a:pt x="3082" y="2225"/>
                  </a:cubicBezTo>
                  <a:cubicBezTo>
                    <a:pt x="2048" y="3832"/>
                    <a:pt x="2262" y="5959"/>
                    <a:pt x="2382" y="6759"/>
                  </a:cubicBezTo>
                  <a:cubicBezTo>
                    <a:pt x="2124" y="6781"/>
                    <a:pt x="1867" y="6791"/>
                    <a:pt x="1611" y="6791"/>
                  </a:cubicBezTo>
                  <a:cubicBezTo>
                    <a:pt x="1315" y="6791"/>
                    <a:pt x="1021" y="6778"/>
                    <a:pt x="728" y="6753"/>
                  </a:cubicBezTo>
                  <a:cubicBezTo>
                    <a:pt x="581" y="3959"/>
                    <a:pt x="961" y="1911"/>
                    <a:pt x="3048" y="985"/>
                  </a:cubicBezTo>
                  <a:cubicBezTo>
                    <a:pt x="3638" y="725"/>
                    <a:pt x="4269" y="591"/>
                    <a:pt x="4910" y="591"/>
                  </a:cubicBezTo>
                  <a:close/>
                  <a:moveTo>
                    <a:pt x="4932" y="1"/>
                  </a:moveTo>
                  <a:cubicBezTo>
                    <a:pt x="4285" y="1"/>
                    <a:pt x="3565" y="120"/>
                    <a:pt x="2815" y="451"/>
                  </a:cubicBezTo>
                  <a:cubicBezTo>
                    <a:pt x="208" y="1598"/>
                    <a:pt x="1" y="4292"/>
                    <a:pt x="161" y="7026"/>
                  </a:cubicBezTo>
                  <a:cubicBezTo>
                    <a:pt x="161" y="7166"/>
                    <a:pt x="268" y="7286"/>
                    <a:pt x="408" y="7300"/>
                  </a:cubicBezTo>
                  <a:cubicBezTo>
                    <a:pt x="808" y="7353"/>
                    <a:pt x="1208" y="7373"/>
                    <a:pt x="1608" y="7380"/>
                  </a:cubicBezTo>
                  <a:cubicBezTo>
                    <a:pt x="1995" y="7373"/>
                    <a:pt x="2375" y="7346"/>
                    <a:pt x="2762" y="7300"/>
                  </a:cubicBezTo>
                  <a:cubicBezTo>
                    <a:pt x="2842" y="7293"/>
                    <a:pt x="2915" y="7246"/>
                    <a:pt x="2962" y="7180"/>
                  </a:cubicBezTo>
                  <a:cubicBezTo>
                    <a:pt x="3008" y="7113"/>
                    <a:pt x="3028" y="7033"/>
                    <a:pt x="3008" y="6953"/>
                  </a:cubicBezTo>
                  <a:cubicBezTo>
                    <a:pt x="3002" y="6926"/>
                    <a:pt x="2495" y="4245"/>
                    <a:pt x="3575" y="2545"/>
                  </a:cubicBezTo>
                  <a:cubicBezTo>
                    <a:pt x="4298" y="1415"/>
                    <a:pt x="5356" y="1006"/>
                    <a:pt x="6268" y="1006"/>
                  </a:cubicBezTo>
                  <a:cubicBezTo>
                    <a:pt x="6729" y="1006"/>
                    <a:pt x="7152" y="1110"/>
                    <a:pt x="7476" y="1278"/>
                  </a:cubicBezTo>
                  <a:cubicBezTo>
                    <a:pt x="7517" y="1300"/>
                    <a:pt x="7562" y="1311"/>
                    <a:pt x="7606" y="1311"/>
                  </a:cubicBezTo>
                  <a:cubicBezTo>
                    <a:pt x="7707" y="1311"/>
                    <a:pt x="7808" y="1257"/>
                    <a:pt x="7863" y="1165"/>
                  </a:cubicBezTo>
                  <a:cubicBezTo>
                    <a:pt x="7936" y="1031"/>
                    <a:pt x="7896" y="864"/>
                    <a:pt x="7770" y="778"/>
                  </a:cubicBezTo>
                  <a:cubicBezTo>
                    <a:pt x="7698" y="735"/>
                    <a:pt x="6539" y="1"/>
                    <a:pt x="493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7" name="Google Shape;1990;p36"/>
            <p:cNvSpPr/>
            <p:nvPr/>
          </p:nvSpPr>
          <p:spPr>
            <a:xfrm>
              <a:off x="1730669" y="2798598"/>
              <a:ext cx="125362" cy="186979"/>
            </a:xfrm>
            <a:custGeom>
              <a:avLst/>
              <a:gdLst/>
              <a:ahLst/>
              <a:cxnLst/>
              <a:rect l="l" t="t" r="r" b="b"/>
              <a:pathLst>
                <a:path w="4482" h="6685" extrusionOk="0">
                  <a:moveTo>
                    <a:pt x="466" y="1"/>
                  </a:moveTo>
                  <a:cubicBezTo>
                    <a:pt x="162" y="1"/>
                    <a:pt x="1" y="56"/>
                    <a:pt x="1" y="56"/>
                  </a:cubicBezTo>
                  <a:cubicBezTo>
                    <a:pt x="3582" y="2190"/>
                    <a:pt x="761" y="6384"/>
                    <a:pt x="761" y="6384"/>
                  </a:cubicBezTo>
                  <a:cubicBezTo>
                    <a:pt x="1648" y="6644"/>
                    <a:pt x="2735" y="6684"/>
                    <a:pt x="2735" y="6684"/>
                  </a:cubicBezTo>
                  <a:cubicBezTo>
                    <a:pt x="4482" y="3917"/>
                    <a:pt x="3622" y="1023"/>
                    <a:pt x="1895" y="316"/>
                  </a:cubicBezTo>
                  <a:cubicBezTo>
                    <a:pt x="1271" y="62"/>
                    <a:pt x="788" y="1"/>
                    <a:pt x="466" y="1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8" name="Google Shape;1991;p36"/>
            <p:cNvSpPr/>
            <p:nvPr/>
          </p:nvSpPr>
          <p:spPr>
            <a:xfrm>
              <a:off x="1722474" y="2790626"/>
              <a:ext cx="126676" cy="203146"/>
            </a:xfrm>
            <a:custGeom>
              <a:avLst/>
              <a:gdLst/>
              <a:ahLst/>
              <a:cxnLst/>
              <a:rect l="l" t="t" r="r" b="b"/>
              <a:pathLst>
                <a:path w="4529" h="7263" extrusionOk="0">
                  <a:moveTo>
                    <a:pt x="1161" y="614"/>
                  </a:moveTo>
                  <a:lnTo>
                    <a:pt x="1161" y="614"/>
                  </a:lnTo>
                  <a:cubicBezTo>
                    <a:pt x="1481" y="661"/>
                    <a:pt x="1788" y="748"/>
                    <a:pt x="2081" y="874"/>
                  </a:cubicBezTo>
                  <a:cubicBezTo>
                    <a:pt x="2721" y="1134"/>
                    <a:pt x="3241" y="1761"/>
                    <a:pt x="3508" y="2575"/>
                  </a:cubicBezTo>
                  <a:cubicBezTo>
                    <a:pt x="3908" y="3835"/>
                    <a:pt x="3681" y="5315"/>
                    <a:pt x="2874" y="6669"/>
                  </a:cubicBezTo>
                  <a:cubicBezTo>
                    <a:pt x="2414" y="6636"/>
                    <a:pt x="1954" y="6576"/>
                    <a:pt x="1507" y="6482"/>
                  </a:cubicBezTo>
                  <a:cubicBezTo>
                    <a:pt x="1894" y="5782"/>
                    <a:pt x="2674" y="4135"/>
                    <a:pt x="2308" y="2515"/>
                  </a:cubicBezTo>
                  <a:cubicBezTo>
                    <a:pt x="2141" y="1775"/>
                    <a:pt x="1741" y="1108"/>
                    <a:pt x="1161" y="614"/>
                  </a:cubicBezTo>
                  <a:close/>
                  <a:moveTo>
                    <a:pt x="762" y="1"/>
                  </a:moveTo>
                  <a:cubicBezTo>
                    <a:pt x="416" y="1"/>
                    <a:pt x="224" y="64"/>
                    <a:pt x="207" y="67"/>
                  </a:cubicBezTo>
                  <a:cubicBezTo>
                    <a:pt x="94" y="107"/>
                    <a:pt x="20" y="201"/>
                    <a:pt x="14" y="314"/>
                  </a:cubicBezTo>
                  <a:cubicBezTo>
                    <a:pt x="0" y="427"/>
                    <a:pt x="54" y="534"/>
                    <a:pt x="154" y="594"/>
                  </a:cubicBezTo>
                  <a:cubicBezTo>
                    <a:pt x="1014" y="1108"/>
                    <a:pt x="1547" y="1801"/>
                    <a:pt x="1741" y="2641"/>
                  </a:cubicBezTo>
                  <a:cubicBezTo>
                    <a:pt x="2154" y="4475"/>
                    <a:pt x="827" y="6482"/>
                    <a:pt x="814" y="6502"/>
                  </a:cubicBezTo>
                  <a:cubicBezTo>
                    <a:pt x="761" y="6582"/>
                    <a:pt x="754" y="6682"/>
                    <a:pt x="787" y="6769"/>
                  </a:cubicBezTo>
                  <a:cubicBezTo>
                    <a:pt x="814" y="6849"/>
                    <a:pt x="887" y="6916"/>
                    <a:pt x="974" y="6943"/>
                  </a:cubicBezTo>
                  <a:cubicBezTo>
                    <a:pt x="1881" y="7216"/>
                    <a:pt x="2975" y="7263"/>
                    <a:pt x="3015" y="7263"/>
                  </a:cubicBezTo>
                  <a:lnTo>
                    <a:pt x="3028" y="7263"/>
                  </a:lnTo>
                  <a:cubicBezTo>
                    <a:pt x="3128" y="7263"/>
                    <a:pt x="3221" y="7209"/>
                    <a:pt x="3275" y="7129"/>
                  </a:cubicBezTo>
                  <a:cubicBezTo>
                    <a:pt x="4248" y="5596"/>
                    <a:pt x="4528" y="3868"/>
                    <a:pt x="4055" y="2401"/>
                  </a:cubicBezTo>
                  <a:cubicBezTo>
                    <a:pt x="3741" y="1408"/>
                    <a:pt x="3095" y="661"/>
                    <a:pt x="2294" y="334"/>
                  </a:cubicBezTo>
                  <a:cubicBezTo>
                    <a:pt x="1636" y="67"/>
                    <a:pt x="1118" y="1"/>
                    <a:pt x="76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9" name="Google Shape;1992;p36"/>
            <p:cNvSpPr/>
            <p:nvPr/>
          </p:nvSpPr>
          <p:spPr>
            <a:xfrm>
              <a:off x="2507340" y="3289555"/>
              <a:ext cx="957049" cy="1246595"/>
            </a:xfrm>
            <a:custGeom>
              <a:avLst/>
              <a:gdLst/>
              <a:ahLst/>
              <a:cxnLst/>
              <a:rect l="l" t="t" r="r" b="b"/>
              <a:pathLst>
                <a:path w="34217" h="44569" extrusionOk="0">
                  <a:moveTo>
                    <a:pt x="0" y="1"/>
                  </a:moveTo>
                  <a:cubicBezTo>
                    <a:pt x="0" y="1"/>
                    <a:pt x="787" y="2855"/>
                    <a:pt x="1807" y="6789"/>
                  </a:cubicBezTo>
                  <a:cubicBezTo>
                    <a:pt x="2834" y="10724"/>
                    <a:pt x="3635" y="20546"/>
                    <a:pt x="3975" y="20993"/>
                  </a:cubicBezTo>
                  <a:cubicBezTo>
                    <a:pt x="4321" y="21446"/>
                    <a:pt x="6602" y="22707"/>
                    <a:pt x="9509" y="23727"/>
                  </a:cubicBezTo>
                  <a:cubicBezTo>
                    <a:pt x="11423" y="24407"/>
                    <a:pt x="13937" y="24927"/>
                    <a:pt x="15444" y="25214"/>
                  </a:cubicBezTo>
                  <a:cubicBezTo>
                    <a:pt x="14758" y="25854"/>
                    <a:pt x="13030" y="29249"/>
                    <a:pt x="12197" y="30749"/>
                  </a:cubicBezTo>
                  <a:cubicBezTo>
                    <a:pt x="11277" y="32409"/>
                    <a:pt x="8309" y="36450"/>
                    <a:pt x="9169" y="37991"/>
                  </a:cubicBezTo>
                  <a:cubicBezTo>
                    <a:pt x="10030" y="39538"/>
                    <a:pt x="11457" y="40158"/>
                    <a:pt x="13737" y="40618"/>
                  </a:cubicBezTo>
                  <a:cubicBezTo>
                    <a:pt x="15939" y="41061"/>
                    <a:pt x="20878" y="44569"/>
                    <a:pt x="25212" y="44569"/>
                  </a:cubicBezTo>
                  <a:cubicBezTo>
                    <a:pt x="25380" y="44569"/>
                    <a:pt x="25547" y="44564"/>
                    <a:pt x="25714" y="44553"/>
                  </a:cubicBezTo>
                  <a:cubicBezTo>
                    <a:pt x="27428" y="44446"/>
                    <a:pt x="28848" y="43886"/>
                    <a:pt x="30008" y="42939"/>
                  </a:cubicBezTo>
                  <a:cubicBezTo>
                    <a:pt x="31869" y="41438"/>
                    <a:pt x="33016" y="38958"/>
                    <a:pt x="33476" y="35824"/>
                  </a:cubicBezTo>
                  <a:cubicBezTo>
                    <a:pt x="34216" y="30749"/>
                    <a:pt x="27828" y="23787"/>
                    <a:pt x="24860" y="20993"/>
                  </a:cubicBezTo>
                  <a:cubicBezTo>
                    <a:pt x="22493" y="18759"/>
                    <a:pt x="17158" y="13558"/>
                    <a:pt x="13204" y="9823"/>
                  </a:cubicBezTo>
                  <a:cubicBezTo>
                    <a:pt x="12204" y="8883"/>
                    <a:pt x="11290" y="8023"/>
                    <a:pt x="10536" y="7343"/>
                  </a:cubicBezTo>
                  <a:cubicBezTo>
                    <a:pt x="6835" y="3968"/>
                    <a:pt x="1361" y="174"/>
                    <a:pt x="0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0" name="Google Shape;1993;p36"/>
            <p:cNvSpPr/>
            <p:nvPr/>
          </p:nvSpPr>
          <p:spPr>
            <a:xfrm>
              <a:off x="2498250" y="3281332"/>
              <a:ext cx="976936" cy="1262957"/>
            </a:xfrm>
            <a:custGeom>
              <a:avLst/>
              <a:gdLst/>
              <a:ahLst/>
              <a:cxnLst/>
              <a:rect l="l" t="t" r="r" b="b"/>
              <a:pathLst>
                <a:path w="34928" h="45154" extrusionOk="0">
                  <a:moveTo>
                    <a:pt x="745" y="722"/>
                  </a:moveTo>
                  <a:lnTo>
                    <a:pt x="745" y="722"/>
                  </a:lnTo>
                  <a:cubicBezTo>
                    <a:pt x="2492" y="1428"/>
                    <a:pt x="7200" y="4696"/>
                    <a:pt x="10668" y="7857"/>
                  </a:cubicBezTo>
                  <a:cubicBezTo>
                    <a:pt x="11368" y="8497"/>
                    <a:pt x="12268" y="9330"/>
                    <a:pt x="13329" y="10331"/>
                  </a:cubicBezTo>
                  <a:cubicBezTo>
                    <a:pt x="15469" y="12358"/>
                    <a:pt x="18030" y="14825"/>
                    <a:pt x="20291" y="16999"/>
                  </a:cubicBezTo>
                  <a:cubicBezTo>
                    <a:pt x="22231" y="18866"/>
                    <a:pt x="23972" y="20547"/>
                    <a:pt x="24985" y="21500"/>
                  </a:cubicBezTo>
                  <a:cubicBezTo>
                    <a:pt x="25992" y="22447"/>
                    <a:pt x="28559" y="24981"/>
                    <a:pt x="30640" y="28015"/>
                  </a:cubicBezTo>
                  <a:cubicBezTo>
                    <a:pt x="32861" y="31236"/>
                    <a:pt x="33828" y="33944"/>
                    <a:pt x="33507" y="36078"/>
                  </a:cubicBezTo>
                  <a:cubicBezTo>
                    <a:pt x="33061" y="39205"/>
                    <a:pt x="31894" y="41599"/>
                    <a:pt x="30153" y="43006"/>
                  </a:cubicBezTo>
                  <a:cubicBezTo>
                    <a:pt x="29020" y="43940"/>
                    <a:pt x="27626" y="44453"/>
                    <a:pt x="26025" y="44567"/>
                  </a:cubicBezTo>
                  <a:cubicBezTo>
                    <a:pt x="25870" y="44576"/>
                    <a:pt x="25715" y="44581"/>
                    <a:pt x="25558" y="44581"/>
                  </a:cubicBezTo>
                  <a:cubicBezTo>
                    <a:pt x="22815" y="44581"/>
                    <a:pt x="19825" y="43140"/>
                    <a:pt x="17396" y="41979"/>
                  </a:cubicBezTo>
                  <a:cubicBezTo>
                    <a:pt x="16069" y="41339"/>
                    <a:pt x="14929" y="40799"/>
                    <a:pt x="14116" y="40632"/>
                  </a:cubicBezTo>
                  <a:cubicBezTo>
                    <a:pt x="12048" y="40212"/>
                    <a:pt x="10588" y="39652"/>
                    <a:pt x="9754" y="38145"/>
                  </a:cubicBezTo>
                  <a:cubicBezTo>
                    <a:pt x="9154" y="37071"/>
                    <a:pt x="10948" y="34170"/>
                    <a:pt x="12022" y="32443"/>
                  </a:cubicBezTo>
                  <a:cubicBezTo>
                    <a:pt x="12328" y="31950"/>
                    <a:pt x="12589" y="31516"/>
                    <a:pt x="12782" y="31183"/>
                  </a:cubicBezTo>
                  <a:lnTo>
                    <a:pt x="13402" y="30029"/>
                  </a:lnTo>
                  <a:cubicBezTo>
                    <a:pt x="14222" y="28502"/>
                    <a:pt x="15463" y="26195"/>
                    <a:pt x="15969" y="25715"/>
                  </a:cubicBezTo>
                  <a:cubicBezTo>
                    <a:pt x="16049" y="25641"/>
                    <a:pt x="16083" y="25528"/>
                    <a:pt x="16056" y="25428"/>
                  </a:cubicBezTo>
                  <a:cubicBezTo>
                    <a:pt x="16023" y="25315"/>
                    <a:pt x="15929" y="25241"/>
                    <a:pt x="15823" y="25215"/>
                  </a:cubicBezTo>
                  <a:cubicBezTo>
                    <a:pt x="14462" y="24968"/>
                    <a:pt x="11895" y="24441"/>
                    <a:pt x="9934" y="23748"/>
                  </a:cubicBezTo>
                  <a:cubicBezTo>
                    <a:pt x="6887" y="22674"/>
                    <a:pt x="4800" y="21467"/>
                    <a:pt x="4553" y="21134"/>
                  </a:cubicBezTo>
                  <a:cubicBezTo>
                    <a:pt x="4426" y="20874"/>
                    <a:pt x="4180" y="18840"/>
                    <a:pt x="3946" y="16873"/>
                  </a:cubicBezTo>
                  <a:cubicBezTo>
                    <a:pt x="3526" y="13505"/>
                    <a:pt x="3019" y="9324"/>
                    <a:pt x="2419" y="7010"/>
                  </a:cubicBezTo>
                  <a:cubicBezTo>
                    <a:pt x="1652" y="4069"/>
                    <a:pt x="1005" y="1708"/>
                    <a:pt x="745" y="722"/>
                  </a:cubicBezTo>
                  <a:close/>
                  <a:moveTo>
                    <a:pt x="338" y="1"/>
                  </a:moveTo>
                  <a:cubicBezTo>
                    <a:pt x="148" y="1"/>
                    <a:pt x="0" y="175"/>
                    <a:pt x="45" y="368"/>
                  </a:cubicBezTo>
                  <a:cubicBezTo>
                    <a:pt x="52" y="395"/>
                    <a:pt x="845" y="3269"/>
                    <a:pt x="1859" y="7163"/>
                  </a:cubicBezTo>
                  <a:cubicBezTo>
                    <a:pt x="2446" y="9431"/>
                    <a:pt x="2979" y="13772"/>
                    <a:pt x="3359" y="16939"/>
                  </a:cubicBezTo>
                  <a:cubicBezTo>
                    <a:pt x="3780" y="20347"/>
                    <a:pt x="3900" y="21240"/>
                    <a:pt x="4066" y="21467"/>
                  </a:cubicBezTo>
                  <a:cubicBezTo>
                    <a:pt x="4486" y="22014"/>
                    <a:pt x="6860" y="23281"/>
                    <a:pt x="9748" y="24301"/>
                  </a:cubicBezTo>
                  <a:cubicBezTo>
                    <a:pt x="11522" y="24935"/>
                    <a:pt x="13789" y="25415"/>
                    <a:pt x="15229" y="25702"/>
                  </a:cubicBezTo>
                  <a:cubicBezTo>
                    <a:pt x="14662" y="26475"/>
                    <a:pt x="13829" y="28002"/>
                    <a:pt x="12889" y="29749"/>
                  </a:cubicBezTo>
                  <a:lnTo>
                    <a:pt x="12262" y="30903"/>
                  </a:lnTo>
                  <a:cubicBezTo>
                    <a:pt x="12088" y="31223"/>
                    <a:pt x="11828" y="31650"/>
                    <a:pt x="11528" y="32137"/>
                  </a:cubicBezTo>
                  <a:cubicBezTo>
                    <a:pt x="10235" y="34210"/>
                    <a:pt x="8481" y="37051"/>
                    <a:pt x="9248" y="38432"/>
                  </a:cubicBezTo>
                  <a:cubicBezTo>
                    <a:pt x="10188" y="40125"/>
                    <a:pt x="11762" y="40752"/>
                    <a:pt x="14002" y="41206"/>
                  </a:cubicBezTo>
                  <a:cubicBezTo>
                    <a:pt x="14749" y="41346"/>
                    <a:pt x="15856" y="41879"/>
                    <a:pt x="17136" y="42499"/>
                  </a:cubicBezTo>
                  <a:cubicBezTo>
                    <a:pt x="19624" y="43686"/>
                    <a:pt x="22671" y="45153"/>
                    <a:pt x="25539" y="45153"/>
                  </a:cubicBezTo>
                  <a:cubicBezTo>
                    <a:pt x="25719" y="45153"/>
                    <a:pt x="25892" y="45153"/>
                    <a:pt x="26059" y="45140"/>
                  </a:cubicBezTo>
                  <a:cubicBezTo>
                    <a:pt x="27793" y="45033"/>
                    <a:pt x="29293" y="44466"/>
                    <a:pt x="30513" y="43466"/>
                  </a:cubicBezTo>
                  <a:cubicBezTo>
                    <a:pt x="32374" y="41952"/>
                    <a:pt x="33608" y="39432"/>
                    <a:pt x="34088" y="36164"/>
                  </a:cubicBezTo>
                  <a:cubicBezTo>
                    <a:pt x="34928" y="30409"/>
                    <a:pt x="26979" y="22581"/>
                    <a:pt x="25385" y="21074"/>
                  </a:cubicBezTo>
                  <a:cubicBezTo>
                    <a:pt x="24305" y="20060"/>
                    <a:pt x="22631" y="18446"/>
                    <a:pt x="20697" y="16579"/>
                  </a:cubicBezTo>
                  <a:cubicBezTo>
                    <a:pt x="18437" y="14405"/>
                    <a:pt x="15869" y="11938"/>
                    <a:pt x="13729" y="9911"/>
                  </a:cubicBezTo>
                  <a:cubicBezTo>
                    <a:pt x="12662" y="8904"/>
                    <a:pt x="11762" y="8070"/>
                    <a:pt x="11061" y="7430"/>
                  </a:cubicBezTo>
                  <a:cubicBezTo>
                    <a:pt x="7300" y="4002"/>
                    <a:pt x="1799" y="188"/>
                    <a:pt x="359" y="1"/>
                  </a:cubicBezTo>
                  <a:cubicBezTo>
                    <a:pt x="352" y="1"/>
                    <a:pt x="345" y="1"/>
                    <a:pt x="33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1" name="Google Shape;1994;p36"/>
            <p:cNvSpPr/>
            <p:nvPr/>
          </p:nvSpPr>
          <p:spPr>
            <a:xfrm>
              <a:off x="2507340" y="3289555"/>
              <a:ext cx="839352" cy="1246595"/>
            </a:xfrm>
            <a:custGeom>
              <a:avLst/>
              <a:gdLst/>
              <a:ahLst/>
              <a:cxnLst/>
              <a:rect l="l" t="t" r="r" b="b"/>
              <a:pathLst>
                <a:path w="30009" h="44569" extrusionOk="0">
                  <a:moveTo>
                    <a:pt x="0" y="1"/>
                  </a:moveTo>
                  <a:cubicBezTo>
                    <a:pt x="0" y="1"/>
                    <a:pt x="787" y="2862"/>
                    <a:pt x="1807" y="6796"/>
                  </a:cubicBezTo>
                  <a:cubicBezTo>
                    <a:pt x="2834" y="10730"/>
                    <a:pt x="3635" y="20546"/>
                    <a:pt x="3975" y="21000"/>
                  </a:cubicBezTo>
                  <a:cubicBezTo>
                    <a:pt x="4321" y="21446"/>
                    <a:pt x="6602" y="22707"/>
                    <a:pt x="9509" y="23734"/>
                  </a:cubicBezTo>
                  <a:cubicBezTo>
                    <a:pt x="11423" y="24407"/>
                    <a:pt x="13937" y="24927"/>
                    <a:pt x="15444" y="25214"/>
                  </a:cubicBezTo>
                  <a:cubicBezTo>
                    <a:pt x="14758" y="25854"/>
                    <a:pt x="13030" y="29249"/>
                    <a:pt x="12197" y="30749"/>
                  </a:cubicBezTo>
                  <a:cubicBezTo>
                    <a:pt x="11277" y="32409"/>
                    <a:pt x="8309" y="36450"/>
                    <a:pt x="9169" y="37991"/>
                  </a:cubicBezTo>
                  <a:cubicBezTo>
                    <a:pt x="10030" y="39538"/>
                    <a:pt x="11457" y="40158"/>
                    <a:pt x="13737" y="40618"/>
                  </a:cubicBezTo>
                  <a:cubicBezTo>
                    <a:pt x="15933" y="41061"/>
                    <a:pt x="20878" y="44569"/>
                    <a:pt x="25212" y="44569"/>
                  </a:cubicBezTo>
                  <a:cubicBezTo>
                    <a:pt x="25380" y="44569"/>
                    <a:pt x="25547" y="44564"/>
                    <a:pt x="25714" y="44553"/>
                  </a:cubicBezTo>
                  <a:cubicBezTo>
                    <a:pt x="27428" y="44446"/>
                    <a:pt x="28848" y="43886"/>
                    <a:pt x="30008" y="42939"/>
                  </a:cubicBezTo>
                  <a:lnTo>
                    <a:pt x="30008" y="42939"/>
                  </a:lnTo>
                  <a:cubicBezTo>
                    <a:pt x="29912" y="42940"/>
                    <a:pt x="29816" y="42941"/>
                    <a:pt x="29720" y="42941"/>
                  </a:cubicBezTo>
                  <a:cubicBezTo>
                    <a:pt x="29035" y="42941"/>
                    <a:pt x="28346" y="42899"/>
                    <a:pt x="27668" y="42805"/>
                  </a:cubicBezTo>
                  <a:cubicBezTo>
                    <a:pt x="25247" y="42499"/>
                    <a:pt x="22873" y="41925"/>
                    <a:pt x="20592" y="41092"/>
                  </a:cubicBezTo>
                  <a:cubicBezTo>
                    <a:pt x="18492" y="40325"/>
                    <a:pt x="16331" y="39205"/>
                    <a:pt x="15338" y="37204"/>
                  </a:cubicBezTo>
                  <a:cubicBezTo>
                    <a:pt x="13977" y="34457"/>
                    <a:pt x="15278" y="31209"/>
                    <a:pt x="16578" y="28442"/>
                  </a:cubicBezTo>
                  <a:cubicBezTo>
                    <a:pt x="16811" y="27935"/>
                    <a:pt x="17112" y="27375"/>
                    <a:pt x="17665" y="27241"/>
                  </a:cubicBezTo>
                  <a:cubicBezTo>
                    <a:pt x="17742" y="27222"/>
                    <a:pt x="17820" y="27214"/>
                    <a:pt x="17899" y="27214"/>
                  </a:cubicBezTo>
                  <a:cubicBezTo>
                    <a:pt x="18200" y="27214"/>
                    <a:pt x="18506" y="27338"/>
                    <a:pt x="18792" y="27455"/>
                  </a:cubicBezTo>
                  <a:lnTo>
                    <a:pt x="24100" y="29689"/>
                  </a:lnTo>
                  <a:cubicBezTo>
                    <a:pt x="21926" y="28308"/>
                    <a:pt x="19699" y="26875"/>
                    <a:pt x="18258" y="24741"/>
                  </a:cubicBezTo>
                  <a:cubicBezTo>
                    <a:pt x="17312" y="23354"/>
                    <a:pt x="16771" y="21747"/>
                    <a:pt x="16238" y="20166"/>
                  </a:cubicBezTo>
                  <a:cubicBezTo>
                    <a:pt x="15304" y="17419"/>
                    <a:pt x="12644" y="12797"/>
                    <a:pt x="13204" y="9830"/>
                  </a:cubicBezTo>
                  <a:cubicBezTo>
                    <a:pt x="12204" y="8883"/>
                    <a:pt x="11290" y="8030"/>
                    <a:pt x="10536" y="7343"/>
                  </a:cubicBezTo>
                  <a:cubicBezTo>
                    <a:pt x="6835" y="3968"/>
                    <a:pt x="1361" y="174"/>
                    <a:pt x="0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2" name="Google Shape;1995;p36"/>
            <p:cNvSpPr/>
            <p:nvPr/>
          </p:nvSpPr>
          <p:spPr>
            <a:xfrm>
              <a:off x="2507340" y="3289555"/>
              <a:ext cx="321571" cy="680622"/>
            </a:xfrm>
            <a:custGeom>
              <a:avLst/>
              <a:gdLst/>
              <a:ahLst/>
              <a:cxnLst/>
              <a:rect l="l" t="t" r="r" b="b"/>
              <a:pathLst>
                <a:path w="11497" h="24334" extrusionOk="0">
                  <a:moveTo>
                    <a:pt x="0" y="1"/>
                  </a:moveTo>
                  <a:cubicBezTo>
                    <a:pt x="0" y="1"/>
                    <a:pt x="147" y="534"/>
                    <a:pt x="394" y="1461"/>
                  </a:cubicBezTo>
                  <a:cubicBezTo>
                    <a:pt x="727" y="2675"/>
                    <a:pt x="1227" y="4562"/>
                    <a:pt x="1807" y="6796"/>
                  </a:cubicBezTo>
                  <a:cubicBezTo>
                    <a:pt x="2268" y="8516"/>
                    <a:pt x="2668" y="11397"/>
                    <a:pt x="3014" y="14098"/>
                  </a:cubicBezTo>
                  <a:cubicBezTo>
                    <a:pt x="3448" y="17545"/>
                    <a:pt x="3781" y="20740"/>
                    <a:pt x="3975" y="21000"/>
                  </a:cubicBezTo>
                  <a:cubicBezTo>
                    <a:pt x="4061" y="21106"/>
                    <a:pt x="4261" y="21266"/>
                    <a:pt x="4561" y="21453"/>
                  </a:cubicBezTo>
                  <a:cubicBezTo>
                    <a:pt x="5235" y="21900"/>
                    <a:pt x="6402" y="22500"/>
                    <a:pt x="7842" y="23100"/>
                  </a:cubicBezTo>
                  <a:cubicBezTo>
                    <a:pt x="8369" y="23314"/>
                    <a:pt x="8896" y="23514"/>
                    <a:pt x="9509" y="23734"/>
                  </a:cubicBezTo>
                  <a:cubicBezTo>
                    <a:pt x="10130" y="23947"/>
                    <a:pt x="10810" y="24154"/>
                    <a:pt x="11497" y="24334"/>
                  </a:cubicBezTo>
                  <a:cubicBezTo>
                    <a:pt x="11277" y="22413"/>
                    <a:pt x="11057" y="20279"/>
                    <a:pt x="10776" y="17946"/>
                  </a:cubicBezTo>
                  <a:cubicBezTo>
                    <a:pt x="10696" y="17219"/>
                    <a:pt x="10603" y="16498"/>
                    <a:pt x="10510" y="15738"/>
                  </a:cubicBezTo>
                  <a:cubicBezTo>
                    <a:pt x="10003" y="11611"/>
                    <a:pt x="9183" y="7783"/>
                    <a:pt x="8376" y="5496"/>
                  </a:cubicBezTo>
                  <a:cubicBezTo>
                    <a:pt x="4975" y="2708"/>
                    <a:pt x="1107" y="141"/>
                    <a:pt x="0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3" name="Google Shape;1996;p36"/>
            <p:cNvSpPr/>
            <p:nvPr/>
          </p:nvSpPr>
          <p:spPr>
            <a:xfrm>
              <a:off x="2498250" y="3281528"/>
              <a:ext cx="339052" cy="696677"/>
            </a:xfrm>
            <a:custGeom>
              <a:avLst/>
              <a:gdLst/>
              <a:ahLst/>
              <a:cxnLst/>
              <a:rect l="l" t="t" r="r" b="b"/>
              <a:pathLst>
                <a:path w="12122" h="24908" extrusionOk="0">
                  <a:moveTo>
                    <a:pt x="745" y="715"/>
                  </a:moveTo>
                  <a:lnTo>
                    <a:pt x="745" y="715"/>
                  </a:lnTo>
                  <a:cubicBezTo>
                    <a:pt x="2159" y="1288"/>
                    <a:pt x="5480" y="3522"/>
                    <a:pt x="8454" y="5949"/>
                  </a:cubicBezTo>
                  <a:cubicBezTo>
                    <a:pt x="9281" y="8317"/>
                    <a:pt x="10055" y="12084"/>
                    <a:pt x="10548" y="16059"/>
                  </a:cubicBezTo>
                  <a:cubicBezTo>
                    <a:pt x="10635" y="16812"/>
                    <a:pt x="10728" y="17552"/>
                    <a:pt x="10815" y="18266"/>
                  </a:cubicBezTo>
                  <a:cubicBezTo>
                    <a:pt x="11048" y="20213"/>
                    <a:pt x="11248" y="22040"/>
                    <a:pt x="11428" y="23707"/>
                  </a:cubicBezTo>
                  <a:lnTo>
                    <a:pt x="11488" y="24227"/>
                  </a:lnTo>
                  <a:cubicBezTo>
                    <a:pt x="10928" y="24074"/>
                    <a:pt x="10415" y="23907"/>
                    <a:pt x="9934" y="23741"/>
                  </a:cubicBezTo>
                  <a:cubicBezTo>
                    <a:pt x="9388" y="23547"/>
                    <a:pt x="8834" y="23341"/>
                    <a:pt x="8287" y="23120"/>
                  </a:cubicBezTo>
                  <a:cubicBezTo>
                    <a:pt x="6974" y="22574"/>
                    <a:pt x="5767" y="21967"/>
                    <a:pt x="5047" y="21500"/>
                  </a:cubicBezTo>
                  <a:cubicBezTo>
                    <a:pt x="4660" y="21253"/>
                    <a:pt x="4560" y="21133"/>
                    <a:pt x="4553" y="21127"/>
                  </a:cubicBezTo>
                  <a:cubicBezTo>
                    <a:pt x="4426" y="20867"/>
                    <a:pt x="4173" y="18806"/>
                    <a:pt x="3933" y="16825"/>
                  </a:cubicBezTo>
                  <a:cubicBezTo>
                    <a:pt x="3840" y="16039"/>
                    <a:pt x="3733" y="15198"/>
                    <a:pt x="3626" y="14351"/>
                  </a:cubicBezTo>
                  <a:cubicBezTo>
                    <a:pt x="3293" y="11717"/>
                    <a:pt x="2866" y="8737"/>
                    <a:pt x="2419" y="7003"/>
                  </a:cubicBezTo>
                  <a:cubicBezTo>
                    <a:pt x="1966" y="5269"/>
                    <a:pt x="1492" y="3482"/>
                    <a:pt x="999" y="1668"/>
                  </a:cubicBezTo>
                  <a:cubicBezTo>
                    <a:pt x="892" y="1281"/>
                    <a:pt x="812" y="955"/>
                    <a:pt x="745" y="715"/>
                  </a:cubicBezTo>
                  <a:close/>
                  <a:moveTo>
                    <a:pt x="338" y="0"/>
                  </a:moveTo>
                  <a:cubicBezTo>
                    <a:pt x="148" y="0"/>
                    <a:pt x="0" y="181"/>
                    <a:pt x="45" y="368"/>
                  </a:cubicBezTo>
                  <a:cubicBezTo>
                    <a:pt x="45" y="368"/>
                    <a:pt x="192" y="901"/>
                    <a:pt x="445" y="1828"/>
                  </a:cubicBezTo>
                  <a:cubicBezTo>
                    <a:pt x="925" y="3635"/>
                    <a:pt x="1399" y="5416"/>
                    <a:pt x="1859" y="7163"/>
                  </a:cubicBezTo>
                  <a:cubicBezTo>
                    <a:pt x="2319" y="8917"/>
                    <a:pt x="2719" y="11817"/>
                    <a:pt x="3053" y="14425"/>
                  </a:cubicBezTo>
                  <a:cubicBezTo>
                    <a:pt x="3159" y="15285"/>
                    <a:pt x="3259" y="16119"/>
                    <a:pt x="3359" y="16899"/>
                  </a:cubicBezTo>
                  <a:cubicBezTo>
                    <a:pt x="3780" y="20340"/>
                    <a:pt x="3900" y="21240"/>
                    <a:pt x="4080" y="21467"/>
                  </a:cubicBezTo>
                  <a:cubicBezTo>
                    <a:pt x="4180" y="21613"/>
                    <a:pt x="4393" y="21787"/>
                    <a:pt x="4726" y="21994"/>
                  </a:cubicBezTo>
                  <a:cubicBezTo>
                    <a:pt x="5480" y="22487"/>
                    <a:pt x="6727" y="23107"/>
                    <a:pt x="8061" y="23661"/>
                  </a:cubicBezTo>
                  <a:cubicBezTo>
                    <a:pt x="8621" y="23894"/>
                    <a:pt x="9148" y="24087"/>
                    <a:pt x="9748" y="24301"/>
                  </a:cubicBezTo>
                  <a:cubicBezTo>
                    <a:pt x="10341" y="24521"/>
                    <a:pt x="11021" y="24721"/>
                    <a:pt x="11748" y="24908"/>
                  </a:cubicBezTo>
                  <a:lnTo>
                    <a:pt x="11822" y="24908"/>
                  </a:lnTo>
                  <a:cubicBezTo>
                    <a:pt x="11888" y="24908"/>
                    <a:pt x="11955" y="24888"/>
                    <a:pt x="12015" y="24854"/>
                  </a:cubicBezTo>
                  <a:cubicBezTo>
                    <a:pt x="12082" y="24781"/>
                    <a:pt x="12122" y="24688"/>
                    <a:pt x="12115" y="24594"/>
                  </a:cubicBezTo>
                  <a:lnTo>
                    <a:pt x="12002" y="23654"/>
                  </a:lnTo>
                  <a:cubicBezTo>
                    <a:pt x="11822" y="21987"/>
                    <a:pt x="11622" y="20166"/>
                    <a:pt x="11388" y="18206"/>
                  </a:cubicBezTo>
                  <a:cubicBezTo>
                    <a:pt x="11302" y="17486"/>
                    <a:pt x="11215" y="16752"/>
                    <a:pt x="11121" y="15999"/>
                  </a:cubicBezTo>
                  <a:cubicBezTo>
                    <a:pt x="10621" y="11931"/>
                    <a:pt x="9821" y="8083"/>
                    <a:pt x="8981" y="5689"/>
                  </a:cubicBezTo>
                  <a:cubicBezTo>
                    <a:pt x="8961" y="5636"/>
                    <a:pt x="8928" y="5589"/>
                    <a:pt x="8888" y="5556"/>
                  </a:cubicBezTo>
                  <a:cubicBezTo>
                    <a:pt x="5780" y="3015"/>
                    <a:pt x="1632" y="168"/>
                    <a:pt x="359" y="1"/>
                  </a:cubicBezTo>
                  <a:cubicBezTo>
                    <a:pt x="352" y="1"/>
                    <a:pt x="345" y="0"/>
                    <a:pt x="33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4" name="Google Shape;1997;p36"/>
            <p:cNvSpPr/>
            <p:nvPr/>
          </p:nvSpPr>
          <p:spPr>
            <a:xfrm>
              <a:off x="2939309" y="3991602"/>
              <a:ext cx="36781" cy="9538"/>
            </a:xfrm>
            <a:custGeom>
              <a:avLst/>
              <a:gdLst/>
              <a:ahLst/>
              <a:cxnLst/>
              <a:rect l="l" t="t" r="r" b="b"/>
              <a:pathLst>
                <a:path w="1315" h="341" extrusionOk="0">
                  <a:moveTo>
                    <a:pt x="294" y="1"/>
                  </a:moveTo>
                  <a:cubicBezTo>
                    <a:pt x="256" y="1"/>
                    <a:pt x="218" y="3"/>
                    <a:pt x="180" y="7"/>
                  </a:cubicBezTo>
                  <a:cubicBezTo>
                    <a:pt x="107" y="21"/>
                    <a:pt x="47" y="61"/>
                    <a:pt x="0" y="114"/>
                  </a:cubicBezTo>
                  <a:cubicBezTo>
                    <a:pt x="754" y="254"/>
                    <a:pt x="1254" y="334"/>
                    <a:pt x="1314" y="341"/>
                  </a:cubicBezTo>
                  <a:cubicBezTo>
                    <a:pt x="1253" y="304"/>
                    <a:pt x="749" y="1"/>
                    <a:pt x="294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5" name="Google Shape;1998;p36"/>
            <p:cNvSpPr/>
            <p:nvPr/>
          </p:nvSpPr>
          <p:spPr>
            <a:xfrm>
              <a:off x="2930722" y="3983379"/>
              <a:ext cx="54318" cy="25984"/>
            </a:xfrm>
            <a:custGeom>
              <a:avLst/>
              <a:gdLst/>
              <a:ahLst/>
              <a:cxnLst/>
              <a:rect l="l" t="t" r="r" b="b"/>
              <a:pathLst>
                <a:path w="1942" h="929" extrusionOk="0">
                  <a:moveTo>
                    <a:pt x="577" y="1"/>
                  </a:moveTo>
                  <a:cubicBezTo>
                    <a:pt x="531" y="1"/>
                    <a:pt x="486" y="3"/>
                    <a:pt x="441" y="8"/>
                  </a:cubicBezTo>
                  <a:cubicBezTo>
                    <a:pt x="314" y="35"/>
                    <a:pt x="201" y="95"/>
                    <a:pt x="107" y="195"/>
                  </a:cubicBezTo>
                  <a:cubicBezTo>
                    <a:pt x="27" y="268"/>
                    <a:pt x="1" y="388"/>
                    <a:pt x="34" y="495"/>
                  </a:cubicBezTo>
                  <a:cubicBezTo>
                    <a:pt x="67" y="595"/>
                    <a:pt x="154" y="675"/>
                    <a:pt x="261" y="695"/>
                  </a:cubicBezTo>
                  <a:lnTo>
                    <a:pt x="1588" y="928"/>
                  </a:lnTo>
                  <a:lnTo>
                    <a:pt x="1628" y="928"/>
                  </a:lnTo>
                  <a:cubicBezTo>
                    <a:pt x="1748" y="922"/>
                    <a:pt x="1854" y="848"/>
                    <a:pt x="1894" y="735"/>
                  </a:cubicBezTo>
                  <a:cubicBezTo>
                    <a:pt x="1941" y="602"/>
                    <a:pt x="1894" y="455"/>
                    <a:pt x="1774" y="381"/>
                  </a:cubicBezTo>
                  <a:cubicBezTo>
                    <a:pt x="1615" y="290"/>
                    <a:pt x="1090" y="1"/>
                    <a:pt x="57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6" name="Google Shape;1999;p36"/>
            <p:cNvSpPr/>
            <p:nvPr/>
          </p:nvSpPr>
          <p:spPr>
            <a:xfrm>
              <a:off x="2591642" y="3676408"/>
              <a:ext cx="336871" cy="316341"/>
            </a:xfrm>
            <a:custGeom>
              <a:avLst/>
              <a:gdLst/>
              <a:ahLst/>
              <a:cxnLst/>
              <a:rect l="l" t="t" r="r" b="b"/>
              <a:pathLst>
                <a:path w="12044" h="11310" extrusionOk="0">
                  <a:moveTo>
                    <a:pt x="594" y="0"/>
                  </a:moveTo>
                  <a:cubicBezTo>
                    <a:pt x="387" y="53"/>
                    <a:pt x="187" y="140"/>
                    <a:pt x="0" y="267"/>
                  </a:cubicBezTo>
                  <a:cubicBezTo>
                    <a:pt x="434" y="3714"/>
                    <a:pt x="767" y="6909"/>
                    <a:pt x="961" y="7169"/>
                  </a:cubicBezTo>
                  <a:cubicBezTo>
                    <a:pt x="1301" y="7615"/>
                    <a:pt x="3588" y="8876"/>
                    <a:pt x="6495" y="9903"/>
                  </a:cubicBezTo>
                  <a:cubicBezTo>
                    <a:pt x="8249" y="10516"/>
                    <a:pt x="10503" y="11010"/>
                    <a:pt x="12044" y="11310"/>
                  </a:cubicBezTo>
                  <a:cubicBezTo>
                    <a:pt x="11810" y="11023"/>
                    <a:pt x="11637" y="10696"/>
                    <a:pt x="11530" y="10350"/>
                  </a:cubicBezTo>
                  <a:cubicBezTo>
                    <a:pt x="11043" y="8882"/>
                    <a:pt x="10597" y="3708"/>
                    <a:pt x="7389" y="1067"/>
                  </a:cubicBezTo>
                  <a:lnTo>
                    <a:pt x="7389" y="1067"/>
                  </a:lnTo>
                  <a:cubicBezTo>
                    <a:pt x="7389" y="1067"/>
                    <a:pt x="7502" y="1981"/>
                    <a:pt x="7629" y="3008"/>
                  </a:cubicBezTo>
                  <a:cubicBezTo>
                    <a:pt x="7629" y="3008"/>
                    <a:pt x="6113" y="3618"/>
                    <a:pt x="4349" y="3618"/>
                  </a:cubicBezTo>
                  <a:cubicBezTo>
                    <a:pt x="4223" y="3618"/>
                    <a:pt x="4096" y="3614"/>
                    <a:pt x="3968" y="3608"/>
                  </a:cubicBezTo>
                  <a:cubicBezTo>
                    <a:pt x="2921" y="3548"/>
                    <a:pt x="1828" y="3254"/>
                    <a:pt x="927" y="2481"/>
                  </a:cubicBezTo>
                  <a:cubicBezTo>
                    <a:pt x="927" y="2481"/>
                    <a:pt x="681" y="607"/>
                    <a:pt x="594" y="0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7" name="Google Shape;2000;p36"/>
            <p:cNvSpPr/>
            <p:nvPr/>
          </p:nvSpPr>
          <p:spPr>
            <a:xfrm>
              <a:off x="2583055" y="3668045"/>
              <a:ext cx="354044" cy="332563"/>
            </a:xfrm>
            <a:custGeom>
              <a:avLst/>
              <a:gdLst/>
              <a:ahLst/>
              <a:cxnLst/>
              <a:rect l="l" t="t" r="r" b="b"/>
              <a:pathLst>
                <a:path w="12658" h="11890" extrusionOk="0">
                  <a:moveTo>
                    <a:pt x="661" y="693"/>
                  </a:moveTo>
                  <a:cubicBezTo>
                    <a:pt x="768" y="1473"/>
                    <a:pt x="948" y="2813"/>
                    <a:pt x="948" y="2813"/>
                  </a:cubicBezTo>
                  <a:cubicBezTo>
                    <a:pt x="954" y="2886"/>
                    <a:pt x="988" y="2953"/>
                    <a:pt x="1048" y="2993"/>
                  </a:cubicBezTo>
                  <a:cubicBezTo>
                    <a:pt x="1888" y="3720"/>
                    <a:pt x="2968" y="4120"/>
                    <a:pt x="4262" y="4187"/>
                  </a:cubicBezTo>
                  <a:cubicBezTo>
                    <a:pt x="4403" y="4194"/>
                    <a:pt x="4543" y="4198"/>
                    <a:pt x="4681" y="4198"/>
                  </a:cubicBezTo>
                  <a:cubicBezTo>
                    <a:pt x="6465" y="4198"/>
                    <a:pt x="7975" y="3604"/>
                    <a:pt x="8049" y="3573"/>
                  </a:cubicBezTo>
                  <a:cubicBezTo>
                    <a:pt x="8163" y="3520"/>
                    <a:pt x="8236" y="3400"/>
                    <a:pt x="8223" y="3273"/>
                  </a:cubicBezTo>
                  <a:cubicBezTo>
                    <a:pt x="8170" y="2846"/>
                    <a:pt x="8123" y="2446"/>
                    <a:pt x="8083" y="2120"/>
                  </a:cubicBezTo>
                  <a:lnTo>
                    <a:pt x="8083" y="2120"/>
                  </a:lnTo>
                  <a:cubicBezTo>
                    <a:pt x="10117" y="4213"/>
                    <a:pt x="10804" y="7421"/>
                    <a:pt x="11230" y="9408"/>
                  </a:cubicBezTo>
                  <a:cubicBezTo>
                    <a:pt x="11357" y="9975"/>
                    <a:pt x="11457" y="10422"/>
                    <a:pt x="11557" y="10742"/>
                  </a:cubicBezTo>
                  <a:cubicBezTo>
                    <a:pt x="11617" y="10902"/>
                    <a:pt x="11670" y="11049"/>
                    <a:pt x="11737" y="11189"/>
                  </a:cubicBezTo>
                  <a:cubicBezTo>
                    <a:pt x="10257" y="10889"/>
                    <a:pt x="8396" y="10455"/>
                    <a:pt x="6902" y="9922"/>
                  </a:cubicBezTo>
                  <a:cubicBezTo>
                    <a:pt x="3855" y="8848"/>
                    <a:pt x="1768" y="7641"/>
                    <a:pt x="1521" y="7308"/>
                  </a:cubicBezTo>
                  <a:cubicBezTo>
                    <a:pt x="1394" y="7048"/>
                    <a:pt x="1148" y="4987"/>
                    <a:pt x="901" y="3006"/>
                  </a:cubicBezTo>
                  <a:cubicBezTo>
                    <a:pt x="814" y="2280"/>
                    <a:pt x="721" y="1506"/>
                    <a:pt x="621" y="713"/>
                  </a:cubicBezTo>
                  <a:lnTo>
                    <a:pt x="661" y="693"/>
                  </a:lnTo>
                  <a:close/>
                  <a:moveTo>
                    <a:pt x="902" y="1"/>
                  </a:moveTo>
                  <a:cubicBezTo>
                    <a:pt x="884" y="1"/>
                    <a:pt x="865" y="2"/>
                    <a:pt x="848" y="6"/>
                  </a:cubicBezTo>
                  <a:cubicBezTo>
                    <a:pt x="594" y="72"/>
                    <a:pt x="361" y="179"/>
                    <a:pt x="154" y="319"/>
                  </a:cubicBezTo>
                  <a:cubicBezTo>
                    <a:pt x="54" y="372"/>
                    <a:pt x="1" y="486"/>
                    <a:pt x="21" y="599"/>
                  </a:cubicBezTo>
                  <a:cubicBezTo>
                    <a:pt x="127" y="1453"/>
                    <a:pt x="227" y="2286"/>
                    <a:pt x="327" y="3073"/>
                  </a:cubicBezTo>
                  <a:cubicBezTo>
                    <a:pt x="748" y="6514"/>
                    <a:pt x="868" y="7414"/>
                    <a:pt x="1034" y="7641"/>
                  </a:cubicBezTo>
                  <a:cubicBezTo>
                    <a:pt x="1454" y="8188"/>
                    <a:pt x="3828" y="9455"/>
                    <a:pt x="6716" y="10475"/>
                  </a:cubicBezTo>
                  <a:cubicBezTo>
                    <a:pt x="8463" y="11102"/>
                    <a:pt x="10717" y="11589"/>
                    <a:pt x="12291" y="11889"/>
                  </a:cubicBezTo>
                  <a:lnTo>
                    <a:pt x="12351" y="11889"/>
                  </a:lnTo>
                  <a:cubicBezTo>
                    <a:pt x="12356" y="11889"/>
                    <a:pt x="12361" y="11889"/>
                    <a:pt x="12366" y="11889"/>
                  </a:cubicBezTo>
                  <a:cubicBezTo>
                    <a:pt x="12460" y="11889"/>
                    <a:pt x="12547" y="11831"/>
                    <a:pt x="12597" y="11749"/>
                  </a:cubicBezTo>
                  <a:cubicBezTo>
                    <a:pt x="12657" y="11642"/>
                    <a:pt x="12651" y="11509"/>
                    <a:pt x="12571" y="11415"/>
                  </a:cubicBezTo>
                  <a:cubicBezTo>
                    <a:pt x="12364" y="11162"/>
                    <a:pt x="12211" y="10869"/>
                    <a:pt x="12117" y="10555"/>
                  </a:cubicBezTo>
                  <a:cubicBezTo>
                    <a:pt x="11984" y="10135"/>
                    <a:pt x="11884" y="9715"/>
                    <a:pt x="11804" y="9281"/>
                  </a:cubicBezTo>
                  <a:cubicBezTo>
                    <a:pt x="11324" y="7048"/>
                    <a:pt x="10517" y="3307"/>
                    <a:pt x="7883" y="1139"/>
                  </a:cubicBezTo>
                  <a:cubicBezTo>
                    <a:pt x="7828" y="1093"/>
                    <a:pt x="7760" y="1069"/>
                    <a:pt x="7693" y="1069"/>
                  </a:cubicBezTo>
                  <a:cubicBezTo>
                    <a:pt x="7645" y="1069"/>
                    <a:pt x="7598" y="1081"/>
                    <a:pt x="7556" y="1106"/>
                  </a:cubicBezTo>
                  <a:cubicBezTo>
                    <a:pt x="7449" y="1159"/>
                    <a:pt x="7389" y="1279"/>
                    <a:pt x="7403" y="1399"/>
                  </a:cubicBezTo>
                  <a:lnTo>
                    <a:pt x="7623" y="3107"/>
                  </a:lnTo>
                  <a:cubicBezTo>
                    <a:pt x="7157" y="3266"/>
                    <a:pt x="5965" y="3622"/>
                    <a:pt x="4648" y="3622"/>
                  </a:cubicBezTo>
                  <a:cubicBezTo>
                    <a:pt x="4531" y="3622"/>
                    <a:pt x="4413" y="3619"/>
                    <a:pt x="4295" y="3613"/>
                  </a:cubicBezTo>
                  <a:cubicBezTo>
                    <a:pt x="3168" y="3553"/>
                    <a:pt x="2235" y="3220"/>
                    <a:pt x="1514" y="2633"/>
                  </a:cubicBezTo>
                  <a:cubicBezTo>
                    <a:pt x="1454" y="2213"/>
                    <a:pt x="1261" y="779"/>
                    <a:pt x="1188" y="252"/>
                  </a:cubicBezTo>
                  <a:cubicBezTo>
                    <a:pt x="1181" y="172"/>
                    <a:pt x="1134" y="99"/>
                    <a:pt x="1068" y="52"/>
                  </a:cubicBezTo>
                  <a:cubicBezTo>
                    <a:pt x="1017" y="17"/>
                    <a:pt x="959" y="1"/>
                    <a:pt x="90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8" name="Google Shape;2001;p36"/>
            <p:cNvSpPr/>
            <p:nvPr/>
          </p:nvSpPr>
          <p:spPr>
            <a:xfrm>
              <a:off x="2939309" y="3991602"/>
              <a:ext cx="36781" cy="9538"/>
            </a:xfrm>
            <a:custGeom>
              <a:avLst/>
              <a:gdLst/>
              <a:ahLst/>
              <a:cxnLst/>
              <a:rect l="l" t="t" r="r" b="b"/>
              <a:pathLst>
                <a:path w="1315" h="341" extrusionOk="0">
                  <a:moveTo>
                    <a:pt x="294" y="1"/>
                  </a:moveTo>
                  <a:cubicBezTo>
                    <a:pt x="256" y="1"/>
                    <a:pt x="218" y="3"/>
                    <a:pt x="180" y="7"/>
                  </a:cubicBezTo>
                  <a:cubicBezTo>
                    <a:pt x="107" y="21"/>
                    <a:pt x="47" y="61"/>
                    <a:pt x="0" y="114"/>
                  </a:cubicBezTo>
                  <a:cubicBezTo>
                    <a:pt x="754" y="254"/>
                    <a:pt x="1254" y="334"/>
                    <a:pt x="1314" y="341"/>
                  </a:cubicBezTo>
                  <a:cubicBezTo>
                    <a:pt x="1253" y="304"/>
                    <a:pt x="749" y="1"/>
                    <a:pt x="294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9" name="Google Shape;2002;p36"/>
            <p:cNvSpPr/>
            <p:nvPr/>
          </p:nvSpPr>
          <p:spPr>
            <a:xfrm>
              <a:off x="2930722" y="3983379"/>
              <a:ext cx="54318" cy="25984"/>
            </a:xfrm>
            <a:custGeom>
              <a:avLst/>
              <a:gdLst/>
              <a:ahLst/>
              <a:cxnLst/>
              <a:rect l="l" t="t" r="r" b="b"/>
              <a:pathLst>
                <a:path w="1942" h="929" extrusionOk="0">
                  <a:moveTo>
                    <a:pt x="577" y="1"/>
                  </a:moveTo>
                  <a:cubicBezTo>
                    <a:pt x="531" y="1"/>
                    <a:pt x="486" y="3"/>
                    <a:pt x="441" y="8"/>
                  </a:cubicBezTo>
                  <a:cubicBezTo>
                    <a:pt x="314" y="35"/>
                    <a:pt x="201" y="95"/>
                    <a:pt x="107" y="195"/>
                  </a:cubicBezTo>
                  <a:cubicBezTo>
                    <a:pt x="27" y="268"/>
                    <a:pt x="1" y="388"/>
                    <a:pt x="34" y="495"/>
                  </a:cubicBezTo>
                  <a:cubicBezTo>
                    <a:pt x="67" y="595"/>
                    <a:pt x="154" y="675"/>
                    <a:pt x="261" y="695"/>
                  </a:cubicBezTo>
                  <a:lnTo>
                    <a:pt x="1588" y="928"/>
                  </a:lnTo>
                  <a:lnTo>
                    <a:pt x="1628" y="928"/>
                  </a:lnTo>
                  <a:cubicBezTo>
                    <a:pt x="1748" y="922"/>
                    <a:pt x="1854" y="848"/>
                    <a:pt x="1894" y="735"/>
                  </a:cubicBezTo>
                  <a:cubicBezTo>
                    <a:pt x="1941" y="602"/>
                    <a:pt x="1894" y="455"/>
                    <a:pt x="1774" y="381"/>
                  </a:cubicBezTo>
                  <a:cubicBezTo>
                    <a:pt x="1615" y="290"/>
                    <a:pt x="1090" y="1"/>
                    <a:pt x="57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0" name="Google Shape;2003;p36"/>
            <p:cNvSpPr/>
            <p:nvPr/>
          </p:nvSpPr>
          <p:spPr>
            <a:xfrm>
              <a:off x="2796242" y="3548641"/>
              <a:ext cx="31187" cy="171065"/>
            </a:xfrm>
            <a:custGeom>
              <a:avLst/>
              <a:gdLst/>
              <a:ahLst/>
              <a:cxnLst/>
              <a:rect l="l" t="t" r="r" b="b"/>
              <a:pathLst>
                <a:path w="1115" h="6116" extrusionOk="0">
                  <a:moveTo>
                    <a:pt x="1" y="0"/>
                  </a:moveTo>
                  <a:lnTo>
                    <a:pt x="1" y="0"/>
                  </a:lnTo>
                  <a:cubicBezTo>
                    <a:pt x="81" y="1034"/>
                    <a:pt x="221" y="2061"/>
                    <a:pt x="414" y="3081"/>
                  </a:cubicBezTo>
                  <a:cubicBezTo>
                    <a:pt x="594" y="4101"/>
                    <a:pt x="828" y="5115"/>
                    <a:pt x="1114" y="6115"/>
                  </a:cubicBezTo>
                  <a:cubicBezTo>
                    <a:pt x="1034" y="5082"/>
                    <a:pt x="894" y="4048"/>
                    <a:pt x="701" y="3034"/>
                  </a:cubicBezTo>
                  <a:cubicBezTo>
                    <a:pt x="521" y="2007"/>
                    <a:pt x="287" y="994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1" name="Google Shape;2004;p36"/>
            <p:cNvSpPr/>
            <p:nvPr/>
          </p:nvSpPr>
          <p:spPr>
            <a:xfrm>
              <a:off x="2844183" y="3629027"/>
              <a:ext cx="36221" cy="125166"/>
            </a:xfrm>
            <a:custGeom>
              <a:avLst/>
              <a:gdLst/>
              <a:ahLst/>
              <a:cxnLst/>
              <a:rect l="l" t="t" r="r" b="b"/>
              <a:pathLst>
                <a:path w="1295" h="4475" extrusionOk="0">
                  <a:moveTo>
                    <a:pt x="0" y="0"/>
                  </a:moveTo>
                  <a:lnTo>
                    <a:pt x="0" y="0"/>
                  </a:lnTo>
                  <a:cubicBezTo>
                    <a:pt x="134" y="1561"/>
                    <a:pt x="574" y="3081"/>
                    <a:pt x="1294" y="4475"/>
                  </a:cubicBezTo>
                  <a:cubicBezTo>
                    <a:pt x="1134" y="3708"/>
                    <a:pt x="921" y="2968"/>
                    <a:pt x="701" y="2221"/>
                  </a:cubicBezTo>
                  <a:cubicBezTo>
                    <a:pt x="487" y="1481"/>
                    <a:pt x="281" y="734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2" name="Google Shape;2005;p36"/>
            <p:cNvSpPr/>
            <p:nvPr/>
          </p:nvSpPr>
          <p:spPr>
            <a:xfrm>
              <a:off x="2865999" y="4377141"/>
              <a:ext cx="131711" cy="35662"/>
            </a:xfrm>
            <a:custGeom>
              <a:avLst/>
              <a:gdLst/>
              <a:ahLst/>
              <a:cxnLst/>
              <a:rect l="l" t="t" r="r" b="b"/>
              <a:pathLst>
                <a:path w="4709" h="1275" extrusionOk="0">
                  <a:moveTo>
                    <a:pt x="1" y="0"/>
                  </a:moveTo>
                  <a:lnTo>
                    <a:pt x="1" y="0"/>
                  </a:lnTo>
                  <a:cubicBezTo>
                    <a:pt x="754" y="314"/>
                    <a:pt x="1528" y="567"/>
                    <a:pt x="2315" y="774"/>
                  </a:cubicBezTo>
                  <a:cubicBezTo>
                    <a:pt x="3102" y="1001"/>
                    <a:pt x="3902" y="1167"/>
                    <a:pt x="4709" y="1274"/>
                  </a:cubicBezTo>
                  <a:cubicBezTo>
                    <a:pt x="3195" y="667"/>
                    <a:pt x="1614" y="240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3" name="Google Shape;2006;p36"/>
            <p:cNvSpPr/>
            <p:nvPr/>
          </p:nvSpPr>
          <p:spPr>
            <a:xfrm>
              <a:off x="3039833" y="4429165"/>
              <a:ext cx="282413" cy="49059"/>
            </a:xfrm>
            <a:custGeom>
              <a:avLst/>
              <a:gdLst/>
              <a:ahLst/>
              <a:cxnLst/>
              <a:rect l="l" t="t" r="r" b="b"/>
              <a:pathLst>
                <a:path w="10097" h="1754" extrusionOk="0">
                  <a:moveTo>
                    <a:pt x="1" y="1"/>
                  </a:moveTo>
                  <a:cubicBezTo>
                    <a:pt x="434" y="61"/>
                    <a:pt x="834" y="221"/>
                    <a:pt x="1241" y="401"/>
                  </a:cubicBezTo>
                  <a:cubicBezTo>
                    <a:pt x="1654" y="574"/>
                    <a:pt x="2061" y="734"/>
                    <a:pt x="2468" y="894"/>
                  </a:cubicBezTo>
                  <a:cubicBezTo>
                    <a:pt x="3295" y="1208"/>
                    <a:pt x="4148" y="1455"/>
                    <a:pt x="5022" y="1628"/>
                  </a:cubicBezTo>
                  <a:cubicBezTo>
                    <a:pt x="5481" y="1712"/>
                    <a:pt x="5946" y="1753"/>
                    <a:pt x="6411" y="1753"/>
                  </a:cubicBezTo>
                  <a:cubicBezTo>
                    <a:pt x="6838" y="1753"/>
                    <a:pt x="7265" y="1718"/>
                    <a:pt x="7689" y="1648"/>
                  </a:cubicBezTo>
                  <a:cubicBezTo>
                    <a:pt x="8563" y="1501"/>
                    <a:pt x="9423" y="1148"/>
                    <a:pt x="10097" y="574"/>
                  </a:cubicBezTo>
                  <a:lnTo>
                    <a:pt x="10097" y="574"/>
                  </a:lnTo>
                  <a:cubicBezTo>
                    <a:pt x="9357" y="1035"/>
                    <a:pt x="8523" y="1328"/>
                    <a:pt x="7656" y="1421"/>
                  </a:cubicBezTo>
                  <a:cubicBezTo>
                    <a:pt x="7320" y="1463"/>
                    <a:pt x="6983" y="1483"/>
                    <a:pt x="6647" y="1483"/>
                  </a:cubicBezTo>
                  <a:cubicBezTo>
                    <a:pt x="6118" y="1483"/>
                    <a:pt x="5591" y="1433"/>
                    <a:pt x="5069" y="1335"/>
                  </a:cubicBezTo>
                  <a:cubicBezTo>
                    <a:pt x="4215" y="1168"/>
                    <a:pt x="3368" y="948"/>
                    <a:pt x="2541" y="674"/>
                  </a:cubicBezTo>
                  <a:lnTo>
                    <a:pt x="1294" y="274"/>
                  </a:lnTo>
                  <a:cubicBezTo>
                    <a:pt x="874" y="141"/>
                    <a:pt x="441" y="1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4" name="Google Shape;2007;p36"/>
            <p:cNvSpPr/>
            <p:nvPr/>
          </p:nvSpPr>
          <p:spPr>
            <a:xfrm>
              <a:off x="3176550" y="4372106"/>
              <a:ext cx="159513" cy="68666"/>
            </a:xfrm>
            <a:custGeom>
              <a:avLst/>
              <a:gdLst/>
              <a:ahLst/>
              <a:cxnLst/>
              <a:rect l="l" t="t" r="r" b="b"/>
              <a:pathLst>
                <a:path w="5703" h="2455" extrusionOk="0">
                  <a:moveTo>
                    <a:pt x="5702" y="0"/>
                  </a:moveTo>
                  <a:cubicBezTo>
                    <a:pt x="5355" y="420"/>
                    <a:pt x="4982" y="807"/>
                    <a:pt x="4575" y="1167"/>
                  </a:cubicBezTo>
                  <a:cubicBezTo>
                    <a:pt x="4168" y="1501"/>
                    <a:pt x="3702" y="1761"/>
                    <a:pt x="3202" y="1921"/>
                  </a:cubicBezTo>
                  <a:cubicBezTo>
                    <a:pt x="2188" y="2254"/>
                    <a:pt x="1088" y="2254"/>
                    <a:pt x="1" y="2341"/>
                  </a:cubicBezTo>
                  <a:cubicBezTo>
                    <a:pt x="488" y="2408"/>
                    <a:pt x="988" y="2455"/>
                    <a:pt x="1490" y="2455"/>
                  </a:cubicBezTo>
                  <a:cubicBezTo>
                    <a:pt x="2093" y="2455"/>
                    <a:pt x="2699" y="2387"/>
                    <a:pt x="3288" y="2201"/>
                  </a:cubicBezTo>
                  <a:cubicBezTo>
                    <a:pt x="3828" y="2028"/>
                    <a:pt x="4322" y="1727"/>
                    <a:pt x="4722" y="1334"/>
                  </a:cubicBezTo>
                  <a:cubicBezTo>
                    <a:pt x="5115" y="941"/>
                    <a:pt x="5449" y="487"/>
                    <a:pt x="570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5" name="Google Shape;2008;p36"/>
            <p:cNvSpPr/>
            <p:nvPr/>
          </p:nvSpPr>
          <p:spPr>
            <a:xfrm>
              <a:off x="3186452" y="4349171"/>
              <a:ext cx="119768" cy="50738"/>
            </a:xfrm>
            <a:custGeom>
              <a:avLst/>
              <a:gdLst/>
              <a:ahLst/>
              <a:cxnLst/>
              <a:rect l="l" t="t" r="r" b="b"/>
              <a:pathLst>
                <a:path w="4282" h="1814" extrusionOk="0">
                  <a:moveTo>
                    <a:pt x="4281" y="0"/>
                  </a:moveTo>
                  <a:cubicBezTo>
                    <a:pt x="3634" y="434"/>
                    <a:pt x="2948" y="814"/>
                    <a:pt x="2234" y="1120"/>
                  </a:cubicBezTo>
                  <a:cubicBezTo>
                    <a:pt x="1514" y="1421"/>
                    <a:pt x="767" y="1647"/>
                    <a:pt x="0" y="1807"/>
                  </a:cubicBezTo>
                  <a:cubicBezTo>
                    <a:pt x="88" y="1812"/>
                    <a:pt x="176" y="1814"/>
                    <a:pt x="263" y="1814"/>
                  </a:cubicBezTo>
                  <a:cubicBezTo>
                    <a:pt x="1796" y="1814"/>
                    <a:pt x="3259" y="1155"/>
                    <a:pt x="428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6" name="Google Shape;2009;p36"/>
            <p:cNvSpPr/>
            <p:nvPr/>
          </p:nvSpPr>
          <p:spPr>
            <a:xfrm>
              <a:off x="2458504" y="3260774"/>
              <a:ext cx="389986" cy="1410527"/>
            </a:xfrm>
            <a:custGeom>
              <a:avLst/>
              <a:gdLst/>
              <a:ahLst/>
              <a:cxnLst/>
              <a:rect l="l" t="t" r="r" b="b"/>
              <a:pathLst>
                <a:path w="13943" h="50430" extrusionOk="0">
                  <a:moveTo>
                    <a:pt x="885" y="1"/>
                  </a:moveTo>
                  <a:cubicBezTo>
                    <a:pt x="0" y="1"/>
                    <a:pt x="373" y="403"/>
                    <a:pt x="373" y="403"/>
                  </a:cubicBezTo>
                  <a:lnTo>
                    <a:pt x="1306" y="770"/>
                  </a:lnTo>
                  <a:lnTo>
                    <a:pt x="1339" y="830"/>
                  </a:lnTo>
                  <a:lnTo>
                    <a:pt x="1366" y="876"/>
                  </a:lnTo>
                  <a:lnTo>
                    <a:pt x="1606" y="1363"/>
                  </a:lnTo>
                  <a:lnTo>
                    <a:pt x="1733" y="1623"/>
                  </a:lnTo>
                  <a:cubicBezTo>
                    <a:pt x="1833" y="1810"/>
                    <a:pt x="1933" y="2037"/>
                    <a:pt x="2046" y="2277"/>
                  </a:cubicBezTo>
                  <a:cubicBezTo>
                    <a:pt x="2086" y="2363"/>
                    <a:pt x="2120" y="2443"/>
                    <a:pt x="2166" y="2537"/>
                  </a:cubicBezTo>
                  <a:cubicBezTo>
                    <a:pt x="2206" y="2630"/>
                    <a:pt x="2233" y="2677"/>
                    <a:pt x="2286" y="2810"/>
                  </a:cubicBezTo>
                  <a:cubicBezTo>
                    <a:pt x="2346" y="2944"/>
                    <a:pt x="2380" y="3044"/>
                    <a:pt x="2473" y="3244"/>
                  </a:cubicBezTo>
                  <a:cubicBezTo>
                    <a:pt x="2566" y="3444"/>
                    <a:pt x="2646" y="3657"/>
                    <a:pt x="2740" y="3871"/>
                  </a:cubicBezTo>
                  <a:lnTo>
                    <a:pt x="2773" y="3944"/>
                  </a:lnTo>
                  <a:lnTo>
                    <a:pt x="3013" y="4544"/>
                  </a:lnTo>
                  <a:lnTo>
                    <a:pt x="3147" y="4904"/>
                  </a:lnTo>
                  <a:cubicBezTo>
                    <a:pt x="3187" y="5011"/>
                    <a:pt x="3240" y="5131"/>
                    <a:pt x="3273" y="5238"/>
                  </a:cubicBezTo>
                  <a:cubicBezTo>
                    <a:pt x="3413" y="5624"/>
                    <a:pt x="3553" y="6004"/>
                    <a:pt x="3680" y="6411"/>
                  </a:cubicBezTo>
                  <a:cubicBezTo>
                    <a:pt x="3733" y="6538"/>
                    <a:pt x="3773" y="6671"/>
                    <a:pt x="3813" y="6805"/>
                  </a:cubicBezTo>
                  <a:lnTo>
                    <a:pt x="4067" y="7645"/>
                  </a:lnTo>
                  <a:cubicBezTo>
                    <a:pt x="4107" y="7805"/>
                    <a:pt x="4147" y="7972"/>
                    <a:pt x="4200" y="8145"/>
                  </a:cubicBezTo>
                  <a:cubicBezTo>
                    <a:pt x="4247" y="8325"/>
                    <a:pt x="4287" y="8498"/>
                    <a:pt x="4334" y="8678"/>
                  </a:cubicBezTo>
                  <a:lnTo>
                    <a:pt x="4434" y="9125"/>
                  </a:lnTo>
                  <a:cubicBezTo>
                    <a:pt x="4474" y="9305"/>
                    <a:pt x="4487" y="9372"/>
                    <a:pt x="4547" y="9679"/>
                  </a:cubicBezTo>
                  <a:cubicBezTo>
                    <a:pt x="4607" y="9992"/>
                    <a:pt x="4674" y="10339"/>
                    <a:pt x="4734" y="10726"/>
                  </a:cubicBezTo>
                  <a:cubicBezTo>
                    <a:pt x="4767" y="10906"/>
                    <a:pt x="4800" y="11106"/>
                    <a:pt x="4834" y="11312"/>
                  </a:cubicBezTo>
                  <a:lnTo>
                    <a:pt x="4854" y="11473"/>
                  </a:lnTo>
                  <a:lnTo>
                    <a:pt x="4934" y="11933"/>
                  </a:lnTo>
                  <a:cubicBezTo>
                    <a:pt x="5014" y="12493"/>
                    <a:pt x="5107" y="13080"/>
                    <a:pt x="5201" y="13706"/>
                  </a:cubicBezTo>
                  <a:lnTo>
                    <a:pt x="5247" y="14080"/>
                  </a:lnTo>
                  <a:lnTo>
                    <a:pt x="5267" y="14207"/>
                  </a:lnTo>
                  <a:cubicBezTo>
                    <a:pt x="5301" y="14413"/>
                    <a:pt x="5307" y="14513"/>
                    <a:pt x="5354" y="14860"/>
                  </a:cubicBezTo>
                  <a:cubicBezTo>
                    <a:pt x="5407" y="15200"/>
                    <a:pt x="5447" y="15547"/>
                    <a:pt x="5501" y="15907"/>
                  </a:cubicBezTo>
                  <a:cubicBezTo>
                    <a:pt x="5507" y="15980"/>
                    <a:pt x="5514" y="16054"/>
                    <a:pt x="5534" y="16127"/>
                  </a:cubicBezTo>
                  <a:cubicBezTo>
                    <a:pt x="5667" y="17161"/>
                    <a:pt x="5801" y="18228"/>
                    <a:pt x="5934" y="19295"/>
                  </a:cubicBezTo>
                  <a:cubicBezTo>
                    <a:pt x="5967" y="19535"/>
                    <a:pt x="5987" y="19781"/>
                    <a:pt x="6021" y="20028"/>
                  </a:cubicBezTo>
                  <a:cubicBezTo>
                    <a:pt x="6174" y="21262"/>
                    <a:pt x="6307" y="22469"/>
                    <a:pt x="6421" y="23596"/>
                  </a:cubicBezTo>
                  <a:lnTo>
                    <a:pt x="6501" y="24263"/>
                  </a:lnTo>
                  <a:cubicBezTo>
                    <a:pt x="6541" y="24696"/>
                    <a:pt x="6581" y="25109"/>
                    <a:pt x="6621" y="25510"/>
                  </a:cubicBezTo>
                  <a:lnTo>
                    <a:pt x="6621" y="25576"/>
                  </a:lnTo>
                  <a:lnTo>
                    <a:pt x="6674" y="26043"/>
                  </a:lnTo>
                  <a:lnTo>
                    <a:pt x="6721" y="26683"/>
                  </a:lnTo>
                  <a:cubicBezTo>
                    <a:pt x="6741" y="26830"/>
                    <a:pt x="6741" y="26950"/>
                    <a:pt x="6754" y="27083"/>
                  </a:cubicBezTo>
                  <a:cubicBezTo>
                    <a:pt x="6774" y="27217"/>
                    <a:pt x="6781" y="27303"/>
                    <a:pt x="6788" y="27470"/>
                  </a:cubicBezTo>
                  <a:cubicBezTo>
                    <a:pt x="6801" y="27637"/>
                    <a:pt x="6814" y="27770"/>
                    <a:pt x="6821" y="27944"/>
                  </a:cubicBezTo>
                  <a:cubicBezTo>
                    <a:pt x="6834" y="28117"/>
                    <a:pt x="6841" y="28330"/>
                    <a:pt x="6848" y="28430"/>
                  </a:cubicBezTo>
                  <a:cubicBezTo>
                    <a:pt x="6854" y="28530"/>
                    <a:pt x="6854" y="28650"/>
                    <a:pt x="6854" y="28697"/>
                  </a:cubicBezTo>
                  <a:cubicBezTo>
                    <a:pt x="6854" y="28737"/>
                    <a:pt x="6868" y="28777"/>
                    <a:pt x="6868" y="28810"/>
                  </a:cubicBezTo>
                  <a:lnTo>
                    <a:pt x="6868" y="29031"/>
                  </a:lnTo>
                  <a:cubicBezTo>
                    <a:pt x="6868" y="29637"/>
                    <a:pt x="6874" y="30284"/>
                    <a:pt x="6901" y="30951"/>
                  </a:cubicBezTo>
                  <a:cubicBezTo>
                    <a:pt x="6908" y="31218"/>
                    <a:pt x="6914" y="31498"/>
                    <a:pt x="6934" y="31771"/>
                  </a:cubicBezTo>
                  <a:cubicBezTo>
                    <a:pt x="6974" y="32745"/>
                    <a:pt x="7034" y="33752"/>
                    <a:pt x="7101" y="34779"/>
                  </a:cubicBezTo>
                  <a:cubicBezTo>
                    <a:pt x="7121" y="35212"/>
                    <a:pt x="7154" y="35639"/>
                    <a:pt x="7188" y="36079"/>
                  </a:cubicBezTo>
                  <a:cubicBezTo>
                    <a:pt x="7208" y="36239"/>
                    <a:pt x="7214" y="36406"/>
                    <a:pt x="7234" y="36559"/>
                  </a:cubicBezTo>
                  <a:lnTo>
                    <a:pt x="7308" y="37453"/>
                  </a:lnTo>
                  <a:cubicBezTo>
                    <a:pt x="7374" y="38300"/>
                    <a:pt x="7448" y="39133"/>
                    <a:pt x="7534" y="39953"/>
                  </a:cubicBezTo>
                  <a:cubicBezTo>
                    <a:pt x="7548" y="40153"/>
                    <a:pt x="7568" y="40347"/>
                    <a:pt x="7588" y="40547"/>
                  </a:cubicBezTo>
                  <a:cubicBezTo>
                    <a:pt x="7655" y="41274"/>
                    <a:pt x="7735" y="41974"/>
                    <a:pt x="7808" y="42654"/>
                  </a:cubicBezTo>
                  <a:cubicBezTo>
                    <a:pt x="7881" y="43381"/>
                    <a:pt x="7961" y="44075"/>
                    <a:pt x="8035" y="44728"/>
                  </a:cubicBezTo>
                  <a:cubicBezTo>
                    <a:pt x="8048" y="44915"/>
                    <a:pt x="8075" y="45088"/>
                    <a:pt x="8088" y="45262"/>
                  </a:cubicBezTo>
                  <a:cubicBezTo>
                    <a:pt x="8141" y="45688"/>
                    <a:pt x="8188" y="46108"/>
                    <a:pt x="8241" y="46495"/>
                  </a:cubicBezTo>
                  <a:cubicBezTo>
                    <a:pt x="8261" y="46682"/>
                    <a:pt x="8261" y="46809"/>
                    <a:pt x="8301" y="47022"/>
                  </a:cubicBezTo>
                  <a:cubicBezTo>
                    <a:pt x="8335" y="47242"/>
                    <a:pt x="8348" y="47442"/>
                    <a:pt x="8375" y="47629"/>
                  </a:cubicBezTo>
                  <a:lnTo>
                    <a:pt x="8448" y="48182"/>
                  </a:lnTo>
                  <a:cubicBezTo>
                    <a:pt x="8521" y="48822"/>
                    <a:pt x="8588" y="49343"/>
                    <a:pt x="8641" y="49723"/>
                  </a:cubicBezTo>
                  <a:cubicBezTo>
                    <a:pt x="8655" y="49816"/>
                    <a:pt x="8668" y="49883"/>
                    <a:pt x="8675" y="49963"/>
                  </a:cubicBezTo>
                  <a:cubicBezTo>
                    <a:pt x="8681" y="50049"/>
                    <a:pt x="8708" y="50143"/>
                    <a:pt x="8708" y="50189"/>
                  </a:cubicBezTo>
                  <a:cubicBezTo>
                    <a:pt x="8708" y="50243"/>
                    <a:pt x="8715" y="50283"/>
                    <a:pt x="8715" y="50310"/>
                  </a:cubicBezTo>
                  <a:cubicBezTo>
                    <a:pt x="8715" y="50336"/>
                    <a:pt x="8721" y="50363"/>
                    <a:pt x="8735" y="50390"/>
                  </a:cubicBezTo>
                  <a:lnTo>
                    <a:pt x="8735" y="50430"/>
                  </a:lnTo>
                  <a:cubicBezTo>
                    <a:pt x="9622" y="49876"/>
                    <a:pt x="10455" y="48329"/>
                    <a:pt x="11189" y="46322"/>
                  </a:cubicBezTo>
                  <a:cubicBezTo>
                    <a:pt x="11789" y="44688"/>
                    <a:pt x="12316" y="42748"/>
                    <a:pt x="12743" y="40780"/>
                  </a:cubicBezTo>
                  <a:cubicBezTo>
                    <a:pt x="11969" y="40394"/>
                    <a:pt x="11329" y="39780"/>
                    <a:pt x="10915" y="39020"/>
                  </a:cubicBezTo>
                  <a:cubicBezTo>
                    <a:pt x="10409" y="38113"/>
                    <a:pt x="11255" y="36306"/>
                    <a:pt x="12209" y="34645"/>
                  </a:cubicBezTo>
                  <a:cubicBezTo>
                    <a:pt x="12442" y="34245"/>
                    <a:pt x="12683" y="33852"/>
                    <a:pt x="12909" y="33505"/>
                  </a:cubicBezTo>
                  <a:cubicBezTo>
                    <a:pt x="13316" y="32832"/>
                    <a:pt x="13703" y="32238"/>
                    <a:pt x="13943" y="31805"/>
                  </a:cubicBezTo>
                  <a:cubicBezTo>
                    <a:pt x="13943" y="31731"/>
                    <a:pt x="13936" y="31665"/>
                    <a:pt x="13936" y="31585"/>
                  </a:cubicBezTo>
                  <a:cubicBezTo>
                    <a:pt x="13936" y="31518"/>
                    <a:pt x="13930" y="31451"/>
                    <a:pt x="13923" y="31384"/>
                  </a:cubicBezTo>
                  <a:cubicBezTo>
                    <a:pt x="13916" y="31211"/>
                    <a:pt x="13903" y="31098"/>
                    <a:pt x="13883" y="30911"/>
                  </a:cubicBezTo>
                  <a:cubicBezTo>
                    <a:pt x="13870" y="30731"/>
                    <a:pt x="13836" y="30538"/>
                    <a:pt x="13816" y="30344"/>
                  </a:cubicBezTo>
                  <a:cubicBezTo>
                    <a:pt x="13809" y="30338"/>
                    <a:pt x="13809" y="30324"/>
                    <a:pt x="13809" y="30311"/>
                  </a:cubicBezTo>
                  <a:cubicBezTo>
                    <a:pt x="13789" y="30151"/>
                    <a:pt x="13769" y="29984"/>
                    <a:pt x="13749" y="29817"/>
                  </a:cubicBezTo>
                  <a:cubicBezTo>
                    <a:pt x="13709" y="29504"/>
                    <a:pt x="13669" y="29164"/>
                    <a:pt x="13623" y="28817"/>
                  </a:cubicBezTo>
                  <a:cubicBezTo>
                    <a:pt x="13616" y="28710"/>
                    <a:pt x="13609" y="28604"/>
                    <a:pt x="13589" y="28497"/>
                  </a:cubicBezTo>
                  <a:cubicBezTo>
                    <a:pt x="13523" y="27950"/>
                    <a:pt x="13456" y="27377"/>
                    <a:pt x="13403" y="26783"/>
                  </a:cubicBezTo>
                  <a:cubicBezTo>
                    <a:pt x="13383" y="26670"/>
                    <a:pt x="13369" y="26543"/>
                    <a:pt x="13356" y="26430"/>
                  </a:cubicBezTo>
                  <a:cubicBezTo>
                    <a:pt x="13156" y="24636"/>
                    <a:pt x="12943" y="22629"/>
                    <a:pt x="12689" y="20428"/>
                  </a:cubicBezTo>
                  <a:cubicBezTo>
                    <a:pt x="12636" y="19961"/>
                    <a:pt x="12582" y="19475"/>
                    <a:pt x="12522" y="18995"/>
                  </a:cubicBezTo>
                  <a:cubicBezTo>
                    <a:pt x="12442" y="18268"/>
                    <a:pt x="12349" y="17541"/>
                    <a:pt x="12256" y="16781"/>
                  </a:cubicBezTo>
                  <a:cubicBezTo>
                    <a:pt x="11749" y="12660"/>
                    <a:pt x="10935" y="8832"/>
                    <a:pt x="10122" y="6538"/>
                  </a:cubicBezTo>
                  <a:cubicBezTo>
                    <a:pt x="9775" y="5544"/>
                    <a:pt x="9422" y="4837"/>
                    <a:pt x="9108" y="4524"/>
                  </a:cubicBezTo>
                  <a:cubicBezTo>
                    <a:pt x="8788" y="4204"/>
                    <a:pt x="8301" y="3757"/>
                    <a:pt x="7688" y="3244"/>
                  </a:cubicBezTo>
                  <a:cubicBezTo>
                    <a:pt x="6201" y="2010"/>
                    <a:pt x="4040" y="496"/>
                    <a:pt x="2240" y="163"/>
                  </a:cubicBezTo>
                  <a:cubicBezTo>
                    <a:pt x="1610" y="45"/>
                    <a:pt x="1178" y="1"/>
                    <a:pt x="885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7" name="Google Shape;2010;p36"/>
            <p:cNvSpPr/>
            <p:nvPr/>
          </p:nvSpPr>
          <p:spPr>
            <a:xfrm>
              <a:off x="2458281" y="3252355"/>
              <a:ext cx="399356" cy="1427113"/>
            </a:xfrm>
            <a:custGeom>
              <a:avLst/>
              <a:gdLst/>
              <a:ahLst/>
              <a:cxnLst/>
              <a:rect l="l" t="t" r="r" b="b"/>
              <a:pathLst>
                <a:path w="14278" h="51023" extrusionOk="0">
                  <a:moveTo>
                    <a:pt x="847" y="571"/>
                  </a:moveTo>
                  <a:cubicBezTo>
                    <a:pt x="1094" y="571"/>
                    <a:pt x="1488" y="604"/>
                    <a:pt x="2161" y="731"/>
                  </a:cubicBezTo>
                  <a:cubicBezTo>
                    <a:pt x="4042" y="1077"/>
                    <a:pt x="6295" y="2771"/>
                    <a:pt x="7482" y="3758"/>
                  </a:cubicBezTo>
                  <a:cubicBezTo>
                    <a:pt x="7996" y="4178"/>
                    <a:pt x="8509" y="4638"/>
                    <a:pt x="8876" y="5005"/>
                  </a:cubicBezTo>
                  <a:cubicBezTo>
                    <a:pt x="9063" y="5205"/>
                    <a:pt x="9390" y="5685"/>
                    <a:pt x="9823" y="6912"/>
                  </a:cubicBezTo>
                  <a:cubicBezTo>
                    <a:pt x="10657" y="9273"/>
                    <a:pt x="11444" y="13081"/>
                    <a:pt x="11944" y="17102"/>
                  </a:cubicBezTo>
                  <a:cubicBezTo>
                    <a:pt x="12030" y="17855"/>
                    <a:pt x="12124" y="18595"/>
                    <a:pt x="12210" y="19309"/>
                  </a:cubicBezTo>
                  <a:cubicBezTo>
                    <a:pt x="12264" y="19796"/>
                    <a:pt x="12324" y="20276"/>
                    <a:pt x="12377" y="20743"/>
                  </a:cubicBezTo>
                  <a:cubicBezTo>
                    <a:pt x="12577" y="22530"/>
                    <a:pt x="12764" y="24190"/>
                    <a:pt x="12931" y="25717"/>
                  </a:cubicBezTo>
                  <a:lnTo>
                    <a:pt x="13044" y="26738"/>
                  </a:lnTo>
                  <a:cubicBezTo>
                    <a:pt x="13051" y="26851"/>
                    <a:pt x="13064" y="26978"/>
                    <a:pt x="13084" y="27104"/>
                  </a:cubicBezTo>
                  <a:cubicBezTo>
                    <a:pt x="13151" y="27698"/>
                    <a:pt x="13211" y="28271"/>
                    <a:pt x="13277" y="28818"/>
                  </a:cubicBezTo>
                  <a:cubicBezTo>
                    <a:pt x="13291" y="28918"/>
                    <a:pt x="13297" y="29031"/>
                    <a:pt x="13317" y="29138"/>
                  </a:cubicBezTo>
                  <a:cubicBezTo>
                    <a:pt x="13357" y="29478"/>
                    <a:pt x="13391" y="29818"/>
                    <a:pt x="13431" y="30145"/>
                  </a:cubicBezTo>
                  <a:lnTo>
                    <a:pt x="13491" y="30619"/>
                  </a:lnTo>
                  <a:cubicBezTo>
                    <a:pt x="13497" y="30632"/>
                    <a:pt x="13497" y="30652"/>
                    <a:pt x="13497" y="30679"/>
                  </a:cubicBezTo>
                  <a:lnTo>
                    <a:pt x="13551" y="31032"/>
                  </a:lnTo>
                  <a:lnTo>
                    <a:pt x="13577" y="31232"/>
                  </a:lnTo>
                  <a:cubicBezTo>
                    <a:pt x="13591" y="31365"/>
                    <a:pt x="13597" y="31512"/>
                    <a:pt x="13611" y="31679"/>
                  </a:cubicBezTo>
                  <a:lnTo>
                    <a:pt x="13624" y="32012"/>
                  </a:lnTo>
                  <a:cubicBezTo>
                    <a:pt x="13451" y="32312"/>
                    <a:pt x="13224" y="32679"/>
                    <a:pt x="12957" y="33106"/>
                  </a:cubicBezTo>
                  <a:lnTo>
                    <a:pt x="12631" y="33639"/>
                  </a:lnTo>
                  <a:cubicBezTo>
                    <a:pt x="12404" y="34006"/>
                    <a:pt x="12164" y="34400"/>
                    <a:pt x="11930" y="34800"/>
                  </a:cubicBezTo>
                  <a:cubicBezTo>
                    <a:pt x="10563" y="37180"/>
                    <a:pt x="10163" y="38614"/>
                    <a:pt x="10643" y="39468"/>
                  </a:cubicBezTo>
                  <a:cubicBezTo>
                    <a:pt x="11037" y="40208"/>
                    <a:pt x="11644" y="40828"/>
                    <a:pt x="12384" y="41235"/>
                  </a:cubicBezTo>
                  <a:cubicBezTo>
                    <a:pt x="11937" y="43249"/>
                    <a:pt x="11424" y="45076"/>
                    <a:pt x="10890" y="46523"/>
                  </a:cubicBezTo>
                  <a:cubicBezTo>
                    <a:pt x="10250" y="48303"/>
                    <a:pt x="9570" y="49544"/>
                    <a:pt x="8930" y="50184"/>
                  </a:cubicBezTo>
                  <a:cubicBezTo>
                    <a:pt x="8923" y="50150"/>
                    <a:pt x="8923" y="50110"/>
                    <a:pt x="8916" y="50077"/>
                  </a:cubicBezTo>
                  <a:lnTo>
                    <a:pt x="8916" y="49984"/>
                  </a:lnTo>
                  <a:lnTo>
                    <a:pt x="8716" y="48450"/>
                  </a:lnTo>
                  <a:lnTo>
                    <a:pt x="8649" y="47903"/>
                  </a:lnTo>
                  <a:lnTo>
                    <a:pt x="8596" y="47483"/>
                  </a:lnTo>
                  <a:lnTo>
                    <a:pt x="8556" y="47156"/>
                  </a:lnTo>
                  <a:lnTo>
                    <a:pt x="8509" y="46769"/>
                  </a:lnTo>
                  <a:lnTo>
                    <a:pt x="8476" y="46483"/>
                  </a:lnTo>
                  <a:cubicBezTo>
                    <a:pt x="8436" y="46176"/>
                    <a:pt x="8396" y="45856"/>
                    <a:pt x="8363" y="45536"/>
                  </a:cubicBezTo>
                  <a:lnTo>
                    <a:pt x="8256" y="44576"/>
                  </a:lnTo>
                  <a:cubicBezTo>
                    <a:pt x="8196" y="44049"/>
                    <a:pt x="8149" y="43615"/>
                    <a:pt x="8069" y="42935"/>
                  </a:cubicBezTo>
                  <a:cubicBezTo>
                    <a:pt x="7996" y="42248"/>
                    <a:pt x="7929" y="41541"/>
                    <a:pt x="7856" y="40821"/>
                  </a:cubicBezTo>
                  <a:lnTo>
                    <a:pt x="7796" y="40221"/>
                  </a:lnTo>
                  <a:cubicBezTo>
                    <a:pt x="7723" y="39408"/>
                    <a:pt x="7649" y="38574"/>
                    <a:pt x="7576" y="37734"/>
                  </a:cubicBezTo>
                  <a:lnTo>
                    <a:pt x="7496" y="36847"/>
                  </a:lnTo>
                  <a:cubicBezTo>
                    <a:pt x="7489" y="36680"/>
                    <a:pt x="7482" y="36513"/>
                    <a:pt x="7462" y="36353"/>
                  </a:cubicBezTo>
                  <a:lnTo>
                    <a:pt x="7462" y="36240"/>
                  </a:lnTo>
                  <a:cubicBezTo>
                    <a:pt x="7429" y="35847"/>
                    <a:pt x="7409" y="35453"/>
                    <a:pt x="7382" y="35066"/>
                  </a:cubicBezTo>
                  <a:cubicBezTo>
                    <a:pt x="7309" y="33953"/>
                    <a:pt x="7249" y="32979"/>
                    <a:pt x="7216" y="32066"/>
                  </a:cubicBezTo>
                  <a:cubicBezTo>
                    <a:pt x="7196" y="31786"/>
                    <a:pt x="7189" y="31519"/>
                    <a:pt x="7182" y="31245"/>
                  </a:cubicBezTo>
                  <a:cubicBezTo>
                    <a:pt x="7156" y="30579"/>
                    <a:pt x="7149" y="29938"/>
                    <a:pt x="7149" y="29332"/>
                  </a:cubicBezTo>
                  <a:lnTo>
                    <a:pt x="7149" y="28951"/>
                  </a:lnTo>
                  <a:cubicBezTo>
                    <a:pt x="7149" y="28878"/>
                    <a:pt x="7149" y="28871"/>
                    <a:pt x="7142" y="28718"/>
                  </a:cubicBezTo>
                  <a:cubicBezTo>
                    <a:pt x="7129" y="28571"/>
                    <a:pt x="7122" y="28405"/>
                    <a:pt x="7116" y="28231"/>
                  </a:cubicBezTo>
                  <a:lnTo>
                    <a:pt x="7089" y="27851"/>
                  </a:lnTo>
                  <a:lnTo>
                    <a:pt x="7062" y="27578"/>
                  </a:lnTo>
                  <a:cubicBezTo>
                    <a:pt x="7062" y="27504"/>
                    <a:pt x="7056" y="27431"/>
                    <a:pt x="7049" y="27364"/>
                  </a:cubicBezTo>
                  <a:lnTo>
                    <a:pt x="7049" y="27211"/>
                  </a:lnTo>
                  <a:lnTo>
                    <a:pt x="7022" y="26964"/>
                  </a:lnTo>
                  <a:lnTo>
                    <a:pt x="7002" y="26804"/>
                  </a:lnTo>
                  <a:cubicBezTo>
                    <a:pt x="6996" y="26644"/>
                    <a:pt x="6982" y="26477"/>
                    <a:pt x="6962" y="26311"/>
                  </a:cubicBezTo>
                  <a:lnTo>
                    <a:pt x="6922" y="25877"/>
                  </a:lnTo>
                  <a:cubicBezTo>
                    <a:pt x="6922" y="25844"/>
                    <a:pt x="6922" y="25811"/>
                    <a:pt x="6916" y="25777"/>
                  </a:cubicBezTo>
                  <a:cubicBezTo>
                    <a:pt x="6889" y="25517"/>
                    <a:pt x="6862" y="25250"/>
                    <a:pt x="6836" y="24970"/>
                  </a:cubicBezTo>
                  <a:lnTo>
                    <a:pt x="6789" y="24530"/>
                  </a:lnTo>
                  <a:cubicBezTo>
                    <a:pt x="6769" y="24310"/>
                    <a:pt x="6749" y="24097"/>
                    <a:pt x="6722" y="23863"/>
                  </a:cubicBezTo>
                  <a:cubicBezTo>
                    <a:pt x="6596" y="22696"/>
                    <a:pt x="6462" y="21496"/>
                    <a:pt x="6315" y="20296"/>
                  </a:cubicBezTo>
                  <a:cubicBezTo>
                    <a:pt x="6289" y="20042"/>
                    <a:pt x="6255" y="19802"/>
                    <a:pt x="6229" y="19549"/>
                  </a:cubicBezTo>
                  <a:cubicBezTo>
                    <a:pt x="6095" y="18495"/>
                    <a:pt x="5962" y="17415"/>
                    <a:pt x="5822" y="16395"/>
                  </a:cubicBezTo>
                  <a:lnTo>
                    <a:pt x="5795" y="16175"/>
                  </a:lnTo>
                  <a:cubicBezTo>
                    <a:pt x="5762" y="15948"/>
                    <a:pt x="5729" y="15728"/>
                    <a:pt x="5702" y="15508"/>
                  </a:cubicBezTo>
                  <a:lnTo>
                    <a:pt x="5655" y="15114"/>
                  </a:lnTo>
                  <a:cubicBezTo>
                    <a:pt x="5629" y="14981"/>
                    <a:pt x="5615" y="14861"/>
                    <a:pt x="5595" y="14734"/>
                  </a:cubicBezTo>
                  <a:lnTo>
                    <a:pt x="5489" y="13967"/>
                  </a:lnTo>
                  <a:cubicBezTo>
                    <a:pt x="5395" y="13341"/>
                    <a:pt x="5315" y="12740"/>
                    <a:pt x="5222" y="12194"/>
                  </a:cubicBezTo>
                  <a:cubicBezTo>
                    <a:pt x="5202" y="12094"/>
                    <a:pt x="5195" y="12000"/>
                    <a:pt x="5182" y="11900"/>
                  </a:cubicBezTo>
                  <a:lnTo>
                    <a:pt x="5122" y="11573"/>
                  </a:lnTo>
                  <a:cubicBezTo>
                    <a:pt x="5088" y="11367"/>
                    <a:pt x="5062" y="11167"/>
                    <a:pt x="5028" y="10973"/>
                  </a:cubicBezTo>
                  <a:cubicBezTo>
                    <a:pt x="4962" y="10593"/>
                    <a:pt x="4895" y="10240"/>
                    <a:pt x="4835" y="9926"/>
                  </a:cubicBezTo>
                  <a:cubicBezTo>
                    <a:pt x="4802" y="9740"/>
                    <a:pt x="4748" y="9513"/>
                    <a:pt x="4722" y="9366"/>
                  </a:cubicBezTo>
                  <a:cubicBezTo>
                    <a:pt x="4695" y="9213"/>
                    <a:pt x="4662" y="9093"/>
                    <a:pt x="4622" y="8913"/>
                  </a:cubicBezTo>
                  <a:cubicBezTo>
                    <a:pt x="4582" y="8739"/>
                    <a:pt x="4528" y="8539"/>
                    <a:pt x="4488" y="8373"/>
                  </a:cubicBezTo>
                  <a:cubicBezTo>
                    <a:pt x="4448" y="8206"/>
                    <a:pt x="4422" y="8146"/>
                    <a:pt x="4348" y="7866"/>
                  </a:cubicBezTo>
                  <a:cubicBezTo>
                    <a:pt x="4268" y="7579"/>
                    <a:pt x="4188" y="7299"/>
                    <a:pt x="4095" y="7026"/>
                  </a:cubicBezTo>
                  <a:cubicBezTo>
                    <a:pt x="4055" y="6892"/>
                    <a:pt x="4015" y="6759"/>
                    <a:pt x="3962" y="6626"/>
                  </a:cubicBezTo>
                  <a:cubicBezTo>
                    <a:pt x="3841" y="6239"/>
                    <a:pt x="3708" y="5839"/>
                    <a:pt x="3555" y="5439"/>
                  </a:cubicBezTo>
                  <a:lnTo>
                    <a:pt x="3428" y="5105"/>
                  </a:lnTo>
                  <a:cubicBezTo>
                    <a:pt x="3381" y="4978"/>
                    <a:pt x="3355" y="4932"/>
                    <a:pt x="3288" y="4745"/>
                  </a:cubicBezTo>
                  <a:cubicBezTo>
                    <a:pt x="3221" y="4565"/>
                    <a:pt x="3148" y="4378"/>
                    <a:pt x="3081" y="4205"/>
                  </a:cubicBezTo>
                  <a:lnTo>
                    <a:pt x="3048" y="4138"/>
                  </a:lnTo>
                  <a:cubicBezTo>
                    <a:pt x="3048" y="4132"/>
                    <a:pt x="3041" y="4112"/>
                    <a:pt x="3041" y="4105"/>
                  </a:cubicBezTo>
                  <a:lnTo>
                    <a:pt x="3015" y="4065"/>
                  </a:lnTo>
                  <a:cubicBezTo>
                    <a:pt x="2928" y="3838"/>
                    <a:pt x="2841" y="3631"/>
                    <a:pt x="2755" y="3431"/>
                  </a:cubicBezTo>
                  <a:lnTo>
                    <a:pt x="2561" y="2998"/>
                  </a:lnTo>
                  <a:lnTo>
                    <a:pt x="2434" y="2711"/>
                  </a:lnTo>
                  <a:lnTo>
                    <a:pt x="2254" y="2324"/>
                  </a:lnTo>
                  <a:lnTo>
                    <a:pt x="2008" y="1798"/>
                  </a:lnTo>
                  <a:lnTo>
                    <a:pt x="1974" y="1798"/>
                  </a:lnTo>
                  <a:cubicBezTo>
                    <a:pt x="1974" y="1791"/>
                    <a:pt x="1974" y="1791"/>
                    <a:pt x="1961" y="1791"/>
                  </a:cubicBezTo>
                  <a:lnTo>
                    <a:pt x="1841" y="1524"/>
                  </a:lnTo>
                  <a:lnTo>
                    <a:pt x="1594" y="1037"/>
                  </a:lnTo>
                  <a:cubicBezTo>
                    <a:pt x="1588" y="1024"/>
                    <a:pt x="1581" y="1011"/>
                    <a:pt x="1574" y="997"/>
                  </a:cubicBezTo>
                  <a:cubicBezTo>
                    <a:pt x="1561" y="977"/>
                    <a:pt x="1548" y="957"/>
                    <a:pt x="1541" y="937"/>
                  </a:cubicBezTo>
                  <a:cubicBezTo>
                    <a:pt x="1508" y="864"/>
                    <a:pt x="1454" y="811"/>
                    <a:pt x="1381" y="791"/>
                  </a:cubicBezTo>
                  <a:lnTo>
                    <a:pt x="847" y="571"/>
                  </a:lnTo>
                  <a:close/>
                  <a:moveTo>
                    <a:pt x="925" y="1"/>
                  </a:moveTo>
                  <a:cubicBezTo>
                    <a:pt x="372" y="1"/>
                    <a:pt x="190" y="142"/>
                    <a:pt x="94" y="310"/>
                  </a:cubicBezTo>
                  <a:cubicBezTo>
                    <a:pt x="0" y="511"/>
                    <a:pt x="40" y="744"/>
                    <a:pt x="194" y="897"/>
                  </a:cubicBezTo>
                  <a:cubicBezTo>
                    <a:pt x="227" y="931"/>
                    <a:pt x="261" y="951"/>
                    <a:pt x="307" y="971"/>
                  </a:cubicBezTo>
                  <a:lnTo>
                    <a:pt x="1141" y="1297"/>
                  </a:lnTo>
                  <a:lnTo>
                    <a:pt x="1141" y="1311"/>
                  </a:lnTo>
                  <a:cubicBezTo>
                    <a:pt x="1187" y="1411"/>
                    <a:pt x="1274" y="1571"/>
                    <a:pt x="1374" y="1784"/>
                  </a:cubicBezTo>
                  <a:lnTo>
                    <a:pt x="1508" y="2044"/>
                  </a:lnTo>
                  <a:lnTo>
                    <a:pt x="1754" y="2571"/>
                  </a:lnTo>
                  <a:lnTo>
                    <a:pt x="1928" y="2951"/>
                  </a:lnTo>
                  <a:lnTo>
                    <a:pt x="2054" y="3231"/>
                  </a:lnTo>
                  <a:lnTo>
                    <a:pt x="2241" y="3651"/>
                  </a:lnTo>
                  <a:cubicBezTo>
                    <a:pt x="2328" y="3851"/>
                    <a:pt x="2414" y="4065"/>
                    <a:pt x="2494" y="4265"/>
                  </a:cubicBezTo>
                  <a:cubicBezTo>
                    <a:pt x="2508" y="4298"/>
                    <a:pt x="2521" y="4325"/>
                    <a:pt x="2541" y="4352"/>
                  </a:cubicBezTo>
                  <a:lnTo>
                    <a:pt x="2561" y="4432"/>
                  </a:lnTo>
                  <a:cubicBezTo>
                    <a:pt x="2628" y="4598"/>
                    <a:pt x="2721" y="4838"/>
                    <a:pt x="2775" y="4952"/>
                  </a:cubicBezTo>
                  <a:cubicBezTo>
                    <a:pt x="2821" y="5072"/>
                    <a:pt x="2861" y="5185"/>
                    <a:pt x="2915" y="5312"/>
                  </a:cubicBezTo>
                  <a:lnTo>
                    <a:pt x="3041" y="5639"/>
                  </a:lnTo>
                  <a:cubicBezTo>
                    <a:pt x="3181" y="6032"/>
                    <a:pt x="3315" y="6419"/>
                    <a:pt x="3441" y="6806"/>
                  </a:cubicBezTo>
                  <a:cubicBezTo>
                    <a:pt x="3481" y="6932"/>
                    <a:pt x="3475" y="6932"/>
                    <a:pt x="3561" y="7199"/>
                  </a:cubicBezTo>
                  <a:cubicBezTo>
                    <a:pt x="3655" y="7466"/>
                    <a:pt x="3761" y="7852"/>
                    <a:pt x="3815" y="8019"/>
                  </a:cubicBezTo>
                  <a:cubicBezTo>
                    <a:pt x="3861" y="8186"/>
                    <a:pt x="3908" y="8353"/>
                    <a:pt x="3955" y="8539"/>
                  </a:cubicBezTo>
                  <a:lnTo>
                    <a:pt x="4082" y="9046"/>
                  </a:lnTo>
                  <a:lnTo>
                    <a:pt x="4182" y="9486"/>
                  </a:lnTo>
                  <a:cubicBezTo>
                    <a:pt x="4222" y="9666"/>
                    <a:pt x="4242" y="9720"/>
                    <a:pt x="4295" y="10033"/>
                  </a:cubicBezTo>
                  <a:cubicBezTo>
                    <a:pt x="4355" y="10340"/>
                    <a:pt x="4415" y="10687"/>
                    <a:pt x="4482" y="11073"/>
                  </a:cubicBezTo>
                  <a:cubicBezTo>
                    <a:pt x="4515" y="11253"/>
                    <a:pt x="4542" y="11453"/>
                    <a:pt x="4575" y="11667"/>
                  </a:cubicBezTo>
                  <a:lnTo>
                    <a:pt x="4628" y="12000"/>
                  </a:lnTo>
                  <a:cubicBezTo>
                    <a:pt x="4648" y="12087"/>
                    <a:pt x="4655" y="12180"/>
                    <a:pt x="4675" y="12280"/>
                  </a:cubicBezTo>
                  <a:cubicBezTo>
                    <a:pt x="4762" y="12834"/>
                    <a:pt x="4848" y="13421"/>
                    <a:pt x="4942" y="14047"/>
                  </a:cubicBezTo>
                  <a:lnTo>
                    <a:pt x="5155" y="15581"/>
                  </a:lnTo>
                  <a:cubicBezTo>
                    <a:pt x="5182" y="15801"/>
                    <a:pt x="5215" y="16021"/>
                    <a:pt x="5249" y="16255"/>
                  </a:cubicBezTo>
                  <a:lnTo>
                    <a:pt x="5275" y="16468"/>
                  </a:lnTo>
                  <a:cubicBezTo>
                    <a:pt x="5415" y="17488"/>
                    <a:pt x="5549" y="18555"/>
                    <a:pt x="5675" y="19622"/>
                  </a:cubicBezTo>
                  <a:cubicBezTo>
                    <a:pt x="5709" y="19876"/>
                    <a:pt x="5742" y="20116"/>
                    <a:pt x="5762" y="20356"/>
                  </a:cubicBezTo>
                  <a:cubicBezTo>
                    <a:pt x="5909" y="21556"/>
                    <a:pt x="6049" y="22756"/>
                    <a:pt x="6175" y="23923"/>
                  </a:cubicBezTo>
                  <a:cubicBezTo>
                    <a:pt x="6189" y="24150"/>
                    <a:pt x="6215" y="24377"/>
                    <a:pt x="6242" y="24584"/>
                  </a:cubicBezTo>
                  <a:lnTo>
                    <a:pt x="6282" y="25024"/>
                  </a:lnTo>
                  <a:cubicBezTo>
                    <a:pt x="6315" y="25310"/>
                    <a:pt x="6342" y="25577"/>
                    <a:pt x="6362" y="25851"/>
                  </a:cubicBezTo>
                  <a:cubicBezTo>
                    <a:pt x="6369" y="25871"/>
                    <a:pt x="6375" y="25891"/>
                    <a:pt x="6375" y="25911"/>
                  </a:cubicBezTo>
                  <a:lnTo>
                    <a:pt x="6415" y="26371"/>
                  </a:lnTo>
                  <a:cubicBezTo>
                    <a:pt x="6429" y="26537"/>
                    <a:pt x="6442" y="26691"/>
                    <a:pt x="6456" y="26844"/>
                  </a:cubicBezTo>
                  <a:lnTo>
                    <a:pt x="6476" y="27018"/>
                  </a:lnTo>
                  <a:cubicBezTo>
                    <a:pt x="6482" y="27104"/>
                    <a:pt x="6482" y="27178"/>
                    <a:pt x="6489" y="27258"/>
                  </a:cubicBezTo>
                  <a:lnTo>
                    <a:pt x="6509" y="27411"/>
                  </a:lnTo>
                  <a:cubicBezTo>
                    <a:pt x="6509" y="27484"/>
                    <a:pt x="6516" y="27558"/>
                    <a:pt x="6522" y="27624"/>
                  </a:cubicBezTo>
                  <a:lnTo>
                    <a:pt x="6542" y="27891"/>
                  </a:lnTo>
                  <a:lnTo>
                    <a:pt x="6562" y="28258"/>
                  </a:lnTo>
                  <a:cubicBezTo>
                    <a:pt x="6576" y="28438"/>
                    <a:pt x="6582" y="28591"/>
                    <a:pt x="6589" y="28751"/>
                  </a:cubicBezTo>
                  <a:cubicBezTo>
                    <a:pt x="6596" y="28825"/>
                    <a:pt x="6596" y="28898"/>
                    <a:pt x="6596" y="28971"/>
                  </a:cubicBezTo>
                  <a:lnTo>
                    <a:pt x="6596" y="29325"/>
                  </a:lnTo>
                  <a:cubicBezTo>
                    <a:pt x="6596" y="29945"/>
                    <a:pt x="6616" y="30592"/>
                    <a:pt x="6629" y="31279"/>
                  </a:cubicBezTo>
                  <a:cubicBezTo>
                    <a:pt x="6642" y="31545"/>
                    <a:pt x="6649" y="31812"/>
                    <a:pt x="6662" y="32086"/>
                  </a:cubicBezTo>
                  <a:cubicBezTo>
                    <a:pt x="6696" y="33006"/>
                    <a:pt x="6756" y="33999"/>
                    <a:pt x="6829" y="35106"/>
                  </a:cubicBezTo>
                  <a:cubicBezTo>
                    <a:pt x="6856" y="35493"/>
                    <a:pt x="6889" y="35887"/>
                    <a:pt x="6916" y="36280"/>
                  </a:cubicBezTo>
                  <a:lnTo>
                    <a:pt x="6916" y="36407"/>
                  </a:lnTo>
                  <a:cubicBezTo>
                    <a:pt x="6929" y="36560"/>
                    <a:pt x="6942" y="36720"/>
                    <a:pt x="6956" y="36887"/>
                  </a:cubicBezTo>
                  <a:lnTo>
                    <a:pt x="7029" y="37780"/>
                  </a:lnTo>
                  <a:cubicBezTo>
                    <a:pt x="7096" y="38627"/>
                    <a:pt x="7176" y="39461"/>
                    <a:pt x="7256" y="40281"/>
                  </a:cubicBezTo>
                  <a:lnTo>
                    <a:pt x="7316" y="40875"/>
                  </a:lnTo>
                  <a:cubicBezTo>
                    <a:pt x="7382" y="41601"/>
                    <a:pt x="7476" y="42422"/>
                    <a:pt x="7529" y="42988"/>
                  </a:cubicBezTo>
                  <a:cubicBezTo>
                    <a:pt x="7589" y="43555"/>
                    <a:pt x="7656" y="44109"/>
                    <a:pt x="7716" y="44642"/>
                  </a:cubicBezTo>
                  <a:lnTo>
                    <a:pt x="7823" y="45603"/>
                  </a:lnTo>
                  <a:cubicBezTo>
                    <a:pt x="7856" y="45923"/>
                    <a:pt x="7896" y="46243"/>
                    <a:pt x="7929" y="46549"/>
                  </a:cubicBezTo>
                  <a:lnTo>
                    <a:pt x="7963" y="46843"/>
                  </a:lnTo>
                  <a:lnTo>
                    <a:pt x="8016" y="47223"/>
                  </a:lnTo>
                  <a:lnTo>
                    <a:pt x="8056" y="47556"/>
                  </a:lnTo>
                  <a:lnTo>
                    <a:pt x="8109" y="47976"/>
                  </a:lnTo>
                  <a:lnTo>
                    <a:pt x="8176" y="48523"/>
                  </a:lnTo>
                  <a:cubicBezTo>
                    <a:pt x="8249" y="49157"/>
                    <a:pt x="8316" y="49684"/>
                    <a:pt x="8376" y="50057"/>
                  </a:cubicBezTo>
                  <a:lnTo>
                    <a:pt x="8376" y="50144"/>
                  </a:lnTo>
                  <a:cubicBezTo>
                    <a:pt x="8383" y="50197"/>
                    <a:pt x="8389" y="50250"/>
                    <a:pt x="8389" y="50310"/>
                  </a:cubicBezTo>
                  <a:lnTo>
                    <a:pt x="8449" y="50724"/>
                  </a:lnTo>
                  <a:cubicBezTo>
                    <a:pt x="8449" y="50751"/>
                    <a:pt x="8456" y="50777"/>
                    <a:pt x="8463" y="50804"/>
                  </a:cubicBezTo>
                  <a:cubicBezTo>
                    <a:pt x="8489" y="50891"/>
                    <a:pt x="8556" y="50964"/>
                    <a:pt x="8643" y="51004"/>
                  </a:cubicBezTo>
                  <a:lnTo>
                    <a:pt x="8749" y="51017"/>
                  </a:lnTo>
                  <a:cubicBezTo>
                    <a:pt x="8764" y="51021"/>
                    <a:pt x="8780" y="51022"/>
                    <a:pt x="8795" y="51022"/>
                  </a:cubicBezTo>
                  <a:cubicBezTo>
                    <a:pt x="8842" y="51022"/>
                    <a:pt x="8889" y="51007"/>
                    <a:pt x="8930" y="50977"/>
                  </a:cubicBezTo>
                  <a:cubicBezTo>
                    <a:pt x="9810" y="50424"/>
                    <a:pt x="10677" y="48997"/>
                    <a:pt x="11510" y="46723"/>
                  </a:cubicBezTo>
                  <a:cubicBezTo>
                    <a:pt x="12064" y="45202"/>
                    <a:pt x="12597" y="43269"/>
                    <a:pt x="13064" y="41141"/>
                  </a:cubicBezTo>
                  <a:cubicBezTo>
                    <a:pt x="13091" y="41015"/>
                    <a:pt x="13031" y="40881"/>
                    <a:pt x="12917" y="40821"/>
                  </a:cubicBezTo>
                  <a:cubicBezTo>
                    <a:pt x="12190" y="40468"/>
                    <a:pt x="11597" y="39888"/>
                    <a:pt x="11217" y="39181"/>
                  </a:cubicBezTo>
                  <a:cubicBezTo>
                    <a:pt x="10690" y="38241"/>
                    <a:pt x="12057" y="35873"/>
                    <a:pt x="12510" y="35086"/>
                  </a:cubicBezTo>
                  <a:cubicBezTo>
                    <a:pt x="12731" y="34693"/>
                    <a:pt x="12964" y="34306"/>
                    <a:pt x="13197" y="33939"/>
                  </a:cubicBezTo>
                  <a:lnTo>
                    <a:pt x="13524" y="33413"/>
                  </a:lnTo>
                  <a:cubicBezTo>
                    <a:pt x="13811" y="32952"/>
                    <a:pt x="14058" y="32552"/>
                    <a:pt x="14231" y="32232"/>
                  </a:cubicBezTo>
                  <a:cubicBezTo>
                    <a:pt x="14258" y="32186"/>
                    <a:pt x="14271" y="32139"/>
                    <a:pt x="14278" y="32086"/>
                  </a:cubicBezTo>
                  <a:lnTo>
                    <a:pt x="14258" y="31652"/>
                  </a:lnTo>
                  <a:cubicBezTo>
                    <a:pt x="14251" y="31472"/>
                    <a:pt x="14231" y="31305"/>
                    <a:pt x="14218" y="31152"/>
                  </a:cubicBezTo>
                  <a:lnTo>
                    <a:pt x="14191" y="30952"/>
                  </a:lnTo>
                  <a:lnTo>
                    <a:pt x="14144" y="30585"/>
                  </a:lnTo>
                  <a:lnTo>
                    <a:pt x="14144" y="30572"/>
                  </a:lnTo>
                  <a:lnTo>
                    <a:pt x="14084" y="30078"/>
                  </a:lnTo>
                  <a:cubicBezTo>
                    <a:pt x="14044" y="29758"/>
                    <a:pt x="14004" y="29425"/>
                    <a:pt x="13958" y="29078"/>
                  </a:cubicBezTo>
                  <a:cubicBezTo>
                    <a:pt x="13951" y="28971"/>
                    <a:pt x="13931" y="28858"/>
                    <a:pt x="13918" y="28751"/>
                  </a:cubicBezTo>
                  <a:cubicBezTo>
                    <a:pt x="13857" y="28211"/>
                    <a:pt x="13791" y="27638"/>
                    <a:pt x="13724" y="27024"/>
                  </a:cubicBezTo>
                  <a:cubicBezTo>
                    <a:pt x="13717" y="26918"/>
                    <a:pt x="13697" y="26804"/>
                    <a:pt x="13691" y="26684"/>
                  </a:cubicBezTo>
                  <a:lnTo>
                    <a:pt x="13577" y="25657"/>
                  </a:lnTo>
                  <a:cubicBezTo>
                    <a:pt x="13411" y="24130"/>
                    <a:pt x="13224" y="22476"/>
                    <a:pt x="13017" y="20689"/>
                  </a:cubicBezTo>
                  <a:cubicBezTo>
                    <a:pt x="12964" y="20216"/>
                    <a:pt x="12911" y="19736"/>
                    <a:pt x="12851" y="19249"/>
                  </a:cubicBezTo>
                  <a:cubicBezTo>
                    <a:pt x="12764" y="18522"/>
                    <a:pt x="12677" y="17788"/>
                    <a:pt x="12584" y="17042"/>
                  </a:cubicBezTo>
                  <a:cubicBezTo>
                    <a:pt x="12084" y="12974"/>
                    <a:pt x="11283" y="9120"/>
                    <a:pt x="10443" y="6732"/>
                  </a:cubicBezTo>
                  <a:cubicBezTo>
                    <a:pt x="10056" y="5645"/>
                    <a:pt x="9723" y="4978"/>
                    <a:pt x="9350" y="4605"/>
                  </a:cubicBezTo>
                  <a:cubicBezTo>
                    <a:pt x="8976" y="4232"/>
                    <a:pt x="8449" y="3751"/>
                    <a:pt x="7916" y="3311"/>
                  </a:cubicBezTo>
                  <a:cubicBezTo>
                    <a:pt x="6689" y="2298"/>
                    <a:pt x="4342" y="544"/>
                    <a:pt x="2341" y="170"/>
                  </a:cubicBezTo>
                  <a:cubicBezTo>
                    <a:pt x="1702" y="50"/>
                    <a:pt x="1250" y="1"/>
                    <a:pt x="92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8" name="Google Shape;2011;p36"/>
            <p:cNvSpPr/>
            <p:nvPr/>
          </p:nvSpPr>
          <p:spPr>
            <a:xfrm>
              <a:off x="2458504" y="3260774"/>
              <a:ext cx="389986" cy="1410723"/>
            </a:xfrm>
            <a:custGeom>
              <a:avLst/>
              <a:gdLst/>
              <a:ahLst/>
              <a:cxnLst/>
              <a:rect l="l" t="t" r="r" b="b"/>
              <a:pathLst>
                <a:path w="13943" h="50437" extrusionOk="0">
                  <a:moveTo>
                    <a:pt x="885" y="1"/>
                  </a:moveTo>
                  <a:cubicBezTo>
                    <a:pt x="0" y="1"/>
                    <a:pt x="373" y="403"/>
                    <a:pt x="373" y="403"/>
                  </a:cubicBezTo>
                  <a:lnTo>
                    <a:pt x="1306" y="770"/>
                  </a:lnTo>
                  <a:lnTo>
                    <a:pt x="1339" y="830"/>
                  </a:lnTo>
                  <a:cubicBezTo>
                    <a:pt x="1346" y="843"/>
                    <a:pt x="1346" y="863"/>
                    <a:pt x="1366" y="876"/>
                  </a:cubicBezTo>
                  <a:lnTo>
                    <a:pt x="1606" y="1363"/>
                  </a:lnTo>
                  <a:cubicBezTo>
                    <a:pt x="1646" y="1437"/>
                    <a:pt x="1686" y="1530"/>
                    <a:pt x="1733" y="1623"/>
                  </a:cubicBezTo>
                  <a:cubicBezTo>
                    <a:pt x="1833" y="1810"/>
                    <a:pt x="1940" y="2037"/>
                    <a:pt x="2046" y="2277"/>
                  </a:cubicBezTo>
                  <a:cubicBezTo>
                    <a:pt x="2086" y="2363"/>
                    <a:pt x="2120" y="2443"/>
                    <a:pt x="2166" y="2537"/>
                  </a:cubicBezTo>
                  <a:cubicBezTo>
                    <a:pt x="2206" y="2630"/>
                    <a:pt x="2233" y="2677"/>
                    <a:pt x="2286" y="2810"/>
                  </a:cubicBezTo>
                  <a:cubicBezTo>
                    <a:pt x="2346" y="2944"/>
                    <a:pt x="2380" y="3044"/>
                    <a:pt x="2473" y="3244"/>
                  </a:cubicBezTo>
                  <a:cubicBezTo>
                    <a:pt x="2566" y="3444"/>
                    <a:pt x="2646" y="3657"/>
                    <a:pt x="2740" y="3871"/>
                  </a:cubicBezTo>
                  <a:lnTo>
                    <a:pt x="2773" y="3944"/>
                  </a:lnTo>
                  <a:lnTo>
                    <a:pt x="3013" y="4544"/>
                  </a:lnTo>
                  <a:lnTo>
                    <a:pt x="3147" y="4904"/>
                  </a:lnTo>
                  <a:lnTo>
                    <a:pt x="3273" y="5238"/>
                  </a:lnTo>
                  <a:cubicBezTo>
                    <a:pt x="3413" y="5624"/>
                    <a:pt x="3553" y="6004"/>
                    <a:pt x="3680" y="6411"/>
                  </a:cubicBezTo>
                  <a:cubicBezTo>
                    <a:pt x="3733" y="6538"/>
                    <a:pt x="3773" y="6671"/>
                    <a:pt x="3813" y="6805"/>
                  </a:cubicBezTo>
                  <a:lnTo>
                    <a:pt x="4067" y="7645"/>
                  </a:lnTo>
                  <a:cubicBezTo>
                    <a:pt x="4107" y="7805"/>
                    <a:pt x="4147" y="7972"/>
                    <a:pt x="4200" y="8145"/>
                  </a:cubicBezTo>
                  <a:cubicBezTo>
                    <a:pt x="4247" y="8325"/>
                    <a:pt x="4287" y="8498"/>
                    <a:pt x="4334" y="8678"/>
                  </a:cubicBezTo>
                  <a:lnTo>
                    <a:pt x="4434" y="9125"/>
                  </a:lnTo>
                  <a:cubicBezTo>
                    <a:pt x="4474" y="9305"/>
                    <a:pt x="4487" y="9372"/>
                    <a:pt x="4547" y="9679"/>
                  </a:cubicBezTo>
                  <a:cubicBezTo>
                    <a:pt x="4607" y="9992"/>
                    <a:pt x="4674" y="10339"/>
                    <a:pt x="4734" y="10726"/>
                  </a:cubicBezTo>
                  <a:cubicBezTo>
                    <a:pt x="4767" y="10906"/>
                    <a:pt x="4800" y="11106"/>
                    <a:pt x="4834" y="11312"/>
                  </a:cubicBezTo>
                  <a:lnTo>
                    <a:pt x="4854" y="11473"/>
                  </a:lnTo>
                  <a:lnTo>
                    <a:pt x="4934" y="11933"/>
                  </a:lnTo>
                  <a:cubicBezTo>
                    <a:pt x="5014" y="12493"/>
                    <a:pt x="5107" y="13080"/>
                    <a:pt x="5201" y="13706"/>
                  </a:cubicBezTo>
                  <a:lnTo>
                    <a:pt x="5247" y="14080"/>
                  </a:lnTo>
                  <a:lnTo>
                    <a:pt x="5267" y="14207"/>
                  </a:lnTo>
                  <a:cubicBezTo>
                    <a:pt x="5301" y="14413"/>
                    <a:pt x="5307" y="14513"/>
                    <a:pt x="5354" y="14860"/>
                  </a:cubicBezTo>
                  <a:cubicBezTo>
                    <a:pt x="5407" y="15200"/>
                    <a:pt x="5447" y="15547"/>
                    <a:pt x="5501" y="15907"/>
                  </a:cubicBezTo>
                  <a:cubicBezTo>
                    <a:pt x="5507" y="15980"/>
                    <a:pt x="5514" y="16054"/>
                    <a:pt x="5534" y="16127"/>
                  </a:cubicBezTo>
                  <a:cubicBezTo>
                    <a:pt x="5667" y="17161"/>
                    <a:pt x="5801" y="18228"/>
                    <a:pt x="5934" y="19295"/>
                  </a:cubicBezTo>
                  <a:cubicBezTo>
                    <a:pt x="5967" y="19535"/>
                    <a:pt x="5987" y="19781"/>
                    <a:pt x="6021" y="20028"/>
                  </a:cubicBezTo>
                  <a:cubicBezTo>
                    <a:pt x="6174" y="21262"/>
                    <a:pt x="6307" y="22469"/>
                    <a:pt x="6421" y="23596"/>
                  </a:cubicBezTo>
                  <a:lnTo>
                    <a:pt x="6501" y="24263"/>
                  </a:lnTo>
                  <a:cubicBezTo>
                    <a:pt x="6541" y="24696"/>
                    <a:pt x="6581" y="25109"/>
                    <a:pt x="6621" y="25510"/>
                  </a:cubicBezTo>
                  <a:lnTo>
                    <a:pt x="6621" y="25576"/>
                  </a:lnTo>
                  <a:cubicBezTo>
                    <a:pt x="6648" y="25736"/>
                    <a:pt x="6654" y="25896"/>
                    <a:pt x="6674" y="26043"/>
                  </a:cubicBezTo>
                  <a:lnTo>
                    <a:pt x="6721" y="26683"/>
                  </a:lnTo>
                  <a:cubicBezTo>
                    <a:pt x="6741" y="26830"/>
                    <a:pt x="6741" y="26950"/>
                    <a:pt x="6754" y="27083"/>
                  </a:cubicBezTo>
                  <a:cubicBezTo>
                    <a:pt x="6774" y="27217"/>
                    <a:pt x="6781" y="27303"/>
                    <a:pt x="6788" y="27470"/>
                  </a:cubicBezTo>
                  <a:cubicBezTo>
                    <a:pt x="6801" y="27637"/>
                    <a:pt x="6814" y="27770"/>
                    <a:pt x="6821" y="27944"/>
                  </a:cubicBezTo>
                  <a:cubicBezTo>
                    <a:pt x="6834" y="28117"/>
                    <a:pt x="6841" y="28330"/>
                    <a:pt x="6848" y="28430"/>
                  </a:cubicBezTo>
                  <a:cubicBezTo>
                    <a:pt x="6854" y="28530"/>
                    <a:pt x="6854" y="28650"/>
                    <a:pt x="6854" y="28697"/>
                  </a:cubicBezTo>
                  <a:cubicBezTo>
                    <a:pt x="6854" y="28737"/>
                    <a:pt x="6868" y="28777"/>
                    <a:pt x="6868" y="28810"/>
                  </a:cubicBezTo>
                  <a:lnTo>
                    <a:pt x="6868" y="29031"/>
                  </a:lnTo>
                  <a:cubicBezTo>
                    <a:pt x="6868" y="29637"/>
                    <a:pt x="6874" y="30284"/>
                    <a:pt x="6901" y="30951"/>
                  </a:cubicBezTo>
                  <a:cubicBezTo>
                    <a:pt x="6908" y="31218"/>
                    <a:pt x="6914" y="31498"/>
                    <a:pt x="6934" y="31771"/>
                  </a:cubicBezTo>
                  <a:cubicBezTo>
                    <a:pt x="6974" y="32745"/>
                    <a:pt x="7034" y="33752"/>
                    <a:pt x="7101" y="34779"/>
                  </a:cubicBezTo>
                  <a:cubicBezTo>
                    <a:pt x="7121" y="35212"/>
                    <a:pt x="7154" y="35646"/>
                    <a:pt x="7188" y="36079"/>
                  </a:cubicBezTo>
                  <a:cubicBezTo>
                    <a:pt x="7208" y="36239"/>
                    <a:pt x="7214" y="36406"/>
                    <a:pt x="7234" y="36566"/>
                  </a:cubicBezTo>
                  <a:lnTo>
                    <a:pt x="7308" y="37453"/>
                  </a:lnTo>
                  <a:cubicBezTo>
                    <a:pt x="7374" y="38300"/>
                    <a:pt x="7448" y="39133"/>
                    <a:pt x="7534" y="39953"/>
                  </a:cubicBezTo>
                  <a:cubicBezTo>
                    <a:pt x="7548" y="40153"/>
                    <a:pt x="7568" y="40347"/>
                    <a:pt x="7588" y="40547"/>
                  </a:cubicBezTo>
                  <a:cubicBezTo>
                    <a:pt x="7655" y="41274"/>
                    <a:pt x="7735" y="41974"/>
                    <a:pt x="7808" y="42654"/>
                  </a:cubicBezTo>
                  <a:cubicBezTo>
                    <a:pt x="7881" y="43381"/>
                    <a:pt x="7961" y="44075"/>
                    <a:pt x="8035" y="44735"/>
                  </a:cubicBezTo>
                  <a:cubicBezTo>
                    <a:pt x="8048" y="44915"/>
                    <a:pt x="8075" y="45088"/>
                    <a:pt x="8088" y="45268"/>
                  </a:cubicBezTo>
                  <a:cubicBezTo>
                    <a:pt x="8141" y="45688"/>
                    <a:pt x="8188" y="46108"/>
                    <a:pt x="8241" y="46502"/>
                  </a:cubicBezTo>
                  <a:cubicBezTo>
                    <a:pt x="8261" y="46682"/>
                    <a:pt x="8261" y="46809"/>
                    <a:pt x="8301" y="47022"/>
                  </a:cubicBezTo>
                  <a:cubicBezTo>
                    <a:pt x="8335" y="47242"/>
                    <a:pt x="8348" y="47442"/>
                    <a:pt x="8375" y="47635"/>
                  </a:cubicBezTo>
                  <a:lnTo>
                    <a:pt x="8448" y="48182"/>
                  </a:lnTo>
                  <a:cubicBezTo>
                    <a:pt x="8521" y="48822"/>
                    <a:pt x="8588" y="49343"/>
                    <a:pt x="8641" y="49723"/>
                  </a:cubicBezTo>
                  <a:cubicBezTo>
                    <a:pt x="8655" y="49816"/>
                    <a:pt x="8668" y="49883"/>
                    <a:pt x="8675" y="49969"/>
                  </a:cubicBezTo>
                  <a:cubicBezTo>
                    <a:pt x="8681" y="50049"/>
                    <a:pt x="8708" y="50143"/>
                    <a:pt x="8708" y="50189"/>
                  </a:cubicBezTo>
                  <a:cubicBezTo>
                    <a:pt x="8708" y="50243"/>
                    <a:pt x="8715" y="50283"/>
                    <a:pt x="8715" y="50310"/>
                  </a:cubicBezTo>
                  <a:cubicBezTo>
                    <a:pt x="8715" y="50336"/>
                    <a:pt x="8721" y="50363"/>
                    <a:pt x="8735" y="50390"/>
                  </a:cubicBezTo>
                  <a:lnTo>
                    <a:pt x="8735" y="50436"/>
                  </a:lnTo>
                  <a:cubicBezTo>
                    <a:pt x="9622" y="49876"/>
                    <a:pt x="10455" y="48336"/>
                    <a:pt x="11189" y="46322"/>
                  </a:cubicBezTo>
                  <a:cubicBezTo>
                    <a:pt x="10695" y="44521"/>
                    <a:pt x="10209" y="42721"/>
                    <a:pt x="9722" y="40920"/>
                  </a:cubicBezTo>
                  <a:cubicBezTo>
                    <a:pt x="9435" y="39853"/>
                    <a:pt x="9135" y="38766"/>
                    <a:pt x="9222" y="37653"/>
                  </a:cubicBezTo>
                  <a:cubicBezTo>
                    <a:pt x="9315" y="36546"/>
                    <a:pt x="9868" y="35412"/>
                    <a:pt x="10869" y="34932"/>
                  </a:cubicBezTo>
                  <a:cubicBezTo>
                    <a:pt x="11289" y="34739"/>
                    <a:pt x="11742" y="34645"/>
                    <a:pt x="12209" y="34645"/>
                  </a:cubicBezTo>
                  <a:cubicBezTo>
                    <a:pt x="12442" y="34245"/>
                    <a:pt x="12683" y="33852"/>
                    <a:pt x="12909" y="33485"/>
                  </a:cubicBezTo>
                  <a:cubicBezTo>
                    <a:pt x="13316" y="32812"/>
                    <a:pt x="13703" y="32218"/>
                    <a:pt x="13943" y="31785"/>
                  </a:cubicBezTo>
                  <a:cubicBezTo>
                    <a:pt x="13943" y="31711"/>
                    <a:pt x="13936" y="31645"/>
                    <a:pt x="13936" y="31585"/>
                  </a:cubicBezTo>
                  <a:cubicBezTo>
                    <a:pt x="13936" y="31518"/>
                    <a:pt x="13930" y="31451"/>
                    <a:pt x="13923" y="31384"/>
                  </a:cubicBezTo>
                  <a:cubicBezTo>
                    <a:pt x="13916" y="31211"/>
                    <a:pt x="13903" y="31098"/>
                    <a:pt x="13883" y="30911"/>
                  </a:cubicBezTo>
                  <a:cubicBezTo>
                    <a:pt x="13870" y="30731"/>
                    <a:pt x="13836" y="30538"/>
                    <a:pt x="13816" y="30344"/>
                  </a:cubicBezTo>
                  <a:cubicBezTo>
                    <a:pt x="13809" y="30338"/>
                    <a:pt x="13809" y="30324"/>
                    <a:pt x="13809" y="30311"/>
                  </a:cubicBezTo>
                  <a:cubicBezTo>
                    <a:pt x="13789" y="30151"/>
                    <a:pt x="13769" y="29984"/>
                    <a:pt x="13749" y="29817"/>
                  </a:cubicBezTo>
                  <a:cubicBezTo>
                    <a:pt x="13709" y="29504"/>
                    <a:pt x="13669" y="29164"/>
                    <a:pt x="13623" y="28817"/>
                  </a:cubicBezTo>
                  <a:cubicBezTo>
                    <a:pt x="13616" y="28710"/>
                    <a:pt x="13609" y="28604"/>
                    <a:pt x="13589" y="28497"/>
                  </a:cubicBezTo>
                  <a:cubicBezTo>
                    <a:pt x="13523" y="27950"/>
                    <a:pt x="13456" y="27377"/>
                    <a:pt x="13403" y="26783"/>
                  </a:cubicBezTo>
                  <a:cubicBezTo>
                    <a:pt x="13383" y="26670"/>
                    <a:pt x="13376" y="26543"/>
                    <a:pt x="13356" y="26430"/>
                  </a:cubicBezTo>
                  <a:cubicBezTo>
                    <a:pt x="13156" y="24636"/>
                    <a:pt x="12943" y="22629"/>
                    <a:pt x="12689" y="20428"/>
                  </a:cubicBezTo>
                  <a:cubicBezTo>
                    <a:pt x="12636" y="19961"/>
                    <a:pt x="12582" y="19475"/>
                    <a:pt x="12522" y="18995"/>
                  </a:cubicBezTo>
                  <a:cubicBezTo>
                    <a:pt x="11189" y="17567"/>
                    <a:pt x="9642" y="16327"/>
                    <a:pt x="8588" y="14693"/>
                  </a:cubicBezTo>
                  <a:cubicBezTo>
                    <a:pt x="6554" y="11506"/>
                    <a:pt x="5701" y="6605"/>
                    <a:pt x="7688" y="3244"/>
                  </a:cubicBezTo>
                  <a:cubicBezTo>
                    <a:pt x="6201" y="2010"/>
                    <a:pt x="4040" y="496"/>
                    <a:pt x="2240" y="163"/>
                  </a:cubicBezTo>
                  <a:cubicBezTo>
                    <a:pt x="1610" y="45"/>
                    <a:pt x="1178" y="1"/>
                    <a:pt x="885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9" name="Google Shape;2012;p36"/>
            <p:cNvSpPr/>
            <p:nvPr/>
          </p:nvSpPr>
          <p:spPr>
            <a:xfrm>
              <a:off x="2617570" y="3443810"/>
              <a:ext cx="55968" cy="293433"/>
            </a:xfrm>
            <a:custGeom>
              <a:avLst/>
              <a:gdLst/>
              <a:ahLst/>
              <a:cxnLst/>
              <a:rect l="l" t="t" r="r" b="b"/>
              <a:pathLst>
                <a:path w="2001" h="10491" extrusionOk="0">
                  <a:moveTo>
                    <a:pt x="0" y="1"/>
                  </a:moveTo>
                  <a:lnTo>
                    <a:pt x="0" y="1"/>
                  </a:lnTo>
                  <a:cubicBezTo>
                    <a:pt x="480" y="1728"/>
                    <a:pt x="887" y="3448"/>
                    <a:pt x="1214" y="5195"/>
                  </a:cubicBezTo>
                  <a:cubicBezTo>
                    <a:pt x="1534" y="6949"/>
                    <a:pt x="1747" y="8716"/>
                    <a:pt x="1921" y="10490"/>
                  </a:cubicBezTo>
                  <a:cubicBezTo>
                    <a:pt x="2001" y="6902"/>
                    <a:pt x="1347" y="3328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0" name="Google Shape;2013;p36"/>
            <p:cNvSpPr/>
            <p:nvPr/>
          </p:nvSpPr>
          <p:spPr>
            <a:xfrm>
              <a:off x="2680055" y="3576611"/>
              <a:ext cx="28921" cy="174617"/>
            </a:xfrm>
            <a:custGeom>
              <a:avLst/>
              <a:gdLst/>
              <a:ahLst/>
              <a:cxnLst/>
              <a:rect l="l" t="t" r="r" b="b"/>
              <a:pathLst>
                <a:path w="1034" h="6243" extrusionOk="0">
                  <a:moveTo>
                    <a:pt x="0" y="0"/>
                  </a:moveTo>
                  <a:lnTo>
                    <a:pt x="0" y="0"/>
                  </a:lnTo>
                  <a:cubicBezTo>
                    <a:pt x="134" y="1054"/>
                    <a:pt x="314" y="2081"/>
                    <a:pt x="487" y="3121"/>
                  </a:cubicBezTo>
                  <a:cubicBezTo>
                    <a:pt x="660" y="4168"/>
                    <a:pt x="820" y="5202"/>
                    <a:pt x="1021" y="6242"/>
                  </a:cubicBezTo>
                  <a:cubicBezTo>
                    <a:pt x="1034" y="5182"/>
                    <a:pt x="954" y="4122"/>
                    <a:pt x="780" y="3081"/>
                  </a:cubicBezTo>
                  <a:cubicBezTo>
                    <a:pt x="614" y="2034"/>
                    <a:pt x="354" y="1001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1" name="Google Shape;2014;p36"/>
            <p:cNvSpPr/>
            <p:nvPr/>
          </p:nvSpPr>
          <p:spPr>
            <a:xfrm>
              <a:off x="2727800" y="3670982"/>
              <a:ext cx="15691" cy="80246"/>
            </a:xfrm>
            <a:custGeom>
              <a:avLst/>
              <a:gdLst/>
              <a:ahLst/>
              <a:cxnLst/>
              <a:rect l="l" t="t" r="r" b="b"/>
              <a:pathLst>
                <a:path w="561" h="2869" extrusionOk="0">
                  <a:moveTo>
                    <a:pt x="14" y="1"/>
                  </a:moveTo>
                  <a:lnTo>
                    <a:pt x="14" y="1"/>
                  </a:lnTo>
                  <a:cubicBezTo>
                    <a:pt x="0" y="488"/>
                    <a:pt x="47" y="974"/>
                    <a:pt x="140" y="1461"/>
                  </a:cubicBezTo>
                  <a:cubicBezTo>
                    <a:pt x="220" y="1941"/>
                    <a:pt x="354" y="2415"/>
                    <a:pt x="547" y="2868"/>
                  </a:cubicBezTo>
                  <a:cubicBezTo>
                    <a:pt x="561" y="2375"/>
                    <a:pt x="521" y="1888"/>
                    <a:pt x="420" y="1408"/>
                  </a:cubicBezTo>
                  <a:cubicBezTo>
                    <a:pt x="340" y="921"/>
                    <a:pt x="200" y="448"/>
                    <a:pt x="1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2" name="Google Shape;2015;p36"/>
            <p:cNvSpPr/>
            <p:nvPr/>
          </p:nvSpPr>
          <p:spPr>
            <a:xfrm>
              <a:off x="2686572" y="4215418"/>
              <a:ext cx="44808" cy="284091"/>
            </a:xfrm>
            <a:custGeom>
              <a:avLst/>
              <a:gdLst/>
              <a:ahLst/>
              <a:cxnLst/>
              <a:rect l="l" t="t" r="r" b="b"/>
              <a:pathLst>
                <a:path w="1602" h="10157" extrusionOk="0">
                  <a:moveTo>
                    <a:pt x="1" y="1"/>
                  </a:moveTo>
                  <a:cubicBezTo>
                    <a:pt x="114" y="1715"/>
                    <a:pt x="314" y="3422"/>
                    <a:pt x="534" y="5136"/>
                  </a:cubicBezTo>
                  <a:cubicBezTo>
                    <a:pt x="654" y="5982"/>
                    <a:pt x="768" y="6836"/>
                    <a:pt x="914" y="7683"/>
                  </a:cubicBezTo>
                  <a:cubicBezTo>
                    <a:pt x="981" y="8110"/>
                    <a:pt x="1048" y="8543"/>
                    <a:pt x="1128" y="8957"/>
                  </a:cubicBezTo>
                  <a:cubicBezTo>
                    <a:pt x="1214" y="9377"/>
                    <a:pt x="1334" y="9810"/>
                    <a:pt x="1601" y="10157"/>
                  </a:cubicBezTo>
                  <a:cubicBezTo>
                    <a:pt x="1388" y="9783"/>
                    <a:pt x="1314" y="9357"/>
                    <a:pt x="1261" y="8937"/>
                  </a:cubicBezTo>
                  <a:lnTo>
                    <a:pt x="1134" y="7650"/>
                  </a:lnTo>
                  <a:cubicBezTo>
                    <a:pt x="1048" y="6803"/>
                    <a:pt x="934" y="5942"/>
                    <a:pt x="828" y="5089"/>
                  </a:cubicBezTo>
                  <a:cubicBezTo>
                    <a:pt x="594" y="3382"/>
                    <a:pt x="347" y="1681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3" name="Google Shape;2016;p36"/>
            <p:cNvSpPr/>
            <p:nvPr/>
          </p:nvSpPr>
          <p:spPr>
            <a:xfrm>
              <a:off x="2719772" y="4243780"/>
              <a:ext cx="23159" cy="122005"/>
            </a:xfrm>
            <a:custGeom>
              <a:avLst/>
              <a:gdLst/>
              <a:ahLst/>
              <a:cxnLst/>
              <a:rect l="l" t="t" r="r" b="b"/>
              <a:pathLst>
                <a:path w="828" h="4362" extrusionOk="0">
                  <a:moveTo>
                    <a:pt x="7" y="0"/>
                  </a:moveTo>
                  <a:lnTo>
                    <a:pt x="7" y="0"/>
                  </a:lnTo>
                  <a:cubicBezTo>
                    <a:pt x="1" y="747"/>
                    <a:pt x="74" y="1488"/>
                    <a:pt x="227" y="2214"/>
                  </a:cubicBezTo>
                  <a:cubicBezTo>
                    <a:pt x="354" y="2948"/>
                    <a:pt x="554" y="3668"/>
                    <a:pt x="828" y="4362"/>
                  </a:cubicBezTo>
                  <a:cubicBezTo>
                    <a:pt x="754" y="3621"/>
                    <a:pt x="654" y="2895"/>
                    <a:pt x="507" y="2168"/>
                  </a:cubicBezTo>
                  <a:cubicBezTo>
                    <a:pt x="374" y="1434"/>
                    <a:pt x="207" y="714"/>
                    <a:pt x="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4" name="Google Shape;2017;p36"/>
            <p:cNvSpPr/>
            <p:nvPr/>
          </p:nvSpPr>
          <p:spPr>
            <a:xfrm>
              <a:off x="2765279" y="4275106"/>
              <a:ext cx="10657" cy="38459"/>
            </a:xfrm>
            <a:custGeom>
              <a:avLst/>
              <a:gdLst/>
              <a:ahLst/>
              <a:cxnLst/>
              <a:rect l="l" t="t" r="r" b="b"/>
              <a:pathLst>
                <a:path w="381" h="1375" extrusionOk="0">
                  <a:moveTo>
                    <a:pt x="74" y="1"/>
                  </a:moveTo>
                  <a:cubicBezTo>
                    <a:pt x="7" y="228"/>
                    <a:pt x="1" y="474"/>
                    <a:pt x="47" y="708"/>
                  </a:cubicBezTo>
                  <a:cubicBezTo>
                    <a:pt x="81" y="948"/>
                    <a:pt x="174" y="1174"/>
                    <a:pt x="314" y="1374"/>
                  </a:cubicBezTo>
                  <a:cubicBezTo>
                    <a:pt x="374" y="1141"/>
                    <a:pt x="381" y="894"/>
                    <a:pt x="334" y="654"/>
                  </a:cubicBezTo>
                  <a:cubicBezTo>
                    <a:pt x="294" y="421"/>
                    <a:pt x="207" y="194"/>
                    <a:pt x="7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5" name="Google Shape;2018;p36"/>
            <p:cNvSpPr/>
            <p:nvPr/>
          </p:nvSpPr>
          <p:spPr>
            <a:xfrm>
              <a:off x="2506948" y="3676212"/>
              <a:ext cx="428081" cy="521165"/>
            </a:xfrm>
            <a:custGeom>
              <a:avLst/>
              <a:gdLst/>
              <a:ahLst/>
              <a:cxnLst/>
              <a:rect l="l" t="t" r="r" b="b"/>
              <a:pathLst>
                <a:path w="15305" h="18633" extrusionOk="0">
                  <a:moveTo>
                    <a:pt x="3622" y="0"/>
                  </a:moveTo>
                  <a:cubicBezTo>
                    <a:pt x="3415" y="60"/>
                    <a:pt x="3215" y="147"/>
                    <a:pt x="3035" y="267"/>
                  </a:cubicBezTo>
                  <a:cubicBezTo>
                    <a:pt x="2648" y="514"/>
                    <a:pt x="2188" y="974"/>
                    <a:pt x="1915" y="1814"/>
                  </a:cubicBezTo>
                  <a:cubicBezTo>
                    <a:pt x="1421" y="3328"/>
                    <a:pt x="1888" y="4808"/>
                    <a:pt x="1915" y="4895"/>
                  </a:cubicBezTo>
                  <a:cubicBezTo>
                    <a:pt x="1900" y="4883"/>
                    <a:pt x="1836" y="4819"/>
                    <a:pt x="1730" y="4819"/>
                  </a:cubicBezTo>
                  <a:cubicBezTo>
                    <a:pt x="1549" y="4819"/>
                    <a:pt x="1244" y="5006"/>
                    <a:pt x="848" y="5962"/>
                  </a:cubicBezTo>
                  <a:cubicBezTo>
                    <a:pt x="221" y="7482"/>
                    <a:pt x="848" y="8463"/>
                    <a:pt x="848" y="8463"/>
                  </a:cubicBezTo>
                  <a:cubicBezTo>
                    <a:pt x="848" y="8463"/>
                    <a:pt x="34" y="8496"/>
                    <a:pt x="14" y="9790"/>
                  </a:cubicBezTo>
                  <a:cubicBezTo>
                    <a:pt x="1" y="11083"/>
                    <a:pt x="908" y="11990"/>
                    <a:pt x="908" y="11990"/>
                  </a:cubicBezTo>
                  <a:cubicBezTo>
                    <a:pt x="908" y="11990"/>
                    <a:pt x="281" y="12324"/>
                    <a:pt x="955" y="14291"/>
                  </a:cubicBezTo>
                  <a:cubicBezTo>
                    <a:pt x="1635" y="16258"/>
                    <a:pt x="6109" y="18119"/>
                    <a:pt x="8970" y="18285"/>
                  </a:cubicBezTo>
                  <a:cubicBezTo>
                    <a:pt x="9710" y="18325"/>
                    <a:pt x="10450" y="18439"/>
                    <a:pt x="11177" y="18632"/>
                  </a:cubicBezTo>
                  <a:cubicBezTo>
                    <a:pt x="11591" y="17959"/>
                    <a:pt x="11971" y="17358"/>
                    <a:pt x="12211" y="16925"/>
                  </a:cubicBezTo>
                  <a:cubicBezTo>
                    <a:pt x="12984" y="15525"/>
                    <a:pt x="14545" y="12484"/>
                    <a:pt x="15305" y="11557"/>
                  </a:cubicBezTo>
                  <a:cubicBezTo>
                    <a:pt x="15218" y="11483"/>
                    <a:pt x="15138" y="11403"/>
                    <a:pt x="15072" y="11317"/>
                  </a:cubicBezTo>
                  <a:cubicBezTo>
                    <a:pt x="14838" y="11030"/>
                    <a:pt x="14665" y="10703"/>
                    <a:pt x="14558" y="10357"/>
                  </a:cubicBezTo>
                  <a:cubicBezTo>
                    <a:pt x="14071" y="8889"/>
                    <a:pt x="13625" y="3715"/>
                    <a:pt x="10417" y="1067"/>
                  </a:cubicBezTo>
                  <a:lnTo>
                    <a:pt x="10417" y="1067"/>
                  </a:lnTo>
                  <a:cubicBezTo>
                    <a:pt x="10417" y="1068"/>
                    <a:pt x="10537" y="1988"/>
                    <a:pt x="10657" y="3015"/>
                  </a:cubicBezTo>
                  <a:cubicBezTo>
                    <a:pt x="10657" y="3015"/>
                    <a:pt x="9141" y="3625"/>
                    <a:pt x="7383" y="3625"/>
                  </a:cubicBezTo>
                  <a:cubicBezTo>
                    <a:pt x="7257" y="3625"/>
                    <a:pt x="7130" y="3621"/>
                    <a:pt x="7003" y="3615"/>
                  </a:cubicBezTo>
                  <a:cubicBezTo>
                    <a:pt x="5949" y="3555"/>
                    <a:pt x="4856" y="3261"/>
                    <a:pt x="3955" y="2488"/>
                  </a:cubicBezTo>
                  <a:cubicBezTo>
                    <a:pt x="3955" y="2488"/>
                    <a:pt x="3709" y="614"/>
                    <a:pt x="3622" y="0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6" name="Google Shape;2019;p36"/>
            <p:cNvSpPr/>
            <p:nvPr/>
          </p:nvSpPr>
          <p:spPr>
            <a:xfrm>
              <a:off x="2498949" y="3666507"/>
              <a:ext cx="447464" cy="540185"/>
            </a:xfrm>
            <a:custGeom>
              <a:avLst/>
              <a:gdLst/>
              <a:ahLst/>
              <a:cxnLst/>
              <a:rect l="l" t="t" r="r" b="b"/>
              <a:pathLst>
                <a:path w="15998" h="19313" extrusionOk="0">
                  <a:moveTo>
                    <a:pt x="3668" y="748"/>
                  </a:moveTo>
                  <a:cubicBezTo>
                    <a:pt x="3775" y="1528"/>
                    <a:pt x="3948" y="2868"/>
                    <a:pt x="3948" y="2868"/>
                  </a:cubicBezTo>
                  <a:lnTo>
                    <a:pt x="3968" y="2975"/>
                  </a:lnTo>
                  <a:lnTo>
                    <a:pt x="4048" y="3048"/>
                  </a:lnTo>
                  <a:cubicBezTo>
                    <a:pt x="4895" y="3775"/>
                    <a:pt x="5975" y="4175"/>
                    <a:pt x="7269" y="4242"/>
                  </a:cubicBezTo>
                  <a:cubicBezTo>
                    <a:pt x="7410" y="4249"/>
                    <a:pt x="7550" y="4253"/>
                    <a:pt x="7688" y="4253"/>
                  </a:cubicBezTo>
                  <a:cubicBezTo>
                    <a:pt x="9472" y="4253"/>
                    <a:pt x="10982" y="3659"/>
                    <a:pt x="11050" y="3628"/>
                  </a:cubicBezTo>
                  <a:lnTo>
                    <a:pt x="11250" y="3542"/>
                  </a:lnTo>
                  <a:lnTo>
                    <a:pt x="11230" y="3328"/>
                  </a:lnTo>
                  <a:cubicBezTo>
                    <a:pt x="11177" y="2901"/>
                    <a:pt x="11130" y="2501"/>
                    <a:pt x="11083" y="2175"/>
                  </a:cubicBezTo>
                  <a:lnTo>
                    <a:pt x="11083" y="2175"/>
                  </a:lnTo>
                  <a:cubicBezTo>
                    <a:pt x="13117" y="4268"/>
                    <a:pt x="13811" y="7476"/>
                    <a:pt x="14237" y="9463"/>
                  </a:cubicBezTo>
                  <a:cubicBezTo>
                    <a:pt x="14364" y="10030"/>
                    <a:pt x="14464" y="10477"/>
                    <a:pt x="14564" y="10797"/>
                  </a:cubicBezTo>
                  <a:cubicBezTo>
                    <a:pt x="14691" y="11177"/>
                    <a:pt x="14877" y="11530"/>
                    <a:pt x="15131" y="11844"/>
                  </a:cubicBezTo>
                  <a:lnTo>
                    <a:pt x="15204" y="11931"/>
                  </a:lnTo>
                  <a:cubicBezTo>
                    <a:pt x="14577" y="12784"/>
                    <a:pt x="13630" y="14565"/>
                    <a:pt x="12844" y="16012"/>
                  </a:cubicBezTo>
                  <a:cubicBezTo>
                    <a:pt x="12617" y="16438"/>
                    <a:pt x="12410" y="16805"/>
                    <a:pt x="12237" y="17132"/>
                  </a:cubicBezTo>
                  <a:cubicBezTo>
                    <a:pt x="12063" y="17452"/>
                    <a:pt x="11803" y="17879"/>
                    <a:pt x="11503" y="18366"/>
                  </a:cubicBezTo>
                  <a:lnTo>
                    <a:pt x="11330" y="18646"/>
                  </a:lnTo>
                  <a:cubicBezTo>
                    <a:pt x="10656" y="18479"/>
                    <a:pt x="9963" y="18379"/>
                    <a:pt x="9269" y="18346"/>
                  </a:cubicBezTo>
                  <a:cubicBezTo>
                    <a:pt x="6395" y="18172"/>
                    <a:pt x="2114" y="16305"/>
                    <a:pt x="1521" y="14545"/>
                  </a:cubicBezTo>
                  <a:cubicBezTo>
                    <a:pt x="1060" y="13204"/>
                    <a:pt x="1241" y="12671"/>
                    <a:pt x="1327" y="12591"/>
                  </a:cubicBezTo>
                  <a:lnTo>
                    <a:pt x="1667" y="12404"/>
                  </a:lnTo>
                  <a:lnTo>
                    <a:pt x="1394" y="12131"/>
                  </a:lnTo>
                  <a:cubicBezTo>
                    <a:pt x="1381" y="12117"/>
                    <a:pt x="580" y="11297"/>
                    <a:pt x="594" y="10137"/>
                  </a:cubicBezTo>
                  <a:cubicBezTo>
                    <a:pt x="600" y="9176"/>
                    <a:pt x="1094" y="9103"/>
                    <a:pt x="1140" y="9103"/>
                  </a:cubicBezTo>
                  <a:lnTo>
                    <a:pt x="1634" y="9076"/>
                  </a:lnTo>
                  <a:lnTo>
                    <a:pt x="1374" y="8656"/>
                  </a:lnTo>
                  <a:cubicBezTo>
                    <a:pt x="1361" y="8623"/>
                    <a:pt x="854" y="7769"/>
                    <a:pt x="1401" y="6422"/>
                  </a:cubicBezTo>
                  <a:cubicBezTo>
                    <a:pt x="1767" y="5522"/>
                    <a:pt x="2021" y="5475"/>
                    <a:pt x="2007" y="5462"/>
                  </a:cubicBezTo>
                  <a:lnTo>
                    <a:pt x="2007" y="5462"/>
                  </a:lnTo>
                  <a:lnTo>
                    <a:pt x="2768" y="6109"/>
                  </a:lnTo>
                  <a:lnTo>
                    <a:pt x="2474" y="5149"/>
                  </a:lnTo>
                  <a:cubicBezTo>
                    <a:pt x="2401" y="4902"/>
                    <a:pt x="2041" y="3595"/>
                    <a:pt x="2474" y="2241"/>
                  </a:cubicBezTo>
                  <a:cubicBezTo>
                    <a:pt x="2728" y="1468"/>
                    <a:pt x="3161" y="1068"/>
                    <a:pt x="3474" y="861"/>
                  </a:cubicBezTo>
                  <a:lnTo>
                    <a:pt x="3668" y="748"/>
                  </a:lnTo>
                  <a:close/>
                  <a:moveTo>
                    <a:pt x="4155" y="1"/>
                  </a:moveTo>
                  <a:lnTo>
                    <a:pt x="3855" y="61"/>
                  </a:lnTo>
                  <a:cubicBezTo>
                    <a:pt x="3601" y="127"/>
                    <a:pt x="3368" y="234"/>
                    <a:pt x="3161" y="374"/>
                  </a:cubicBezTo>
                  <a:cubicBezTo>
                    <a:pt x="2761" y="628"/>
                    <a:pt x="2227" y="1128"/>
                    <a:pt x="1927" y="2068"/>
                  </a:cubicBezTo>
                  <a:cubicBezTo>
                    <a:pt x="1561" y="3208"/>
                    <a:pt x="1694" y="4328"/>
                    <a:pt x="1814" y="4929"/>
                  </a:cubicBezTo>
                  <a:cubicBezTo>
                    <a:pt x="1474" y="5055"/>
                    <a:pt x="1160" y="5469"/>
                    <a:pt x="860" y="6202"/>
                  </a:cubicBezTo>
                  <a:cubicBezTo>
                    <a:pt x="400" y="7329"/>
                    <a:pt x="574" y="8190"/>
                    <a:pt x="734" y="8630"/>
                  </a:cubicBezTo>
                  <a:cubicBezTo>
                    <a:pt x="387" y="8810"/>
                    <a:pt x="20" y="9256"/>
                    <a:pt x="7" y="10137"/>
                  </a:cubicBezTo>
                  <a:cubicBezTo>
                    <a:pt x="0" y="11177"/>
                    <a:pt x="527" y="11977"/>
                    <a:pt x="807" y="12337"/>
                  </a:cubicBezTo>
                  <a:cubicBezTo>
                    <a:pt x="627" y="12664"/>
                    <a:pt x="494" y="13338"/>
                    <a:pt x="967" y="14738"/>
                  </a:cubicBezTo>
                  <a:cubicBezTo>
                    <a:pt x="1721" y="16925"/>
                    <a:pt x="6429" y="18759"/>
                    <a:pt x="9229" y="18926"/>
                  </a:cubicBezTo>
                  <a:cubicBezTo>
                    <a:pt x="9956" y="18966"/>
                    <a:pt x="10683" y="19079"/>
                    <a:pt x="11390" y="19266"/>
                  </a:cubicBezTo>
                  <a:lnTo>
                    <a:pt x="11597" y="19312"/>
                  </a:lnTo>
                  <a:lnTo>
                    <a:pt x="11997" y="18672"/>
                  </a:lnTo>
                  <a:cubicBezTo>
                    <a:pt x="12303" y="18172"/>
                    <a:pt x="12564" y="17745"/>
                    <a:pt x="12757" y="17412"/>
                  </a:cubicBezTo>
                  <a:lnTo>
                    <a:pt x="13364" y="16292"/>
                  </a:lnTo>
                  <a:cubicBezTo>
                    <a:pt x="14157" y="14805"/>
                    <a:pt x="15238" y="12791"/>
                    <a:pt x="15811" y="12091"/>
                  </a:cubicBezTo>
                  <a:lnTo>
                    <a:pt x="15998" y="11870"/>
                  </a:lnTo>
                  <a:lnTo>
                    <a:pt x="15778" y="11690"/>
                  </a:lnTo>
                  <a:cubicBezTo>
                    <a:pt x="15704" y="11624"/>
                    <a:pt x="15638" y="11550"/>
                    <a:pt x="15578" y="11470"/>
                  </a:cubicBezTo>
                  <a:cubicBezTo>
                    <a:pt x="15371" y="11217"/>
                    <a:pt x="15218" y="10924"/>
                    <a:pt x="15124" y="10610"/>
                  </a:cubicBezTo>
                  <a:cubicBezTo>
                    <a:pt x="14991" y="10190"/>
                    <a:pt x="14891" y="9770"/>
                    <a:pt x="14811" y="9336"/>
                  </a:cubicBezTo>
                  <a:cubicBezTo>
                    <a:pt x="14331" y="7103"/>
                    <a:pt x="13524" y="3362"/>
                    <a:pt x="10890" y="1194"/>
                  </a:cubicBezTo>
                  <a:lnTo>
                    <a:pt x="10323" y="728"/>
                  </a:lnTo>
                  <a:lnTo>
                    <a:pt x="10410" y="1454"/>
                  </a:lnTo>
                  <a:lnTo>
                    <a:pt x="10630" y="3162"/>
                  </a:lnTo>
                  <a:cubicBezTo>
                    <a:pt x="10164" y="3321"/>
                    <a:pt x="8972" y="3677"/>
                    <a:pt x="7655" y="3677"/>
                  </a:cubicBezTo>
                  <a:cubicBezTo>
                    <a:pt x="7538" y="3677"/>
                    <a:pt x="7420" y="3674"/>
                    <a:pt x="7302" y="3668"/>
                  </a:cubicBezTo>
                  <a:cubicBezTo>
                    <a:pt x="6175" y="3608"/>
                    <a:pt x="5242" y="3275"/>
                    <a:pt x="4521" y="2688"/>
                  </a:cubicBezTo>
                  <a:cubicBezTo>
                    <a:pt x="4461" y="2268"/>
                    <a:pt x="4268" y="834"/>
                    <a:pt x="4195" y="307"/>
                  </a:cubicBezTo>
                  <a:lnTo>
                    <a:pt x="4155" y="1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7" name="Google Shape;2020;p36"/>
            <p:cNvSpPr/>
            <p:nvPr/>
          </p:nvSpPr>
          <p:spPr>
            <a:xfrm>
              <a:off x="2506948" y="3676017"/>
              <a:ext cx="348087" cy="521165"/>
            </a:xfrm>
            <a:custGeom>
              <a:avLst/>
              <a:gdLst/>
              <a:ahLst/>
              <a:cxnLst/>
              <a:rect l="l" t="t" r="r" b="b"/>
              <a:pathLst>
                <a:path w="12445" h="18633" extrusionOk="0">
                  <a:moveTo>
                    <a:pt x="3622" y="1"/>
                  </a:moveTo>
                  <a:cubicBezTo>
                    <a:pt x="3415" y="54"/>
                    <a:pt x="3215" y="147"/>
                    <a:pt x="3035" y="268"/>
                  </a:cubicBezTo>
                  <a:cubicBezTo>
                    <a:pt x="2648" y="508"/>
                    <a:pt x="2188" y="968"/>
                    <a:pt x="1915" y="1808"/>
                  </a:cubicBezTo>
                  <a:cubicBezTo>
                    <a:pt x="1421" y="3328"/>
                    <a:pt x="1888" y="4802"/>
                    <a:pt x="1915" y="4895"/>
                  </a:cubicBezTo>
                  <a:cubicBezTo>
                    <a:pt x="1900" y="4883"/>
                    <a:pt x="1836" y="4817"/>
                    <a:pt x="1728" y="4817"/>
                  </a:cubicBezTo>
                  <a:cubicBezTo>
                    <a:pt x="1547" y="4817"/>
                    <a:pt x="1242" y="5006"/>
                    <a:pt x="848" y="5962"/>
                  </a:cubicBezTo>
                  <a:cubicBezTo>
                    <a:pt x="221" y="7476"/>
                    <a:pt x="848" y="8463"/>
                    <a:pt x="848" y="8463"/>
                  </a:cubicBezTo>
                  <a:cubicBezTo>
                    <a:pt x="848" y="8463"/>
                    <a:pt x="34" y="8496"/>
                    <a:pt x="14" y="9790"/>
                  </a:cubicBezTo>
                  <a:cubicBezTo>
                    <a:pt x="1" y="11077"/>
                    <a:pt x="908" y="11991"/>
                    <a:pt x="908" y="11991"/>
                  </a:cubicBezTo>
                  <a:cubicBezTo>
                    <a:pt x="908" y="11991"/>
                    <a:pt x="281" y="12324"/>
                    <a:pt x="955" y="14291"/>
                  </a:cubicBezTo>
                  <a:cubicBezTo>
                    <a:pt x="1375" y="15498"/>
                    <a:pt x="3208" y="16659"/>
                    <a:pt x="5216" y="17412"/>
                  </a:cubicBezTo>
                  <a:cubicBezTo>
                    <a:pt x="6503" y="17899"/>
                    <a:pt x="7850" y="18212"/>
                    <a:pt x="8970" y="18279"/>
                  </a:cubicBezTo>
                  <a:cubicBezTo>
                    <a:pt x="9710" y="18326"/>
                    <a:pt x="10450" y="18439"/>
                    <a:pt x="11177" y="18632"/>
                  </a:cubicBezTo>
                  <a:cubicBezTo>
                    <a:pt x="11584" y="17959"/>
                    <a:pt x="11971" y="17365"/>
                    <a:pt x="12211" y="16932"/>
                  </a:cubicBezTo>
                  <a:lnTo>
                    <a:pt x="12444" y="16505"/>
                  </a:lnTo>
                  <a:lnTo>
                    <a:pt x="12184" y="16365"/>
                  </a:lnTo>
                  <a:cubicBezTo>
                    <a:pt x="10917" y="15738"/>
                    <a:pt x="9724" y="15065"/>
                    <a:pt x="9017" y="13878"/>
                  </a:cubicBezTo>
                  <a:cubicBezTo>
                    <a:pt x="8503" y="13011"/>
                    <a:pt x="8316" y="11997"/>
                    <a:pt x="8156" y="10997"/>
                  </a:cubicBezTo>
                  <a:lnTo>
                    <a:pt x="7856" y="9270"/>
                  </a:lnTo>
                  <a:cubicBezTo>
                    <a:pt x="7543" y="7389"/>
                    <a:pt x="7223" y="5496"/>
                    <a:pt x="7003" y="3608"/>
                  </a:cubicBezTo>
                  <a:cubicBezTo>
                    <a:pt x="5949" y="3555"/>
                    <a:pt x="4856" y="3262"/>
                    <a:pt x="3955" y="2488"/>
                  </a:cubicBezTo>
                  <a:cubicBezTo>
                    <a:pt x="3955" y="2488"/>
                    <a:pt x="3889" y="2008"/>
                    <a:pt x="3822" y="1468"/>
                  </a:cubicBezTo>
                  <a:lnTo>
                    <a:pt x="3802" y="1268"/>
                  </a:lnTo>
                  <a:cubicBezTo>
                    <a:pt x="3782" y="1201"/>
                    <a:pt x="3775" y="1128"/>
                    <a:pt x="3769" y="1054"/>
                  </a:cubicBezTo>
                  <a:cubicBezTo>
                    <a:pt x="3749" y="954"/>
                    <a:pt x="3742" y="888"/>
                    <a:pt x="3722" y="761"/>
                  </a:cubicBezTo>
                  <a:cubicBezTo>
                    <a:pt x="3709" y="634"/>
                    <a:pt x="3689" y="508"/>
                    <a:pt x="3682" y="394"/>
                  </a:cubicBezTo>
                  <a:cubicBezTo>
                    <a:pt x="3669" y="334"/>
                    <a:pt x="3662" y="281"/>
                    <a:pt x="3655" y="221"/>
                  </a:cubicBezTo>
                  <a:cubicBezTo>
                    <a:pt x="3642" y="134"/>
                    <a:pt x="3635" y="61"/>
                    <a:pt x="3622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8" name="Google Shape;2021;p36"/>
            <p:cNvSpPr/>
            <p:nvPr/>
          </p:nvSpPr>
          <p:spPr>
            <a:xfrm>
              <a:off x="2690683" y="4124404"/>
              <a:ext cx="115097" cy="18153"/>
            </a:xfrm>
            <a:custGeom>
              <a:avLst/>
              <a:gdLst/>
              <a:ahLst/>
              <a:cxnLst/>
              <a:rect l="l" t="t" r="r" b="b"/>
              <a:pathLst>
                <a:path w="4115" h="649" extrusionOk="0">
                  <a:moveTo>
                    <a:pt x="4115" y="1"/>
                  </a:moveTo>
                  <a:lnTo>
                    <a:pt x="4115" y="1"/>
                  </a:lnTo>
                  <a:cubicBezTo>
                    <a:pt x="3431" y="240"/>
                    <a:pt x="2717" y="360"/>
                    <a:pt x="2004" y="360"/>
                  </a:cubicBezTo>
                  <a:cubicBezTo>
                    <a:pt x="1327" y="360"/>
                    <a:pt x="650" y="252"/>
                    <a:pt x="0" y="34"/>
                  </a:cubicBezTo>
                  <a:lnTo>
                    <a:pt x="0" y="34"/>
                  </a:lnTo>
                  <a:cubicBezTo>
                    <a:pt x="562" y="447"/>
                    <a:pt x="1293" y="648"/>
                    <a:pt x="1999" y="648"/>
                  </a:cubicBezTo>
                  <a:cubicBezTo>
                    <a:pt x="2022" y="648"/>
                    <a:pt x="2045" y="648"/>
                    <a:pt x="2068" y="648"/>
                  </a:cubicBezTo>
                  <a:cubicBezTo>
                    <a:pt x="2788" y="641"/>
                    <a:pt x="3541" y="434"/>
                    <a:pt x="411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9" name="Google Shape;2022;p36"/>
            <p:cNvSpPr/>
            <p:nvPr/>
          </p:nvSpPr>
          <p:spPr>
            <a:xfrm>
              <a:off x="2708584" y="4085413"/>
              <a:ext cx="87882" cy="14013"/>
            </a:xfrm>
            <a:custGeom>
              <a:avLst/>
              <a:gdLst/>
              <a:ahLst/>
              <a:cxnLst/>
              <a:rect l="l" t="t" r="r" b="b"/>
              <a:pathLst>
                <a:path w="3142" h="501" extrusionOk="0">
                  <a:moveTo>
                    <a:pt x="3141" y="1"/>
                  </a:moveTo>
                  <a:cubicBezTo>
                    <a:pt x="2608" y="74"/>
                    <a:pt x="2094" y="161"/>
                    <a:pt x="1574" y="201"/>
                  </a:cubicBezTo>
                  <a:cubicBezTo>
                    <a:pt x="1189" y="231"/>
                    <a:pt x="800" y="235"/>
                    <a:pt x="402" y="235"/>
                  </a:cubicBezTo>
                  <a:cubicBezTo>
                    <a:pt x="269" y="235"/>
                    <a:pt x="136" y="234"/>
                    <a:pt x="1" y="234"/>
                  </a:cubicBezTo>
                  <a:cubicBezTo>
                    <a:pt x="409" y="414"/>
                    <a:pt x="854" y="501"/>
                    <a:pt x="1301" y="501"/>
                  </a:cubicBezTo>
                  <a:cubicBezTo>
                    <a:pt x="1401" y="501"/>
                    <a:pt x="1501" y="496"/>
                    <a:pt x="1601" y="488"/>
                  </a:cubicBezTo>
                  <a:cubicBezTo>
                    <a:pt x="2148" y="454"/>
                    <a:pt x="2675" y="288"/>
                    <a:pt x="314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0" name="Google Shape;2023;p36"/>
            <p:cNvSpPr/>
            <p:nvPr/>
          </p:nvSpPr>
          <p:spPr>
            <a:xfrm>
              <a:off x="2715297" y="4045332"/>
              <a:ext cx="69981" cy="11020"/>
            </a:xfrm>
            <a:custGeom>
              <a:avLst/>
              <a:gdLst/>
              <a:ahLst/>
              <a:cxnLst/>
              <a:rect l="l" t="t" r="r" b="b"/>
              <a:pathLst>
                <a:path w="2502" h="394" extrusionOk="0">
                  <a:moveTo>
                    <a:pt x="2501" y="0"/>
                  </a:moveTo>
                  <a:cubicBezTo>
                    <a:pt x="2068" y="7"/>
                    <a:pt x="1661" y="47"/>
                    <a:pt x="1254" y="87"/>
                  </a:cubicBezTo>
                  <a:cubicBezTo>
                    <a:pt x="841" y="127"/>
                    <a:pt x="434" y="147"/>
                    <a:pt x="1" y="214"/>
                  </a:cubicBezTo>
                  <a:cubicBezTo>
                    <a:pt x="321" y="334"/>
                    <a:pt x="658" y="393"/>
                    <a:pt x="998" y="393"/>
                  </a:cubicBezTo>
                  <a:cubicBezTo>
                    <a:pt x="1090" y="393"/>
                    <a:pt x="1182" y="389"/>
                    <a:pt x="1274" y="380"/>
                  </a:cubicBezTo>
                  <a:cubicBezTo>
                    <a:pt x="1701" y="334"/>
                    <a:pt x="2134" y="234"/>
                    <a:pt x="25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1" name="Google Shape;2024;p36"/>
            <p:cNvSpPr/>
            <p:nvPr/>
          </p:nvSpPr>
          <p:spPr>
            <a:xfrm>
              <a:off x="1205812" y="3146041"/>
              <a:ext cx="1600527" cy="2122084"/>
            </a:xfrm>
            <a:custGeom>
              <a:avLst/>
              <a:gdLst/>
              <a:ahLst/>
              <a:cxnLst/>
              <a:rect l="l" t="t" r="r" b="b"/>
              <a:pathLst>
                <a:path w="57223" h="75870" extrusionOk="0">
                  <a:moveTo>
                    <a:pt x="30635" y="1"/>
                  </a:moveTo>
                  <a:cubicBezTo>
                    <a:pt x="29618" y="1"/>
                    <a:pt x="28459" y="83"/>
                    <a:pt x="27121" y="277"/>
                  </a:cubicBezTo>
                  <a:cubicBezTo>
                    <a:pt x="24114" y="711"/>
                    <a:pt x="22427" y="1024"/>
                    <a:pt x="20300" y="2438"/>
                  </a:cubicBezTo>
                  <a:cubicBezTo>
                    <a:pt x="18179" y="3858"/>
                    <a:pt x="15558" y="5078"/>
                    <a:pt x="12204" y="6459"/>
                  </a:cubicBezTo>
                  <a:cubicBezTo>
                    <a:pt x="8856" y="7832"/>
                    <a:pt x="6869" y="8706"/>
                    <a:pt x="4682" y="14801"/>
                  </a:cubicBezTo>
                  <a:cubicBezTo>
                    <a:pt x="2488" y="20896"/>
                    <a:pt x="4115" y="32119"/>
                    <a:pt x="3788" y="39247"/>
                  </a:cubicBezTo>
                  <a:cubicBezTo>
                    <a:pt x="3462" y="46376"/>
                    <a:pt x="4535" y="56525"/>
                    <a:pt x="2268" y="61707"/>
                  </a:cubicBezTo>
                  <a:cubicBezTo>
                    <a:pt x="1" y="66881"/>
                    <a:pt x="654" y="71309"/>
                    <a:pt x="2815" y="73463"/>
                  </a:cubicBezTo>
                  <a:cubicBezTo>
                    <a:pt x="4519" y="75173"/>
                    <a:pt x="10876" y="75870"/>
                    <a:pt x="15494" y="75870"/>
                  </a:cubicBezTo>
                  <a:cubicBezTo>
                    <a:pt x="16135" y="75870"/>
                    <a:pt x="16742" y="75857"/>
                    <a:pt x="17299" y="75831"/>
                  </a:cubicBezTo>
                  <a:cubicBezTo>
                    <a:pt x="17799" y="75811"/>
                    <a:pt x="18266" y="75777"/>
                    <a:pt x="18672" y="75730"/>
                  </a:cubicBezTo>
                  <a:cubicBezTo>
                    <a:pt x="21401" y="75443"/>
                    <a:pt x="26501" y="75299"/>
                    <a:pt x="31388" y="75299"/>
                  </a:cubicBezTo>
                  <a:cubicBezTo>
                    <a:pt x="33870" y="75299"/>
                    <a:pt x="36297" y="75336"/>
                    <a:pt x="38331" y="75410"/>
                  </a:cubicBezTo>
                  <a:cubicBezTo>
                    <a:pt x="39248" y="75443"/>
                    <a:pt x="40241" y="75463"/>
                    <a:pt x="41273" y="75463"/>
                  </a:cubicBezTo>
                  <a:cubicBezTo>
                    <a:pt x="47041" y="75463"/>
                    <a:pt x="54007" y="74840"/>
                    <a:pt x="55489" y="72283"/>
                  </a:cubicBezTo>
                  <a:cubicBezTo>
                    <a:pt x="57223" y="69255"/>
                    <a:pt x="56029" y="64614"/>
                    <a:pt x="54735" y="60727"/>
                  </a:cubicBezTo>
                  <a:cubicBezTo>
                    <a:pt x="53442" y="56845"/>
                    <a:pt x="53122" y="49717"/>
                    <a:pt x="52468" y="44856"/>
                  </a:cubicBezTo>
                  <a:cubicBezTo>
                    <a:pt x="51821" y="40001"/>
                    <a:pt x="51288" y="20996"/>
                    <a:pt x="50201" y="15228"/>
                  </a:cubicBezTo>
                  <a:cubicBezTo>
                    <a:pt x="49121" y="9460"/>
                    <a:pt x="48307" y="5672"/>
                    <a:pt x="45740" y="4705"/>
                  </a:cubicBezTo>
                  <a:cubicBezTo>
                    <a:pt x="45353" y="4558"/>
                    <a:pt x="44953" y="4412"/>
                    <a:pt x="44553" y="4278"/>
                  </a:cubicBezTo>
                  <a:cubicBezTo>
                    <a:pt x="42352" y="3531"/>
                    <a:pt x="40105" y="2938"/>
                    <a:pt x="38258" y="2111"/>
                  </a:cubicBezTo>
                  <a:cubicBezTo>
                    <a:pt x="36501" y="1331"/>
                    <a:pt x="34719" y="1"/>
                    <a:pt x="30635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2" name="Google Shape;2025;p36"/>
            <p:cNvSpPr/>
            <p:nvPr/>
          </p:nvSpPr>
          <p:spPr>
            <a:xfrm>
              <a:off x="1189785" y="3137902"/>
              <a:ext cx="1624945" cy="2138279"/>
            </a:xfrm>
            <a:custGeom>
              <a:avLst/>
              <a:gdLst/>
              <a:ahLst/>
              <a:cxnLst/>
              <a:rect l="l" t="t" r="r" b="b"/>
              <a:pathLst>
                <a:path w="58096" h="76449" extrusionOk="0">
                  <a:moveTo>
                    <a:pt x="31195" y="588"/>
                  </a:moveTo>
                  <a:cubicBezTo>
                    <a:pt x="34490" y="588"/>
                    <a:pt x="36257" y="1462"/>
                    <a:pt x="37737" y="2202"/>
                  </a:cubicBezTo>
                  <a:cubicBezTo>
                    <a:pt x="38070" y="2369"/>
                    <a:pt x="38391" y="2529"/>
                    <a:pt x="38711" y="2669"/>
                  </a:cubicBezTo>
                  <a:cubicBezTo>
                    <a:pt x="39971" y="3229"/>
                    <a:pt x="41391" y="3682"/>
                    <a:pt x="42878" y="4149"/>
                  </a:cubicBezTo>
                  <a:lnTo>
                    <a:pt x="45032" y="4849"/>
                  </a:lnTo>
                  <a:lnTo>
                    <a:pt x="46213" y="5263"/>
                  </a:lnTo>
                  <a:cubicBezTo>
                    <a:pt x="48613" y="6170"/>
                    <a:pt x="49407" y="9771"/>
                    <a:pt x="50494" y="15565"/>
                  </a:cubicBezTo>
                  <a:cubicBezTo>
                    <a:pt x="51114" y="18926"/>
                    <a:pt x="51561" y="26828"/>
                    <a:pt x="51961" y="33804"/>
                  </a:cubicBezTo>
                  <a:cubicBezTo>
                    <a:pt x="52241" y="38832"/>
                    <a:pt x="52481" y="43166"/>
                    <a:pt x="52748" y="45193"/>
                  </a:cubicBezTo>
                  <a:cubicBezTo>
                    <a:pt x="52941" y="46627"/>
                    <a:pt x="53108" y="48247"/>
                    <a:pt x="53275" y="49968"/>
                  </a:cubicBezTo>
                  <a:cubicBezTo>
                    <a:pt x="53695" y="54082"/>
                    <a:pt x="54108" y="58343"/>
                    <a:pt x="55035" y="61111"/>
                  </a:cubicBezTo>
                  <a:cubicBezTo>
                    <a:pt x="56275" y="64839"/>
                    <a:pt x="57482" y="69500"/>
                    <a:pt x="55802" y="72421"/>
                  </a:cubicBezTo>
                  <a:cubicBezTo>
                    <a:pt x="54299" y="75035"/>
                    <a:pt x="46589" y="75459"/>
                    <a:pt x="41794" y="75459"/>
                  </a:cubicBezTo>
                  <a:cubicBezTo>
                    <a:pt x="40609" y="75459"/>
                    <a:pt x="39602" y="75433"/>
                    <a:pt x="38911" y="75408"/>
                  </a:cubicBezTo>
                  <a:cubicBezTo>
                    <a:pt x="36968" y="75339"/>
                    <a:pt x="34605" y="75305"/>
                    <a:pt x="32161" y="75305"/>
                  </a:cubicBezTo>
                  <a:cubicBezTo>
                    <a:pt x="27249" y="75305"/>
                    <a:pt x="22013" y="75445"/>
                    <a:pt x="19225" y="75735"/>
                  </a:cubicBezTo>
                  <a:cubicBezTo>
                    <a:pt x="18805" y="75775"/>
                    <a:pt x="18352" y="75815"/>
                    <a:pt x="17858" y="75835"/>
                  </a:cubicBezTo>
                  <a:cubicBezTo>
                    <a:pt x="17314" y="75860"/>
                    <a:pt x="16728" y="75872"/>
                    <a:pt x="16115" y="75872"/>
                  </a:cubicBezTo>
                  <a:cubicBezTo>
                    <a:pt x="11445" y="75872"/>
                    <a:pt x="5186" y="75145"/>
                    <a:pt x="3595" y="73548"/>
                  </a:cubicBezTo>
                  <a:cubicBezTo>
                    <a:pt x="1281" y="71234"/>
                    <a:pt x="1087" y="66739"/>
                    <a:pt x="3114" y="62111"/>
                  </a:cubicBezTo>
                  <a:cubicBezTo>
                    <a:pt x="4735" y="58383"/>
                    <a:pt x="4668" y="52295"/>
                    <a:pt x="4602" y="46394"/>
                  </a:cubicBezTo>
                  <a:cubicBezTo>
                    <a:pt x="4581" y="43940"/>
                    <a:pt x="4555" y="41632"/>
                    <a:pt x="4648" y="39545"/>
                  </a:cubicBezTo>
                  <a:cubicBezTo>
                    <a:pt x="4755" y="37178"/>
                    <a:pt x="4655" y="34397"/>
                    <a:pt x="4535" y="31456"/>
                  </a:cubicBezTo>
                  <a:cubicBezTo>
                    <a:pt x="4328" y="25721"/>
                    <a:pt x="4081" y="19220"/>
                    <a:pt x="5528" y="15192"/>
                  </a:cubicBezTo>
                  <a:cubicBezTo>
                    <a:pt x="7702" y="9150"/>
                    <a:pt x="9656" y="8350"/>
                    <a:pt x="12890" y="7017"/>
                  </a:cubicBezTo>
                  <a:cubicBezTo>
                    <a:pt x="16758" y="5423"/>
                    <a:pt x="19119" y="4256"/>
                    <a:pt x="21033" y="2969"/>
                  </a:cubicBezTo>
                  <a:cubicBezTo>
                    <a:pt x="23126" y="1568"/>
                    <a:pt x="24774" y="1288"/>
                    <a:pt x="27734" y="855"/>
                  </a:cubicBezTo>
                  <a:cubicBezTo>
                    <a:pt x="28881" y="682"/>
                    <a:pt x="30035" y="595"/>
                    <a:pt x="31195" y="588"/>
                  </a:cubicBezTo>
                  <a:close/>
                  <a:moveTo>
                    <a:pt x="31221" y="1"/>
                  </a:moveTo>
                  <a:cubicBezTo>
                    <a:pt x="30189" y="1"/>
                    <a:pt x="29012" y="85"/>
                    <a:pt x="27654" y="281"/>
                  </a:cubicBezTo>
                  <a:cubicBezTo>
                    <a:pt x="24694" y="715"/>
                    <a:pt x="22906" y="1022"/>
                    <a:pt x="20706" y="2489"/>
                  </a:cubicBezTo>
                  <a:cubicBezTo>
                    <a:pt x="18825" y="3749"/>
                    <a:pt x="16498" y="4903"/>
                    <a:pt x="12664" y="6483"/>
                  </a:cubicBezTo>
                  <a:cubicBezTo>
                    <a:pt x="9403" y="7823"/>
                    <a:pt x="7249" y="8704"/>
                    <a:pt x="4988" y="14992"/>
                  </a:cubicBezTo>
                  <a:cubicBezTo>
                    <a:pt x="3495" y="19126"/>
                    <a:pt x="3728" y="25401"/>
                    <a:pt x="3961" y="31470"/>
                  </a:cubicBezTo>
                  <a:cubicBezTo>
                    <a:pt x="4068" y="34410"/>
                    <a:pt x="4168" y="37178"/>
                    <a:pt x="4068" y="39525"/>
                  </a:cubicBezTo>
                  <a:cubicBezTo>
                    <a:pt x="3968" y="41626"/>
                    <a:pt x="3995" y="43940"/>
                    <a:pt x="4028" y="46400"/>
                  </a:cubicBezTo>
                  <a:cubicBezTo>
                    <a:pt x="4088" y="52235"/>
                    <a:pt x="4155" y="58270"/>
                    <a:pt x="2581" y="61878"/>
                  </a:cubicBezTo>
                  <a:cubicBezTo>
                    <a:pt x="0" y="67773"/>
                    <a:pt x="1294" y="72074"/>
                    <a:pt x="3181" y="73968"/>
                  </a:cubicBezTo>
                  <a:cubicBezTo>
                    <a:pt x="4335" y="75121"/>
                    <a:pt x="7316" y="75735"/>
                    <a:pt x="9603" y="76035"/>
                  </a:cubicBezTo>
                  <a:cubicBezTo>
                    <a:pt x="11763" y="76308"/>
                    <a:pt x="13937" y="76448"/>
                    <a:pt x="16118" y="76448"/>
                  </a:cubicBezTo>
                  <a:cubicBezTo>
                    <a:pt x="16731" y="76448"/>
                    <a:pt x="17325" y="76442"/>
                    <a:pt x="17885" y="76415"/>
                  </a:cubicBezTo>
                  <a:cubicBezTo>
                    <a:pt x="18385" y="76395"/>
                    <a:pt x="18852" y="76362"/>
                    <a:pt x="19285" y="76315"/>
                  </a:cubicBezTo>
                  <a:cubicBezTo>
                    <a:pt x="22041" y="76023"/>
                    <a:pt x="27215" y="75883"/>
                    <a:pt x="32088" y="75883"/>
                  </a:cubicBezTo>
                  <a:cubicBezTo>
                    <a:pt x="34550" y="75883"/>
                    <a:pt x="36934" y="75919"/>
                    <a:pt x="38891" y="75988"/>
                  </a:cubicBezTo>
                  <a:cubicBezTo>
                    <a:pt x="39716" y="76018"/>
                    <a:pt x="40746" y="76043"/>
                    <a:pt x="41891" y="76043"/>
                  </a:cubicBezTo>
                  <a:cubicBezTo>
                    <a:pt x="47096" y="76043"/>
                    <a:pt x="54685" y="75534"/>
                    <a:pt x="56309" y="72714"/>
                  </a:cubicBezTo>
                  <a:cubicBezTo>
                    <a:pt x="58096" y="69606"/>
                    <a:pt x="56942" y="65012"/>
                    <a:pt x="55582" y="60931"/>
                  </a:cubicBezTo>
                  <a:cubicBezTo>
                    <a:pt x="54682" y="58230"/>
                    <a:pt x="54268" y="53996"/>
                    <a:pt x="53861" y="49908"/>
                  </a:cubicBezTo>
                  <a:cubicBezTo>
                    <a:pt x="53681" y="48181"/>
                    <a:pt x="53528" y="46560"/>
                    <a:pt x="53335" y="45113"/>
                  </a:cubicBezTo>
                  <a:cubicBezTo>
                    <a:pt x="53068" y="43113"/>
                    <a:pt x="52808" y="38572"/>
                    <a:pt x="52534" y="33770"/>
                  </a:cubicBezTo>
                  <a:cubicBezTo>
                    <a:pt x="52141" y="26775"/>
                    <a:pt x="51694" y="18860"/>
                    <a:pt x="51061" y="15459"/>
                  </a:cubicBezTo>
                  <a:cubicBezTo>
                    <a:pt x="49940" y="9464"/>
                    <a:pt x="49113" y="5736"/>
                    <a:pt x="46413" y="4723"/>
                  </a:cubicBezTo>
                  <a:cubicBezTo>
                    <a:pt x="45999" y="4563"/>
                    <a:pt x="45599" y="4423"/>
                    <a:pt x="45212" y="4296"/>
                  </a:cubicBezTo>
                  <a:cubicBezTo>
                    <a:pt x="44499" y="4049"/>
                    <a:pt x="43765" y="3822"/>
                    <a:pt x="43058" y="3596"/>
                  </a:cubicBezTo>
                  <a:cubicBezTo>
                    <a:pt x="41578" y="3129"/>
                    <a:pt x="40178" y="2689"/>
                    <a:pt x="38944" y="2135"/>
                  </a:cubicBezTo>
                  <a:cubicBezTo>
                    <a:pt x="38637" y="2002"/>
                    <a:pt x="38331" y="1848"/>
                    <a:pt x="37997" y="1682"/>
                  </a:cubicBezTo>
                  <a:cubicBezTo>
                    <a:pt x="36456" y="914"/>
                    <a:pt x="34629" y="1"/>
                    <a:pt x="3122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3" name="Google Shape;2026;p36"/>
            <p:cNvSpPr/>
            <p:nvPr/>
          </p:nvSpPr>
          <p:spPr>
            <a:xfrm>
              <a:off x="1205812" y="3146041"/>
              <a:ext cx="1246147" cy="2122084"/>
            </a:xfrm>
            <a:custGeom>
              <a:avLst/>
              <a:gdLst/>
              <a:ahLst/>
              <a:cxnLst/>
              <a:rect l="l" t="t" r="r" b="b"/>
              <a:pathLst>
                <a:path w="44553" h="75870" extrusionOk="0">
                  <a:moveTo>
                    <a:pt x="30635" y="1"/>
                  </a:moveTo>
                  <a:cubicBezTo>
                    <a:pt x="29618" y="1"/>
                    <a:pt x="28459" y="83"/>
                    <a:pt x="27121" y="277"/>
                  </a:cubicBezTo>
                  <a:cubicBezTo>
                    <a:pt x="24114" y="711"/>
                    <a:pt x="22427" y="1024"/>
                    <a:pt x="20300" y="2438"/>
                  </a:cubicBezTo>
                  <a:cubicBezTo>
                    <a:pt x="18179" y="3858"/>
                    <a:pt x="15558" y="5078"/>
                    <a:pt x="12204" y="6459"/>
                  </a:cubicBezTo>
                  <a:cubicBezTo>
                    <a:pt x="8856" y="7832"/>
                    <a:pt x="6869" y="8706"/>
                    <a:pt x="4682" y="14801"/>
                  </a:cubicBezTo>
                  <a:cubicBezTo>
                    <a:pt x="2488" y="20889"/>
                    <a:pt x="4115" y="32119"/>
                    <a:pt x="3788" y="39247"/>
                  </a:cubicBezTo>
                  <a:cubicBezTo>
                    <a:pt x="3462" y="46376"/>
                    <a:pt x="4535" y="56525"/>
                    <a:pt x="2268" y="61707"/>
                  </a:cubicBezTo>
                  <a:cubicBezTo>
                    <a:pt x="1" y="66881"/>
                    <a:pt x="654" y="71303"/>
                    <a:pt x="2815" y="73463"/>
                  </a:cubicBezTo>
                  <a:cubicBezTo>
                    <a:pt x="4519" y="75173"/>
                    <a:pt x="10876" y="75870"/>
                    <a:pt x="15494" y="75870"/>
                  </a:cubicBezTo>
                  <a:cubicBezTo>
                    <a:pt x="16135" y="75870"/>
                    <a:pt x="16742" y="75857"/>
                    <a:pt x="17299" y="75831"/>
                  </a:cubicBezTo>
                  <a:cubicBezTo>
                    <a:pt x="14331" y="66681"/>
                    <a:pt x="14491" y="56532"/>
                    <a:pt x="17752" y="47483"/>
                  </a:cubicBezTo>
                  <a:cubicBezTo>
                    <a:pt x="19186" y="43535"/>
                    <a:pt x="21166" y="39788"/>
                    <a:pt x="22487" y="35807"/>
                  </a:cubicBezTo>
                  <a:cubicBezTo>
                    <a:pt x="23800" y="31819"/>
                    <a:pt x="24401" y="27404"/>
                    <a:pt x="22987" y="23443"/>
                  </a:cubicBezTo>
                  <a:cubicBezTo>
                    <a:pt x="22447" y="21936"/>
                    <a:pt x="21620" y="20509"/>
                    <a:pt x="21266" y="18942"/>
                  </a:cubicBezTo>
                  <a:cubicBezTo>
                    <a:pt x="20920" y="17375"/>
                    <a:pt x="21160" y="15515"/>
                    <a:pt x="22420" y="14508"/>
                  </a:cubicBezTo>
                  <a:cubicBezTo>
                    <a:pt x="23064" y="13992"/>
                    <a:pt x="23776" y="13796"/>
                    <a:pt x="24532" y="13796"/>
                  </a:cubicBezTo>
                  <a:cubicBezTo>
                    <a:pt x="26525" y="13796"/>
                    <a:pt x="28818" y="15163"/>
                    <a:pt x="30936" y="15661"/>
                  </a:cubicBezTo>
                  <a:cubicBezTo>
                    <a:pt x="31567" y="15805"/>
                    <a:pt x="32186" y="15873"/>
                    <a:pt x="32792" y="15873"/>
                  </a:cubicBezTo>
                  <a:cubicBezTo>
                    <a:pt x="38629" y="15873"/>
                    <a:pt x="43151" y="9553"/>
                    <a:pt x="44553" y="4278"/>
                  </a:cubicBezTo>
                  <a:cubicBezTo>
                    <a:pt x="42352" y="3531"/>
                    <a:pt x="40105" y="2938"/>
                    <a:pt x="38258" y="2111"/>
                  </a:cubicBezTo>
                  <a:cubicBezTo>
                    <a:pt x="36501" y="1331"/>
                    <a:pt x="34719" y="1"/>
                    <a:pt x="30635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4" name="Google Shape;2027;p36"/>
            <p:cNvSpPr/>
            <p:nvPr/>
          </p:nvSpPr>
          <p:spPr>
            <a:xfrm>
              <a:off x="1704014" y="3482968"/>
              <a:ext cx="37144" cy="212488"/>
            </a:xfrm>
            <a:custGeom>
              <a:avLst/>
              <a:gdLst/>
              <a:ahLst/>
              <a:cxnLst/>
              <a:rect l="l" t="t" r="r" b="b"/>
              <a:pathLst>
                <a:path w="1328" h="7597" extrusionOk="0">
                  <a:moveTo>
                    <a:pt x="0" y="1"/>
                  </a:moveTo>
                  <a:lnTo>
                    <a:pt x="0" y="1"/>
                  </a:lnTo>
                  <a:cubicBezTo>
                    <a:pt x="274" y="1261"/>
                    <a:pt x="534" y="2522"/>
                    <a:pt x="747" y="3782"/>
                  </a:cubicBezTo>
                  <a:cubicBezTo>
                    <a:pt x="967" y="5036"/>
                    <a:pt x="1114" y="6316"/>
                    <a:pt x="1254" y="7596"/>
                  </a:cubicBezTo>
                  <a:cubicBezTo>
                    <a:pt x="1327" y="6303"/>
                    <a:pt x="1254" y="5002"/>
                    <a:pt x="1040" y="3729"/>
                  </a:cubicBezTo>
                  <a:cubicBezTo>
                    <a:pt x="834" y="2448"/>
                    <a:pt x="487" y="120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5" name="Google Shape;2028;p36"/>
            <p:cNvSpPr/>
            <p:nvPr/>
          </p:nvSpPr>
          <p:spPr>
            <a:xfrm>
              <a:off x="1775449" y="3510938"/>
              <a:ext cx="276064" cy="47605"/>
            </a:xfrm>
            <a:custGeom>
              <a:avLst/>
              <a:gdLst/>
              <a:ahLst/>
              <a:cxnLst/>
              <a:rect l="l" t="t" r="r" b="b"/>
              <a:pathLst>
                <a:path w="9870" h="1702" extrusionOk="0">
                  <a:moveTo>
                    <a:pt x="3134" y="0"/>
                  </a:moveTo>
                  <a:cubicBezTo>
                    <a:pt x="2058" y="0"/>
                    <a:pt x="984" y="169"/>
                    <a:pt x="0" y="588"/>
                  </a:cubicBezTo>
                  <a:cubicBezTo>
                    <a:pt x="875" y="352"/>
                    <a:pt x="1769" y="252"/>
                    <a:pt x="2665" y="252"/>
                  </a:cubicBezTo>
                  <a:cubicBezTo>
                    <a:pt x="3442" y="252"/>
                    <a:pt x="4220" y="328"/>
                    <a:pt x="4988" y="455"/>
                  </a:cubicBezTo>
                  <a:cubicBezTo>
                    <a:pt x="6635" y="728"/>
                    <a:pt x="8236" y="1255"/>
                    <a:pt x="9870" y="1702"/>
                  </a:cubicBezTo>
                  <a:cubicBezTo>
                    <a:pt x="8322" y="1048"/>
                    <a:pt x="6695" y="435"/>
                    <a:pt x="5028" y="161"/>
                  </a:cubicBezTo>
                  <a:cubicBezTo>
                    <a:pt x="4408" y="60"/>
                    <a:pt x="3770" y="0"/>
                    <a:pt x="31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6" name="Google Shape;2029;p36"/>
            <p:cNvSpPr/>
            <p:nvPr/>
          </p:nvSpPr>
          <p:spPr>
            <a:xfrm>
              <a:off x="1466381" y="4212062"/>
              <a:ext cx="261352" cy="327361"/>
            </a:xfrm>
            <a:custGeom>
              <a:avLst/>
              <a:gdLst/>
              <a:ahLst/>
              <a:cxnLst/>
              <a:rect l="l" t="t" r="r" b="b"/>
              <a:pathLst>
                <a:path w="9344" h="11704" extrusionOk="0">
                  <a:moveTo>
                    <a:pt x="9276" y="1"/>
                  </a:moveTo>
                  <a:cubicBezTo>
                    <a:pt x="9236" y="1301"/>
                    <a:pt x="8923" y="2575"/>
                    <a:pt x="8370" y="3755"/>
                  </a:cubicBezTo>
                  <a:cubicBezTo>
                    <a:pt x="7816" y="4922"/>
                    <a:pt x="7002" y="5936"/>
                    <a:pt x="6096" y="6856"/>
                  </a:cubicBezTo>
                  <a:cubicBezTo>
                    <a:pt x="5182" y="7770"/>
                    <a:pt x="4175" y="8576"/>
                    <a:pt x="3148" y="9397"/>
                  </a:cubicBezTo>
                  <a:cubicBezTo>
                    <a:pt x="2121" y="10210"/>
                    <a:pt x="1121" y="11037"/>
                    <a:pt x="1" y="11704"/>
                  </a:cubicBezTo>
                  <a:cubicBezTo>
                    <a:pt x="1181" y="11137"/>
                    <a:pt x="2235" y="10364"/>
                    <a:pt x="3281" y="9577"/>
                  </a:cubicBezTo>
                  <a:cubicBezTo>
                    <a:pt x="4335" y="8797"/>
                    <a:pt x="5375" y="7990"/>
                    <a:pt x="6302" y="7063"/>
                  </a:cubicBezTo>
                  <a:cubicBezTo>
                    <a:pt x="7229" y="6136"/>
                    <a:pt x="8049" y="5062"/>
                    <a:pt x="8576" y="3855"/>
                  </a:cubicBezTo>
                  <a:cubicBezTo>
                    <a:pt x="9103" y="2642"/>
                    <a:pt x="9343" y="1321"/>
                    <a:pt x="927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7" name="Google Shape;2030;p36"/>
            <p:cNvSpPr/>
            <p:nvPr/>
          </p:nvSpPr>
          <p:spPr>
            <a:xfrm>
              <a:off x="1565422" y="4299915"/>
              <a:ext cx="178141" cy="227956"/>
            </a:xfrm>
            <a:custGeom>
              <a:avLst/>
              <a:gdLst/>
              <a:ahLst/>
              <a:cxnLst/>
              <a:rect l="l" t="t" r="r" b="b"/>
              <a:pathLst>
                <a:path w="6369" h="8150" extrusionOk="0">
                  <a:moveTo>
                    <a:pt x="6369" y="1"/>
                  </a:moveTo>
                  <a:lnTo>
                    <a:pt x="6369" y="1"/>
                  </a:lnTo>
                  <a:cubicBezTo>
                    <a:pt x="5335" y="3415"/>
                    <a:pt x="3061" y="6316"/>
                    <a:pt x="1" y="8150"/>
                  </a:cubicBezTo>
                  <a:cubicBezTo>
                    <a:pt x="1634" y="7429"/>
                    <a:pt x="3068" y="6256"/>
                    <a:pt x="4168" y="4849"/>
                  </a:cubicBezTo>
                  <a:cubicBezTo>
                    <a:pt x="5269" y="3435"/>
                    <a:pt x="6069" y="1761"/>
                    <a:pt x="636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8" name="Google Shape;2031;p36"/>
            <p:cNvSpPr/>
            <p:nvPr/>
          </p:nvSpPr>
          <p:spPr>
            <a:xfrm>
              <a:off x="1684043" y="4354932"/>
              <a:ext cx="87518" cy="152604"/>
            </a:xfrm>
            <a:custGeom>
              <a:avLst/>
              <a:gdLst/>
              <a:ahLst/>
              <a:cxnLst/>
              <a:rect l="l" t="t" r="r" b="b"/>
              <a:pathLst>
                <a:path w="3129" h="5456" extrusionOk="0">
                  <a:moveTo>
                    <a:pt x="3082" y="1"/>
                  </a:moveTo>
                  <a:lnTo>
                    <a:pt x="3082" y="1"/>
                  </a:lnTo>
                  <a:cubicBezTo>
                    <a:pt x="2901" y="1054"/>
                    <a:pt x="2548" y="2068"/>
                    <a:pt x="2028" y="3002"/>
                  </a:cubicBezTo>
                  <a:cubicBezTo>
                    <a:pt x="1501" y="3929"/>
                    <a:pt x="814" y="4762"/>
                    <a:pt x="1" y="5456"/>
                  </a:cubicBezTo>
                  <a:cubicBezTo>
                    <a:pt x="961" y="4929"/>
                    <a:pt x="1748" y="4095"/>
                    <a:pt x="2281" y="3148"/>
                  </a:cubicBezTo>
                  <a:cubicBezTo>
                    <a:pt x="2815" y="2195"/>
                    <a:pt x="3128" y="1094"/>
                    <a:pt x="308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9" name="Google Shape;2032;p36"/>
            <p:cNvSpPr/>
            <p:nvPr/>
          </p:nvSpPr>
          <p:spPr>
            <a:xfrm>
              <a:off x="2308501" y="3312882"/>
              <a:ext cx="167904" cy="167317"/>
            </a:xfrm>
            <a:custGeom>
              <a:avLst/>
              <a:gdLst/>
              <a:ahLst/>
              <a:cxnLst/>
              <a:rect l="l" t="t" r="r" b="b"/>
              <a:pathLst>
                <a:path w="6003" h="5982" extrusionOk="0">
                  <a:moveTo>
                    <a:pt x="6002" y="0"/>
                  </a:moveTo>
                  <a:lnTo>
                    <a:pt x="6002" y="0"/>
                  </a:lnTo>
                  <a:cubicBezTo>
                    <a:pt x="4869" y="861"/>
                    <a:pt x="3728" y="1707"/>
                    <a:pt x="2668" y="2661"/>
                  </a:cubicBezTo>
                  <a:cubicBezTo>
                    <a:pt x="1608" y="3608"/>
                    <a:pt x="614" y="4695"/>
                    <a:pt x="1" y="5982"/>
                  </a:cubicBezTo>
                  <a:cubicBezTo>
                    <a:pt x="808" y="4815"/>
                    <a:pt x="1808" y="3828"/>
                    <a:pt x="2861" y="2874"/>
                  </a:cubicBezTo>
                  <a:cubicBezTo>
                    <a:pt x="3908" y="1928"/>
                    <a:pt x="5015" y="1034"/>
                    <a:pt x="600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0" name="Google Shape;2033;p36"/>
            <p:cNvSpPr/>
            <p:nvPr/>
          </p:nvSpPr>
          <p:spPr>
            <a:xfrm>
              <a:off x="2524877" y="3436342"/>
              <a:ext cx="73869" cy="339304"/>
            </a:xfrm>
            <a:custGeom>
              <a:avLst/>
              <a:gdLst/>
              <a:ahLst/>
              <a:cxnLst/>
              <a:rect l="l" t="t" r="r" b="b"/>
              <a:pathLst>
                <a:path w="2641" h="12131" extrusionOk="0">
                  <a:moveTo>
                    <a:pt x="0" y="1"/>
                  </a:moveTo>
                  <a:lnTo>
                    <a:pt x="0" y="1"/>
                  </a:lnTo>
                  <a:cubicBezTo>
                    <a:pt x="607" y="1988"/>
                    <a:pt x="1154" y="3982"/>
                    <a:pt x="1601" y="6002"/>
                  </a:cubicBezTo>
                  <a:cubicBezTo>
                    <a:pt x="2041" y="8030"/>
                    <a:pt x="2367" y="10070"/>
                    <a:pt x="2641" y="12131"/>
                  </a:cubicBezTo>
                  <a:cubicBezTo>
                    <a:pt x="2601" y="10057"/>
                    <a:pt x="2314" y="7976"/>
                    <a:pt x="1881" y="5942"/>
                  </a:cubicBezTo>
                  <a:cubicBezTo>
                    <a:pt x="1447" y="3909"/>
                    <a:pt x="814" y="192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1" name="Google Shape;2034;p36"/>
            <p:cNvSpPr/>
            <p:nvPr/>
          </p:nvSpPr>
          <p:spPr>
            <a:xfrm>
              <a:off x="2589040" y="3835110"/>
              <a:ext cx="14377" cy="83602"/>
            </a:xfrm>
            <a:custGeom>
              <a:avLst/>
              <a:gdLst/>
              <a:ahLst/>
              <a:cxnLst/>
              <a:rect l="l" t="t" r="r" b="b"/>
              <a:pathLst>
                <a:path w="514" h="2989" extrusionOk="0">
                  <a:moveTo>
                    <a:pt x="0" y="1"/>
                  </a:moveTo>
                  <a:lnTo>
                    <a:pt x="0" y="1"/>
                  </a:lnTo>
                  <a:cubicBezTo>
                    <a:pt x="13" y="514"/>
                    <a:pt x="73" y="1001"/>
                    <a:pt x="147" y="1501"/>
                  </a:cubicBezTo>
                  <a:cubicBezTo>
                    <a:pt x="220" y="2001"/>
                    <a:pt x="287" y="2488"/>
                    <a:pt x="413" y="2988"/>
                  </a:cubicBezTo>
                  <a:cubicBezTo>
                    <a:pt x="507" y="2488"/>
                    <a:pt x="514" y="1975"/>
                    <a:pt x="440" y="1468"/>
                  </a:cubicBezTo>
                  <a:cubicBezTo>
                    <a:pt x="373" y="955"/>
                    <a:pt x="227" y="46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2" name="Google Shape;2035;p36"/>
            <p:cNvSpPr/>
            <p:nvPr/>
          </p:nvSpPr>
          <p:spPr>
            <a:xfrm>
              <a:off x="2587166" y="4020887"/>
              <a:ext cx="55241" cy="484972"/>
            </a:xfrm>
            <a:custGeom>
              <a:avLst/>
              <a:gdLst/>
              <a:ahLst/>
              <a:cxnLst/>
              <a:rect l="l" t="t" r="r" b="b"/>
              <a:pathLst>
                <a:path w="1975" h="17339" extrusionOk="0">
                  <a:moveTo>
                    <a:pt x="0" y="1"/>
                  </a:moveTo>
                  <a:cubicBezTo>
                    <a:pt x="414" y="1401"/>
                    <a:pt x="514" y="2841"/>
                    <a:pt x="574" y="4302"/>
                  </a:cubicBezTo>
                  <a:cubicBezTo>
                    <a:pt x="634" y="5762"/>
                    <a:pt x="707" y="7216"/>
                    <a:pt x="821" y="8670"/>
                  </a:cubicBezTo>
                  <a:cubicBezTo>
                    <a:pt x="1047" y="11577"/>
                    <a:pt x="1434" y="14471"/>
                    <a:pt x="1974" y="17339"/>
                  </a:cubicBezTo>
                  <a:cubicBezTo>
                    <a:pt x="1654" y="14445"/>
                    <a:pt x="1347" y="11544"/>
                    <a:pt x="1114" y="8643"/>
                  </a:cubicBezTo>
                  <a:cubicBezTo>
                    <a:pt x="987" y="7196"/>
                    <a:pt x="907" y="5742"/>
                    <a:pt x="801" y="4295"/>
                  </a:cubicBezTo>
                  <a:cubicBezTo>
                    <a:pt x="687" y="2841"/>
                    <a:pt x="520" y="1368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3" name="Google Shape;2036;p36"/>
            <p:cNvSpPr/>
            <p:nvPr/>
          </p:nvSpPr>
          <p:spPr>
            <a:xfrm>
              <a:off x="1237726" y="3311763"/>
              <a:ext cx="483461" cy="1193788"/>
            </a:xfrm>
            <a:custGeom>
              <a:avLst/>
              <a:gdLst/>
              <a:ahLst/>
              <a:cxnLst/>
              <a:rect l="l" t="t" r="r" b="b"/>
              <a:pathLst>
                <a:path w="17285" h="42681" extrusionOk="0">
                  <a:moveTo>
                    <a:pt x="9650" y="1"/>
                  </a:moveTo>
                  <a:cubicBezTo>
                    <a:pt x="8887" y="1"/>
                    <a:pt x="8037" y="174"/>
                    <a:pt x="7082" y="534"/>
                  </a:cubicBezTo>
                  <a:cubicBezTo>
                    <a:pt x="2407" y="2301"/>
                    <a:pt x="3008" y="5822"/>
                    <a:pt x="3008" y="5822"/>
                  </a:cubicBezTo>
                  <a:cubicBezTo>
                    <a:pt x="3539" y="5235"/>
                    <a:pt x="4376" y="4735"/>
                    <a:pt x="5258" y="4735"/>
                  </a:cubicBezTo>
                  <a:cubicBezTo>
                    <a:pt x="6779" y="4735"/>
                    <a:pt x="8433" y="6221"/>
                    <a:pt x="8876" y="11303"/>
                  </a:cubicBezTo>
                  <a:cubicBezTo>
                    <a:pt x="9356" y="16838"/>
                    <a:pt x="10323" y="27108"/>
                    <a:pt x="8409" y="31342"/>
                  </a:cubicBezTo>
                  <a:cubicBezTo>
                    <a:pt x="6882" y="34696"/>
                    <a:pt x="614" y="35143"/>
                    <a:pt x="614" y="35143"/>
                  </a:cubicBezTo>
                  <a:cubicBezTo>
                    <a:pt x="0" y="38050"/>
                    <a:pt x="987" y="42198"/>
                    <a:pt x="987" y="42198"/>
                  </a:cubicBezTo>
                  <a:cubicBezTo>
                    <a:pt x="1820" y="42530"/>
                    <a:pt x="2710" y="42681"/>
                    <a:pt x="3626" y="42681"/>
                  </a:cubicBezTo>
                  <a:cubicBezTo>
                    <a:pt x="8832" y="42681"/>
                    <a:pt x="14888" y="37804"/>
                    <a:pt x="16084" y="33376"/>
                  </a:cubicBezTo>
                  <a:cubicBezTo>
                    <a:pt x="17078" y="29722"/>
                    <a:pt x="17285" y="20993"/>
                    <a:pt x="16738" y="14184"/>
                  </a:cubicBezTo>
                  <a:cubicBezTo>
                    <a:pt x="16504" y="11283"/>
                    <a:pt x="16138" y="8723"/>
                    <a:pt x="15618" y="7069"/>
                  </a:cubicBezTo>
                  <a:cubicBezTo>
                    <a:pt x="15551" y="6842"/>
                    <a:pt x="15484" y="6615"/>
                    <a:pt x="15411" y="6409"/>
                  </a:cubicBezTo>
                  <a:cubicBezTo>
                    <a:pt x="14098" y="2376"/>
                    <a:pt x="12475" y="1"/>
                    <a:pt x="9650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4" name="Google Shape;2037;p36"/>
            <p:cNvSpPr/>
            <p:nvPr/>
          </p:nvSpPr>
          <p:spPr>
            <a:xfrm>
              <a:off x="1229503" y="3303680"/>
              <a:ext cx="498957" cy="1210206"/>
            </a:xfrm>
            <a:custGeom>
              <a:avLst/>
              <a:gdLst/>
              <a:ahLst/>
              <a:cxnLst/>
              <a:rect l="l" t="t" r="r" b="b"/>
              <a:pathLst>
                <a:path w="17839" h="43268" extrusionOk="0">
                  <a:moveTo>
                    <a:pt x="9946" y="581"/>
                  </a:moveTo>
                  <a:cubicBezTo>
                    <a:pt x="10574" y="581"/>
                    <a:pt x="11143" y="705"/>
                    <a:pt x="11657" y="956"/>
                  </a:cubicBezTo>
                  <a:cubicBezTo>
                    <a:pt x="13191" y="1690"/>
                    <a:pt x="14351" y="3490"/>
                    <a:pt x="15425" y="6778"/>
                  </a:cubicBezTo>
                  <a:cubicBezTo>
                    <a:pt x="15505" y="6998"/>
                    <a:pt x="15571" y="7224"/>
                    <a:pt x="15638" y="7438"/>
                  </a:cubicBezTo>
                  <a:cubicBezTo>
                    <a:pt x="16112" y="8992"/>
                    <a:pt x="16492" y="11432"/>
                    <a:pt x="16745" y="14500"/>
                  </a:cubicBezTo>
                  <a:cubicBezTo>
                    <a:pt x="17319" y="21608"/>
                    <a:pt x="17025" y="30171"/>
                    <a:pt x="16105" y="33585"/>
                  </a:cubicBezTo>
                  <a:cubicBezTo>
                    <a:pt x="15331" y="36432"/>
                    <a:pt x="12364" y="39640"/>
                    <a:pt x="8876" y="41380"/>
                  </a:cubicBezTo>
                  <a:cubicBezTo>
                    <a:pt x="7153" y="42244"/>
                    <a:pt x="5459" y="42684"/>
                    <a:pt x="3920" y="42684"/>
                  </a:cubicBezTo>
                  <a:cubicBezTo>
                    <a:pt x="3071" y="42684"/>
                    <a:pt x="2269" y="42551"/>
                    <a:pt x="1534" y="42280"/>
                  </a:cubicBezTo>
                  <a:cubicBezTo>
                    <a:pt x="1368" y="41540"/>
                    <a:pt x="701" y="38199"/>
                    <a:pt x="1148" y="35699"/>
                  </a:cubicBezTo>
                  <a:cubicBezTo>
                    <a:pt x="2315" y="35585"/>
                    <a:pt x="7536" y="34905"/>
                    <a:pt x="8970" y="31751"/>
                  </a:cubicBezTo>
                  <a:cubicBezTo>
                    <a:pt x="10857" y="27577"/>
                    <a:pt x="10010" y="17874"/>
                    <a:pt x="9503" y="12079"/>
                  </a:cubicBezTo>
                  <a:lnTo>
                    <a:pt x="9457" y="11566"/>
                  </a:lnTo>
                  <a:cubicBezTo>
                    <a:pt x="9036" y="6744"/>
                    <a:pt x="7543" y="5264"/>
                    <a:pt x="6369" y="4864"/>
                  </a:cubicBezTo>
                  <a:cubicBezTo>
                    <a:pt x="6091" y="4771"/>
                    <a:pt x="5816" y="4729"/>
                    <a:pt x="5549" y="4729"/>
                  </a:cubicBezTo>
                  <a:cubicBezTo>
                    <a:pt x="4801" y="4729"/>
                    <a:pt x="4110" y="5052"/>
                    <a:pt x="3575" y="5464"/>
                  </a:cubicBezTo>
                  <a:cubicBezTo>
                    <a:pt x="3648" y="4437"/>
                    <a:pt x="4215" y="2323"/>
                    <a:pt x="7476" y="1096"/>
                  </a:cubicBezTo>
                  <a:cubicBezTo>
                    <a:pt x="8385" y="754"/>
                    <a:pt x="9206" y="581"/>
                    <a:pt x="9946" y="581"/>
                  </a:cubicBezTo>
                  <a:close/>
                  <a:moveTo>
                    <a:pt x="9946" y="1"/>
                  </a:moveTo>
                  <a:cubicBezTo>
                    <a:pt x="9139" y="1"/>
                    <a:pt x="8253" y="185"/>
                    <a:pt x="7276" y="556"/>
                  </a:cubicBezTo>
                  <a:cubicBezTo>
                    <a:pt x="4755" y="1496"/>
                    <a:pt x="3775" y="2857"/>
                    <a:pt x="3315" y="4024"/>
                  </a:cubicBezTo>
                  <a:cubicBezTo>
                    <a:pt x="2855" y="5191"/>
                    <a:pt x="3008" y="6124"/>
                    <a:pt x="3015" y="6158"/>
                  </a:cubicBezTo>
                  <a:cubicBezTo>
                    <a:pt x="3035" y="6264"/>
                    <a:pt x="3115" y="6358"/>
                    <a:pt x="3222" y="6391"/>
                  </a:cubicBezTo>
                  <a:cubicBezTo>
                    <a:pt x="3246" y="6397"/>
                    <a:pt x="3271" y="6400"/>
                    <a:pt x="3295" y="6400"/>
                  </a:cubicBezTo>
                  <a:cubicBezTo>
                    <a:pt x="3378" y="6400"/>
                    <a:pt x="3458" y="6366"/>
                    <a:pt x="3515" y="6304"/>
                  </a:cubicBezTo>
                  <a:cubicBezTo>
                    <a:pt x="4004" y="5767"/>
                    <a:pt x="4772" y="5322"/>
                    <a:pt x="5553" y="5322"/>
                  </a:cubicBezTo>
                  <a:cubicBezTo>
                    <a:pt x="5761" y="5322"/>
                    <a:pt x="5970" y="5354"/>
                    <a:pt x="6176" y="5424"/>
                  </a:cubicBezTo>
                  <a:cubicBezTo>
                    <a:pt x="7609" y="5904"/>
                    <a:pt x="8570" y="8105"/>
                    <a:pt x="8876" y="11612"/>
                  </a:cubicBezTo>
                  <a:lnTo>
                    <a:pt x="8923" y="12132"/>
                  </a:lnTo>
                  <a:cubicBezTo>
                    <a:pt x="9390" y="17494"/>
                    <a:pt x="10270" y="27477"/>
                    <a:pt x="8436" y="31511"/>
                  </a:cubicBezTo>
                  <a:cubicBezTo>
                    <a:pt x="7003" y="34672"/>
                    <a:pt x="948" y="35139"/>
                    <a:pt x="881" y="35139"/>
                  </a:cubicBezTo>
                  <a:cubicBezTo>
                    <a:pt x="754" y="35145"/>
                    <a:pt x="647" y="35245"/>
                    <a:pt x="627" y="35372"/>
                  </a:cubicBezTo>
                  <a:cubicBezTo>
                    <a:pt x="1" y="38313"/>
                    <a:pt x="961" y="42387"/>
                    <a:pt x="1001" y="42567"/>
                  </a:cubicBezTo>
                  <a:cubicBezTo>
                    <a:pt x="1021" y="42654"/>
                    <a:pt x="1088" y="42727"/>
                    <a:pt x="1174" y="42767"/>
                  </a:cubicBezTo>
                  <a:cubicBezTo>
                    <a:pt x="2032" y="43094"/>
                    <a:pt x="2947" y="43268"/>
                    <a:pt x="3863" y="43268"/>
                  </a:cubicBezTo>
                  <a:cubicBezTo>
                    <a:pt x="3880" y="43268"/>
                    <a:pt x="3898" y="43268"/>
                    <a:pt x="3915" y="43267"/>
                  </a:cubicBezTo>
                  <a:cubicBezTo>
                    <a:pt x="5549" y="43267"/>
                    <a:pt x="7336" y="42807"/>
                    <a:pt x="9136" y="41900"/>
                  </a:cubicBezTo>
                  <a:cubicBezTo>
                    <a:pt x="12811" y="40067"/>
                    <a:pt x="15838" y="36779"/>
                    <a:pt x="16658" y="33738"/>
                  </a:cubicBezTo>
                  <a:cubicBezTo>
                    <a:pt x="17732" y="29804"/>
                    <a:pt x="17839" y="20841"/>
                    <a:pt x="17319" y="14460"/>
                  </a:cubicBezTo>
                  <a:cubicBezTo>
                    <a:pt x="17072" y="11339"/>
                    <a:pt x="16678" y="8858"/>
                    <a:pt x="16192" y="7264"/>
                  </a:cubicBezTo>
                  <a:cubicBezTo>
                    <a:pt x="16118" y="7044"/>
                    <a:pt x="16052" y="6824"/>
                    <a:pt x="15985" y="6604"/>
                  </a:cubicBezTo>
                  <a:cubicBezTo>
                    <a:pt x="14851" y="3143"/>
                    <a:pt x="13591" y="1236"/>
                    <a:pt x="11911" y="429"/>
                  </a:cubicBezTo>
                  <a:cubicBezTo>
                    <a:pt x="11313" y="145"/>
                    <a:pt x="10661" y="1"/>
                    <a:pt x="994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5" name="Google Shape;2038;p36"/>
            <p:cNvSpPr/>
            <p:nvPr/>
          </p:nvSpPr>
          <p:spPr>
            <a:xfrm>
              <a:off x="1237726" y="3311763"/>
              <a:ext cx="483461" cy="1193788"/>
            </a:xfrm>
            <a:custGeom>
              <a:avLst/>
              <a:gdLst/>
              <a:ahLst/>
              <a:cxnLst/>
              <a:rect l="l" t="t" r="r" b="b"/>
              <a:pathLst>
                <a:path w="17285" h="42681" extrusionOk="0">
                  <a:moveTo>
                    <a:pt x="9650" y="1"/>
                  </a:moveTo>
                  <a:cubicBezTo>
                    <a:pt x="8887" y="1"/>
                    <a:pt x="8037" y="174"/>
                    <a:pt x="7082" y="534"/>
                  </a:cubicBezTo>
                  <a:cubicBezTo>
                    <a:pt x="2407" y="2301"/>
                    <a:pt x="3008" y="5822"/>
                    <a:pt x="3008" y="5822"/>
                  </a:cubicBezTo>
                  <a:cubicBezTo>
                    <a:pt x="3539" y="5235"/>
                    <a:pt x="4376" y="4735"/>
                    <a:pt x="5258" y="4735"/>
                  </a:cubicBezTo>
                  <a:cubicBezTo>
                    <a:pt x="6779" y="4735"/>
                    <a:pt x="8433" y="6221"/>
                    <a:pt x="8876" y="11303"/>
                  </a:cubicBezTo>
                  <a:cubicBezTo>
                    <a:pt x="9356" y="16838"/>
                    <a:pt x="10323" y="27108"/>
                    <a:pt x="8409" y="31342"/>
                  </a:cubicBezTo>
                  <a:cubicBezTo>
                    <a:pt x="6882" y="34696"/>
                    <a:pt x="614" y="35143"/>
                    <a:pt x="614" y="35143"/>
                  </a:cubicBezTo>
                  <a:cubicBezTo>
                    <a:pt x="0" y="38050"/>
                    <a:pt x="987" y="42198"/>
                    <a:pt x="987" y="42198"/>
                  </a:cubicBezTo>
                  <a:cubicBezTo>
                    <a:pt x="1820" y="42530"/>
                    <a:pt x="2710" y="42681"/>
                    <a:pt x="3626" y="42681"/>
                  </a:cubicBezTo>
                  <a:cubicBezTo>
                    <a:pt x="8832" y="42681"/>
                    <a:pt x="14888" y="37804"/>
                    <a:pt x="16084" y="33376"/>
                  </a:cubicBezTo>
                  <a:cubicBezTo>
                    <a:pt x="17078" y="29722"/>
                    <a:pt x="17285" y="20993"/>
                    <a:pt x="16738" y="14184"/>
                  </a:cubicBezTo>
                  <a:cubicBezTo>
                    <a:pt x="16684" y="14181"/>
                    <a:pt x="16630" y="14179"/>
                    <a:pt x="16577" y="14179"/>
                  </a:cubicBezTo>
                  <a:cubicBezTo>
                    <a:pt x="16105" y="14179"/>
                    <a:pt x="15645" y="14313"/>
                    <a:pt x="15304" y="14624"/>
                  </a:cubicBezTo>
                  <a:cubicBezTo>
                    <a:pt x="14751" y="15124"/>
                    <a:pt x="14484" y="16018"/>
                    <a:pt x="13757" y="16171"/>
                  </a:cubicBezTo>
                  <a:cubicBezTo>
                    <a:pt x="13686" y="16186"/>
                    <a:pt x="13617" y="16193"/>
                    <a:pt x="13551" y="16193"/>
                  </a:cubicBezTo>
                  <a:cubicBezTo>
                    <a:pt x="12698" y="16193"/>
                    <a:pt x="12205" y="15020"/>
                    <a:pt x="12057" y="14104"/>
                  </a:cubicBezTo>
                  <a:cubicBezTo>
                    <a:pt x="11843" y="12744"/>
                    <a:pt x="11617" y="11370"/>
                    <a:pt x="11823" y="10010"/>
                  </a:cubicBezTo>
                  <a:cubicBezTo>
                    <a:pt x="12177" y="7689"/>
                    <a:pt x="13617" y="6509"/>
                    <a:pt x="15411" y="6409"/>
                  </a:cubicBezTo>
                  <a:cubicBezTo>
                    <a:pt x="14098" y="2376"/>
                    <a:pt x="12475" y="1"/>
                    <a:pt x="9650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6" name="Google Shape;2039;p36"/>
            <p:cNvSpPr/>
            <p:nvPr/>
          </p:nvSpPr>
          <p:spPr>
            <a:xfrm>
              <a:off x="1377240" y="3357047"/>
              <a:ext cx="102986" cy="38123"/>
            </a:xfrm>
            <a:custGeom>
              <a:avLst/>
              <a:gdLst/>
              <a:ahLst/>
              <a:cxnLst/>
              <a:rect l="l" t="t" r="r" b="b"/>
              <a:pathLst>
                <a:path w="3682" h="1363" extrusionOk="0">
                  <a:moveTo>
                    <a:pt x="2939" y="1"/>
                  </a:moveTo>
                  <a:cubicBezTo>
                    <a:pt x="2873" y="1"/>
                    <a:pt x="2807" y="5"/>
                    <a:pt x="2741" y="15"/>
                  </a:cubicBezTo>
                  <a:cubicBezTo>
                    <a:pt x="2401" y="48"/>
                    <a:pt x="2054" y="122"/>
                    <a:pt x="1727" y="228"/>
                  </a:cubicBezTo>
                  <a:cubicBezTo>
                    <a:pt x="1067" y="462"/>
                    <a:pt x="454" y="835"/>
                    <a:pt x="0" y="1362"/>
                  </a:cubicBezTo>
                  <a:cubicBezTo>
                    <a:pt x="580" y="1022"/>
                    <a:pt x="1187" y="735"/>
                    <a:pt x="1821" y="502"/>
                  </a:cubicBezTo>
                  <a:cubicBezTo>
                    <a:pt x="2134" y="395"/>
                    <a:pt x="2454" y="308"/>
                    <a:pt x="2774" y="235"/>
                  </a:cubicBezTo>
                  <a:cubicBezTo>
                    <a:pt x="2914" y="200"/>
                    <a:pt x="3059" y="181"/>
                    <a:pt x="3200" y="181"/>
                  </a:cubicBezTo>
                  <a:cubicBezTo>
                    <a:pt x="3220" y="181"/>
                    <a:pt x="3241" y="181"/>
                    <a:pt x="3261" y="182"/>
                  </a:cubicBezTo>
                  <a:cubicBezTo>
                    <a:pt x="3268" y="181"/>
                    <a:pt x="3276" y="181"/>
                    <a:pt x="3283" y="181"/>
                  </a:cubicBezTo>
                  <a:cubicBezTo>
                    <a:pt x="3435" y="181"/>
                    <a:pt x="3579" y="248"/>
                    <a:pt x="3681" y="369"/>
                  </a:cubicBezTo>
                  <a:cubicBezTo>
                    <a:pt x="3634" y="195"/>
                    <a:pt x="3454" y="82"/>
                    <a:pt x="3274" y="35"/>
                  </a:cubicBezTo>
                  <a:cubicBezTo>
                    <a:pt x="3165" y="14"/>
                    <a:pt x="3052" y="1"/>
                    <a:pt x="293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7" name="Google Shape;2040;p36"/>
            <p:cNvSpPr/>
            <p:nvPr/>
          </p:nvSpPr>
          <p:spPr>
            <a:xfrm>
              <a:off x="1524950" y="3696910"/>
              <a:ext cx="30431" cy="126480"/>
            </a:xfrm>
            <a:custGeom>
              <a:avLst/>
              <a:gdLst/>
              <a:ahLst/>
              <a:cxnLst/>
              <a:rect l="l" t="t" r="r" b="b"/>
              <a:pathLst>
                <a:path w="1088" h="4522" extrusionOk="0">
                  <a:moveTo>
                    <a:pt x="0" y="1"/>
                  </a:moveTo>
                  <a:lnTo>
                    <a:pt x="0" y="1"/>
                  </a:lnTo>
                  <a:cubicBezTo>
                    <a:pt x="174" y="1548"/>
                    <a:pt x="541" y="3068"/>
                    <a:pt x="1087" y="4522"/>
                  </a:cubicBezTo>
                  <a:cubicBezTo>
                    <a:pt x="1007" y="3748"/>
                    <a:pt x="874" y="2981"/>
                    <a:pt x="687" y="2221"/>
                  </a:cubicBezTo>
                  <a:cubicBezTo>
                    <a:pt x="507" y="1468"/>
                    <a:pt x="274" y="72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8" name="Google Shape;2041;p36"/>
            <p:cNvSpPr/>
            <p:nvPr/>
          </p:nvSpPr>
          <p:spPr>
            <a:xfrm>
              <a:off x="1493064" y="3427587"/>
              <a:ext cx="78344" cy="248290"/>
            </a:xfrm>
            <a:custGeom>
              <a:avLst/>
              <a:gdLst/>
              <a:ahLst/>
              <a:cxnLst/>
              <a:rect l="l" t="t" r="r" b="b"/>
              <a:pathLst>
                <a:path w="2801" h="8877" extrusionOk="0">
                  <a:moveTo>
                    <a:pt x="0" y="0"/>
                  </a:moveTo>
                  <a:lnTo>
                    <a:pt x="0" y="0"/>
                  </a:lnTo>
                  <a:cubicBezTo>
                    <a:pt x="620" y="514"/>
                    <a:pt x="1047" y="1174"/>
                    <a:pt x="1361" y="1901"/>
                  </a:cubicBezTo>
                  <a:cubicBezTo>
                    <a:pt x="1681" y="2628"/>
                    <a:pt x="1861" y="3395"/>
                    <a:pt x="2014" y="4168"/>
                  </a:cubicBezTo>
                  <a:cubicBezTo>
                    <a:pt x="2294" y="5735"/>
                    <a:pt x="2661" y="7276"/>
                    <a:pt x="2728" y="8876"/>
                  </a:cubicBezTo>
                  <a:cubicBezTo>
                    <a:pt x="2801" y="8076"/>
                    <a:pt x="2781" y="7269"/>
                    <a:pt x="2681" y="6475"/>
                  </a:cubicBezTo>
                  <a:cubicBezTo>
                    <a:pt x="2581" y="5682"/>
                    <a:pt x="2454" y="4895"/>
                    <a:pt x="2294" y="4108"/>
                  </a:cubicBezTo>
                  <a:cubicBezTo>
                    <a:pt x="2141" y="3328"/>
                    <a:pt x="1927" y="2534"/>
                    <a:pt x="1574" y="1808"/>
                  </a:cubicBezTo>
                  <a:cubicBezTo>
                    <a:pt x="1214" y="1081"/>
                    <a:pt x="687" y="414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9" name="Google Shape;2042;p36"/>
            <p:cNvSpPr/>
            <p:nvPr/>
          </p:nvSpPr>
          <p:spPr>
            <a:xfrm>
              <a:off x="1431306" y="3673779"/>
              <a:ext cx="394517" cy="556044"/>
            </a:xfrm>
            <a:custGeom>
              <a:avLst/>
              <a:gdLst/>
              <a:ahLst/>
              <a:cxnLst/>
              <a:rect l="l" t="t" r="r" b="b"/>
              <a:pathLst>
                <a:path w="14105" h="19880" extrusionOk="0">
                  <a:moveTo>
                    <a:pt x="9704" y="1"/>
                  </a:moveTo>
                  <a:cubicBezTo>
                    <a:pt x="9724" y="147"/>
                    <a:pt x="9730" y="274"/>
                    <a:pt x="9750" y="401"/>
                  </a:cubicBezTo>
                  <a:cubicBezTo>
                    <a:pt x="9824" y="1108"/>
                    <a:pt x="9624" y="1815"/>
                    <a:pt x="9197" y="2381"/>
                  </a:cubicBezTo>
                  <a:cubicBezTo>
                    <a:pt x="7450" y="4662"/>
                    <a:pt x="3989" y="6462"/>
                    <a:pt x="3495" y="6462"/>
                  </a:cubicBezTo>
                  <a:cubicBezTo>
                    <a:pt x="3002" y="6462"/>
                    <a:pt x="2435" y="4482"/>
                    <a:pt x="2435" y="4482"/>
                  </a:cubicBezTo>
                  <a:cubicBezTo>
                    <a:pt x="1" y="6703"/>
                    <a:pt x="294" y="8436"/>
                    <a:pt x="534" y="9603"/>
                  </a:cubicBezTo>
                  <a:cubicBezTo>
                    <a:pt x="781" y="10770"/>
                    <a:pt x="534" y="12084"/>
                    <a:pt x="534" y="12084"/>
                  </a:cubicBezTo>
                  <a:lnTo>
                    <a:pt x="5462" y="19879"/>
                  </a:lnTo>
                  <a:cubicBezTo>
                    <a:pt x="6543" y="19579"/>
                    <a:pt x="7603" y="19193"/>
                    <a:pt x="8623" y="18719"/>
                  </a:cubicBezTo>
                  <a:cubicBezTo>
                    <a:pt x="10884" y="17665"/>
                    <a:pt x="12424" y="16378"/>
                    <a:pt x="12918" y="15438"/>
                  </a:cubicBezTo>
                  <a:cubicBezTo>
                    <a:pt x="13605" y="14104"/>
                    <a:pt x="13158" y="13738"/>
                    <a:pt x="13158" y="13738"/>
                  </a:cubicBezTo>
                  <a:cubicBezTo>
                    <a:pt x="13158" y="13738"/>
                    <a:pt x="14105" y="12484"/>
                    <a:pt x="13758" y="10950"/>
                  </a:cubicBezTo>
                  <a:cubicBezTo>
                    <a:pt x="13474" y="9717"/>
                    <a:pt x="12974" y="9596"/>
                    <a:pt x="12789" y="9596"/>
                  </a:cubicBezTo>
                  <a:cubicBezTo>
                    <a:pt x="12744" y="9596"/>
                    <a:pt x="12718" y="9603"/>
                    <a:pt x="12718" y="9603"/>
                  </a:cubicBezTo>
                  <a:cubicBezTo>
                    <a:pt x="12718" y="9603"/>
                    <a:pt x="13358" y="8336"/>
                    <a:pt x="12718" y="6462"/>
                  </a:cubicBezTo>
                  <a:cubicBezTo>
                    <a:pt x="12311" y="5279"/>
                    <a:pt x="11869" y="5059"/>
                    <a:pt x="11598" y="5059"/>
                  </a:cubicBezTo>
                  <a:cubicBezTo>
                    <a:pt x="11438" y="5059"/>
                    <a:pt x="11337" y="5135"/>
                    <a:pt x="11337" y="5135"/>
                  </a:cubicBezTo>
                  <a:cubicBezTo>
                    <a:pt x="11531" y="4635"/>
                    <a:pt x="11631" y="3348"/>
                    <a:pt x="10937" y="1675"/>
                  </a:cubicBezTo>
                  <a:cubicBezTo>
                    <a:pt x="10717" y="1128"/>
                    <a:pt x="10504" y="748"/>
                    <a:pt x="10324" y="508"/>
                  </a:cubicBezTo>
                  <a:cubicBezTo>
                    <a:pt x="9957" y="1"/>
                    <a:pt x="9717" y="1"/>
                    <a:pt x="9704" y="1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0" name="Google Shape;2043;p36"/>
            <p:cNvSpPr/>
            <p:nvPr/>
          </p:nvSpPr>
          <p:spPr>
            <a:xfrm>
              <a:off x="1420678" y="3665584"/>
              <a:ext cx="411690" cy="573553"/>
            </a:xfrm>
            <a:custGeom>
              <a:avLst/>
              <a:gdLst/>
              <a:ahLst/>
              <a:cxnLst/>
              <a:rect l="l" t="t" r="r" b="b"/>
              <a:pathLst>
                <a:path w="14719" h="20506" extrusionOk="0">
                  <a:moveTo>
                    <a:pt x="10430" y="914"/>
                  </a:moveTo>
                  <a:lnTo>
                    <a:pt x="10470" y="967"/>
                  </a:lnTo>
                  <a:cubicBezTo>
                    <a:pt x="10704" y="1314"/>
                    <a:pt x="10897" y="1687"/>
                    <a:pt x="11050" y="2074"/>
                  </a:cubicBezTo>
                  <a:cubicBezTo>
                    <a:pt x="11731" y="3728"/>
                    <a:pt x="11604" y="4915"/>
                    <a:pt x="11444" y="5315"/>
                  </a:cubicBezTo>
                  <a:lnTo>
                    <a:pt x="11130" y="6129"/>
                  </a:lnTo>
                  <a:lnTo>
                    <a:pt x="11877" y="5662"/>
                  </a:lnTo>
                  <a:cubicBezTo>
                    <a:pt x="11907" y="5649"/>
                    <a:pt x="11939" y="5642"/>
                    <a:pt x="11971" y="5642"/>
                  </a:cubicBezTo>
                  <a:cubicBezTo>
                    <a:pt x="12002" y="5642"/>
                    <a:pt x="12034" y="5649"/>
                    <a:pt x="12064" y="5662"/>
                  </a:cubicBezTo>
                  <a:cubicBezTo>
                    <a:pt x="12184" y="5702"/>
                    <a:pt x="12491" y="5902"/>
                    <a:pt x="12818" y="6849"/>
                  </a:cubicBezTo>
                  <a:cubicBezTo>
                    <a:pt x="13411" y="8569"/>
                    <a:pt x="12844" y="9750"/>
                    <a:pt x="12838" y="9763"/>
                  </a:cubicBezTo>
                  <a:lnTo>
                    <a:pt x="12524" y="10343"/>
                  </a:lnTo>
                  <a:lnTo>
                    <a:pt x="13151" y="10176"/>
                  </a:lnTo>
                  <a:cubicBezTo>
                    <a:pt x="13158" y="10175"/>
                    <a:pt x="13166" y="10174"/>
                    <a:pt x="13174" y="10174"/>
                  </a:cubicBezTo>
                  <a:cubicBezTo>
                    <a:pt x="13312" y="10174"/>
                    <a:pt x="13644" y="10393"/>
                    <a:pt x="13851" y="11310"/>
                  </a:cubicBezTo>
                  <a:cubicBezTo>
                    <a:pt x="14165" y="12677"/>
                    <a:pt x="13311" y="13844"/>
                    <a:pt x="13304" y="13851"/>
                  </a:cubicBezTo>
                  <a:lnTo>
                    <a:pt x="13051" y="14071"/>
                  </a:lnTo>
                  <a:lnTo>
                    <a:pt x="13338" y="14237"/>
                  </a:lnTo>
                  <a:cubicBezTo>
                    <a:pt x="13404" y="14317"/>
                    <a:pt x="13484" y="14731"/>
                    <a:pt x="13038" y="15598"/>
                  </a:cubicBezTo>
                  <a:cubicBezTo>
                    <a:pt x="12651" y="16331"/>
                    <a:pt x="11337" y="17598"/>
                    <a:pt x="8877" y="18752"/>
                  </a:cubicBezTo>
                  <a:cubicBezTo>
                    <a:pt x="7936" y="19185"/>
                    <a:pt x="6969" y="19546"/>
                    <a:pt x="5976" y="19832"/>
                  </a:cubicBezTo>
                  <a:lnTo>
                    <a:pt x="1214" y="12317"/>
                  </a:lnTo>
                  <a:cubicBezTo>
                    <a:pt x="1274" y="11964"/>
                    <a:pt x="1401" y="10783"/>
                    <a:pt x="1201" y="9836"/>
                  </a:cubicBezTo>
                  <a:cubicBezTo>
                    <a:pt x="1001" y="8883"/>
                    <a:pt x="674" y="7316"/>
                    <a:pt x="2675" y="5308"/>
                  </a:cubicBezTo>
                  <a:cubicBezTo>
                    <a:pt x="2968" y="6182"/>
                    <a:pt x="3502" y="7042"/>
                    <a:pt x="3875" y="7042"/>
                  </a:cubicBezTo>
                  <a:cubicBezTo>
                    <a:pt x="4249" y="7042"/>
                    <a:pt x="5362" y="6475"/>
                    <a:pt x="6383" y="5815"/>
                  </a:cubicBezTo>
                  <a:cubicBezTo>
                    <a:pt x="7409" y="5162"/>
                    <a:pt x="8837" y="4115"/>
                    <a:pt x="9810" y="2861"/>
                  </a:cubicBezTo>
                  <a:cubicBezTo>
                    <a:pt x="10230" y="2301"/>
                    <a:pt x="10450" y="1614"/>
                    <a:pt x="10430" y="914"/>
                  </a:cubicBezTo>
                  <a:close/>
                  <a:moveTo>
                    <a:pt x="9770" y="0"/>
                  </a:moveTo>
                  <a:lnTo>
                    <a:pt x="9803" y="327"/>
                  </a:lnTo>
                  <a:cubicBezTo>
                    <a:pt x="9817" y="447"/>
                    <a:pt x="9823" y="560"/>
                    <a:pt x="9837" y="661"/>
                  </a:cubicBezTo>
                  <a:lnTo>
                    <a:pt x="9837" y="714"/>
                  </a:lnTo>
                  <a:cubicBezTo>
                    <a:pt x="9910" y="1354"/>
                    <a:pt x="9737" y="1988"/>
                    <a:pt x="9350" y="2501"/>
                  </a:cubicBezTo>
                  <a:cubicBezTo>
                    <a:pt x="7710" y="4635"/>
                    <a:pt x="4382" y="6375"/>
                    <a:pt x="3889" y="6462"/>
                  </a:cubicBezTo>
                  <a:cubicBezTo>
                    <a:pt x="3702" y="6342"/>
                    <a:pt x="3335" y="5535"/>
                    <a:pt x="3102" y="4702"/>
                  </a:cubicBezTo>
                  <a:lnTo>
                    <a:pt x="2968" y="4241"/>
                  </a:lnTo>
                  <a:lnTo>
                    <a:pt x="2622" y="4562"/>
                  </a:lnTo>
                  <a:cubicBezTo>
                    <a:pt x="1" y="6956"/>
                    <a:pt x="408" y="8863"/>
                    <a:pt x="634" y="9956"/>
                  </a:cubicBezTo>
                  <a:cubicBezTo>
                    <a:pt x="854" y="11043"/>
                    <a:pt x="634" y="12310"/>
                    <a:pt x="621" y="12330"/>
                  </a:cubicBezTo>
                  <a:lnTo>
                    <a:pt x="608" y="12437"/>
                  </a:lnTo>
                  <a:lnTo>
                    <a:pt x="5716" y="20506"/>
                  </a:lnTo>
                  <a:lnTo>
                    <a:pt x="5936" y="20446"/>
                  </a:lnTo>
                  <a:cubicBezTo>
                    <a:pt x="7029" y="20146"/>
                    <a:pt x="8103" y="19759"/>
                    <a:pt x="9137" y="19279"/>
                  </a:cubicBezTo>
                  <a:cubicBezTo>
                    <a:pt x="11297" y="18265"/>
                    <a:pt x="12991" y="16951"/>
                    <a:pt x="13564" y="15865"/>
                  </a:cubicBezTo>
                  <a:cubicBezTo>
                    <a:pt x="14078" y="14864"/>
                    <a:pt x="14018" y="14311"/>
                    <a:pt x="13898" y="14031"/>
                  </a:cubicBezTo>
                  <a:cubicBezTo>
                    <a:pt x="14151" y="13617"/>
                    <a:pt x="14718" y="12497"/>
                    <a:pt x="14431" y="11177"/>
                  </a:cubicBezTo>
                  <a:cubicBezTo>
                    <a:pt x="14265" y="10443"/>
                    <a:pt x="13985" y="9950"/>
                    <a:pt x="13611" y="9730"/>
                  </a:cubicBezTo>
                  <a:lnTo>
                    <a:pt x="13504" y="9670"/>
                  </a:lnTo>
                  <a:cubicBezTo>
                    <a:pt x="13658" y="9136"/>
                    <a:pt x="13858" y="8062"/>
                    <a:pt x="13378" y="6662"/>
                  </a:cubicBezTo>
                  <a:cubicBezTo>
                    <a:pt x="13078" y="5769"/>
                    <a:pt x="12684" y="5242"/>
                    <a:pt x="12224" y="5102"/>
                  </a:cubicBezTo>
                  <a:lnTo>
                    <a:pt x="12111" y="5068"/>
                  </a:lnTo>
                  <a:cubicBezTo>
                    <a:pt x="12217" y="4395"/>
                    <a:pt x="12177" y="3268"/>
                    <a:pt x="11591" y="1847"/>
                  </a:cubicBezTo>
                  <a:cubicBezTo>
                    <a:pt x="11431" y="1414"/>
                    <a:pt x="11210" y="1007"/>
                    <a:pt x="10944" y="627"/>
                  </a:cubicBezTo>
                  <a:cubicBezTo>
                    <a:pt x="10537" y="67"/>
                    <a:pt x="10210" y="0"/>
                    <a:pt x="1009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1" name="Google Shape;2044;p36"/>
            <p:cNvSpPr/>
            <p:nvPr/>
          </p:nvSpPr>
          <p:spPr>
            <a:xfrm>
              <a:off x="1431306" y="3673779"/>
              <a:ext cx="296426" cy="556044"/>
            </a:xfrm>
            <a:custGeom>
              <a:avLst/>
              <a:gdLst/>
              <a:ahLst/>
              <a:cxnLst/>
              <a:rect l="l" t="t" r="r" b="b"/>
              <a:pathLst>
                <a:path w="10598" h="19880" extrusionOk="0">
                  <a:moveTo>
                    <a:pt x="9704" y="1"/>
                  </a:moveTo>
                  <a:cubicBezTo>
                    <a:pt x="9724" y="147"/>
                    <a:pt x="9730" y="274"/>
                    <a:pt x="9750" y="401"/>
                  </a:cubicBezTo>
                  <a:cubicBezTo>
                    <a:pt x="9824" y="1108"/>
                    <a:pt x="9624" y="1815"/>
                    <a:pt x="9197" y="2381"/>
                  </a:cubicBezTo>
                  <a:cubicBezTo>
                    <a:pt x="7450" y="4662"/>
                    <a:pt x="3989" y="6456"/>
                    <a:pt x="3495" y="6456"/>
                  </a:cubicBezTo>
                  <a:cubicBezTo>
                    <a:pt x="3002" y="6456"/>
                    <a:pt x="2435" y="4482"/>
                    <a:pt x="2435" y="4482"/>
                  </a:cubicBezTo>
                  <a:cubicBezTo>
                    <a:pt x="1" y="6703"/>
                    <a:pt x="294" y="8436"/>
                    <a:pt x="534" y="9603"/>
                  </a:cubicBezTo>
                  <a:cubicBezTo>
                    <a:pt x="781" y="10770"/>
                    <a:pt x="534" y="12084"/>
                    <a:pt x="534" y="12084"/>
                  </a:cubicBezTo>
                  <a:lnTo>
                    <a:pt x="5462" y="19879"/>
                  </a:lnTo>
                  <a:cubicBezTo>
                    <a:pt x="6543" y="19579"/>
                    <a:pt x="7603" y="19193"/>
                    <a:pt x="8623" y="18719"/>
                  </a:cubicBezTo>
                  <a:cubicBezTo>
                    <a:pt x="8210" y="17285"/>
                    <a:pt x="7563" y="15925"/>
                    <a:pt x="6696" y="14711"/>
                  </a:cubicBezTo>
                  <a:cubicBezTo>
                    <a:pt x="5569" y="13111"/>
                    <a:pt x="4015" y="11164"/>
                    <a:pt x="4989" y="9470"/>
                  </a:cubicBezTo>
                  <a:cubicBezTo>
                    <a:pt x="5476" y="8616"/>
                    <a:pt x="6469" y="8216"/>
                    <a:pt x="7296" y="7683"/>
                  </a:cubicBezTo>
                  <a:cubicBezTo>
                    <a:pt x="9837" y="6042"/>
                    <a:pt x="10597" y="3322"/>
                    <a:pt x="10324" y="508"/>
                  </a:cubicBezTo>
                  <a:cubicBezTo>
                    <a:pt x="9957" y="1"/>
                    <a:pt x="9717" y="1"/>
                    <a:pt x="9704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2" name="Google Shape;2045;p36"/>
            <p:cNvSpPr/>
            <p:nvPr/>
          </p:nvSpPr>
          <p:spPr>
            <a:xfrm>
              <a:off x="1465625" y="3858633"/>
              <a:ext cx="48528" cy="107069"/>
            </a:xfrm>
            <a:custGeom>
              <a:avLst/>
              <a:gdLst/>
              <a:ahLst/>
              <a:cxnLst/>
              <a:rect l="l" t="t" r="r" b="b"/>
              <a:pathLst>
                <a:path w="1735" h="3828" extrusionOk="0">
                  <a:moveTo>
                    <a:pt x="648" y="0"/>
                  </a:moveTo>
                  <a:cubicBezTo>
                    <a:pt x="161" y="587"/>
                    <a:pt x="1" y="1441"/>
                    <a:pt x="221" y="2194"/>
                  </a:cubicBezTo>
                  <a:cubicBezTo>
                    <a:pt x="434" y="2941"/>
                    <a:pt x="1021" y="3594"/>
                    <a:pt x="1735" y="3828"/>
                  </a:cubicBezTo>
                  <a:cubicBezTo>
                    <a:pt x="488" y="2988"/>
                    <a:pt x="34" y="1367"/>
                    <a:pt x="64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" name="Google Shape;2046;p36"/>
            <p:cNvSpPr/>
            <p:nvPr/>
          </p:nvSpPr>
          <p:spPr>
            <a:xfrm>
              <a:off x="1528670" y="4026481"/>
              <a:ext cx="100384" cy="148129"/>
            </a:xfrm>
            <a:custGeom>
              <a:avLst/>
              <a:gdLst/>
              <a:ahLst/>
              <a:cxnLst/>
              <a:rect l="l" t="t" r="r" b="b"/>
              <a:pathLst>
                <a:path w="3589" h="5296" extrusionOk="0">
                  <a:moveTo>
                    <a:pt x="1" y="1"/>
                  </a:moveTo>
                  <a:lnTo>
                    <a:pt x="1" y="1"/>
                  </a:lnTo>
                  <a:cubicBezTo>
                    <a:pt x="148" y="528"/>
                    <a:pt x="521" y="954"/>
                    <a:pt x="868" y="1361"/>
                  </a:cubicBezTo>
                  <a:cubicBezTo>
                    <a:pt x="1208" y="1768"/>
                    <a:pt x="1541" y="2188"/>
                    <a:pt x="1841" y="2621"/>
                  </a:cubicBezTo>
                  <a:cubicBezTo>
                    <a:pt x="2148" y="3048"/>
                    <a:pt x="2428" y="3495"/>
                    <a:pt x="2688" y="3962"/>
                  </a:cubicBezTo>
                  <a:lnTo>
                    <a:pt x="3082" y="4662"/>
                  </a:lnTo>
                  <a:cubicBezTo>
                    <a:pt x="3208" y="4902"/>
                    <a:pt x="3382" y="5115"/>
                    <a:pt x="3588" y="5295"/>
                  </a:cubicBezTo>
                  <a:cubicBezTo>
                    <a:pt x="3422" y="5082"/>
                    <a:pt x="3295" y="4849"/>
                    <a:pt x="3215" y="4595"/>
                  </a:cubicBezTo>
                  <a:cubicBezTo>
                    <a:pt x="3115" y="4355"/>
                    <a:pt x="3015" y="4095"/>
                    <a:pt x="2902" y="3855"/>
                  </a:cubicBezTo>
                  <a:cubicBezTo>
                    <a:pt x="2662" y="3362"/>
                    <a:pt x="2388" y="2895"/>
                    <a:pt x="2075" y="2455"/>
                  </a:cubicBezTo>
                  <a:cubicBezTo>
                    <a:pt x="1761" y="2008"/>
                    <a:pt x="1415" y="1595"/>
                    <a:pt x="1034" y="1208"/>
                  </a:cubicBezTo>
                  <a:cubicBezTo>
                    <a:pt x="654" y="828"/>
                    <a:pt x="254" y="474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4" name="Google Shape;2047;p36"/>
            <p:cNvSpPr/>
            <p:nvPr/>
          </p:nvSpPr>
          <p:spPr>
            <a:xfrm>
              <a:off x="1653276" y="4075344"/>
              <a:ext cx="110454" cy="81533"/>
            </a:xfrm>
            <a:custGeom>
              <a:avLst/>
              <a:gdLst/>
              <a:ahLst/>
              <a:cxnLst/>
              <a:rect l="l" t="t" r="r" b="b"/>
              <a:pathLst>
                <a:path w="3949" h="2915" extrusionOk="0">
                  <a:moveTo>
                    <a:pt x="3948" y="1"/>
                  </a:moveTo>
                  <a:lnTo>
                    <a:pt x="3948" y="1"/>
                  </a:lnTo>
                  <a:cubicBezTo>
                    <a:pt x="3475" y="694"/>
                    <a:pt x="2894" y="1301"/>
                    <a:pt x="2221" y="1795"/>
                  </a:cubicBezTo>
                  <a:cubicBezTo>
                    <a:pt x="1547" y="2288"/>
                    <a:pt x="801" y="2668"/>
                    <a:pt x="0" y="2915"/>
                  </a:cubicBezTo>
                  <a:cubicBezTo>
                    <a:pt x="861" y="2882"/>
                    <a:pt x="1701" y="2535"/>
                    <a:pt x="2394" y="2028"/>
                  </a:cubicBezTo>
                  <a:cubicBezTo>
                    <a:pt x="3088" y="1521"/>
                    <a:pt x="3661" y="814"/>
                    <a:pt x="394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5" name="Google Shape;2048;p36"/>
            <p:cNvSpPr/>
            <p:nvPr/>
          </p:nvSpPr>
          <p:spPr>
            <a:xfrm>
              <a:off x="1655514" y="4048129"/>
              <a:ext cx="72023" cy="56919"/>
            </a:xfrm>
            <a:custGeom>
              <a:avLst/>
              <a:gdLst/>
              <a:ahLst/>
              <a:cxnLst/>
              <a:rect l="l" t="t" r="r" b="b"/>
              <a:pathLst>
                <a:path w="2575" h="2035" extrusionOk="0">
                  <a:moveTo>
                    <a:pt x="2574" y="0"/>
                  </a:moveTo>
                  <a:lnTo>
                    <a:pt x="2574" y="0"/>
                  </a:lnTo>
                  <a:cubicBezTo>
                    <a:pt x="2201" y="407"/>
                    <a:pt x="1801" y="787"/>
                    <a:pt x="1374" y="1127"/>
                  </a:cubicBezTo>
                  <a:cubicBezTo>
                    <a:pt x="941" y="1467"/>
                    <a:pt x="481" y="1767"/>
                    <a:pt x="0" y="2034"/>
                  </a:cubicBezTo>
                  <a:cubicBezTo>
                    <a:pt x="567" y="1967"/>
                    <a:pt x="1114" y="1721"/>
                    <a:pt x="1554" y="1361"/>
                  </a:cubicBezTo>
                  <a:cubicBezTo>
                    <a:pt x="2001" y="1001"/>
                    <a:pt x="2381" y="540"/>
                    <a:pt x="257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6" name="Google Shape;2049;p36"/>
            <p:cNvSpPr/>
            <p:nvPr/>
          </p:nvSpPr>
          <p:spPr>
            <a:xfrm>
              <a:off x="1651039" y="4026313"/>
              <a:ext cx="35270" cy="37312"/>
            </a:xfrm>
            <a:custGeom>
              <a:avLst/>
              <a:gdLst/>
              <a:ahLst/>
              <a:cxnLst/>
              <a:rect l="l" t="t" r="r" b="b"/>
              <a:pathLst>
                <a:path w="1261" h="1334" extrusionOk="0">
                  <a:moveTo>
                    <a:pt x="1261" y="0"/>
                  </a:moveTo>
                  <a:cubicBezTo>
                    <a:pt x="707" y="300"/>
                    <a:pt x="267" y="767"/>
                    <a:pt x="0" y="1334"/>
                  </a:cubicBezTo>
                  <a:cubicBezTo>
                    <a:pt x="274" y="1194"/>
                    <a:pt x="527" y="1000"/>
                    <a:pt x="734" y="767"/>
                  </a:cubicBezTo>
                  <a:cubicBezTo>
                    <a:pt x="954" y="540"/>
                    <a:pt x="1127" y="280"/>
                    <a:pt x="126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7" name="Google Shape;2050;p36"/>
            <p:cNvSpPr/>
            <p:nvPr/>
          </p:nvSpPr>
          <p:spPr>
            <a:xfrm>
              <a:off x="727973" y="3414385"/>
              <a:ext cx="911710" cy="1226736"/>
            </a:xfrm>
            <a:custGeom>
              <a:avLst/>
              <a:gdLst/>
              <a:ahLst/>
              <a:cxnLst/>
              <a:rect l="l" t="t" r="r" b="b"/>
              <a:pathLst>
                <a:path w="32596" h="43859" extrusionOk="0">
                  <a:moveTo>
                    <a:pt x="24853" y="0"/>
                  </a:moveTo>
                  <a:cubicBezTo>
                    <a:pt x="24005" y="0"/>
                    <a:pt x="22951" y="499"/>
                    <a:pt x="21653" y="1733"/>
                  </a:cubicBezTo>
                  <a:cubicBezTo>
                    <a:pt x="19585" y="3707"/>
                    <a:pt x="16405" y="8254"/>
                    <a:pt x="13297" y="10949"/>
                  </a:cubicBezTo>
                  <a:cubicBezTo>
                    <a:pt x="10183" y="13643"/>
                    <a:pt x="6649" y="18471"/>
                    <a:pt x="4295" y="22005"/>
                  </a:cubicBezTo>
                  <a:cubicBezTo>
                    <a:pt x="1934" y="25539"/>
                    <a:pt x="1607" y="30027"/>
                    <a:pt x="1074" y="32928"/>
                  </a:cubicBezTo>
                  <a:cubicBezTo>
                    <a:pt x="540" y="35828"/>
                    <a:pt x="0" y="41510"/>
                    <a:pt x="4295" y="43444"/>
                  </a:cubicBezTo>
                  <a:cubicBezTo>
                    <a:pt x="4935" y="43732"/>
                    <a:pt x="5689" y="43859"/>
                    <a:pt x="6521" y="43859"/>
                  </a:cubicBezTo>
                  <a:cubicBezTo>
                    <a:pt x="8695" y="43859"/>
                    <a:pt x="11402" y="42990"/>
                    <a:pt x="13997" y="41857"/>
                  </a:cubicBezTo>
                  <a:cubicBezTo>
                    <a:pt x="17038" y="40530"/>
                    <a:pt x="19939" y="38843"/>
                    <a:pt x="21653" y="37756"/>
                  </a:cubicBezTo>
                  <a:cubicBezTo>
                    <a:pt x="25407" y="35395"/>
                    <a:pt x="30875" y="33474"/>
                    <a:pt x="31735" y="32394"/>
                  </a:cubicBezTo>
                  <a:cubicBezTo>
                    <a:pt x="32596" y="31321"/>
                    <a:pt x="31942" y="30027"/>
                    <a:pt x="30662" y="27680"/>
                  </a:cubicBezTo>
                  <a:cubicBezTo>
                    <a:pt x="29375" y="25326"/>
                    <a:pt x="26907" y="21785"/>
                    <a:pt x="25407" y="19958"/>
                  </a:cubicBezTo>
                  <a:cubicBezTo>
                    <a:pt x="24958" y="19411"/>
                    <a:pt x="24426" y="19210"/>
                    <a:pt x="23880" y="19210"/>
                  </a:cubicBezTo>
                  <a:cubicBezTo>
                    <a:pt x="23008" y="19210"/>
                    <a:pt x="22102" y="19723"/>
                    <a:pt x="21446" y="20158"/>
                  </a:cubicBezTo>
                  <a:cubicBezTo>
                    <a:pt x="22273" y="19457"/>
                    <a:pt x="23020" y="18671"/>
                    <a:pt x="23693" y="17817"/>
                  </a:cubicBezTo>
                  <a:cubicBezTo>
                    <a:pt x="25840" y="15143"/>
                    <a:pt x="27074" y="12736"/>
                    <a:pt x="27874" y="8068"/>
                  </a:cubicBezTo>
                  <a:cubicBezTo>
                    <a:pt x="27981" y="7401"/>
                    <a:pt x="28021" y="6414"/>
                    <a:pt x="27934" y="5347"/>
                  </a:cubicBezTo>
                  <a:cubicBezTo>
                    <a:pt x="27737" y="2871"/>
                    <a:pt x="26888" y="0"/>
                    <a:pt x="24853" y="0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8" name="Google Shape;2051;p36"/>
            <p:cNvSpPr/>
            <p:nvPr/>
          </p:nvSpPr>
          <p:spPr>
            <a:xfrm>
              <a:off x="713232" y="3406358"/>
              <a:ext cx="937079" cy="1242931"/>
            </a:xfrm>
            <a:custGeom>
              <a:avLst/>
              <a:gdLst/>
              <a:ahLst/>
              <a:cxnLst/>
              <a:rect l="l" t="t" r="r" b="b"/>
              <a:pathLst>
                <a:path w="33503" h="44438" extrusionOk="0">
                  <a:moveTo>
                    <a:pt x="25374" y="573"/>
                  </a:moveTo>
                  <a:cubicBezTo>
                    <a:pt x="25587" y="573"/>
                    <a:pt x="25794" y="613"/>
                    <a:pt x="25994" y="693"/>
                  </a:cubicBezTo>
                  <a:cubicBezTo>
                    <a:pt x="27148" y="1133"/>
                    <a:pt x="27961" y="2993"/>
                    <a:pt x="28175" y="5661"/>
                  </a:cubicBezTo>
                  <a:cubicBezTo>
                    <a:pt x="28248" y="6634"/>
                    <a:pt x="28228" y="7628"/>
                    <a:pt x="28108" y="8301"/>
                  </a:cubicBezTo>
                  <a:cubicBezTo>
                    <a:pt x="27294" y="13089"/>
                    <a:pt x="26034" y="15377"/>
                    <a:pt x="23993" y="17924"/>
                  </a:cubicBezTo>
                  <a:cubicBezTo>
                    <a:pt x="23333" y="18758"/>
                    <a:pt x="22600" y="19531"/>
                    <a:pt x="21793" y="20225"/>
                  </a:cubicBezTo>
                  <a:cubicBezTo>
                    <a:pt x="21586" y="20420"/>
                    <a:pt x="21754" y="20729"/>
                    <a:pt x="21991" y="20729"/>
                  </a:cubicBezTo>
                  <a:cubicBezTo>
                    <a:pt x="22036" y="20729"/>
                    <a:pt x="22085" y="20717"/>
                    <a:pt x="22133" y="20691"/>
                  </a:cubicBezTo>
                  <a:cubicBezTo>
                    <a:pt x="23037" y="20090"/>
                    <a:pt x="23783" y="19792"/>
                    <a:pt x="24399" y="19792"/>
                  </a:cubicBezTo>
                  <a:cubicBezTo>
                    <a:pt x="24924" y="19792"/>
                    <a:pt x="25354" y="20008"/>
                    <a:pt x="25707" y="20438"/>
                  </a:cubicBezTo>
                  <a:cubicBezTo>
                    <a:pt x="27194" y="22232"/>
                    <a:pt x="29675" y="25793"/>
                    <a:pt x="30935" y="28107"/>
                  </a:cubicBezTo>
                  <a:cubicBezTo>
                    <a:pt x="32196" y="30427"/>
                    <a:pt x="32769" y="31581"/>
                    <a:pt x="32036" y="32501"/>
                  </a:cubicBezTo>
                  <a:cubicBezTo>
                    <a:pt x="31636" y="33001"/>
                    <a:pt x="29962" y="33775"/>
                    <a:pt x="28015" y="34695"/>
                  </a:cubicBezTo>
                  <a:cubicBezTo>
                    <a:pt x="26074" y="35609"/>
                    <a:pt x="23867" y="36642"/>
                    <a:pt x="22033" y="37803"/>
                  </a:cubicBezTo>
                  <a:cubicBezTo>
                    <a:pt x="20559" y="38716"/>
                    <a:pt x="17625" y="40477"/>
                    <a:pt x="14404" y="41877"/>
                  </a:cubicBezTo>
                  <a:cubicBezTo>
                    <a:pt x="11413" y="43187"/>
                    <a:pt x="8920" y="43852"/>
                    <a:pt x="7044" y="43852"/>
                  </a:cubicBezTo>
                  <a:cubicBezTo>
                    <a:pt x="6218" y="43852"/>
                    <a:pt x="5512" y="43723"/>
                    <a:pt x="4935" y="43464"/>
                  </a:cubicBezTo>
                  <a:cubicBezTo>
                    <a:pt x="1174" y="41770"/>
                    <a:pt x="1201" y="36982"/>
                    <a:pt x="1888" y="33275"/>
                  </a:cubicBezTo>
                  <a:cubicBezTo>
                    <a:pt x="1988" y="32761"/>
                    <a:pt x="2068" y="32201"/>
                    <a:pt x="2161" y="31608"/>
                  </a:cubicBezTo>
                  <a:cubicBezTo>
                    <a:pt x="2601" y="28807"/>
                    <a:pt x="3155" y="25306"/>
                    <a:pt x="5062" y="22445"/>
                  </a:cubicBezTo>
                  <a:cubicBezTo>
                    <a:pt x="6969" y="19584"/>
                    <a:pt x="10663" y="14350"/>
                    <a:pt x="14011" y="11456"/>
                  </a:cubicBezTo>
                  <a:cubicBezTo>
                    <a:pt x="15858" y="9862"/>
                    <a:pt x="17712" y="7628"/>
                    <a:pt x="19359" y="5661"/>
                  </a:cubicBezTo>
                  <a:cubicBezTo>
                    <a:pt x="20473" y="4307"/>
                    <a:pt x="21539" y="3033"/>
                    <a:pt x="22380" y="2233"/>
                  </a:cubicBezTo>
                  <a:cubicBezTo>
                    <a:pt x="23540" y="1133"/>
                    <a:pt x="24540" y="573"/>
                    <a:pt x="25374" y="573"/>
                  </a:cubicBezTo>
                  <a:close/>
                  <a:moveTo>
                    <a:pt x="25378" y="0"/>
                  </a:moveTo>
                  <a:cubicBezTo>
                    <a:pt x="24388" y="0"/>
                    <a:pt x="23254" y="606"/>
                    <a:pt x="21986" y="1806"/>
                  </a:cubicBezTo>
                  <a:cubicBezTo>
                    <a:pt x="21119" y="2633"/>
                    <a:pt x="20039" y="3927"/>
                    <a:pt x="18905" y="5287"/>
                  </a:cubicBezTo>
                  <a:cubicBezTo>
                    <a:pt x="17285" y="7234"/>
                    <a:pt x="15438" y="9455"/>
                    <a:pt x="13631" y="11009"/>
                  </a:cubicBezTo>
                  <a:cubicBezTo>
                    <a:pt x="10230" y="13956"/>
                    <a:pt x="6562" y="19144"/>
                    <a:pt x="4582" y="22125"/>
                  </a:cubicBezTo>
                  <a:cubicBezTo>
                    <a:pt x="2594" y="25099"/>
                    <a:pt x="2034" y="28660"/>
                    <a:pt x="1587" y="31514"/>
                  </a:cubicBezTo>
                  <a:cubicBezTo>
                    <a:pt x="1494" y="32108"/>
                    <a:pt x="1414" y="32668"/>
                    <a:pt x="1321" y="33168"/>
                  </a:cubicBezTo>
                  <a:cubicBezTo>
                    <a:pt x="0" y="40270"/>
                    <a:pt x="2428" y="42971"/>
                    <a:pt x="4702" y="43998"/>
                  </a:cubicBezTo>
                  <a:cubicBezTo>
                    <a:pt x="5362" y="44284"/>
                    <a:pt x="6149" y="44438"/>
                    <a:pt x="7062" y="44438"/>
                  </a:cubicBezTo>
                  <a:cubicBezTo>
                    <a:pt x="9023" y="44438"/>
                    <a:pt x="11557" y="43764"/>
                    <a:pt x="14638" y="42410"/>
                  </a:cubicBezTo>
                  <a:cubicBezTo>
                    <a:pt x="17892" y="40990"/>
                    <a:pt x="20859" y="39216"/>
                    <a:pt x="22340" y="38289"/>
                  </a:cubicBezTo>
                  <a:cubicBezTo>
                    <a:pt x="24147" y="37149"/>
                    <a:pt x="26334" y="36122"/>
                    <a:pt x="28268" y="35222"/>
                  </a:cubicBezTo>
                  <a:cubicBezTo>
                    <a:pt x="30362" y="34242"/>
                    <a:pt x="32002" y="33468"/>
                    <a:pt x="32482" y="32868"/>
                  </a:cubicBezTo>
                  <a:cubicBezTo>
                    <a:pt x="33503" y="31601"/>
                    <a:pt x="32756" y="30214"/>
                    <a:pt x="31442" y="27820"/>
                  </a:cubicBezTo>
                  <a:cubicBezTo>
                    <a:pt x="30135" y="25433"/>
                    <a:pt x="27661" y="21878"/>
                    <a:pt x="26161" y="20065"/>
                  </a:cubicBezTo>
                  <a:cubicBezTo>
                    <a:pt x="25633" y="19429"/>
                    <a:pt x="25014" y="19204"/>
                    <a:pt x="24404" y="19204"/>
                  </a:cubicBezTo>
                  <a:cubicBezTo>
                    <a:pt x="24112" y="19204"/>
                    <a:pt x="23823" y="19256"/>
                    <a:pt x="23547" y="19338"/>
                  </a:cubicBezTo>
                  <a:cubicBezTo>
                    <a:pt x="23833" y="19024"/>
                    <a:pt x="24134" y="18677"/>
                    <a:pt x="24447" y="18291"/>
                  </a:cubicBezTo>
                  <a:cubicBezTo>
                    <a:pt x="26501" y="15730"/>
                    <a:pt x="27848" y="13289"/>
                    <a:pt x="28681" y="8401"/>
                  </a:cubicBezTo>
                  <a:cubicBezTo>
                    <a:pt x="28808" y="7668"/>
                    <a:pt x="28835" y="6654"/>
                    <a:pt x="28755" y="5621"/>
                  </a:cubicBezTo>
                  <a:cubicBezTo>
                    <a:pt x="28641" y="4227"/>
                    <a:pt x="28175" y="899"/>
                    <a:pt x="26201" y="153"/>
                  </a:cubicBezTo>
                  <a:cubicBezTo>
                    <a:pt x="25939" y="51"/>
                    <a:pt x="25665" y="0"/>
                    <a:pt x="2537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9" name="Google Shape;2052;p36"/>
            <p:cNvSpPr/>
            <p:nvPr/>
          </p:nvSpPr>
          <p:spPr>
            <a:xfrm>
              <a:off x="1068927" y="3947941"/>
              <a:ext cx="296566" cy="231508"/>
            </a:xfrm>
            <a:custGeom>
              <a:avLst/>
              <a:gdLst/>
              <a:ahLst/>
              <a:cxnLst/>
              <a:rect l="l" t="t" r="r" b="b"/>
              <a:pathLst>
                <a:path w="10603" h="8277" extrusionOk="0">
                  <a:moveTo>
                    <a:pt x="10275" y="0"/>
                  </a:moveTo>
                  <a:cubicBezTo>
                    <a:pt x="10228" y="0"/>
                    <a:pt x="10181" y="11"/>
                    <a:pt x="10136" y="35"/>
                  </a:cubicBezTo>
                  <a:cubicBezTo>
                    <a:pt x="10083" y="68"/>
                    <a:pt x="4868" y="3002"/>
                    <a:pt x="173" y="7783"/>
                  </a:cubicBezTo>
                  <a:cubicBezTo>
                    <a:pt x="0" y="7970"/>
                    <a:pt x="127" y="8270"/>
                    <a:pt x="380" y="8277"/>
                  </a:cubicBezTo>
                  <a:cubicBezTo>
                    <a:pt x="460" y="8277"/>
                    <a:pt x="534" y="8250"/>
                    <a:pt x="587" y="8197"/>
                  </a:cubicBezTo>
                  <a:cubicBezTo>
                    <a:pt x="5215" y="3476"/>
                    <a:pt x="10370" y="575"/>
                    <a:pt x="10416" y="541"/>
                  </a:cubicBezTo>
                  <a:cubicBezTo>
                    <a:pt x="10556" y="461"/>
                    <a:pt x="10603" y="288"/>
                    <a:pt x="10523" y="148"/>
                  </a:cubicBezTo>
                  <a:cubicBezTo>
                    <a:pt x="10473" y="52"/>
                    <a:pt x="10376" y="0"/>
                    <a:pt x="1027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0" name="Google Shape;2053;p36"/>
            <p:cNvSpPr/>
            <p:nvPr/>
          </p:nvSpPr>
          <p:spPr>
            <a:xfrm>
              <a:off x="727973" y="3414385"/>
              <a:ext cx="781342" cy="1226736"/>
            </a:xfrm>
            <a:custGeom>
              <a:avLst/>
              <a:gdLst/>
              <a:ahLst/>
              <a:cxnLst/>
              <a:rect l="l" t="t" r="r" b="b"/>
              <a:pathLst>
                <a:path w="27935" h="43859" extrusionOk="0">
                  <a:moveTo>
                    <a:pt x="24857" y="0"/>
                  </a:moveTo>
                  <a:cubicBezTo>
                    <a:pt x="24009" y="0"/>
                    <a:pt x="22956" y="499"/>
                    <a:pt x="21659" y="1733"/>
                  </a:cubicBezTo>
                  <a:cubicBezTo>
                    <a:pt x="19592" y="3707"/>
                    <a:pt x="16405" y="8254"/>
                    <a:pt x="13297" y="10949"/>
                  </a:cubicBezTo>
                  <a:cubicBezTo>
                    <a:pt x="10183" y="13643"/>
                    <a:pt x="6649" y="18471"/>
                    <a:pt x="4295" y="22005"/>
                  </a:cubicBezTo>
                  <a:cubicBezTo>
                    <a:pt x="1934" y="25539"/>
                    <a:pt x="1607" y="30027"/>
                    <a:pt x="1074" y="32928"/>
                  </a:cubicBezTo>
                  <a:cubicBezTo>
                    <a:pt x="540" y="35828"/>
                    <a:pt x="0" y="41510"/>
                    <a:pt x="4295" y="43444"/>
                  </a:cubicBezTo>
                  <a:cubicBezTo>
                    <a:pt x="4935" y="43732"/>
                    <a:pt x="5689" y="43859"/>
                    <a:pt x="6521" y="43859"/>
                  </a:cubicBezTo>
                  <a:cubicBezTo>
                    <a:pt x="8695" y="43859"/>
                    <a:pt x="11402" y="42990"/>
                    <a:pt x="13997" y="41857"/>
                  </a:cubicBezTo>
                  <a:lnTo>
                    <a:pt x="13997" y="41857"/>
                  </a:lnTo>
                  <a:cubicBezTo>
                    <a:pt x="13717" y="41858"/>
                    <a:pt x="13437" y="41861"/>
                    <a:pt x="13157" y="41861"/>
                  </a:cubicBezTo>
                  <a:cubicBezTo>
                    <a:pt x="12016" y="41861"/>
                    <a:pt x="10888" y="41805"/>
                    <a:pt x="9876" y="41323"/>
                  </a:cubicBezTo>
                  <a:cubicBezTo>
                    <a:pt x="7162" y="40056"/>
                    <a:pt x="6555" y="36482"/>
                    <a:pt x="6695" y="33495"/>
                  </a:cubicBezTo>
                  <a:cubicBezTo>
                    <a:pt x="7229" y="22898"/>
                    <a:pt x="13124" y="12716"/>
                    <a:pt x="22046" y="6981"/>
                  </a:cubicBezTo>
                  <a:cubicBezTo>
                    <a:pt x="23480" y="6067"/>
                    <a:pt x="25067" y="5220"/>
                    <a:pt x="26774" y="5187"/>
                  </a:cubicBezTo>
                  <a:cubicBezTo>
                    <a:pt x="26796" y="5187"/>
                    <a:pt x="26818" y="5186"/>
                    <a:pt x="26840" y="5186"/>
                  </a:cubicBezTo>
                  <a:cubicBezTo>
                    <a:pt x="27210" y="5186"/>
                    <a:pt x="27575" y="5240"/>
                    <a:pt x="27934" y="5347"/>
                  </a:cubicBezTo>
                  <a:cubicBezTo>
                    <a:pt x="27741" y="2871"/>
                    <a:pt x="26891" y="0"/>
                    <a:pt x="24857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1" name="Google Shape;2054;p36"/>
            <p:cNvSpPr/>
            <p:nvPr/>
          </p:nvSpPr>
          <p:spPr>
            <a:xfrm>
              <a:off x="822707" y="3959912"/>
              <a:ext cx="122565" cy="341709"/>
            </a:xfrm>
            <a:custGeom>
              <a:avLst/>
              <a:gdLst/>
              <a:ahLst/>
              <a:cxnLst/>
              <a:rect l="l" t="t" r="r" b="b"/>
              <a:pathLst>
                <a:path w="4382" h="12217" extrusionOk="0">
                  <a:moveTo>
                    <a:pt x="4382" y="0"/>
                  </a:moveTo>
                  <a:cubicBezTo>
                    <a:pt x="4109" y="53"/>
                    <a:pt x="3882" y="254"/>
                    <a:pt x="3688" y="454"/>
                  </a:cubicBezTo>
                  <a:cubicBezTo>
                    <a:pt x="3502" y="654"/>
                    <a:pt x="3315" y="860"/>
                    <a:pt x="3128" y="1087"/>
                  </a:cubicBezTo>
                  <a:cubicBezTo>
                    <a:pt x="2781" y="1527"/>
                    <a:pt x="2468" y="1994"/>
                    <a:pt x="2188" y="2481"/>
                  </a:cubicBezTo>
                  <a:cubicBezTo>
                    <a:pt x="1635" y="3461"/>
                    <a:pt x="1201" y="4501"/>
                    <a:pt x="888" y="5582"/>
                  </a:cubicBezTo>
                  <a:cubicBezTo>
                    <a:pt x="274" y="7749"/>
                    <a:pt x="67" y="9989"/>
                    <a:pt x="1" y="12217"/>
                  </a:cubicBezTo>
                  <a:cubicBezTo>
                    <a:pt x="294" y="10009"/>
                    <a:pt x="548" y="7789"/>
                    <a:pt x="1174" y="5668"/>
                  </a:cubicBezTo>
                  <a:cubicBezTo>
                    <a:pt x="1474" y="4601"/>
                    <a:pt x="1881" y="3568"/>
                    <a:pt x="2388" y="2587"/>
                  </a:cubicBezTo>
                  <a:cubicBezTo>
                    <a:pt x="2648" y="2101"/>
                    <a:pt x="2935" y="1627"/>
                    <a:pt x="3248" y="1174"/>
                  </a:cubicBezTo>
                  <a:cubicBezTo>
                    <a:pt x="3408" y="947"/>
                    <a:pt x="3575" y="714"/>
                    <a:pt x="3748" y="507"/>
                  </a:cubicBezTo>
                  <a:cubicBezTo>
                    <a:pt x="3922" y="294"/>
                    <a:pt x="4115" y="87"/>
                    <a:pt x="438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2" name="Google Shape;2055;p36"/>
            <p:cNvSpPr/>
            <p:nvPr/>
          </p:nvSpPr>
          <p:spPr>
            <a:xfrm>
              <a:off x="789143" y="4378623"/>
              <a:ext cx="102986" cy="206335"/>
            </a:xfrm>
            <a:custGeom>
              <a:avLst/>
              <a:gdLst/>
              <a:ahLst/>
              <a:cxnLst/>
              <a:rect l="l" t="t" r="r" b="b"/>
              <a:pathLst>
                <a:path w="3682" h="7377" extrusionOk="0">
                  <a:moveTo>
                    <a:pt x="180" y="1"/>
                  </a:moveTo>
                  <a:cubicBezTo>
                    <a:pt x="67" y="748"/>
                    <a:pt x="7" y="1508"/>
                    <a:pt x="7" y="2268"/>
                  </a:cubicBezTo>
                  <a:cubicBezTo>
                    <a:pt x="0" y="3035"/>
                    <a:pt x="120" y="3802"/>
                    <a:pt x="354" y="4542"/>
                  </a:cubicBezTo>
                  <a:cubicBezTo>
                    <a:pt x="601" y="5282"/>
                    <a:pt x="1027" y="5949"/>
                    <a:pt x="1601" y="6482"/>
                  </a:cubicBezTo>
                  <a:cubicBezTo>
                    <a:pt x="2168" y="7009"/>
                    <a:pt x="2915" y="7369"/>
                    <a:pt x="3681" y="7376"/>
                  </a:cubicBezTo>
                  <a:cubicBezTo>
                    <a:pt x="2921" y="7249"/>
                    <a:pt x="2268" y="6843"/>
                    <a:pt x="1754" y="6316"/>
                  </a:cubicBezTo>
                  <a:cubicBezTo>
                    <a:pt x="1247" y="5782"/>
                    <a:pt x="861" y="5142"/>
                    <a:pt x="634" y="4442"/>
                  </a:cubicBezTo>
                  <a:cubicBezTo>
                    <a:pt x="147" y="3042"/>
                    <a:pt x="207" y="1508"/>
                    <a:pt x="1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3" name="Google Shape;2056;p36"/>
            <p:cNvSpPr/>
            <p:nvPr/>
          </p:nvSpPr>
          <p:spPr>
            <a:xfrm>
              <a:off x="823658" y="4409418"/>
              <a:ext cx="105223" cy="133753"/>
            </a:xfrm>
            <a:custGeom>
              <a:avLst/>
              <a:gdLst/>
              <a:ahLst/>
              <a:cxnLst/>
              <a:rect l="l" t="t" r="r" b="b"/>
              <a:pathLst>
                <a:path w="3762" h="4782" extrusionOk="0">
                  <a:moveTo>
                    <a:pt x="47" y="0"/>
                  </a:moveTo>
                  <a:lnTo>
                    <a:pt x="47" y="0"/>
                  </a:lnTo>
                  <a:cubicBezTo>
                    <a:pt x="0" y="1080"/>
                    <a:pt x="394" y="2181"/>
                    <a:pt x="1074" y="3041"/>
                  </a:cubicBezTo>
                  <a:cubicBezTo>
                    <a:pt x="1747" y="3901"/>
                    <a:pt x="2707" y="4568"/>
                    <a:pt x="3761" y="4781"/>
                  </a:cubicBezTo>
                  <a:cubicBezTo>
                    <a:pt x="2794" y="4355"/>
                    <a:pt x="1947" y="3694"/>
                    <a:pt x="1307" y="2854"/>
                  </a:cubicBezTo>
                  <a:cubicBezTo>
                    <a:pt x="654" y="2021"/>
                    <a:pt x="220" y="1040"/>
                    <a:pt x="4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4" name="Google Shape;2057;p36"/>
            <p:cNvSpPr/>
            <p:nvPr/>
          </p:nvSpPr>
          <p:spPr>
            <a:xfrm>
              <a:off x="943202" y="4494838"/>
              <a:ext cx="256317" cy="89224"/>
            </a:xfrm>
            <a:custGeom>
              <a:avLst/>
              <a:gdLst/>
              <a:ahLst/>
              <a:cxnLst/>
              <a:rect l="l" t="t" r="r" b="b"/>
              <a:pathLst>
                <a:path w="9164" h="3190" extrusionOk="0">
                  <a:moveTo>
                    <a:pt x="9163" y="0"/>
                  </a:moveTo>
                  <a:cubicBezTo>
                    <a:pt x="7863" y="1020"/>
                    <a:pt x="6402" y="1807"/>
                    <a:pt x="4842" y="2327"/>
                  </a:cubicBezTo>
                  <a:cubicBezTo>
                    <a:pt x="3320" y="2835"/>
                    <a:pt x="1723" y="3088"/>
                    <a:pt x="124" y="3088"/>
                  </a:cubicBezTo>
                  <a:cubicBezTo>
                    <a:pt x="83" y="3088"/>
                    <a:pt x="42" y="3088"/>
                    <a:pt x="1" y="3088"/>
                  </a:cubicBezTo>
                  <a:lnTo>
                    <a:pt x="1" y="3088"/>
                  </a:lnTo>
                  <a:cubicBezTo>
                    <a:pt x="469" y="3156"/>
                    <a:pt x="943" y="3189"/>
                    <a:pt x="1419" y="3189"/>
                  </a:cubicBezTo>
                  <a:cubicBezTo>
                    <a:pt x="2607" y="3189"/>
                    <a:pt x="3802" y="2982"/>
                    <a:pt x="4935" y="2601"/>
                  </a:cubicBezTo>
                  <a:cubicBezTo>
                    <a:pt x="6516" y="2067"/>
                    <a:pt x="8003" y="1194"/>
                    <a:pt x="916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5" name="Google Shape;2058;p36"/>
            <p:cNvSpPr/>
            <p:nvPr/>
          </p:nvSpPr>
          <p:spPr>
            <a:xfrm>
              <a:off x="1018189" y="4489804"/>
              <a:ext cx="127599" cy="49255"/>
            </a:xfrm>
            <a:custGeom>
              <a:avLst/>
              <a:gdLst/>
              <a:ahLst/>
              <a:cxnLst/>
              <a:rect l="l" t="t" r="r" b="b"/>
              <a:pathLst>
                <a:path w="4562" h="1761" extrusionOk="0">
                  <a:moveTo>
                    <a:pt x="4562" y="0"/>
                  </a:moveTo>
                  <a:lnTo>
                    <a:pt x="4562" y="0"/>
                  </a:lnTo>
                  <a:cubicBezTo>
                    <a:pt x="3795" y="300"/>
                    <a:pt x="3054" y="607"/>
                    <a:pt x="2294" y="907"/>
                  </a:cubicBezTo>
                  <a:cubicBezTo>
                    <a:pt x="1534" y="1207"/>
                    <a:pt x="767" y="1467"/>
                    <a:pt x="0" y="1761"/>
                  </a:cubicBezTo>
                  <a:cubicBezTo>
                    <a:pt x="1647" y="1587"/>
                    <a:pt x="3221" y="980"/>
                    <a:pt x="456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6" name="Google Shape;2059;p36"/>
            <p:cNvSpPr/>
            <p:nvPr/>
          </p:nvSpPr>
          <p:spPr>
            <a:xfrm>
              <a:off x="1311567" y="4338150"/>
              <a:ext cx="215453" cy="103181"/>
            </a:xfrm>
            <a:custGeom>
              <a:avLst/>
              <a:gdLst/>
              <a:ahLst/>
              <a:cxnLst/>
              <a:rect l="l" t="t" r="r" b="b"/>
              <a:pathLst>
                <a:path w="7703" h="3689" extrusionOk="0">
                  <a:moveTo>
                    <a:pt x="7703" y="1"/>
                  </a:moveTo>
                  <a:cubicBezTo>
                    <a:pt x="6249" y="134"/>
                    <a:pt x="4835" y="528"/>
                    <a:pt x="3528" y="1161"/>
                  </a:cubicBezTo>
                  <a:cubicBezTo>
                    <a:pt x="2208" y="1788"/>
                    <a:pt x="1014" y="2641"/>
                    <a:pt x="1" y="3688"/>
                  </a:cubicBezTo>
                  <a:cubicBezTo>
                    <a:pt x="1134" y="2808"/>
                    <a:pt x="2355" y="2048"/>
                    <a:pt x="3648" y="1421"/>
                  </a:cubicBezTo>
                  <a:cubicBezTo>
                    <a:pt x="4949" y="808"/>
                    <a:pt x="6302" y="334"/>
                    <a:pt x="770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7" name="Google Shape;2060;p36"/>
            <p:cNvSpPr/>
            <p:nvPr/>
          </p:nvSpPr>
          <p:spPr>
            <a:xfrm>
              <a:off x="962054" y="3860479"/>
              <a:ext cx="49255" cy="60667"/>
            </a:xfrm>
            <a:custGeom>
              <a:avLst/>
              <a:gdLst/>
              <a:ahLst/>
              <a:cxnLst/>
              <a:rect l="l" t="t" r="r" b="b"/>
              <a:pathLst>
                <a:path w="1761" h="2169" extrusionOk="0">
                  <a:moveTo>
                    <a:pt x="1761" y="1"/>
                  </a:moveTo>
                  <a:lnTo>
                    <a:pt x="1761" y="1"/>
                  </a:lnTo>
                  <a:cubicBezTo>
                    <a:pt x="1420" y="321"/>
                    <a:pt x="1107" y="668"/>
                    <a:pt x="820" y="1034"/>
                  </a:cubicBezTo>
                  <a:cubicBezTo>
                    <a:pt x="514" y="1395"/>
                    <a:pt x="247" y="1768"/>
                    <a:pt x="0" y="2168"/>
                  </a:cubicBezTo>
                  <a:cubicBezTo>
                    <a:pt x="394" y="1908"/>
                    <a:pt x="747" y="1588"/>
                    <a:pt x="1040" y="1221"/>
                  </a:cubicBezTo>
                  <a:cubicBezTo>
                    <a:pt x="1347" y="854"/>
                    <a:pt x="1587" y="441"/>
                    <a:pt x="17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8" name="Google Shape;2061;p36"/>
            <p:cNvSpPr/>
            <p:nvPr/>
          </p:nvSpPr>
          <p:spPr>
            <a:xfrm>
              <a:off x="1065179" y="3706616"/>
              <a:ext cx="128354" cy="105027"/>
            </a:xfrm>
            <a:custGeom>
              <a:avLst/>
              <a:gdLst/>
              <a:ahLst/>
              <a:cxnLst/>
              <a:rect l="l" t="t" r="r" b="b"/>
              <a:pathLst>
                <a:path w="4589" h="3755" extrusionOk="0">
                  <a:moveTo>
                    <a:pt x="4589" y="0"/>
                  </a:moveTo>
                  <a:lnTo>
                    <a:pt x="4589" y="0"/>
                  </a:lnTo>
                  <a:cubicBezTo>
                    <a:pt x="3682" y="427"/>
                    <a:pt x="2835" y="961"/>
                    <a:pt x="2068" y="1601"/>
                  </a:cubicBezTo>
                  <a:cubicBezTo>
                    <a:pt x="1288" y="2228"/>
                    <a:pt x="594" y="2948"/>
                    <a:pt x="1" y="3755"/>
                  </a:cubicBezTo>
                  <a:cubicBezTo>
                    <a:pt x="748" y="3101"/>
                    <a:pt x="1488" y="2454"/>
                    <a:pt x="2248" y="1828"/>
                  </a:cubicBezTo>
                  <a:cubicBezTo>
                    <a:pt x="3008" y="1201"/>
                    <a:pt x="3802" y="621"/>
                    <a:pt x="458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9" name="Google Shape;2062;p36"/>
            <p:cNvSpPr/>
            <p:nvPr/>
          </p:nvSpPr>
          <p:spPr>
            <a:xfrm>
              <a:off x="1297582" y="3452704"/>
              <a:ext cx="175903" cy="119823"/>
            </a:xfrm>
            <a:custGeom>
              <a:avLst/>
              <a:gdLst/>
              <a:ahLst/>
              <a:cxnLst/>
              <a:rect l="l" t="t" r="r" b="b"/>
              <a:pathLst>
                <a:path w="6289" h="4284" extrusionOk="0">
                  <a:moveTo>
                    <a:pt x="5092" y="1"/>
                  </a:moveTo>
                  <a:cubicBezTo>
                    <a:pt x="4995" y="1"/>
                    <a:pt x="4899" y="13"/>
                    <a:pt x="4802" y="36"/>
                  </a:cubicBezTo>
                  <a:cubicBezTo>
                    <a:pt x="4082" y="223"/>
                    <a:pt x="3415" y="543"/>
                    <a:pt x="2828" y="996"/>
                  </a:cubicBezTo>
                  <a:cubicBezTo>
                    <a:pt x="1648" y="1883"/>
                    <a:pt x="774" y="3070"/>
                    <a:pt x="1" y="4284"/>
                  </a:cubicBezTo>
                  <a:cubicBezTo>
                    <a:pt x="961" y="3203"/>
                    <a:pt x="1861" y="2077"/>
                    <a:pt x="3001" y="1230"/>
                  </a:cubicBezTo>
                  <a:cubicBezTo>
                    <a:pt x="3555" y="803"/>
                    <a:pt x="4182" y="476"/>
                    <a:pt x="4849" y="263"/>
                  </a:cubicBezTo>
                  <a:cubicBezTo>
                    <a:pt x="4958" y="232"/>
                    <a:pt x="5070" y="214"/>
                    <a:pt x="5180" y="214"/>
                  </a:cubicBezTo>
                  <a:cubicBezTo>
                    <a:pt x="5398" y="214"/>
                    <a:pt x="5604" y="285"/>
                    <a:pt x="5742" y="463"/>
                  </a:cubicBezTo>
                  <a:cubicBezTo>
                    <a:pt x="5949" y="730"/>
                    <a:pt x="6036" y="1116"/>
                    <a:pt x="6289" y="1376"/>
                  </a:cubicBezTo>
                  <a:cubicBezTo>
                    <a:pt x="6076" y="1076"/>
                    <a:pt x="6069" y="710"/>
                    <a:pt x="5862" y="376"/>
                  </a:cubicBezTo>
                  <a:cubicBezTo>
                    <a:pt x="5756" y="203"/>
                    <a:pt x="5582" y="76"/>
                    <a:pt x="5382" y="36"/>
                  </a:cubicBezTo>
                  <a:cubicBezTo>
                    <a:pt x="5285" y="13"/>
                    <a:pt x="5189" y="1"/>
                    <a:pt x="509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0" name="Google Shape;2063;p36"/>
            <p:cNvSpPr/>
            <p:nvPr/>
          </p:nvSpPr>
          <p:spPr>
            <a:xfrm>
              <a:off x="1094463" y="4028355"/>
              <a:ext cx="234109" cy="156324"/>
            </a:xfrm>
            <a:custGeom>
              <a:avLst/>
              <a:gdLst/>
              <a:ahLst/>
              <a:cxnLst/>
              <a:rect l="l" t="t" r="r" b="b"/>
              <a:pathLst>
                <a:path w="8370" h="5589" extrusionOk="0">
                  <a:moveTo>
                    <a:pt x="8370" y="0"/>
                  </a:moveTo>
                  <a:lnTo>
                    <a:pt x="8370" y="0"/>
                  </a:lnTo>
                  <a:cubicBezTo>
                    <a:pt x="6816" y="654"/>
                    <a:pt x="5322" y="1454"/>
                    <a:pt x="3928" y="2401"/>
                  </a:cubicBezTo>
                  <a:cubicBezTo>
                    <a:pt x="2515" y="3328"/>
                    <a:pt x="1201" y="4395"/>
                    <a:pt x="1" y="5589"/>
                  </a:cubicBezTo>
                  <a:cubicBezTo>
                    <a:pt x="1341" y="4562"/>
                    <a:pt x="2695" y="3575"/>
                    <a:pt x="4082" y="2641"/>
                  </a:cubicBezTo>
                  <a:cubicBezTo>
                    <a:pt x="5475" y="1708"/>
                    <a:pt x="6909" y="841"/>
                    <a:pt x="837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1" name="Google Shape;2064;p36"/>
            <p:cNvSpPr/>
            <p:nvPr/>
          </p:nvSpPr>
          <p:spPr>
            <a:xfrm>
              <a:off x="1491554" y="2957747"/>
              <a:ext cx="932072" cy="614221"/>
            </a:xfrm>
            <a:custGeom>
              <a:avLst/>
              <a:gdLst/>
              <a:ahLst/>
              <a:cxnLst/>
              <a:rect l="l" t="t" r="r" b="b"/>
              <a:pathLst>
                <a:path w="33324" h="21960" extrusionOk="0">
                  <a:moveTo>
                    <a:pt x="18688" y="1"/>
                  </a:moveTo>
                  <a:cubicBezTo>
                    <a:pt x="17979" y="1"/>
                    <a:pt x="17270" y="43"/>
                    <a:pt x="16565" y="127"/>
                  </a:cubicBezTo>
                  <a:cubicBezTo>
                    <a:pt x="9337" y="968"/>
                    <a:pt x="9483" y="2568"/>
                    <a:pt x="9483" y="2568"/>
                  </a:cubicBezTo>
                  <a:cubicBezTo>
                    <a:pt x="4615" y="3235"/>
                    <a:pt x="3975" y="7656"/>
                    <a:pt x="3975" y="7656"/>
                  </a:cubicBezTo>
                  <a:cubicBezTo>
                    <a:pt x="1475" y="8436"/>
                    <a:pt x="1" y="11577"/>
                    <a:pt x="1375" y="14631"/>
                  </a:cubicBezTo>
                  <a:cubicBezTo>
                    <a:pt x="2748" y="17679"/>
                    <a:pt x="9383" y="17825"/>
                    <a:pt x="14985" y="18125"/>
                  </a:cubicBezTo>
                  <a:cubicBezTo>
                    <a:pt x="18186" y="18292"/>
                    <a:pt x="20853" y="19506"/>
                    <a:pt x="22554" y="20533"/>
                  </a:cubicBezTo>
                  <a:cubicBezTo>
                    <a:pt x="23841" y="21300"/>
                    <a:pt x="24574" y="21960"/>
                    <a:pt x="24574" y="21960"/>
                  </a:cubicBezTo>
                  <a:cubicBezTo>
                    <a:pt x="26441" y="17379"/>
                    <a:pt x="32443" y="13898"/>
                    <a:pt x="32883" y="11337"/>
                  </a:cubicBezTo>
                  <a:cubicBezTo>
                    <a:pt x="33323" y="8776"/>
                    <a:pt x="31849" y="8330"/>
                    <a:pt x="31849" y="8330"/>
                  </a:cubicBezTo>
                  <a:cubicBezTo>
                    <a:pt x="31849" y="8330"/>
                    <a:pt x="31649" y="6722"/>
                    <a:pt x="30376" y="4802"/>
                  </a:cubicBezTo>
                  <a:cubicBezTo>
                    <a:pt x="29435" y="3388"/>
                    <a:pt x="26275" y="1041"/>
                    <a:pt x="21767" y="267"/>
                  </a:cubicBezTo>
                  <a:cubicBezTo>
                    <a:pt x="20748" y="90"/>
                    <a:pt x="19718" y="1"/>
                    <a:pt x="18688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2" name="Google Shape;2065;p36"/>
            <p:cNvSpPr/>
            <p:nvPr/>
          </p:nvSpPr>
          <p:spPr>
            <a:xfrm>
              <a:off x="1502014" y="2949720"/>
              <a:ext cx="928129" cy="630080"/>
            </a:xfrm>
            <a:custGeom>
              <a:avLst/>
              <a:gdLst/>
              <a:ahLst/>
              <a:cxnLst/>
              <a:rect l="l" t="t" r="r" b="b"/>
              <a:pathLst>
                <a:path w="33183" h="22527" extrusionOk="0">
                  <a:moveTo>
                    <a:pt x="18312" y="581"/>
                  </a:moveTo>
                  <a:cubicBezTo>
                    <a:pt x="19325" y="581"/>
                    <a:pt x="20339" y="668"/>
                    <a:pt x="21339" y="841"/>
                  </a:cubicBezTo>
                  <a:cubicBezTo>
                    <a:pt x="25861" y="1621"/>
                    <a:pt x="28901" y="3955"/>
                    <a:pt x="29762" y="5249"/>
                  </a:cubicBezTo>
                  <a:cubicBezTo>
                    <a:pt x="30975" y="7083"/>
                    <a:pt x="31182" y="8643"/>
                    <a:pt x="31182" y="8650"/>
                  </a:cubicBezTo>
                  <a:cubicBezTo>
                    <a:pt x="31202" y="8763"/>
                    <a:pt x="31275" y="8857"/>
                    <a:pt x="31382" y="8890"/>
                  </a:cubicBezTo>
                  <a:cubicBezTo>
                    <a:pt x="31435" y="8910"/>
                    <a:pt x="32609" y="9323"/>
                    <a:pt x="32216" y="11577"/>
                  </a:cubicBezTo>
                  <a:cubicBezTo>
                    <a:pt x="32029" y="12684"/>
                    <a:pt x="30635" y="14051"/>
                    <a:pt x="29028" y="15645"/>
                  </a:cubicBezTo>
                  <a:cubicBezTo>
                    <a:pt x="27208" y="17426"/>
                    <a:pt x="25160" y="19433"/>
                    <a:pt x="24093" y="21767"/>
                  </a:cubicBezTo>
                  <a:cubicBezTo>
                    <a:pt x="23533" y="21327"/>
                    <a:pt x="22946" y="20926"/>
                    <a:pt x="22333" y="20566"/>
                  </a:cubicBezTo>
                  <a:cubicBezTo>
                    <a:pt x="20626" y="19546"/>
                    <a:pt x="17905" y="18292"/>
                    <a:pt x="14631" y="18119"/>
                  </a:cubicBezTo>
                  <a:lnTo>
                    <a:pt x="13637" y="18066"/>
                  </a:lnTo>
                  <a:cubicBezTo>
                    <a:pt x="8409" y="17799"/>
                    <a:pt x="2488" y="17499"/>
                    <a:pt x="1267" y="14798"/>
                  </a:cubicBezTo>
                  <a:cubicBezTo>
                    <a:pt x="634" y="13391"/>
                    <a:pt x="600" y="11831"/>
                    <a:pt x="1194" y="10524"/>
                  </a:cubicBezTo>
                  <a:cubicBezTo>
                    <a:pt x="1694" y="9397"/>
                    <a:pt x="2601" y="8556"/>
                    <a:pt x="3695" y="8216"/>
                  </a:cubicBezTo>
                  <a:cubicBezTo>
                    <a:pt x="3801" y="8183"/>
                    <a:pt x="3875" y="8090"/>
                    <a:pt x="3895" y="7983"/>
                  </a:cubicBezTo>
                  <a:cubicBezTo>
                    <a:pt x="3901" y="7943"/>
                    <a:pt x="4555" y="3775"/>
                    <a:pt x="9156" y="3142"/>
                  </a:cubicBezTo>
                  <a:cubicBezTo>
                    <a:pt x="9303" y="3115"/>
                    <a:pt x="9416" y="2982"/>
                    <a:pt x="9403" y="2828"/>
                  </a:cubicBezTo>
                  <a:cubicBezTo>
                    <a:pt x="9403" y="2815"/>
                    <a:pt x="9796" y="1448"/>
                    <a:pt x="16225" y="708"/>
                  </a:cubicBezTo>
                  <a:cubicBezTo>
                    <a:pt x="16918" y="621"/>
                    <a:pt x="17612" y="581"/>
                    <a:pt x="18312" y="581"/>
                  </a:cubicBezTo>
                  <a:close/>
                  <a:moveTo>
                    <a:pt x="18325" y="1"/>
                  </a:moveTo>
                  <a:cubicBezTo>
                    <a:pt x="17601" y="1"/>
                    <a:pt x="16877" y="43"/>
                    <a:pt x="16158" y="128"/>
                  </a:cubicBezTo>
                  <a:cubicBezTo>
                    <a:pt x="10296" y="808"/>
                    <a:pt x="9096" y="2015"/>
                    <a:pt x="8869" y="2595"/>
                  </a:cubicBezTo>
                  <a:cubicBezTo>
                    <a:pt x="4588" y="3288"/>
                    <a:pt x="3541" y="6863"/>
                    <a:pt x="3354" y="7716"/>
                  </a:cubicBezTo>
                  <a:cubicBezTo>
                    <a:pt x="2174" y="8143"/>
                    <a:pt x="1201" y="9063"/>
                    <a:pt x="660" y="10284"/>
                  </a:cubicBezTo>
                  <a:cubicBezTo>
                    <a:pt x="0" y="11744"/>
                    <a:pt x="34" y="13478"/>
                    <a:pt x="734" y="15032"/>
                  </a:cubicBezTo>
                  <a:cubicBezTo>
                    <a:pt x="2101" y="18066"/>
                    <a:pt x="8222" y="18372"/>
                    <a:pt x="13604" y="18646"/>
                  </a:cubicBezTo>
                  <a:lnTo>
                    <a:pt x="14604" y="18693"/>
                  </a:lnTo>
                  <a:cubicBezTo>
                    <a:pt x="17758" y="18859"/>
                    <a:pt x="20379" y="20080"/>
                    <a:pt x="22033" y="21066"/>
                  </a:cubicBezTo>
                  <a:cubicBezTo>
                    <a:pt x="22726" y="21473"/>
                    <a:pt x="23387" y="21940"/>
                    <a:pt x="24007" y="22460"/>
                  </a:cubicBezTo>
                  <a:cubicBezTo>
                    <a:pt x="24060" y="22500"/>
                    <a:pt x="24127" y="22527"/>
                    <a:pt x="24200" y="22527"/>
                  </a:cubicBezTo>
                  <a:lnTo>
                    <a:pt x="24267" y="22520"/>
                  </a:lnTo>
                  <a:cubicBezTo>
                    <a:pt x="24360" y="22500"/>
                    <a:pt x="24433" y="22440"/>
                    <a:pt x="24473" y="22353"/>
                  </a:cubicBezTo>
                  <a:cubicBezTo>
                    <a:pt x="25440" y="19980"/>
                    <a:pt x="27561" y="17892"/>
                    <a:pt x="29428" y="16052"/>
                  </a:cubicBezTo>
                  <a:cubicBezTo>
                    <a:pt x="31115" y="14391"/>
                    <a:pt x="32569" y="12964"/>
                    <a:pt x="32796" y="11677"/>
                  </a:cubicBezTo>
                  <a:cubicBezTo>
                    <a:pt x="33183" y="9410"/>
                    <a:pt x="32169" y="8630"/>
                    <a:pt x="31735" y="8416"/>
                  </a:cubicBezTo>
                  <a:cubicBezTo>
                    <a:pt x="31649" y="7943"/>
                    <a:pt x="31315" y="6543"/>
                    <a:pt x="30242" y="4922"/>
                  </a:cubicBezTo>
                  <a:cubicBezTo>
                    <a:pt x="29695" y="4095"/>
                    <a:pt x="28541" y="3128"/>
                    <a:pt x="27174" y="2328"/>
                  </a:cubicBezTo>
                  <a:cubicBezTo>
                    <a:pt x="25400" y="1308"/>
                    <a:pt x="23460" y="608"/>
                    <a:pt x="21439" y="261"/>
                  </a:cubicBezTo>
                  <a:cubicBezTo>
                    <a:pt x="20409" y="88"/>
                    <a:pt x="19367" y="1"/>
                    <a:pt x="1832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3" name="Google Shape;2066;p36"/>
            <p:cNvSpPr/>
            <p:nvPr/>
          </p:nvSpPr>
          <p:spPr>
            <a:xfrm>
              <a:off x="1491554" y="2957747"/>
              <a:ext cx="630835" cy="574308"/>
            </a:xfrm>
            <a:custGeom>
              <a:avLst/>
              <a:gdLst/>
              <a:ahLst/>
              <a:cxnLst/>
              <a:rect l="l" t="t" r="r" b="b"/>
              <a:pathLst>
                <a:path w="22554" h="20533" extrusionOk="0">
                  <a:moveTo>
                    <a:pt x="18686" y="1"/>
                  </a:moveTo>
                  <a:cubicBezTo>
                    <a:pt x="17976" y="1"/>
                    <a:pt x="17266" y="43"/>
                    <a:pt x="16559" y="127"/>
                  </a:cubicBezTo>
                  <a:cubicBezTo>
                    <a:pt x="9337" y="968"/>
                    <a:pt x="9483" y="2568"/>
                    <a:pt x="9483" y="2568"/>
                  </a:cubicBezTo>
                  <a:cubicBezTo>
                    <a:pt x="4615" y="3235"/>
                    <a:pt x="3975" y="7656"/>
                    <a:pt x="3975" y="7656"/>
                  </a:cubicBezTo>
                  <a:cubicBezTo>
                    <a:pt x="1475" y="8436"/>
                    <a:pt x="1" y="11577"/>
                    <a:pt x="1375" y="14631"/>
                  </a:cubicBezTo>
                  <a:cubicBezTo>
                    <a:pt x="2748" y="17679"/>
                    <a:pt x="9383" y="17825"/>
                    <a:pt x="14985" y="18125"/>
                  </a:cubicBezTo>
                  <a:cubicBezTo>
                    <a:pt x="18186" y="18292"/>
                    <a:pt x="20853" y="19506"/>
                    <a:pt x="22554" y="20533"/>
                  </a:cubicBezTo>
                  <a:cubicBezTo>
                    <a:pt x="22107" y="20186"/>
                    <a:pt x="21633" y="19879"/>
                    <a:pt x="21140" y="19606"/>
                  </a:cubicBezTo>
                  <a:cubicBezTo>
                    <a:pt x="17659" y="17625"/>
                    <a:pt x="13931" y="16138"/>
                    <a:pt x="10044" y="15191"/>
                  </a:cubicBezTo>
                  <a:cubicBezTo>
                    <a:pt x="8543" y="14825"/>
                    <a:pt x="6936" y="14491"/>
                    <a:pt x="5816" y="13431"/>
                  </a:cubicBezTo>
                  <a:cubicBezTo>
                    <a:pt x="4702" y="12371"/>
                    <a:pt x="4389" y="10277"/>
                    <a:pt x="5649" y="9376"/>
                  </a:cubicBezTo>
                  <a:cubicBezTo>
                    <a:pt x="6176" y="6142"/>
                    <a:pt x="8483" y="2895"/>
                    <a:pt x="11484" y="1488"/>
                  </a:cubicBezTo>
                  <a:cubicBezTo>
                    <a:pt x="12245" y="1131"/>
                    <a:pt x="12925" y="1003"/>
                    <a:pt x="13570" y="1003"/>
                  </a:cubicBezTo>
                  <a:cubicBezTo>
                    <a:pt x="15096" y="1003"/>
                    <a:pt x="16428" y="1720"/>
                    <a:pt x="18186" y="1828"/>
                  </a:cubicBezTo>
                  <a:cubicBezTo>
                    <a:pt x="18266" y="1832"/>
                    <a:pt x="18347" y="1835"/>
                    <a:pt x="18426" y="1835"/>
                  </a:cubicBezTo>
                  <a:cubicBezTo>
                    <a:pt x="19758" y="1835"/>
                    <a:pt x="20910" y="1211"/>
                    <a:pt x="21760" y="267"/>
                  </a:cubicBezTo>
                  <a:cubicBezTo>
                    <a:pt x="20745" y="90"/>
                    <a:pt x="19716" y="1"/>
                    <a:pt x="18686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4" name="Google Shape;2067;p36"/>
            <p:cNvSpPr/>
            <p:nvPr/>
          </p:nvSpPr>
          <p:spPr>
            <a:xfrm>
              <a:off x="1639851" y="3078605"/>
              <a:ext cx="53926" cy="114369"/>
            </a:xfrm>
            <a:custGeom>
              <a:avLst/>
              <a:gdLst/>
              <a:ahLst/>
              <a:cxnLst/>
              <a:rect l="l" t="t" r="r" b="b"/>
              <a:pathLst>
                <a:path w="1928" h="4089" extrusionOk="0">
                  <a:moveTo>
                    <a:pt x="1927" y="1"/>
                  </a:moveTo>
                  <a:lnTo>
                    <a:pt x="1927" y="1"/>
                  </a:lnTo>
                  <a:cubicBezTo>
                    <a:pt x="1201" y="334"/>
                    <a:pt x="634" y="988"/>
                    <a:pt x="340" y="1741"/>
                  </a:cubicBezTo>
                  <a:cubicBezTo>
                    <a:pt x="47" y="2488"/>
                    <a:pt x="0" y="3355"/>
                    <a:pt x="307" y="4089"/>
                  </a:cubicBezTo>
                  <a:cubicBezTo>
                    <a:pt x="227" y="3328"/>
                    <a:pt x="334" y="2561"/>
                    <a:pt x="614" y="1848"/>
                  </a:cubicBezTo>
                  <a:cubicBezTo>
                    <a:pt x="900" y="1134"/>
                    <a:pt x="1347" y="501"/>
                    <a:pt x="192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5" name="Google Shape;2068;p36"/>
            <p:cNvSpPr/>
            <p:nvPr/>
          </p:nvSpPr>
          <p:spPr>
            <a:xfrm>
              <a:off x="1546039" y="3223154"/>
              <a:ext cx="97755" cy="174980"/>
            </a:xfrm>
            <a:custGeom>
              <a:avLst/>
              <a:gdLst/>
              <a:ahLst/>
              <a:cxnLst/>
              <a:rect l="l" t="t" r="r" b="b"/>
              <a:pathLst>
                <a:path w="3495" h="6256" extrusionOk="0">
                  <a:moveTo>
                    <a:pt x="1614" y="1"/>
                  </a:moveTo>
                  <a:lnTo>
                    <a:pt x="1614" y="1"/>
                  </a:lnTo>
                  <a:cubicBezTo>
                    <a:pt x="1434" y="34"/>
                    <a:pt x="1274" y="114"/>
                    <a:pt x="1147" y="234"/>
                  </a:cubicBezTo>
                  <a:lnTo>
                    <a:pt x="940" y="408"/>
                  </a:lnTo>
                  <a:lnTo>
                    <a:pt x="760" y="601"/>
                  </a:lnTo>
                  <a:cubicBezTo>
                    <a:pt x="527" y="874"/>
                    <a:pt x="347" y="1188"/>
                    <a:pt x="233" y="1528"/>
                  </a:cubicBezTo>
                  <a:cubicBezTo>
                    <a:pt x="0" y="2228"/>
                    <a:pt x="20" y="2982"/>
                    <a:pt x="287" y="3662"/>
                  </a:cubicBezTo>
                  <a:cubicBezTo>
                    <a:pt x="420" y="4002"/>
                    <a:pt x="620" y="4309"/>
                    <a:pt x="867" y="4575"/>
                  </a:cubicBezTo>
                  <a:cubicBezTo>
                    <a:pt x="1114" y="4829"/>
                    <a:pt x="1374" y="5069"/>
                    <a:pt x="1654" y="5282"/>
                  </a:cubicBezTo>
                  <a:cubicBezTo>
                    <a:pt x="2187" y="5709"/>
                    <a:pt x="2787" y="6176"/>
                    <a:pt x="3494" y="6256"/>
                  </a:cubicBezTo>
                  <a:cubicBezTo>
                    <a:pt x="2821" y="6056"/>
                    <a:pt x="2307" y="5562"/>
                    <a:pt x="1801" y="5109"/>
                  </a:cubicBezTo>
                  <a:cubicBezTo>
                    <a:pt x="1294" y="4649"/>
                    <a:pt x="787" y="4175"/>
                    <a:pt x="554" y="3555"/>
                  </a:cubicBezTo>
                  <a:cubicBezTo>
                    <a:pt x="307" y="2935"/>
                    <a:pt x="273" y="2241"/>
                    <a:pt x="453" y="1595"/>
                  </a:cubicBezTo>
                  <a:cubicBezTo>
                    <a:pt x="540" y="1274"/>
                    <a:pt x="680" y="961"/>
                    <a:pt x="867" y="681"/>
                  </a:cubicBezTo>
                  <a:lnTo>
                    <a:pt x="1020" y="481"/>
                  </a:lnTo>
                  <a:lnTo>
                    <a:pt x="1194" y="288"/>
                  </a:lnTo>
                  <a:cubicBezTo>
                    <a:pt x="1307" y="154"/>
                    <a:pt x="1447" y="54"/>
                    <a:pt x="161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6" name="Google Shape;2069;p36"/>
            <p:cNvSpPr/>
            <p:nvPr/>
          </p:nvSpPr>
          <p:spPr>
            <a:xfrm>
              <a:off x="1699902" y="3400736"/>
              <a:ext cx="183371" cy="19775"/>
            </a:xfrm>
            <a:custGeom>
              <a:avLst/>
              <a:gdLst/>
              <a:ahLst/>
              <a:cxnLst/>
              <a:rect l="l" t="t" r="r" b="b"/>
              <a:pathLst>
                <a:path w="6556" h="707" extrusionOk="0">
                  <a:moveTo>
                    <a:pt x="0" y="0"/>
                  </a:moveTo>
                  <a:cubicBezTo>
                    <a:pt x="454" y="347"/>
                    <a:pt x="994" y="567"/>
                    <a:pt x="1561" y="640"/>
                  </a:cubicBezTo>
                  <a:cubicBezTo>
                    <a:pt x="1874" y="685"/>
                    <a:pt x="2190" y="707"/>
                    <a:pt x="2507" y="707"/>
                  </a:cubicBezTo>
                  <a:cubicBezTo>
                    <a:pt x="2756" y="707"/>
                    <a:pt x="3005" y="693"/>
                    <a:pt x="3255" y="667"/>
                  </a:cubicBezTo>
                  <a:cubicBezTo>
                    <a:pt x="4093" y="591"/>
                    <a:pt x="4921" y="450"/>
                    <a:pt x="5754" y="450"/>
                  </a:cubicBezTo>
                  <a:cubicBezTo>
                    <a:pt x="6020" y="450"/>
                    <a:pt x="6287" y="465"/>
                    <a:pt x="6556" y="500"/>
                  </a:cubicBezTo>
                  <a:cubicBezTo>
                    <a:pt x="6070" y="344"/>
                    <a:pt x="5567" y="264"/>
                    <a:pt x="5064" y="264"/>
                  </a:cubicBezTo>
                  <a:cubicBezTo>
                    <a:pt x="5008" y="264"/>
                    <a:pt x="4951" y="265"/>
                    <a:pt x="4895" y="267"/>
                  </a:cubicBezTo>
                  <a:cubicBezTo>
                    <a:pt x="4328" y="274"/>
                    <a:pt x="3768" y="334"/>
                    <a:pt x="3221" y="387"/>
                  </a:cubicBezTo>
                  <a:cubicBezTo>
                    <a:pt x="2867" y="415"/>
                    <a:pt x="2508" y="438"/>
                    <a:pt x="2151" y="438"/>
                  </a:cubicBezTo>
                  <a:cubicBezTo>
                    <a:pt x="1414" y="438"/>
                    <a:pt x="683" y="342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7" name="Google Shape;2070;p36"/>
            <p:cNvSpPr/>
            <p:nvPr/>
          </p:nvSpPr>
          <p:spPr>
            <a:xfrm>
              <a:off x="1589113" y="3264186"/>
              <a:ext cx="37899" cy="100384"/>
            </a:xfrm>
            <a:custGeom>
              <a:avLst/>
              <a:gdLst/>
              <a:ahLst/>
              <a:cxnLst/>
              <a:rect l="l" t="t" r="r" b="b"/>
              <a:pathLst>
                <a:path w="1355" h="3589" extrusionOk="0">
                  <a:moveTo>
                    <a:pt x="454" y="1"/>
                  </a:moveTo>
                  <a:cubicBezTo>
                    <a:pt x="301" y="81"/>
                    <a:pt x="174" y="214"/>
                    <a:pt x="107" y="381"/>
                  </a:cubicBezTo>
                  <a:cubicBezTo>
                    <a:pt x="34" y="541"/>
                    <a:pt x="0" y="721"/>
                    <a:pt x="7" y="901"/>
                  </a:cubicBezTo>
                  <a:cubicBezTo>
                    <a:pt x="7" y="1248"/>
                    <a:pt x="87" y="1595"/>
                    <a:pt x="227" y="1915"/>
                  </a:cubicBezTo>
                  <a:cubicBezTo>
                    <a:pt x="481" y="2548"/>
                    <a:pt x="861" y="3122"/>
                    <a:pt x="1354" y="3588"/>
                  </a:cubicBezTo>
                  <a:cubicBezTo>
                    <a:pt x="1034" y="3015"/>
                    <a:pt x="747" y="2415"/>
                    <a:pt x="494" y="1808"/>
                  </a:cubicBezTo>
                  <a:cubicBezTo>
                    <a:pt x="367" y="1515"/>
                    <a:pt x="281" y="1208"/>
                    <a:pt x="227" y="888"/>
                  </a:cubicBezTo>
                  <a:cubicBezTo>
                    <a:pt x="194" y="581"/>
                    <a:pt x="220" y="248"/>
                    <a:pt x="45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8" name="Google Shape;2071;p36"/>
            <p:cNvSpPr/>
            <p:nvPr/>
          </p:nvSpPr>
          <p:spPr>
            <a:xfrm>
              <a:off x="1626789" y="3269976"/>
              <a:ext cx="39578" cy="70345"/>
            </a:xfrm>
            <a:custGeom>
              <a:avLst/>
              <a:gdLst/>
              <a:ahLst/>
              <a:cxnLst/>
              <a:rect l="l" t="t" r="r" b="b"/>
              <a:pathLst>
                <a:path w="1415" h="2515" extrusionOk="0">
                  <a:moveTo>
                    <a:pt x="267" y="1"/>
                  </a:moveTo>
                  <a:lnTo>
                    <a:pt x="267" y="1"/>
                  </a:lnTo>
                  <a:cubicBezTo>
                    <a:pt x="0" y="447"/>
                    <a:pt x="14" y="1048"/>
                    <a:pt x="241" y="1534"/>
                  </a:cubicBezTo>
                  <a:cubicBezTo>
                    <a:pt x="467" y="2014"/>
                    <a:pt x="901" y="2428"/>
                    <a:pt x="1414" y="2515"/>
                  </a:cubicBezTo>
                  <a:cubicBezTo>
                    <a:pt x="614" y="1941"/>
                    <a:pt x="181" y="981"/>
                    <a:pt x="26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9" name="Google Shape;2072;p36"/>
            <p:cNvSpPr/>
            <p:nvPr/>
          </p:nvSpPr>
          <p:spPr>
            <a:xfrm>
              <a:off x="1939577" y="3430384"/>
              <a:ext cx="213411" cy="96077"/>
            </a:xfrm>
            <a:custGeom>
              <a:avLst/>
              <a:gdLst/>
              <a:ahLst/>
              <a:cxnLst/>
              <a:rect l="l" t="t" r="r" b="b"/>
              <a:pathLst>
                <a:path w="7630" h="3435" extrusionOk="0">
                  <a:moveTo>
                    <a:pt x="573" y="1"/>
                  </a:moveTo>
                  <a:cubicBezTo>
                    <a:pt x="380" y="1"/>
                    <a:pt x="188" y="19"/>
                    <a:pt x="0" y="60"/>
                  </a:cubicBezTo>
                  <a:cubicBezTo>
                    <a:pt x="50" y="58"/>
                    <a:pt x="100" y="57"/>
                    <a:pt x="149" y="57"/>
                  </a:cubicBezTo>
                  <a:cubicBezTo>
                    <a:pt x="814" y="57"/>
                    <a:pt x="1438" y="261"/>
                    <a:pt x="2028" y="541"/>
                  </a:cubicBezTo>
                  <a:cubicBezTo>
                    <a:pt x="2661" y="841"/>
                    <a:pt x="3268" y="1207"/>
                    <a:pt x="3908" y="1534"/>
                  </a:cubicBezTo>
                  <a:cubicBezTo>
                    <a:pt x="4555" y="1854"/>
                    <a:pt x="5222" y="2121"/>
                    <a:pt x="5902" y="2341"/>
                  </a:cubicBezTo>
                  <a:cubicBezTo>
                    <a:pt x="6235" y="2448"/>
                    <a:pt x="6562" y="2574"/>
                    <a:pt x="6876" y="2734"/>
                  </a:cubicBezTo>
                  <a:cubicBezTo>
                    <a:pt x="7196" y="2888"/>
                    <a:pt x="7456" y="3128"/>
                    <a:pt x="7629" y="3435"/>
                  </a:cubicBezTo>
                  <a:cubicBezTo>
                    <a:pt x="7522" y="3095"/>
                    <a:pt x="7256" y="2808"/>
                    <a:pt x="6956" y="2608"/>
                  </a:cubicBezTo>
                  <a:cubicBezTo>
                    <a:pt x="6642" y="2421"/>
                    <a:pt x="6315" y="2261"/>
                    <a:pt x="5975" y="2134"/>
                  </a:cubicBezTo>
                  <a:cubicBezTo>
                    <a:pt x="5322" y="1868"/>
                    <a:pt x="4682" y="1574"/>
                    <a:pt x="4048" y="1267"/>
                  </a:cubicBezTo>
                  <a:cubicBezTo>
                    <a:pt x="3415" y="961"/>
                    <a:pt x="2788" y="601"/>
                    <a:pt x="2121" y="334"/>
                  </a:cubicBezTo>
                  <a:cubicBezTo>
                    <a:pt x="1633" y="139"/>
                    <a:pt x="1099" y="1"/>
                    <a:pt x="57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0" name="Google Shape;2073;p36"/>
            <p:cNvSpPr/>
            <p:nvPr/>
          </p:nvSpPr>
          <p:spPr>
            <a:xfrm>
              <a:off x="2195111" y="3368095"/>
              <a:ext cx="123683" cy="126676"/>
            </a:xfrm>
            <a:custGeom>
              <a:avLst/>
              <a:gdLst/>
              <a:ahLst/>
              <a:cxnLst/>
              <a:rect l="l" t="t" r="r" b="b"/>
              <a:pathLst>
                <a:path w="4422" h="4529" extrusionOk="0">
                  <a:moveTo>
                    <a:pt x="4421" y="0"/>
                  </a:moveTo>
                  <a:lnTo>
                    <a:pt x="4421" y="0"/>
                  </a:lnTo>
                  <a:cubicBezTo>
                    <a:pt x="3495" y="540"/>
                    <a:pt x="2661" y="1227"/>
                    <a:pt x="1887" y="1961"/>
                  </a:cubicBezTo>
                  <a:cubicBezTo>
                    <a:pt x="1501" y="2334"/>
                    <a:pt x="1134" y="2734"/>
                    <a:pt x="794" y="3134"/>
                  </a:cubicBezTo>
                  <a:cubicBezTo>
                    <a:pt x="454" y="3534"/>
                    <a:pt x="94" y="3988"/>
                    <a:pt x="0" y="4528"/>
                  </a:cubicBezTo>
                  <a:cubicBezTo>
                    <a:pt x="214" y="4028"/>
                    <a:pt x="587" y="3661"/>
                    <a:pt x="961" y="3281"/>
                  </a:cubicBezTo>
                  <a:cubicBezTo>
                    <a:pt x="1334" y="2908"/>
                    <a:pt x="1714" y="2534"/>
                    <a:pt x="2094" y="2167"/>
                  </a:cubicBezTo>
                  <a:cubicBezTo>
                    <a:pt x="2854" y="1434"/>
                    <a:pt x="3635" y="734"/>
                    <a:pt x="442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1" name="Google Shape;2074;p36"/>
            <p:cNvSpPr/>
            <p:nvPr/>
          </p:nvSpPr>
          <p:spPr>
            <a:xfrm>
              <a:off x="2328276" y="3253390"/>
              <a:ext cx="42738" cy="81141"/>
            </a:xfrm>
            <a:custGeom>
              <a:avLst/>
              <a:gdLst/>
              <a:ahLst/>
              <a:cxnLst/>
              <a:rect l="l" t="t" r="r" b="b"/>
              <a:pathLst>
                <a:path w="1528" h="2901" extrusionOk="0">
                  <a:moveTo>
                    <a:pt x="1301" y="0"/>
                  </a:moveTo>
                  <a:lnTo>
                    <a:pt x="1301" y="0"/>
                  </a:lnTo>
                  <a:cubicBezTo>
                    <a:pt x="1288" y="534"/>
                    <a:pt x="1147" y="1060"/>
                    <a:pt x="894" y="1534"/>
                  </a:cubicBezTo>
                  <a:cubicBezTo>
                    <a:pt x="654" y="2007"/>
                    <a:pt x="307" y="2427"/>
                    <a:pt x="1" y="2901"/>
                  </a:cubicBezTo>
                  <a:cubicBezTo>
                    <a:pt x="481" y="2587"/>
                    <a:pt x="874" y="2167"/>
                    <a:pt x="1154" y="1667"/>
                  </a:cubicBezTo>
                  <a:cubicBezTo>
                    <a:pt x="1408" y="1167"/>
                    <a:pt x="1528" y="534"/>
                    <a:pt x="13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2" name="Google Shape;2075;p36"/>
            <p:cNvSpPr/>
            <p:nvPr/>
          </p:nvSpPr>
          <p:spPr>
            <a:xfrm>
              <a:off x="1970736" y="3462829"/>
              <a:ext cx="136745" cy="595202"/>
            </a:xfrm>
            <a:custGeom>
              <a:avLst/>
              <a:gdLst/>
              <a:ahLst/>
              <a:cxnLst/>
              <a:rect l="l" t="t" r="r" b="b"/>
              <a:pathLst>
                <a:path w="4889" h="21280" extrusionOk="0">
                  <a:moveTo>
                    <a:pt x="3743" y="1"/>
                  </a:moveTo>
                  <a:cubicBezTo>
                    <a:pt x="3672" y="1"/>
                    <a:pt x="3600" y="18"/>
                    <a:pt x="3534" y="54"/>
                  </a:cubicBezTo>
                  <a:cubicBezTo>
                    <a:pt x="3328" y="174"/>
                    <a:pt x="3254" y="441"/>
                    <a:pt x="3368" y="648"/>
                  </a:cubicBezTo>
                  <a:cubicBezTo>
                    <a:pt x="3374" y="654"/>
                    <a:pt x="3808" y="1621"/>
                    <a:pt x="2087" y="3608"/>
                  </a:cubicBezTo>
                  <a:cubicBezTo>
                    <a:pt x="240" y="5742"/>
                    <a:pt x="0" y="8976"/>
                    <a:pt x="1334" y="13498"/>
                  </a:cubicBezTo>
                  <a:cubicBezTo>
                    <a:pt x="2374" y="17025"/>
                    <a:pt x="1400" y="20693"/>
                    <a:pt x="1387" y="20726"/>
                  </a:cubicBezTo>
                  <a:cubicBezTo>
                    <a:pt x="1327" y="20960"/>
                    <a:pt x="1467" y="21200"/>
                    <a:pt x="1701" y="21260"/>
                  </a:cubicBezTo>
                  <a:cubicBezTo>
                    <a:pt x="1734" y="21273"/>
                    <a:pt x="1774" y="21280"/>
                    <a:pt x="1814" y="21280"/>
                  </a:cubicBezTo>
                  <a:cubicBezTo>
                    <a:pt x="2007" y="21280"/>
                    <a:pt x="2181" y="21153"/>
                    <a:pt x="2234" y="20960"/>
                  </a:cubicBezTo>
                  <a:cubicBezTo>
                    <a:pt x="2274" y="20800"/>
                    <a:pt x="3281" y="17019"/>
                    <a:pt x="2167" y="13251"/>
                  </a:cubicBezTo>
                  <a:cubicBezTo>
                    <a:pt x="920" y="9030"/>
                    <a:pt x="1114" y="6062"/>
                    <a:pt x="2747" y="4182"/>
                  </a:cubicBezTo>
                  <a:cubicBezTo>
                    <a:pt x="4888" y="1695"/>
                    <a:pt x="4215" y="361"/>
                    <a:pt x="4135" y="221"/>
                  </a:cubicBezTo>
                  <a:cubicBezTo>
                    <a:pt x="4048" y="80"/>
                    <a:pt x="3897" y="1"/>
                    <a:pt x="374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3" name="Google Shape;2076;p36"/>
            <p:cNvSpPr/>
            <p:nvPr/>
          </p:nvSpPr>
          <p:spPr>
            <a:xfrm>
              <a:off x="2199810" y="3449236"/>
              <a:ext cx="227536" cy="542590"/>
            </a:xfrm>
            <a:custGeom>
              <a:avLst/>
              <a:gdLst/>
              <a:ahLst/>
              <a:cxnLst/>
              <a:rect l="l" t="t" r="r" b="b"/>
              <a:pathLst>
                <a:path w="8135" h="19399" extrusionOk="0">
                  <a:moveTo>
                    <a:pt x="612" y="1"/>
                  </a:moveTo>
                  <a:cubicBezTo>
                    <a:pt x="295" y="1"/>
                    <a:pt x="1" y="375"/>
                    <a:pt x="259" y="707"/>
                  </a:cubicBezTo>
                  <a:cubicBezTo>
                    <a:pt x="286" y="740"/>
                    <a:pt x="919" y="1574"/>
                    <a:pt x="3420" y="5828"/>
                  </a:cubicBezTo>
                  <a:cubicBezTo>
                    <a:pt x="4780" y="8115"/>
                    <a:pt x="5220" y="10763"/>
                    <a:pt x="5647" y="13303"/>
                  </a:cubicBezTo>
                  <a:cubicBezTo>
                    <a:pt x="6014" y="15484"/>
                    <a:pt x="6361" y="17545"/>
                    <a:pt x="7261" y="19172"/>
                  </a:cubicBezTo>
                  <a:cubicBezTo>
                    <a:pt x="7334" y="19312"/>
                    <a:pt x="7488" y="19398"/>
                    <a:pt x="7648" y="19398"/>
                  </a:cubicBezTo>
                  <a:cubicBezTo>
                    <a:pt x="7714" y="19398"/>
                    <a:pt x="7788" y="19378"/>
                    <a:pt x="7854" y="19345"/>
                  </a:cubicBezTo>
                  <a:cubicBezTo>
                    <a:pt x="8061" y="19225"/>
                    <a:pt x="8134" y="18958"/>
                    <a:pt x="8021" y="18745"/>
                  </a:cubicBezTo>
                  <a:cubicBezTo>
                    <a:pt x="7194" y="17251"/>
                    <a:pt x="6861" y="15271"/>
                    <a:pt x="6501" y="13163"/>
                  </a:cubicBezTo>
                  <a:cubicBezTo>
                    <a:pt x="6087" y="10663"/>
                    <a:pt x="5614" y="7815"/>
                    <a:pt x="4180" y="5381"/>
                  </a:cubicBezTo>
                  <a:cubicBezTo>
                    <a:pt x="1619" y="1034"/>
                    <a:pt x="966" y="200"/>
                    <a:pt x="946" y="173"/>
                  </a:cubicBezTo>
                  <a:cubicBezTo>
                    <a:pt x="849" y="51"/>
                    <a:pt x="729" y="1"/>
                    <a:pt x="61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4" name="Google Shape;2077;p36"/>
            <p:cNvSpPr/>
            <p:nvPr/>
          </p:nvSpPr>
          <p:spPr>
            <a:xfrm>
              <a:off x="1703454" y="3029658"/>
              <a:ext cx="610865" cy="465281"/>
            </a:xfrm>
            <a:custGeom>
              <a:avLst/>
              <a:gdLst/>
              <a:ahLst/>
              <a:cxnLst/>
              <a:rect l="l" t="t" r="r" b="b"/>
              <a:pathLst>
                <a:path w="21840" h="16635" extrusionOk="0">
                  <a:moveTo>
                    <a:pt x="11930" y="1"/>
                  </a:moveTo>
                  <a:cubicBezTo>
                    <a:pt x="11615" y="1"/>
                    <a:pt x="11294" y="8"/>
                    <a:pt x="10970" y="24"/>
                  </a:cubicBezTo>
                  <a:cubicBezTo>
                    <a:pt x="9563" y="90"/>
                    <a:pt x="8396" y="197"/>
                    <a:pt x="7402" y="330"/>
                  </a:cubicBezTo>
                  <a:cubicBezTo>
                    <a:pt x="5408" y="604"/>
                    <a:pt x="4168" y="1024"/>
                    <a:pt x="3294" y="1571"/>
                  </a:cubicBezTo>
                  <a:cubicBezTo>
                    <a:pt x="1994" y="2398"/>
                    <a:pt x="2221" y="3698"/>
                    <a:pt x="2221" y="3698"/>
                  </a:cubicBezTo>
                  <a:cubicBezTo>
                    <a:pt x="660" y="3971"/>
                    <a:pt x="0" y="5658"/>
                    <a:pt x="800" y="6799"/>
                  </a:cubicBezTo>
                  <a:cubicBezTo>
                    <a:pt x="1601" y="7939"/>
                    <a:pt x="5842" y="8919"/>
                    <a:pt x="9309" y="10940"/>
                  </a:cubicBezTo>
                  <a:cubicBezTo>
                    <a:pt x="12777" y="12967"/>
                    <a:pt x="16198" y="16635"/>
                    <a:pt x="16198" y="16635"/>
                  </a:cubicBezTo>
                  <a:cubicBezTo>
                    <a:pt x="17392" y="13227"/>
                    <a:pt x="21839" y="8459"/>
                    <a:pt x="21533" y="5759"/>
                  </a:cubicBezTo>
                  <a:cubicBezTo>
                    <a:pt x="21493" y="5398"/>
                    <a:pt x="21419" y="5045"/>
                    <a:pt x="21306" y="4705"/>
                  </a:cubicBezTo>
                  <a:cubicBezTo>
                    <a:pt x="20811" y="3171"/>
                    <a:pt x="19800" y="3124"/>
                    <a:pt x="19678" y="3124"/>
                  </a:cubicBezTo>
                  <a:cubicBezTo>
                    <a:pt x="19670" y="3124"/>
                    <a:pt x="19665" y="3124"/>
                    <a:pt x="19665" y="3124"/>
                  </a:cubicBezTo>
                  <a:cubicBezTo>
                    <a:pt x="19952" y="1565"/>
                    <a:pt x="16478" y="1"/>
                    <a:pt x="11930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5" name="Google Shape;2078;p36"/>
            <p:cNvSpPr/>
            <p:nvPr/>
          </p:nvSpPr>
          <p:spPr>
            <a:xfrm>
              <a:off x="1704573" y="3021435"/>
              <a:ext cx="614585" cy="481727"/>
            </a:xfrm>
            <a:custGeom>
              <a:avLst/>
              <a:gdLst/>
              <a:ahLst/>
              <a:cxnLst/>
              <a:rect l="l" t="t" r="r" b="b"/>
              <a:pathLst>
                <a:path w="21973" h="17223" extrusionOk="0">
                  <a:moveTo>
                    <a:pt x="11897" y="584"/>
                  </a:moveTo>
                  <a:cubicBezTo>
                    <a:pt x="15431" y="584"/>
                    <a:pt x="18172" y="1551"/>
                    <a:pt x="19045" y="2552"/>
                  </a:cubicBezTo>
                  <a:cubicBezTo>
                    <a:pt x="19292" y="2832"/>
                    <a:pt x="19392" y="3098"/>
                    <a:pt x="19339" y="3358"/>
                  </a:cubicBezTo>
                  <a:cubicBezTo>
                    <a:pt x="19325" y="3445"/>
                    <a:pt x="19345" y="3532"/>
                    <a:pt x="19405" y="3599"/>
                  </a:cubicBezTo>
                  <a:cubicBezTo>
                    <a:pt x="19461" y="3660"/>
                    <a:pt x="19534" y="3699"/>
                    <a:pt x="19613" y="3699"/>
                  </a:cubicBezTo>
                  <a:cubicBezTo>
                    <a:pt x="19620" y="3699"/>
                    <a:pt x="19626" y="3699"/>
                    <a:pt x="19632" y="3699"/>
                  </a:cubicBezTo>
                  <a:cubicBezTo>
                    <a:pt x="19672" y="3699"/>
                    <a:pt x="20546" y="3712"/>
                    <a:pt x="20993" y="5092"/>
                  </a:cubicBezTo>
                  <a:cubicBezTo>
                    <a:pt x="21093" y="5412"/>
                    <a:pt x="21166" y="5746"/>
                    <a:pt x="21199" y="6086"/>
                  </a:cubicBezTo>
                  <a:cubicBezTo>
                    <a:pt x="21366" y="7580"/>
                    <a:pt x="19899" y="9887"/>
                    <a:pt x="18472" y="12127"/>
                  </a:cubicBezTo>
                  <a:cubicBezTo>
                    <a:pt x="17552" y="13581"/>
                    <a:pt x="16591" y="15068"/>
                    <a:pt x="16051" y="16402"/>
                  </a:cubicBezTo>
                  <a:cubicBezTo>
                    <a:pt x="15104" y="15448"/>
                    <a:pt x="12263" y="12648"/>
                    <a:pt x="9423" y="10987"/>
                  </a:cubicBezTo>
                  <a:cubicBezTo>
                    <a:pt x="7782" y="10034"/>
                    <a:pt x="6082" y="9353"/>
                    <a:pt x="4435" y="8693"/>
                  </a:cubicBezTo>
                  <a:cubicBezTo>
                    <a:pt x="2794" y="8033"/>
                    <a:pt x="1374" y="7460"/>
                    <a:pt x="994" y="6926"/>
                  </a:cubicBezTo>
                  <a:cubicBezTo>
                    <a:pt x="674" y="6473"/>
                    <a:pt x="614" y="5886"/>
                    <a:pt x="834" y="5379"/>
                  </a:cubicBezTo>
                  <a:cubicBezTo>
                    <a:pt x="1074" y="4792"/>
                    <a:pt x="1601" y="4372"/>
                    <a:pt x="2227" y="4272"/>
                  </a:cubicBezTo>
                  <a:cubicBezTo>
                    <a:pt x="2388" y="4252"/>
                    <a:pt x="2494" y="4099"/>
                    <a:pt x="2461" y="3939"/>
                  </a:cubicBezTo>
                  <a:cubicBezTo>
                    <a:pt x="2461" y="3925"/>
                    <a:pt x="2287" y="2825"/>
                    <a:pt x="3414" y="2118"/>
                  </a:cubicBezTo>
                  <a:cubicBezTo>
                    <a:pt x="4301" y="1545"/>
                    <a:pt x="5582" y="1165"/>
                    <a:pt x="7402" y="918"/>
                  </a:cubicBezTo>
                  <a:cubicBezTo>
                    <a:pt x="8402" y="771"/>
                    <a:pt x="9596" y="671"/>
                    <a:pt x="10936" y="604"/>
                  </a:cubicBezTo>
                  <a:lnTo>
                    <a:pt x="11897" y="584"/>
                  </a:lnTo>
                  <a:close/>
                  <a:moveTo>
                    <a:pt x="11881" y="0"/>
                  </a:moveTo>
                  <a:cubicBezTo>
                    <a:pt x="11561" y="0"/>
                    <a:pt x="11239" y="8"/>
                    <a:pt x="10916" y="24"/>
                  </a:cubicBezTo>
                  <a:cubicBezTo>
                    <a:pt x="9556" y="91"/>
                    <a:pt x="8342" y="191"/>
                    <a:pt x="7329" y="331"/>
                  </a:cubicBezTo>
                  <a:cubicBezTo>
                    <a:pt x="5415" y="598"/>
                    <a:pt x="4175" y="938"/>
                    <a:pt x="3094" y="1625"/>
                  </a:cubicBezTo>
                  <a:cubicBezTo>
                    <a:pt x="2007" y="2305"/>
                    <a:pt x="1867" y="3292"/>
                    <a:pt x="1867" y="3759"/>
                  </a:cubicBezTo>
                  <a:cubicBezTo>
                    <a:pt x="1161" y="3959"/>
                    <a:pt x="580" y="4472"/>
                    <a:pt x="294" y="5152"/>
                  </a:cubicBezTo>
                  <a:cubicBezTo>
                    <a:pt x="0" y="5846"/>
                    <a:pt x="87" y="6646"/>
                    <a:pt x="520" y="7266"/>
                  </a:cubicBezTo>
                  <a:cubicBezTo>
                    <a:pt x="1000" y="7940"/>
                    <a:pt x="2421" y="8506"/>
                    <a:pt x="4221" y="9233"/>
                  </a:cubicBezTo>
                  <a:cubicBezTo>
                    <a:pt x="5768" y="9854"/>
                    <a:pt x="7522" y="10554"/>
                    <a:pt x="9123" y="11487"/>
                  </a:cubicBezTo>
                  <a:cubicBezTo>
                    <a:pt x="12517" y="13461"/>
                    <a:pt x="15904" y="17095"/>
                    <a:pt x="15938" y="17129"/>
                  </a:cubicBezTo>
                  <a:cubicBezTo>
                    <a:pt x="15998" y="17189"/>
                    <a:pt x="16071" y="17222"/>
                    <a:pt x="16158" y="17222"/>
                  </a:cubicBezTo>
                  <a:lnTo>
                    <a:pt x="16211" y="17222"/>
                  </a:lnTo>
                  <a:cubicBezTo>
                    <a:pt x="16318" y="17195"/>
                    <a:pt x="16398" y="17129"/>
                    <a:pt x="16431" y="17029"/>
                  </a:cubicBezTo>
                  <a:cubicBezTo>
                    <a:pt x="16905" y="15662"/>
                    <a:pt x="17952" y="14021"/>
                    <a:pt x="18959" y="12434"/>
                  </a:cubicBezTo>
                  <a:cubicBezTo>
                    <a:pt x="20506" y="10007"/>
                    <a:pt x="21973" y="7706"/>
                    <a:pt x="21773" y="6019"/>
                  </a:cubicBezTo>
                  <a:cubicBezTo>
                    <a:pt x="21733" y="5639"/>
                    <a:pt x="21659" y="5272"/>
                    <a:pt x="21553" y="4906"/>
                  </a:cubicBezTo>
                  <a:cubicBezTo>
                    <a:pt x="21133" y="3619"/>
                    <a:pt x="20366" y="3258"/>
                    <a:pt x="19932" y="3158"/>
                  </a:cubicBezTo>
                  <a:cubicBezTo>
                    <a:pt x="19892" y="2792"/>
                    <a:pt x="19739" y="2445"/>
                    <a:pt x="19485" y="2171"/>
                  </a:cubicBezTo>
                  <a:cubicBezTo>
                    <a:pt x="18347" y="875"/>
                    <a:pt x="15240" y="0"/>
                    <a:pt x="1188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6" name="Google Shape;2079;p36"/>
            <p:cNvSpPr/>
            <p:nvPr/>
          </p:nvSpPr>
          <p:spPr>
            <a:xfrm>
              <a:off x="1703454" y="3038888"/>
              <a:ext cx="610865" cy="456051"/>
            </a:xfrm>
            <a:custGeom>
              <a:avLst/>
              <a:gdLst/>
              <a:ahLst/>
              <a:cxnLst/>
              <a:rect l="l" t="t" r="r" b="b"/>
              <a:pathLst>
                <a:path w="21840" h="16305" extrusionOk="0">
                  <a:moveTo>
                    <a:pt x="7402" y="0"/>
                  </a:moveTo>
                  <a:lnTo>
                    <a:pt x="7402" y="0"/>
                  </a:lnTo>
                  <a:cubicBezTo>
                    <a:pt x="5408" y="274"/>
                    <a:pt x="4168" y="694"/>
                    <a:pt x="3294" y="1241"/>
                  </a:cubicBezTo>
                  <a:cubicBezTo>
                    <a:pt x="1994" y="2068"/>
                    <a:pt x="2221" y="3368"/>
                    <a:pt x="2221" y="3368"/>
                  </a:cubicBezTo>
                  <a:cubicBezTo>
                    <a:pt x="660" y="3641"/>
                    <a:pt x="0" y="5328"/>
                    <a:pt x="800" y="6469"/>
                  </a:cubicBezTo>
                  <a:cubicBezTo>
                    <a:pt x="1601" y="7609"/>
                    <a:pt x="5842" y="8589"/>
                    <a:pt x="9309" y="10610"/>
                  </a:cubicBezTo>
                  <a:cubicBezTo>
                    <a:pt x="12777" y="12637"/>
                    <a:pt x="16198" y="16305"/>
                    <a:pt x="16198" y="16305"/>
                  </a:cubicBezTo>
                  <a:cubicBezTo>
                    <a:pt x="17392" y="12897"/>
                    <a:pt x="21839" y="8129"/>
                    <a:pt x="21533" y="5429"/>
                  </a:cubicBezTo>
                  <a:cubicBezTo>
                    <a:pt x="21493" y="5068"/>
                    <a:pt x="21419" y="4715"/>
                    <a:pt x="21306" y="4375"/>
                  </a:cubicBezTo>
                  <a:cubicBezTo>
                    <a:pt x="21139" y="4755"/>
                    <a:pt x="21013" y="5162"/>
                    <a:pt x="20879" y="5535"/>
                  </a:cubicBezTo>
                  <a:cubicBezTo>
                    <a:pt x="19932" y="8243"/>
                    <a:pt x="18265" y="10630"/>
                    <a:pt x="16611" y="12977"/>
                  </a:cubicBezTo>
                  <a:cubicBezTo>
                    <a:pt x="16338" y="13371"/>
                    <a:pt x="16071" y="13804"/>
                    <a:pt x="15491" y="13824"/>
                  </a:cubicBezTo>
                  <a:cubicBezTo>
                    <a:pt x="15485" y="13824"/>
                    <a:pt x="15478" y="13824"/>
                    <a:pt x="15472" y="13824"/>
                  </a:cubicBezTo>
                  <a:cubicBezTo>
                    <a:pt x="14896" y="13824"/>
                    <a:pt x="14527" y="13232"/>
                    <a:pt x="14231" y="12730"/>
                  </a:cubicBezTo>
                  <a:cubicBezTo>
                    <a:pt x="12297" y="9456"/>
                    <a:pt x="8743" y="7189"/>
                    <a:pt x="4955" y="6802"/>
                  </a:cubicBezTo>
                  <a:cubicBezTo>
                    <a:pt x="4228" y="6729"/>
                    <a:pt x="3408" y="6696"/>
                    <a:pt x="2874" y="6202"/>
                  </a:cubicBezTo>
                  <a:cubicBezTo>
                    <a:pt x="2341" y="5709"/>
                    <a:pt x="2428" y="4568"/>
                    <a:pt x="3154" y="4475"/>
                  </a:cubicBezTo>
                  <a:cubicBezTo>
                    <a:pt x="2874" y="3595"/>
                    <a:pt x="3234" y="2428"/>
                    <a:pt x="4001" y="1888"/>
                  </a:cubicBezTo>
                  <a:cubicBezTo>
                    <a:pt x="4621" y="1434"/>
                    <a:pt x="5368" y="1627"/>
                    <a:pt x="6002" y="1387"/>
                  </a:cubicBezTo>
                  <a:cubicBezTo>
                    <a:pt x="6635" y="1141"/>
                    <a:pt x="7095" y="634"/>
                    <a:pt x="7402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7" name="Google Shape;2080;p36"/>
            <p:cNvSpPr/>
            <p:nvPr/>
          </p:nvSpPr>
          <p:spPr>
            <a:xfrm>
              <a:off x="1740738" y="3163662"/>
              <a:ext cx="52276" cy="52723"/>
            </a:xfrm>
            <a:custGeom>
              <a:avLst/>
              <a:gdLst/>
              <a:ahLst/>
              <a:cxnLst/>
              <a:rect l="l" t="t" r="r" b="b"/>
              <a:pathLst>
                <a:path w="1869" h="1885" extrusionOk="0">
                  <a:moveTo>
                    <a:pt x="661" y="1"/>
                  </a:moveTo>
                  <a:lnTo>
                    <a:pt x="661" y="1"/>
                  </a:lnTo>
                  <a:cubicBezTo>
                    <a:pt x="388" y="14"/>
                    <a:pt x="154" y="267"/>
                    <a:pt x="74" y="567"/>
                  </a:cubicBezTo>
                  <a:cubicBezTo>
                    <a:pt x="1" y="867"/>
                    <a:pt x="128" y="1194"/>
                    <a:pt x="321" y="1408"/>
                  </a:cubicBezTo>
                  <a:cubicBezTo>
                    <a:pt x="508" y="1628"/>
                    <a:pt x="768" y="1774"/>
                    <a:pt x="1055" y="1834"/>
                  </a:cubicBezTo>
                  <a:cubicBezTo>
                    <a:pt x="1216" y="1867"/>
                    <a:pt x="1380" y="1884"/>
                    <a:pt x="1545" y="1884"/>
                  </a:cubicBezTo>
                  <a:cubicBezTo>
                    <a:pt x="1652" y="1884"/>
                    <a:pt x="1760" y="1877"/>
                    <a:pt x="1868" y="1861"/>
                  </a:cubicBezTo>
                  <a:cubicBezTo>
                    <a:pt x="1355" y="1708"/>
                    <a:pt x="841" y="1574"/>
                    <a:pt x="534" y="1214"/>
                  </a:cubicBezTo>
                  <a:cubicBezTo>
                    <a:pt x="381" y="1048"/>
                    <a:pt x="294" y="827"/>
                    <a:pt x="301" y="601"/>
                  </a:cubicBezTo>
                  <a:cubicBezTo>
                    <a:pt x="314" y="354"/>
                    <a:pt x="448" y="127"/>
                    <a:pt x="6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8" name="Google Shape;2081;p36"/>
            <p:cNvSpPr/>
            <p:nvPr/>
          </p:nvSpPr>
          <p:spPr>
            <a:xfrm>
              <a:off x="1830830" y="3248719"/>
              <a:ext cx="85840" cy="31550"/>
            </a:xfrm>
            <a:custGeom>
              <a:avLst/>
              <a:gdLst/>
              <a:ahLst/>
              <a:cxnLst/>
              <a:rect l="l" t="t" r="r" b="b"/>
              <a:pathLst>
                <a:path w="3069" h="1128" extrusionOk="0">
                  <a:moveTo>
                    <a:pt x="1" y="0"/>
                  </a:moveTo>
                  <a:cubicBezTo>
                    <a:pt x="888" y="674"/>
                    <a:pt x="1955" y="1067"/>
                    <a:pt x="3068" y="1127"/>
                  </a:cubicBezTo>
                  <a:cubicBezTo>
                    <a:pt x="2568" y="894"/>
                    <a:pt x="2055" y="701"/>
                    <a:pt x="1548" y="521"/>
                  </a:cubicBezTo>
                  <a:cubicBezTo>
                    <a:pt x="1041" y="334"/>
                    <a:pt x="541" y="140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9" name="Google Shape;2082;p36"/>
            <p:cNvSpPr/>
            <p:nvPr/>
          </p:nvSpPr>
          <p:spPr>
            <a:xfrm>
              <a:off x="1952247" y="3290870"/>
              <a:ext cx="190280" cy="131151"/>
            </a:xfrm>
            <a:custGeom>
              <a:avLst/>
              <a:gdLst/>
              <a:ahLst/>
              <a:cxnLst/>
              <a:rect l="l" t="t" r="r" b="b"/>
              <a:pathLst>
                <a:path w="6803" h="4689" extrusionOk="0">
                  <a:moveTo>
                    <a:pt x="1" y="0"/>
                  </a:moveTo>
                  <a:lnTo>
                    <a:pt x="1" y="0"/>
                  </a:lnTo>
                  <a:cubicBezTo>
                    <a:pt x="1221" y="647"/>
                    <a:pt x="2408" y="1361"/>
                    <a:pt x="3549" y="2134"/>
                  </a:cubicBezTo>
                  <a:cubicBezTo>
                    <a:pt x="4682" y="2921"/>
                    <a:pt x="5769" y="3775"/>
                    <a:pt x="6803" y="4688"/>
                  </a:cubicBezTo>
                  <a:cubicBezTo>
                    <a:pt x="5903" y="3615"/>
                    <a:pt x="4862" y="2674"/>
                    <a:pt x="3709" y="1894"/>
                  </a:cubicBezTo>
                  <a:cubicBezTo>
                    <a:pt x="2562" y="1101"/>
                    <a:pt x="1315" y="467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0" name="Google Shape;2083;p36"/>
            <p:cNvSpPr/>
            <p:nvPr/>
          </p:nvSpPr>
          <p:spPr>
            <a:xfrm>
              <a:off x="2161351" y="3355033"/>
              <a:ext cx="41060" cy="66233"/>
            </a:xfrm>
            <a:custGeom>
              <a:avLst/>
              <a:gdLst/>
              <a:ahLst/>
              <a:cxnLst/>
              <a:rect l="l" t="t" r="r" b="b"/>
              <a:pathLst>
                <a:path w="1468" h="2368" extrusionOk="0">
                  <a:moveTo>
                    <a:pt x="1467" y="0"/>
                  </a:moveTo>
                  <a:lnTo>
                    <a:pt x="1467" y="0"/>
                  </a:lnTo>
                  <a:cubicBezTo>
                    <a:pt x="1021" y="200"/>
                    <a:pt x="640" y="534"/>
                    <a:pt x="394" y="961"/>
                  </a:cubicBezTo>
                  <a:cubicBezTo>
                    <a:pt x="154" y="1387"/>
                    <a:pt x="0" y="1874"/>
                    <a:pt x="54" y="2368"/>
                  </a:cubicBezTo>
                  <a:cubicBezTo>
                    <a:pt x="214" y="1934"/>
                    <a:pt x="414" y="1514"/>
                    <a:pt x="640" y="1107"/>
                  </a:cubicBezTo>
                  <a:cubicBezTo>
                    <a:pt x="880" y="714"/>
                    <a:pt x="1161" y="347"/>
                    <a:pt x="14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1" name="Google Shape;2084;p36"/>
            <p:cNvSpPr/>
            <p:nvPr/>
          </p:nvSpPr>
          <p:spPr>
            <a:xfrm>
              <a:off x="1779169" y="2975060"/>
              <a:ext cx="485335" cy="283756"/>
            </a:xfrm>
            <a:custGeom>
              <a:avLst/>
              <a:gdLst/>
              <a:ahLst/>
              <a:cxnLst/>
              <a:rect l="l" t="t" r="r" b="b"/>
              <a:pathLst>
                <a:path w="17352" h="10145" extrusionOk="0">
                  <a:moveTo>
                    <a:pt x="7228" y="0"/>
                  </a:moveTo>
                  <a:cubicBezTo>
                    <a:pt x="6864" y="0"/>
                    <a:pt x="6496" y="5"/>
                    <a:pt x="6129" y="22"/>
                  </a:cubicBezTo>
                  <a:cubicBezTo>
                    <a:pt x="4955" y="75"/>
                    <a:pt x="3768" y="215"/>
                    <a:pt x="2708" y="589"/>
                  </a:cubicBezTo>
                  <a:cubicBezTo>
                    <a:pt x="981" y="1215"/>
                    <a:pt x="1688" y="2983"/>
                    <a:pt x="1861" y="3776"/>
                  </a:cubicBezTo>
                  <a:cubicBezTo>
                    <a:pt x="2034" y="4570"/>
                    <a:pt x="1" y="5817"/>
                    <a:pt x="754" y="7711"/>
                  </a:cubicBezTo>
                  <a:cubicBezTo>
                    <a:pt x="1399" y="9345"/>
                    <a:pt x="5241" y="10145"/>
                    <a:pt x="9115" y="10145"/>
                  </a:cubicBezTo>
                  <a:cubicBezTo>
                    <a:pt x="9730" y="10145"/>
                    <a:pt x="10346" y="10125"/>
                    <a:pt x="10950" y="10084"/>
                  </a:cubicBezTo>
                  <a:cubicBezTo>
                    <a:pt x="14564" y="9844"/>
                    <a:pt x="16572" y="8457"/>
                    <a:pt x="17139" y="7257"/>
                  </a:cubicBezTo>
                  <a:cubicBezTo>
                    <a:pt x="17299" y="6904"/>
                    <a:pt x="17352" y="6557"/>
                    <a:pt x="17265" y="6263"/>
                  </a:cubicBezTo>
                  <a:cubicBezTo>
                    <a:pt x="16905" y="4983"/>
                    <a:pt x="15858" y="4616"/>
                    <a:pt x="16072" y="3329"/>
                  </a:cubicBezTo>
                  <a:cubicBezTo>
                    <a:pt x="16292" y="2049"/>
                    <a:pt x="14438" y="95"/>
                    <a:pt x="8303" y="8"/>
                  </a:cubicBezTo>
                  <a:cubicBezTo>
                    <a:pt x="7953" y="5"/>
                    <a:pt x="7593" y="0"/>
                    <a:pt x="7228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2" name="Google Shape;2085;p36"/>
            <p:cNvSpPr/>
            <p:nvPr/>
          </p:nvSpPr>
          <p:spPr>
            <a:xfrm>
              <a:off x="1778050" y="2967033"/>
              <a:ext cx="494482" cy="299978"/>
            </a:xfrm>
            <a:custGeom>
              <a:avLst/>
              <a:gdLst/>
              <a:ahLst/>
              <a:cxnLst/>
              <a:rect l="l" t="t" r="r" b="b"/>
              <a:pathLst>
                <a:path w="17679" h="10725" extrusionOk="0">
                  <a:moveTo>
                    <a:pt x="7323" y="576"/>
                  </a:moveTo>
                  <a:lnTo>
                    <a:pt x="8336" y="582"/>
                  </a:lnTo>
                  <a:cubicBezTo>
                    <a:pt x="13371" y="662"/>
                    <a:pt x="15005" y="1989"/>
                    <a:pt x="15478" y="2549"/>
                  </a:cubicBezTo>
                  <a:cubicBezTo>
                    <a:pt x="15765" y="2896"/>
                    <a:pt x="15878" y="3243"/>
                    <a:pt x="15825" y="3570"/>
                  </a:cubicBezTo>
                  <a:cubicBezTo>
                    <a:pt x="15671" y="4437"/>
                    <a:pt x="16045" y="4963"/>
                    <a:pt x="16405" y="5470"/>
                  </a:cubicBezTo>
                  <a:cubicBezTo>
                    <a:pt x="16645" y="5810"/>
                    <a:pt x="16892" y="6157"/>
                    <a:pt x="17025" y="6637"/>
                  </a:cubicBezTo>
                  <a:cubicBezTo>
                    <a:pt x="17092" y="6857"/>
                    <a:pt x="17045" y="7131"/>
                    <a:pt x="16912" y="7417"/>
                  </a:cubicBezTo>
                  <a:cubicBezTo>
                    <a:pt x="16412" y="8498"/>
                    <a:pt x="14544" y="9845"/>
                    <a:pt x="10970" y="10078"/>
                  </a:cubicBezTo>
                  <a:cubicBezTo>
                    <a:pt x="10387" y="10118"/>
                    <a:pt x="9789" y="10137"/>
                    <a:pt x="9191" y="10137"/>
                  </a:cubicBezTo>
                  <a:cubicBezTo>
                    <a:pt x="5442" y="10137"/>
                    <a:pt x="1648" y="9368"/>
                    <a:pt x="1068" y="7884"/>
                  </a:cubicBezTo>
                  <a:cubicBezTo>
                    <a:pt x="654" y="6844"/>
                    <a:pt x="1194" y="6030"/>
                    <a:pt x="1674" y="5303"/>
                  </a:cubicBezTo>
                  <a:cubicBezTo>
                    <a:pt x="2001" y="4830"/>
                    <a:pt x="2275" y="4410"/>
                    <a:pt x="2188" y="3996"/>
                  </a:cubicBezTo>
                  <a:cubicBezTo>
                    <a:pt x="2161" y="3903"/>
                    <a:pt x="2134" y="3796"/>
                    <a:pt x="2101" y="3676"/>
                  </a:cubicBezTo>
                  <a:cubicBezTo>
                    <a:pt x="1821" y="2596"/>
                    <a:pt x="1661" y="1576"/>
                    <a:pt x="2841" y="1156"/>
                  </a:cubicBezTo>
                  <a:cubicBezTo>
                    <a:pt x="3742" y="836"/>
                    <a:pt x="4802" y="662"/>
                    <a:pt x="6176" y="602"/>
                  </a:cubicBezTo>
                  <a:lnTo>
                    <a:pt x="7323" y="576"/>
                  </a:lnTo>
                  <a:close/>
                  <a:moveTo>
                    <a:pt x="7282" y="0"/>
                  </a:moveTo>
                  <a:cubicBezTo>
                    <a:pt x="6912" y="0"/>
                    <a:pt x="6532" y="5"/>
                    <a:pt x="6156" y="22"/>
                  </a:cubicBezTo>
                  <a:cubicBezTo>
                    <a:pt x="4722" y="75"/>
                    <a:pt x="3608" y="269"/>
                    <a:pt x="2655" y="602"/>
                  </a:cubicBezTo>
                  <a:cubicBezTo>
                    <a:pt x="861" y="1242"/>
                    <a:pt x="1321" y="2990"/>
                    <a:pt x="1541" y="3830"/>
                  </a:cubicBezTo>
                  <a:cubicBezTo>
                    <a:pt x="1568" y="3936"/>
                    <a:pt x="1568" y="3943"/>
                    <a:pt x="1608" y="4123"/>
                  </a:cubicBezTo>
                  <a:cubicBezTo>
                    <a:pt x="1654" y="4297"/>
                    <a:pt x="1414" y="4643"/>
                    <a:pt x="1194" y="4990"/>
                  </a:cubicBezTo>
                  <a:cubicBezTo>
                    <a:pt x="687" y="5737"/>
                    <a:pt x="1" y="6777"/>
                    <a:pt x="527" y="8104"/>
                  </a:cubicBezTo>
                  <a:cubicBezTo>
                    <a:pt x="1234" y="9891"/>
                    <a:pt x="5222" y="10725"/>
                    <a:pt x="9190" y="10725"/>
                  </a:cubicBezTo>
                  <a:cubicBezTo>
                    <a:pt x="9797" y="10725"/>
                    <a:pt x="10410" y="10698"/>
                    <a:pt x="11010" y="10665"/>
                  </a:cubicBezTo>
                  <a:cubicBezTo>
                    <a:pt x="14845" y="10405"/>
                    <a:pt x="16872" y="8891"/>
                    <a:pt x="17439" y="7664"/>
                  </a:cubicBezTo>
                  <a:lnTo>
                    <a:pt x="17445" y="7664"/>
                  </a:lnTo>
                  <a:cubicBezTo>
                    <a:pt x="17639" y="7244"/>
                    <a:pt x="17679" y="6837"/>
                    <a:pt x="17579" y="6477"/>
                  </a:cubicBezTo>
                  <a:cubicBezTo>
                    <a:pt x="17425" y="5904"/>
                    <a:pt x="17139" y="5497"/>
                    <a:pt x="16878" y="5137"/>
                  </a:cubicBezTo>
                  <a:cubicBezTo>
                    <a:pt x="16538" y="4657"/>
                    <a:pt x="16292" y="4297"/>
                    <a:pt x="16398" y="3670"/>
                  </a:cubicBezTo>
                  <a:cubicBezTo>
                    <a:pt x="16478" y="3176"/>
                    <a:pt x="16312" y="2643"/>
                    <a:pt x="15925" y="2176"/>
                  </a:cubicBezTo>
                  <a:cubicBezTo>
                    <a:pt x="15278" y="1396"/>
                    <a:pt x="13431" y="75"/>
                    <a:pt x="8343" y="9"/>
                  </a:cubicBezTo>
                  <a:cubicBezTo>
                    <a:pt x="8009" y="5"/>
                    <a:pt x="7651" y="0"/>
                    <a:pt x="728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3" name="Google Shape;2086;p36"/>
            <p:cNvSpPr/>
            <p:nvPr/>
          </p:nvSpPr>
          <p:spPr>
            <a:xfrm>
              <a:off x="1779169" y="2975648"/>
              <a:ext cx="479378" cy="283168"/>
            </a:xfrm>
            <a:custGeom>
              <a:avLst/>
              <a:gdLst/>
              <a:ahLst/>
              <a:cxnLst/>
              <a:rect l="l" t="t" r="r" b="b"/>
              <a:pathLst>
                <a:path w="17139" h="10124" extrusionOk="0">
                  <a:moveTo>
                    <a:pt x="6129" y="1"/>
                  </a:moveTo>
                  <a:cubicBezTo>
                    <a:pt x="4955" y="54"/>
                    <a:pt x="3768" y="194"/>
                    <a:pt x="2708" y="568"/>
                  </a:cubicBezTo>
                  <a:cubicBezTo>
                    <a:pt x="981" y="1194"/>
                    <a:pt x="1688" y="2962"/>
                    <a:pt x="1861" y="3755"/>
                  </a:cubicBezTo>
                  <a:cubicBezTo>
                    <a:pt x="2034" y="4549"/>
                    <a:pt x="1" y="5796"/>
                    <a:pt x="754" y="7690"/>
                  </a:cubicBezTo>
                  <a:cubicBezTo>
                    <a:pt x="1399" y="9324"/>
                    <a:pt x="5241" y="10124"/>
                    <a:pt x="9115" y="10124"/>
                  </a:cubicBezTo>
                  <a:cubicBezTo>
                    <a:pt x="9730" y="10124"/>
                    <a:pt x="10346" y="10104"/>
                    <a:pt x="10950" y="10063"/>
                  </a:cubicBezTo>
                  <a:cubicBezTo>
                    <a:pt x="14564" y="9823"/>
                    <a:pt x="16572" y="8436"/>
                    <a:pt x="17139" y="7236"/>
                  </a:cubicBezTo>
                  <a:lnTo>
                    <a:pt x="17139" y="7236"/>
                  </a:lnTo>
                  <a:lnTo>
                    <a:pt x="16598" y="7523"/>
                  </a:lnTo>
                  <a:cubicBezTo>
                    <a:pt x="14443" y="8642"/>
                    <a:pt x="12007" y="9212"/>
                    <a:pt x="9572" y="9212"/>
                  </a:cubicBezTo>
                  <a:cubicBezTo>
                    <a:pt x="7930" y="9212"/>
                    <a:pt x="6290" y="8953"/>
                    <a:pt x="4735" y="8430"/>
                  </a:cubicBezTo>
                  <a:cubicBezTo>
                    <a:pt x="427" y="6969"/>
                    <a:pt x="4568" y="2428"/>
                    <a:pt x="6029" y="161"/>
                  </a:cubicBezTo>
                  <a:lnTo>
                    <a:pt x="6129" y="1"/>
                  </a:ln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4" name="Google Shape;2087;p36"/>
            <p:cNvSpPr/>
            <p:nvPr/>
          </p:nvSpPr>
          <p:spPr>
            <a:xfrm>
              <a:off x="1836619" y="3033098"/>
              <a:ext cx="24642" cy="53367"/>
            </a:xfrm>
            <a:custGeom>
              <a:avLst/>
              <a:gdLst/>
              <a:ahLst/>
              <a:cxnLst/>
              <a:rect l="l" t="t" r="r" b="b"/>
              <a:pathLst>
                <a:path w="881" h="1908" extrusionOk="0">
                  <a:moveTo>
                    <a:pt x="294" y="1"/>
                  </a:moveTo>
                  <a:cubicBezTo>
                    <a:pt x="40" y="294"/>
                    <a:pt x="0" y="728"/>
                    <a:pt x="114" y="1101"/>
                  </a:cubicBezTo>
                  <a:cubicBezTo>
                    <a:pt x="234" y="1474"/>
                    <a:pt x="507" y="1808"/>
                    <a:pt x="881" y="1908"/>
                  </a:cubicBezTo>
                  <a:cubicBezTo>
                    <a:pt x="661" y="1641"/>
                    <a:pt x="494" y="1341"/>
                    <a:pt x="394" y="1014"/>
                  </a:cubicBezTo>
                  <a:cubicBezTo>
                    <a:pt x="287" y="688"/>
                    <a:pt x="254" y="341"/>
                    <a:pt x="29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5" name="Google Shape;2088;p36"/>
            <p:cNvSpPr/>
            <p:nvPr/>
          </p:nvSpPr>
          <p:spPr>
            <a:xfrm>
              <a:off x="1814411" y="3123945"/>
              <a:ext cx="51884" cy="89280"/>
            </a:xfrm>
            <a:custGeom>
              <a:avLst/>
              <a:gdLst/>
              <a:ahLst/>
              <a:cxnLst/>
              <a:rect l="l" t="t" r="r" b="b"/>
              <a:pathLst>
                <a:path w="1855" h="3192" extrusionOk="0">
                  <a:moveTo>
                    <a:pt x="1141" y="0"/>
                  </a:moveTo>
                  <a:cubicBezTo>
                    <a:pt x="441" y="260"/>
                    <a:pt x="1" y="1107"/>
                    <a:pt x="174" y="1887"/>
                  </a:cubicBezTo>
                  <a:cubicBezTo>
                    <a:pt x="346" y="2624"/>
                    <a:pt x="1038" y="3192"/>
                    <a:pt x="1749" y="3192"/>
                  </a:cubicBezTo>
                  <a:cubicBezTo>
                    <a:pt x="1784" y="3192"/>
                    <a:pt x="1820" y="3191"/>
                    <a:pt x="1855" y="3188"/>
                  </a:cubicBezTo>
                  <a:cubicBezTo>
                    <a:pt x="1155" y="3008"/>
                    <a:pt x="601" y="2461"/>
                    <a:pt x="461" y="1821"/>
                  </a:cubicBezTo>
                  <a:cubicBezTo>
                    <a:pt x="321" y="1181"/>
                    <a:pt x="574" y="460"/>
                    <a:pt x="114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6" name="Google Shape;2089;p36"/>
            <p:cNvSpPr/>
            <p:nvPr/>
          </p:nvSpPr>
          <p:spPr>
            <a:xfrm>
              <a:off x="1914404" y="3211603"/>
              <a:ext cx="220488" cy="18404"/>
            </a:xfrm>
            <a:custGeom>
              <a:avLst/>
              <a:gdLst/>
              <a:ahLst/>
              <a:cxnLst/>
              <a:rect l="l" t="t" r="r" b="b"/>
              <a:pathLst>
                <a:path w="7883" h="658" extrusionOk="0">
                  <a:moveTo>
                    <a:pt x="7882" y="0"/>
                  </a:moveTo>
                  <a:lnTo>
                    <a:pt x="7882" y="0"/>
                  </a:lnTo>
                  <a:cubicBezTo>
                    <a:pt x="6433" y="249"/>
                    <a:pt x="4970" y="373"/>
                    <a:pt x="3506" y="373"/>
                  </a:cubicBezTo>
                  <a:cubicBezTo>
                    <a:pt x="2335" y="373"/>
                    <a:pt x="1164" y="294"/>
                    <a:pt x="0" y="134"/>
                  </a:cubicBezTo>
                  <a:lnTo>
                    <a:pt x="0" y="134"/>
                  </a:lnTo>
                  <a:cubicBezTo>
                    <a:pt x="1177" y="483"/>
                    <a:pt x="2399" y="658"/>
                    <a:pt x="3625" y="658"/>
                  </a:cubicBezTo>
                  <a:cubicBezTo>
                    <a:pt x="3733" y="658"/>
                    <a:pt x="3840" y="657"/>
                    <a:pt x="3948" y="654"/>
                  </a:cubicBezTo>
                  <a:cubicBezTo>
                    <a:pt x="5282" y="627"/>
                    <a:pt x="6622" y="434"/>
                    <a:pt x="788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7" name="Google Shape;2090;p36"/>
            <p:cNvSpPr/>
            <p:nvPr/>
          </p:nvSpPr>
          <p:spPr>
            <a:xfrm>
              <a:off x="2160037" y="3173731"/>
              <a:ext cx="50010" cy="33788"/>
            </a:xfrm>
            <a:custGeom>
              <a:avLst/>
              <a:gdLst/>
              <a:ahLst/>
              <a:cxnLst/>
              <a:rect l="l" t="t" r="r" b="b"/>
              <a:pathLst>
                <a:path w="1788" h="1208" extrusionOk="0">
                  <a:moveTo>
                    <a:pt x="1788" y="1"/>
                  </a:moveTo>
                  <a:lnTo>
                    <a:pt x="1788" y="1"/>
                  </a:lnTo>
                  <a:cubicBezTo>
                    <a:pt x="1468" y="207"/>
                    <a:pt x="1188" y="407"/>
                    <a:pt x="901" y="608"/>
                  </a:cubicBezTo>
                  <a:cubicBezTo>
                    <a:pt x="607" y="808"/>
                    <a:pt x="307" y="988"/>
                    <a:pt x="1" y="1208"/>
                  </a:cubicBezTo>
                  <a:cubicBezTo>
                    <a:pt x="767" y="1161"/>
                    <a:pt x="1454" y="694"/>
                    <a:pt x="178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8" name="Google Shape;2091;p36"/>
            <p:cNvSpPr/>
            <p:nvPr/>
          </p:nvSpPr>
          <p:spPr>
            <a:xfrm>
              <a:off x="2656364" y="2141163"/>
              <a:ext cx="243619" cy="376448"/>
            </a:xfrm>
            <a:custGeom>
              <a:avLst/>
              <a:gdLst/>
              <a:ahLst/>
              <a:cxnLst/>
              <a:rect l="l" t="t" r="r" b="b"/>
              <a:pathLst>
                <a:path w="8710" h="13459" extrusionOk="0">
                  <a:moveTo>
                    <a:pt x="5053" y="0"/>
                  </a:moveTo>
                  <a:cubicBezTo>
                    <a:pt x="4802" y="0"/>
                    <a:pt x="4551" y="21"/>
                    <a:pt x="4301" y="61"/>
                  </a:cubicBezTo>
                  <a:cubicBezTo>
                    <a:pt x="1934" y="475"/>
                    <a:pt x="661" y="2715"/>
                    <a:pt x="661" y="2715"/>
                  </a:cubicBezTo>
                  <a:cubicBezTo>
                    <a:pt x="894" y="8270"/>
                    <a:pt x="0" y="13458"/>
                    <a:pt x="0" y="13458"/>
                  </a:cubicBezTo>
                  <a:cubicBezTo>
                    <a:pt x="0" y="13458"/>
                    <a:pt x="3061" y="12151"/>
                    <a:pt x="5262" y="9977"/>
                  </a:cubicBezTo>
                  <a:cubicBezTo>
                    <a:pt x="5809" y="9444"/>
                    <a:pt x="6289" y="8844"/>
                    <a:pt x="6682" y="8190"/>
                  </a:cubicBezTo>
                  <a:cubicBezTo>
                    <a:pt x="8596" y="4963"/>
                    <a:pt x="8709" y="381"/>
                    <a:pt x="5549" y="28"/>
                  </a:cubicBezTo>
                  <a:cubicBezTo>
                    <a:pt x="5384" y="9"/>
                    <a:pt x="5219" y="0"/>
                    <a:pt x="5053" y="0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9" name="Google Shape;2092;p36"/>
            <p:cNvSpPr/>
            <p:nvPr/>
          </p:nvSpPr>
          <p:spPr>
            <a:xfrm>
              <a:off x="2645903" y="2132940"/>
              <a:ext cx="255002" cy="397901"/>
            </a:xfrm>
            <a:custGeom>
              <a:avLst/>
              <a:gdLst/>
              <a:ahLst/>
              <a:cxnLst/>
              <a:rect l="l" t="t" r="r" b="b"/>
              <a:pathLst>
                <a:path w="9117" h="14226" extrusionOk="0">
                  <a:moveTo>
                    <a:pt x="5425" y="581"/>
                  </a:moveTo>
                  <a:cubicBezTo>
                    <a:pt x="5580" y="581"/>
                    <a:pt x="5735" y="590"/>
                    <a:pt x="5889" y="609"/>
                  </a:cubicBezTo>
                  <a:cubicBezTo>
                    <a:pt x="6736" y="709"/>
                    <a:pt x="7356" y="1135"/>
                    <a:pt x="7723" y="1882"/>
                  </a:cubicBezTo>
                  <a:cubicBezTo>
                    <a:pt x="8490" y="3423"/>
                    <a:pt x="8110" y="6137"/>
                    <a:pt x="6809" y="8344"/>
                  </a:cubicBezTo>
                  <a:cubicBezTo>
                    <a:pt x="6423" y="8971"/>
                    <a:pt x="5963" y="9544"/>
                    <a:pt x="5436" y="10058"/>
                  </a:cubicBezTo>
                  <a:cubicBezTo>
                    <a:pt x="3809" y="11672"/>
                    <a:pt x="1681" y="12805"/>
                    <a:pt x="741" y="13252"/>
                  </a:cubicBezTo>
                  <a:cubicBezTo>
                    <a:pt x="955" y="11785"/>
                    <a:pt x="1501" y="7544"/>
                    <a:pt x="1321" y="3083"/>
                  </a:cubicBezTo>
                  <a:cubicBezTo>
                    <a:pt x="1555" y="2716"/>
                    <a:pt x="2742" y="982"/>
                    <a:pt x="4722" y="642"/>
                  </a:cubicBezTo>
                  <a:cubicBezTo>
                    <a:pt x="4955" y="602"/>
                    <a:pt x="5191" y="581"/>
                    <a:pt x="5425" y="581"/>
                  </a:cubicBezTo>
                  <a:close/>
                  <a:moveTo>
                    <a:pt x="5401" y="1"/>
                  </a:moveTo>
                  <a:cubicBezTo>
                    <a:pt x="5144" y="1"/>
                    <a:pt x="4889" y="22"/>
                    <a:pt x="4635" y="68"/>
                  </a:cubicBezTo>
                  <a:cubicBezTo>
                    <a:pt x="2155" y="489"/>
                    <a:pt x="841" y="2769"/>
                    <a:pt x="781" y="2869"/>
                  </a:cubicBezTo>
                  <a:lnTo>
                    <a:pt x="741" y="2943"/>
                  </a:lnTo>
                  <a:lnTo>
                    <a:pt x="741" y="3023"/>
                  </a:lnTo>
                  <a:cubicBezTo>
                    <a:pt x="975" y="8484"/>
                    <a:pt x="88" y="13645"/>
                    <a:pt x="81" y="13705"/>
                  </a:cubicBezTo>
                  <a:lnTo>
                    <a:pt x="1" y="14226"/>
                  </a:lnTo>
                  <a:lnTo>
                    <a:pt x="488" y="14019"/>
                  </a:lnTo>
                  <a:cubicBezTo>
                    <a:pt x="621" y="13959"/>
                    <a:pt x="3635" y="12672"/>
                    <a:pt x="5849" y="10478"/>
                  </a:cubicBezTo>
                  <a:cubicBezTo>
                    <a:pt x="6416" y="9924"/>
                    <a:pt x="6909" y="9311"/>
                    <a:pt x="7316" y="8637"/>
                  </a:cubicBezTo>
                  <a:cubicBezTo>
                    <a:pt x="8730" y="6237"/>
                    <a:pt x="9117" y="3356"/>
                    <a:pt x="8256" y="1622"/>
                  </a:cubicBezTo>
                  <a:cubicBezTo>
                    <a:pt x="7803" y="702"/>
                    <a:pt x="7003" y="149"/>
                    <a:pt x="5969" y="35"/>
                  </a:cubicBezTo>
                  <a:cubicBezTo>
                    <a:pt x="5780" y="13"/>
                    <a:pt x="5590" y="1"/>
                    <a:pt x="540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0" name="Google Shape;2093;p36"/>
            <p:cNvSpPr/>
            <p:nvPr/>
          </p:nvSpPr>
          <p:spPr>
            <a:xfrm>
              <a:off x="2656364" y="2142869"/>
              <a:ext cx="147178" cy="374742"/>
            </a:xfrm>
            <a:custGeom>
              <a:avLst/>
              <a:gdLst/>
              <a:ahLst/>
              <a:cxnLst/>
              <a:rect l="l" t="t" r="r" b="b"/>
              <a:pathLst>
                <a:path w="5262" h="13398" extrusionOk="0">
                  <a:moveTo>
                    <a:pt x="4301" y="0"/>
                  </a:moveTo>
                  <a:cubicBezTo>
                    <a:pt x="1934" y="414"/>
                    <a:pt x="661" y="2654"/>
                    <a:pt x="661" y="2654"/>
                  </a:cubicBezTo>
                  <a:cubicBezTo>
                    <a:pt x="894" y="8216"/>
                    <a:pt x="0" y="13397"/>
                    <a:pt x="0" y="13397"/>
                  </a:cubicBezTo>
                  <a:cubicBezTo>
                    <a:pt x="0" y="13397"/>
                    <a:pt x="3061" y="12090"/>
                    <a:pt x="5262" y="9916"/>
                  </a:cubicBezTo>
                  <a:cubicBezTo>
                    <a:pt x="5068" y="9736"/>
                    <a:pt x="4848" y="9589"/>
                    <a:pt x="4702" y="9383"/>
                  </a:cubicBezTo>
                  <a:cubicBezTo>
                    <a:pt x="4428" y="9003"/>
                    <a:pt x="4402" y="8516"/>
                    <a:pt x="4395" y="8049"/>
                  </a:cubicBezTo>
                  <a:cubicBezTo>
                    <a:pt x="4328" y="5882"/>
                    <a:pt x="4268" y="3701"/>
                    <a:pt x="4201" y="1534"/>
                  </a:cubicBezTo>
                  <a:cubicBezTo>
                    <a:pt x="4188" y="1034"/>
                    <a:pt x="4188" y="494"/>
                    <a:pt x="4301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1" name="Google Shape;2094;p36"/>
            <p:cNvSpPr/>
            <p:nvPr/>
          </p:nvSpPr>
          <p:spPr>
            <a:xfrm>
              <a:off x="2678740" y="2191341"/>
              <a:ext cx="184294" cy="110649"/>
            </a:xfrm>
            <a:custGeom>
              <a:avLst/>
              <a:gdLst/>
              <a:ahLst/>
              <a:cxnLst/>
              <a:rect l="l" t="t" r="r" b="b"/>
              <a:pathLst>
                <a:path w="6589" h="3956" extrusionOk="0">
                  <a:moveTo>
                    <a:pt x="4069" y="1"/>
                  </a:moveTo>
                  <a:cubicBezTo>
                    <a:pt x="4058" y="1"/>
                    <a:pt x="4046" y="1"/>
                    <a:pt x="4035" y="1"/>
                  </a:cubicBezTo>
                  <a:cubicBezTo>
                    <a:pt x="1601" y="34"/>
                    <a:pt x="121" y="3402"/>
                    <a:pt x="67" y="3542"/>
                  </a:cubicBezTo>
                  <a:cubicBezTo>
                    <a:pt x="1" y="3695"/>
                    <a:pt x="67" y="3862"/>
                    <a:pt x="214" y="3929"/>
                  </a:cubicBezTo>
                  <a:lnTo>
                    <a:pt x="334" y="3955"/>
                  </a:lnTo>
                  <a:cubicBezTo>
                    <a:pt x="447" y="3955"/>
                    <a:pt x="554" y="3889"/>
                    <a:pt x="601" y="3782"/>
                  </a:cubicBezTo>
                  <a:cubicBezTo>
                    <a:pt x="614" y="3749"/>
                    <a:pt x="1981" y="615"/>
                    <a:pt x="4035" y="581"/>
                  </a:cubicBezTo>
                  <a:cubicBezTo>
                    <a:pt x="4622" y="581"/>
                    <a:pt x="5089" y="735"/>
                    <a:pt x="5422" y="1061"/>
                  </a:cubicBezTo>
                  <a:cubicBezTo>
                    <a:pt x="6002" y="1621"/>
                    <a:pt x="6009" y="2502"/>
                    <a:pt x="6009" y="2515"/>
                  </a:cubicBezTo>
                  <a:cubicBezTo>
                    <a:pt x="6009" y="2708"/>
                    <a:pt x="6154" y="2805"/>
                    <a:pt x="6299" y="2805"/>
                  </a:cubicBezTo>
                  <a:cubicBezTo>
                    <a:pt x="6444" y="2805"/>
                    <a:pt x="6589" y="2708"/>
                    <a:pt x="6589" y="2515"/>
                  </a:cubicBezTo>
                  <a:cubicBezTo>
                    <a:pt x="6589" y="2468"/>
                    <a:pt x="6582" y="1388"/>
                    <a:pt x="5842" y="655"/>
                  </a:cubicBezTo>
                  <a:cubicBezTo>
                    <a:pt x="5396" y="215"/>
                    <a:pt x="4800" y="1"/>
                    <a:pt x="406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2" name="Google Shape;2095;p36"/>
            <p:cNvSpPr/>
            <p:nvPr/>
          </p:nvSpPr>
          <p:spPr>
            <a:xfrm>
              <a:off x="2724052" y="2200683"/>
              <a:ext cx="69617" cy="172939"/>
            </a:xfrm>
            <a:custGeom>
              <a:avLst/>
              <a:gdLst/>
              <a:ahLst/>
              <a:cxnLst/>
              <a:rect l="l" t="t" r="r" b="b"/>
              <a:pathLst>
                <a:path w="2489" h="6183" extrusionOk="0">
                  <a:moveTo>
                    <a:pt x="1189" y="1"/>
                  </a:moveTo>
                  <a:cubicBezTo>
                    <a:pt x="944" y="1"/>
                    <a:pt x="766" y="349"/>
                    <a:pt x="1021" y="534"/>
                  </a:cubicBezTo>
                  <a:cubicBezTo>
                    <a:pt x="1048" y="554"/>
                    <a:pt x="1655" y="914"/>
                    <a:pt x="1775" y="1968"/>
                  </a:cubicBezTo>
                  <a:cubicBezTo>
                    <a:pt x="1888" y="3028"/>
                    <a:pt x="1315" y="4322"/>
                    <a:pt x="108" y="5695"/>
                  </a:cubicBezTo>
                  <a:cubicBezTo>
                    <a:pt x="1" y="5822"/>
                    <a:pt x="14" y="6002"/>
                    <a:pt x="141" y="6115"/>
                  </a:cubicBezTo>
                  <a:cubicBezTo>
                    <a:pt x="188" y="6155"/>
                    <a:pt x="254" y="6175"/>
                    <a:pt x="321" y="6182"/>
                  </a:cubicBezTo>
                  <a:cubicBezTo>
                    <a:pt x="408" y="6182"/>
                    <a:pt x="488" y="6142"/>
                    <a:pt x="548" y="6082"/>
                  </a:cubicBezTo>
                  <a:cubicBezTo>
                    <a:pt x="1888" y="4542"/>
                    <a:pt x="2488" y="3135"/>
                    <a:pt x="2348" y="1888"/>
                  </a:cubicBezTo>
                  <a:cubicBezTo>
                    <a:pt x="2275" y="1174"/>
                    <a:pt x="1922" y="514"/>
                    <a:pt x="1361" y="60"/>
                  </a:cubicBezTo>
                  <a:cubicBezTo>
                    <a:pt x="1303" y="19"/>
                    <a:pt x="1244" y="1"/>
                    <a:pt x="11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3" name="Google Shape;2096;p36"/>
            <p:cNvSpPr/>
            <p:nvPr/>
          </p:nvSpPr>
          <p:spPr>
            <a:xfrm>
              <a:off x="2675943" y="2461419"/>
              <a:ext cx="92721" cy="79351"/>
            </a:xfrm>
            <a:custGeom>
              <a:avLst/>
              <a:gdLst/>
              <a:ahLst/>
              <a:cxnLst/>
              <a:rect l="l" t="t" r="r" b="b"/>
              <a:pathLst>
                <a:path w="3315" h="2837" extrusionOk="0">
                  <a:moveTo>
                    <a:pt x="1894" y="1"/>
                  </a:moveTo>
                  <a:cubicBezTo>
                    <a:pt x="627" y="1"/>
                    <a:pt x="1" y="1521"/>
                    <a:pt x="887" y="2415"/>
                  </a:cubicBezTo>
                  <a:cubicBezTo>
                    <a:pt x="1176" y="2706"/>
                    <a:pt x="1533" y="2836"/>
                    <a:pt x="1883" y="2836"/>
                  </a:cubicBezTo>
                  <a:cubicBezTo>
                    <a:pt x="2608" y="2836"/>
                    <a:pt x="3304" y="2278"/>
                    <a:pt x="3308" y="1428"/>
                  </a:cubicBezTo>
                  <a:cubicBezTo>
                    <a:pt x="3315" y="641"/>
                    <a:pt x="2675" y="1"/>
                    <a:pt x="1894" y="1"/>
                  </a:cubicBezTo>
                  <a:close/>
                </a:path>
              </a:pathLst>
            </a:custGeom>
            <a:solidFill>
              <a:srgbClr val="B39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4" name="Google Shape;2097;p36"/>
            <p:cNvSpPr/>
            <p:nvPr/>
          </p:nvSpPr>
          <p:spPr>
            <a:xfrm>
              <a:off x="2670153" y="2457280"/>
              <a:ext cx="102622" cy="87938"/>
            </a:xfrm>
            <a:custGeom>
              <a:avLst/>
              <a:gdLst/>
              <a:ahLst/>
              <a:cxnLst/>
              <a:rect l="l" t="t" r="r" b="b"/>
              <a:pathLst>
                <a:path w="3669" h="3144" extrusionOk="0">
                  <a:moveTo>
                    <a:pt x="2101" y="296"/>
                  </a:moveTo>
                  <a:cubicBezTo>
                    <a:pt x="2802" y="302"/>
                    <a:pt x="3368" y="869"/>
                    <a:pt x="3375" y="1569"/>
                  </a:cubicBezTo>
                  <a:cubicBezTo>
                    <a:pt x="3375" y="2341"/>
                    <a:pt x="2745" y="2850"/>
                    <a:pt x="2088" y="2850"/>
                  </a:cubicBezTo>
                  <a:cubicBezTo>
                    <a:pt x="1775" y="2850"/>
                    <a:pt x="1455" y="2735"/>
                    <a:pt x="1194" y="2476"/>
                  </a:cubicBezTo>
                  <a:cubicBezTo>
                    <a:pt x="394" y="1669"/>
                    <a:pt x="961" y="296"/>
                    <a:pt x="2101" y="296"/>
                  </a:cubicBezTo>
                  <a:close/>
                  <a:moveTo>
                    <a:pt x="2084" y="1"/>
                  </a:moveTo>
                  <a:cubicBezTo>
                    <a:pt x="1699" y="1"/>
                    <a:pt x="1307" y="144"/>
                    <a:pt x="988" y="462"/>
                  </a:cubicBezTo>
                  <a:cubicBezTo>
                    <a:pt x="1" y="1449"/>
                    <a:pt x="701" y="3143"/>
                    <a:pt x="2101" y="3143"/>
                  </a:cubicBezTo>
                  <a:cubicBezTo>
                    <a:pt x="2962" y="3143"/>
                    <a:pt x="3668" y="2436"/>
                    <a:pt x="3668" y="1576"/>
                  </a:cubicBezTo>
                  <a:cubicBezTo>
                    <a:pt x="3668" y="628"/>
                    <a:pt x="2892" y="1"/>
                    <a:pt x="208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5" name="Google Shape;2098;p36"/>
            <p:cNvSpPr/>
            <p:nvPr/>
          </p:nvSpPr>
          <p:spPr>
            <a:xfrm>
              <a:off x="1227824" y="1627885"/>
              <a:ext cx="1493654" cy="1475138"/>
            </a:xfrm>
            <a:custGeom>
              <a:avLst/>
              <a:gdLst/>
              <a:ahLst/>
              <a:cxnLst/>
              <a:rect l="l" t="t" r="r" b="b"/>
              <a:pathLst>
                <a:path w="53402" h="52740" extrusionOk="0">
                  <a:moveTo>
                    <a:pt x="34783" y="1"/>
                  </a:moveTo>
                  <a:cubicBezTo>
                    <a:pt x="34783" y="1"/>
                    <a:pt x="36070" y="3102"/>
                    <a:pt x="36317" y="6622"/>
                  </a:cubicBezTo>
                  <a:cubicBezTo>
                    <a:pt x="36317" y="6622"/>
                    <a:pt x="34406" y="6318"/>
                    <a:pt x="31392" y="6318"/>
                  </a:cubicBezTo>
                  <a:cubicBezTo>
                    <a:pt x="29774" y="6318"/>
                    <a:pt x="27837" y="6406"/>
                    <a:pt x="25708" y="6676"/>
                  </a:cubicBezTo>
                  <a:cubicBezTo>
                    <a:pt x="25708" y="6676"/>
                    <a:pt x="25134" y="3162"/>
                    <a:pt x="27141" y="1"/>
                  </a:cubicBezTo>
                  <a:lnTo>
                    <a:pt x="27141" y="1"/>
                  </a:lnTo>
                  <a:cubicBezTo>
                    <a:pt x="27015" y="141"/>
                    <a:pt x="24921" y="2495"/>
                    <a:pt x="24454" y="6502"/>
                  </a:cubicBezTo>
                  <a:cubicBezTo>
                    <a:pt x="24454" y="6502"/>
                    <a:pt x="20399" y="6889"/>
                    <a:pt x="17539" y="8430"/>
                  </a:cubicBezTo>
                  <a:cubicBezTo>
                    <a:pt x="17539" y="8430"/>
                    <a:pt x="17879" y="4295"/>
                    <a:pt x="22413" y="954"/>
                  </a:cubicBezTo>
                  <a:lnTo>
                    <a:pt x="22413" y="954"/>
                  </a:lnTo>
                  <a:cubicBezTo>
                    <a:pt x="22267" y="1021"/>
                    <a:pt x="17452" y="3068"/>
                    <a:pt x="15985" y="8830"/>
                  </a:cubicBezTo>
                  <a:cubicBezTo>
                    <a:pt x="15985" y="8830"/>
                    <a:pt x="13117" y="9103"/>
                    <a:pt x="11210" y="10810"/>
                  </a:cubicBezTo>
                  <a:cubicBezTo>
                    <a:pt x="11210" y="10810"/>
                    <a:pt x="9477" y="13938"/>
                    <a:pt x="9837" y="21826"/>
                  </a:cubicBezTo>
                  <a:cubicBezTo>
                    <a:pt x="9837" y="21826"/>
                    <a:pt x="7995" y="19480"/>
                    <a:pt x="5456" y="19480"/>
                  </a:cubicBezTo>
                  <a:cubicBezTo>
                    <a:pt x="5287" y="19480"/>
                    <a:pt x="5116" y="19491"/>
                    <a:pt x="4942" y="19513"/>
                  </a:cubicBezTo>
                  <a:cubicBezTo>
                    <a:pt x="2141" y="19873"/>
                    <a:pt x="1" y="22793"/>
                    <a:pt x="1428" y="27001"/>
                  </a:cubicBezTo>
                  <a:cubicBezTo>
                    <a:pt x="2716" y="30817"/>
                    <a:pt x="7212" y="32702"/>
                    <a:pt x="10306" y="32702"/>
                  </a:cubicBezTo>
                  <a:cubicBezTo>
                    <a:pt x="10624" y="32702"/>
                    <a:pt x="10927" y="32682"/>
                    <a:pt x="11210" y="32643"/>
                  </a:cubicBezTo>
                  <a:cubicBezTo>
                    <a:pt x="11210" y="32643"/>
                    <a:pt x="12771" y="36104"/>
                    <a:pt x="15985" y="38311"/>
                  </a:cubicBezTo>
                  <a:cubicBezTo>
                    <a:pt x="19206" y="40518"/>
                    <a:pt x="22347" y="41832"/>
                    <a:pt x="22807" y="42545"/>
                  </a:cubicBezTo>
                  <a:cubicBezTo>
                    <a:pt x="23267" y="43265"/>
                    <a:pt x="23474" y="44633"/>
                    <a:pt x="23134" y="47080"/>
                  </a:cubicBezTo>
                  <a:cubicBezTo>
                    <a:pt x="22793" y="49534"/>
                    <a:pt x="22773" y="50427"/>
                    <a:pt x="24781" y="51441"/>
                  </a:cubicBezTo>
                  <a:cubicBezTo>
                    <a:pt x="26315" y="52208"/>
                    <a:pt x="28016" y="52739"/>
                    <a:pt x="30036" y="52739"/>
                  </a:cubicBezTo>
                  <a:cubicBezTo>
                    <a:pt x="30668" y="52739"/>
                    <a:pt x="31331" y="52687"/>
                    <a:pt x="32029" y="52575"/>
                  </a:cubicBezTo>
                  <a:cubicBezTo>
                    <a:pt x="32816" y="52441"/>
                    <a:pt x="33370" y="52281"/>
                    <a:pt x="33750" y="52081"/>
                  </a:cubicBezTo>
                  <a:cubicBezTo>
                    <a:pt x="34803" y="51554"/>
                    <a:pt x="34583" y="50774"/>
                    <a:pt x="34363" y="49767"/>
                  </a:cubicBezTo>
                  <a:cubicBezTo>
                    <a:pt x="34070" y="48400"/>
                    <a:pt x="33823" y="44639"/>
                    <a:pt x="34543" y="44039"/>
                  </a:cubicBezTo>
                  <a:cubicBezTo>
                    <a:pt x="35263" y="43439"/>
                    <a:pt x="41172" y="43979"/>
                    <a:pt x="47280" y="39444"/>
                  </a:cubicBezTo>
                  <a:cubicBezTo>
                    <a:pt x="53402" y="34910"/>
                    <a:pt x="53168" y="23207"/>
                    <a:pt x="52148" y="17065"/>
                  </a:cubicBezTo>
                  <a:cubicBezTo>
                    <a:pt x="51795" y="14945"/>
                    <a:pt x="51041" y="12844"/>
                    <a:pt x="50127" y="10930"/>
                  </a:cubicBezTo>
                  <a:cubicBezTo>
                    <a:pt x="48394" y="7276"/>
                    <a:pt x="46106" y="4268"/>
                    <a:pt x="44953" y="2988"/>
                  </a:cubicBezTo>
                  <a:lnTo>
                    <a:pt x="44953" y="2988"/>
                  </a:lnTo>
                  <a:cubicBezTo>
                    <a:pt x="44953" y="2989"/>
                    <a:pt x="47373" y="6863"/>
                    <a:pt x="47280" y="7576"/>
                  </a:cubicBezTo>
                  <a:cubicBezTo>
                    <a:pt x="47280" y="7576"/>
                    <a:pt x="43668" y="6687"/>
                    <a:pt x="39646" y="6687"/>
                  </a:cubicBezTo>
                  <a:cubicBezTo>
                    <a:pt x="39125" y="6687"/>
                    <a:pt x="38598" y="6702"/>
                    <a:pt x="38071" y="6736"/>
                  </a:cubicBezTo>
                  <a:cubicBezTo>
                    <a:pt x="38071" y="6736"/>
                    <a:pt x="36924" y="2441"/>
                    <a:pt x="34783" y="1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6" name="Google Shape;2099;p36"/>
            <p:cNvSpPr/>
            <p:nvPr/>
          </p:nvSpPr>
          <p:spPr>
            <a:xfrm>
              <a:off x="1239572" y="1585175"/>
              <a:ext cx="1481347" cy="1526099"/>
            </a:xfrm>
            <a:custGeom>
              <a:avLst/>
              <a:gdLst/>
              <a:ahLst/>
              <a:cxnLst/>
              <a:rect l="l" t="t" r="r" b="b"/>
              <a:pathLst>
                <a:path w="52962" h="54562" extrusionOk="0">
                  <a:moveTo>
                    <a:pt x="35290" y="3335"/>
                  </a:moveTo>
                  <a:cubicBezTo>
                    <a:pt x="36631" y="5622"/>
                    <a:pt x="37357" y="8303"/>
                    <a:pt x="37364" y="8336"/>
                  </a:cubicBezTo>
                  <a:lnTo>
                    <a:pt x="37431" y="8570"/>
                  </a:lnTo>
                  <a:lnTo>
                    <a:pt x="37664" y="8556"/>
                  </a:lnTo>
                  <a:cubicBezTo>
                    <a:pt x="38190" y="8522"/>
                    <a:pt x="38718" y="8507"/>
                    <a:pt x="39239" y="8507"/>
                  </a:cubicBezTo>
                  <a:cubicBezTo>
                    <a:pt x="43176" y="8507"/>
                    <a:pt x="46758" y="9372"/>
                    <a:pt x="46793" y="9390"/>
                  </a:cubicBezTo>
                  <a:lnTo>
                    <a:pt x="47113" y="9463"/>
                  </a:lnTo>
                  <a:lnTo>
                    <a:pt x="47153" y="9136"/>
                  </a:lnTo>
                  <a:cubicBezTo>
                    <a:pt x="47187" y="8916"/>
                    <a:pt x="47027" y="8470"/>
                    <a:pt x="46793" y="7936"/>
                  </a:cubicBezTo>
                  <a:lnTo>
                    <a:pt x="46793" y="7936"/>
                  </a:lnTo>
                  <a:cubicBezTo>
                    <a:pt x="47787" y="9423"/>
                    <a:pt x="48680" y="10970"/>
                    <a:pt x="49454" y="12584"/>
                  </a:cubicBezTo>
                  <a:cubicBezTo>
                    <a:pt x="50454" y="14698"/>
                    <a:pt x="51128" y="16738"/>
                    <a:pt x="51435" y="18639"/>
                  </a:cubicBezTo>
                  <a:cubicBezTo>
                    <a:pt x="52455" y="24787"/>
                    <a:pt x="52595" y="36357"/>
                    <a:pt x="46693" y="40738"/>
                  </a:cubicBezTo>
                  <a:cubicBezTo>
                    <a:pt x="42285" y="44006"/>
                    <a:pt x="37998" y="44599"/>
                    <a:pt x="35697" y="44926"/>
                  </a:cubicBezTo>
                  <a:cubicBezTo>
                    <a:pt x="34730" y="45059"/>
                    <a:pt x="34197" y="45133"/>
                    <a:pt x="33943" y="45339"/>
                  </a:cubicBezTo>
                  <a:cubicBezTo>
                    <a:pt x="33023" y="46113"/>
                    <a:pt x="33416" y="50214"/>
                    <a:pt x="33656" y="51361"/>
                  </a:cubicBezTo>
                  <a:lnTo>
                    <a:pt x="33683" y="51474"/>
                  </a:lnTo>
                  <a:cubicBezTo>
                    <a:pt x="33910" y="52495"/>
                    <a:pt x="33977" y="52961"/>
                    <a:pt x="33196" y="53348"/>
                  </a:cubicBezTo>
                  <a:cubicBezTo>
                    <a:pt x="32830" y="53541"/>
                    <a:pt x="32289" y="53695"/>
                    <a:pt x="31563" y="53808"/>
                  </a:cubicBezTo>
                  <a:cubicBezTo>
                    <a:pt x="30885" y="53922"/>
                    <a:pt x="30226" y="53979"/>
                    <a:pt x="29579" y="53979"/>
                  </a:cubicBezTo>
                  <a:cubicBezTo>
                    <a:pt x="27830" y="53979"/>
                    <a:pt x="26174" y="53560"/>
                    <a:pt x="24494" y="52708"/>
                  </a:cubicBezTo>
                  <a:cubicBezTo>
                    <a:pt x="22647" y="51768"/>
                    <a:pt x="22660" y="51041"/>
                    <a:pt x="23007" y="48647"/>
                  </a:cubicBezTo>
                  <a:cubicBezTo>
                    <a:pt x="23320" y="46400"/>
                    <a:pt x="23194" y="44806"/>
                    <a:pt x="22627" y="43926"/>
                  </a:cubicBezTo>
                  <a:cubicBezTo>
                    <a:pt x="22353" y="43492"/>
                    <a:pt x="21440" y="42972"/>
                    <a:pt x="20046" y="42198"/>
                  </a:cubicBezTo>
                  <a:cubicBezTo>
                    <a:pt x="18812" y="41512"/>
                    <a:pt x="17285" y="40665"/>
                    <a:pt x="15725" y="39598"/>
                  </a:cubicBezTo>
                  <a:cubicBezTo>
                    <a:pt x="12617" y="37464"/>
                    <a:pt x="11077" y="34083"/>
                    <a:pt x="11057" y="34050"/>
                  </a:cubicBezTo>
                  <a:lnTo>
                    <a:pt x="10970" y="33856"/>
                  </a:lnTo>
                  <a:lnTo>
                    <a:pt x="10750" y="33890"/>
                  </a:lnTo>
                  <a:cubicBezTo>
                    <a:pt x="10384" y="33940"/>
                    <a:pt x="10021" y="33964"/>
                    <a:pt x="9662" y="33964"/>
                  </a:cubicBezTo>
                  <a:cubicBezTo>
                    <a:pt x="5610" y="33964"/>
                    <a:pt x="2120" y="30910"/>
                    <a:pt x="1281" y="28435"/>
                  </a:cubicBezTo>
                  <a:cubicBezTo>
                    <a:pt x="608" y="26461"/>
                    <a:pt x="708" y="24620"/>
                    <a:pt x="1554" y="23253"/>
                  </a:cubicBezTo>
                  <a:cubicBezTo>
                    <a:pt x="2215" y="22186"/>
                    <a:pt x="3315" y="21480"/>
                    <a:pt x="4555" y="21326"/>
                  </a:cubicBezTo>
                  <a:cubicBezTo>
                    <a:pt x="4715" y="21306"/>
                    <a:pt x="4872" y="21297"/>
                    <a:pt x="5027" y="21297"/>
                  </a:cubicBezTo>
                  <a:cubicBezTo>
                    <a:pt x="7400" y="21297"/>
                    <a:pt x="9165" y="23508"/>
                    <a:pt x="9190" y="23534"/>
                  </a:cubicBezTo>
                  <a:lnTo>
                    <a:pt x="9750" y="24254"/>
                  </a:lnTo>
                  <a:lnTo>
                    <a:pt x="9710" y="23340"/>
                  </a:lnTo>
                  <a:cubicBezTo>
                    <a:pt x="9383" y="16125"/>
                    <a:pt x="10830" y="12917"/>
                    <a:pt x="11024" y="12524"/>
                  </a:cubicBezTo>
                  <a:cubicBezTo>
                    <a:pt x="12831" y="10930"/>
                    <a:pt x="15565" y="10650"/>
                    <a:pt x="15592" y="10650"/>
                  </a:cubicBezTo>
                  <a:lnTo>
                    <a:pt x="15792" y="10623"/>
                  </a:lnTo>
                  <a:lnTo>
                    <a:pt x="15845" y="10430"/>
                  </a:lnTo>
                  <a:cubicBezTo>
                    <a:pt x="16385" y="8263"/>
                    <a:pt x="17545" y="6296"/>
                    <a:pt x="19179" y="4769"/>
                  </a:cubicBezTo>
                  <a:lnTo>
                    <a:pt x="19179" y="4769"/>
                  </a:lnTo>
                  <a:cubicBezTo>
                    <a:pt x="17059" y="7396"/>
                    <a:pt x="16832" y="9797"/>
                    <a:pt x="16825" y="9930"/>
                  </a:cubicBezTo>
                  <a:lnTo>
                    <a:pt x="16779" y="10463"/>
                  </a:lnTo>
                  <a:lnTo>
                    <a:pt x="17252" y="10217"/>
                  </a:lnTo>
                  <a:cubicBezTo>
                    <a:pt x="20026" y="8723"/>
                    <a:pt x="24027" y="8323"/>
                    <a:pt x="24061" y="8323"/>
                  </a:cubicBezTo>
                  <a:lnTo>
                    <a:pt x="24294" y="8296"/>
                  </a:lnTo>
                  <a:lnTo>
                    <a:pt x="24327" y="8063"/>
                  </a:lnTo>
                  <a:cubicBezTo>
                    <a:pt x="24454" y="6969"/>
                    <a:pt x="24721" y="5896"/>
                    <a:pt x="25114" y="4869"/>
                  </a:cubicBezTo>
                  <a:lnTo>
                    <a:pt x="25114" y="4869"/>
                  </a:lnTo>
                  <a:cubicBezTo>
                    <a:pt x="24761" y="6722"/>
                    <a:pt x="24987" y="8163"/>
                    <a:pt x="25001" y="8256"/>
                  </a:cubicBezTo>
                  <a:lnTo>
                    <a:pt x="25047" y="8530"/>
                  </a:lnTo>
                  <a:lnTo>
                    <a:pt x="25328" y="8496"/>
                  </a:lnTo>
                  <a:cubicBezTo>
                    <a:pt x="27437" y="8228"/>
                    <a:pt x="29365" y="8140"/>
                    <a:pt x="30978" y="8140"/>
                  </a:cubicBezTo>
                  <a:cubicBezTo>
                    <a:pt x="33929" y="8140"/>
                    <a:pt x="35827" y="8432"/>
                    <a:pt x="35857" y="8436"/>
                  </a:cubicBezTo>
                  <a:lnTo>
                    <a:pt x="36217" y="8490"/>
                  </a:lnTo>
                  <a:lnTo>
                    <a:pt x="36190" y="8129"/>
                  </a:lnTo>
                  <a:cubicBezTo>
                    <a:pt x="36057" y="6502"/>
                    <a:pt x="35757" y="4895"/>
                    <a:pt x="35290" y="3335"/>
                  </a:cubicBezTo>
                  <a:close/>
                  <a:moveTo>
                    <a:pt x="33416" y="1"/>
                  </a:moveTo>
                  <a:lnTo>
                    <a:pt x="34097" y="1634"/>
                  </a:lnTo>
                  <a:cubicBezTo>
                    <a:pt x="34110" y="1668"/>
                    <a:pt x="35284" y="4528"/>
                    <a:pt x="35584" y="7816"/>
                  </a:cubicBezTo>
                  <a:cubicBezTo>
                    <a:pt x="34894" y="7726"/>
                    <a:pt x="33257" y="7560"/>
                    <a:pt x="31021" y="7560"/>
                  </a:cubicBezTo>
                  <a:cubicBezTo>
                    <a:pt x="29451" y="7560"/>
                    <a:pt x="27586" y="7642"/>
                    <a:pt x="25548" y="7889"/>
                  </a:cubicBezTo>
                  <a:cubicBezTo>
                    <a:pt x="25461" y="7016"/>
                    <a:pt x="25354" y="4215"/>
                    <a:pt x="26975" y="1688"/>
                  </a:cubicBezTo>
                  <a:lnTo>
                    <a:pt x="26515" y="1334"/>
                  </a:lnTo>
                  <a:cubicBezTo>
                    <a:pt x="26421" y="1434"/>
                    <a:pt x="24314" y="3768"/>
                    <a:pt x="23780" y="7763"/>
                  </a:cubicBezTo>
                  <a:cubicBezTo>
                    <a:pt x="22920" y="7863"/>
                    <a:pt x="19946" y="8283"/>
                    <a:pt x="17505" y="9436"/>
                  </a:cubicBezTo>
                  <a:cubicBezTo>
                    <a:pt x="17759" y="8229"/>
                    <a:pt x="18746" y="5235"/>
                    <a:pt x="22173" y="2715"/>
                  </a:cubicBezTo>
                  <a:lnTo>
                    <a:pt x="24027" y="1341"/>
                  </a:lnTo>
                  <a:lnTo>
                    <a:pt x="21887" y="2208"/>
                  </a:lnTo>
                  <a:cubicBezTo>
                    <a:pt x="21840" y="2228"/>
                    <a:pt x="16912" y="4288"/>
                    <a:pt x="15338" y="10090"/>
                  </a:cubicBezTo>
                  <a:cubicBezTo>
                    <a:pt x="14625" y="10190"/>
                    <a:pt x="12277" y="10610"/>
                    <a:pt x="10604" y="12124"/>
                  </a:cubicBezTo>
                  <a:lnTo>
                    <a:pt x="10557" y="12157"/>
                  </a:lnTo>
                  <a:lnTo>
                    <a:pt x="10537" y="12197"/>
                  </a:lnTo>
                  <a:cubicBezTo>
                    <a:pt x="10470" y="12331"/>
                    <a:pt x="8883" y="15271"/>
                    <a:pt x="9103" y="22573"/>
                  </a:cubicBezTo>
                  <a:cubicBezTo>
                    <a:pt x="8352" y="21846"/>
                    <a:pt x="6885" y="20717"/>
                    <a:pt x="5052" y="20717"/>
                  </a:cubicBezTo>
                  <a:cubicBezTo>
                    <a:pt x="4868" y="20717"/>
                    <a:pt x="4680" y="20728"/>
                    <a:pt x="4489" y="20753"/>
                  </a:cubicBezTo>
                  <a:cubicBezTo>
                    <a:pt x="3075" y="20933"/>
                    <a:pt x="1821" y="21733"/>
                    <a:pt x="1068" y="22940"/>
                  </a:cubicBezTo>
                  <a:cubicBezTo>
                    <a:pt x="121" y="24460"/>
                    <a:pt x="1" y="26474"/>
                    <a:pt x="734" y="28622"/>
                  </a:cubicBezTo>
                  <a:cubicBezTo>
                    <a:pt x="2054" y="32511"/>
                    <a:pt x="6646" y="34525"/>
                    <a:pt x="9895" y="34525"/>
                  </a:cubicBezTo>
                  <a:cubicBezTo>
                    <a:pt x="10144" y="34525"/>
                    <a:pt x="10386" y="34514"/>
                    <a:pt x="10617" y="34490"/>
                  </a:cubicBezTo>
                  <a:cubicBezTo>
                    <a:pt x="11004" y="35263"/>
                    <a:pt x="12551" y="38124"/>
                    <a:pt x="15405" y="40078"/>
                  </a:cubicBezTo>
                  <a:cubicBezTo>
                    <a:pt x="16979" y="41158"/>
                    <a:pt x="18592" y="42058"/>
                    <a:pt x="19759" y="42705"/>
                  </a:cubicBezTo>
                  <a:cubicBezTo>
                    <a:pt x="20926" y="43359"/>
                    <a:pt x="21947" y="43926"/>
                    <a:pt x="22140" y="44232"/>
                  </a:cubicBezTo>
                  <a:cubicBezTo>
                    <a:pt x="22480" y="44759"/>
                    <a:pt x="22807" y="45939"/>
                    <a:pt x="22427" y="48567"/>
                  </a:cubicBezTo>
                  <a:cubicBezTo>
                    <a:pt x="22087" y="50994"/>
                    <a:pt x="22027" y="52101"/>
                    <a:pt x="24241" y="53228"/>
                  </a:cubicBezTo>
                  <a:cubicBezTo>
                    <a:pt x="26008" y="54122"/>
                    <a:pt x="27748" y="54562"/>
                    <a:pt x="29589" y="54562"/>
                  </a:cubicBezTo>
                  <a:cubicBezTo>
                    <a:pt x="30282" y="54555"/>
                    <a:pt x="30976" y="54495"/>
                    <a:pt x="31656" y="54382"/>
                  </a:cubicBezTo>
                  <a:cubicBezTo>
                    <a:pt x="32449" y="54255"/>
                    <a:pt x="33043" y="54088"/>
                    <a:pt x="33463" y="53875"/>
                  </a:cubicBezTo>
                  <a:cubicBezTo>
                    <a:pt x="34677" y="53255"/>
                    <a:pt x="34457" y="52281"/>
                    <a:pt x="34257" y="51348"/>
                  </a:cubicBezTo>
                  <a:lnTo>
                    <a:pt x="34230" y="51234"/>
                  </a:lnTo>
                  <a:cubicBezTo>
                    <a:pt x="33883" y="49640"/>
                    <a:pt x="33796" y="46226"/>
                    <a:pt x="34317" y="45786"/>
                  </a:cubicBezTo>
                  <a:cubicBezTo>
                    <a:pt x="34443" y="45679"/>
                    <a:pt x="35124" y="45593"/>
                    <a:pt x="35777" y="45499"/>
                  </a:cubicBezTo>
                  <a:cubicBezTo>
                    <a:pt x="38124" y="45173"/>
                    <a:pt x="42512" y="44566"/>
                    <a:pt x="47033" y="41205"/>
                  </a:cubicBezTo>
                  <a:cubicBezTo>
                    <a:pt x="49814" y="39144"/>
                    <a:pt x="51561" y="35583"/>
                    <a:pt x="52261" y="30429"/>
                  </a:cubicBezTo>
                  <a:cubicBezTo>
                    <a:pt x="52962" y="25267"/>
                    <a:pt x="52335" y="20493"/>
                    <a:pt x="52015" y="18539"/>
                  </a:cubicBezTo>
                  <a:cubicBezTo>
                    <a:pt x="51688" y="16592"/>
                    <a:pt x="51001" y="14498"/>
                    <a:pt x="49981" y="12331"/>
                  </a:cubicBezTo>
                  <a:cubicBezTo>
                    <a:pt x="48354" y="8916"/>
                    <a:pt x="46153" y="5882"/>
                    <a:pt x="44753" y="4315"/>
                  </a:cubicBezTo>
                  <a:lnTo>
                    <a:pt x="44286" y="4662"/>
                  </a:lnTo>
                  <a:cubicBezTo>
                    <a:pt x="45226" y="6169"/>
                    <a:pt x="46213" y="7936"/>
                    <a:pt x="46493" y="8723"/>
                  </a:cubicBezTo>
                  <a:cubicBezTo>
                    <a:pt x="45404" y="8495"/>
                    <a:pt x="42425" y="7927"/>
                    <a:pt x="39214" y="7927"/>
                  </a:cubicBezTo>
                  <a:cubicBezTo>
                    <a:pt x="38767" y="7927"/>
                    <a:pt x="38316" y="7938"/>
                    <a:pt x="37864" y="7963"/>
                  </a:cubicBezTo>
                  <a:cubicBezTo>
                    <a:pt x="37598" y="7022"/>
                    <a:pt x="36491" y="3502"/>
                    <a:pt x="34583" y="1334"/>
                  </a:cubicBezTo>
                  <a:lnTo>
                    <a:pt x="33416" y="1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7" name="Google Shape;2100;p36"/>
            <p:cNvSpPr/>
            <p:nvPr/>
          </p:nvSpPr>
          <p:spPr>
            <a:xfrm>
              <a:off x="1227629" y="1627885"/>
              <a:ext cx="1402472" cy="1475166"/>
            </a:xfrm>
            <a:custGeom>
              <a:avLst/>
              <a:gdLst/>
              <a:ahLst/>
              <a:cxnLst/>
              <a:rect l="l" t="t" r="r" b="b"/>
              <a:pathLst>
                <a:path w="50142" h="52741" extrusionOk="0">
                  <a:moveTo>
                    <a:pt x="7710" y="21242"/>
                  </a:moveTo>
                  <a:cubicBezTo>
                    <a:pt x="8305" y="21242"/>
                    <a:pt x="8909" y="21394"/>
                    <a:pt x="9470" y="21733"/>
                  </a:cubicBezTo>
                  <a:cubicBezTo>
                    <a:pt x="11651" y="23060"/>
                    <a:pt x="11824" y="26781"/>
                    <a:pt x="10617" y="28762"/>
                  </a:cubicBezTo>
                  <a:cubicBezTo>
                    <a:pt x="10021" y="29727"/>
                    <a:pt x="8988" y="30533"/>
                    <a:pt x="7869" y="30533"/>
                  </a:cubicBezTo>
                  <a:cubicBezTo>
                    <a:pt x="7774" y="30533"/>
                    <a:pt x="7679" y="30527"/>
                    <a:pt x="7583" y="30515"/>
                  </a:cubicBezTo>
                  <a:cubicBezTo>
                    <a:pt x="6356" y="30369"/>
                    <a:pt x="5449" y="29248"/>
                    <a:pt x="4869" y="28148"/>
                  </a:cubicBezTo>
                  <a:cubicBezTo>
                    <a:pt x="4282" y="27048"/>
                    <a:pt x="3895" y="25914"/>
                    <a:pt x="3955" y="24714"/>
                  </a:cubicBezTo>
                  <a:cubicBezTo>
                    <a:pt x="4067" y="22742"/>
                    <a:pt x="5845" y="21242"/>
                    <a:pt x="7710" y="21242"/>
                  </a:cubicBezTo>
                  <a:close/>
                  <a:moveTo>
                    <a:pt x="34790" y="1"/>
                  </a:moveTo>
                  <a:cubicBezTo>
                    <a:pt x="34790" y="1"/>
                    <a:pt x="36077" y="3102"/>
                    <a:pt x="36324" y="6616"/>
                  </a:cubicBezTo>
                  <a:cubicBezTo>
                    <a:pt x="36324" y="6616"/>
                    <a:pt x="34426" y="6316"/>
                    <a:pt x="31429" y="6316"/>
                  </a:cubicBezTo>
                  <a:cubicBezTo>
                    <a:pt x="29804" y="6316"/>
                    <a:pt x="27857" y="6404"/>
                    <a:pt x="25715" y="6676"/>
                  </a:cubicBezTo>
                  <a:cubicBezTo>
                    <a:pt x="25715" y="6676"/>
                    <a:pt x="25141" y="3162"/>
                    <a:pt x="27148" y="1"/>
                  </a:cubicBezTo>
                  <a:lnTo>
                    <a:pt x="27148" y="1"/>
                  </a:lnTo>
                  <a:cubicBezTo>
                    <a:pt x="27022" y="141"/>
                    <a:pt x="24934" y="2495"/>
                    <a:pt x="24468" y="6502"/>
                  </a:cubicBezTo>
                  <a:cubicBezTo>
                    <a:pt x="24468" y="6502"/>
                    <a:pt x="20406" y="6883"/>
                    <a:pt x="17546" y="8430"/>
                  </a:cubicBezTo>
                  <a:cubicBezTo>
                    <a:pt x="17546" y="8430"/>
                    <a:pt x="17886" y="4295"/>
                    <a:pt x="22420" y="948"/>
                  </a:cubicBezTo>
                  <a:lnTo>
                    <a:pt x="22420" y="948"/>
                  </a:lnTo>
                  <a:cubicBezTo>
                    <a:pt x="22274" y="1014"/>
                    <a:pt x="17466" y="3068"/>
                    <a:pt x="15999" y="8830"/>
                  </a:cubicBezTo>
                  <a:cubicBezTo>
                    <a:pt x="15999" y="8830"/>
                    <a:pt x="13131" y="9103"/>
                    <a:pt x="11217" y="10810"/>
                  </a:cubicBezTo>
                  <a:cubicBezTo>
                    <a:pt x="11217" y="10810"/>
                    <a:pt x="9484" y="13938"/>
                    <a:pt x="9844" y="21826"/>
                  </a:cubicBezTo>
                  <a:cubicBezTo>
                    <a:pt x="9844" y="21826"/>
                    <a:pt x="8014" y="19480"/>
                    <a:pt x="5465" y="19480"/>
                  </a:cubicBezTo>
                  <a:cubicBezTo>
                    <a:pt x="5296" y="19480"/>
                    <a:pt x="5124" y="19491"/>
                    <a:pt x="4949" y="19513"/>
                  </a:cubicBezTo>
                  <a:cubicBezTo>
                    <a:pt x="2142" y="19873"/>
                    <a:pt x="1" y="22793"/>
                    <a:pt x="1435" y="27001"/>
                  </a:cubicBezTo>
                  <a:cubicBezTo>
                    <a:pt x="2735" y="30817"/>
                    <a:pt x="7221" y="32702"/>
                    <a:pt x="10313" y="32702"/>
                  </a:cubicBezTo>
                  <a:cubicBezTo>
                    <a:pt x="10631" y="32702"/>
                    <a:pt x="10934" y="32682"/>
                    <a:pt x="11217" y="32643"/>
                  </a:cubicBezTo>
                  <a:cubicBezTo>
                    <a:pt x="11217" y="32643"/>
                    <a:pt x="12771" y="36104"/>
                    <a:pt x="15999" y="38311"/>
                  </a:cubicBezTo>
                  <a:cubicBezTo>
                    <a:pt x="19219" y="40518"/>
                    <a:pt x="22354" y="41832"/>
                    <a:pt x="22814" y="42545"/>
                  </a:cubicBezTo>
                  <a:cubicBezTo>
                    <a:pt x="23274" y="43259"/>
                    <a:pt x="23487" y="44639"/>
                    <a:pt x="23141" y="47080"/>
                  </a:cubicBezTo>
                  <a:cubicBezTo>
                    <a:pt x="22787" y="49520"/>
                    <a:pt x="22800" y="50421"/>
                    <a:pt x="24788" y="51441"/>
                  </a:cubicBezTo>
                  <a:cubicBezTo>
                    <a:pt x="26305" y="52212"/>
                    <a:pt x="28011" y="52740"/>
                    <a:pt x="30032" y="52740"/>
                  </a:cubicBezTo>
                  <a:cubicBezTo>
                    <a:pt x="30668" y="52740"/>
                    <a:pt x="31334" y="52688"/>
                    <a:pt x="32036" y="52575"/>
                  </a:cubicBezTo>
                  <a:cubicBezTo>
                    <a:pt x="32823" y="52441"/>
                    <a:pt x="33377" y="52281"/>
                    <a:pt x="33757" y="52081"/>
                  </a:cubicBezTo>
                  <a:cubicBezTo>
                    <a:pt x="32910" y="51841"/>
                    <a:pt x="31970" y="51754"/>
                    <a:pt x="31089" y="51741"/>
                  </a:cubicBezTo>
                  <a:cubicBezTo>
                    <a:pt x="29182" y="51688"/>
                    <a:pt x="27022" y="51641"/>
                    <a:pt x="25755" y="50214"/>
                  </a:cubicBezTo>
                  <a:cubicBezTo>
                    <a:pt x="24107" y="48347"/>
                    <a:pt x="25034" y="45413"/>
                    <a:pt x="24368" y="43012"/>
                  </a:cubicBezTo>
                  <a:cubicBezTo>
                    <a:pt x="23814" y="40998"/>
                    <a:pt x="22174" y="39498"/>
                    <a:pt x="20953" y="37784"/>
                  </a:cubicBezTo>
                  <a:cubicBezTo>
                    <a:pt x="17332" y="32669"/>
                    <a:pt x="17646" y="25834"/>
                    <a:pt x="18119" y="19573"/>
                  </a:cubicBezTo>
                  <a:cubicBezTo>
                    <a:pt x="18399" y="15932"/>
                    <a:pt x="18873" y="11877"/>
                    <a:pt x="21673" y="9537"/>
                  </a:cubicBezTo>
                  <a:cubicBezTo>
                    <a:pt x="23941" y="7643"/>
                    <a:pt x="27135" y="7409"/>
                    <a:pt x="30089" y="7409"/>
                  </a:cubicBezTo>
                  <a:cubicBezTo>
                    <a:pt x="30186" y="7409"/>
                    <a:pt x="30283" y="7409"/>
                    <a:pt x="30380" y="7409"/>
                  </a:cubicBezTo>
                  <a:cubicBezTo>
                    <a:pt x="35141" y="7409"/>
                    <a:pt x="40146" y="7576"/>
                    <a:pt x="44793" y="8570"/>
                  </a:cubicBezTo>
                  <a:cubicBezTo>
                    <a:pt x="46327" y="8896"/>
                    <a:pt x="48214" y="9997"/>
                    <a:pt x="50141" y="10930"/>
                  </a:cubicBezTo>
                  <a:cubicBezTo>
                    <a:pt x="48407" y="7276"/>
                    <a:pt x="46113" y="4268"/>
                    <a:pt x="44960" y="2981"/>
                  </a:cubicBezTo>
                  <a:lnTo>
                    <a:pt x="44960" y="2981"/>
                  </a:lnTo>
                  <a:cubicBezTo>
                    <a:pt x="44960" y="2982"/>
                    <a:pt x="47380" y="6863"/>
                    <a:pt x="47287" y="7576"/>
                  </a:cubicBezTo>
                  <a:cubicBezTo>
                    <a:pt x="47287" y="7576"/>
                    <a:pt x="43675" y="6687"/>
                    <a:pt x="39653" y="6687"/>
                  </a:cubicBezTo>
                  <a:cubicBezTo>
                    <a:pt x="39132" y="6687"/>
                    <a:pt x="38605" y="6702"/>
                    <a:pt x="38078" y="6736"/>
                  </a:cubicBezTo>
                  <a:cubicBezTo>
                    <a:pt x="38078" y="6736"/>
                    <a:pt x="36938" y="2441"/>
                    <a:pt x="34790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8" name="Google Shape;2101;p36"/>
            <p:cNvSpPr/>
            <p:nvPr/>
          </p:nvSpPr>
          <p:spPr>
            <a:xfrm>
              <a:off x="1655514" y="2022374"/>
              <a:ext cx="23886" cy="198671"/>
            </a:xfrm>
            <a:custGeom>
              <a:avLst/>
              <a:gdLst/>
              <a:ahLst/>
              <a:cxnLst/>
              <a:rect l="l" t="t" r="r" b="b"/>
              <a:pathLst>
                <a:path w="854" h="7103" extrusionOk="0">
                  <a:moveTo>
                    <a:pt x="854" y="0"/>
                  </a:moveTo>
                  <a:lnTo>
                    <a:pt x="854" y="0"/>
                  </a:lnTo>
                  <a:cubicBezTo>
                    <a:pt x="314" y="1094"/>
                    <a:pt x="54" y="2321"/>
                    <a:pt x="34" y="3541"/>
                  </a:cubicBezTo>
                  <a:cubicBezTo>
                    <a:pt x="0" y="4768"/>
                    <a:pt x="247" y="5982"/>
                    <a:pt x="747" y="7102"/>
                  </a:cubicBezTo>
                  <a:cubicBezTo>
                    <a:pt x="447" y="5942"/>
                    <a:pt x="307" y="4742"/>
                    <a:pt x="320" y="3541"/>
                  </a:cubicBezTo>
                  <a:cubicBezTo>
                    <a:pt x="347" y="2341"/>
                    <a:pt x="527" y="1154"/>
                    <a:pt x="85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9" name="Google Shape;2102;p36"/>
            <p:cNvSpPr/>
            <p:nvPr/>
          </p:nvSpPr>
          <p:spPr>
            <a:xfrm>
              <a:off x="1661108" y="2282188"/>
              <a:ext cx="59352" cy="397873"/>
            </a:xfrm>
            <a:custGeom>
              <a:avLst/>
              <a:gdLst/>
              <a:ahLst/>
              <a:cxnLst/>
              <a:rect l="l" t="t" r="r" b="b"/>
              <a:pathLst>
                <a:path w="2122" h="14225" extrusionOk="0">
                  <a:moveTo>
                    <a:pt x="341" y="1"/>
                  </a:moveTo>
                  <a:cubicBezTo>
                    <a:pt x="0" y="2381"/>
                    <a:pt x="154" y="4822"/>
                    <a:pt x="534" y="7189"/>
                  </a:cubicBezTo>
                  <a:cubicBezTo>
                    <a:pt x="721" y="8383"/>
                    <a:pt x="954" y="9556"/>
                    <a:pt x="1214" y="10737"/>
                  </a:cubicBezTo>
                  <a:cubicBezTo>
                    <a:pt x="1354" y="11317"/>
                    <a:pt x="1481" y="11904"/>
                    <a:pt x="1641" y="12484"/>
                  </a:cubicBezTo>
                  <a:cubicBezTo>
                    <a:pt x="1801" y="13071"/>
                    <a:pt x="1954" y="13651"/>
                    <a:pt x="2121" y="14224"/>
                  </a:cubicBezTo>
                  <a:cubicBezTo>
                    <a:pt x="1901" y="13044"/>
                    <a:pt x="1654" y="11877"/>
                    <a:pt x="1441" y="10690"/>
                  </a:cubicBezTo>
                  <a:cubicBezTo>
                    <a:pt x="1221" y="9510"/>
                    <a:pt x="1001" y="8336"/>
                    <a:pt x="814" y="7149"/>
                  </a:cubicBezTo>
                  <a:cubicBezTo>
                    <a:pt x="441" y="4782"/>
                    <a:pt x="221" y="2401"/>
                    <a:pt x="34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0" name="Google Shape;2103;p36"/>
            <p:cNvSpPr/>
            <p:nvPr/>
          </p:nvSpPr>
          <p:spPr>
            <a:xfrm>
              <a:off x="1281163" y="2198837"/>
              <a:ext cx="76498" cy="115097"/>
            </a:xfrm>
            <a:custGeom>
              <a:avLst/>
              <a:gdLst/>
              <a:ahLst/>
              <a:cxnLst/>
              <a:rect l="l" t="t" r="r" b="b"/>
              <a:pathLst>
                <a:path w="2735" h="4115" extrusionOk="0">
                  <a:moveTo>
                    <a:pt x="2498" y="0"/>
                  </a:moveTo>
                  <a:cubicBezTo>
                    <a:pt x="2128" y="0"/>
                    <a:pt x="1752" y="179"/>
                    <a:pt x="1461" y="420"/>
                  </a:cubicBezTo>
                  <a:cubicBezTo>
                    <a:pt x="1121" y="720"/>
                    <a:pt x="834" y="1087"/>
                    <a:pt x="628" y="1493"/>
                  </a:cubicBezTo>
                  <a:cubicBezTo>
                    <a:pt x="208" y="2294"/>
                    <a:pt x="1" y="3221"/>
                    <a:pt x="121" y="4114"/>
                  </a:cubicBezTo>
                  <a:cubicBezTo>
                    <a:pt x="221" y="3247"/>
                    <a:pt x="481" y="2407"/>
                    <a:pt x="888" y="1634"/>
                  </a:cubicBezTo>
                  <a:cubicBezTo>
                    <a:pt x="1074" y="1247"/>
                    <a:pt x="1321" y="893"/>
                    <a:pt x="1621" y="587"/>
                  </a:cubicBezTo>
                  <a:cubicBezTo>
                    <a:pt x="1908" y="287"/>
                    <a:pt x="2288" y="46"/>
                    <a:pt x="2735" y="26"/>
                  </a:cubicBezTo>
                  <a:cubicBezTo>
                    <a:pt x="2657" y="9"/>
                    <a:pt x="2577" y="0"/>
                    <a:pt x="249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1" name="Google Shape;2104;p36"/>
            <p:cNvSpPr/>
            <p:nvPr/>
          </p:nvSpPr>
          <p:spPr>
            <a:xfrm>
              <a:off x="1305245" y="2405479"/>
              <a:ext cx="104664" cy="86008"/>
            </a:xfrm>
            <a:custGeom>
              <a:avLst/>
              <a:gdLst/>
              <a:ahLst/>
              <a:cxnLst/>
              <a:rect l="l" t="t" r="r" b="b"/>
              <a:pathLst>
                <a:path w="3742" h="3075" extrusionOk="0">
                  <a:moveTo>
                    <a:pt x="0" y="0"/>
                  </a:moveTo>
                  <a:cubicBezTo>
                    <a:pt x="400" y="734"/>
                    <a:pt x="907" y="1401"/>
                    <a:pt x="1507" y="1981"/>
                  </a:cubicBezTo>
                  <a:cubicBezTo>
                    <a:pt x="2121" y="2548"/>
                    <a:pt x="2894" y="3015"/>
                    <a:pt x="3741" y="3075"/>
                  </a:cubicBezTo>
                  <a:cubicBezTo>
                    <a:pt x="2961" y="2794"/>
                    <a:pt x="2307" y="2308"/>
                    <a:pt x="1707" y="1768"/>
                  </a:cubicBezTo>
                  <a:cubicBezTo>
                    <a:pt x="1107" y="1227"/>
                    <a:pt x="587" y="594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2" name="Google Shape;2105;p36"/>
            <p:cNvSpPr/>
            <p:nvPr/>
          </p:nvSpPr>
          <p:spPr>
            <a:xfrm>
              <a:off x="2755965" y="2157525"/>
              <a:ext cx="81337" cy="27886"/>
            </a:xfrm>
            <a:custGeom>
              <a:avLst/>
              <a:gdLst/>
              <a:ahLst/>
              <a:cxnLst/>
              <a:rect l="l" t="t" r="r" b="b"/>
              <a:pathLst>
                <a:path w="2908" h="997" extrusionOk="0">
                  <a:moveTo>
                    <a:pt x="1647" y="1"/>
                  </a:moveTo>
                  <a:cubicBezTo>
                    <a:pt x="1611" y="1"/>
                    <a:pt x="1576" y="2"/>
                    <a:pt x="1541" y="3"/>
                  </a:cubicBezTo>
                  <a:cubicBezTo>
                    <a:pt x="1241" y="30"/>
                    <a:pt x="941" y="103"/>
                    <a:pt x="667" y="223"/>
                  </a:cubicBezTo>
                  <a:cubicBezTo>
                    <a:pt x="380" y="336"/>
                    <a:pt x="147" y="550"/>
                    <a:pt x="0" y="823"/>
                  </a:cubicBezTo>
                  <a:cubicBezTo>
                    <a:pt x="214" y="637"/>
                    <a:pt x="474" y="503"/>
                    <a:pt x="747" y="436"/>
                  </a:cubicBezTo>
                  <a:cubicBezTo>
                    <a:pt x="1014" y="363"/>
                    <a:pt x="1281" y="316"/>
                    <a:pt x="1554" y="296"/>
                  </a:cubicBezTo>
                  <a:cubicBezTo>
                    <a:pt x="1615" y="289"/>
                    <a:pt x="1677" y="285"/>
                    <a:pt x="1738" y="285"/>
                  </a:cubicBezTo>
                  <a:cubicBezTo>
                    <a:pt x="1942" y="285"/>
                    <a:pt x="2144" y="328"/>
                    <a:pt x="2334" y="410"/>
                  </a:cubicBezTo>
                  <a:cubicBezTo>
                    <a:pt x="2581" y="523"/>
                    <a:pt x="2781" y="737"/>
                    <a:pt x="2881" y="997"/>
                  </a:cubicBezTo>
                  <a:cubicBezTo>
                    <a:pt x="2908" y="690"/>
                    <a:pt x="2714" y="396"/>
                    <a:pt x="2448" y="210"/>
                  </a:cubicBezTo>
                  <a:cubicBezTo>
                    <a:pt x="2211" y="50"/>
                    <a:pt x="1923" y="1"/>
                    <a:pt x="164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3" name="Google Shape;2106;p36"/>
            <p:cNvSpPr/>
            <p:nvPr/>
          </p:nvSpPr>
          <p:spPr>
            <a:xfrm>
              <a:off x="2756525" y="2309598"/>
              <a:ext cx="90847" cy="117166"/>
            </a:xfrm>
            <a:custGeom>
              <a:avLst/>
              <a:gdLst/>
              <a:ahLst/>
              <a:cxnLst/>
              <a:rect l="l" t="t" r="r" b="b"/>
              <a:pathLst>
                <a:path w="3248" h="4189" extrusionOk="0">
                  <a:moveTo>
                    <a:pt x="3248" y="1"/>
                  </a:moveTo>
                  <a:lnTo>
                    <a:pt x="3248" y="1"/>
                  </a:lnTo>
                  <a:cubicBezTo>
                    <a:pt x="2688" y="701"/>
                    <a:pt x="2161" y="1401"/>
                    <a:pt x="1627" y="2101"/>
                  </a:cubicBezTo>
                  <a:cubicBezTo>
                    <a:pt x="1094" y="2802"/>
                    <a:pt x="547" y="3475"/>
                    <a:pt x="0" y="4189"/>
                  </a:cubicBezTo>
                  <a:cubicBezTo>
                    <a:pt x="694" y="3628"/>
                    <a:pt x="1321" y="2982"/>
                    <a:pt x="1861" y="2275"/>
                  </a:cubicBezTo>
                  <a:cubicBezTo>
                    <a:pt x="2414" y="1575"/>
                    <a:pt x="2881" y="814"/>
                    <a:pt x="324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4" name="Google Shape;2107;p36"/>
            <p:cNvSpPr/>
            <p:nvPr/>
          </p:nvSpPr>
          <p:spPr>
            <a:xfrm>
              <a:off x="1769463" y="2696619"/>
              <a:ext cx="111377" cy="73897"/>
            </a:xfrm>
            <a:custGeom>
              <a:avLst/>
              <a:gdLst/>
              <a:ahLst/>
              <a:cxnLst/>
              <a:rect l="l" t="t" r="r" b="b"/>
              <a:pathLst>
                <a:path w="3982" h="2642" extrusionOk="0">
                  <a:moveTo>
                    <a:pt x="1" y="1"/>
                  </a:moveTo>
                  <a:lnTo>
                    <a:pt x="1" y="1"/>
                  </a:lnTo>
                  <a:cubicBezTo>
                    <a:pt x="328" y="768"/>
                    <a:pt x="914" y="1428"/>
                    <a:pt x="1615" y="1888"/>
                  </a:cubicBezTo>
                  <a:cubicBezTo>
                    <a:pt x="2315" y="2341"/>
                    <a:pt x="3148" y="2635"/>
                    <a:pt x="3982" y="2642"/>
                  </a:cubicBezTo>
                  <a:cubicBezTo>
                    <a:pt x="3202" y="2421"/>
                    <a:pt x="2455" y="2088"/>
                    <a:pt x="1775" y="1641"/>
                  </a:cubicBezTo>
                  <a:cubicBezTo>
                    <a:pt x="1101" y="1188"/>
                    <a:pt x="501" y="634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5" name="Google Shape;2108;p36"/>
            <p:cNvSpPr/>
            <p:nvPr/>
          </p:nvSpPr>
          <p:spPr>
            <a:xfrm>
              <a:off x="1906740" y="2807240"/>
              <a:ext cx="12894" cy="156688"/>
            </a:xfrm>
            <a:custGeom>
              <a:avLst/>
              <a:gdLst/>
              <a:ahLst/>
              <a:cxnLst/>
              <a:rect l="l" t="t" r="r" b="b"/>
              <a:pathLst>
                <a:path w="461" h="5602" extrusionOk="0">
                  <a:moveTo>
                    <a:pt x="1" y="0"/>
                  </a:moveTo>
                  <a:lnTo>
                    <a:pt x="1" y="0"/>
                  </a:lnTo>
                  <a:cubicBezTo>
                    <a:pt x="128" y="920"/>
                    <a:pt x="181" y="1854"/>
                    <a:pt x="148" y="2788"/>
                  </a:cubicBezTo>
                  <a:cubicBezTo>
                    <a:pt x="134" y="3721"/>
                    <a:pt x="54" y="4655"/>
                    <a:pt x="54" y="5602"/>
                  </a:cubicBezTo>
                  <a:cubicBezTo>
                    <a:pt x="288" y="4681"/>
                    <a:pt x="414" y="3741"/>
                    <a:pt x="441" y="2801"/>
                  </a:cubicBezTo>
                  <a:cubicBezTo>
                    <a:pt x="461" y="1854"/>
                    <a:pt x="361" y="880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6" name="Google Shape;2109;p36"/>
            <p:cNvSpPr/>
            <p:nvPr/>
          </p:nvSpPr>
          <p:spPr>
            <a:xfrm>
              <a:off x="2160400" y="2550951"/>
              <a:ext cx="50206" cy="22264"/>
            </a:xfrm>
            <a:custGeom>
              <a:avLst/>
              <a:gdLst/>
              <a:ahLst/>
              <a:cxnLst/>
              <a:rect l="l" t="t" r="r" b="b"/>
              <a:pathLst>
                <a:path w="1795" h="796" extrusionOk="0">
                  <a:moveTo>
                    <a:pt x="1" y="1"/>
                  </a:moveTo>
                  <a:lnTo>
                    <a:pt x="1" y="1"/>
                  </a:lnTo>
                  <a:cubicBezTo>
                    <a:pt x="348" y="498"/>
                    <a:pt x="916" y="795"/>
                    <a:pt x="1518" y="795"/>
                  </a:cubicBezTo>
                  <a:cubicBezTo>
                    <a:pt x="1610" y="795"/>
                    <a:pt x="1702" y="788"/>
                    <a:pt x="1795" y="774"/>
                  </a:cubicBezTo>
                  <a:cubicBezTo>
                    <a:pt x="1475" y="614"/>
                    <a:pt x="1195" y="494"/>
                    <a:pt x="901" y="374"/>
                  </a:cubicBezTo>
                  <a:cubicBezTo>
                    <a:pt x="608" y="261"/>
                    <a:pt x="328" y="114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7" name="Google Shape;2110;p36"/>
            <p:cNvSpPr/>
            <p:nvPr/>
          </p:nvSpPr>
          <p:spPr>
            <a:xfrm>
              <a:off x="2097552" y="1826752"/>
              <a:ext cx="130788" cy="20334"/>
            </a:xfrm>
            <a:custGeom>
              <a:avLst/>
              <a:gdLst/>
              <a:ahLst/>
              <a:cxnLst/>
              <a:rect l="l" t="t" r="r" b="b"/>
              <a:pathLst>
                <a:path w="4676" h="727" extrusionOk="0">
                  <a:moveTo>
                    <a:pt x="1790" y="1"/>
                  </a:moveTo>
                  <a:cubicBezTo>
                    <a:pt x="1180" y="1"/>
                    <a:pt x="575" y="101"/>
                    <a:pt x="1" y="293"/>
                  </a:cubicBezTo>
                  <a:cubicBezTo>
                    <a:pt x="326" y="270"/>
                    <a:pt x="654" y="260"/>
                    <a:pt x="983" y="260"/>
                  </a:cubicBezTo>
                  <a:cubicBezTo>
                    <a:pt x="1441" y="260"/>
                    <a:pt x="1900" y="280"/>
                    <a:pt x="2355" y="319"/>
                  </a:cubicBezTo>
                  <a:cubicBezTo>
                    <a:pt x="3135" y="399"/>
                    <a:pt x="3908" y="539"/>
                    <a:pt x="4675" y="726"/>
                  </a:cubicBezTo>
                  <a:cubicBezTo>
                    <a:pt x="3968" y="333"/>
                    <a:pt x="3188" y="99"/>
                    <a:pt x="2381" y="33"/>
                  </a:cubicBezTo>
                  <a:cubicBezTo>
                    <a:pt x="2184" y="11"/>
                    <a:pt x="1987" y="1"/>
                    <a:pt x="179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8" name="Google Shape;2111;p36"/>
            <p:cNvSpPr/>
            <p:nvPr/>
          </p:nvSpPr>
          <p:spPr>
            <a:xfrm>
              <a:off x="1903580" y="2990192"/>
              <a:ext cx="65506" cy="52136"/>
            </a:xfrm>
            <a:custGeom>
              <a:avLst/>
              <a:gdLst/>
              <a:ahLst/>
              <a:cxnLst/>
              <a:rect l="l" t="t" r="r" b="b"/>
              <a:pathLst>
                <a:path w="2342" h="1864" extrusionOk="0">
                  <a:moveTo>
                    <a:pt x="247" y="1"/>
                  </a:moveTo>
                  <a:lnTo>
                    <a:pt x="247" y="1"/>
                  </a:lnTo>
                  <a:cubicBezTo>
                    <a:pt x="40" y="208"/>
                    <a:pt x="0" y="561"/>
                    <a:pt x="80" y="848"/>
                  </a:cubicBezTo>
                  <a:cubicBezTo>
                    <a:pt x="174" y="1148"/>
                    <a:pt x="367" y="1401"/>
                    <a:pt x="634" y="1575"/>
                  </a:cubicBezTo>
                  <a:cubicBezTo>
                    <a:pt x="983" y="1790"/>
                    <a:pt x="1362" y="1863"/>
                    <a:pt x="1736" y="1863"/>
                  </a:cubicBezTo>
                  <a:cubicBezTo>
                    <a:pt x="1941" y="1863"/>
                    <a:pt x="2145" y="1841"/>
                    <a:pt x="2341" y="1808"/>
                  </a:cubicBezTo>
                  <a:cubicBezTo>
                    <a:pt x="1788" y="1675"/>
                    <a:pt x="1221" y="1615"/>
                    <a:pt x="787" y="1335"/>
                  </a:cubicBezTo>
                  <a:cubicBezTo>
                    <a:pt x="574" y="1195"/>
                    <a:pt x="407" y="995"/>
                    <a:pt x="301" y="768"/>
                  </a:cubicBezTo>
                  <a:cubicBezTo>
                    <a:pt x="174" y="528"/>
                    <a:pt x="154" y="248"/>
                    <a:pt x="24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9" name="Google Shape;2112;p36"/>
            <p:cNvSpPr/>
            <p:nvPr/>
          </p:nvSpPr>
          <p:spPr>
            <a:xfrm>
              <a:off x="1995909" y="3054355"/>
              <a:ext cx="70149" cy="10657"/>
            </a:xfrm>
            <a:custGeom>
              <a:avLst/>
              <a:gdLst/>
              <a:ahLst/>
              <a:cxnLst/>
              <a:rect l="l" t="t" r="r" b="b"/>
              <a:pathLst>
                <a:path w="2508" h="381" extrusionOk="0">
                  <a:moveTo>
                    <a:pt x="0" y="1"/>
                  </a:moveTo>
                  <a:cubicBezTo>
                    <a:pt x="374" y="208"/>
                    <a:pt x="801" y="334"/>
                    <a:pt x="1234" y="368"/>
                  </a:cubicBezTo>
                  <a:cubicBezTo>
                    <a:pt x="1326" y="376"/>
                    <a:pt x="1419" y="381"/>
                    <a:pt x="1511" y="381"/>
                  </a:cubicBezTo>
                  <a:cubicBezTo>
                    <a:pt x="1847" y="381"/>
                    <a:pt x="2184" y="324"/>
                    <a:pt x="2508" y="214"/>
                  </a:cubicBezTo>
                  <a:cubicBezTo>
                    <a:pt x="2074" y="141"/>
                    <a:pt x="1674" y="108"/>
                    <a:pt x="1254" y="74"/>
                  </a:cubicBezTo>
                  <a:cubicBezTo>
                    <a:pt x="841" y="41"/>
                    <a:pt x="440" y="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0" name="Google Shape;2113;p36"/>
            <p:cNvSpPr/>
            <p:nvPr/>
          </p:nvSpPr>
          <p:spPr>
            <a:xfrm>
              <a:off x="1304490" y="2253490"/>
              <a:ext cx="170114" cy="128522"/>
            </a:xfrm>
            <a:custGeom>
              <a:avLst/>
              <a:gdLst/>
              <a:ahLst/>
              <a:cxnLst/>
              <a:rect l="l" t="t" r="r" b="b"/>
              <a:pathLst>
                <a:path w="6082" h="4595" extrusionOk="0">
                  <a:moveTo>
                    <a:pt x="3718" y="1"/>
                  </a:moveTo>
                  <a:cubicBezTo>
                    <a:pt x="3306" y="1"/>
                    <a:pt x="2844" y="76"/>
                    <a:pt x="2334" y="273"/>
                  </a:cubicBezTo>
                  <a:cubicBezTo>
                    <a:pt x="27" y="1173"/>
                    <a:pt x="0" y="4174"/>
                    <a:pt x="0" y="4301"/>
                  </a:cubicBezTo>
                  <a:cubicBezTo>
                    <a:pt x="0" y="4461"/>
                    <a:pt x="134" y="4594"/>
                    <a:pt x="294" y="4594"/>
                  </a:cubicBezTo>
                  <a:cubicBezTo>
                    <a:pt x="454" y="4594"/>
                    <a:pt x="587" y="4461"/>
                    <a:pt x="587" y="4301"/>
                  </a:cubicBezTo>
                  <a:cubicBezTo>
                    <a:pt x="587" y="4274"/>
                    <a:pt x="614" y="1573"/>
                    <a:pt x="2548" y="813"/>
                  </a:cubicBezTo>
                  <a:cubicBezTo>
                    <a:pt x="2982" y="644"/>
                    <a:pt x="3374" y="579"/>
                    <a:pt x="3719" y="579"/>
                  </a:cubicBezTo>
                  <a:cubicBezTo>
                    <a:pt x="4600" y="579"/>
                    <a:pt x="5187" y="998"/>
                    <a:pt x="5455" y="1180"/>
                  </a:cubicBezTo>
                  <a:cubicBezTo>
                    <a:pt x="5557" y="1263"/>
                    <a:pt x="5659" y="1331"/>
                    <a:pt x="5777" y="1331"/>
                  </a:cubicBezTo>
                  <a:cubicBezTo>
                    <a:pt x="5821" y="1331"/>
                    <a:pt x="5867" y="1322"/>
                    <a:pt x="5915" y="1300"/>
                  </a:cubicBezTo>
                  <a:cubicBezTo>
                    <a:pt x="6015" y="1247"/>
                    <a:pt x="6075" y="1140"/>
                    <a:pt x="6082" y="1027"/>
                  </a:cubicBezTo>
                  <a:cubicBezTo>
                    <a:pt x="6082" y="880"/>
                    <a:pt x="5975" y="753"/>
                    <a:pt x="5829" y="733"/>
                  </a:cubicBezTo>
                  <a:lnTo>
                    <a:pt x="5789" y="706"/>
                  </a:lnTo>
                  <a:cubicBezTo>
                    <a:pt x="5500" y="504"/>
                    <a:pt x="4781" y="1"/>
                    <a:pt x="371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1" name="Google Shape;2114;p36"/>
            <p:cNvSpPr/>
            <p:nvPr/>
          </p:nvSpPr>
          <p:spPr>
            <a:xfrm>
              <a:off x="1330978" y="2252567"/>
              <a:ext cx="110817" cy="179987"/>
            </a:xfrm>
            <a:custGeom>
              <a:avLst/>
              <a:gdLst/>
              <a:ahLst/>
              <a:cxnLst/>
              <a:rect l="l" t="t" r="r" b="b"/>
              <a:pathLst>
                <a:path w="3962" h="6435" extrusionOk="0">
                  <a:moveTo>
                    <a:pt x="2757" y="1"/>
                  </a:moveTo>
                  <a:cubicBezTo>
                    <a:pt x="2673" y="1"/>
                    <a:pt x="2587" y="41"/>
                    <a:pt x="2521" y="139"/>
                  </a:cubicBezTo>
                  <a:cubicBezTo>
                    <a:pt x="2501" y="166"/>
                    <a:pt x="0" y="3240"/>
                    <a:pt x="3448" y="6361"/>
                  </a:cubicBezTo>
                  <a:cubicBezTo>
                    <a:pt x="3501" y="6408"/>
                    <a:pt x="3568" y="6434"/>
                    <a:pt x="3641" y="6434"/>
                  </a:cubicBezTo>
                  <a:cubicBezTo>
                    <a:pt x="3721" y="6434"/>
                    <a:pt x="3801" y="6401"/>
                    <a:pt x="3855" y="6341"/>
                  </a:cubicBezTo>
                  <a:cubicBezTo>
                    <a:pt x="3961" y="6221"/>
                    <a:pt x="3955" y="6034"/>
                    <a:pt x="3841" y="5928"/>
                  </a:cubicBezTo>
                  <a:cubicBezTo>
                    <a:pt x="814" y="3193"/>
                    <a:pt x="2881" y="613"/>
                    <a:pt x="2974" y="506"/>
                  </a:cubicBezTo>
                  <a:cubicBezTo>
                    <a:pt x="3192" y="283"/>
                    <a:pt x="2981" y="1"/>
                    <a:pt x="275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2" name="Google Shape;2115;p36"/>
            <p:cNvSpPr/>
            <p:nvPr/>
          </p:nvSpPr>
          <p:spPr>
            <a:xfrm>
              <a:off x="1391449" y="2500773"/>
              <a:ext cx="116299" cy="99517"/>
            </a:xfrm>
            <a:custGeom>
              <a:avLst/>
              <a:gdLst/>
              <a:ahLst/>
              <a:cxnLst/>
              <a:rect l="l" t="t" r="r" b="b"/>
              <a:pathLst>
                <a:path w="4158" h="3558" extrusionOk="0">
                  <a:moveTo>
                    <a:pt x="2378" y="1"/>
                  </a:moveTo>
                  <a:cubicBezTo>
                    <a:pt x="796" y="1"/>
                    <a:pt x="1" y="1910"/>
                    <a:pt x="1119" y="3035"/>
                  </a:cubicBezTo>
                  <a:cubicBezTo>
                    <a:pt x="1482" y="3396"/>
                    <a:pt x="1927" y="3558"/>
                    <a:pt x="2364" y="3558"/>
                  </a:cubicBezTo>
                  <a:cubicBezTo>
                    <a:pt x="3280" y="3558"/>
                    <a:pt x="4158" y="2844"/>
                    <a:pt x="4153" y="1768"/>
                  </a:cubicBezTo>
                  <a:cubicBezTo>
                    <a:pt x="4153" y="795"/>
                    <a:pt x="3360" y="1"/>
                    <a:pt x="2386" y="1"/>
                  </a:cubicBezTo>
                  <a:cubicBezTo>
                    <a:pt x="2383" y="1"/>
                    <a:pt x="2381" y="1"/>
                    <a:pt x="2378" y="1"/>
                  </a:cubicBezTo>
                  <a:close/>
                </a:path>
              </a:pathLst>
            </a:custGeom>
            <a:solidFill>
              <a:srgbClr val="B39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3" name="Google Shape;2116;p36"/>
            <p:cNvSpPr/>
            <p:nvPr/>
          </p:nvSpPr>
          <p:spPr>
            <a:xfrm>
              <a:off x="1386247" y="2496466"/>
              <a:ext cx="125306" cy="107489"/>
            </a:xfrm>
            <a:custGeom>
              <a:avLst/>
              <a:gdLst/>
              <a:ahLst/>
              <a:cxnLst/>
              <a:rect l="l" t="t" r="r" b="b"/>
              <a:pathLst>
                <a:path w="4480" h="3843" extrusionOk="0">
                  <a:moveTo>
                    <a:pt x="2564" y="295"/>
                  </a:moveTo>
                  <a:cubicBezTo>
                    <a:pt x="2567" y="295"/>
                    <a:pt x="2569" y="295"/>
                    <a:pt x="2572" y="295"/>
                  </a:cubicBezTo>
                  <a:cubicBezTo>
                    <a:pt x="3466" y="302"/>
                    <a:pt x="4193" y="1029"/>
                    <a:pt x="4193" y="1922"/>
                  </a:cubicBezTo>
                  <a:cubicBezTo>
                    <a:pt x="4188" y="2901"/>
                    <a:pt x="3384" y="3550"/>
                    <a:pt x="2549" y="3550"/>
                  </a:cubicBezTo>
                  <a:cubicBezTo>
                    <a:pt x="2149" y="3550"/>
                    <a:pt x="1742" y="3401"/>
                    <a:pt x="1412" y="3069"/>
                  </a:cubicBezTo>
                  <a:cubicBezTo>
                    <a:pt x="394" y="2044"/>
                    <a:pt x="1122" y="295"/>
                    <a:pt x="2564" y="295"/>
                  </a:cubicBezTo>
                  <a:close/>
                  <a:moveTo>
                    <a:pt x="2548" y="0"/>
                  </a:moveTo>
                  <a:cubicBezTo>
                    <a:pt x="2076" y="0"/>
                    <a:pt x="1596" y="176"/>
                    <a:pt x="1205" y="568"/>
                  </a:cubicBezTo>
                  <a:cubicBezTo>
                    <a:pt x="0" y="1780"/>
                    <a:pt x="862" y="3843"/>
                    <a:pt x="2564" y="3843"/>
                  </a:cubicBezTo>
                  <a:cubicBezTo>
                    <a:pt x="2567" y="3843"/>
                    <a:pt x="2569" y="3843"/>
                    <a:pt x="2572" y="3843"/>
                  </a:cubicBezTo>
                  <a:cubicBezTo>
                    <a:pt x="3626" y="3836"/>
                    <a:pt x="4479" y="2976"/>
                    <a:pt x="4479" y="1922"/>
                  </a:cubicBezTo>
                  <a:cubicBezTo>
                    <a:pt x="4479" y="767"/>
                    <a:pt x="3534" y="0"/>
                    <a:pt x="254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4" name="Google Shape;2117;p36"/>
            <p:cNvSpPr/>
            <p:nvPr/>
          </p:nvSpPr>
          <p:spPr>
            <a:xfrm>
              <a:off x="1424426" y="2532127"/>
              <a:ext cx="54290" cy="50122"/>
            </a:xfrm>
            <a:custGeom>
              <a:avLst/>
              <a:gdLst/>
              <a:ahLst/>
              <a:cxnLst/>
              <a:rect l="l" t="t" r="r" b="b"/>
              <a:pathLst>
                <a:path w="1941" h="1792" extrusionOk="0">
                  <a:moveTo>
                    <a:pt x="300" y="0"/>
                  </a:moveTo>
                  <a:lnTo>
                    <a:pt x="300" y="0"/>
                  </a:lnTo>
                  <a:cubicBezTo>
                    <a:pt x="0" y="414"/>
                    <a:pt x="74" y="1061"/>
                    <a:pt x="474" y="1454"/>
                  </a:cubicBezTo>
                  <a:cubicBezTo>
                    <a:pt x="700" y="1676"/>
                    <a:pt x="1008" y="1792"/>
                    <a:pt x="1307" y="1792"/>
                  </a:cubicBezTo>
                  <a:cubicBezTo>
                    <a:pt x="1538" y="1792"/>
                    <a:pt x="1764" y="1723"/>
                    <a:pt x="1941" y="1581"/>
                  </a:cubicBezTo>
                  <a:lnTo>
                    <a:pt x="1941" y="1581"/>
                  </a:lnTo>
                  <a:cubicBezTo>
                    <a:pt x="1824" y="1611"/>
                    <a:pt x="1709" y="1626"/>
                    <a:pt x="1597" y="1626"/>
                  </a:cubicBezTo>
                  <a:cubicBezTo>
                    <a:pt x="775" y="1626"/>
                    <a:pt x="107" y="857"/>
                    <a:pt x="3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5" name="Google Shape;2118;p36"/>
            <p:cNvSpPr/>
            <p:nvPr/>
          </p:nvSpPr>
          <p:spPr>
            <a:xfrm>
              <a:off x="2737505" y="2471684"/>
              <a:ext cx="18097" cy="53563"/>
            </a:xfrm>
            <a:custGeom>
              <a:avLst/>
              <a:gdLst/>
              <a:ahLst/>
              <a:cxnLst/>
              <a:rect l="l" t="t" r="r" b="b"/>
              <a:pathLst>
                <a:path w="647" h="1915" extrusionOk="0">
                  <a:moveTo>
                    <a:pt x="274" y="1"/>
                  </a:moveTo>
                  <a:lnTo>
                    <a:pt x="274" y="1"/>
                  </a:lnTo>
                  <a:cubicBezTo>
                    <a:pt x="247" y="347"/>
                    <a:pt x="234" y="648"/>
                    <a:pt x="194" y="968"/>
                  </a:cubicBezTo>
                  <a:cubicBezTo>
                    <a:pt x="147" y="1281"/>
                    <a:pt x="73" y="1574"/>
                    <a:pt x="0" y="1915"/>
                  </a:cubicBezTo>
                  <a:cubicBezTo>
                    <a:pt x="527" y="1421"/>
                    <a:pt x="647" y="621"/>
                    <a:pt x="27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6" name="Google Shape;2119;p36"/>
            <p:cNvSpPr/>
            <p:nvPr/>
          </p:nvSpPr>
          <p:spPr>
            <a:xfrm>
              <a:off x="1680015" y="2029143"/>
              <a:ext cx="502061" cy="353932"/>
            </a:xfrm>
            <a:custGeom>
              <a:avLst/>
              <a:gdLst/>
              <a:ahLst/>
              <a:cxnLst/>
              <a:rect l="l" t="t" r="r" b="b"/>
              <a:pathLst>
                <a:path w="17950" h="12654" extrusionOk="0">
                  <a:moveTo>
                    <a:pt x="8729" y="0"/>
                  </a:moveTo>
                  <a:cubicBezTo>
                    <a:pt x="903" y="0"/>
                    <a:pt x="1" y="12654"/>
                    <a:pt x="8717" y="12654"/>
                  </a:cubicBezTo>
                  <a:cubicBezTo>
                    <a:pt x="8819" y="12654"/>
                    <a:pt x="8922" y="12652"/>
                    <a:pt x="9027" y="12649"/>
                  </a:cubicBezTo>
                  <a:cubicBezTo>
                    <a:pt x="17949" y="12342"/>
                    <a:pt x="17169" y="305"/>
                    <a:pt x="9000" y="5"/>
                  </a:cubicBezTo>
                  <a:cubicBezTo>
                    <a:pt x="8909" y="2"/>
                    <a:pt x="8818" y="0"/>
                    <a:pt x="8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7" name="Google Shape;2120;p36"/>
            <p:cNvSpPr/>
            <p:nvPr/>
          </p:nvSpPr>
          <p:spPr>
            <a:xfrm>
              <a:off x="1634424" y="2014235"/>
              <a:ext cx="440975" cy="203006"/>
            </a:xfrm>
            <a:custGeom>
              <a:avLst/>
              <a:gdLst/>
              <a:ahLst/>
              <a:cxnLst/>
              <a:rect l="l" t="t" r="r" b="b"/>
              <a:pathLst>
                <a:path w="15766" h="7258" extrusionOk="0">
                  <a:moveTo>
                    <a:pt x="10214" y="0"/>
                  </a:moveTo>
                  <a:cubicBezTo>
                    <a:pt x="9781" y="0"/>
                    <a:pt x="9328" y="39"/>
                    <a:pt x="8857" y="125"/>
                  </a:cubicBezTo>
                  <a:cubicBezTo>
                    <a:pt x="4922" y="845"/>
                    <a:pt x="3568" y="3686"/>
                    <a:pt x="2742" y="5453"/>
                  </a:cubicBezTo>
                  <a:cubicBezTo>
                    <a:pt x="2159" y="6708"/>
                    <a:pt x="1021" y="6890"/>
                    <a:pt x="411" y="6890"/>
                  </a:cubicBezTo>
                  <a:cubicBezTo>
                    <a:pt x="162" y="6890"/>
                    <a:pt x="1" y="6860"/>
                    <a:pt x="1" y="6860"/>
                  </a:cubicBezTo>
                  <a:lnTo>
                    <a:pt x="1" y="6860"/>
                  </a:lnTo>
                  <a:cubicBezTo>
                    <a:pt x="999" y="7135"/>
                    <a:pt x="1785" y="7257"/>
                    <a:pt x="2404" y="7257"/>
                  </a:cubicBezTo>
                  <a:cubicBezTo>
                    <a:pt x="4020" y="7257"/>
                    <a:pt x="4512" y="6430"/>
                    <a:pt x="4729" y="5346"/>
                  </a:cubicBezTo>
                  <a:cubicBezTo>
                    <a:pt x="5029" y="3846"/>
                    <a:pt x="6603" y="1358"/>
                    <a:pt x="10277" y="1025"/>
                  </a:cubicBezTo>
                  <a:cubicBezTo>
                    <a:pt x="10513" y="1004"/>
                    <a:pt x="10741" y="994"/>
                    <a:pt x="10962" y="994"/>
                  </a:cubicBezTo>
                  <a:cubicBezTo>
                    <a:pt x="14182" y="994"/>
                    <a:pt x="15765" y="3126"/>
                    <a:pt x="15765" y="3126"/>
                  </a:cubicBezTo>
                  <a:cubicBezTo>
                    <a:pt x="15477" y="2092"/>
                    <a:pt x="13392" y="0"/>
                    <a:pt x="102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8" name="Google Shape;2121;p36"/>
            <p:cNvSpPr/>
            <p:nvPr/>
          </p:nvSpPr>
          <p:spPr>
            <a:xfrm>
              <a:off x="2308697" y="2061504"/>
              <a:ext cx="359722" cy="279504"/>
            </a:xfrm>
            <a:custGeom>
              <a:avLst/>
              <a:gdLst/>
              <a:ahLst/>
              <a:cxnLst/>
              <a:rect l="l" t="t" r="r" b="b"/>
              <a:pathLst>
                <a:path w="12861" h="9993" extrusionOk="0">
                  <a:moveTo>
                    <a:pt x="5942" y="1"/>
                  </a:moveTo>
                  <a:cubicBezTo>
                    <a:pt x="5762" y="1"/>
                    <a:pt x="5578" y="10"/>
                    <a:pt x="5388" y="28"/>
                  </a:cubicBezTo>
                  <a:cubicBezTo>
                    <a:pt x="1507" y="409"/>
                    <a:pt x="0" y="4156"/>
                    <a:pt x="1027" y="6937"/>
                  </a:cubicBezTo>
                  <a:cubicBezTo>
                    <a:pt x="1567" y="8404"/>
                    <a:pt x="2794" y="9598"/>
                    <a:pt x="4742" y="9904"/>
                  </a:cubicBezTo>
                  <a:cubicBezTo>
                    <a:pt x="5108" y="9965"/>
                    <a:pt x="5480" y="9992"/>
                    <a:pt x="5852" y="9992"/>
                  </a:cubicBezTo>
                  <a:cubicBezTo>
                    <a:pt x="5893" y="9992"/>
                    <a:pt x="5934" y="9992"/>
                    <a:pt x="5975" y="9991"/>
                  </a:cubicBezTo>
                  <a:cubicBezTo>
                    <a:pt x="12861" y="9803"/>
                    <a:pt x="11859" y="1"/>
                    <a:pt x="59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9" name="Google Shape;2122;p36"/>
            <p:cNvSpPr/>
            <p:nvPr/>
          </p:nvSpPr>
          <p:spPr>
            <a:xfrm>
              <a:off x="2351603" y="2049645"/>
              <a:ext cx="346185" cy="149891"/>
            </a:xfrm>
            <a:custGeom>
              <a:avLst/>
              <a:gdLst/>
              <a:ahLst/>
              <a:cxnLst/>
              <a:rect l="l" t="t" r="r" b="b"/>
              <a:pathLst>
                <a:path w="12377" h="5359" extrusionOk="0">
                  <a:moveTo>
                    <a:pt x="4480" y="1"/>
                  </a:moveTo>
                  <a:cubicBezTo>
                    <a:pt x="1822" y="1"/>
                    <a:pt x="184" y="1868"/>
                    <a:pt x="0" y="2726"/>
                  </a:cubicBezTo>
                  <a:cubicBezTo>
                    <a:pt x="0" y="2726"/>
                    <a:pt x="1229" y="816"/>
                    <a:pt x="3948" y="816"/>
                  </a:cubicBezTo>
                  <a:cubicBezTo>
                    <a:pt x="4012" y="816"/>
                    <a:pt x="4076" y="817"/>
                    <a:pt x="4141" y="819"/>
                  </a:cubicBezTo>
                  <a:cubicBezTo>
                    <a:pt x="7002" y="913"/>
                    <a:pt x="8342" y="2786"/>
                    <a:pt x="8642" y="3953"/>
                  </a:cubicBezTo>
                  <a:cubicBezTo>
                    <a:pt x="8848" y="4751"/>
                    <a:pt x="9237" y="5359"/>
                    <a:pt x="10338" y="5359"/>
                  </a:cubicBezTo>
                  <a:cubicBezTo>
                    <a:pt x="10847" y="5359"/>
                    <a:pt x="11510" y="5229"/>
                    <a:pt x="12377" y="4927"/>
                  </a:cubicBezTo>
                  <a:lnTo>
                    <a:pt x="12377" y="4927"/>
                  </a:lnTo>
                  <a:cubicBezTo>
                    <a:pt x="12377" y="4927"/>
                    <a:pt x="12194" y="4973"/>
                    <a:pt x="11927" y="4973"/>
                  </a:cubicBezTo>
                  <a:cubicBezTo>
                    <a:pt x="11436" y="4973"/>
                    <a:pt x="10658" y="4819"/>
                    <a:pt x="10196" y="3947"/>
                  </a:cubicBezTo>
                  <a:cubicBezTo>
                    <a:pt x="9476" y="2593"/>
                    <a:pt x="8289" y="419"/>
                    <a:pt x="5201" y="46"/>
                  </a:cubicBezTo>
                  <a:cubicBezTo>
                    <a:pt x="4953" y="15"/>
                    <a:pt x="4712" y="1"/>
                    <a:pt x="44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0" name="Google Shape;2123;p36"/>
            <p:cNvSpPr/>
            <p:nvPr/>
          </p:nvSpPr>
          <p:spPr>
            <a:xfrm>
              <a:off x="1799699" y="2148799"/>
              <a:ext cx="261743" cy="225438"/>
            </a:xfrm>
            <a:custGeom>
              <a:avLst/>
              <a:gdLst/>
              <a:ahLst/>
              <a:cxnLst/>
              <a:rect l="l" t="t" r="r" b="b"/>
              <a:pathLst>
                <a:path w="9358" h="8060" extrusionOk="0">
                  <a:moveTo>
                    <a:pt x="4741" y="1"/>
                  </a:moveTo>
                  <a:cubicBezTo>
                    <a:pt x="4717" y="1"/>
                    <a:pt x="4693" y="1"/>
                    <a:pt x="4668" y="2"/>
                  </a:cubicBezTo>
                  <a:cubicBezTo>
                    <a:pt x="133" y="82"/>
                    <a:pt x="0" y="7897"/>
                    <a:pt x="4668" y="8057"/>
                  </a:cubicBezTo>
                  <a:cubicBezTo>
                    <a:pt x="4713" y="8059"/>
                    <a:pt x="4757" y="8059"/>
                    <a:pt x="4800" y="8059"/>
                  </a:cubicBezTo>
                  <a:cubicBezTo>
                    <a:pt x="9313" y="8059"/>
                    <a:pt x="9357" y="1"/>
                    <a:pt x="474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1" name="Google Shape;2124;p36"/>
            <p:cNvSpPr/>
            <p:nvPr/>
          </p:nvSpPr>
          <p:spPr>
            <a:xfrm>
              <a:off x="2332947" y="2148631"/>
              <a:ext cx="196909" cy="189916"/>
            </a:xfrm>
            <a:custGeom>
              <a:avLst/>
              <a:gdLst/>
              <a:ahLst/>
              <a:cxnLst/>
              <a:rect l="l" t="t" r="r" b="b"/>
              <a:pathLst>
                <a:path w="7040" h="6790" extrusionOk="0">
                  <a:moveTo>
                    <a:pt x="3143" y="1"/>
                  </a:moveTo>
                  <a:cubicBezTo>
                    <a:pt x="3124" y="1"/>
                    <a:pt x="3106" y="1"/>
                    <a:pt x="3088" y="1"/>
                  </a:cubicBezTo>
                  <a:cubicBezTo>
                    <a:pt x="994" y="41"/>
                    <a:pt x="0" y="2001"/>
                    <a:pt x="160" y="3822"/>
                  </a:cubicBezTo>
                  <a:cubicBezTo>
                    <a:pt x="700" y="5289"/>
                    <a:pt x="1927" y="6483"/>
                    <a:pt x="3875" y="6789"/>
                  </a:cubicBezTo>
                  <a:cubicBezTo>
                    <a:pt x="7040" y="6033"/>
                    <a:pt x="6831" y="1"/>
                    <a:pt x="314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2" name="Google Shape;2125;p36"/>
            <p:cNvSpPr/>
            <p:nvPr/>
          </p:nvSpPr>
          <p:spPr>
            <a:xfrm>
              <a:off x="2245849" y="2049421"/>
              <a:ext cx="165443" cy="378210"/>
            </a:xfrm>
            <a:custGeom>
              <a:avLst/>
              <a:gdLst/>
              <a:ahLst/>
              <a:cxnLst/>
              <a:rect l="l" t="t" r="r" b="b"/>
              <a:pathLst>
                <a:path w="5915" h="13522" extrusionOk="0">
                  <a:moveTo>
                    <a:pt x="1080" y="0"/>
                  </a:moveTo>
                  <a:lnTo>
                    <a:pt x="1080" y="0"/>
                  </a:lnTo>
                  <a:cubicBezTo>
                    <a:pt x="747" y="714"/>
                    <a:pt x="494" y="1467"/>
                    <a:pt x="320" y="2234"/>
                  </a:cubicBezTo>
                  <a:cubicBezTo>
                    <a:pt x="147" y="3008"/>
                    <a:pt x="47" y="3801"/>
                    <a:pt x="33" y="4595"/>
                  </a:cubicBezTo>
                  <a:cubicBezTo>
                    <a:pt x="0" y="6175"/>
                    <a:pt x="280" y="7822"/>
                    <a:pt x="1154" y="9223"/>
                  </a:cubicBezTo>
                  <a:cubicBezTo>
                    <a:pt x="1380" y="9576"/>
                    <a:pt x="1647" y="9896"/>
                    <a:pt x="1967" y="10176"/>
                  </a:cubicBezTo>
                  <a:cubicBezTo>
                    <a:pt x="2127" y="10316"/>
                    <a:pt x="2314" y="10436"/>
                    <a:pt x="2507" y="10536"/>
                  </a:cubicBezTo>
                  <a:cubicBezTo>
                    <a:pt x="2607" y="10590"/>
                    <a:pt x="2714" y="10637"/>
                    <a:pt x="2821" y="10670"/>
                  </a:cubicBezTo>
                  <a:lnTo>
                    <a:pt x="3134" y="10743"/>
                  </a:lnTo>
                  <a:cubicBezTo>
                    <a:pt x="3541" y="10810"/>
                    <a:pt x="3934" y="10843"/>
                    <a:pt x="4308" y="10897"/>
                  </a:cubicBezTo>
                  <a:cubicBezTo>
                    <a:pt x="4681" y="10943"/>
                    <a:pt x="5075" y="11010"/>
                    <a:pt x="5308" y="11163"/>
                  </a:cubicBezTo>
                  <a:cubicBezTo>
                    <a:pt x="5542" y="11310"/>
                    <a:pt x="5542" y="11630"/>
                    <a:pt x="5382" y="11944"/>
                  </a:cubicBezTo>
                  <a:cubicBezTo>
                    <a:pt x="5221" y="12264"/>
                    <a:pt x="4941" y="12524"/>
                    <a:pt x="4641" y="12737"/>
                  </a:cubicBezTo>
                  <a:cubicBezTo>
                    <a:pt x="4008" y="13177"/>
                    <a:pt x="3274" y="13451"/>
                    <a:pt x="2507" y="13511"/>
                  </a:cubicBezTo>
                  <a:cubicBezTo>
                    <a:pt x="2605" y="13518"/>
                    <a:pt x="2703" y="13522"/>
                    <a:pt x="2801" y="13522"/>
                  </a:cubicBezTo>
                  <a:cubicBezTo>
                    <a:pt x="3502" y="13522"/>
                    <a:pt x="4193" y="13334"/>
                    <a:pt x="4801" y="12977"/>
                  </a:cubicBezTo>
                  <a:cubicBezTo>
                    <a:pt x="5141" y="12770"/>
                    <a:pt x="5475" y="12510"/>
                    <a:pt x="5708" y="12137"/>
                  </a:cubicBezTo>
                  <a:cubicBezTo>
                    <a:pt x="5842" y="11950"/>
                    <a:pt x="5915" y="11717"/>
                    <a:pt x="5915" y="11490"/>
                  </a:cubicBezTo>
                  <a:cubicBezTo>
                    <a:pt x="5915" y="11223"/>
                    <a:pt x="5795" y="10977"/>
                    <a:pt x="5588" y="10810"/>
                  </a:cubicBezTo>
                  <a:cubicBezTo>
                    <a:pt x="5188" y="10503"/>
                    <a:pt x="4775" y="10443"/>
                    <a:pt x="4381" y="10383"/>
                  </a:cubicBezTo>
                  <a:cubicBezTo>
                    <a:pt x="3988" y="10330"/>
                    <a:pt x="3608" y="10276"/>
                    <a:pt x="3241" y="10203"/>
                  </a:cubicBezTo>
                  <a:cubicBezTo>
                    <a:pt x="2567" y="10090"/>
                    <a:pt x="2041" y="9530"/>
                    <a:pt x="1647" y="8909"/>
                  </a:cubicBezTo>
                  <a:cubicBezTo>
                    <a:pt x="847" y="7656"/>
                    <a:pt x="540" y="6102"/>
                    <a:pt x="480" y="4588"/>
                  </a:cubicBezTo>
                  <a:cubicBezTo>
                    <a:pt x="447" y="3034"/>
                    <a:pt x="647" y="1487"/>
                    <a:pt x="108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3" name="Google Shape;2126;p36"/>
            <p:cNvSpPr/>
            <p:nvPr/>
          </p:nvSpPr>
          <p:spPr>
            <a:xfrm>
              <a:off x="2256058" y="2399606"/>
              <a:ext cx="36613" cy="15635"/>
            </a:xfrm>
            <a:custGeom>
              <a:avLst/>
              <a:gdLst/>
              <a:ahLst/>
              <a:cxnLst/>
              <a:rect l="l" t="t" r="r" b="b"/>
              <a:pathLst>
                <a:path w="1309" h="559" extrusionOk="0">
                  <a:moveTo>
                    <a:pt x="615" y="0"/>
                  </a:moveTo>
                  <a:cubicBezTo>
                    <a:pt x="400" y="0"/>
                    <a:pt x="198" y="61"/>
                    <a:pt x="122" y="204"/>
                  </a:cubicBezTo>
                  <a:cubicBezTo>
                    <a:pt x="0" y="414"/>
                    <a:pt x="465" y="559"/>
                    <a:pt x="848" y="559"/>
                  </a:cubicBezTo>
                  <a:cubicBezTo>
                    <a:pt x="1095" y="559"/>
                    <a:pt x="1309" y="498"/>
                    <a:pt x="1309" y="357"/>
                  </a:cubicBezTo>
                  <a:cubicBezTo>
                    <a:pt x="1309" y="143"/>
                    <a:pt x="945" y="0"/>
                    <a:pt x="61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4" name="Google Shape;2127;p36"/>
            <p:cNvSpPr/>
            <p:nvPr/>
          </p:nvSpPr>
          <p:spPr>
            <a:xfrm>
              <a:off x="2230549" y="2383103"/>
              <a:ext cx="12531" cy="32110"/>
            </a:xfrm>
            <a:custGeom>
              <a:avLst/>
              <a:gdLst/>
              <a:ahLst/>
              <a:cxnLst/>
              <a:rect l="l" t="t" r="r" b="b"/>
              <a:pathLst>
                <a:path w="448" h="1148" extrusionOk="0">
                  <a:moveTo>
                    <a:pt x="447" y="0"/>
                  </a:moveTo>
                  <a:lnTo>
                    <a:pt x="447" y="0"/>
                  </a:lnTo>
                  <a:cubicBezTo>
                    <a:pt x="320" y="27"/>
                    <a:pt x="214" y="100"/>
                    <a:pt x="134" y="200"/>
                  </a:cubicBezTo>
                  <a:cubicBezTo>
                    <a:pt x="47" y="307"/>
                    <a:pt x="0" y="440"/>
                    <a:pt x="0" y="574"/>
                  </a:cubicBezTo>
                  <a:cubicBezTo>
                    <a:pt x="0" y="707"/>
                    <a:pt x="47" y="840"/>
                    <a:pt x="127" y="947"/>
                  </a:cubicBezTo>
                  <a:cubicBezTo>
                    <a:pt x="207" y="1047"/>
                    <a:pt x="320" y="1120"/>
                    <a:pt x="447" y="1147"/>
                  </a:cubicBezTo>
                  <a:cubicBezTo>
                    <a:pt x="354" y="914"/>
                    <a:pt x="287" y="740"/>
                    <a:pt x="287" y="574"/>
                  </a:cubicBezTo>
                  <a:cubicBezTo>
                    <a:pt x="294" y="487"/>
                    <a:pt x="307" y="400"/>
                    <a:pt x="334" y="314"/>
                  </a:cubicBezTo>
                  <a:cubicBezTo>
                    <a:pt x="360" y="214"/>
                    <a:pt x="400" y="114"/>
                    <a:pt x="44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5" name="Google Shape;2128;p36"/>
            <p:cNvSpPr/>
            <p:nvPr/>
          </p:nvSpPr>
          <p:spPr>
            <a:xfrm>
              <a:off x="2111537" y="2461419"/>
              <a:ext cx="208572" cy="100804"/>
            </a:xfrm>
            <a:custGeom>
              <a:avLst/>
              <a:gdLst/>
              <a:ahLst/>
              <a:cxnLst/>
              <a:rect l="l" t="t" r="r" b="b"/>
              <a:pathLst>
                <a:path w="7457" h="3604" extrusionOk="0">
                  <a:moveTo>
                    <a:pt x="1" y="1"/>
                  </a:moveTo>
                  <a:lnTo>
                    <a:pt x="1" y="1"/>
                  </a:lnTo>
                  <a:cubicBezTo>
                    <a:pt x="314" y="661"/>
                    <a:pt x="788" y="1235"/>
                    <a:pt x="1321" y="1735"/>
                  </a:cubicBezTo>
                  <a:cubicBezTo>
                    <a:pt x="1861" y="2242"/>
                    <a:pt x="2481" y="2655"/>
                    <a:pt x="3155" y="2968"/>
                  </a:cubicBezTo>
                  <a:cubicBezTo>
                    <a:pt x="3322" y="3048"/>
                    <a:pt x="3488" y="3122"/>
                    <a:pt x="3668" y="3182"/>
                  </a:cubicBezTo>
                  <a:cubicBezTo>
                    <a:pt x="3842" y="3242"/>
                    <a:pt x="4015" y="3315"/>
                    <a:pt x="4189" y="3362"/>
                  </a:cubicBezTo>
                  <a:cubicBezTo>
                    <a:pt x="4555" y="3442"/>
                    <a:pt x="4915" y="3542"/>
                    <a:pt x="5282" y="3562"/>
                  </a:cubicBezTo>
                  <a:cubicBezTo>
                    <a:pt x="5490" y="3590"/>
                    <a:pt x="5699" y="3603"/>
                    <a:pt x="5907" y="3603"/>
                  </a:cubicBezTo>
                  <a:cubicBezTo>
                    <a:pt x="6432" y="3603"/>
                    <a:pt x="6954" y="3521"/>
                    <a:pt x="7456" y="3402"/>
                  </a:cubicBezTo>
                  <a:cubicBezTo>
                    <a:pt x="6736" y="3328"/>
                    <a:pt x="6036" y="3282"/>
                    <a:pt x="5356" y="3115"/>
                  </a:cubicBezTo>
                  <a:cubicBezTo>
                    <a:pt x="4682" y="2968"/>
                    <a:pt x="4022" y="2742"/>
                    <a:pt x="3402" y="2442"/>
                  </a:cubicBezTo>
                  <a:cubicBezTo>
                    <a:pt x="2768" y="2155"/>
                    <a:pt x="2175" y="1801"/>
                    <a:pt x="1615" y="1395"/>
                  </a:cubicBezTo>
                  <a:cubicBezTo>
                    <a:pt x="1041" y="968"/>
                    <a:pt x="501" y="501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6" name="Google Shape;2129;p36"/>
            <p:cNvSpPr/>
            <p:nvPr/>
          </p:nvSpPr>
          <p:spPr>
            <a:xfrm>
              <a:off x="1627712" y="2374153"/>
              <a:ext cx="247171" cy="219173"/>
            </a:xfrm>
            <a:custGeom>
              <a:avLst/>
              <a:gdLst/>
              <a:ahLst/>
              <a:cxnLst/>
              <a:rect l="l" t="t" r="r" b="b"/>
              <a:pathLst>
                <a:path w="8837" h="7836" extrusionOk="0">
                  <a:moveTo>
                    <a:pt x="4415" y="0"/>
                  </a:moveTo>
                  <a:cubicBezTo>
                    <a:pt x="1975" y="0"/>
                    <a:pt x="1" y="1754"/>
                    <a:pt x="1" y="3921"/>
                  </a:cubicBezTo>
                  <a:cubicBezTo>
                    <a:pt x="1" y="6082"/>
                    <a:pt x="1975" y="7836"/>
                    <a:pt x="4415" y="7836"/>
                  </a:cubicBezTo>
                  <a:cubicBezTo>
                    <a:pt x="6856" y="7836"/>
                    <a:pt x="8837" y="6082"/>
                    <a:pt x="8837" y="3921"/>
                  </a:cubicBezTo>
                  <a:cubicBezTo>
                    <a:pt x="8837" y="1754"/>
                    <a:pt x="6856" y="0"/>
                    <a:pt x="4415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7" name="Google Shape;2130;p36"/>
            <p:cNvSpPr/>
            <p:nvPr/>
          </p:nvSpPr>
          <p:spPr>
            <a:xfrm>
              <a:off x="2503424" y="2352141"/>
              <a:ext cx="213020" cy="188770"/>
            </a:xfrm>
            <a:custGeom>
              <a:avLst/>
              <a:gdLst/>
              <a:ahLst/>
              <a:cxnLst/>
              <a:rect l="l" t="t" r="r" b="b"/>
              <a:pathLst>
                <a:path w="7616" h="6749" extrusionOk="0">
                  <a:moveTo>
                    <a:pt x="3808" y="0"/>
                  </a:moveTo>
                  <a:cubicBezTo>
                    <a:pt x="1707" y="0"/>
                    <a:pt x="0" y="1507"/>
                    <a:pt x="0" y="3374"/>
                  </a:cubicBezTo>
                  <a:cubicBezTo>
                    <a:pt x="0" y="5235"/>
                    <a:pt x="1707" y="6749"/>
                    <a:pt x="3808" y="6749"/>
                  </a:cubicBezTo>
                  <a:cubicBezTo>
                    <a:pt x="5908" y="6749"/>
                    <a:pt x="7616" y="5235"/>
                    <a:pt x="7616" y="3374"/>
                  </a:cubicBezTo>
                  <a:cubicBezTo>
                    <a:pt x="7616" y="1507"/>
                    <a:pt x="5908" y="0"/>
                    <a:pt x="3808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8" name="Google Shape;2131;p36"/>
            <p:cNvSpPr/>
            <p:nvPr/>
          </p:nvSpPr>
          <p:spPr>
            <a:xfrm>
              <a:off x="1688211" y="1847310"/>
              <a:ext cx="393706" cy="150003"/>
            </a:xfrm>
            <a:custGeom>
              <a:avLst/>
              <a:gdLst/>
              <a:ahLst/>
              <a:cxnLst/>
              <a:rect l="l" t="t" r="r" b="b"/>
              <a:pathLst>
                <a:path w="14076" h="5363" extrusionOk="0">
                  <a:moveTo>
                    <a:pt x="10533" y="1"/>
                  </a:moveTo>
                  <a:cubicBezTo>
                    <a:pt x="9142" y="1"/>
                    <a:pt x="7631" y="165"/>
                    <a:pt x="6674" y="365"/>
                  </a:cubicBezTo>
                  <a:cubicBezTo>
                    <a:pt x="4586" y="798"/>
                    <a:pt x="2579" y="2145"/>
                    <a:pt x="1232" y="3452"/>
                  </a:cubicBezTo>
                  <a:cubicBezTo>
                    <a:pt x="80" y="4564"/>
                    <a:pt x="0" y="5362"/>
                    <a:pt x="564" y="5362"/>
                  </a:cubicBezTo>
                  <a:cubicBezTo>
                    <a:pt x="663" y="5362"/>
                    <a:pt x="782" y="5338"/>
                    <a:pt x="919" y="5286"/>
                  </a:cubicBezTo>
                  <a:cubicBezTo>
                    <a:pt x="1839" y="4932"/>
                    <a:pt x="4053" y="3225"/>
                    <a:pt x="6674" y="2885"/>
                  </a:cubicBezTo>
                  <a:cubicBezTo>
                    <a:pt x="9288" y="2545"/>
                    <a:pt x="13022" y="2672"/>
                    <a:pt x="13549" y="2545"/>
                  </a:cubicBezTo>
                  <a:cubicBezTo>
                    <a:pt x="14075" y="2412"/>
                    <a:pt x="14015" y="1411"/>
                    <a:pt x="13842" y="885"/>
                  </a:cubicBezTo>
                  <a:cubicBezTo>
                    <a:pt x="13626" y="226"/>
                    <a:pt x="12162" y="1"/>
                    <a:pt x="10533" y="1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9" name="Google Shape;2132;p36"/>
            <p:cNvSpPr/>
            <p:nvPr/>
          </p:nvSpPr>
          <p:spPr>
            <a:xfrm>
              <a:off x="1681050" y="1839227"/>
              <a:ext cx="408698" cy="166198"/>
            </a:xfrm>
            <a:custGeom>
              <a:avLst/>
              <a:gdLst/>
              <a:ahLst/>
              <a:cxnLst/>
              <a:rect l="l" t="t" r="r" b="b"/>
              <a:pathLst>
                <a:path w="14612" h="5942" extrusionOk="0">
                  <a:moveTo>
                    <a:pt x="10537" y="574"/>
                  </a:moveTo>
                  <a:cubicBezTo>
                    <a:pt x="12344" y="574"/>
                    <a:pt x="13698" y="880"/>
                    <a:pt x="13818" y="1260"/>
                  </a:cubicBezTo>
                  <a:cubicBezTo>
                    <a:pt x="13945" y="1627"/>
                    <a:pt x="13978" y="2194"/>
                    <a:pt x="13838" y="2447"/>
                  </a:cubicBezTo>
                  <a:cubicBezTo>
                    <a:pt x="13818" y="2494"/>
                    <a:pt x="13785" y="2527"/>
                    <a:pt x="13738" y="2547"/>
                  </a:cubicBezTo>
                  <a:cubicBezTo>
                    <a:pt x="13565" y="2587"/>
                    <a:pt x="12804" y="2594"/>
                    <a:pt x="11998" y="2614"/>
                  </a:cubicBezTo>
                  <a:cubicBezTo>
                    <a:pt x="10530" y="2641"/>
                    <a:pt x="8510" y="2674"/>
                    <a:pt x="6896" y="2887"/>
                  </a:cubicBezTo>
                  <a:cubicBezTo>
                    <a:pt x="4956" y="3148"/>
                    <a:pt x="3229" y="4121"/>
                    <a:pt x="2088" y="4775"/>
                  </a:cubicBezTo>
                  <a:cubicBezTo>
                    <a:pt x="1761" y="4968"/>
                    <a:pt x="1421" y="5141"/>
                    <a:pt x="1075" y="5301"/>
                  </a:cubicBezTo>
                  <a:cubicBezTo>
                    <a:pt x="993" y="5336"/>
                    <a:pt x="907" y="5356"/>
                    <a:pt x="815" y="5356"/>
                  </a:cubicBezTo>
                  <a:cubicBezTo>
                    <a:pt x="802" y="5356"/>
                    <a:pt x="788" y="5356"/>
                    <a:pt x="775" y="5355"/>
                  </a:cubicBezTo>
                  <a:cubicBezTo>
                    <a:pt x="735" y="5268"/>
                    <a:pt x="861" y="4755"/>
                    <a:pt x="1688" y="3948"/>
                  </a:cubicBezTo>
                  <a:cubicBezTo>
                    <a:pt x="3262" y="2427"/>
                    <a:pt x="5242" y="1300"/>
                    <a:pt x="6996" y="940"/>
                  </a:cubicBezTo>
                  <a:cubicBezTo>
                    <a:pt x="8163" y="700"/>
                    <a:pt x="9350" y="574"/>
                    <a:pt x="10537" y="574"/>
                  </a:cubicBezTo>
                  <a:close/>
                  <a:moveTo>
                    <a:pt x="10819" y="0"/>
                  </a:moveTo>
                  <a:cubicBezTo>
                    <a:pt x="9246" y="0"/>
                    <a:pt x="7594" y="215"/>
                    <a:pt x="6869" y="367"/>
                  </a:cubicBezTo>
                  <a:cubicBezTo>
                    <a:pt x="5022" y="754"/>
                    <a:pt x="2935" y="1941"/>
                    <a:pt x="1288" y="3534"/>
                  </a:cubicBezTo>
                  <a:cubicBezTo>
                    <a:pt x="368" y="4415"/>
                    <a:pt x="1" y="5215"/>
                    <a:pt x="288" y="5675"/>
                  </a:cubicBezTo>
                  <a:cubicBezTo>
                    <a:pt x="404" y="5843"/>
                    <a:pt x="595" y="5942"/>
                    <a:pt x="801" y="5942"/>
                  </a:cubicBezTo>
                  <a:cubicBezTo>
                    <a:pt x="808" y="5942"/>
                    <a:pt x="815" y="5942"/>
                    <a:pt x="821" y="5942"/>
                  </a:cubicBezTo>
                  <a:cubicBezTo>
                    <a:pt x="981" y="5935"/>
                    <a:pt x="1135" y="5902"/>
                    <a:pt x="1288" y="5842"/>
                  </a:cubicBezTo>
                  <a:cubicBezTo>
                    <a:pt x="1561" y="5742"/>
                    <a:pt x="1921" y="5535"/>
                    <a:pt x="2375" y="5275"/>
                  </a:cubicBezTo>
                  <a:cubicBezTo>
                    <a:pt x="3475" y="4648"/>
                    <a:pt x="5136" y="3708"/>
                    <a:pt x="6970" y="3468"/>
                  </a:cubicBezTo>
                  <a:cubicBezTo>
                    <a:pt x="8550" y="3254"/>
                    <a:pt x="10550" y="3221"/>
                    <a:pt x="12004" y="3201"/>
                  </a:cubicBezTo>
                  <a:cubicBezTo>
                    <a:pt x="13078" y="3181"/>
                    <a:pt x="13658" y="3168"/>
                    <a:pt x="13871" y="3114"/>
                  </a:cubicBezTo>
                  <a:cubicBezTo>
                    <a:pt x="14078" y="3061"/>
                    <a:pt x="14251" y="2921"/>
                    <a:pt x="14345" y="2734"/>
                  </a:cubicBezTo>
                  <a:cubicBezTo>
                    <a:pt x="14612" y="2254"/>
                    <a:pt x="14505" y="1487"/>
                    <a:pt x="14372" y="1080"/>
                  </a:cubicBezTo>
                  <a:cubicBezTo>
                    <a:pt x="14096" y="246"/>
                    <a:pt x="12502" y="0"/>
                    <a:pt x="1081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0" name="Google Shape;2133;p36"/>
            <p:cNvSpPr/>
            <p:nvPr/>
          </p:nvSpPr>
          <p:spPr>
            <a:xfrm>
              <a:off x="2320640" y="1863449"/>
              <a:ext cx="350632" cy="133864"/>
            </a:xfrm>
            <a:custGeom>
              <a:avLst/>
              <a:gdLst/>
              <a:ahLst/>
              <a:cxnLst/>
              <a:rect l="l" t="t" r="r" b="b"/>
              <a:pathLst>
                <a:path w="12536" h="4786" extrusionOk="0">
                  <a:moveTo>
                    <a:pt x="3320" y="1"/>
                  </a:moveTo>
                  <a:cubicBezTo>
                    <a:pt x="1794" y="1"/>
                    <a:pt x="420" y="229"/>
                    <a:pt x="214" y="888"/>
                  </a:cubicBezTo>
                  <a:cubicBezTo>
                    <a:pt x="47" y="1415"/>
                    <a:pt x="0" y="2415"/>
                    <a:pt x="494" y="2542"/>
                  </a:cubicBezTo>
                  <a:cubicBezTo>
                    <a:pt x="980" y="2668"/>
                    <a:pt x="4461" y="2542"/>
                    <a:pt x="6895" y="2888"/>
                  </a:cubicBezTo>
                  <a:cubicBezTo>
                    <a:pt x="9329" y="3242"/>
                    <a:pt x="10830" y="4355"/>
                    <a:pt x="11677" y="4709"/>
                  </a:cubicBezTo>
                  <a:cubicBezTo>
                    <a:pt x="11804" y="4761"/>
                    <a:pt x="11915" y="4785"/>
                    <a:pt x="12008" y="4785"/>
                  </a:cubicBezTo>
                  <a:cubicBezTo>
                    <a:pt x="12535" y="4785"/>
                    <a:pt x="12463" y="3987"/>
                    <a:pt x="11397" y="2875"/>
                  </a:cubicBezTo>
                  <a:cubicBezTo>
                    <a:pt x="10136" y="1568"/>
                    <a:pt x="8842" y="808"/>
                    <a:pt x="6895" y="368"/>
                  </a:cubicBezTo>
                  <a:cubicBezTo>
                    <a:pt x="6001" y="163"/>
                    <a:pt x="4607" y="1"/>
                    <a:pt x="3320" y="1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1" name="Google Shape;2134;p36"/>
            <p:cNvSpPr/>
            <p:nvPr/>
          </p:nvSpPr>
          <p:spPr>
            <a:xfrm>
              <a:off x="2312613" y="1855477"/>
              <a:ext cx="366351" cy="149947"/>
            </a:xfrm>
            <a:custGeom>
              <a:avLst/>
              <a:gdLst/>
              <a:ahLst/>
              <a:cxnLst/>
              <a:rect l="l" t="t" r="r" b="b"/>
              <a:pathLst>
                <a:path w="13098" h="5361" extrusionOk="0">
                  <a:moveTo>
                    <a:pt x="3635" y="581"/>
                  </a:moveTo>
                  <a:cubicBezTo>
                    <a:pt x="4817" y="581"/>
                    <a:pt x="6137" y="712"/>
                    <a:pt x="7122" y="933"/>
                  </a:cubicBezTo>
                  <a:cubicBezTo>
                    <a:pt x="8949" y="1340"/>
                    <a:pt x="10203" y="2053"/>
                    <a:pt x="11470" y="3367"/>
                  </a:cubicBezTo>
                  <a:cubicBezTo>
                    <a:pt x="12257" y="4174"/>
                    <a:pt x="12364" y="4694"/>
                    <a:pt x="12330" y="4774"/>
                  </a:cubicBezTo>
                  <a:cubicBezTo>
                    <a:pt x="12244" y="4774"/>
                    <a:pt x="12150" y="4754"/>
                    <a:pt x="12070" y="4720"/>
                  </a:cubicBezTo>
                  <a:cubicBezTo>
                    <a:pt x="11817" y="4614"/>
                    <a:pt x="11570" y="4487"/>
                    <a:pt x="11330" y="4354"/>
                  </a:cubicBezTo>
                  <a:cubicBezTo>
                    <a:pt x="10450" y="3874"/>
                    <a:pt x="9103" y="3160"/>
                    <a:pt x="7222" y="2893"/>
                  </a:cubicBezTo>
                  <a:cubicBezTo>
                    <a:pt x="5715" y="2673"/>
                    <a:pt x="3828" y="2640"/>
                    <a:pt x="2461" y="2620"/>
                  </a:cubicBezTo>
                  <a:cubicBezTo>
                    <a:pt x="1714" y="2600"/>
                    <a:pt x="1001" y="2593"/>
                    <a:pt x="854" y="2553"/>
                  </a:cubicBezTo>
                  <a:cubicBezTo>
                    <a:pt x="814" y="2533"/>
                    <a:pt x="787" y="2507"/>
                    <a:pt x="767" y="2466"/>
                  </a:cubicBezTo>
                  <a:cubicBezTo>
                    <a:pt x="627" y="2226"/>
                    <a:pt x="661" y="1633"/>
                    <a:pt x="781" y="1260"/>
                  </a:cubicBezTo>
                  <a:cubicBezTo>
                    <a:pt x="928" y="781"/>
                    <a:pt x="2176" y="581"/>
                    <a:pt x="3635" y="581"/>
                  </a:cubicBezTo>
                  <a:close/>
                  <a:moveTo>
                    <a:pt x="3552" y="1"/>
                  </a:moveTo>
                  <a:cubicBezTo>
                    <a:pt x="1976" y="1"/>
                    <a:pt x="482" y="249"/>
                    <a:pt x="220" y="1093"/>
                  </a:cubicBezTo>
                  <a:cubicBezTo>
                    <a:pt x="94" y="1500"/>
                    <a:pt x="0" y="2280"/>
                    <a:pt x="260" y="2753"/>
                  </a:cubicBezTo>
                  <a:cubicBezTo>
                    <a:pt x="347" y="2927"/>
                    <a:pt x="507" y="3053"/>
                    <a:pt x="694" y="3107"/>
                  </a:cubicBezTo>
                  <a:cubicBezTo>
                    <a:pt x="907" y="3167"/>
                    <a:pt x="1421" y="3173"/>
                    <a:pt x="2454" y="3200"/>
                  </a:cubicBezTo>
                  <a:cubicBezTo>
                    <a:pt x="3801" y="3227"/>
                    <a:pt x="5662" y="3260"/>
                    <a:pt x="7142" y="3467"/>
                  </a:cubicBezTo>
                  <a:cubicBezTo>
                    <a:pt x="8923" y="3720"/>
                    <a:pt x="10156" y="4387"/>
                    <a:pt x="11063" y="4867"/>
                  </a:cubicBezTo>
                  <a:cubicBezTo>
                    <a:pt x="11363" y="5027"/>
                    <a:pt x="11630" y="5167"/>
                    <a:pt x="11857" y="5261"/>
                  </a:cubicBezTo>
                  <a:cubicBezTo>
                    <a:pt x="11997" y="5321"/>
                    <a:pt x="12144" y="5354"/>
                    <a:pt x="12297" y="5361"/>
                  </a:cubicBezTo>
                  <a:cubicBezTo>
                    <a:pt x="12304" y="5361"/>
                    <a:pt x="12310" y="5361"/>
                    <a:pt x="12317" y="5361"/>
                  </a:cubicBezTo>
                  <a:cubicBezTo>
                    <a:pt x="12509" y="5361"/>
                    <a:pt x="12688" y="5268"/>
                    <a:pt x="12797" y="5107"/>
                  </a:cubicBezTo>
                  <a:cubicBezTo>
                    <a:pt x="13097" y="4667"/>
                    <a:pt x="12764" y="3867"/>
                    <a:pt x="11890" y="2960"/>
                  </a:cubicBezTo>
                  <a:cubicBezTo>
                    <a:pt x="10537" y="1560"/>
                    <a:pt x="9190" y="806"/>
                    <a:pt x="7249" y="366"/>
                  </a:cubicBezTo>
                  <a:cubicBezTo>
                    <a:pt x="6572" y="218"/>
                    <a:pt x="5026" y="1"/>
                    <a:pt x="355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2" name="Google Shape;2135;p36"/>
            <p:cNvSpPr/>
            <p:nvPr/>
          </p:nvSpPr>
          <p:spPr>
            <a:xfrm>
              <a:off x="1726026" y="2351749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4" y="1"/>
                  </a:moveTo>
                  <a:cubicBezTo>
                    <a:pt x="153" y="1"/>
                    <a:pt x="0" y="154"/>
                    <a:pt x="0" y="334"/>
                  </a:cubicBezTo>
                  <a:cubicBezTo>
                    <a:pt x="0" y="521"/>
                    <a:pt x="153" y="668"/>
                    <a:pt x="334" y="668"/>
                  </a:cubicBezTo>
                  <a:cubicBezTo>
                    <a:pt x="520" y="668"/>
                    <a:pt x="667" y="521"/>
                    <a:pt x="667" y="334"/>
                  </a:cubicBezTo>
                  <a:cubicBezTo>
                    <a:pt x="667" y="154"/>
                    <a:pt x="520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3" name="Google Shape;2136;p36"/>
            <p:cNvSpPr/>
            <p:nvPr/>
          </p:nvSpPr>
          <p:spPr>
            <a:xfrm>
              <a:off x="2044576" y="2387383"/>
              <a:ext cx="20166" cy="18684"/>
            </a:xfrm>
            <a:custGeom>
              <a:avLst/>
              <a:gdLst/>
              <a:ahLst/>
              <a:cxnLst/>
              <a:rect l="l" t="t" r="r" b="b"/>
              <a:pathLst>
                <a:path w="721" h="668" extrusionOk="0">
                  <a:moveTo>
                    <a:pt x="361" y="1"/>
                  </a:moveTo>
                  <a:cubicBezTo>
                    <a:pt x="154" y="1"/>
                    <a:pt x="1" y="187"/>
                    <a:pt x="34" y="387"/>
                  </a:cubicBezTo>
                  <a:cubicBezTo>
                    <a:pt x="64" y="574"/>
                    <a:pt x="214" y="667"/>
                    <a:pt x="364" y="667"/>
                  </a:cubicBezTo>
                  <a:cubicBezTo>
                    <a:pt x="514" y="667"/>
                    <a:pt x="664" y="574"/>
                    <a:pt x="694" y="387"/>
                  </a:cubicBezTo>
                  <a:cubicBezTo>
                    <a:pt x="721" y="187"/>
                    <a:pt x="568" y="1"/>
                    <a:pt x="3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4" name="Google Shape;2137;p36"/>
            <p:cNvSpPr/>
            <p:nvPr/>
          </p:nvSpPr>
          <p:spPr>
            <a:xfrm>
              <a:off x="2123676" y="2320059"/>
              <a:ext cx="18684" cy="18684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334" y="0"/>
                  </a:moveTo>
                  <a:cubicBezTo>
                    <a:pt x="147" y="0"/>
                    <a:pt x="0" y="154"/>
                    <a:pt x="0" y="334"/>
                  </a:cubicBezTo>
                  <a:cubicBezTo>
                    <a:pt x="0" y="520"/>
                    <a:pt x="147" y="667"/>
                    <a:pt x="334" y="667"/>
                  </a:cubicBezTo>
                  <a:cubicBezTo>
                    <a:pt x="514" y="667"/>
                    <a:pt x="667" y="520"/>
                    <a:pt x="667" y="334"/>
                  </a:cubicBezTo>
                  <a:cubicBezTo>
                    <a:pt x="667" y="154"/>
                    <a:pt x="514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5" name="Google Shape;2138;p36"/>
            <p:cNvSpPr/>
            <p:nvPr/>
          </p:nvSpPr>
          <p:spPr>
            <a:xfrm>
              <a:off x="1795951" y="2398207"/>
              <a:ext cx="18488" cy="18488"/>
            </a:xfrm>
            <a:custGeom>
              <a:avLst/>
              <a:gdLst/>
              <a:ahLst/>
              <a:cxnLst/>
              <a:rect l="l" t="t" r="r" b="b"/>
              <a:pathLst>
                <a:path w="661" h="661" extrusionOk="0">
                  <a:moveTo>
                    <a:pt x="339" y="0"/>
                  </a:moveTo>
                  <a:cubicBezTo>
                    <a:pt x="335" y="0"/>
                    <a:pt x="331" y="0"/>
                    <a:pt x="328" y="0"/>
                  </a:cubicBezTo>
                  <a:cubicBezTo>
                    <a:pt x="324" y="0"/>
                    <a:pt x="320" y="0"/>
                    <a:pt x="316" y="0"/>
                  </a:cubicBezTo>
                  <a:cubicBezTo>
                    <a:pt x="141" y="0"/>
                    <a:pt x="1" y="151"/>
                    <a:pt x="1" y="327"/>
                  </a:cubicBezTo>
                  <a:cubicBezTo>
                    <a:pt x="1" y="507"/>
                    <a:pt x="147" y="660"/>
                    <a:pt x="328" y="660"/>
                  </a:cubicBezTo>
                  <a:cubicBezTo>
                    <a:pt x="514" y="660"/>
                    <a:pt x="661" y="507"/>
                    <a:pt x="661" y="327"/>
                  </a:cubicBezTo>
                  <a:cubicBezTo>
                    <a:pt x="661" y="144"/>
                    <a:pt x="514" y="0"/>
                    <a:pt x="33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6" name="Google Shape;2139;p36"/>
            <p:cNvSpPr/>
            <p:nvPr/>
          </p:nvSpPr>
          <p:spPr>
            <a:xfrm>
              <a:off x="1987126" y="2442959"/>
              <a:ext cx="18684" cy="18488"/>
            </a:xfrm>
            <a:custGeom>
              <a:avLst/>
              <a:gdLst/>
              <a:ahLst/>
              <a:cxnLst/>
              <a:rect l="l" t="t" r="r" b="b"/>
              <a:pathLst>
                <a:path w="668" h="661" extrusionOk="0">
                  <a:moveTo>
                    <a:pt x="334" y="1"/>
                  </a:moveTo>
                  <a:cubicBezTo>
                    <a:pt x="154" y="1"/>
                    <a:pt x="1" y="147"/>
                    <a:pt x="1" y="334"/>
                  </a:cubicBezTo>
                  <a:cubicBezTo>
                    <a:pt x="1" y="514"/>
                    <a:pt x="154" y="661"/>
                    <a:pt x="334" y="661"/>
                  </a:cubicBezTo>
                  <a:cubicBezTo>
                    <a:pt x="514" y="661"/>
                    <a:pt x="668" y="514"/>
                    <a:pt x="661" y="334"/>
                  </a:cubicBezTo>
                  <a:cubicBezTo>
                    <a:pt x="668" y="154"/>
                    <a:pt x="521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7" name="Google Shape;2140;p36"/>
            <p:cNvSpPr/>
            <p:nvPr/>
          </p:nvSpPr>
          <p:spPr>
            <a:xfrm>
              <a:off x="2149604" y="2415185"/>
              <a:ext cx="18488" cy="18488"/>
            </a:xfrm>
            <a:custGeom>
              <a:avLst/>
              <a:gdLst/>
              <a:ahLst/>
              <a:cxnLst/>
              <a:rect l="l" t="t" r="r" b="b"/>
              <a:pathLst>
                <a:path w="661" h="661" extrusionOk="0">
                  <a:moveTo>
                    <a:pt x="327" y="0"/>
                  </a:moveTo>
                  <a:cubicBezTo>
                    <a:pt x="147" y="0"/>
                    <a:pt x="0" y="147"/>
                    <a:pt x="7" y="327"/>
                  </a:cubicBezTo>
                  <a:cubicBezTo>
                    <a:pt x="0" y="507"/>
                    <a:pt x="147" y="660"/>
                    <a:pt x="327" y="660"/>
                  </a:cubicBezTo>
                  <a:cubicBezTo>
                    <a:pt x="514" y="660"/>
                    <a:pt x="660" y="514"/>
                    <a:pt x="660" y="327"/>
                  </a:cubicBezTo>
                  <a:cubicBezTo>
                    <a:pt x="660" y="147"/>
                    <a:pt x="514" y="0"/>
                    <a:pt x="32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8" name="Google Shape;2141;p36"/>
            <p:cNvSpPr/>
            <p:nvPr/>
          </p:nvSpPr>
          <p:spPr>
            <a:xfrm>
              <a:off x="2387041" y="2461419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4" y="1"/>
                  </a:moveTo>
                  <a:cubicBezTo>
                    <a:pt x="147" y="1"/>
                    <a:pt x="0" y="148"/>
                    <a:pt x="0" y="334"/>
                  </a:cubicBezTo>
                  <a:cubicBezTo>
                    <a:pt x="0" y="514"/>
                    <a:pt x="147" y="668"/>
                    <a:pt x="334" y="668"/>
                  </a:cubicBezTo>
                  <a:cubicBezTo>
                    <a:pt x="520" y="668"/>
                    <a:pt x="667" y="514"/>
                    <a:pt x="667" y="334"/>
                  </a:cubicBezTo>
                  <a:cubicBezTo>
                    <a:pt x="667" y="148"/>
                    <a:pt x="520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9" name="Google Shape;2142;p36"/>
            <p:cNvSpPr/>
            <p:nvPr/>
          </p:nvSpPr>
          <p:spPr>
            <a:xfrm>
              <a:off x="2225151" y="2301767"/>
              <a:ext cx="18656" cy="18320"/>
            </a:xfrm>
            <a:custGeom>
              <a:avLst/>
              <a:gdLst/>
              <a:ahLst/>
              <a:cxnLst/>
              <a:rect l="l" t="t" r="r" b="b"/>
              <a:pathLst>
                <a:path w="667" h="655" extrusionOk="0">
                  <a:moveTo>
                    <a:pt x="351" y="1"/>
                  </a:moveTo>
                  <a:cubicBezTo>
                    <a:pt x="348" y="1"/>
                    <a:pt x="344" y="1"/>
                    <a:pt x="340" y="1"/>
                  </a:cubicBezTo>
                  <a:cubicBezTo>
                    <a:pt x="153" y="1"/>
                    <a:pt x="7" y="147"/>
                    <a:pt x="7" y="334"/>
                  </a:cubicBezTo>
                  <a:cubicBezTo>
                    <a:pt x="0" y="510"/>
                    <a:pt x="147" y="654"/>
                    <a:pt x="328" y="654"/>
                  </a:cubicBezTo>
                  <a:cubicBezTo>
                    <a:pt x="332" y="654"/>
                    <a:pt x="336" y="654"/>
                    <a:pt x="340" y="654"/>
                  </a:cubicBezTo>
                  <a:cubicBezTo>
                    <a:pt x="344" y="654"/>
                    <a:pt x="348" y="654"/>
                    <a:pt x="352" y="654"/>
                  </a:cubicBezTo>
                  <a:cubicBezTo>
                    <a:pt x="526" y="654"/>
                    <a:pt x="667" y="510"/>
                    <a:pt x="660" y="334"/>
                  </a:cubicBezTo>
                  <a:cubicBezTo>
                    <a:pt x="667" y="151"/>
                    <a:pt x="526" y="1"/>
                    <a:pt x="35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0" name="Google Shape;2143;p36"/>
            <p:cNvSpPr/>
            <p:nvPr/>
          </p:nvSpPr>
          <p:spPr>
            <a:xfrm>
              <a:off x="2609738" y="2301767"/>
              <a:ext cx="18684" cy="18320"/>
            </a:xfrm>
            <a:custGeom>
              <a:avLst/>
              <a:gdLst/>
              <a:ahLst/>
              <a:cxnLst/>
              <a:rect l="l" t="t" r="r" b="b"/>
              <a:pathLst>
                <a:path w="668" h="655" extrusionOk="0">
                  <a:moveTo>
                    <a:pt x="322" y="1"/>
                  </a:moveTo>
                  <a:cubicBezTo>
                    <a:pt x="141" y="1"/>
                    <a:pt x="0" y="151"/>
                    <a:pt x="7" y="334"/>
                  </a:cubicBezTo>
                  <a:cubicBezTo>
                    <a:pt x="0" y="510"/>
                    <a:pt x="147" y="654"/>
                    <a:pt x="322" y="654"/>
                  </a:cubicBezTo>
                  <a:cubicBezTo>
                    <a:pt x="326" y="654"/>
                    <a:pt x="330" y="654"/>
                    <a:pt x="334" y="654"/>
                  </a:cubicBezTo>
                  <a:cubicBezTo>
                    <a:pt x="338" y="654"/>
                    <a:pt x="342" y="654"/>
                    <a:pt x="345" y="654"/>
                  </a:cubicBezTo>
                  <a:cubicBezTo>
                    <a:pt x="520" y="654"/>
                    <a:pt x="667" y="510"/>
                    <a:pt x="667" y="334"/>
                  </a:cubicBezTo>
                  <a:cubicBezTo>
                    <a:pt x="667" y="147"/>
                    <a:pt x="514" y="1"/>
                    <a:pt x="334" y="1"/>
                  </a:cubicBezTo>
                  <a:cubicBezTo>
                    <a:pt x="330" y="1"/>
                    <a:pt x="326" y="1"/>
                    <a:pt x="32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1" name="Google Shape;2144;p36"/>
            <p:cNvSpPr/>
            <p:nvPr/>
          </p:nvSpPr>
          <p:spPr>
            <a:xfrm>
              <a:off x="2459763" y="2373761"/>
              <a:ext cx="18684" cy="18684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334" y="1"/>
                  </a:moveTo>
                  <a:cubicBezTo>
                    <a:pt x="147" y="1"/>
                    <a:pt x="1" y="147"/>
                    <a:pt x="1" y="334"/>
                  </a:cubicBezTo>
                  <a:cubicBezTo>
                    <a:pt x="1" y="514"/>
                    <a:pt x="147" y="668"/>
                    <a:pt x="334" y="668"/>
                  </a:cubicBezTo>
                  <a:cubicBezTo>
                    <a:pt x="521" y="668"/>
                    <a:pt x="668" y="514"/>
                    <a:pt x="668" y="334"/>
                  </a:cubicBezTo>
                  <a:cubicBezTo>
                    <a:pt x="668" y="147"/>
                    <a:pt x="521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2" name="Google Shape;2145;p36"/>
            <p:cNvSpPr/>
            <p:nvPr/>
          </p:nvSpPr>
          <p:spPr>
            <a:xfrm>
              <a:off x="2485132" y="2452105"/>
              <a:ext cx="18684" cy="18684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334" y="0"/>
                  </a:moveTo>
                  <a:cubicBezTo>
                    <a:pt x="154" y="0"/>
                    <a:pt x="1" y="147"/>
                    <a:pt x="1" y="334"/>
                  </a:cubicBezTo>
                  <a:cubicBezTo>
                    <a:pt x="1" y="514"/>
                    <a:pt x="154" y="667"/>
                    <a:pt x="334" y="667"/>
                  </a:cubicBezTo>
                  <a:cubicBezTo>
                    <a:pt x="521" y="667"/>
                    <a:pt x="668" y="514"/>
                    <a:pt x="668" y="334"/>
                  </a:cubicBezTo>
                  <a:cubicBezTo>
                    <a:pt x="668" y="147"/>
                    <a:pt x="521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3" name="Google Shape;2146;p36"/>
            <p:cNvSpPr/>
            <p:nvPr/>
          </p:nvSpPr>
          <p:spPr>
            <a:xfrm>
              <a:off x="2656168" y="2331443"/>
              <a:ext cx="18684" cy="18656"/>
            </a:xfrm>
            <a:custGeom>
              <a:avLst/>
              <a:gdLst/>
              <a:ahLst/>
              <a:cxnLst/>
              <a:rect l="l" t="t" r="r" b="b"/>
              <a:pathLst>
                <a:path w="668" h="667" extrusionOk="0">
                  <a:moveTo>
                    <a:pt x="334" y="0"/>
                  </a:moveTo>
                  <a:cubicBezTo>
                    <a:pt x="147" y="0"/>
                    <a:pt x="1" y="153"/>
                    <a:pt x="1" y="333"/>
                  </a:cubicBezTo>
                  <a:cubicBezTo>
                    <a:pt x="1" y="520"/>
                    <a:pt x="147" y="667"/>
                    <a:pt x="334" y="667"/>
                  </a:cubicBezTo>
                  <a:cubicBezTo>
                    <a:pt x="514" y="667"/>
                    <a:pt x="668" y="520"/>
                    <a:pt x="668" y="333"/>
                  </a:cubicBezTo>
                  <a:cubicBezTo>
                    <a:pt x="668" y="153"/>
                    <a:pt x="514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4" name="Google Shape;2147;p36"/>
            <p:cNvSpPr/>
            <p:nvPr/>
          </p:nvSpPr>
          <p:spPr>
            <a:xfrm>
              <a:off x="2591278" y="2424303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3" y="1"/>
                  </a:moveTo>
                  <a:cubicBezTo>
                    <a:pt x="147" y="1"/>
                    <a:pt x="0" y="148"/>
                    <a:pt x="0" y="334"/>
                  </a:cubicBezTo>
                  <a:cubicBezTo>
                    <a:pt x="0" y="521"/>
                    <a:pt x="147" y="668"/>
                    <a:pt x="333" y="668"/>
                  </a:cubicBezTo>
                  <a:cubicBezTo>
                    <a:pt x="520" y="668"/>
                    <a:pt x="667" y="521"/>
                    <a:pt x="667" y="334"/>
                  </a:cubicBezTo>
                  <a:cubicBezTo>
                    <a:pt x="667" y="148"/>
                    <a:pt x="520" y="1"/>
                    <a:pt x="33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5" name="Google Shape;2148;p36"/>
            <p:cNvSpPr/>
            <p:nvPr/>
          </p:nvSpPr>
          <p:spPr>
            <a:xfrm>
              <a:off x="2550218" y="2351749"/>
              <a:ext cx="18684" cy="18684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334" y="1"/>
                  </a:moveTo>
                  <a:cubicBezTo>
                    <a:pt x="148" y="1"/>
                    <a:pt x="1" y="154"/>
                    <a:pt x="1" y="334"/>
                  </a:cubicBezTo>
                  <a:cubicBezTo>
                    <a:pt x="1" y="521"/>
                    <a:pt x="148" y="668"/>
                    <a:pt x="334" y="668"/>
                  </a:cubicBezTo>
                  <a:cubicBezTo>
                    <a:pt x="521" y="668"/>
                    <a:pt x="668" y="521"/>
                    <a:pt x="668" y="334"/>
                  </a:cubicBezTo>
                  <a:cubicBezTo>
                    <a:pt x="668" y="154"/>
                    <a:pt x="521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6" name="Google Shape;2149;p36"/>
            <p:cNvSpPr/>
            <p:nvPr/>
          </p:nvSpPr>
          <p:spPr>
            <a:xfrm>
              <a:off x="1865540" y="2452105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4" y="0"/>
                  </a:moveTo>
                  <a:cubicBezTo>
                    <a:pt x="147" y="0"/>
                    <a:pt x="0" y="147"/>
                    <a:pt x="0" y="334"/>
                  </a:cubicBezTo>
                  <a:cubicBezTo>
                    <a:pt x="0" y="514"/>
                    <a:pt x="147" y="667"/>
                    <a:pt x="334" y="667"/>
                  </a:cubicBezTo>
                  <a:cubicBezTo>
                    <a:pt x="514" y="667"/>
                    <a:pt x="667" y="514"/>
                    <a:pt x="667" y="334"/>
                  </a:cubicBezTo>
                  <a:cubicBezTo>
                    <a:pt x="667" y="147"/>
                    <a:pt x="514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7" name="Google Shape;2150;p36"/>
            <p:cNvSpPr/>
            <p:nvPr/>
          </p:nvSpPr>
          <p:spPr>
            <a:xfrm>
              <a:off x="1726026" y="2414989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4" y="0"/>
                  </a:moveTo>
                  <a:cubicBezTo>
                    <a:pt x="153" y="0"/>
                    <a:pt x="0" y="147"/>
                    <a:pt x="0" y="334"/>
                  </a:cubicBezTo>
                  <a:cubicBezTo>
                    <a:pt x="0" y="521"/>
                    <a:pt x="153" y="667"/>
                    <a:pt x="334" y="667"/>
                  </a:cubicBezTo>
                  <a:cubicBezTo>
                    <a:pt x="520" y="667"/>
                    <a:pt x="667" y="521"/>
                    <a:pt x="667" y="334"/>
                  </a:cubicBezTo>
                  <a:cubicBezTo>
                    <a:pt x="667" y="147"/>
                    <a:pt x="520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8" name="Google Shape;2151;p36"/>
            <p:cNvSpPr/>
            <p:nvPr/>
          </p:nvSpPr>
          <p:spPr>
            <a:xfrm>
              <a:off x="1911048" y="2399522"/>
              <a:ext cx="20166" cy="18656"/>
            </a:xfrm>
            <a:custGeom>
              <a:avLst/>
              <a:gdLst/>
              <a:ahLst/>
              <a:cxnLst/>
              <a:rect l="l" t="t" r="r" b="b"/>
              <a:pathLst>
                <a:path w="721" h="667" extrusionOk="0">
                  <a:moveTo>
                    <a:pt x="358" y="0"/>
                  </a:moveTo>
                  <a:cubicBezTo>
                    <a:pt x="209" y="0"/>
                    <a:pt x="60" y="93"/>
                    <a:pt x="34" y="280"/>
                  </a:cubicBezTo>
                  <a:cubicBezTo>
                    <a:pt x="0" y="480"/>
                    <a:pt x="154" y="667"/>
                    <a:pt x="360" y="667"/>
                  </a:cubicBezTo>
                  <a:cubicBezTo>
                    <a:pt x="567" y="667"/>
                    <a:pt x="720" y="480"/>
                    <a:pt x="687" y="280"/>
                  </a:cubicBezTo>
                  <a:cubicBezTo>
                    <a:pt x="657" y="93"/>
                    <a:pt x="507" y="0"/>
                    <a:pt x="35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9" name="Google Shape;2152;p36"/>
            <p:cNvSpPr/>
            <p:nvPr/>
          </p:nvSpPr>
          <p:spPr>
            <a:xfrm>
              <a:off x="1441012" y="1620305"/>
              <a:ext cx="459239" cy="1706030"/>
            </a:xfrm>
            <a:custGeom>
              <a:avLst/>
              <a:gdLst/>
              <a:ahLst/>
              <a:cxnLst/>
              <a:rect l="l" t="t" r="r" b="b"/>
              <a:pathLst>
                <a:path w="16419" h="60995" extrusionOk="0">
                  <a:moveTo>
                    <a:pt x="15398" y="0"/>
                  </a:moveTo>
                  <a:cubicBezTo>
                    <a:pt x="15336" y="0"/>
                    <a:pt x="15271" y="2"/>
                    <a:pt x="15205" y="5"/>
                  </a:cubicBezTo>
                  <a:cubicBezTo>
                    <a:pt x="12384" y="158"/>
                    <a:pt x="6082" y="3259"/>
                    <a:pt x="3335" y="10374"/>
                  </a:cubicBezTo>
                  <a:cubicBezTo>
                    <a:pt x="1" y="19003"/>
                    <a:pt x="1708" y="31867"/>
                    <a:pt x="5989" y="43116"/>
                  </a:cubicBezTo>
                  <a:cubicBezTo>
                    <a:pt x="10277" y="54373"/>
                    <a:pt x="8570" y="60994"/>
                    <a:pt x="8570" y="60994"/>
                  </a:cubicBezTo>
                  <a:cubicBezTo>
                    <a:pt x="10157" y="58120"/>
                    <a:pt x="10857" y="55240"/>
                    <a:pt x="11004" y="52292"/>
                  </a:cubicBezTo>
                  <a:cubicBezTo>
                    <a:pt x="11477" y="42403"/>
                    <a:pt x="5669" y="31873"/>
                    <a:pt x="6669" y="18897"/>
                  </a:cubicBezTo>
                  <a:cubicBezTo>
                    <a:pt x="7976" y="2059"/>
                    <a:pt x="16418" y="272"/>
                    <a:pt x="16418" y="265"/>
                  </a:cubicBezTo>
                  <a:cubicBezTo>
                    <a:pt x="16212" y="88"/>
                    <a:pt x="15866" y="0"/>
                    <a:pt x="15398" y="0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0" name="Google Shape;2153;p36"/>
            <p:cNvSpPr/>
            <p:nvPr/>
          </p:nvSpPr>
          <p:spPr>
            <a:xfrm>
              <a:off x="1441012" y="1612250"/>
              <a:ext cx="467826" cy="1722477"/>
            </a:xfrm>
            <a:custGeom>
              <a:avLst/>
              <a:gdLst/>
              <a:ahLst/>
              <a:cxnLst/>
              <a:rect l="l" t="t" r="r" b="b"/>
              <a:pathLst>
                <a:path w="16726" h="61583" extrusionOk="0">
                  <a:moveTo>
                    <a:pt x="15438" y="580"/>
                  </a:moveTo>
                  <a:lnTo>
                    <a:pt x="15438" y="580"/>
                  </a:lnTo>
                  <a:cubicBezTo>
                    <a:pt x="13158" y="1567"/>
                    <a:pt x="7443" y="5414"/>
                    <a:pt x="6382" y="19151"/>
                  </a:cubicBezTo>
                  <a:cubicBezTo>
                    <a:pt x="5836" y="26287"/>
                    <a:pt x="7289" y="32541"/>
                    <a:pt x="8703" y="38603"/>
                  </a:cubicBezTo>
                  <a:cubicBezTo>
                    <a:pt x="9843" y="43491"/>
                    <a:pt x="10924" y="48106"/>
                    <a:pt x="10710" y="52567"/>
                  </a:cubicBezTo>
                  <a:cubicBezTo>
                    <a:pt x="10584" y="55061"/>
                    <a:pt x="10070" y="57348"/>
                    <a:pt x="9123" y="59502"/>
                  </a:cubicBezTo>
                  <a:cubicBezTo>
                    <a:pt x="9357" y="56795"/>
                    <a:pt x="9270" y="51193"/>
                    <a:pt x="6269" y="43298"/>
                  </a:cubicBezTo>
                  <a:cubicBezTo>
                    <a:pt x="1608" y="31041"/>
                    <a:pt x="588" y="18584"/>
                    <a:pt x="3608" y="10762"/>
                  </a:cubicBezTo>
                  <a:cubicBezTo>
                    <a:pt x="6422" y="3460"/>
                    <a:pt x="12757" y="720"/>
                    <a:pt x="15218" y="586"/>
                  </a:cubicBezTo>
                  <a:lnTo>
                    <a:pt x="15405" y="586"/>
                  </a:lnTo>
                  <a:lnTo>
                    <a:pt x="15438" y="580"/>
                  </a:lnTo>
                  <a:close/>
                  <a:moveTo>
                    <a:pt x="15402" y="1"/>
                  </a:moveTo>
                  <a:cubicBezTo>
                    <a:pt x="15332" y="1"/>
                    <a:pt x="15259" y="2"/>
                    <a:pt x="15185" y="6"/>
                  </a:cubicBezTo>
                  <a:cubicBezTo>
                    <a:pt x="12611" y="153"/>
                    <a:pt x="5982" y="3000"/>
                    <a:pt x="3068" y="10562"/>
                  </a:cubicBezTo>
                  <a:cubicBezTo>
                    <a:pt x="1" y="18504"/>
                    <a:pt x="1014" y="31134"/>
                    <a:pt x="5722" y="43511"/>
                  </a:cubicBezTo>
                  <a:cubicBezTo>
                    <a:pt x="9917" y="54534"/>
                    <a:pt x="8296" y="61156"/>
                    <a:pt x="8283" y="61216"/>
                  </a:cubicBezTo>
                  <a:cubicBezTo>
                    <a:pt x="8243" y="61362"/>
                    <a:pt x="8316" y="61516"/>
                    <a:pt x="8456" y="61569"/>
                  </a:cubicBezTo>
                  <a:lnTo>
                    <a:pt x="8570" y="61583"/>
                  </a:lnTo>
                  <a:cubicBezTo>
                    <a:pt x="8670" y="61583"/>
                    <a:pt x="8763" y="61523"/>
                    <a:pt x="8816" y="61436"/>
                  </a:cubicBezTo>
                  <a:cubicBezTo>
                    <a:pt x="10323" y="58715"/>
                    <a:pt x="11137" y="55834"/>
                    <a:pt x="11290" y="52600"/>
                  </a:cubicBezTo>
                  <a:cubicBezTo>
                    <a:pt x="11510" y="48066"/>
                    <a:pt x="10423" y="43404"/>
                    <a:pt x="9270" y="38476"/>
                  </a:cubicBezTo>
                  <a:cubicBezTo>
                    <a:pt x="7869" y="32461"/>
                    <a:pt x="6416" y="26240"/>
                    <a:pt x="6956" y="19205"/>
                  </a:cubicBezTo>
                  <a:cubicBezTo>
                    <a:pt x="8223" y="2820"/>
                    <a:pt x="16392" y="860"/>
                    <a:pt x="16478" y="840"/>
                  </a:cubicBezTo>
                  <a:cubicBezTo>
                    <a:pt x="16585" y="820"/>
                    <a:pt x="16672" y="733"/>
                    <a:pt x="16705" y="626"/>
                  </a:cubicBezTo>
                  <a:cubicBezTo>
                    <a:pt x="16725" y="520"/>
                    <a:pt x="16685" y="406"/>
                    <a:pt x="16605" y="333"/>
                  </a:cubicBezTo>
                  <a:cubicBezTo>
                    <a:pt x="16345" y="114"/>
                    <a:pt x="15944" y="1"/>
                    <a:pt x="1540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1" name="Google Shape;2154;p36"/>
            <p:cNvSpPr/>
            <p:nvPr/>
          </p:nvSpPr>
          <p:spPr>
            <a:xfrm>
              <a:off x="1441012" y="1620613"/>
              <a:ext cx="425284" cy="1706086"/>
            </a:xfrm>
            <a:custGeom>
              <a:avLst/>
              <a:gdLst/>
              <a:ahLst/>
              <a:cxnLst/>
              <a:rect l="l" t="t" r="r" b="b"/>
              <a:pathLst>
                <a:path w="15205" h="60997" extrusionOk="0">
                  <a:moveTo>
                    <a:pt x="15205" y="1"/>
                  </a:moveTo>
                  <a:lnTo>
                    <a:pt x="15205" y="1"/>
                  </a:lnTo>
                  <a:cubicBezTo>
                    <a:pt x="12384" y="154"/>
                    <a:pt x="6082" y="3255"/>
                    <a:pt x="3335" y="10370"/>
                  </a:cubicBezTo>
                  <a:cubicBezTo>
                    <a:pt x="1" y="18999"/>
                    <a:pt x="1708" y="31862"/>
                    <a:pt x="5989" y="43112"/>
                  </a:cubicBezTo>
                  <a:cubicBezTo>
                    <a:pt x="10277" y="54368"/>
                    <a:pt x="8570" y="60997"/>
                    <a:pt x="8570" y="60997"/>
                  </a:cubicBezTo>
                  <a:cubicBezTo>
                    <a:pt x="10157" y="58116"/>
                    <a:pt x="10857" y="55235"/>
                    <a:pt x="11004" y="52294"/>
                  </a:cubicBezTo>
                  <a:lnTo>
                    <a:pt x="11004" y="52294"/>
                  </a:lnTo>
                  <a:cubicBezTo>
                    <a:pt x="10572" y="53778"/>
                    <a:pt x="10283" y="54382"/>
                    <a:pt x="10075" y="54382"/>
                  </a:cubicBezTo>
                  <a:cubicBezTo>
                    <a:pt x="9430" y="54382"/>
                    <a:pt x="9546" y="48616"/>
                    <a:pt x="8523" y="45226"/>
                  </a:cubicBezTo>
                  <a:cubicBezTo>
                    <a:pt x="7176" y="40731"/>
                    <a:pt x="2381" y="33243"/>
                    <a:pt x="2655" y="20193"/>
                  </a:cubicBezTo>
                  <a:cubicBezTo>
                    <a:pt x="2935" y="7136"/>
                    <a:pt x="15205" y="1"/>
                    <a:pt x="15205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2" name="Google Shape;2155;p36"/>
            <p:cNvSpPr/>
            <p:nvPr/>
          </p:nvSpPr>
          <p:spPr>
            <a:xfrm>
              <a:off x="2485132" y="1711460"/>
              <a:ext cx="358519" cy="1479277"/>
            </a:xfrm>
            <a:custGeom>
              <a:avLst/>
              <a:gdLst/>
              <a:ahLst/>
              <a:cxnLst/>
              <a:rect l="l" t="t" r="r" b="b"/>
              <a:pathLst>
                <a:path w="12818" h="52888" extrusionOk="0">
                  <a:moveTo>
                    <a:pt x="1" y="0"/>
                  </a:moveTo>
                  <a:cubicBezTo>
                    <a:pt x="2" y="1"/>
                    <a:pt x="6322" y="5876"/>
                    <a:pt x="7196" y="14077"/>
                  </a:cubicBezTo>
                  <a:cubicBezTo>
                    <a:pt x="8716" y="28241"/>
                    <a:pt x="1414" y="44359"/>
                    <a:pt x="9737" y="52888"/>
                  </a:cubicBezTo>
                  <a:lnTo>
                    <a:pt x="9737" y="52888"/>
                  </a:lnTo>
                  <a:cubicBezTo>
                    <a:pt x="9737" y="52887"/>
                    <a:pt x="6329" y="45432"/>
                    <a:pt x="7296" y="37117"/>
                  </a:cubicBezTo>
                  <a:cubicBezTo>
                    <a:pt x="8263" y="28794"/>
                    <a:pt x="12817" y="9829"/>
                    <a:pt x="1" y="0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3" name="Google Shape;2156;p36"/>
            <p:cNvSpPr/>
            <p:nvPr/>
          </p:nvSpPr>
          <p:spPr>
            <a:xfrm>
              <a:off x="2474224" y="1703348"/>
              <a:ext cx="337346" cy="1495584"/>
            </a:xfrm>
            <a:custGeom>
              <a:avLst/>
              <a:gdLst/>
              <a:ahLst/>
              <a:cxnLst/>
              <a:rect l="l" t="t" r="r" b="b"/>
              <a:pathLst>
                <a:path w="12061" h="53471" extrusionOk="0">
                  <a:moveTo>
                    <a:pt x="4125" y="4445"/>
                  </a:moveTo>
                  <a:cubicBezTo>
                    <a:pt x="10827" y="13327"/>
                    <a:pt x="8993" y="26070"/>
                    <a:pt x="7839" y="34132"/>
                  </a:cubicBezTo>
                  <a:cubicBezTo>
                    <a:pt x="7659" y="35306"/>
                    <a:pt x="7506" y="36413"/>
                    <a:pt x="7393" y="37373"/>
                  </a:cubicBezTo>
                  <a:cubicBezTo>
                    <a:pt x="6692" y="43382"/>
                    <a:pt x="8286" y="48990"/>
                    <a:pt x="9226" y="51670"/>
                  </a:cubicBezTo>
                  <a:cubicBezTo>
                    <a:pt x="5325" y="46356"/>
                    <a:pt x="6239" y="38560"/>
                    <a:pt x="7186" y="30351"/>
                  </a:cubicBezTo>
                  <a:cubicBezTo>
                    <a:pt x="7806" y="25063"/>
                    <a:pt x="8440" y="19582"/>
                    <a:pt x="7879" y="14334"/>
                  </a:cubicBezTo>
                  <a:cubicBezTo>
                    <a:pt x="7453" y="10386"/>
                    <a:pt x="5772" y="6952"/>
                    <a:pt x="4125" y="4445"/>
                  </a:cubicBezTo>
                  <a:close/>
                  <a:moveTo>
                    <a:pt x="408" y="0"/>
                  </a:moveTo>
                  <a:cubicBezTo>
                    <a:pt x="177" y="0"/>
                    <a:pt x="1" y="291"/>
                    <a:pt x="191" y="497"/>
                  </a:cubicBezTo>
                  <a:cubicBezTo>
                    <a:pt x="257" y="550"/>
                    <a:pt x="6446" y="6405"/>
                    <a:pt x="7293" y="14401"/>
                  </a:cubicBezTo>
                  <a:cubicBezTo>
                    <a:pt x="7853" y="19575"/>
                    <a:pt x="7219" y="25023"/>
                    <a:pt x="6612" y="30285"/>
                  </a:cubicBezTo>
                  <a:cubicBezTo>
                    <a:pt x="5559" y="39340"/>
                    <a:pt x="4572" y="47889"/>
                    <a:pt x="9920" y="53378"/>
                  </a:cubicBezTo>
                  <a:cubicBezTo>
                    <a:pt x="9973" y="53431"/>
                    <a:pt x="10047" y="53464"/>
                    <a:pt x="10127" y="53471"/>
                  </a:cubicBezTo>
                  <a:cubicBezTo>
                    <a:pt x="10347" y="53471"/>
                    <a:pt x="10487" y="53244"/>
                    <a:pt x="10393" y="53051"/>
                  </a:cubicBezTo>
                  <a:cubicBezTo>
                    <a:pt x="10360" y="52984"/>
                    <a:pt x="7026" y="45582"/>
                    <a:pt x="7973" y="37440"/>
                  </a:cubicBezTo>
                  <a:cubicBezTo>
                    <a:pt x="8079" y="36486"/>
                    <a:pt x="8246" y="35386"/>
                    <a:pt x="8413" y="34212"/>
                  </a:cubicBezTo>
                  <a:cubicBezTo>
                    <a:pt x="9773" y="24737"/>
                    <a:pt x="12061" y="8872"/>
                    <a:pt x="571" y="50"/>
                  </a:cubicBezTo>
                  <a:cubicBezTo>
                    <a:pt x="516" y="15"/>
                    <a:pt x="461" y="0"/>
                    <a:pt x="40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4" name="Google Shape;2157;p36"/>
            <p:cNvSpPr/>
            <p:nvPr/>
          </p:nvSpPr>
          <p:spPr>
            <a:xfrm>
              <a:off x="1536893" y="1783622"/>
              <a:ext cx="114929" cy="404027"/>
            </a:xfrm>
            <a:custGeom>
              <a:avLst/>
              <a:gdLst/>
              <a:ahLst/>
              <a:cxnLst/>
              <a:rect l="l" t="t" r="r" b="b"/>
              <a:pathLst>
                <a:path w="4109" h="14445" extrusionOk="0">
                  <a:moveTo>
                    <a:pt x="4108" y="1"/>
                  </a:moveTo>
                  <a:lnTo>
                    <a:pt x="4108" y="1"/>
                  </a:lnTo>
                  <a:cubicBezTo>
                    <a:pt x="3108" y="808"/>
                    <a:pt x="2394" y="1928"/>
                    <a:pt x="1887" y="3122"/>
                  </a:cubicBezTo>
                  <a:cubicBezTo>
                    <a:pt x="1381" y="4309"/>
                    <a:pt x="1047" y="5556"/>
                    <a:pt x="767" y="6803"/>
                  </a:cubicBezTo>
                  <a:cubicBezTo>
                    <a:pt x="207" y="9310"/>
                    <a:pt x="0" y="11884"/>
                    <a:pt x="147" y="14445"/>
                  </a:cubicBezTo>
                  <a:cubicBezTo>
                    <a:pt x="220" y="11891"/>
                    <a:pt x="494" y="9357"/>
                    <a:pt x="1054" y="6869"/>
                  </a:cubicBezTo>
                  <a:cubicBezTo>
                    <a:pt x="1327" y="5629"/>
                    <a:pt x="1641" y="4375"/>
                    <a:pt x="2094" y="3202"/>
                  </a:cubicBezTo>
                  <a:cubicBezTo>
                    <a:pt x="2554" y="2028"/>
                    <a:pt x="3181" y="901"/>
                    <a:pt x="410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5" name="Google Shape;2158;p36"/>
            <p:cNvSpPr/>
            <p:nvPr/>
          </p:nvSpPr>
          <p:spPr>
            <a:xfrm>
              <a:off x="1518796" y="2240596"/>
              <a:ext cx="18488" cy="134144"/>
            </a:xfrm>
            <a:custGeom>
              <a:avLst/>
              <a:gdLst/>
              <a:ahLst/>
              <a:cxnLst/>
              <a:rect l="l" t="t" r="r" b="b"/>
              <a:pathLst>
                <a:path w="661" h="4796" extrusionOk="0">
                  <a:moveTo>
                    <a:pt x="267" y="0"/>
                  </a:moveTo>
                  <a:cubicBezTo>
                    <a:pt x="67" y="794"/>
                    <a:pt x="0" y="1621"/>
                    <a:pt x="74" y="2434"/>
                  </a:cubicBezTo>
                  <a:cubicBezTo>
                    <a:pt x="134" y="3248"/>
                    <a:pt x="327" y="4048"/>
                    <a:pt x="661" y="4795"/>
                  </a:cubicBezTo>
                  <a:cubicBezTo>
                    <a:pt x="541" y="3995"/>
                    <a:pt x="427" y="3208"/>
                    <a:pt x="361" y="2408"/>
                  </a:cubicBezTo>
                  <a:cubicBezTo>
                    <a:pt x="294" y="1608"/>
                    <a:pt x="287" y="821"/>
                    <a:pt x="2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6" name="Google Shape;2159;p36"/>
            <p:cNvSpPr/>
            <p:nvPr/>
          </p:nvSpPr>
          <p:spPr>
            <a:xfrm>
              <a:off x="1539131" y="2432890"/>
              <a:ext cx="22600" cy="103909"/>
            </a:xfrm>
            <a:custGeom>
              <a:avLst/>
              <a:gdLst/>
              <a:ahLst/>
              <a:cxnLst/>
              <a:rect l="l" t="t" r="r" b="b"/>
              <a:pathLst>
                <a:path w="808" h="3715" extrusionOk="0">
                  <a:moveTo>
                    <a:pt x="80" y="1"/>
                  </a:moveTo>
                  <a:lnTo>
                    <a:pt x="80" y="1"/>
                  </a:lnTo>
                  <a:cubicBezTo>
                    <a:pt x="0" y="1281"/>
                    <a:pt x="254" y="2561"/>
                    <a:pt x="807" y="3715"/>
                  </a:cubicBezTo>
                  <a:cubicBezTo>
                    <a:pt x="740" y="3081"/>
                    <a:pt x="614" y="2468"/>
                    <a:pt x="494" y="1854"/>
                  </a:cubicBezTo>
                  <a:cubicBezTo>
                    <a:pt x="367" y="1234"/>
                    <a:pt x="260" y="621"/>
                    <a:pt x="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7" name="Google Shape;2160;p36"/>
            <p:cNvSpPr/>
            <p:nvPr/>
          </p:nvSpPr>
          <p:spPr>
            <a:xfrm>
              <a:off x="1566541" y="2574838"/>
              <a:ext cx="87686" cy="281099"/>
            </a:xfrm>
            <a:custGeom>
              <a:avLst/>
              <a:gdLst/>
              <a:ahLst/>
              <a:cxnLst/>
              <a:rect l="l" t="t" r="r" b="b"/>
              <a:pathLst>
                <a:path w="3135" h="10050" extrusionOk="0">
                  <a:moveTo>
                    <a:pt x="1" y="0"/>
                  </a:moveTo>
                  <a:lnTo>
                    <a:pt x="1" y="0"/>
                  </a:lnTo>
                  <a:cubicBezTo>
                    <a:pt x="354" y="1721"/>
                    <a:pt x="801" y="3421"/>
                    <a:pt x="1334" y="5095"/>
                  </a:cubicBezTo>
                  <a:cubicBezTo>
                    <a:pt x="1868" y="6775"/>
                    <a:pt x="2441" y="8429"/>
                    <a:pt x="3135" y="10050"/>
                  </a:cubicBezTo>
                  <a:cubicBezTo>
                    <a:pt x="2661" y="8356"/>
                    <a:pt x="2148" y="6689"/>
                    <a:pt x="1621" y="5015"/>
                  </a:cubicBezTo>
                  <a:cubicBezTo>
                    <a:pt x="1094" y="3335"/>
                    <a:pt x="567" y="1661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8" name="Google Shape;2161;p36"/>
            <p:cNvSpPr/>
            <p:nvPr/>
          </p:nvSpPr>
          <p:spPr>
            <a:xfrm>
              <a:off x="1667821" y="2913918"/>
              <a:ext cx="30236" cy="202223"/>
            </a:xfrm>
            <a:custGeom>
              <a:avLst/>
              <a:gdLst/>
              <a:ahLst/>
              <a:cxnLst/>
              <a:rect l="l" t="t" r="r" b="b"/>
              <a:pathLst>
                <a:path w="1081" h="7230" extrusionOk="0">
                  <a:moveTo>
                    <a:pt x="1" y="1"/>
                  </a:moveTo>
                  <a:lnTo>
                    <a:pt x="1" y="1"/>
                  </a:lnTo>
                  <a:cubicBezTo>
                    <a:pt x="207" y="1201"/>
                    <a:pt x="414" y="2401"/>
                    <a:pt x="581" y="3601"/>
                  </a:cubicBezTo>
                  <a:cubicBezTo>
                    <a:pt x="747" y="4802"/>
                    <a:pt x="867" y="6009"/>
                    <a:pt x="994" y="7229"/>
                  </a:cubicBezTo>
                  <a:cubicBezTo>
                    <a:pt x="1081" y="6002"/>
                    <a:pt x="1041" y="4775"/>
                    <a:pt x="867" y="3561"/>
                  </a:cubicBezTo>
                  <a:cubicBezTo>
                    <a:pt x="707" y="2348"/>
                    <a:pt x="421" y="1154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0" y="2260600"/>
            <a:ext cx="4284020" cy="4597400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31848" y="4318162"/>
            <a:ext cx="1757636" cy="9648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68%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1"/>
          <p:cNvSpPr txBox="1">
            <a:spLocks noChangeArrowheads="1"/>
          </p:cNvSpPr>
          <p:nvPr/>
        </p:nvSpPr>
        <p:spPr bwMode="auto">
          <a:xfrm>
            <a:off x="3293443" y="4086574"/>
            <a:ext cx="94530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难点分析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13" name="图片 12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14" name="图片 13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sp>
        <p:nvSpPr>
          <p:cNvPr id="20" name="textbox 20"/>
          <p:cNvSpPr/>
          <p:nvPr/>
        </p:nvSpPr>
        <p:spPr>
          <a:xfrm>
            <a:off x="931323" y="859856"/>
            <a:ext cx="7534275" cy="4911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3100" b="1" kern="0" spc="13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绘图函数</a:t>
            </a:r>
            <a:r>
              <a:rPr sz="3300" b="1" i="1" kern="0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plot</a:t>
            </a:r>
            <a:r>
              <a:rPr sz="3100" b="1" kern="0" spc="13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的基本</a:t>
            </a:r>
            <a:r>
              <a:rPr sz="3100" b="1" kern="0" spc="12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用法</a:t>
            </a:r>
            <a:endParaRPr sz="3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1935" algn="l" rtl="0" eaLnBrk="0">
              <a:lnSpc>
                <a:spcPct val="86000"/>
              </a:lnSpc>
              <a:spcBef>
                <a:spcPts val="640"/>
              </a:spcBef>
            </a:pPr>
            <a:r>
              <a:rPr sz="2100" b="1" kern="0" spc="-3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调用格式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69595" algn="l" rtl="0" eaLnBrk="0">
              <a:lnSpc>
                <a:spcPct val="80000"/>
              </a:lnSpc>
              <a:spcBef>
                <a:spcPts val="1480"/>
              </a:spcBef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plot</a:t>
            </a:r>
            <a:r>
              <a:rPr sz="2000" b="1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(X,Y)</a:t>
            </a: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569595" algn="l" rtl="0" eaLnBrk="0">
              <a:lnSpc>
                <a:spcPct val="80000"/>
              </a:lnSpc>
              <a:spcBef>
                <a:spcPts val="1355"/>
              </a:spcBef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plot</a:t>
            </a:r>
            <a:r>
              <a:rPr sz="2000" b="1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(X,Y,S)</a:t>
            </a: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569595" algn="l" rtl="0" eaLnBrk="0">
              <a:lnSpc>
                <a:spcPct val="80000"/>
              </a:lnSpc>
              <a:spcBef>
                <a:spcPts val="1370"/>
              </a:spcBef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plot</a:t>
            </a:r>
            <a:r>
              <a:rPr sz="2000" b="1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(X1,Y1,...,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Xn</a:t>
            </a: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Yn</a:t>
            </a: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569595" algn="l" rtl="0" eaLnBrk="0">
              <a:lnSpc>
                <a:spcPct val="80000"/>
              </a:lnSpc>
              <a:spcBef>
                <a:spcPts val="1355"/>
              </a:spcBef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plot</a:t>
            </a:r>
            <a:r>
              <a:rPr sz="2000" b="1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(X1,Y1,S1,...,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Xn</a:t>
            </a: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Yn</a:t>
            </a: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Sn</a:t>
            </a: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569595" algn="l" rtl="0" eaLnBrk="0">
              <a:lnSpc>
                <a:spcPct val="80000"/>
              </a:lnSpc>
              <a:spcBef>
                <a:spcPts val="1370"/>
              </a:spcBef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plot</a:t>
            </a:r>
            <a:r>
              <a:rPr sz="2000" b="1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(Y)</a:t>
            </a: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569595" algn="l" rtl="0" eaLnBrk="0">
              <a:lnSpc>
                <a:spcPct val="80000"/>
              </a:lnSpc>
              <a:spcBef>
                <a:spcPts val="1355"/>
              </a:spcBef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plot</a:t>
            </a:r>
            <a:r>
              <a:rPr sz="2000" b="1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(Y,S)</a:t>
            </a: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231140" algn="l" rtl="0" eaLnBrk="0">
              <a:lnSpc>
                <a:spcPct val="86000"/>
              </a:lnSpc>
              <a:spcBef>
                <a:spcPts val="1015"/>
              </a:spcBef>
            </a:pPr>
            <a:r>
              <a:rPr sz="2000" b="1" kern="0" spc="0" dirty="0">
                <a:solidFill>
                  <a:srgbClr val="0000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X, Y </a:t>
            </a: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可以是</a:t>
            </a:r>
            <a:r>
              <a:rPr sz="2100" b="1" kern="0" spc="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向量</a:t>
            </a: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或者</a:t>
            </a:r>
            <a:r>
              <a:rPr sz="2100" b="1" kern="0" spc="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矩阵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r" rtl="0" eaLnBrk="0">
              <a:lnSpc>
                <a:spcPct val="92000"/>
              </a:lnSpc>
              <a:spcBef>
                <a:spcPts val="1035"/>
              </a:spcBef>
            </a:pPr>
            <a:r>
              <a:rPr sz="2000" b="1" kern="0" spc="60" dirty="0">
                <a:solidFill>
                  <a:srgbClr val="0000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r>
              <a:rPr sz="2000" b="1" kern="0" spc="170" dirty="0">
                <a:solidFill>
                  <a:srgbClr val="0000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100" b="1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定义线型</a:t>
            </a: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line</a:t>
            </a: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style</a:t>
            </a: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r>
              <a:rPr sz="2100" b="1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，数据点型</a:t>
            </a: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marker</a:t>
            </a: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symbol</a:t>
            </a: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r>
              <a:rPr sz="2100" b="1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，颜色</a:t>
            </a: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color</a:t>
            </a: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257175" algn="l" rtl="0" eaLnBrk="0">
              <a:lnSpc>
                <a:spcPts val="3290"/>
              </a:lnSpc>
            </a:pP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plot</a:t>
            </a:r>
            <a:r>
              <a:rPr sz="2000" b="1"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详细的用法和绘图范</a:t>
            </a:r>
            <a:r>
              <a:rPr sz="21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例，请参考</a:t>
            </a:r>
            <a:r>
              <a:rPr sz="2000" b="1" kern="0" spc="-1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help</a:t>
            </a:r>
            <a:r>
              <a:rPr sz="2000" b="1" kern="0" spc="16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100" b="1" kern="0" spc="-1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文档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28" name="Google Shape;5325;p73"/>
          <p:cNvGrpSpPr/>
          <p:nvPr/>
        </p:nvGrpSpPr>
        <p:grpSpPr>
          <a:xfrm>
            <a:off x="8670290" y="2060575"/>
            <a:ext cx="2879725" cy="3684270"/>
            <a:chOff x="2085475" y="1288302"/>
            <a:chExt cx="2385152" cy="2958638"/>
          </a:xfrm>
        </p:grpSpPr>
        <p:sp>
          <p:nvSpPr>
            <p:cNvPr id="29" name="Google Shape;5326;p73"/>
            <p:cNvSpPr/>
            <p:nvPr/>
          </p:nvSpPr>
          <p:spPr>
            <a:xfrm>
              <a:off x="2981953" y="2561162"/>
              <a:ext cx="1488674" cy="1562265"/>
            </a:xfrm>
            <a:custGeom>
              <a:avLst/>
              <a:gdLst/>
              <a:ahLst/>
              <a:cxnLst/>
              <a:rect l="l" t="t" r="r" b="b"/>
              <a:pathLst>
                <a:path w="85852" h="90096" extrusionOk="0">
                  <a:moveTo>
                    <a:pt x="42274" y="1"/>
                  </a:moveTo>
                  <a:cubicBezTo>
                    <a:pt x="40828" y="1"/>
                    <a:pt x="39323" y="46"/>
                    <a:pt x="37765" y="142"/>
                  </a:cubicBezTo>
                  <a:cubicBezTo>
                    <a:pt x="36220" y="231"/>
                    <a:pt x="34745" y="357"/>
                    <a:pt x="33342" y="531"/>
                  </a:cubicBezTo>
                  <a:cubicBezTo>
                    <a:pt x="8743" y="3499"/>
                    <a:pt x="5318" y="18397"/>
                    <a:pt x="2675" y="39326"/>
                  </a:cubicBezTo>
                  <a:cubicBezTo>
                    <a:pt x="0" y="60513"/>
                    <a:pt x="11409" y="90096"/>
                    <a:pt x="44529" y="90096"/>
                  </a:cubicBezTo>
                  <a:cubicBezTo>
                    <a:pt x="45997" y="90096"/>
                    <a:pt x="47508" y="90038"/>
                    <a:pt x="49063" y="89918"/>
                  </a:cubicBezTo>
                  <a:cubicBezTo>
                    <a:pt x="85681" y="87101"/>
                    <a:pt x="85851" y="53231"/>
                    <a:pt x="81372" y="35244"/>
                  </a:cubicBezTo>
                  <a:cubicBezTo>
                    <a:pt x="77796" y="20906"/>
                    <a:pt x="73134" y="5891"/>
                    <a:pt x="54718" y="1367"/>
                  </a:cubicBezTo>
                  <a:cubicBezTo>
                    <a:pt x="54223" y="1245"/>
                    <a:pt x="53712" y="1127"/>
                    <a:pt x="53189" y="1022"/>
                  </a:cubicBezTo>
                  <a:lnTo>
                    <a:pt x="53185" y="1022"/>
                  </a:lnTo>
                  <a:cubicBezTo>
                    <a:pt x="50356" y="446"/>
                    <a:pt x="47222" y="94"/>
                    <a:pt x="43748" y="17"/>
                  </a:cubicBezTo>
                  <a:cubicBezTo>
                    <a:pt x="43264" y="6"/>
                    <a:pt x="42773" y="1"/>
                    <a:pt x="42274" y="1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5327;p73"/>
            <p:cNvSpPr/>
            <p:nvPr/>
          </p:nvSpPr>
          <p:spPr>
            <a:xfrm>
              <a:off x="2997403" y="2555058"/>
              <a:ext cx="1447491" cy="1574489"/>
            </a:xfrm>
            <a:custGeom>
              <a:avLst/>
              <a:gdLst/>
              <a:ahLst/>
              <a:cxnLst/>
              <a:rect l="l" t="t" r="r" b="b"/>
              <a:pathLst>
                <a:path w="83477" h="90801" extrusionOk="0">
                  <a:moveTo>
                    <a:pt x="41321" y="709"/>
                  </a:moveTo>
                  <a:cubicBezTo>
                    <a:pt x="41840" y="709"/>
                    <a:pt x="42346" y="717"/>
                    <a:pt x="42845" y="737"/>
                  </a:cubicBezTo>
                  <a:cubicBezTo>
                    <a:pt x="46197" y="806"/>
                    <a:pt x="49351" y="1143"/>
                    <a:pt x="52221" y="1731"/>
                  </a:cubicBezTo>
                  <a:lnTo>
                    <a:pt x="52250" y="1731"/>
                  </a:lnTo>
                  <a:cubicBezTo>
                    <a:pt x="52797" y="1840"/>
                    <a:pt x="53283" y="1954"/>
                    <a:pt x="53742" y="2063"/>
                  </a:cubicBezTo>
                  <a:cubicBezTo>
                    <a:pt x="71461" y="6421"/>
                    <a:pt x="76338" y="20451"/>
                    <a:pt x="80136" y="35681"/>
                  </a:cubicBezTo>
                  <a:cubicBezTo>
                    <a:pt x="83176" y="47895"/>
                    <a:pt x="83476" y="65051"/>
                    <a:pt x="75186" y="76536"/>
                  </a:cubicBezTo>
                  <a:cubicBezTo>
                    <a:pt x="69458" y="84477"/>
                    <a:pt x="60357" y="88977"/>
                    <a:pt x="48143" y="89913"/>
                  </a:cubicBezTo>
                  <a:cubicBezTo>
                    <a:pt x="46636" y="90030"/>
                    <a:pt x="45155" y="90088"/>
                    <a:pt x="43701" y="90088"/>
                  </a:cubicBezTo>
                  <a:cubicBezTo>
                    <a:pt x="31554" y="90088"/>
                    <a:pt x="21320" y="86038"/>
                    <a:pt x="13909" y="78254"/>
                  </a:cubicBezTo>
                  <a:cubicBezTo>
                    <a:pt x="3073" y="66879"/>
                    <a:pt x="722" y="50891"/>
                    <a:pt x="2136" y="39723"/>
                  </a:cubicBezTo>
                  <a:cubicBezTo>
                    <a:pt x="4832" y="18359"/>
                    <a:pt x="8404" y="4143"/>
                    <a:pt x="32487" y="1232"/>
                  </a:cubicBezTo>
                  <a:cubicBezTo>
                    <a:pt x="33841" y="1070"/>
                    <a:pt x="35386" y="936"/>
                    <a:pt x="36894" y="847"/>
                  </a:cubicBezTo>
                  <a:cubicBezTo>
                    <a:pt x="38398" y="758"/>
                    <a:pt x="39882" y="709"/>
                    <a:pt x="41321" y="709"/>
                  </a:cubicBezTo>
                  <a:close/>
                  <a:moveTo>
                    <a:pt x="41397" y="1"/>
                  </a:moveTo>
                  <a:cubicBezTo>
                    <a:pt x="39918" y="1"/>
                    <a:pt x="38395" y="46"/>
                    <a:pt x="36853" y="138"/>
                  </a:cubicBezTo>
                  <a:cubicBezTo>
                    <a:pt x="35268" y="231"/>
                    <a:pt x="33772" y="360"/>
                    <a:pt x="32410" y="527"/>
                  </a:cubicBezTo>
                  <a:cubicBezTo>
                    <a:pt x="20820" y="1925"/>
                    <a:pt x="13256" y="5999"/>
                    <a:pt x="8582" y="13353"/>
                  </a:cubicBezTo>
                  <a:cubicBezTo>
                    <a:pt x="4163" y="20317"/>
                    <a:pt x="2680" y="29755"/>
                    <a:pt x="1431" y="39634"/>
                  </a:cubicBezTo>
                  <a:cubicBezTo>
                    <a:pt x="0" y="50960"/>
                    <a:pt x="2392" y="67188"/>
                    <a:pt x="13398" y="78741"/>
                  </a:cubicBezTo>
                  <a:cubicBezTo>
                    <a:pt x="20946" y="86678"/>
                    <a:pt x="31364" y="90801"/>
                    <a:pt x="43712" y="90801"/>
                  </a:cubicBezTo>
                  <a:cubicBezTo>
                    <a:pt x="45184" y="90801"/>
                    <a:pt x="46680" y="90740"/>
                    <a:pt x="48200" y="90623"/>
                  </a:cubicBezTo>
                  <a:cubicBezTo>
                    <a:pt x="60633" y="89666"/>
                    <a:pt x="69908" y="85069"/>
                    <a:pt x="75766" y="76953"/>
                  </a:cubicBezTo>
                  <a:cubicBezTo>
                    <a:pt x="79783" y="71383"/>
                    <a:pt x="82114" y="64289"/>
                    <a:pt x="82690" y="55865"/>
                  </a:cubicBezTo>
                  <a:cubicBezTo>
                    <a:pt x="83136" y="49363"/>
                    <a:pt x="82475" y="42131"/>
                    <a:pt x="80825" y="35511"/>
                  </a:cubicBezTo>
                  <a:cubicBezTo>
                    <a:pt x="76974" y="20062"/>
                    <a:pt x="72012" y="5825"/>
                    <a:pt x="53916" y="1374"/>
                  </a:cubicBezTo>
                  <a:cubicBezTo>
                    <a:pt x="53446" y="1256"/>
                    <a:pt x="52955" y="1147"/>
                    <a:pt x="52400" y="1033"/>
                  </a:cubicBezTo>
                  <a:cubicBezTo>
                    <a:pt x="52371" y="1025"/>
                    <a:pt x="52347" y="1021"/>
                    <a:pt x="52319" y="1021"/>
                  </a:cubicBezTo>
                  <a:cubicBezTo>
                    <a:pt x="49420" y="425"/>
                    <a:pt x="46238" y="93"/>
                    <a:pt x="42861" y="16"/>
                  </a:cubicBezTo>
                  <a:cubicBezTo>
                    <a:pt x="42379" y="6"/>
                    <a:pt x="41890" y="1"/>
                    <a:pt x="4139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5328;p73"/>
            <p:cNvSpPr/>
            <p:nvPr/>
          </p:nvSpPr>
          <p:spPr>
            <a:xfrm>
              <a:off x="2981953" y="2570370"/>
              <a:ext cx="1488674" cy="1553057"/>
            </a:xfrm>
            <a:custGeom>
              <a:avLst/>
              <a:gdLst/>
              <a:ahLst/>
              <a:cxnLst/>
              <a:rect l="l" t="t" r="r" b="b"/>
              <a:pathLst>
                <a:path w="85852" h="89565" extrusionOk="0">
                  <a:moveTo>
                    <a:pt x="33342" y="0"/>
                  </a:moveTo>
                  <a:cubicBezTo>
                    <a:pt x="8743" y="2968"/>
                    <a:pt x="5318" y="17866"/>
                    <a:pt x="2675" y="38795"/>
                  </a:cubicBezTo>
                  <a:cubicBezTo>
                    <a:pt x="0" y="59982"/>
                    <a:pt x="11409" y="89565"/>
                    <a:pt x="44529" y="89565"/>
                  </a:cubicBezTo>
                  <a:cubicBezTo>
                    <a:pt x="45997" y="89565"/>
                    <a:pt x="47508" y="89507"/>
                    <a:pt x="49063" y="89387"/>
                  </a:cubicBezTo>
                  <a:cubicBezTo>
                    <a:pt x="85681" y="86570"/>
                    <a:pt x="85851" y="52700"/>
                    <a:pt x="81372" y="34713"/>
                  </a:cubicBezTo>
                  <a:cubicBezTo>
                    <a:pt x="77796" y="20375"/>
                    <a:pt x="73134" y="5360"/>
                    <a:pt x="54718" y="836"/>
                  </a:cubicBezTo>
                  <a:lnTo>
                    <a:pt x="54718" y="836"/>
                  </a:lnTo>
                  <a:cubicBezTo>
                    <a:pt x="55569" y="1594"/>
                    <a:pt x="56501" y="2291"/>
                    <a:pt x="57393" y="2911"/>
                  </a:cubicBezTo>
                  <a:cubicBezTo>
                    <a:pt x="63056" y="6892"/>
                    <a:pt x="68330" y="9892"/>
                    <a:pt x="71590" y="15997"/>
                  </a:cubicBezTo>
                  <a:cubicBezTo>
                    <a:pt x="76098" y="24445"/>
                    <a:pt x="78177" y="31276"/>
                    <a:pt x="77893" y="36169"/>
                  </a:cubicBezTo>
                  <a:cubicBezTo>
                    <a:pt x="77820" y="37470"/>
                    <a:pt x="77095" y="38828"/>
                    <a:pt x="75915" y="39387"/>
                  </a:cubicBezTo>
                  <a:cubicBezTo>
                    <a:pt x="75559" y="39552"/>
                    <a:pt x="75192" y="39623"/>
                    <a:pt x="74820" y="39623"/>
                  </a:cubicBezTo>
                  <a:cubicBezTo>
                    <a:pt x="73630" y="39623"/>
                    <a:pt x="72398" y="38891"/>
                    <a:pt x="71375" y="38159"/>
                  </a:cubicBezTo>
                  <a:cubicBezTo>
                    <a:pt x="67216" y="35183"/>
                    <a:pt x="63296" y="31888"/>
                    <a:pt x="59655" y="28296"/>
                  </a:cubicBezTo>
                  <a:cubicBezTo>
                    <a:pt x="57766" y="26427"/>
                    <a:pt x="55922" y="24445"/>
                    <a:pt x="54685" y="22082"/>
                  </a:cubicBezTo>
                  <a:cubicBezTo>
                    <a:pt x="53270" y="19394"/>
                    <a:pt x="52719" y="16325"/>
                    <a:pt x="51390" y="13597"/>
                  </a:cubicBezTo>
                  <a:cubicBezTo>
                    <a:pt x="50076" y="10890"/>
                    <a:pt x="47610" y="8367"/>
                    <a:pt x="44616" y="8367"/>
                  </a:cubicBezTo>
                  <a:cubicBezTo>
                    <a:pt x="44588" y="8367"/>
                    <a:pt x="44559" y="8367"/>
                    <a:pt x="44530" y="8367"/>
                  </a:cubicBezTo>
                  <a:cubicBezTo>
                    <a:pt x="43604" y="8381"/>
                    <a:pt x="42652" y="8633"/>
                    <a:pt x="41737" y="8633"/>
                  </a:cubicBezTo>
                  <a:cubicBezTo>
                    <a:pt x="41311" y="8633"/>
                    <a:pt x="40893" y="8579"/>
                    <a:pt x="40489" y="8420"/>
                  </a:cubicBezTo>
                  <a:cubicBezTo>
                    <a:pt x="39686" y="8108"/>
                    <a:pt x="39086" y="7423"/>
                    <a:pt x="38519" y="6766"/>
                  </a:cubicBezTo>
                  <a:cubicBezTo>
                    <a:pt x="37161" y="5177"/>
                    <a:pt x="34165" y="2562"/>
                    <a:pt x="33342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5329;p73"/>
            <p:cNvSpPr/>
            <p:nvPr/>
          </p:nvSpPr>
          <p:spPr>
            <a:xfrm>
              <a:off x="4075830" y="2670890"/>
              <a:ext cx="176174" cy="221952"/>
            </a:xfrm>
            <a:custGeom>
              <a:avLst/>
              <a:gdLst/>
              <a:ahLst/>
              <a:cxnLst/>
              <a:rect l="l" t="t" r="r" b="b"/>
              <a:pathLst>
                <a:path w="10160" h="12800" extrusionOk="0">
                  <a:moveTo>
                    <a:pt x="92" y="1"/>
                  </a:moveTo>
                  <a:cubicBezTo>
                    <a:pt x="71" y="1"/>
                    <a:pt x="53" y="6"/>
                    <a:pt x="41" y="17"/>
                  </a:cubicBezTo>
                  <a:cubicBezTo>
                    <a:pt x="1" y="49"/>
                    <a:pt x="74" y="158"/>
                    <a:pt x="195" y="248"/>
                  </a:cubicBezTo>
                  <a:cubicBezTo>
                    <a:pt x="1266" y="1022"/>
                    <a:pt x="2283" y="1873"/>
                    <a:pt x="3240" y="2785"/>
                  </a:cubicBezTo>
                  <a:cubicBezTo>
                    <a:pt x="5145" y="4622"/>
                    <a:pt x="6791" y="6713"/>
                    <a:pt x="8129" y="9000"/>
                  </a:cubicBezTo>
                  <a:cubicBezTo>
                    <a:pt x="8794" y="10143"/>
                    <a:pt x="9381" y="11331"/>
                    <a:pt x="9888" y="12555"/>
                  </a:cubicBezTo>
                  <a:cubicBezTo>
                    <a:pt x="9946" y="12697"/>
                    <a:pt x="10029" y="12799"/>
                    <a:pt x="10089" y="12799"/>
                  </a:cubicBezTo>
                  <a:cubicBezTo>
                    <a:pt x="10092" y="12799"/>
                    <a:pt x="10096" y="12799"/>
                    <a:pt x="10099" y="12798"/>
                  </a:cubicBezTo>
                  <a:cubicBezTo>
                    <a:pt x="10160" y="12790"/>
                    <a:pt x="10160" y="12644"/>
                    <a:pt x="10099" y="12474"/>
                  </a:cubicBezTo>
                  <a:cubicBezTo>
                    <a:pt x="9641" y="11217"/>
                    <a:pt x="9077" y="10001"/>
                    <a:pt x="8417" y="8838"/>
                  </a:cubicBezTo>
                  <a:cubicBezTo>
                    <a:pt x="7099" y="6499"/>
                    <a:pt x="5425" y="4383"/>
                    <a:pt x="3451" y="2562"/>
                  </a:cubicBezTo>
                  <a:cubicBezTo>
                    <a:pt x="2470" y="1654"/>
                    <a:pt x="1416" y="823"/>
                    <a:pt x="301" y="86"/>
                  </a:cubicBezTo>
                  <a:cubicBezTo>
                    <a:pt x="220" y="31"/>
                    <a:pt x="144" y="1"/>
                    <a:pt x="9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5330;p73"/>
            <p:cNvSpPr/>
            <p:nvPr/>
          </p:nvSpPr>
          <p:spPr>
            <a:xfrm>
              <a:off x="4274702" y="2918054"/>
              <a:ext cx="60465" cy="131160"/>
            </a:xfrm>
            <a:custGeom>
              <a:avLst/>
              <a:gdLst/>
              <a:ahLst/>
              <a:cxnLst/>
              <a:rect l="l" t="t" r="r" b="b"/>
              <a:pathLst>
                <a:path w="3487" h="7564" extrusionOk="0">
                  <a:moveTo>
                    <a:pt x="91" y="1"/>
                  </a:moveTo>
                  <a:cubicBezTo>
                    <a:pt x="82" y="1"/>
                    <a:pt x="74" y="2"/>
                    <a:pt x="65" y="4"/>
                  </a:cubicBezTo>
                  <a:cubicBezTo>
                    <a:pt x="16" y="24"/>
                    <a:pt x="0" y="97"/>
                    <a:pt x="28" y="162"/>
                  </a:cubicBezTo>
                  <a:lnTo>
                    <a:pt x="855" y="1982"/>
                  </a:lnTo>
                  <a:cubicBezTo>
                    <a:pt x="1135" y="2586"/>
                    <a:pt x="1395" y="3198"/>
                    <a:pt x="1666" y="3802"/>
                  </a:cubicBezTo>
                  <a:cubicBezTo>
                    <a:pt x="1942" y="4402"/>
                    <a:pt x="2209" y="5010"/>
                    <a:pt x="2461" y="5626"/>
                  </a:cubicBezTo>
                  <a:lnTo>
                    <a:pt x="3247" y="7459"/>
                  </a:lnTo>
                  <a:cubicBezTo>
                    <a:pt x="3275" y="7521"/>
                    <a:pt x="3330" y="7563"/>
                    <a:pt x="3381" y="7563"/>
                  </a:cubicBezTo>
                  <a:cubicBezTo>
                    <a:pt x="3389" y="7563"/>
                    <a:pt x="3397" y="7562"/>
                    <a:pt x="3405" y="7560"/>
                  </a:cubicBezTo>
                  <a:cubicBezTo>
                    <a:pt x="3462" y="7544"/>
                    <a:pt x="3486" y="7459"/>
                    <a:pt x="3462" y="7378"/>
                  </a:cubicBezTo>
                  <a:cubicBezTo>
                    <a:pt x="3247" y="6745"/>
                    <a:pt x="3024" y="6117"/>
                    <a:pt x="2773" y="5497"/>
                  </a:cubicBezTo>
                  <a:cubicBezTo>
                    <a:pt x="2518" y="4880"/>
                    <a:pt x="2266" y="4260"/>
                    <a:pt x="1991" y="3652"/>
                  </a:cubicBezTo>
                  <a:cubicBezTo>
                    <a:pt x="1719" y="3044"/>
                    <a:pt x="1439" y="2444"/>
                    <a:pt x="1139" y="1844"/>
                  </a:cubicBezTo>
                  <a:cubicBezTo>
                    <a:pt x="839" y="1248"/>
                    <a:pt x="531" y="660"/>
                    <a:pt x="203" y="77"/>
                  </a:cubicBezTo>
                  <a:cubicBezTo>
                    <a:pt x="186" y="29"/>
                    <a:pt x="139" y="1"/>
                    <a:pt x="9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5331;p73"/>
            <p:cNvSpPr/>
            <p:nvPr/>
          </p:nvSpPr>
          <p:spPr>
            <a:xfrm>
              <a:off x="4370228" y="3250167"/>
              <a:ext cx="28264" cy="371267"/>
            </a:xfrm>
            <a:custGeom>
              <a:avLst/>
              <a:gdLst/>
              <a:ahLst/>
              <a:cxnLst/>
              <a:rect l="l" t="t" r="r" b="b"/>
              <a:pathLst>
                <a:path w="1630" h="21411" extrusionOk="0">
                  <a:moveTo>
                    <a:pt x="72" y="1"/>
                  </a:moveTo>
                  <a:cubicBezTo>
                    <a:pt x="71" y="1"/>
                    <a:pt x="70" y="1"/>
                    <a:pt x="69" y="1"/>
                  </a:cubicBezTo>
                  <a:cubicBezTo>
                    <a:pt x="4" y="5"/>
                    <a:pt x="0" y="195"/>
                    <a:pt x="57" y="418"/>
                  </a:cubicBezTo>
                  <a:cubicBezTo>
                    <a:pt x="511" y="2084"/>
                    <a:pt x="831" y="3787"/>
                    <a:pt x="1014" y="5510"/>
                  </a:cubicBezTo>
                  <a:cubicBezTo>
                    <a:pt x="1204" y="7229"/>
                    <a:pt x="1285" y="8960"/>
                    <a:pt x="1265" y="10687"/>
                  </a:cubicBezTo>
                  <a:cubicBezTo>
                    <a:pt x="1265" y="12422"/>
                    <a:pt x="1180" y="14153"/>
                    <a:pt x="1058" y="15880"/>
                  </a:cubicBezTo>
                  <a:cubicBezTo>
                    <a:pt x="937" y="17611"/>
                    <a:pt x="783" y="19337"/>
                    <a:pt x="633" y="21073"/>
                  </a:cubicBezTo>
                  <a:cubicBezTo>
                    <a:pt x="616" y="21247"/>
                    <a:pt x="637" y="21389"/>
                    <a:pt x="685" y="21409"/>
                  </a:cubicBezTo>
                  <a:cubicBezTo>
                    <a:pt x="689" y="21410"/>
                    <a:pt x="692" y="21411"/>
                    <a:pt x="695" y="21411"/>
                  </a:cubicBezTo>
                  <a:cubicBezTo>
                    <a:pt x="745" y="21411"/>
                    <a:pt x="800" y="21271"/>
                    <a:pt x="823" y="21093"/>
                  </a:cubicBezTo>
                  <a:cubicBezTo>
                    <a:pt x="1030" y="19362"/>
                    <a:pt x="1233" y="17635"/>
                    <a:pt x="1370" y="15904"/>
                  </a:cubicBezTo>
                  <a:cubicBezTo>
                    <a:pt x="1508" y="14169"/>
                    <a:pt x="1610" y="12430"/>
                    <a:pt x="1618" y="10695"/>
                  </a:cubicBezTo>
                  <a:cubicBezTo>
                    <a:pt x="1630" y="8948"/>
                    <a:pt x="1537" y="7204"/>
                    <a:pt x="1342" y="5473"/>
                  </a:cubicBezTo>
                  <a:cubicBezTo>
                    <a:pt x="1139" y="3738"/>
                    <a:pt x="783" y="2028"/>
                    <a:pt x="276" y="358"/>
                  </a:cubicBezTo>
                  <a:cubicBezTo>
                    <a:pt x="216" y="157"/>
                    <a:pt x="136" y="1"/>
                    <a:pt x="7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5332;p73"/>
            <p:cNvSpPr/>
            <p:nvPr/>
          </p:nvSpPr>
          <p:spPr>
            <a:xfrm>
              <a:off x="3927382" y="2960502"/>
              <a:ext cx="246661" cy="279608"/>
            </a:xfrm>
            <a:custGeom>
              <a:avLst/>
              <a:gdLst/>
              <a:ahLst/>
              <a:cxnLst/>
              <a:rect l="l" t="t" r="r" b="b"/>
              <a:pathLst>
                <a:path w="14225" h="16125" extrusionOk="0">
                  <a:moveTo>
                    <a:pt x="65" y="0"/>
                  </a:moveTo>
                  <a:cubicBezTo>
                    <a:pt x="53" y="0"/>
                    <a:pt x="43" y="3"/>
                    <a:pt x="37" y="8"/>
                  </a:cubicBezTo>
                  <a:cubicBezTo>
                    <a:pt x="0" y="45"/>
                    <a:pt x="85" y="178"/>
                    <a:pt x="231" y="304"/>
                  </a:cubicBezTo>
                  <a:cubicBezTo>
                    <a:pt x="1541" y="1435"/>
                    <a:pt x="2809" y="2607"/>
                    <a:pt x="4042" y="3819"/>
                  </a:cubicBezTo>
                  <a:cubicBezTo>
                    <a:pt x="5274" y="5031"/>
                    <a:pt x="6458" y="6292"/>
                    <a:pt x="7593" y="7597"/>
                  </a:cubicBezTo>
                  <a:cubicBezTo>
                    <a:pt x="8732" y="8898"/>
                    <a:pt x="9827" y="10240"/>
                    <a:pt x="10872" y="11614"/>
                  </a:cubicBezTo>
                  <a:cubicBezTo>
                    <a:pt x="11918" y="12988"/>
                    <a:pt x="12916" y="14399"/>
                    <a:pt x="13860" y="15850"/>
                  </a:cubicBezTo>
                  <a:cubicBezTo>
                    <a:pt x="13969" y="16008"/>
                    <a:pt x="14085" y="16124"/>
                    <a:pt x="14150" y="16124"/>
                  </a:cubicBezTo>
                  <a:cubicBezTo>
                    <a:pt x="14155" y="16124"/>
                    <a:pt x="14160" y="16124"/>
                    <a:pt x="14164" y="16122"/>
                  </a:cubicBezTo>
                  <a:cubicBezTo>
                    <a:pt x="14225" y="16102"/>
                    <a:pt x="14176" y="15927"/>
                    <a:pt x="14055" y="15729"/>
                  </a:cubicBezTo>
                  <a:cubicBezTo>
                    <a:pt x="13143" y="14249"/>
                    <a:pt x="12174" y="12810"/>
                    <a:pt x="11136" y="11416"/>
                  </a:cubicBezTo>
                  <a:cubicBezTo>
                    <a:pt x="10098" y="10021"/>
                    <a:pt x="9012" y="8663"/>
                    <a:pt x="7860" y="7362"/>
                  </a:cubicBezTo>
                  <a:cubicBezTo>
                    <a:pt x="6713" y="6061"/>
                    <a:pt x="5505" y="4808"/>
                    <a:pt x="4261" y="3596"/>
                  </a:cubicBezTo>
                  <a:cubicBezTo>
                    <a:pt x="3008" y="2396"/>
                    <a:pt x="1703" y="1249"/>
                    <a:pt x="353" y="158"/>
                  </a:cubicBezTo>
                  <a:cubicBezTo>
                    <a:pt x="238" y="64"/>
                    <a:pt x="123" y="0"/>
                    <a:pt x="6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5333;p73"/>
            <p:cNvSpPr/>
            <p:nvPr/>
          </p:nvSpPr>
          <p:spPr>
            <a:xfrm>
              <a:off x="4080200" y="3044532"/>
              <a:ext cx="116282" cy="163447"/>
            </a:xfrm>
            <a:custGeom>
              <a:avLst/>
              <a:gdLst/>
              <a:ahLst/>
              <a:cxnLst/>
              <a:rect l="l" t="t" r="r" b="b"/>
              <a:pathLst>
                <a:path w="6706" h="9426" extrusionOk="0">
                  <a:moveTo>
                    <a:pt x="88" y="0"/>
                  </a:moveTo>
                  <a:cubicBezTo>
                    <a:pt x="67" y="0"/>
                    <a:pt x="49" y="6"/>
                    <a:pt x="37" y="19"/>
                  </a:cubicBezTo>
                  <a:cubicBezTo>
                    <a:pt x="0" y="51"/>
                    <a:pt x="37" y="140"/>
                    <a:pt x="114" y="209"/>
                  </a:cubicBezTo>
                  <a:cubicBezTo>
                    <a:pt x="823" y="817"/>
                    <a:pt x="1492" y="1466"/>
                    <a:pt x="2120" y="2155"/>
                  </a:cubicBezTo>
                  <a:cubicBezTo>
                    <a:pt x="3373" y="3533"/>
                    <a:pt x="4443" y="5062"/>
                    <a:pt x="5307" y="6711"/>
                  </a:cubicBezTo>
                  <a:cubicBezTo>
                    <a:pt x="5740" y="7534"/>
                    <a:pt x="6121" y="8386"/>
                    <a:pt x="6446" y="9253"/>
                  </a:cubicBezTo>
                  <a:cubicBezTo>
                    <a:pt x="6490" y="9353"/>
                    <a:pt x="6551" y="9426"/>
                    <a:pt x="6608" y="9426"/>
                  </a:cubicBezTo>
                  <a:cubicBezTo>
                    <a:pt x="6613" y="9426"/>
                    <a:pt x="6619" y="9425"/>
                    <a:pt x="6624" y="9423"/>
                  </a:cubicBezTo>
                  <a:cubicBezTo>
                    <a:pt x="6685" y="9407"/>
                    <a:pt x="6705" y="9302"/>
                    <a:pt x="6665" y="9180"/>
                  </a:cubicBezTo>
                  <a:cubicBezTo>
                    <a:pt x="6381" y="8280"/>
                    <a:pt x="6024" y="7405"/>
                    <a:pt x="5603" y="6557"/>
                  </a:cubicBezTo>
                  <a:cubicBezTo>
                    <a:pt x="5177" y="5714"/>
                    <a:pt x="4690" y="4903"/>
                    <a:pt x="4151" y="4125"/>
                  </a:cubicBezTo>
                  <a:cubicBezTo>
                    <a:pt x="3600" y="3359"/>
                    <a:pt x="3000" y="2629"/>
                    <a:pt x="2347" y="1944"/>
                  </a:cubicBezTo>
                  <a:cubicBezTo>
                    <a:pt x="1695" y="1259"/>
                    <a:pt x="989" y="631"/>
                    <a:pt x="235" y="63"/>
                  </a:cubicBezTo>
                  <a:cubicBezTo>
                    <a:pt x="184" y="23"/>
                    <a:pt x="130" y="0"/>
                    <a:pt x="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5334;p73"/>
            <p:cNvSpPr/>
            <p:nvPr/>
          </p:nvSpPr>
          <p:spPr>
            <a:xfrm>
              <a:off x="4137699" y="3052404"/>
              <a:ext cx="61592" cy="82521"/>
            </a:xfrm>
            <a:custGeom>
              <a:avLst/>
              <a:gdLst/>
              <a:ahLst/>
              <a:cxnLst/>
              <a:rect l="l" t="t" r="r" b="b"/>
              <a:pathLst>
                <a:path w="3552" h="4759" extrusionOk="0">
                  <a:moveTo>
                    <a:pt x="107" y="0"/>
                  </a:moveTo>
                  <a:cubicBezTo>
                    <a:pt x="81" y="0"/>
                    <a:pt x="55" y="10"/>
                    <a:pt x="37" y="31"/>
                  </a:cubicBezTo>
                  <a:cubicBezTo>
                    <a:pt x="0" y="71"/>
                    <a:pt x="4" y="136"/>
                    <a:pt x="45" y="173"/>
                  </a:cubicBezTo>
                  <a:cubicBezTo>
                    <a:pt x="389" y="485"/>
                    <a:pt x="726" y="821"/>
                    <a:pt x="1038" y="1170"/>
                  </a:cubicBezTo>
                  <a:cubicBezTo>
                    <a:pt x="1354" y="1515"/>
                    <a:pt x="1646" y="1879"/>
                    <a:pt x="1922" y="2260"/>
                  </a:cubicBezTo>
                  <a:cubicBezTo>
                    <a:pt x="2197" y="2633"/>
                    <a:pt x="2453" y="3027"/>
                    <a:pt x="2680" y="3436"/>
                  </a:cubicBezTo>
                  <a:cubicBezTo>
                    <a:pt x="2907" y="3845"/>
                    <a:pt x="3126" y="4263"/>
                    <a:pt x="3320" y="4693"/>
                  </a:cubicBezTo>
                  <a:cubicBezTo>
                    <a:pt x="3340" y="4732"/>
                    <a:pt x="3381" y="4758"/>
                    <a:pt x="3424" y="4758"/>
                  </a:cubicBezTo>
                  <a:cubicBezTo>
                    <a:pt x="3434" y="4758"/>
                    <a:pt x="3444" y="4757"/>
                    <a:pt x="3454" y="4754"/>
                  </a:cubicBezTo>
                  <a:cubicBezTo>
                    <a:pt x="3519" y="4737"/>
                    <a:pt x="3551" y="4672"/>
                    <a:pt x="3531" y="4612"/>
                  </a:cubicBezTo>
                  <a:cubicBezTo>
                    <a:pt x="3381" y="4154"/>
                    <a:pt x="3195" y="3708"/>
                    <a:pt x="2968" y="3278"/>
                  </a:cubicBezTo>
                  <a:cubicBezTo>
                    <a:pt x="2745" y="2852"/>
                    <a:pt x="2489" y="2443"/>
                    <a:pt x="2205" y="2050"/>
                  </a:cubicBezTo>
                  <a:cubicBezTo>
                    <a:pt x="1914" y="1665"/>
                    <a:pt x="1601" y="1296"/>
                    <a:pt x="1261" y="951"/>
                  </a:cubicBezTo>
                  <a:cubicBezTo>
                    <a:pt x="924" y="611"/>
                    <a:pt x="556" y="298"/>
                    <a:pt x="166" y="19"/>
                  </a:cubicBezTo>
                  <a:cubicBezTo>
                    <a:pt x="149" y="6"/>
                    <a:pt x="128" y="0"/>
                    <a:pt x="10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5335;p73"/>
            <p:cNvSpPr/>
            <p:nvPr/>
          </p:nvSpPr>
          <p:spPr>
            <a:xfrm>
              <a:off x="3574565" y="2631389"/>
              <a:ext cx="104196" cy="96792"/>
            </a:xfrm>
            <a:custGeom>
              <a:avLst/>
              <a:gdLst/>
              <a:ahLst/>
              <a:cxnLst/>
              <a:rect l="l" t="t" r="r" b="b"/>
              <a:pathLst>
                <a:path w="6009" h="5582" extrusionOk="0">
                  <a:moveTo>
                    <a:pt x="468" y="1"/>
                  </a:moveTo>
                  <a:cubicBezTo>
                    <a:pt x="358" y="1"/>
                    <a:pt x="248" y="6"/>
                    <a:pt x="139" y="16"/>
                  </a:cubicBezTo>
                  <a:cubicBezTo>
                    <a:pt x="62" y="24"/>
                    <a:pt x="1" y="57"/>
                    <a:pt x="5" y="114"/>
                  </a:cubicBezTo>
                  <a:cubicBezTo>
                    <a:pt x="9" y="170"/>
                    <a:pt x="70" y="211"/>
                    <a:pt x="147" y="211"/>
                  </a:cubicBezTo>
                  <a:cubicBezTo>
                    <a:pt x="173" y="210"/>
                    <a:pt x="200" y="210"/>
                    <a:pt x="226" y="210"/>
                  </a:cubicBezTo>
                  <a:cubicBezTo>
                    <a:pt x="879" y="210"/>
                    <a:pt x="1512" y="401"/>
                    <a:pt x="2085" y="701"/>
                  </a:cubicBezTo>
                  <a:cubicBezTo>
                    <a:pt x="2681" y="1014"/>
                    <a:pt x="3216" y="1435"/>
                    <a:pt x="3658" y="1950"/>
                  </a:cubicBezTo>
                  <a:cubicBezTo>
                    <a:pt x="4112" y="2461"/>
                    <a:pt x="4501" y="3024"/>
                    <a:pt x="4825" y="3624"/>
                  </a:cubicBezTo>
                  <a:cubicBezTo>
                    <a:pt x="5166" y="4224"/>
                    <a:pt x="5461" y="4853"/>
                    <a:pt x="5766" y="5477"/>
                  </a:cubicBezTo>
                  <a:cubicBezTo>
                    <a:pt x="5797" y="5540"/>
                    <a:pt x="5849" y="5582"/>
                    <a:pt x="5902" y="5582"/>
                  </a:cubicBezTo>
                  <a:cubicBezTo>
                    <a:pt x="5911" y="5582"/>
                    <a:pt x="5919" y="5580"/>
                    <a:pt x="5928" y="5578"/>
                  </a:cubicBezTo>
                  <a:cubicBezTo>
                    <a:pt x="5988" y="5558"/>
                    <a:pt x="6009" y="5469"/>
                    <a:pt x="5976" y="5384"/>
                  </a:cubicBezTo>
                  <a:cubicBezTo>
                    <a:pt x="5721" y="4731"/>
                    <a:pt x="5433" y="4090"/>
                    <a:pt x="5113" y="3470"/>
                  </a:cubicBezTo>
                  <a:cubicBezTo>
                    <a:pt x="4784" y="2850"/>
                    <a:pt x="4399" y="2246"/>
                    <a:pt x="3921" y="1715"/>
                  </a:cubicBezTo>
                  <a:cubicBezTo>
                    <a:pt x="3443" y="1180"/>
                    <a:pt x="2867" y="742"/>
                    <a:pt x="2227" y="422"/>
                  </a:cubicBezTo>
                  <a:cubicBezTo>
                    <a:pt x="1681" y="157"/>
                    <a:pt x="1074" y="1"/>
                    <a:pt x="46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5336;p73"/>
            <p:cNvSpPr/>
            <p:nvPr/>
          </p:nvSpPr>
          <p:spPr>
            <a:xfrm>
              <a:off x="3654780" y="2645955"/>
              <a:ext cx="43957" cy="65823"/>
            </a:xfrm>
            <a:custGeom>
              <a:avLst/>
              <a:gdLst/>
              <a:ahLst/>
              <a:cxnLst/>
              <a:rect l="l" t="t" r="r" b="b"/>
              <a:pathLst>
                <a:path w="2535" h="3796" extrusionOk="0">
                  <a:moveTo>
                    <a:pt x="106" y="0"/>
                  </a:moveTo>
                  <a:cubicBezTo>
                    <a:pt x="76" y="0"/>
                    <a:pt x="46" y="15"/>
                    <a:pt x="29" y="44"/>
                  </a:cubicBezTo>
                  <a:cubicBezTo>
                    <a:pt x="0" y="80"/>
                    <a:pt x="4" y="133"/>
                    <a:pt x="37" y="165"/>
                  </a:cubicBezTo>
                  <a:cubicBezTo>
                    <a:pt x="321" y="388"/>
                    <a:pt x="588" y="632"/>
                    <a:pt x="831" y="899"/>
                  </a:cubicBezTo>
                  <a:cubicBezTo>
                    <a:pt x="1079" y="1159"/>
                    <a:pt x="1298" y="1446"/>
                    <a:pt x="1484" y="1751"/>
                  </a:cubicBezTo>
                  <a:cubicBezTo>
                    <a:pt x="1679" y="2051"/>
                    <a:pt x="1845" y="2367"/>
                    <a:pt x="1975" y="2699"/>
                  </a:cubicBezTo>
                  <a:cubicBezTo>
                    <a:pt x="2116" y="3032"/>
                    <a:pt x="2226" y="3376"/>
                    <a:pt x="2299" y="3729"/>
                  </a:cubicBezTo>
                  <a:cubicBezTo>
                    <a:pt x="2320" y="3768"/>
                    <a:pt x="2361" y="3795"/>
                    <a:pt x="2407" y="3795"/>
                  </a:cubicBezTo>
                  <a:cubicBezTo>
                    <a:pt x="2413" y="3795"/>
                    <a:pt x="2419" y="3795"/>
                    <a:pt x="2425" y="3794"/>
                  </a:cubicBezTo>
                  <a:cubicBezTo>
                    <a:pt x="2481" y="3790"/>
                    <a:pt x="2534" y="3745"/>
                    <a:pt x="2530" y="3692"/>
                  </a:cubicBezTo>
                  <a:cubicBezTo>
                    <a:pt x="2493" y="3315"/>
                    <a:pt x="2412" y="2942"/>
                    <a:pt x="2287" y="2582"/>
                  </a:cubicBezTo>
                  <a:cubicBezTo>
                    <a:pt x="2027" y="1860"/>
                    <a:pt x="1606" y="1211"/>
                    <a:pt x="1054" y="676"/>
                  </a:cubicBezTo>
                  <a:cubicBezTo>
                    <a:pt x="779" y="417"/>
                    <a:pt x="475" y="190"/>
                    <a:pt x="142" y="7"/>
                  </a:cubicBezTo>
                  <a:cubicBezTo>
                    <a:pt x="131" y="3"/>
                    <a:pt x="118" y="0"/>
                    <a:pt x="10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5337;p73"/>
            <p:cNvSpPr/>
            <p:nvPr/>
          </p:nvSpPr>
          <p:spPr>
            <a:xfrm>
              <a:off x="3758525" y="2733574"/>
              <a:ext cx="116213" cy="134246"/>
            </a:xfrm>
            <a:custGeom>
              <a:avLst/>
              <a:gdLst/>
              <a:ahLst/>
              <a:cxnLst/>
              <a:rect l="l" t="t" r="r" b="b"/>
              <a:pathLst>
                <a:path w="6702" h="7742" extrusionOk="0">
                  <a:moveTo>
                    <a:pt x="112" y="0"/>
                  </a:moveTo>
                  <a:cubicBezTo>
                    <a:pt x="74" y="0"/>
                    <a:pt x="43" y="13"/>
                    <a:pt x="29" y="38"/>
                  </a:cubicBezTo>
                  <a:cubicBezTo>
                    <a:pt x="1" y="82"/>
                    <a:pt x="49" y="155"/>
                    <a:pt x="135" y="200"/>
                  </a:cubicBezTo>
                  <a:cubicBezTo>
                    <a:pt x="885" y="565"/>
                    <a:pt x="1594" y="1011"/>
                    <a:pt x="2251" y="1522"/>
                  </a:cubicBezTo>
                  <a:cubicBezTo>
                    <a:pt x="3572" y="2543"/>
                    <a:pt x="4667" y="3824"/>
                    <a:pt x="5474" y="5288"/>
                  </a:cubicBezTo>
                  <a:cubicBezTo>
                    <a:pt x="5875" y="6017"/>
                    <a:pt x="6203" y="6787"/>
                    <a:pt x="6455" y="7582"/>
                  </a:cubicBezTo>
                  <a:cubicBezTo>
                    <a:pt x="6481" y="7672"/>
                    <a:pt x="6538" y="7741"/>
                    <a:pt x="6595" y="7741"/>
                  </a:cubicBezTo>
                  <a:cubicBezTo>
                    <a:pt x="6600" y="7741"/>
                    <a:pt x="6604" y="7741"/>
                    <a:pt x="6609" y="7740"/>
                  </a:cubicBezTo>
                  <a:cubicBezTo>
                    <a:pt x="6669" y="7732"/>
                    <a:pt x="6702" y="7635"/>
                    <a:pt x="6669" y="7521"/>
                  </a:cubicBezTo>
                  <a:cubicBezTo>
                    <a:pt x="6467" y="6690"/>
                    <a:pt x="6163" y="5888"/>
                    <a:pt x="5765" y="5129"/>
                  </a:cubicBezTo>
                  <a:cubicBezTo>
                    <a:pt x="4963" y="3605"/>
                    <a:pt x="3828" y="2288"/>
                    <a:pt x="2441" y="1270"/>
                  </a:cubicBezTo>
                  <a:cubicBezTo>
                    <a:pt x="1748" y="763"/>
                    <a:pt x="1002" y="346"/>
                    <a:pt x="212" y="22"/>
                  </a:cubicBezTo>
                  <a:cubicBezTo>
                    <a:pt x="176" y="8"/>
                    <a:pt x="142" y="0"/>
                    <a:pt x="11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5338;p73"/>
            <p:cNvSpPr/>
            <p:nvPr/>
          </p:nvSpPr>
          <p:spPr>
            <a:xfrm>
              <a:off x="3821088" y="2746873"/>
              <a:ext cx="74181" cy="103277"/>
            </a:xfrm>
            <a:custGeom>
              <a:avLst/>
              <a:gdLst/>
              <a:ahLst/>
              <a:cxnLst/>
              <a:rect l="l" t="t" r="r" b="b"/>
              <a:pathLst>
                <a:path w="4278" h="5956" extrusionOk="0">
                  <a:moveTo>
                    <a:pt x="107" y="0"/>
                  </a:moveTo>
                  <a:cubicBezTo>
                    <a:pt x="78" y="0"/>
                    <a:pt x="49" y="13"/>
                    <a:pt x="29" y="37"/>
                  </a:cubicBezTo>
                  <a:cubicBezTo>
                    <a:pt x="1" y="90"/>
                    <a:pt x="17" y="155"/>
                    <a:pt x="70" y="187"/>
                  </a:cubicBezTo>
                  <a:cubicBezTo>
                    <a:pt x="552" y="528"/>
                    <a:pt x="1002" y="905"/>
                    <a:pt x="1420" y="1322"/>
                  </a:cubicBezTo>
                  <a:cubicBezTo>
                    <a:pt x="2251" y="2157"/>
                    <a:pt x="2932" y="3126"/>
                    <a:pt x="3434" y="4192"/>
                  </a:cubicBezTo>
                  <a:cubicBezTo>
                    <a:pt x="3678" y="4727"/>
                    <a:pt x="3884" y="5279"/>
                    <a:pt x="4042" y="5850"/>
                  </a:cubicBezTo>
                  <a:cubicBezTo>
                    <a:pt x="4054" y="5909"/>
                    <a:pt x="4107" y="5956"/>
                    <a:pt x="4169" y="5956"/>
                  </a:cubicBezTo>
                  <a:cubicBezTo>
                    <a:pt x="4171" y="5956"/>
                    <a:pt x="4174" y="5956"/>
                    <a:pt x="4176" y="5956"/>
                  </a:cubicBezTo>
                  <a:cubicBezTo>
                    <a:pt x="4237" y="5952"/>
                    <a:pt x="4278" y="5875"/>
                    <a:pt x="4257" y="5797"/>
                  </a:cubicBezTo>
                  <a:cubicBezTo>
                    <a:pt x="4152" y="5198"/>
                    <a:pt x="3973" y="4614"/>
                    <a:pt x="3730" y="4054"/>
                  </a:cubicBezTo>
                  <a:cubicBezTo>
                    <a:pt x="3487" y="3499"/>
                    <a:pt x="3187" y="2968"/>
                    <a:pt x="2838" y="2469"/>
                  </a:cubicBezTo>
                  <a:cubicBezTo>
                    <a:pt x="2486" y="1975"/>
                    <a:pt x="2080" y="1517"/>
                    <a:pt x="1638" y="1099"/>
                  </a:cubicBezTo>
                  <a:cubicBezTo>
                    <a:pt x="1193" y="690"/>
                    <a:pt x="702" y="329"/>
                    <a:pt x="175" y="25"/>
                  </a:cubicBezTo>
                  <a:cubicBezTo>
                    <a:pt x="155" y="8"/>
                    <a:pt x="131" y="0"/>
                    <a:pt x="10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5339;p73"/>
            <p:cNvSpPr/>
            <p:nvPr/>
          </p:nvSpPr>
          <p:spPr>
            <a:xfrm>
              <a:off x="3740544" y="2561439"/>
              <a:ext cx="552869" cy="759821"/>
            </a:xfrm>
            <a:custGeom>
              <a:avLst/>
              <a:gdLst/>
              <a:ahLst/>
              <a:cxnLst/>
              <a:rect l="l" t="t" r="r" b="b"/>
              <a:pathLst>
                <a:path w="31884" h="43819" extrusionOk="0">
                  <a:moveTo>
                    <a:pt x="0" y="1"/>
                  </a:moveTo>
                  <a:lnTo>
                    <a:pt x="0" y="1"/>
                  </a:lnTo>
                  <a:cubicBezTo>
                    <a:pt x="11590" y="3000"/>
                    <a:pt x="19921" y="10216"/>
                    <a:pt x="24809" y="21526"/>
                  </a:cubicBezTo>
                  <a:cubicBezTo>
                    <a:pt x="28859" y="30883"/>
                    <a:pt x="29094" y="40089"/>
                    <a:pt x="29094" y="42120"/>
                  </a:cubicBezTo>
                  <a:cubicBezTo>
                    <a:pt x="29094" y="42379"/>
                    <a:pt x="29090" y="42525"/>
                    <a:pt x="29090" y="42537"/>
                  </a:cubicBezTo>
                  <a:cubicBezTo>
                    <a:pt x="29070" y="43222"/>
                    <a:pt x="29609" y="43798"/>
                    <a:pt x="30298" y="43818"/>
                  </a:cubicBezTo>
                  <a:lnTo>
                    <a:pt x="30339" y="43818"/>
                  </a:lnTo>
                  <a:cubicBezTo>
                    <a:pt x="31008" y="43818"/>
                    <a:pt x="31555" y="43287"/>
                    <a:pt x="31579" y="42618"/>
                  </a:cubicBezTo>
                  <a:cubicBezTo>
                    <a:pt x="31596" y="42172"/>
                    <a:pt x="31883" y="31673"/>
                    <a:pt x="27128" y="20622"/>
                  </a:cubicBezTo>
                  <a:cubicBezTo>
                    <a:pt x="24197" y="13816"/>
                    <a:pt x="18915" y="5992"/>
                    <a:pt x="9441" y="1006"/>
                  </a:cubicBezTo>
                  <a:lnTo>
                    <a:pt x="9433" y="1006"/>
                  </a:lnTo>
                  <a:cubicBezTo>
                    <a:pt x="6608" y="430"/>
                    <a:pt x="3474" y="78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5340;p73"/>
            <p:cNvSpPr/>
            <p:nvPr/>
          </p:nvSpPr>
          <p:spPr>
            <a:xfrm>
              <a:off x="3687743" y="2554209"/>
              <a:ext cx="611634" cy="773225"/>
            </a:xfrm>
            <a:custGeom>
              <a:avLst/>
              <a:gdLst/>
              <a:ahLst/>
              <a:cxnLst/>
              <a:rect l="l" t="t" r="r" b="b"/>
              <a:pathLst>
                <a:path w="35273" h="44592" extrusionOk="0">
                  <a:moveTo>
                    <a:pt x="5944" y="912"/>
                  </a:moveTo>
                  <a:lnTo>
                    <a:pt x="5944" y="912"/>
                  </a:lnTo>
                  <a:cubicBezTo>
                    <a:pt x="8100" y="1054"/>
                    <a:pt x="10249" y="1338"/>
                    <a:pt x="12369" y="1763"/>
                  </a:cubicBezTo>
                  <a:cubicBezTo>
                    <a:pt x="20197" y="5898"/>
                    <a:pt x="26075" y="12429"/>
                    <a:pt x="29845" y="21181"/>
                  </a:cubicBezTo>
                  <a:cubicBezTo>
                    <a:pt x="34559" y="32131"/>
                    <a:pt x="34284" y="42585"/>
                    <a:pt x="34272" y="43023"/>
                  </a:cubicBezTo>
                  <a:cubicBezTo>
                    <a:pt x="34255" y="43506"/>
                    <a:pt x="33862" y="43883"/>
                    <a:pt x="33384" y="43883"/>
                  </a:cubicBezTo>
                  <a:lnTo>
                    <a:pt x="33360" y="43883"/>
                  </a:lnTo>
                  <a:cubicBezTo>
                    <a:pt x="32861" y="43858"/>
                    <a:pt x="32476" y="43441"/>
                    <a:pt x="32492" y="42942"/>
                  </a:cubicBezTo>
                  <a:cubicBezTo>
                    <a:pt x="32496" y="42893"/>
                    <a:pt x="32496" y="42756"/>
                    <a:pt x="32496" y="42537"/>
                  </a:cubicBezTo>
                  <a:cubicBezTo>
                    <a:pt x="32496" y="40741"/>
                    <a:pt x="32289" y="31295"/>
                    <a:pt x="28183" y="21801"/>
                  </a:cubicBezTo>
                  <a:cubicBezTo>
                    <a:pt x="23659" y="11351"/>
                    <a:pt x="16188" y="4330"/>
                    <a:pt x="5944" y="912"/>
                  </a:cubicBezTo>
                  <a:close/>
                  <a:moveTo>
                    <a:pt x="1" y="0"/>
                  </a:moveTo>
                  <a:lnTo>
                    <a:pt x="2952" y="766"/>
                  </a:lnTo>
                  <a:cubicBezTo>
                    <a:pt x="14424" y="3734"/>
                    <a:pt x="22694" y="10909"/>
                    <a:pt x="27530" y="22089"/>
                  </a:cubicBezTo>
                  <a:cubicBezTo>
                    <a:pt x="31580" y="31450"/>
                    <a:pt x="31787" y="40765"/>
                    <a:pt x="31787" y="42537"/>
                  </a:cubicBezTo>
                  <a:cubicBezTo>
                    <a:pt x="31787" y="42752"/>
                    <a:pt x="31783" y="42885"/>
                    <a:pt x="31783" y="42942"/>
                  </a:cubicBezTo>
                  <a:cubicBezTo>
                    <a:pt x="31762" y="43830"/>
                    <a:pt x="32460" y="44564"/>
                    <a:pt x="33343" y="44592"/>
                  </a:cubicBezTo>
                  <a:lnTo>
                    <a:pt x="33384" y="44592"/>
                  </a:lnTo>
                  <a:cubicBezTo>
                    <a:pt x="33386" y="44592"/>
                    <a:pt x="33389" y="44592"/>
                    <a:pt x="33391" y="44592"/>
                  </a:cubicBezTo>
                  <a:cubicBezTo>
                    <a:pt x="34251" y="44592"/>
                    <a:pt x="34953" y="43904"/>
                    <a:pt x="34977" y="43043"/>
                  </a:cubicBezTo>
                  <a:cubicBezTo>
                    <a:pt x="34993" y="42602"/>
                    <a:pt x="35273" y="31989"/>
                    <a:pt x="30498" y="20897"/>
                  </a:cubicBezTo>
                  <a:cubicBezTo>
                    <a:pt x="26663" y="11995"/>
                    <a:pt x="20679" y="5343"/>
                    <a:pt x="12701" y="1135"/>
                  </a:cubicBezTo>
                  <a:lnTo>
                    <a:pt x="12636" y="1070"/>
                  </a:lnTo>
                  <a:lnTo>
                    <a:pt x="12507" y="1070"/>
                  </a:lnTo>
                  <a:cubicBezTo>
                    <a:pt x="9608" y="474"/>
                    <a:pt x="6426" y="142"/>
                    <a:pt x="3049" y="6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5341;p73"/>
            <p:cNvSpPr/>
            <p:nvPr/>
          </p:nvSpPr>
          <p:spPr>
            <a:xfrm>
              <a:off x="3844306" y="2582091"/>
              <a:ext cx="87723" cy="24918"/>
            </a:xfrm>
            <a:custGeom>
              <a:avLst/>
              <a:gdLst/>
              <a:ahLst/>
              <a:cxnLst/>
              <a:rect l="l" t="t" r="r" b="b"/>
              <a:pathLst>
                <a:path w="5059" h="1437" extrusionOk="0">
                  <a:moveTo>
                    <a:pt x="3645" y="0"/>
                  </a:moveTo>
                  <a:cubicBezTo>
                    <a:pt x="2029" y="0"/>
                    <a:pt x="434" y="720"/>
                    <a:pt x="352" y="759"/>
                  </a:cubicBezTo>
                  <a:cubicBezTo>
                    <a:pt x="1" y="913"/>
                    <a:pt x="112" y="1436"/>
                    <a:pt x="494" y="1436"/>
                  </a:cubicBezTo>
                  <a:cubicBezTo>
                    <a:pt x="495" y="1436"/>
                    <a:pt x="497" y="1436"/>
                    <a:pt x="498" y="1436"/>
                  </a:cubicBezTo>
                  <a:cubicBezTo>
                    <a:pt x="547" y="1436"/>
                    <a:pt x="599" y="1424"/>
                    <a:pt x="644" y="1404"/>
                  </a:cubicBezTo>
                  <a:cubicBezTo>
                    <a:pt x="664" y="1397"/>
                    <a:pt x="2179" y="711"/>
                    <a:pt x="3640" y="711"/>
                  </a:cubicBezTo>
                  <a:cubicBezTo>
                    <a:pt x="3960" y="711"/>
                    <a:pt x="4278" y="744"/>
                    <a:pt x="4576" y="824"/>
                  </a:cubicBezTo>
                  <a:cubicBezTo>
                    <a:pt x="4606" y="832"/>
                    <a:pt x="4636" y="836"/>
                    <a:pt x="4665" y="836"/>
                  </a:cubicBezTo>
                  <a:cubicBezTo>
                    <a:pt x="4824" y="836"/>
                    <a:pt x="4969" y="730"/>
                    <a:pt x="5010" y="569"/>
                  </a:cubicBezTo>
                  <a:cubicBezTo>
                    <a:pt x="5059" y="378"/>
                    <a:pt x="4945" y="188"/>
                    <a:pt x="4759" y="135"/>
                  </a:cubicBezTo>
                  <a:cubicBezTo>
                    <a:pt x="4399" y="39"/>
                    <a:pt x="4021" y="0"/>
                    <a:pt x="364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5342;p73"/>
            <p:cNvSpPr/>
            <p:nvPr/>
          </p:nvSpPr>
          <p:spPr>
            <a:xfrm>
              <a:off x="3934717" y="2629117"/>
              <a:ext cx="64730" cy="28230"/>
            </a:xfrm>
            <a:custGeom>
              <a:avLst/>
              <a:gdLst/>
              <a:ahLst/>
              <a:cxnLst/>
              <a:rect l="l" t="t" r="r" b="b"/>
              <a:pathLst>
                <a:path w="3733" h="1628" extrusionOk="0">
                  <a:moveTo>
                    <a:pt x="3315" y="1"/>
                  </a:moveTo>
                  <a:cubicBezTo>
                    <a:pt x="1856" y="1"/>
                    <a:pt x="367" y="934"/>
                    <a:pt x="299" y="974"/>
                  </a:cubicBezTo>
                  <a:cubicBezTo>
                    <a:pt x="0" y="1164"/>
                    <a:pt x="135" y="1627"/>
                    <a:pt x="489" y="1627"/>
                  </a:cubicBezTo>
                  <a:cubicBezTo>
                    <a:pt x="490" y="1627"/>
                    <a:pt x="492" y="1627"/>
                    <a:pt x="493" y="1627"/>
                  </a:cubicBezTo>
                  <a:cubicBezTo>
                    <a:pt x="562" y="1627"/>
                    <a:pt x="627" y="1607"/>
                    <a:pt x="684" y="1570"/>
                  </a:cubicBezTo>
                  <a:cubicBezTo>
                    <a:pt x="696" y="1562"/>
                    <a:pt x="2050" y="711"/>
                    <a:pt x="3327" y="711"/>
                  </a:cubicBezTo>
                  <a:lnTo>
                    <a:pt x="3376" y="711"/>
                  </a:lnTo>
                  <a:cubicBezTo>
                    <a:pt x="3570" y="711"/>
                    <a:pt x="3732" y="553"/>
                    <a:pt x="3732" y="358"/>
                  </a:cubicBezTo>
                  <a:cubicBezTo>
                    <a:pt x="3732" y="164"/>
                    <a:pt x="3578" y="1"/>
                    <a:pt x="3380" y="1"/>
                  </a:cubicBezTo>
                  <a:cubicBezTo>
                    <a:pt x="3358" y="1"/>
                    <a:pt x="3337" y="1"/>
                    <a:pt x="331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5343;p73"/>
            <p:cNvSpPr/>
            <p:nvPr/>
          </p:nvSpPr>
          <p:spPr>
            <a:xfrm>
              <a:off x="3995216" y="2673265"/>
              <a:ext cx="57586" cy="30466"/>
            </a:xfrm>
            <a:custGeom>
              <a:avLst/>
              <a:gdLst/>
              <a:ahLst/>
              <a:cxnLst/>
              <a:rect l="l" t="t" r="r" b="b"/>
              <a:pathLst>
                <a:path w="3321" h="1757" extrusionOk="0">
                  <a:moveTo>
                    <a:pt x="2698" y="0"/>
                  </a:moveTo>
                  <a:cubicBezTo>
                    <a:pt x="1308" y="0"/>
                    <a:pt x="249" y="1107"/>
                    <a:pt x="203" y="1161"/>
                  </a:cubicBezTo>
                  <a:cubicBezTo>
                    <a:pt x="0" y="1388"/>
                    <a:pt x="154" y="1748"/>
                    <a:pt x="458" y="1757"/>
                  </a:cubicBezTo>
                  <a:cubicBezTo>
                    <a:pt x="555" y="1757"/>
                    <a:pt x="649" y="1716"/>
                    <a:pt x="718" y="1647"/>
                  </a:cubicBezTo>
                  <a:cubicBezTo>
                    <a:pt x="729" y="1636"/>
                    <a:pt x="1612" y="709"/>
                    <a:pt x="2699" y="709"/>
                  </a:cubicBezTo>
                  <a:cubicBezTo>
                    <a:pt x="2761" y="709"/>
                    <a:pt x="2823" y="712"/>
                    <a:pt x="2886" y="719"/>
                  </a:cubicBezTo>
                  <a:cubicBezTo>
                    <a:pt x="2906" y="722"/>
                    <a:pt x="2925" y="723"/>
                    <a:pt x="2944" y="723"/>
                  </a:cubicBezTo>
                  <a:cubicBezTo>
                    <a:pt x="3123" y="723"/>
                    <a:pt x="3278" y="589"/>
                    <a:pt x="3296" y="403"/>
                  </a:cubicBezTo>
                  <a:cubicBezTo>
                    <a:pt x="3320" y="200"/>
                    <a:pt x="3162" y="21"/>
                    <a:pt x="2959" y="13"/>
                  </a:cubicBezTo>
                  <a:cubicBezTo>
                    <a:pt x="2871" y="4"/>
                    <a:pt x="2784" y="0"/>
                    <a:pt x="269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5344;p73"/>
            <p:cNvSpPr/>
            <p:nvPr/>
          </p:nvSpPr>
          <p:spPr>
            <a:xfrm>
              <a:off x="4046942" y="2722008"/>
              <a:ext cx="52107" cy="32200"/>
            </a:xfrm>
            <a:custGeom>
              <a:avLst/>
              <a:gdLst/>
              <a:ahLst/>
              <a:cxnLst/>
              <a:rect l="l" t="t" r="r" b="b"/>
              <a:pathLst>
                <a:path w="3005" h="1857" extrusionOk="0">
                  <a:moveTo>
                    <a:pt x="2578" y="1"/>
                  </a:moveTo>
                  <a:cubicBezTo>
                    <a:pt x="1586" y="1"/>
                    <a:pt x="305" y="1106"/>
                    <a:pt x="163" y="1232"/>
                  </a:cubicBezTo>
                  <a:cubicBezTo>
                    <a:pt x="13" y="1362"/>
                    <a:pt x="1" y="1589"/>
                    <a:pt x="130" y="1735"/>
                  </a:cubicBezTo>
                  <a:cubicBezTo>
                    <a:pt x="199" y="1812"/>
                    <a:pt x="293" y="1856"/>
                    <a:pt x="394" y="1856"/>
                  </a:cubicBezTo>
                  <a:cubicBezTo>
                    <a:pt x="483" y="1856"/>
                    <a:pt x="568" y="1824"/>
                    <a:pt x="633" y="1763"/>
                  </a:cubicBezTo>
                  <a:cubicBezTo>
                    <a:pt x="1097" y="1350"/>
                    <a:pt x="2020" y="711"/>
                    <a:pt x="2563" y="711"/>
                  </a:cubicBezTo>
                  <a:cubicBezTo>
                    <a:pt x="2580" y="711"/>
                    <a:pt x="2596" y="712"/>
                    <a:pt x="2611" y="713"/>
                  </a:cubicBezTo>
                  <a:cubicBezTo>
                    <a:pt x="2621" y="714"/>
                    <a:pt x="2631" y="714"/>
                    <a:pt x="2641" y="714"/>
                  </a:cubicBezTo>
                  <a:cubicBezTo>
                    <a:pt x="2823" y="714"/>
                    <a:pt x="2977" y="573"/>
                    <a:pt x="2988" y="385"/>
                  </a:cubicBezTo>
                  <a:cubicBezTo>
                    <a:pt x="3005" y="190"/>
                    <a:pt x="2855" y="20"/>
                    <a:pt x="2660" y="4"/>
                  </a:cubicBezTo>
                  <a:cubicBezTo>
                    <a:pt x="2633" y="2"/>
                    <a:pt x="2606" y="1"/>
                    <a:pt x="257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5345;p73"/>
            <p:cNvSpPr/>
            <p:nvPr/>
          </p:nvSpPr>
          <p:spPr>
            <a:xfrm>
              <a:off x="4098476" y="2789062"/>
              <a:ext cx="52245" cy="31854"/>
            </a:xfrm>
            <a:custGeom>
              <a:avLst/>
              <a:gdLst/>
              <a:ahLst/>
              <a:cxnLst/>
              <a:rect l="l" t="t" r="r" b="b"/>
              <a:pathLst>
                <a:path w="3013" h="1837" extrusionOk="0">
                  <a:moveTo>
                    <a:pt x="2613" y="1"/>
                  </a:moveTo>
                  <a:cubicBezTo>
                    <a:pt x="2539" y="1"/>
                    <a:pt x="2463" y="24"/>
                    <a:pt x="2400" y="73"/>
                  </a:cubicBezTo>
                  <a:cubicBezTo>
                    <a:pt x="1711" y="592"/>
                    <a:pt x="292" y="1139"/>
                    <a:pt x="280" y="1147"/>
                  </a:cubicBezTo>
                  <a:cubicBezTo>
                    <a:pt x="93" y="1212"/>
                    <a:pt x="0" y="1423"/>
                    <a:pt x="73" y="1605"/>
                  </a:cubicBezTo>
                  <a:cubicBezTo>
                    <a:pt x="126" y="1743"/>
                    <a:pt x="260" y="1832"/>
                    <a:pt x="410" y="1836"/>
                  </a:cubicBezTo>
                  <a:cubicBezTo>
                    <a:pt x="450" y="1832"/>
                    <a:pt x="495" y="1824"/>
                    <a:pt x="535" y="1808"/>
                  </a:cubicBezTo>
                  <a:cubicBezTo>
                    <a:pt x="596" y="1784"/>
                    <a:pt x="2059" y="1220"/>
                    <a:pt x="2826" y="640"/>
                  </a:cubicBezTo>
                  <a:cubicBezTo>
                    <a:pt x="2980" y="523"/>
                    <a:pt x="3012" y="300"/>
                    <a:pt x="2895" y="142"/>
                  </a:cubicBezTo>
                  <a:cubicBezTo>
                    <a:pt x="2825" y="49"/>
                    <a:pt x="2720" y="1"/>
                    <a:pt x="261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5346;p73"/>
            <p:cNvSpPr/>
            <p:nvPr/>
          </p:nvSpPr>
          <p:spPr>
            <a:xfrm>
              <a:off x="4143179" y="2869970"/>
              <a:ext cx="54638" cy="30085"/>
            </a:xfrm>
            <a:custGeom>
              <a:avLst/>
              <a:gdLst/>
              <a:ahLst/>
              <a:cxnLst/>
              <a:rect l="l" t="t" r="r" b="b"/>
              <a:pathLst>
                <a:path w="3151" h="1735" extrusionOk="0">
                  <a:moveTo>
                    <a:pt x="2757" y="0"/>
                  </a:moveTo>
                  <a:cubicBezTo>
                    <a:pt x="2671" y="0"/>
                    <a:pt x="2585" y="32"/>
                    <a:pt x="2518" y="97"/>
                  </a:cubicBezTo>
                  <a:cubicBezTo>
                    <a:pt x="1764" y="786"/>
                    <a:pt x="446" y="1025"/>
                    <a:pt x="430" y="1029"/>
                  </a:cubicBezTo>
                  <a:cubicBezTo>
                    <a:pt x="0" y="1102"/>
                    <a:pt x="53" y="1735"/>
                    <a:pt x="491" y="1735"/>
                  </a:cubicBezTo>
                  <a:lnTo>
                    <a:pt x="556" y="1731"/>
                  </a:lnTo>
                  <a:cubicBezTo>
                    <a:pt x="617" y="1719"/>
                    <a:pt x="2088" y="1451"/>
                    <a:pt x="2992" y="620"/>
                  </a:cubicBezTo>
                  <a:cubicBezTo>
                    <a:pt x="3138" y="486"/>
                    <a:pt x="3150" y="263"/>
                    <a:pt x="3020" y="117"/>
                  </a:cubicBezTo>
                  <a:cubicBezTo>
                    <a:pt x="2950" y="40"/>
                    <a:pt x="2853" y="0"/>
                    <a:pt x="275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5347;p73"/>
            <p:cNvSpPr/>
            <p:nvPr/>
          </p:nvSpPr>
          <p:spPr>
            <a:xfrm>
              <a:off x="4169535" y="2930729"/>
              <a:ext cx="55835" cy="26270"/>
            </a:xfrm>
            <a:custGeom>
              <a:avLst/>
              <a:gdLst/>
              <a:ahLst/>
              <a:cxnLst/>
              <a:rect l="l" t="t" r="r" b="b"/>
              <a:pathLst>
                <a:path w="3220" h="1515" extrusionOk="0">
                  <a:moveTo>
                    <a:pt x="2820" y="1"/>
                  </a:moveTo>
                  <a:cubicBezTo>
                    <a:pt x="2746" y="1"/>
                    <a:pt x="2671" y="24"/>
                    <a:pt x="2607" y="71"/>
                  </a:cubicBezTo>
                  <a:cubicBezTo>
                    <a:pt x="1841" y="627"/>
                    <a:pt x="430" y="805"/>
                    <a:pt x="418" y="809"/>
                  </a:cubicBezTo>
                  <a:cubicBezTo>
                    <a:pt x="1" y="878"/>
                    <a:pt x="33" y="1494"/>
                    <a:pt x="459" y="1514"/>
                  </a:cubicBezTo>
                  <a:lnTo>
                    <a:pt x="503" y="1514"/>
                  </a:lnTo>
                  <a:cubicBezTo>
                    <a:pt x="572" y="1502"/>
                    <a:pt x="2113" y="1312"/>
                    <a:pt x="3029" y="643"/>
                  </a:cubicBezTo>
                  <a:cubicBezTo>
                    <a:pt x="3187" y="525"/>
                    <a:pt x="3219" y="302"/>
                    <a:pt x="3106" y="144"/>
                  </a:cubicBezTo>
                  <a:cubicBezTo>
                    <a:pt x="3036" y="50"/>
                    <a:pt x="2929" y="1"/>
                    <a:pt x="282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5348;p73"/>
            <p:cNvSpPr/>
            <p:nvPr/>
          </p:nvSpPr>
          <p:spPr>
            <a:xfrm>
              <a:off x="4193569" y="2995477"/>
              <a:ext cx="55141" cy="24085"/>
            </a:xfrm>
            <a:custGeom>
              <a:avLst/>
              <a:gdLst/>
              <a:ahLst/>
              <a:cxnLst/>
              <a:rect l="l" t="t" r="r" b="b"/>
              <a:pathLst>
                <a:path w="3180" h="1389" extrusionOk="0">
                  <a:moveTo>
                    <a:pt x="2774" y="0"/>
                  </a:moveTo>
                  <a:cubicBezTo>
                    <a:pt x="2715" y="0"/>
                    <a:pt x="2655" y="15"/>
                    <a:pt x="2599" y="46"/>
                  </a:cubicBezTo>
                  <a:cubicBezTo>
                    <a:pt x="1886" y="452"/>
                    <a:pt x="341" y="679"/>
                    <a:pt x="325" y="679"/>
                  </a:cubicBezTo>
                  <a:cubicBezTo>
                    <a:pt x="131" y="707"/>
                    <a:pt x="1" y="890"/>
                    <a:pt x="25" y="1084"/>
                  </a:cubicBezTo>
                  <a:cubicBezTo>
                    <a:pt x="50" y="1259"/>
                    <a:pt x="200" y="1388"/>
                    <a:pt x="378" y="1388"/>
                  </a:cubicBezTo>
                  <a:lnTo>
                    <a:pt x="427" y="1384"/>
                  </a:lnTo>
                  <a:cubicBezTo>
                    <a:pt x="500" y="1372"/>
                    <a:pt x="2121" y="1133"/>
                    <a:pt x="2952" y="663"/>
                  </a:cubicBezTo>
                  <a:cubicBezTo>
                    <a:pt x="3122" y="565"/>
                    <a:pt x="3179" y="351"/>
                    <a:pt x="3086" y="180"/>
                  </a:cubicBezTo>
                  <a:cubicBezTo>
                    <a:pt x="3020" y="65"/>
                    <a:pt x="2899" y="0"/>
                    <a:pt x="277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5349;p73"/>
            <p:cNvSpPr/>
            <p:nvPr/>
          </p:nvSpPr>
          <p:spPr>
            <a:xfrm>
              <a:off x="4214377" y="3070212"/>
              <a:ext cx="54777" cy="26045"/>
            </a:xfrm>
            <a:custGeom>
              <a:avLst/>
              <a:gdLst/>
              <a:ahLst/>
              <a:cxnLst/>
              <a:rect l="l" t="t" r="r" b="b"/>
              <a:pathLst>
                <a:path w="3159" h="1502" extrusionOk="0">
                  <a:moveTo>
                    <a:pt x="2757" y="1"/>
                  </a:moveTo>
                  <a:cubicBezTo>
                    <a:pt x="2679" y="1"/>
                    <a:pt x="2600" y="26"/>
                    <a:pt x="2535" y="78"/>
                  </a:cubicBezTo>
                  <a:cubicBezTo>
                    <a:pt x="1764" y="686"/>
                    <a:pt x="366" y="792"/>
                    <a:pt x="354" y="792"/>
                  </a:cubicBezTo>
                  <a:cubicBezTo>
                    <a:pt x="155" y="800"/>
                    <a:pt x="1" y="962"/>
                    <a:pt x="9" y="1160"/>
                  </a:cubicBezTo>
                  <a:cubicBezTo>
                    <a:pt x="17" y="1350"/>
                    <a:pt x="171" y="1501"/>
                    <a:pt x="363" y="1501"/>
                  </a:cubicBezTo>
                  <a:cubicBezTo>
                    <a:pt x="368" y="1501"/>
                    <a:pt x="373" y="1501"/>
                    <a:pt x="378" y="1501"/>
                  </a:cubicBezTo>
                  <a:lnTo>
                    <a:pt x="402" y="1501"/>
                  </a:lnTo>
                  <a:cubicBezTo>
                    <a:pt x="467" y="1497"/>
                    <a:pt x="2036" y="1379"/>
                    <a:pt x="2976" y="633"/>
                  </a:cubicBezTo>
                  <a:cubicBezTo>
                    <a:pt x="3135" y="512"/>
                    <a:pt x="3159" y="289"/>
                    <a:pt x="3037" y="135"/>
                  </a:cubicBezTo>
                  <a:cubicBezTo>
                    <a:pt x="2965" y="47"/>
                    <a:pt x="2861" y="1"/>
                    <a:pt x="275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5350;p73"/>
            <p:cNvSpPr/>
            <p:nvPr/>
          </p:nvSpPr>
          <p:spPr>
            <a:xfrm>
              <a:off x="4226757" y="3139191"/>
              <a:ext cx="56043" cy="21658"/>
            </a:xfrm>
            <a:custGeom>
              <a:avLst/>
              <a:gdLst/>
              <a:ahLst/>
              <a:cxnLst/>
              <a:rect l="l" t="t" r="r" b="b"/>
              <a:pathLst>
                <a:path w="3232" h="1249" extrusionOk="0">
                  <a:moveTo>
                    <a:pt x="2823" y="1"/>
                  </a:moveTo>
                  <a:cubicBezTo>
                    <a:pt x="2756" y="1"/>
                    <a:pt x="2688" y="20"/>
                    <a:pt x="2627" y="61"/>
                  </a:cubicBezTo>
                  <a:cubicBezTo>
                    <a:pt x="2015" y="477"/>
                    <a:pt x="1153" y="537"/>
                    <a:pt x="704" y="537"/>
                  </a:cubicBezTo>
                  <a:cubicBezTo>
                    <a:pt x="523" y="537"/>
                    <a:pt x="409" y="527"/>
                    <a:pt x="406" y="527"/>
                  </a:cubicBezTo>
                  <a:cubicBezTo>
                    <a:pt x="394" y="526"/>
                    <a:pt x="382" y="525"/>
                    <a:pt x="370" y="525"/>
                  </a:cubicBezTo>
                  <a:cubicBezTo>
                    <a:pt x="190" y="525"/>
                    <a:pt x="36" y="665"/>
                    <a:pt x="21" y="847"/>
                  </a:cubicBezTo>
                  <a:cubicBezTo>
                    <a:pt x="0" y="1042"/>
                    <a:pt x="146" y="1220"/>
                    <a:pt x="341" y="1236"/>
                  </a:cubicBezTo>
                  <a:cubicBezTo>
                    <a:pt x="357" y="1236"/>
                    <a:pt x="495" y="1248"/>
                    <a:pt x="702" y="1248"/>
                  </a:cubicBezTo>
                  <a:cubicBezTo>
                    <a:pt x="1237" y="1248"/>
                    <a:pt x="2250" y="1171"/>
                    <a:pt x="3020" y="648"/>
                  </a:cubicBezTo>
                  <a:cubicBezTo>
                    <a:pt x="3187" y="543"/>
                    <a:pt x="3231" y="320"/>
                    <a:pt x="3118" y="158"/>
                  </a:cubicBezTo>
                  <a:cubicBezTo>
                    <a:pt x="3049" y="56"/>
                    <a:pt x="2937" y="1"/>
                    <a:pt x="282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5351;p73"/>
            <p:cNvSpPr/>
            <p:nvPr/>
          </p:nvSpPr>
          <p:spPr>
            <a:xfrm>
              <a:off x="4234838" y="3203210"/>
              <a:ext cx="56251" cy="19993"/>
            </a:xfrm>
            <a:custGeom>
              <a:avLst/>
              <a:gdLst/>
              <a:ahLst/>
              <a:cxnLst/>
              <a:rect l="l" t="t" r="r" b="b"/>
              <a:pathLst>
                <a:path w="3244" h="1153" extrusionOk="0">
                  <a:moveTo>
                    <a:pt x="2836" y="1"/>
                  </a:moveTo>
                  <a:cubicBezTo>
                    <a:pt x="2770" y="1"/>
                    <a:pt x="2703" y="19"/>
                    <a:pt x="2644" y="58"/>
                  </a:cubicBezTo>
                  <a:cubicBezTo>
                    <a:pt x="2163" y="371"/>
                    <a:pt x="1556" y="442"/>
                    <a:pt x="1103" y="442"/>
                  </a:cubicBezTo>
                  <a:cubicBezTo>
                    <a:pt x="730" y="442"/>
                    <a:pt x="462" y="394"/>
                    <a:pt x="455" y="394"/>
                  </a:cubicBezTo>
                  <a:cubicBezTo>
                    <a:pt x="430" y="389"/>
                    <a:pt x="405" y="387"/>
                    <a:pt x="381" y="387"/>
                  </a:cubicBezTo>
                  <a:cubicBezTo>
                    <a:pt x="215" y="387"/>
                    <a:pt x="69" y="504"/>
                    <a:pt x="37" y="674"/>
                  </a:cubicBezTo>
                  <a:cubicBezTo>
                    <a:pt x="1" y="864"/>
                    <a:pt x="126" y="1051"/>
                    <a:pt x="317" y="1087"/>
                  </a:cubicBezTo>
                  <a:cubicBezTo>
                    <a:pt x="576" y="1132"/>
                    <a:pt x="844" y="1152"/>
                    <a:pt x="1107" y="1152"/>
                  </a:cubicBezTo>
                  <a:cubicBezTo>
                    <a:pt x="1659" y="1152"/>
                    <a:pt x="2409" y="1063"/>
                    <a:pt x="3033" y="649"/>
                  </a:cubicBezTo>
                  <a:cubicBezTo>
                    <a:pt x="3195" y="544"/>
                    <a:pt x="3244" y="325"/>
                    <a:pt x="3134" y="159"/>
                  </a:cubicBezTo>
                  <a:cubicBezTo>
                    <a:pt x="3065" y="56"/>
                    <a:pt x="2951" y="1"/>
                    <a:pt x="283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5352;p73"/>
            <p:cNvSpPr/>
            <p:nvPr/>
          </p:nvSpPr>
          <p:spPr>
            <a:xfrm>
              <a:off x="4237647" y="3259964"/>
              <a:ext cx="57239" cy="19681"/>
            </a:xfrm>
            <a:custGeom>
              <a:avLst/>
              <a:gdLst/>
              <a:ahLst/>
              <a:cxnLst/>
              <a:rect l="l" t="t" r="r" b="b"/>
              <a:pathLst>
                <a:path w="3301" h="1135" extrusionOk="0">
                  <a:moveTo>
                    <a:pt x="2895" y="0"/>
                  </a:moveTo>
                  <a:cubicBezTo>
                    <a:pt x="2828" y="0"/>
                    <a:pt x="2760" y="20"/>
                    <a:pt x="2701" y="60"/>
                  </a:cubicBezTo>
                  <a:cubicBezTo>
                    <a:pt x="2266" y="342"/>
                    <a:pt x="1802" y="421"/>
                    <a:pt x="1415" y="421"/>
                  </a:cubicBezTo>
                  <a:cubicBezTo>
                    <a:pt x="910" y="421"/>
                    <a:pt x="536" y="285"/>
                    <a:pt x="532" y="283"/>
                  </a:cubicBezTo>
                  <a:cubicBezTo>
                    <a:pt x="491" y="269"/>
                    <a:pt x="449" y="262"/>
                    <a:pt x="408" y="262"/>
                  </a:cubicBezTo>
                  <a:cubicBezTo>
                    <a:pt x="263" y="262"/>
                    <a:pt x="127" y="348"/>
                    <a:pt x="74" y="490"/>
                  </a:cubicBezTo>
                  <a:cubicBezTo>
                    <a:pt x="1" y="672"/>
                    <a:pt x="98" y="879"/>
                    <a:pt x="280" y="948"/>
                  </a:cubicBezTo>
                  <a:cubicBezTo>
                    <a:pt x="635" y="1070"/>
                    <a:pt x="1008" y="1135"/>
                    <a:pt x="1381" y="1135"/>
                  </a:cubicBezTo>
                  <a:cubicBezTo>
                    <a:pt x="1393" y="1135"/>
                    <a:pt x="1404" y="1134"/>
                    <a:pt x="1415" y="1134"/>
                  </a:cubicBezTo>
                  <a:cubicBezTo>
                    <a:pt x="1423" y="1134"/>
                    <a:pt x="1430" y="1134"/>
                    <a:pt x="1437" y="1134"/>
                  </a:cubicBezTo>
                  <a:cubicBezTo>
                    <a:pt x="2021" y="1134"/>
                    <a:pt x="2597" y="968"/>
                    <a:pt x="3090" y="652"/>
                  </a:cubicBezTo>
                  <a:cubicBezTo>
                    <a:pt x="3256" y="547"/>
                    <a:pt x="3301" y="324"/>
                    <a:pt x="3191" y="161"/>
                  </a:cubicBezTo>
                  <a:cubicBezTo>
                    <a:pt x="3122" y="57"/>
                    <a:pt x="3010" y="0"/>
                    <a:pt x="289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5353;p73"/>
            <p:cNvSpPr/>
            <p:nvPr/>
          </p:nvSpPr>
          <p:spPr>
            <a:xfrm>
              <a:off x="4215018" y="3291193"/>
              <a:ext cx="113958" cy="155418"/>
            </a:xfrm>
            <a:custGeom>
              <a:avLst/>
              <a:gdLst/>
              <a:ahLst/>
              <a:cxnLst/>
              <a:rect l="l" t="t" r="r" b="b"/>
              <a:pathLst>
                <a:path w="6572" h="8963" extrusionOk="0">
                  <a:moveTo>
                    <a:pt x="3265" y="4784"/>
                  </a:moveTo>
                  <a:cubicBezTo>
                    <a:pt x="4614" y="4784"/>
                    <a:pt x="4809" y="7046"/>
                    <a:pt x="3345" y="7109"/>
                  </a:cubicBezTo>
                  <a:cubicBezTo>
                    <a:pt x="3325" y="7109"/>
                    <a:pt x="3305" y="7110"/>
                    <a:pt x="3286" y="7110"/>
                  </a:cubicBezTo>
                  <a:cubicBezTo>
                    <a:pt x="1845" y="7110"/>
                    <a:pt x="1862" y="4914"/>
                    <a:pt x="3142" y="4790"/>
                  </a:cubicBezTo>
                  <a:cubicBezTo>
                    <a:pt x="3184" y="4786"/>
                    <a:pt x="3225" y="4784"/>
                    <a:pt x="3265" y="4784"/>
                  </a:cubicBezTo>
                  <a:close/>
                  <a:moveTo>
                    <a:pt x="3464" y="0"/>
                  </a:moveTo>
                  <a:cubicBezTo>
                    <a:pt x="2728" y="0"/>
                    <a:pt x="1735" y="35"/>
                    <a:pt x="1735" y="35"/>
                  </a:cubicBezTo>
                  <a:cubicBezTo>
                    <a:pt x="1735" y="35"/>
                    <a:pt x="0" y="8860"/>
                    <a:pt x="604" y="8888"/>
                  </a:cubicBezTo>
                  <a:cubicBezTo>
                    <a:pt x="913" y="8905"/>
                    <a:pt x="2266" y="8962"/>
                    <a:pt x="3563" y="8962"/>
                  </a:cubicBezTo>
                  <a:cubicBezTo>
                    <a:pt x="4788" y="8962"/>
                    <a:pt x="5963" y="8911"/>
                    <a:pt x="6162" y="8726"/>
                  </a:cubicBezTo>
                  <a:cubicBezTo>
                    <a:pt x="6572" y="8345"/>
                    <a:pt x="4480" y="120"/>
                    <a:pt x="4220" y="35"/>
                  </a:cubicBezTo>
                  <a:cubicBezTo>
                    <a:pt x="4137" y="9"/>
                    <a:pt x="3833" y="0"/>
                    <a:pt x="34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5354;p73"/>
            <p:cNvSpPr/>
            <p:nvPr/>
          </p:nvSpPr>
          <p:spPr>
            <a:xfrm>
              <a:off x="4211932" y="3285020"/>
              <a:ext cx="120704" cy="167973"/>
            </a:xfrm>
            <a:custGeom>
              <a:avLst/>
              <a:gdLst/>
              <a:ahLst/>
              <a:cxnLst/>
              <a:rect l="l" t="t" r="r" b="b"/>
              <a:pathLst>
                <a:path w="6961" h="9687" extrusionOk="0">
                  <a:moveTo>
                    <a:pt x="3454" y="5494"/>
                  </a:moveTo>
                  <a:cubicBezTo>
                    <a:pt x="3680" y="5494"/>
                    <a:pt x="3890" y="5603"/>
                    <a:pt x="4017" y="5790"/>
                  </a:cubicBezTo>
                  <a:cubicBezTo>
                    <a:pt x="4208" y="6062"/>
                    <a:pt x="4212" y="6528"/>
                    <a:pt x="4098" y="6751"/>
                  </a:cubicBezTo>
                  <a:cubicBezTo>
                    <a:pt x="3989" y="6974"/>
                    <a:pt x="3790" y="7092"/>
                    <a:pt x="3507" y="7108"/>
                  </a:cubicBezTo>
                  <a:lnTo>
                    <a:pt x="3462" y="7108"/>
                  </a:lnTo>
                  <a:cubicBezTo>
                    <a:pt x="2813" y="7108"/>
                    <a:pt x="2736" y="6504"/>
                    <a:pt x="2728" y="6382"/>
                  </a:cubicBezTo>
                  <a:cubicBezTo>
                    <a:pt x="2708" y="6054"/>
                    <a:pt x="2854" y="5539"/>
                    <a:pt x="3357" y="5494"/>
                  </a:cubicBezTo>
                  <a:lnTo>
                    <a:pt x="3442" y="5494"/>
                  </a:lnTo>
                  <a:cubicBezTo>
                    <a:pt x="3446" y="5494"/>
                    <a:pt x="3450" y="5494"/>
                    <a:pt x="3454" y="5494"/>
                  </a:cubicBezTo>
                  <a:close/>
                  <a:moveTo>
                    <a:pt x="3430" y="4782"/>
                  </a:moveTo>
                  <a:cubicBezTo>
                    <a:pt x="3382" y="4782"/>
                    <a:pt x="3333" y="4785"/>
                    <a:pt x="3284" y="4789"/>
                  </a:cubicBezTo>
                  <a:cubicBezTo>
                    <a:pt x="2392" y="4878"/>
                    <a:pt x="1966" y="5762"/>
                    <a:pt x="2019" y="6439"/>
                  </a:cubicBezTo>
                  <a:cubicBezTo>
                    <a:pt x="2067" y="7112"/>
                    <a:pt x="2542" y="7821"/>
                    <a:pt x="3462" y="7821"/>
                  </a:cubicBezTo>
                  <a:lnTo>
                    <a:pt x="3539" y="7821"/>
                  </a:lnTo>
                  <a:cubicBezTo>
                    <a:pt x="4074" y="7797"/>
                    <a:pt x="4475" y="7594"/>
                    <a:pt x="4735" y="7075"/>
                  </a:cubicBezTo>
                  <a:cubicBezTo>
                    <a:pt x="4990" y="6561"/>
                    <a:pt x="4901" y="5831"/>
                    <a:pt x="4601" y="5393"/>
                  </a:cubicBezTo>
                  <a:cubicBezTo>
                    <a:pt x="4329" y="4999"/>
                    <a:pt x="3909" y="4782"/>
                    <a:pt x="3430" y="4782"/>
                  </a:cubicBezTo>
                  <a:close/>
                  <a:moveTo>
                    <a:pt x="3620" y="712"/>
                  </a:moveTo>
                  <a:cubicBezTo>
                    <a:pt x="3859" y="712"/>
                    <a:pt x="4056" y="715"/>
                    <a:pt x="4180" y="723"/>
                  </a:cubicBezTo>
                  <a:cubicBezTo>
                    <a:pt x="4634" y="1777"/>
                    <a:pt x="6093" y="7817"/>
                    <a:pt x="6044" y="8835"/>
                  </a:cubicBezTo>
                  <a:cubicBezTo>
                    <a:pt x="5715" y="8930"/>
                    <a:pt x="4800" y="8965"/>
                    <a:pt x="3767" y="8965"/>
                  </a:cubicBezTo>
                  <a:cubicBezTo>
                    <a:pt x="2827" y="8965"/>
                    <a:pt x="1791" y="8936"/>
                    <a:pt x="1009" y="8900"/>
                  </a:cubicBezTo>
                  <a:cubicBezTo>
                    <a:pt x="932" y="8020"/>
                    <a:pt x="1528" y="4234"/>
                    <a:pt x="2205" y="739"/>
                  </a:cubicBezTo>
                  <a:cubicBezTo>
                    <a:pt x="2710" y="722"/>
                    <a:pt x="3224" y="712"/>
                    <a:pt x="3620" y="712"/>
                  </a:cubicBezTo>
                  <a:close/>
                  <a:moveTo>
                    <a:pt x="3548" y="0"/>
                  </a:moveTo>
                  <a:cubicBezTo>
                    <a:pt x="3049" y="0"/>
                    <a:pt x="2439" y="17"/>
                    <a:pt x="1897" y="38"/>
                  </a:cubicBezTo>
                  <a:lnTo>
                    <a:pt x="1617" y="46"/>
                  </a:lnTo>
                  <a:lnTo>
                    <a:pt x="1561" y="322"/>
                  </a:lnTo>
                  <a:cubicBezTo>
                    <a:pt x="807" y="4165"/>
                    <a:pt x="0" y="8859"/>
                    <a:pt x="446" y="9435"/>
                  </a:cubicBezTo>
                  <a:cubicBezTo>
                    <a:pt x="523" y="9532"/>
                    <a:pt x="636" y="9593"/>
                    <a:pt x="762" y="9601"/>
                  </a:cubicBezTo>
                  <a:cubicBezTo>
                    <a:pt x="1334" y="9629"/>
                    <a:pt x="2509" y="9686"/>
                    <a:pt x="3661" y="9686"/>
                  </a:cubicBezTo>
                  <a:cubicBezTo>
                    <a:pt x="4994" y="9686"/>
                    <a:pt x="6296" y="9609"/>
                    <a:pt x="6583" y="9346"/>
                  </a:cubicBezTo>
                  <a:cubicBezTo>
                    <a:pt x="6762" y="9183"/>
                    <a:pt x="6960" y="9001"/>
                    <a:pt x="6259" y="5815"/>
                  </a:cubicBezTo>
                  <a:cubicBezTo>
                    <a:pt x="6008" y="4643"/>
                    <a:pt x="5667" y="3277"/>
                    <a:pt x="5359" y="2142"/>
                  </a:cubicBezTo>
                  <a:cubicBezTo>
                    <a:pt x="4812" y="152"/>
                    <a:pt x="4775" y="135"/>
                    <a:pt x="4512" y="54"/>
                  </a:cubicBezTo>
                  <a:cubicBezTo>
                    <a:pt x="4385" y="15"/>
                    <a:pt x="4014" y="0"/>
                    <a:pt x="354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5355;p73"/>
            <p:cNvSpPr/>
            <p:nvPr/>
          </p:nvSpPr>
          <p:spPr>
            <a:xfrm>
              <a:off x="3454798" y="2454937"/>
              <a:ext cx="150164" cy="162597"/>
            </a:xfrm>
            <a:custGeom>
              <a:avLst/>
              <a:gdLst/>
              <a:ahLst/>
              <a:cxnLst/>
              <a:rect l="l" t="t" r="r" b="b"/>
              <a:pathLst>
                <a:path w="8660" h="9377" extrusionOk="0">
                  <a:moveTo>
                    <a:pt x="6648" y="0"/>
                  </a:moveTo>
                  <a:cubicBezTo>
                    <a:pt x="5402" y="0"/>
                    <a:pt x="3800" y="300"/>
                    <a:pt x="2506" y="1542"/>
                  </a:cubicBezTo>
                  <a:cubicBezTo>
                    <a:pt x="0" y="3945"/>
                    <a:pt x="912" y="8786"/>
                    <a:pt x="1050" y="9228"/>
                  </a:cubicBezTo>
                  <a:cubicBezTo>
                    <a:pt x="1648" y="9327"/>
                    <a:pt x="2253" y="9377"/>
                    <a:pt x="2858" y="9377"/>
                  </a:cubicBezTo>
                  <a:cubicBezTo>
                    <a:pt x="3463" y="9377"/>
                    <a:pt x="4068" y="9327"/>
                    <a:pt x="4666" y="9228"/>
                  </a:cubicBezTo>
                  <a:cubicBezTo>
                    <a:pt x="4666" y="9228"/>
                    <a:pt x="3620" y="4120"/>
                    <a:pt x="5311" y="2085"/>
                  </a:cubicBezTo>
                  <a:cubicBezTo>
                    <a:pt x="6719" y="397"/>
                    <a:pt x="8099" y="255"/>
                    <a:pt x="8525" y="255"/>
                  </a:cubicBezTo>
                  <a:cubicBezTo>
                    <a:pt x="8612" y="255"/>
                    <a:pt x="8659" y="261"/>
                    <a:pt x="8659" y="261"/>
                  </a:cubicBezTo>
                  <a:cubicBezTo>
                    <a:pt x="8659" y="261"/>
                    <a:pt x="7809" y="0"/>
                    <a:pt x="6648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5356;p73"/>
            <p:cNvSpPr/>
            <p:nvPr/>
          </p:nvSpPr>
          <p:spPr>
            <a:xfrm>
              <a:off x="3450081" y="2448695"/>
              <a:ext cx="163464" cy="175047"/>
            </a:xfrm>
            <a:custGeom>
              <a:avLst/>
              <a:gdLst/>
              <a:ahLst/>
              <a:cxnLst/>
              <a:rect l="l" t="t" r="r" b="b"/>
              <a:pathLst>
                <a:path w="9427" h="10095" extrusionOk="0">
                  <a:moveTo>
                    <a:pt x="6943" y="720"/>
                  </a:moveTo>
                  <a:cubicBezTo>
                    <a:pt x="6996" y="720"/>
                    <a:pt x="7048" y="721"/>
                    <a:pt x="7099" y="722"/>
                  </a:cubicBezTo>
                  <a:cubicBezTo>
                    <a:pt x="6552" y="1014"/>
                    <a:pt x="5931" y="1480"/>
                    <a:pt x="5311" y="2218"/>
                  </a:cubicBezTo>
                  <a:cubicBezTo>
                    <a:pt x="3783" y="4054"/>
                    <a:pt x="4318" y="8051"/>
                    <a:pt x="4525" y="9292"/>
                  </a:cubicBezTo>
                  <a:cubicBezTo>
                    <a:pt x="4066" y="9351"/>
                    <a:pt x="3605" y="9381"/>
                    <a:pt x="3144" y="9381"/>
                  </a:cubicBezTo>
                  <a:cubicBezTo>
                    <a:pt x="2631" y="9381"/>
                    <a:pt x="2118" y="9344"/>
                    <a:pt x="1610" y="9271"/>
                  </a:cubicBezTo>
                  <a:cubicBezTo>
                    <a:pt x="1383" y="8189"/>
                    <a:pt x="925" y="4176"/>
                    <a:pt x="3025" y="2161"/>
                  </a:cubicBezTo>
                  <a:cubicBezTo>
                    <a:pt x="4236" y="996"/>
                    <a:pt x="5755" y="720"/>
                    <a:pt x="6943" y="720"/>
                  </a:cubicBezTo>
                  <a:close/>
                  <a:moveTo>
                    <a:pt x="6917" y="1"/>
                  </a:moveTo>
                  <a:cubicBezTo>
                    <a:pt x="5604" y="1"/>
                    <a:pt x="3912" y="323"/>
                    <a:pt x="2526" y="1650"/>
                  </a:cubicBezTo>
                  <a:cubicBezTo>
                    <a:pt x="1" y="4082"/>
                    <a:pt x="738" y="8902"/>
                    <a:pt x="982" y="9693"/>
                  </a:cubicBezTo>
                  <a:cubicBezTo>
                    <a:pt x="1022" y="9815"/>
                    <a:pt x="1124" y="9908"/>
                    <a:pt x="1249" y="9936"/>
                  </a:cubicBezTo>
                  <a:cubicBezTo>
                    <a:pt x="1851" y="10042"/>
                    <a:pt x="2461" y="10094"/>
                    <a:pt x="3074" y="10094"/>
                  </a:cubicBezTo>
                  <a:cubicBezTo>
                    <a:pt x="3097" y="10094"/>
                    <a:pt x="3120" y="10094"/>
                    <a:pt x="3142" y="10094"/>
                  </a:cubicBezTo>
                  <a:cubicBezTo>
                    <a:pt x="3763" y="10094"/>
                    <a:pt x="4387" y="10042"/>
                    <a:pt x="4999" y="9936"/>
                  </a:cubicBezTo>
                  <a:cubicBezTo>
                    <a:pt x="5198" y="9900"/>
                    <a:pt x="5327" y="9709"/>
                    <a:pt x="5287" y="9515"/>
                  </a:cubicBezTo>
                  <a:cubicBezTo>
                    <a:pt x="5279" y="9466"/>
                    <a:pt x="4326" y="4508"/>
                    <a:pt x="5858" y="2676"/>
                  </a:cubicBezTo>
                  <a:cubicBezTo>
                    <a:pt x="7172" y="1098"/>
                    <a:pt x="8422" y="969"/>
                    <a:pt x="8786" y="969"/>
                  </a:cubicBezTo>
                  <a:cubicBezTo>
                    <a:pt x="8846" y="969"/>
                    <a:pt x="8882" y="972"/>
                    <a:pt x="8891" y="973"/>
                  </a:cubicBezTo>
                  <a:cubicBezTo>
                    <a:pt x="8903" y="974"/>
                    <a:pt x="8916" y="975"/>
                    <a:pt x="8928" y="975"/>
                  </a:cubicBezTo>
                  <a:cubicBezTo>
                    <a:pt x="9319" y="975"/>
                    <a:pt x="9426" y="414"/>
                    <a:pt x="9041" y="284"/>
                  </a:cubicBezTo>
                  <a:cubicBezTo>
                    <a:pt x="8966" y="259"/>
                    <a:pt x="8094" y="1"/>
                    <a:pt x="691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5357;p73"/>
            <p:cNvSpPr/>
            <p:nvPr/>
          </p:nvSpPr>
          <p:spPr>
            <a:xfrm>
              <a:off x="3511101" y="2441082"/>
              <a:ext cx="223547" cy="186717"/>
            </a:xfrm>
            <a:custGeom>
              <a:avLst/>
              <a:gdLst/>
              <a:ahLst/>
              <a:cxnLst/>
              <a:rect l="l" t="t" r="r" b="b"/>
              <a:pathLst>
                <a:path w="12892" h="10768" extrusionOk="0">
                  <a:moveTo>
                    <a:pt x="5082" y="1"/>
                  </a:moveTo>
                  <a:cubicBezTo>
                    <a:pt x="3472" y="1"/>
                    <a:pt x="1720" y="494"/>
                    <a:pt x="0" y="1749"/>
                  </a:cubicBezTo>
                  <a:cubicBezTo>
                    <a:pt x="0" y="1749"/>
                    <a:pt x="1621" y="897"/>
                    <a:pt x="3801" y="897"/>
                  </a:cubicBezTo>
                  <a:cubicBezTo>
                    <a:pt x="4312" y="897"/>
                    <a:pt x="4853" y="944"/>
                    <a:pt x="5412" y="1060"/>
                  </a:cubicBezTo>
                  <a:cubicBezTo>
                    <a:pt x="7569" y="1505"/>
                    <a:pt x="8963" y="6163"/>
                    <a:pt x="8696" y="10177"/>
                  </a:cubicBezTo>
                  <a:cubicBezTo>
                    <a:pt x="8696" y="10177"/>
                    <a:pt x="9886" y="10768"/>
                    <a:pt x="11390" y="10768"/>
                  </a:cubicBezTo>
                  <a:cubicBezTo>
                    <a:pt x="11836" y="10768"/>
                    <a:pt x="12308" y="10716"/>
                    <a:pt x="12786" y="10582"/>
                  </a:cubicBezTo>
                  <a:cubicBezTo>
                    <a:pt x="12786" y="10582"/>
                    <a:pt x="12892" y="5255"/>
                    <a:pt x="11128" y="2855"/>
                  </a:cubicBezTo>
                  <a:cubicBezTo>
                    <a:pt x="10028" y="1356"/>
                    <a:pt x="7750" y="1"/>
                    <a:pt x="5082" y="1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" name="Google Shape;5358;p73"/>
            <p:cNvSpPr/>
            <p:nvPr/>
          </p:nvSpPr>
          <p:spPr>
            <a:xfrm>
              <a:off x="3503714" y="2434684"/>
              <a:ext cx="237610" cy="199323"/>
            </a:xfrm>
            <a:custGeom>
              <a:avLst/>
              <a:gdLst/>
              <a:ahLst/>
              <a:cxnLst/>
              <a:rect l="l" t="t" r="r" b="b"/>
              <a:pathLst>
                <a:path w="13703" h="11495" extrusionOk="0">
                  <a:moveTo>
                    <a:pt x="5539" y="711"/>
                  </a:moveTo>
                  <a:cubicBezTo>
                    <a:pt x="8073" y="711"/>
                    <a:pt x="10223" y="1997"/>
                    <a:pt x="11270" y="3431"/>
                  </a:cubicBezTo>
                  <a:cubicBezTo>
                    <a:pt x="12718" y="5409"/>
                    <a:pt x="12851" y="9573"/>
                    <a:pt x="12859" y="10671"/>
                  </a:cubicBezTo>
                  <a:cubicBezTo>
                    <a:pt x="12505" y="10749"/>
                    <a:pt x="12155" y="10780"/>
                    <a:pt x="11819" y="10780"/>
                  </a:cubicBezTo>
                  <a:cubicBezTo>
                    <a:pt x="10774" y="10780"/>
                    <a:pt x="9880" y="10475"/>
                    <a:pt x="9487" y="10319"/>
                  </a:cubicBezTo>
                  <a:cubicBezTo>
                    <a:pt x="9697" y="6289"/>
                    <a:pt x="8307" y="1579"/>
                    <a:pt x="5911" y="1080"/>
                  </a:cubicBezTo>
                  <a:cubicBezTo>
                    <a:pt x="5359" y="966"/>
                    <a:pt x="4797" y="909"/>
                    <a:pt x="4235" y="909"/>
                  </a:cubicBezTo>
                  <a:cubicBezTo>
                    <a:pt x="4079" y="909"/>
                    <a:pt x="3923" y="913"/>
                    <a:pt x="3767" y="922"/>
                  </a:cubicBezTo>
                  <a:cubicBezTo>
                    <a:pt x="4372" y="777"/>
                    <a:pt x="4965" y="711"/>
                    <a:pt x="5539" y="711"/>
                  </a:cubicBezTo>
                  <a:close/>
                  <a:moveTo>
                    <a:pt x="5523" y="0"/>
                  </a:moveTo>
                  <a:cubicBezTo>
                    <a:pt x="3845" y="0"/>
                    <a:pt x="2018" y="518"/>
                    <a:pt x="220" y="1830"/>
                  </a:cubicBezTo>
                  <a:cubicBezTo>
                    <a:pt x="53" y="1935"/>
                    <a:pt x="1" y="2154"/>
                    <a:pt x="106" y="2320"/>
                  </a:cubicBezTo>
                  <a:cubicBezTo>
                    <a:pt x="172" y="2428"/>
                    <a:pt x="287" y="2487"/>
                    <a:pt x="406" y="2487"/>
                  </a:cubicBezTo>
                  <a:cubicBezTo>
                    <a:pt x="471" y="2487"/>
                    <a:pt x="537" y="2469"/>
                    <a:pt x="597" y="2434"/>
                  </a:cubicBezTo>
                  <a:cubicBezTo>
                    <a:pt x="613" y="2424"/>
                    <a:pt x="2168" y="1621"/>
                    <a:pt x="4242" y="1621"/>
                  </a:cubicBezTo>
                  <a:cubicBezTo>
                    <a:pt x="4727" y="1621"/>
                    <a:pt x="5241" y="1665"/>
                    <a:pt x="5769" y="1773"/>
                  </a:cubicBezTo>
                  <a:cubicBezTo>
                    <a:pt x="7589" y="2154"/>
                    <a:pt x="9049" y="6403"/>
                    <a:pt x="8769" y="10521"/>
                  </a:cubicBezTo>
                  <a:cubicBezTo>
                    <a:pt x="8757" y="10663"/>
                    <a:pt x="8834" y="10797"/>
                    <a:pt x="8960" y="10862"/>
                  </a:cubicBezTo>
                  <a:cubicBezTo>
                    <a:pt x="9029" y="10894"/>
                    <a:pt x="10253" y="11494"/>
                    <a:pt x="11810" y="11494"/>
                  </a:cubicBezTo>
                  <a:cubicBezTo>
                    <a:pt x="12316" y="11494"/>
                    <a:pt x="12819" y="11429"/>
                    <a:pt x="13309" y="11291"/>
                  </a:cubicBezTo>
                  <a:cubicBezTo>
                    <a:pt x="13459" y="11247"/>
                    <a:pt x="13565" y="11113"/>
                    <a:pt x="13573" y="10955"/>
                  </a:cubicBezTo>
                  <a:cubicBezTo>
                    <a:pt x="13573" y="10732"/>
                    <a:pt x="13703" y="5547"/>
                    <a:pt x="11846" y="3010"/>
                  </a:cubicBezTo>
                  <a:cubicBezTo>
                    <a:pt x="10685" y="1426"/>
                    <a:pt x="8308" y="0"/>
                    <a:pt x="55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" name="Google Shape;5359;p73"/>
            <p:cNvSpPr/>
            <p:nvPr/>
          </p:nvSpPr>
          <p:spPr>
            <a:xfrm>
              <a:off x="3666103" y="2489236"/>
              <a:ext cx="37749" cy="129460"/>
            </a:xfrm>
            <a:custGeom>
              <a:avLst/>
              <a:gdLst/>
              <a:ahLst/>
              <a:cxnLst/>
              <a:rect l="l" t="t" r="r" b="b"/>
              <a:pathLst>
                <a:path w="2177" h="7466" extrusionOk="0">
                  <a:moveTo>
                    <a:pt x="96" y="0"/>
                  </a:moveTo>
                  <a:cubicBezTo>
                    <a:pt x="84" y="0"/>
                    <a:pt x="73" y="2"/>
                    <a:pt x="61" y="5"/>
                  </a:cubicBezTo>
                  <a:cubicBezTo>
                    <a:pt x="12" y="26"/>
                    <a:pt x="0" y="99"/>
                    <a:pt x="32" y="163"/>
                  </a:cubicBezTo>
                  <a:cubicBezTo>
                    <a:pt x="304" y="723"/>
                    <a:pt x="555" y="1295"/>
                    <a:pt x="770" y="1878"/>
                  </a:cubicBezTo>
                  <a:cubicBezTo>
                    <a:pt x="997" y="2454"/>
                    <a:pt x="1188" y="3046"/>
                    <a:pt x="1346" y="3650"/>
                  </a:cubicBezTo>
                  <a:cubicBezTo>
                    <a:pt x="1508" y="4250"/>
                    <a:pt x="1638" y="4858"/>
                    <a:pt x="1735" y="5470"/>
                  </a:cubicBezTo>
                  <a:cubicBezTo>
                    <a:pt x="1832" y="6082"/>
                    <a:pt x="1901" y="6702"/>
                    <a:pt x="1942" y="7323"/>
                  </a:cubicBezTo>
                  <a:cubicBezTo>
                    <a:pt x="1942" y="7391"/>
                    <a:pt x="1986" y="7452"/>
                    <a:pt x="2055" y="7464"/>
                  </a:cubicBezTo>
                  <a:cubicBezTo>
                    <a:pt x="2059" y="7465"/>
                    <a:pt x="2062" y="7465"/>
                    <a:pt x="2065" y="7465"/>
                  </a:cubicBezTo>
                  <a:cubicBezTo>
                    <a:pt x="2122" y="7465"/>
                    <a:pt x="2169" y="7399"/>
                    <a:pt x="2169" y="7318"/>
                  </a:cubicBezTo>
                  <a:cubicBezTo>
                    <a:pt x="2177" y="6686"/>
                    <a:pt x="2140" y="6050"/>
                    <a:pt x="2059" y="5425"/>
                  </a:cubicBezTo>
                  <a:cubicBezTo>
                    <a:pt x="1970" y="4797"/>
                    <a:pt x="1849" y="4173"/>
                    <a:pt x="1691" y="3561"/>
                  </a:cubicBezTo>
                  <a:cubicBezTo>
                    <a:pt x="1516" y="2948"/>
                    <a:pt x="1309" y="2344"/>
                    <a:pt x="1066" y="1761"/>
                  </a:cubicBezTo>
                  <a:cubicBezTo>
                    <a:pt x="819" y="1177"/>
                    <a:pt x="527" y="609"/>
                    <a:pt x="199" y="66"/>
                  </a:cubicBezTo>
                  <a:cubicBezTo>
                    <a:pt x="179" y="24"/>
                    <a:pt x="140" y="0"/>
                    <a:pt x="9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" name="Google Shape;5360;p73"/>
            <p:cNvSpPr/>
            <p:nvPr/>
          </p:nvSpPr>
          <p:spPr>
            <a:xfrm>
              <a:off x="3496345" y="2537840"/>
              <a:ext cx="16386" cy="69013"/>
            </a:xfrm>
            <a:custGeom>
              <a:avLst/>
              <a:gdLst/>
              <a:ahLst/>
              <a:cxnLst/>
              <a:rect l="l" t="t" r="r" b="b"/>
              <a:pathLst>
                <a:path w="945" h="3980" extrusionOk="0">
                  <a:moveTo>
                    <a:pt x="410" y="1"/>
                  </a:moveTo>
                  <a:cubicBezTo>
                    <a:pt x="381" y="1"/>
                    <a:pt x="355" y="13"/>
                    <a:pt x="345" y="36"/>
                  </a:cubicBezTo>
                  <a:cubicBezTo>
                    <a:pt x="203" y="348"/>
                    <a:pt x="105" y="677"/>
                    <a:pt x="57" y="1013"/>
                  </a:cubicBezTo>
                  <a:cubicBezTo>
                    <a:pt x="8" y="1353"/>
                    <a:pt x="0" y="1698"/>
                    <a:pt x="28" y="2043"/>
                  </a:cubicBezTo>
                  <a:cubicBezTo>
                    <a:pt x="65" y="2383"/>
                    <a:pt x="142" y="2720"/>
                    <a:pt x="255" y="3044"/>
                  </a:cubicBezTo>
                  <a:cubicBezTo>
                    <a:pt x="373" y="3368"/>
                    <a:pt x="531" y="3672"/>
                    <a:pt x="730" y="3952"/>
                  </a:cubicBezTo>
                  <a:cubicBezTo>
                    <a:pt x="751" y="3971"/>
                    <a:pt x="778" y="3980"/>
                    <a:pt x="805" y="3980"/>
                  </a:cubicBezTo>
                  <a:cubicBezTo>
                    <a:pt x="826" y="3980"/>
                    <a:pt x="846" y="3975"/>
                    <a:pt x="864" y="3964"/>
                  </a:cubicBezTo>
                  <a:cubicBezTo>
                    <a:pt x="912" y="3928"/>
                    <a:pt x="945" y="3871"/>
                    <a:pt x="924" y="3830"/>
                  </a:cubicBezTo>
                  <a:cubicBezTo>
                    <a:pt x="778" y="3547"/>
                    <a:pt x="661" y="3247"/>
                    <a:pt x="568" y="2939"/>
                  </a:cubicBezTo>
                  <a:cubicBezTo>
                    <a:pt x="474" y="2634"/>
                    <a:pt x="410" y="2322"/>
                    <a:pt x="381" y="2006"/>
                  </a:cubicBezTo>
                  <a:cubicBezTo>
                    <a:pt x="341" y="1690"/>
                    <a:pt x="337" y="1370"/>
                    <a:pt x="365" y="1054"/>
                  </a:cubicBezTo>
                  <a:cubicBezTo>
                    <a:pt x="389" y="733"/>
                    <a:pt x="442" y="413"/>
                    <a:pt x="523" y="101"/>
                  </a:cubicBezTo>
                  <a:cubicBezTo>
                    <a:pt x="535" y="72"/>
                    <a:pt x="515" y="32"/>
                    <a:pt x="462" y="12"/>
                  </a:cubicBezTo>
                  <a:cubicBezTo>
                    <a:pt x="445" y="4"/>
                    <a:pt x="427" y="1"/>
                    <a:pt x="41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" name="Google Shape;5361;p73"/>
            <p:cNvSpPr/>
            <p:nvPr/>
          </p:nvSpPr>
          <p:spPr>
            <a:xfrm>
              <a:off x="2090261" y="2785958"/>
              <a:ext cx="852036" cy="1139411"/>
            </a:xfrm>
            <a:custGeom>
              <a:avLst/>
              <a:gdLst/>
              <a:ahLst/>
              <a:cxnLst/>
              <a:rect l="l" t="t" r="r" b="b"/>
              <a:pathLst>
                <a:path w="49137" h="65710" extrusionOk="0">
                  <a:moveTo>
                    <a:pt x="49137" y="0"/>
                  </a:moveTo>
                  <a:lnTo>
                    <a:pt x="49137" y="0"/>
                  </a:lnTo>
                  <a:cubicBezTo>
                    <a:pt x="45934" y="523"/>
                    <a:pt x="36996" y="6008"/>
                    <a:pt x="30262" y="11951"/>
                  </a:cubicBezTo>
                  <a:cubicBezTo>
                    <a:pt x="29958" y="12215"/>
                    <a:pt x="29662" y="12474"/>
                    <a:pt x="29374" y="12742"/>
                  </a:cubicBezTo>
                  <a:cubicBezTo>
                    <a:pt x="22560" y="18984"/>
                    <a:pt x="20160" y="20241"/>
                    <a:pt x="15936" y="23164"/>
                  </a:cubicBezTo>
                  <a:cubicBezTo>
                    <a:pt x="11708" y="26087"/>
                    <a:pt x="7391" y="30736"/>
                    <a:pt x="4893" y="36379"/>
                  </a:cubicBezTo>
                  <a:cubicBezTo>
                    <a:pt x="2396" y="42026"/>
                    <a:pt x="0" y="46635"/>
                    <a:pt x="1148" y="52205"/>
                  </a:cubicBezTo>
                  <a:cubicBezTo>
                    <a:pt x="1525" y="54030"/>
                    <a:pt x="2068" y="55477"/>
                    <a:pt x="2741" y="56673"/>
                  </a:cubicBezTo>
                  <a:cubicBezTo>
                    <a:pt x="4123" y="59125"/>
                    <a:pt x="6061" y="60483"/>
                    <a:pt x="8254" y="61712"/>
                  </a:cubicBezTo>
                  <a:cubicBezTo>
                    <a:pt x="11107" y="63306"/>
                    <a:pt x="15499" y="65710"/>
                    <a:pt x="21177" y="65710"/>
                  </a:cubicBezTo>
                  <a:cubicBezTo>
                    <a:pt x="21994" y="65710"/>
                    <a:pt x="22838" y="65660"/>
                    <a:pt x="23707" y="65551"/>
                  </a:cubicBezTo>
                  <a:cubicBezTo>
                    <a:pt x="30619" y="64687"/>
                    <a:pt x="30051" y="64245"/>
                    <a:pt x="30242" y="61152"/>
                  </a:cubicBezTo>
                  <a:cubicBezTo>
                    <a:pt x="30428" y="58063"/>
                    <a:pt x="30526" y="54411"/>
                    <a:pt x="30526" y="54411"/>
                  </a:cubicBezTo>
                  <a:cubicBezTo>
                    <a:pt x="30526" y="54411"/>
                    <a:pt x="35532" y="50166"/>
                    <a:pt x="38167" y="46915"/>
                  </a:cubicBezTo>
                  <a:cubicBezTo>
                    <a:pt x="40802" y="43660"/>
                    <a:pt x="42817" y="40778"/>
                    <a:pt x="42817" y="40778"/>
                  </a:cubicBezTo>
                  <a:cubicBezTo>
                    <a:pt x="42817" y="40778"/>
                    <a:pt x="41585" y="27858"/>
                    <a:pt x="44353" y="15527"/>
                  </a:cubicBezTo>
                  <a:cubicBezTo>
                    <a:pt x="47118" y="3199"/>
                    <a:pt x="49137" y="1"/>
                    <a:pt x="49137" y="0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" name="Google Shape;5362;p73"/>
            <p:cNvSpPr/>
            <p:nvPr/>
          </p:nvSpPr>
          <p:spPr>
            <a:xfrm>
              <a:off x="2085475" y="2779767"/>
              <a:ext cx="863289" cy="1151636"/>
            </a:xfrm>
            <a:custGeom>
              <a:avLst/>
              <a:gdLst/>
              <a:ahLst/>
              <a:cxnLst/>
              <a:rect l="l" t="t" r="r" b="b"/>
              <a:pathLst>
                <a:path w="49786" h="66415" extrusionOk="0">
                  <a:moveTo>
                    <a:pt x="48732" y="884"/>
                  </a:moveTo>
                  <a:lnTo>
                    <a:pt x="48732" y="884"/>
                  </a:lnTo>
                  <a:cubicBezTo>
                    <a:pt x="48022" y="2384"/>
                    <a:pt x="46368" y="6507"/>
                    <a:pt x="44285" y="15811"/>
                  </a:cubicBezTo>
                  <a:cubicBezTo>
                    <a:pt x="41686" y="27388"/>
                    <a:pt x="42606" y="39635"/>
                    <a:pt x="42728" y="41037"/>
                  </a:cubicBezTo>
                  <a:cubicBezTo>
                    <a:pt x="42339" y="41585"/>
                    <a:pt x="40482" y="44187"/>
                    <a:pt x="38163" y="47045"/>
                  </a:cubicBezTo>
                  <a:cubicBezTo>
                    <a:pt x="35577" y="50231"/>
                    <a:pt x="30623" y="54452"/>
                    <a:pt x="30571" y="54492"/>
                  </a:cubicBezTo>
                  <a:cubicBezTo>
                    <a:pt x="30494" y="54561"/>
                    <a:pt x="30449" y="54654"/>
                    <a:pt x="30445" y="54756"/>
                  </a:cubicBezTo>
                  <a:cubicBezTo>
                    <a:pt x="30445" y="54792"/>
                    <a:pt x="30348" y="58440"/>
                    <a:pt x="30161" y="61489"/>
                  </a:cubicBezTo>
                  <a:cubicBezTo>
                    <a:pt x="30145" y="61740"/>
                    <a:pt x="30137" y="61971"/>
                    <a:pt x="30125" y="62190"/>
                  </a:cubicBezTo>
                  <a:cubicBezTo>
                    <a:pt x="30019" y="64501"/>
                    <a:pt x="30003" y="64801"/>
                    <a:pt x="23939" y="65555"/>
                  </a:cubicBezTo>
                  <a:cubicBezTo>
                    <a:pt x="23076" y="65663"/>
                    <a:pt x="22240" y="65712"/>
                    <a:pt x="21432" y="65712"/>
                  </a:cubicBezTo>
                  <a:cubicBezTo>
                    <a:pt x="15760" y="65712"/>
                    <a:pt x="11429" y="63286"/>
                    <a:pt x="8700" y="61761"/>
                  </a:cubicBezTo>
                  <a:cubicBezTo>
                    <a:pt x="6410" y="60475"/>
                    <a:pt x="4618" y="59154"/>
                    <a:pt x="3325" y="56855"/>
                  </a:cubicBezTo>
                  <a:cubicBezTo>
                    <a:pt x="2636" y="55631"/>
                    <a:pt x="2125" y="54204"/>
                    <a:pt x="1768" y="52489"/>
                  </a:cubicBezTo>
                  <a:cubicBezTo>
                    <a:pt x="739" y="47499"/>
                    <a:pt x="2652" y="43235"/>
                    <a:pt x="4865" y="38289"/>
                  </a:cubicBezTo>
                  <a:lnTo>
                    <a:pt x="5494" y="36878"/>
                  </a:lnTo>
                  <a:cubicBezTo>
                    <a:pt x="7719" y="31835"/>
                    <a:pt x="11696" y="27072"/>
                    <a:pt x="16415" y="23817"/>
                  </a:cubicBezTo>
                  <a:cubicBezTo>
                    <a:pt x="17173" y="23290"/>
                    <a:pt x="17874" y="22812"/>
                    <a:pt x="18551" y="22357"/>
                  </a:cubicBezTo>
                  <a:cubicBezTo>
                    <a:pt x="21628" y="20282"/>
                    <a:pt x="24283" y="18494"/>
                    <a:pt x="29894" y="13358"/>
                  </a:cubicBezTo>
                  <a:cubicBezTo>
                    <a:pt x="30177" y="13095"/>
                    <a:pt x="30469" y="12835"/>
                    <a:pt x="30769" y="12572"/>
                  </a:cubicBezTo>
                  <a:cubicBezTo>
                    <a:pt x="37170" y="6925"/>
                    <a:pt x="45221" y="1967"/>
                    <a:pt x="48732" y="884"/>
                  </a:cubicBezTo>
                  <a:close/>
                  <a:moveTo>
                    <a:pt x="49409" y="1"/>
                  </a:moveTo>
                  <a:cubicBezTo>
                    <a:pt x="49391" y="1"/>
                    <a:pt x="49374" y="2"/>
                    <a:pt x="49356" y="5"/>
                  </a:cubicBezTo>
                  <a:cubicBezTo>
                    <a:pt x="45870" y="576"/>
                    <a:pt x="36789" y="6313"/>
                    <a:pt x="30303" y="12041"/>
                  </a:cubicBezTo>
                  <a:cubicBezTo>
                    <a:pt x="29999" y="12304"/>
                    <a:pt x="29699" y="12568"/>
                    <a:pt x="29411" y="12835"/>
                  </a:cubicBezTo>
                  <a:cubicBezTo>
                    <a:pt x="23841" y="17931"/>
                    <a:pt x="21206" y="19710"/>
                    <a:pt x="18158" y="21770"/>
                  </a:cubicBezTo>
                  <a:cubicBezTo>
                    <a:pt x="17473" y="22224"/>
                    <a:pt x="16775" y="22702"/>
                    <a:pt x="16009" y="23229"/>
                  </a:cubicBezTo>
                  <a:cubicBezTo>
                    <a:pt x="11189" y="26561"/>
                    <a:pt x="7119" y="31430"/>
                    <a:pt x="4845" y="36590"/>
                  </a:cubicBezTo>
                  <a:lnTo>
                    <a:pt x="4217" y="37993"/>
                  </a:lnTo>
                  <a:cubicBezTo>
                    <a:pt x="1951" y="43056"/>
                    <a:pt x="1" y="47418"/>
                    <a:pt x="1075" y="52631"/>
                  </a:cubicBezTo>
                  <a:cubicBezTo>
                    <a:pt x="1444" y="54423"/>
                    <a:pt x="1975" y="55915"/>
                    <a:pt x="2705" y="57204"/>
                  </a:cubicBezTo>
                  <a:cubicBezTo>
                    <a:pt x="4079" y="59644"/>
                    <a:pt x="5960" y="61039"/>
                    <a:pt x="8356" y="62377"/>
                  </a:cubicBezTo>
                  <a:cubicBezTo>
                    <a:pt x="10970" y="63840"/>
                    <a:pt x="15572" y="66414"/>
                    <a:pt x="21490" y="66414"/>
                  </a:cubicBezTo>
                  <a:cubicBezTo>
                    <a:pt x="21521" y="66414"/>
                    <a:pt x="21551" y="66415"/>
                    <a:pt x="21581" y="66415"/>
                  </a:cubicBezTo>
                  <a:cubicBezTo>
                    <a:pt x="22402" y="66415"/>
                    <a:pt x="23219" y="66362"/>
                    <a:pt x="24028" y="66260"/>
                  </a:cubicBezTo>
                  <a:cubicBezTo>
                    <a:pt x="30319" y="65474"/>
                    <a:pt x="30704" y="65068"/>
                    <a:pt x="30834" y="62219"/>
                  </a:cubicBezTo>
                  <a:cubicBezTo>
                    <a:pt x="30846" y="62008"/>
                    <a:pt x="30854" y="61781"/>
                    <a:pt x="30871" y="61538"/>
                  </a:cubicBezTo>
                  <a:cubicBezTo>
                    <a:pt x="31037" y="58830"/>
                    <a:pt x="31134" y="55668"/>
                    <a:pt x="31154" y="54934"/>
                  </a:cubicBezTo>
                  <a:cubicBezTo>
                    <a:pt x="31937" y="54261"/>
                    <a:pt x="36319" y="50450"/>
                    <a:pt x="38715" y="47495"/>
                  </a:cubicBezTo>
                  <a:cubicBezTo>
                    <a:pt x="41330" y="44272"/>
                    <a:pt x="43360" y="41370"/>
                    <a:pt x="43381" y="41341"/>
                  </a:cubicBezTo>
                  <a:cubicBezTo>
                    <a:pt x="43429" y="41273"/>
                    <a:pt x="43454" y="41187"/>
                    <a:pt x="43450" y="41106"/>
                  </a:cubicBezTo>
                  <a:cubicBezTo>
                    <a:pt x="43433" y="40973"/>
                    <a:pt x="42254" y="28094"/>
                    <a:pt x="44978" y="15965"/>
                  </a:cubicBezTo>
                  <a:cubicBezTo>
                    <a:pt x="47686" y="3884"/>
                    <a:pt x="49693" y="576"/>
                    <a:pt x="49713" y="548"/>
                  </a:cubicBezTo>
                  <a:cubicBezTo>
                    <a:pt x="49786" y="430"/>
                    <a:pt x="49786" y="276"/>
                    <a:pt x="49705" y="163"/>
                  </a:cubicBezTo>
                  <a:cubicBezTo>
                    <a:pt x="49641" y="60"/>
                    <a:pt x="49528" y="1"/>
                    <a:pt x="4940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" name="Google Shape;5363;p73"/>
            <p:cNvSpPr/>
            <p:nvPr/>
          </p:nvSpPr>
          <p:spPr>
            <a:xfrm>
              <a:off x="2137773" y="2785958"/>
              <a:ext cx="804524" cy="1139411"/>
            </a:xfrm>
            <a:custGeom>
              <a:avLst/>
              <a:gdLst/>
              <a:ahLst/>
              <a:cxnLst/>
              <a:rect l="l" t="t" r="r" b="b"/>
              <a:pathLst>
                <a:path w="46397" h="65710" extrusionOk="0">
                  <a:moveTo>
                    <a:pt x="46397" y="0"/>
                  </a:moveTo>
                  <a:cubicBezTo>
                    <a:pt x="43194" y="523"/>
                    <a:pt x="34256" y="6004"/>
                    <a:pt x="27522" y="11951"/>
                  </a:cubicBezTo>
                  <a:cubicBezTo>
                    <a:pt x="29261" y="12020"/>
                    <a:pt x="31000" y="12729"/>
                    <a:pt x="31953" y="14164"/>
                  </a:cubicBezTo>
                  <a:cubicBezTo>
                    <a:pt x="32594" y="15125"/>
                    <a:pt x="32821" y="16309"/>
                    <a:pt x="32918" y="17456"/>
                  </a:cubicBezTo>
                  <a:cubicBezTo>
                    <a:pt x="33039" y="18944"/>
                    <a:pt x="32958" y="20505"/>
                    <a:pt x="32237" y="21806"/>
                  </a:cubicBezTo>
                  <a:cubicBezTo>
                    <a:pt x="30453" y="25041"/>
                    <a:pt x="26002" y="25167"/>
                    <a:pt x="22362" y="25799"/>
                  </a:cubicBezTo>
                  <a:cubicBezTo>
                    <a:pt x="19102" y="26366"/>
                    <a:pt x="16013" y="27656"/>
                    <a:pt x="13318" y="29569"/>
                  </a:cubicBezTo>
                  <a:cubicBezTo>
                    <a:pt x="13641" y="29579"/>
                    <a:pt x="13964" y="29584"/>
                    <a:pt x="14287" y="29584"/>
                  </a:cubicBezTo>
                  <a:cubicBezTo>
                    <a:pt x="17340" y="29584"/>
                    <a:pt x="20381" y="29135"/>
                    <a:pt x="23306" y="28247"/>
                  </a:cubicBezTo>
                  <a:lnTo>
                    <a:pt x="23306" y="28247"/>
                  </a:lnTo>
                  <a:cubicBezTo>
                    <a:pt x="20675" y="31693"/>
                    <a:pt x="19171" y="35865"/>
                    <a:pt x="18993" y="40194"/>
                  </a:cubicBezTo>
                  <a:cubicBezTo>
                    <a:pt x="18851" y="43940"/>
                    <a:pt x="19690" y="47852"/>
                    <a:pt x="18352" y="51350"/>
                  </a:cubicBezTo>
                  <a:cubicBezTo>
                    <a:pt x="16686" y="55706"/>
                    <a:pt x="11882" y="58141"/>
                    <a:pt x="7163" y="58141"/>
                  </a:cubicBezTo>
                  <a:cubicBezTo>
                    <a:pt x="6314" y="58141"/>
                    <a:pt x="5467" y="58062"/>
                    <a:pt x="4642" y="57901"/>
                  </a:cubicBezTo>
                  <a:cubicBezTo>
                    <a:pt x="3082" y="57601"/>
                    <a:pt x="1545" y="57054"/>
                    <a:pt x="1" y="56673"/>
                  </a:cubicBezTo>
                  <a:lnTo>
                    <a:pt x="1" y="56673"/>
                  </a:lnTo>
                  <a:cubicBezTo>
                    <a:pt x="1383" y="59125"/>
                    <a:pt x="3321" y="60483"/>
                    <a:pt x="5514" y="61712"/>
                  </a:cubicBezTo>
                  <a:cubicBezTo>
                    <a:pt x="8367" y="63306"/>
                    <a:pt x="12759" y="65710"/>
                    <a:pt x="18437" y="65710"/>
                  </a:cubicBezTo>
                  <a:cubicBezTo>
                    <a:pt x="19254" y="65710"/>
                    <a:pt x="20098" y="65660"/>
                    <a:pt x="20967" y="65551"/>
                  </a:cubicBezTo>
                  <a:cubicBezTo>
                    <a:pt x="27879" y="64687"/>
                    <a:pt x="27311" y="64245"/>
                    <a:pt x="27502" y="61152"/>
                  </a:cubicBezTo>
                  <a:cubicBezTo>
                    <a:pt x="27688" y="58063"/>
                    <a:pt x="27786" y="54411"/>
                    <a:pt x="27786" y="54411"/>
                  </a:cubicBezTo>
                  <a:cubicBezTo>
                    <a:pt x="27786" y="54411"/>
                    <a:pt x="32792" y="50166"/>
                    <a:pt x="35427" y="46915"/>
                  </a:cubicBezTo>
                  <a:cubicBezTo>
                    <a:pt x="38062" y="43660"/>
                    <a:pt x="40077" y="40778"/>
                    <a:pt x="40077" y="40778"/>
                  </a:cubicBezTo>
                  <a:cubicBezTo>
                    <a:pt x="40077" y="40778"/>
                    <a:pt x="38845" y="27858"/>
                    <a:pt x="41613" y="15527"/>
                  </a:cubicBezTo>
                  <a:cubicBezTo>
                    <a:pt x="44378" y="3199"/>
                    <a:pt x="46397" y="1"/>
                    <a:pt x="46397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" name="Google Shape;5364;p73"/>
            <p:cNvSpPr/>
            <p:nvPr/>
          </p:nvSpPr>
          <p:spPr>
            <a:xfrm>
              <a:off x="2499433" y="3272449"/>
              <a:ext cx="126963" cy="636257"/>
            </a:xfrm>
            <a:custGeom>
              <a:avLst/>
              <a:gdLst/>
              <a:ahLst/>
              <a:cxnLst/>
              <a:rect l="l" t="t" r="r" b="b"/>
              <a:pathLst>
                <a:path w="7322" h="36693" extrusionOk="0">
                  <a:moveTo>
                    <a:pt x="4267" y="1"/>
                  </a:moveTo>
                  <a:cubicBezTo>
                    <a:pt x="3111" y="1"/>
                    <a:pt x="1893" y="2218"/>
                    <a:pt x="1059" y="5672"/>
                  </a:cubicBezTo>
                  <a:cubicBezTo>
                    <a:pt x="455" y="8165"/>
                    <a:pt x="49" y="11303"/>
                    <a:pt x="17" y="14712"/>
                  </a:cubicBezTo>
                  <a:cubicBezTo>
                    <a:pt x="1" y="16139"/>
                    <a:pt x="9" y="17432"/>
                    <a:pt x="37" y="18620"/>
                  </a:cubicBezTo>
                  <a:cubicBezTo>
                    <a:pt x="183" y="24847"/>
                    <a:pt x="901" y="28134"/>
                    <a:pt x="2032" y="31929"/>
                  </a:cubicBezTo>
                  <a:cubicBezTo>
                    <a:pt x="3018" y="35243"/>
                    <a:pt x="3854" y="36693"/>
                    <a:pt x="4801" y="36693"/>
                  </a:cubicBezTo>
                  <a:cubicBezTo>
                    <a:pt x="5142" y="36693"/>
                    <a:pt x="5497" y="36505"/>
                    <a:pt x="5879" y="36149"/>
                  </a:cubicBezTo>
                  <a:cubicBezTo>
                    <a:pt x="7322" y="34799"/>
                    <a:pt x="6880" y="27705"/>
                    <a:pt x="6929" y="26355"/>
                  </a:cubicBezTo>
                  <a:cubicBezTo>
                    <a:pt x="6973" y="25001"/>
                    <a:pt x="6929" y="24725"/>
                    <a:pt x="6065" y="18859"/>
                  </a:cubicBezTo>
                  <a:cubicBezTo>
                    <a:pt x="5988" y="18357"/>
                    <a:pt x="5936" y="17809"/>
                    <a:pt x="5887" y="17230"/>
                  </a:cubicBezTo>
                  <a:cubicBezTo>
                    <a:pt x="5559" y="13054"/>
                    <a:pt x="5895" y="7184"/>
                    <a:pt x="5664" y="3507"/>
                  </a:cubicBezTo>
                  <a:cubicBezTo>
                    <a:pt x="5554" y="1760"/>
                    <a:pt x="5315" y="516"/>
                    <a:pt x="4821" y="179"/>
                  </a:cubicBezTo>
                  <a:cubicBezTo>
                    <a:pt x="4639" y="59"/>
                    <a:pt x="4454" y="1"/>
                    <a:pt x="4267" y="1"/>
                  </a:cubicBezTo>
                  <a:close/>
                </a:path>
              </a:pathLst>
            </a:custGeom>
            <a:solidFill>
              <a:srgbClr val="547F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" name="Google Shape;5365;p73"/>
            <p:cNvSpPr/>
            <p:nvPr/>
          </p:nvSpPr>
          <p:spPr>
            <a:xfrm>
              <a:off x="2493260" y="3266328"/>
              <a:ext cx="133917" cy="648551"/>
            </a:xfrm>
            <a:custGeom>
              <a:avLst/>
              <a:gdLst/>
              <a:ahLst/>
              <a:cxnLst/>
              <a:rect l="l" t="t" r="r" b="b"/>
              <a:pathLst>
                <a:path w="7723" h="37402" extrusionOk="0">
                  <a:moveTo>
                    <a:pt x="4617" y="711"/>
                  </a:moveTo>
                  <a:cubicBezTo>
                    <a:pt x="4747" y="715"/>
                    <a:pt x="4873" y="755"/>
                    <a:pt x="4978" y="832"/>
                  </a:cubicBezTo>
                  <a:cubicBezTo>
                    <a:pt x="5169" y="958"/>
                    <a:pt x="5513" y="1525"/>
                    <a:pt x="5667" y="3889"/>
                  </a:cubicBezTo>
                  <a:cubicBezTo>
                    <a:pt x="5773" y="5555"/>
                    <a:pt x="5756" y="7679"/>
                    <a:pt x="5744" y="9929"/>
                  </a:cubicBezTo>
                  <a:cubicBezTo>
                    <a:pt x="5728" y="12588"/>
                    <a:pt x="5712" y="15333"/>
                    <a:pt x="5890" y="17615"/>
                  </a:cubicBezTo>
                  <a:cubicBezTo>
                    <a:pt x="5939" y="18251"/>
                    <a:pt x="6000" y="18791"/>
                    <a:pt x="6073" y="19261"/>
                  </a:cubicBezTo>
                  <a:lnTo>
                    <a:pt x="6089" y="19391"/>
                  </a:lnTo>
                  <a:cubicBezTo>
                    <a:pt x="6940" y="25159"/>
                    <a:pt x="6969" y="25382"/>
                    <a:pt x="6928" y="26696"/>
                  </a:cubicBezTo>
                  <a:cubicBezTo>
                    <a:pt x="6924" y="26935"/>
                    <a:pt x="6928" y="27344"/>
                    <a:pt x="6940" y="27859"/>
                  </a:cubicBezTo>
                  <a:cubicBezTo>
                    <a:pt x="6981" y="30064"/>
                    <a:pt x="7070" y="35233"/>
                    <a:pt x="5992" y="36242"/>
                  </a:cubicBezTo>
                  <a:cubicBezTo>
                    <a:pt x="5585" y="36617"/>
                    <a:pt x="5315" y="36690"/>
                    <a:pt x="5154" y="36690"/>
                  </a:cubicBezTo>
                  <a:cubicBezTo>
                    <a:pt x="5085" y="36690"/>
                    <a:pt x="5037" y="36676"/>
                    <a:pt x="5006" y="36668"/>
                  </a:cubicBezTo>
                  <a:cubicBezTo>
                    <a:pt x="3985" y="36392"/>
                    <a:pt x="3040" y="33222"/>
                    <a:pt x="2728" y="32180"/>
                  </a:cubicBezTo>
                  <a:cubicBezTo>
                    <a:pt x="1553" y="28228"/>
                    <a:pt x="888" y="24952"/>
                    <a:pt x="746" y="18969"/>
                  </a:cubicBezTo>
                  <a:cubicBezTo>
                    <a:pt x="722" y="17777"/>
                    <a:pt x="709" y="16504"/>
                    <a:pt x="726" y="15073"/>
                  </a:cubicBezTo>
                  <a:cubicBezTo>
                    <a:pt x="762" y="11863"/>
                    <a:pt x="1115" y="8766"/>
                    <a:pt x="1759" y="6110"/>
                  </a:cubicBezTo>
                  <a:cubicBezTo>
                    <a:pt x="2611" y="2592"/>
                    <a:pt x="3669" y="1039"/>
                    <a:pt x="4386" y="755"/>
                  </a:cubicBezTo>
                  <a:cubicBezTo>
                    <a:pt x="4459" y="727"/>
                    <a:pt x="4536" y="711"/>
                    <a:pt x="4617" y="711"/>
                  </a:cubicBezTo>
                  <a:close/>
                  <a:moveTo>
                    <a:pt x="4619" y="0"/>
                  </a:moveTo>
                  <a:cubicBezTo>
                    <a:pt x="4455" y="0"/>
                    <a:pt x="4290" y="33"/>
                    <a:pt x="4127" y="98"/>
                  </a:cubicBezTo>
                  <a:cubicBezTo>
                    <a:pt x="2971" y="548"/>
                    <a:pt x="1857" y="2681"/>
                    <a:pt x="1070" y="5944"/>
                  </a:cubicBezTo>
                  <a:cubicBezTo>
                    <a:pt x="418" y="8652"/>
                    <a:pt x="53" y="11802"/>
                    <a:pt x="16" y="15061"/>
                  </a:cubicBezTo>
                  <a:cubicBezTo>
                    <a:pt x="0" y="16504"/>
                    <a:pt x="8" y="17789"/>
                    <a:pt x="36" y="18985"/>
                  </a:cubicBezTo>
                  <a:cubicBezTo>
                    <a:pt x="178" y="25050"/>
                    <a:pt x="851" y="28374"/>
                    <a:pt x="2047" y="32383"/>
                  </a:cubicBezTo>
                  <a:cubicBezTo>
                    <a:pt x="3020" y="35646"/>
                    <a:pt x="3823" y="37085"/>
                    <a:pt x="4820" y="37357"/>
                  </a:cubicBezTo>
                  <a:cubicBezTo>
                    <a:pt x="4929" y="37385"/>
                    <a:pt x="5043" y="37402"/>
                    <a:pt x="5161" y="37402"/>
                  </a:cubicBezTo>
                  <a:cubicBezTo>
                    <a:pt x="5582" y="37402"/>
                    <a:pt x="6016" y="37191"/>
                    <a:pt x="6478" y="36761"/>
                  </a:cubicBezTo>
                  <a:cubicBezTo>
                    <a:pt x="7629" y="35683"/>
                    <a:pt x="7723" y="31840"/>
                    <a:pt x="7650" y="27847"/>
                  </a:cubicBezTo>
                  <a:cubicBezTo>
                    <a:pt x="7641" y="27340"/>
                    <a:pt x="7633" y="26939"/>
                    <a:pt x="7637" y="26716"/>
                  </a:cubicBezTo>
                  <a:cubicBezTo>
                    <a:pt x="7682" y="25342"/>
                    <a:pt x="7633" y="25005"/>
                    <a:pt x="6790" y="19281"/>
                  </a:cubicBezTo>
                  <a:lnTo>
                    <a:pt x="6770" y="19155"/>
                  </a:lnTo>
                  <a:cubicBezTo>
                    <a:pt x="6705" y="18705"/>
                    <a:pt x="6648" y="18178"/>
                    <a:pt x="6600" y="17558"/>
                  </a:cubicBezTo>
                  <a:cubicBezTo>
                    <a:pt x="6421" y="15308"/>
                    <a:pt x="6437" y="12576"/>
                    <a:pt x="6458" y="9933"/>
                  </a:cubicBezTo>
                  <a:cubicBezTo>
                    <a:pt x="6466" y="7675"/>
                    <a:pt x="6482" y="5539"/>
                    <a:pt x="6377" y="3844"/>
                  </a:cubicBezTo>
                  <a:cubicBezTo>
                    <a:pt x="6239" y="1696"/>
                    <a:pt x="5939" y="613"/>
                    <a:pt x="5371" y="240"/>
                  </a:cubicBezTo>
                  <a:cubicBezTo>
                    <a:pt x="5133" y="81"/>
                    <a:pt x="4878" y="0"/>
                    <a:pt x="461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" name="Google Shape;5366;p73"/>
            <p:cNvSpPr/>
            <p:nvPr/>
          </p:nvSpPr>
          <p:spPr>
            <a:xfrm>
              <a:off x="2381487" y="3274720"/>
              <a:ext cx="201543" cy="47442"/>
            </a:xfrm>
            <a:custGeom>
              <a:avLst/>
              <a:gdLst/>
              <a:ahLst/>
              <a:cxnLst/>
              <a:rect l="l" t="t" r="r" b="b"/>
              <a:pathLst>
                <a:path w="11623" h="2736" extrusionOk="0">
                  <a:moveTo>
                    <a:pt x="10629" y="0"/>
                  </a:moveTo>
                  <a:cubicBezTo>
                    <a:pt x="8825" y="0"/>
                    <a:pt x="7558" y="532"/>
                    <a:pt x="5094" y="1542"/>
                  </a:cubicBezTo>
                  <a:lnTo>
                    <a:pt x="5094" y="1542"/>
                  </a:lnTo>
                  <a:lnTo>
                    <a:pt x="11623" y="48"/>
                  </a:lnTo>
                  <a:cubicBezTo>
                    <a:pt x="11270" y="16"/>
                    <a:pt x="10941" y="0"/>
                    <a:pt x="10629" y="0"/>
                  </a:cubicBezTo>
                  <a:close/>
                  <a:moveTo>
                    <a:pt x="5094" y="1542"/>
                  </a:moveTo>
                  <a:lnTo>
                    <a:pt x="0" y="2708"/>
                  </a:lnTo>
                  <a:cubicBezTo>
                    <a:pt x="0" y="2708"/>
                    <a:pt x="148" y="2736"/>
                    <a:pt x="446" y="2736"/>
                  </a:cubicBezTo>
                  <a:cubicBezTo>
                    <a:pt x="1109" y="2736"/>
                    <a:pt x="2517" y="2597"/>
                    <a:pt x="4703" y="1702"/>
                  </a:cubicBezTo>
                  <a:cubicBezTo>
                    <a:pt x="4837" y="1648"/>
                    <a:pt x="4967" y="1594"/>
                    <a:pt x="5094" y="1542"/>
                  </a:cubicBezTo>
                  <a:close/>
                </a:path>
              </a:pathLst>
            </a:custGeom>
            <a:solidFill>
              <a:srgbClr val="88CA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" name="Google Shape;5367;p73"/>
            <p:cNvSpPr/>
            <p:nvPr/>
          </p:nvSpPr>
          <p:spPr>
            <a:xfrm>
              <a:off x="2374811" y="3268565"/>
              <a:ext cx="214617" cy="59736"/>
            </a:xfrm>
            <a:custGeom>
              <a:avLst/>
              <a:gdLst/>
              <a:ahLst/>
              <a:cxnLst/>
              <a:rect l="l" t="t" r="r" b="b"/>
              <a:pathLst>
                <a:path w="12377" h="3445" extrusionOk="0">
                  <a:moveTo>
                    <a:pt x="11008" y="1"/>
                  </a:moveTo>
                  <a:cubicBezTo>
                    <a:pt x="9174" y="1"/>
                    <a:pt x="7878" y="532"/>
                    <a:pt x="5469" y="1514"/>
                  </a:cubicBezTo>
                  <a:lnTo>
                    <a:pt x="4958" y="1725"/>
                  </a:lnTo>
                  <a:cubicBezTo>
                    <a:pt x="2788" y="2609"/>
                    <a:pt x="1407" y="2732"/>
                    <a:pt x="804" y="2732"/>
                  </a:cubicBezTo>
                  <a:cubicBezTo>
                    <a:pt x="573" y="2732"/>
                    <a:pt x="457" y="2714"/>
                    <a:pt x="454" y="2714"/>
                  </a:cubicBezTo>
                  <a:cubicBezTo>
                    <a:pt x="432" y="2710"/>
                    <a:pt x="410" y="2708"/>
                    <a:pt x="388" y="2708"/>
                  </a:cubicBezTo>
                  <a:cubicBezTo>
                    <a:pt x="219" y="2708"/>
                    <a:pt x="69" y="2829"/>
                    <a:pt x="37" y="2998"/>
                  </a:cubicBezTo>
                  <a:cubicBezTo>
                    <a:pt x="0" y="3192"/>
                    <a:pt x="126" y="3379"/>
                    <a:pt x="321" y="3415"/>
                  </a:cubicBezTo>
                  <a:cubicBezTo>
                    <a:pt x="456" y="3436"/>
                    <a:pt x="595" y="3445"/>
                    <a:pt x="732" y="3445"/>
                  </a:cubicBezTo>
                  <a:cubicBezTo>
                    <a:pt x="758" y="3445"/>
                    <a:pt x="785" y="3444"/>
                    <a:pt x="811" y="3444"/>
                  </a:cubicBezTo>
                  <a:cubicBezTo>
                    <a:pt x="1512" y="3444"/>
                    <a:pt x="2976" y="3298"/>
                    <a:pt x="5226" y="2382"/>
                  </a:cubicBezTo>
                  <a:lnTo>
                    <a:pt x="5736" y="2175"/>
                  </a:lnTo>
                  <a:cubicBezTo>
                    <a:pt x="8116" y="1202"/>
                    <a:pt x="9311" y="713"/>
                    <a:pt x="11004" y="713"/>
                  </a:cubicBezTo>
                  <a:cubicBezTo>
                    <a:pt x="11307" y="713"/>
                    <a:pt x="11626" y="729"/>
                    <a:pt x="11971" y="760"/>
                  </a:cubicBezTo>
                  <a:cubicBezTo>
                    <a:pt x="11979" y="760"/>
                    <a:pt x="11987" y="761"/>
                    <a:pt x="11995" y="761"/>
                  </a:cubicBezTo>
                  <a:cubicBezTo>
                    <a:pt x="12180" y="761"/>
                    <a:pt x="12341" y="622"/>
                    <a:pt x="12360" y="436"/>
                  </a:cubicBezTo>
                  <a:cubicBezTo>
                    <a:pt x="12377" y="241"/>
                    <a:pt x="12231" y="67"/>
                    <a:pt x="12036" y="51"/>
                  </a:cubicBezTo>
                  <a:cubicBezTo>
                    <a:pt x="11671" y="17"/>
                    <a:pt x="11331" y="1"/>
                    <a:pt x="1100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" name="Google Shape;5368;p73"/>
            <p:cNvSpPr/>
            <p:nvPr/>
          </p:nvSpPr>
          <p:spPr>
            <a:xfrm>
              <a:off x="2551523" y="2936954"/>
              <a:ext cx="209641" cy="155418"/>
            </a:xfrm>
            <a:custGeom>
              <a:avLst/>
              <a:gdLst/>
              <a:ahLst/>
              <a:cxnLst/>
              <a:rect l="l" t="t" r="r" b="b"/>
              <a:pathLst>
                <a:path w="12090" h="8963" extrusionOk="0">
                  <a:moveTo>
                    <a:pt x="11986" y="0"/>
                  </a:moveTo>
                  <a:cubicBezTo>
                    <a:pt x="11931" y="0"/>
                    <a:pt x="11854" y="22"/>
                    <a:pt x="11773" y="65"/>
                  </a:cubicBezTo>
                  <a:cubicBezTo>
                    <a:pt x="10687" y="604"/>
                    <a:pt x="9624" y="1192"/>
                    <a:pt x="8591" y="1832"/>
                  </a:cubicBezTo>
                  <a:cubicBezTo>
                    <a:pt x="7557" y="2477"/>
                    <a:pt x="6548" y="3158"/>
                    <a:pt x="5575" y="3880"/>
                  </a:cubicBezTo>
                  <a:cubicBezTo>
                    <a:pt x="4602" y="4605"/>
                    <a:pt x="3661" y="5375"/>
                    <a:pt x="2749" y="6178"/>
                  </a:cubicBezTo>
                  <a:cubicBezTo>
                    <a:pt x="1837" y="6989"/>
                    <a:pt x="969" y="7836"/>
                    <a:pt x="138" y="8720"/>
                  </a:cubicBezTo>
                  <a:cubicBezTo>
                    <a:pt x="53" y="8805"/>
                    <a:pt x="1" y="8906"/>
                    <a:pt x="37" y="8947"/>
                  </a:cubicBezTo>
                  <a:cubicBezTo>
                    <a:pt x="47" y="8957"/>
                    <a:pt x="61" y="8962"/>
                    <a:pt x="79" y="8962"/>
                  </a:cubicBezTo>
                  <a:cubicBezTo>
                    <a:pt x="128" y="8962"/>
                    <a:pt x="204" y="8922"/>
                    <a:pt x="276" y="8854"/>
                  </a:cubicBezTo>
                  <a:cubicBezTo>
                    <a:pt x="1140" y="8010"/>
                    <a:pt x="2044" y="7200"/>
                    <a:pt x="2956" y="6413"/>
                  </a:cubicBezTo>
                  <a:cubicBezTo>
                    <a:pt x="3868" y="5631"/>
                    <a:pt x="4808" y="4873"/>
                    <a:pt x="5781" y="4163"/>
                  </a:cubicBezTo>
                  <a:cubicBezTo>
                    <a:pt x="6758" y="3446"/>
                    <a:pt x="7756" y="2761"/>
                    <a:pt x="8769" y="2112"/>
                  </a:cubicBezTo>
                  <a:cubicBezTo>
                    <a:pt x="9783" y="1463"/>
                    <a:pt x="10816" y="847"/>
                    <a:pt x="11878" y="264"/>
                  </a:cubicBezTo>
                  <a:cubicBezTo>
                    <a:pt x="12004" y="191"/>
                    <a:pt x="12089" y="101"/>
                    <a:pt x="12069" y="41"/>
                  </a:cubicBezTo>
                  <a:cubicBezTo>
                    <a:pt x="12060" y="14"/>
                    <a:pt x="12030" y="0"/>
                    <a:pt x="1198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" name="Google Shape;5369;p73"/>
            <p:cNvSpPr/>
            <p:nvPr/>
          </p:nvSpPr>
          <p:spPr>
            <a:xfrm>
              <a:off x="2630749" y="3184292"/>
              <a:ext cx="65458" cy="66291"/>
            </a:xfrm>
            <a:custGeom>
              <a:avLst/>
              <a:gdLst/>
              <a:ahLst/>
              <a:cxnLst/>
              <a:rect l="l" t="t" r="r" b="b"/>
              <a:pathLst>
                <a:path w="3775" h="3823" extrusionOk="0">
                  <a:moveTo>
                    <a:pt x="3655" y="0"/>
                  </a:moveTo>
                  <a:cubicBezTo>
                    <a:pt x="3641" y="0"/>
                    <a:pt x="3626" y="3"/>
                    <a:pt x="3612" y="10"/>
                  </a:cubicBezTo>
                  <a:cubicBezTo>
                    <a:pt x="3215" y="200"/>
                    <a:pt x="2842" y="427"/>
                    <a:pt x="2489" y="687"/>
                  </a:cubicBezTo>
                  <a:cubicBezTo>
                    <a:pt x="2141" y="950"/>
                    <a:pt x="1808" y="1234"/>
                    <a:pt x="1504" y="1546"/>
                  </a:cubicBezTo>
                  <a:cubicBezTo>
                    <a:pt x="1200" y="1862"/>
                    <a:pt x="921" y="2203"/>
                    <a:pt x="665" y="2559"/>
                  </a:cubicBezTo>
                  <a:cubicBezTo>
                    <a:pt x="418" y="2916"/>
                    <a:pt x="199" y="3297"/>
                    <a:pt x="17" y="3694"/>
                  </a:cubicBezTo>
                  <a:cubicBezTo>
                    <a:pt x="0" y="3735"/>
                    <a:pt x="21" y="3784"/>
                    <a:pt x="57" y="3804"/>
                  </a:cubicBezTo>
                  <a:cubicBezTo>
                    <a:pt x="74" y="3817"/>
                    <a:pt x="94" y="3822"/>
                    <a:pt x="113" y="3822"/>
                  </a:cubicBezTo>
                  <a:cubicBezTo>
                    <a:pt x="142" y="3822"/>
                    <a:pt x="171" y="3808"/>
                    <a:pt x="191" y="3784"/>
                  </a:cubicBezTo>
                  <a:cubicBezTo>
                    <a:pt x="414" y="3423"/>
                    <a:pt x="657" y="3074"/>
                    <a:pt x="921" y="2742"/>
                  </a:cubicBezTo>
                  <a:cubicBezTo>
                    <a:pt x="1176" y="2409"/>
                    <a:pt x="1456" y="2089"/>
                    <a:pt x="1756" y="1793"/>
                  </a:cubicBezTo>
                  <a:cubicBezTo>
                    <a:pt x="2047" y="1489"/>
                    <a:pt x="2364" y="1209"/>
                    <a:pt x="2692" y="946"/>
                  </a:cubicBezTo>
                  <a:cubicBezTo>
                    <a:pt x="3024" y="682"/>
                    <a:pt x="3365" y="435"/>
                    <a:pt x="3722" y="208"/>
                  </a:cubicBezTo>
                  <a:cubicBezTo>
                    <a:pt x="3762" y="172"/>
                    <a:pt x="3774" y="115"/>
                    <a:pt x="3754" y="66"/>
                  </a:cubicBezTo>
                  <a:cubicBezTo>
                    <a:pt x="3736" y="24"/>
                    <a:pt x="3696" y="0"/>
                    <a:pt x="365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" name="Google Shape;5370;p73"/>
            <p:cNvSpPr/>
            <p:nvPr/>
          </p:nvSpPr>
          <p:spPr>
            <a:xfrm>
              <a:off x="2570510" y="3626306"/>
              <a:ext cx="25247" cy="226668"/>
            </a:xfrm>
            <a:custGeom>
              <a:avLst/>
              <a:gdLst/>
              <a:ahLst/>
              <a:cxnLst/>
              <a:rect l="l" t="t" r="r" b="b"/>
              <a:pathLst>
                <a:path w="1456" h="13072" extrusionOk="0">
                  <a:moveTo>
                    <a:pt x="70" y="0"/>
                  </a:moveTo>
                  <a:cubicBezTo>
                    <a:pt x="67" y="0"/>
                    <a:pt x="64" y="0"/>
                    <a:pt x="61" y="1"/>
                  </a:cubicBezTo>
                  <a:cubicBezTo>
                    <a:pt x="12" y="13"/>
                    <a:pt x="0" y="118"/>
                    <a:pt x="41" y="232"/>
                  </a:cubicBezTo>
                  <a:cubicBezTo>
                    <a:pt x="389" y="1229"/>
                    <a:pt x="649" y="2255"/>
                    <a:pt x="807" y="3301"/>
                  </a:cubicBezTo>
                  <a:cubicBezTo>
                    <a:pt x="973" y="4346"/>
                    <a:pt x="1062" y="5400"/>
                    <a:pt x="1074" y="6458"/>
                  </a:cubicBezTo>
                  <a:cubicBezTo>
                    <a:pt x="1107" y="7512"/>
                    <a:pt x="1078" y="8575"/>
                    <a:pt x="1018" y="9637"/>
                  </a:cubicBezTo>
                  <a:cubicBezTo>
                    <a:pt x="957" y="10695"/>
                    <a:pt x="884" y="11753"/>
                    <a:pt x="807" y="12819"/>
                  </a:cubicBezTo>
                  <a:cubicBezTo>
                    <a:pt x="803" y="12945"/>
                    <a:pt x="831" y="13062"/>
                    <a:pt x="892" y="13070"/>
                  </a:cubicBezTo>
                  <a:cubicBezTo>
                    <a:pt x="895" y="13071"/>
                    <a:pt x="899" y="13071"/>
                    <a:pt x="902" y="13071"/>
                  </a:cubicBezTo>
                  <a:cubicBezTo>
                    <a:pt x="960" y="13071"/>
                    <a:pt x="1019" y="12973"/>
                    <a:pt x="1034" y="12839"/>
                  </a:cubicBezTo>
                  <a:cubicBezTo>
                    <a:pt x="1160" y="11777"/>
                    <a:pt x="1281" y="10723"/>
                    <a:pt x="1350" y="9657"/>
                  </a:cubicBezTo>
                  <a:cubicBezTo>
                    <a:pt x="1415" y="8587"/>
                    <a:pt x="1455" y="7517"/>
                    <a:pt x="1431" y="6446"/>
                  </a:cubicBezTo>
                  <a:cubicBezTo>
                    <a:pt x="1403" y="5372"/>
                    <a:pt x="1297" y="4302"/>
                    <a:pt x="1115" y="3244"/>
                  </a:cubicBezTo>
                  <a:cubicBezTo>
                    <a:pt x="928" y="2186"/>
                    <a:pt x="629" y="1152"/>
                    <a:pt x="219" y="159"/>
                  </a:cubicBezTo>
                  <a:cubicBezTo>
                    <a:pt x="181" y="63"/>
                    <a:pt x="121" y="0"/>
                    <a:pt x="70" y="0"/>
                  </a:cubicBezTo>
                  <a:close/>
                </a:path>
              </a:pathLst>
            </a:custGeom>
            <a:solidFill>
              <a:srgbClr val="4F1E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" name="Google Shape;5371;p73"/>
            <p:cNvSpPr/>
            <p:nvPr/>
          </p:nvSpPr>
          <p:spPr>
            <a:xfrm>
              <a:off x="2563262" y="3699273"/>
              <a:ext cx="6971" cy="128593"/>
            </a:xfrm>
            <a:custGeom>
              <a:avLst/>
              <a:gdLst/>
              <a:ahLst/>
              <a:cxnLst/>
              <a:rect l="l" t="t" r="r" b="b"/>
              <a:pathLst>
                <a:path w="402" h="7416" extrusionOk="0">
                  <a:moveTo>
                    <a:pt x="286" y="0"/>
                  </a:moveTo>
                  <a:cubicBezTo>
                    <a:pt x="236" y="0"/>
                    <a:pt x="195" y="48"/>
                    <a:pt x="191" y="110"/>
                  </a:cubicBezTo>
                  <a:cubicBezTo>
                    <a:pt x="151" y="710"/>
                    <a:pt x="114" y="1306"/>
                    <a:pt x="90" y="1902"/>
                  </a:cubicBezTo>
                  <a:lnTo>
                    <a:pt x="29" y="3690"/>
                  </a:lnTo>
                  <a:lnTo>
                    <a:pt x="5" y="5477"/>
                  </a:lnTo>
                  <a:cubicBezTo>
                    <a:pt x="1" y="6077"/>
                    <a:pt x="5" y="6673"/>
                    <a:pt x="17" y="7273"/>
                  </a:cubicBezTo>
                  <a:cubicBezTo>
                    <a:pt x="1" y="7342"/>
                    <a:pt x="53" y="7411"/>
                    <a:pt x="130" y="7415"/>
                  </a:cubicBezTo>
                  <a:cubicBezTo>
                    <a:pt x="203" y="7415"/>
                    <a:pt x="260" y="7350"/>
                    <a:pt x="248" y="7277"/>
                  </a:cubicBezTo>
                  <a:cubicBezTo>
                    <a:pt x="280" y="6677"/>
                    <a:pt x="313" y="6081"/>
                    <a:pt x="333" y="5489"/>
                  </a:cubicBezTo>
                  <a:lnTo>
                    <a:pt x="382" y="3698"/>
                  </a:lnTo>
                  <a:lnTo>
                    <a:pt x="402" y="1910"/>
                  </a:lnTo>
                  <a:cubicBezTo>
                    <a:pt x="402" y="1314"/>
                    <a:pt x="398" y="714"/>
                    <a:pt x="382" y="118"/>
                  </a:cubicBezTo>
                  <a:cubicBezTo>
                    <a:pt x="386" y="61"/>
                    <a:pt x="345" y="13"/>
                    <a:pt x="292" y="1"/>
                  </a:cubicBezTo>
                  <a:cubicBezTo>
                    <a:pt x="290" y="0"/>
                    <a:pt x="288" y="0"/>
                    <a:pt x="286" y="0"/>
                  </a:cubicBezTo>
                  <a:close/>
                </a:path>
              </a:pathLst>
            </a:custGeom>
            <a:solidFill>
              <a:srgbClr val="4F1E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" name="Google Shape;5372;p73"/>
            <p:cNvSpPr/>
            <p:nvPr/>
          </p:nvSpPr>
          <p:spPr>
            <a:xfrm>
              <a:off x="2297769" y="3851639"/>
              <a:ext cx="229460" cy="57482"/>
            </a:xfrm>
            <a:custGeom>
              <a:avLst/>
              <a:gdLst/>
              <a:ahLst/>
              <a:cxnLst/>
              <a:rect l="l" t="t" r="r" b="b"/>
              <a:pathLst>
                <a:path w="13233" h="3315" extrusionOk="0">
                  <a:moveTo>
                    <a:pt x="93" y="0"/>
                  </a:moveTo>
                  <a:cubicBezTo>
                    <a:pt x="69" y="0"/>
                    <a:pt x="49" y="7"/>
                    <a:pt x="37" y="23"/>
                  </a:cubicBezTo>
                  <a:cubicBezTo>
                    <a:pt x="0" y="71"/>
                    <a:pt x="61" y="156"/>
                    <a:pt x="167" y="221"/>
                  </a:cubicBezTo>
                  <a:cubicBezTo>
                    <a:pt x="1107" y="829"/>
                    <a:pt x="2100" y="1352"/>
                    <a:pt x="3134" y="1782"/>
                  </a:cubicBezTo>
                  <a:cubicBezTo>
                    <a:pt x="4164" y="2212"/>
                    <a:pt x="5230" y="2552"/>
                    <a:pt x="6320" y="2808"/>
                  </a:cubicBezTo>
                  <a:cubicBezTo>
                    <a:pt x="7415" y="3055"/>
                    <a:pt x="8526" y="3213"/>
                    <a:pt x="9644" y="3282"/>
                  </a:cubicBezTo>
                  <a:cubicBezTo>
                    <a:pt x="10013" y="3303"/>
                    <a:pt x="10383" y="3314"/>
                    <a:pt x="10752" y="3314"/>
                  </a:cubicBezTo>
                  <a:cubicBezTo>
                    <a:pt x="11499" y="3314"/>
                    <a:pt x="12246" y="3270"/>
                    <a:pt x="12989" y="3180"/>
                  </a:cubicBezTo>
                  <a:cubicBezTo>
                    <a:pt x="13127" y="3168"/>
                    <a:pt x="13232" y="3112"/>
                    <a:pt x="13232" y="3051"/>
                  </a:cubicBezTo>
                  <a:cubicBezTo>
                    <a:pt x="13232" y="2996"/>
                    <a:pt x="13138" y="2952"/>
                    <a:pt x="13013" y="2952"/>
                  </a:cubicBezTo>
                  <a:cubicBezTo>
                    <a:pt x="12999" y="2952"/>
                    <a:pt x="12984" y="2952"/>
                    <a:pt x="12969" y="2953"/>
                  </a:cubicBezTo>
                  <a:cubicBezTo>
                    <a:pt x="12417" y="2994"/>
                    <a:pt x="11866" y="3014"/>
                    <a:pt x="11315" y="3014"/>
                  </a:cubicBezTo>
                  <a:cubicBezTo>
                    <a:pt x="10764" y="3014"/>
                    <a:pt x="10214" y="2994"/>
                    <a:pt x="9665" y="2953"/>
                  </a:cubicBezTo>
                  <a:cubicBezTo>
                    <a:pt x="8566" y="2876"/>
                    <a:pt x="7472" y="2710"/>
                    <a:pt x="6401" y="2463"/>
                  </a:cubicBezTo>
                  <a:cubicBezTo>
                    <a:pt x="5323" y="2224"/>
                    <a:pt x="4269" y="1899"/>
                    <a:pt x="3247" y="1490"/>
                  </a:cubicBezTo>
                  <a:cubicBezTo>
                    <a:pt x="2222" y="1089"/>
                    <a:pt x="1225" y="610"/>
                    <a:pt x="268" y="59"/>
                  </a:cubicBezTo>
                  <a:cubicBezTo>
                    <a:pt x="202" y="25"/>
                    <a:pt x="139" y="0"/>
                    <a:pt x="9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" name="Google Shape;5373;p73"/>
            <p:cNvSpPr/>
            <p:nvPr/>
          </p:nvSpPr>
          <p:spPr>
            <a:xfrm>
              <a:off x="2393295" y="3846611"/>
              <a:ext cx="116074" cy="17236"/>
            </a:xfrm>
            <a:custGeom>
              <a:avLst/>
              <a:gdLst/>
              <a:ahLst/>
              <a:cxnLst/>
              <a:rect l="l" t="t" r="r" b="b"/>
              <a:pathLst>
                <a:path w="6694" h="994" extrusionOk="0">
                  <a:moveTo>
                    <a:pt x="122" y="1"/>
                  </a:moveTo>
                  <a:cubicBezTo>
                    <a:pt x="82" y="1"/>
                    <a:pt x="44" y="21"/>
                    <a:pt x="21" y="57"/>
                  </a:cubicBezTo>
                  <a:cubicBezTo>
                    <a:pt x="0" y="114"/>
                    <a:pt x="33" y="175"/>
                    <a:pt x="90" y="187"/>
                  </a:cubicBezTo>
                  <a:cubicBezTo>
                    <a:pt x="600" y="398"/>
                    <a:pt x="1123" y="568"/>
                    <a:pt x="1663" y="690"/>
                  </a:cubicBezTo>
                  <a:cubicBezTo>
                    <a:pt x="2198" y="811"/>
                    <a:pt x="2745" y="900"/>
                    <a:pt x="3292" y="953"/>
                  </a:cubicBezTo>
                  <a:cubicBezTo>
                    <a:pt x="3629" y="980"/>
                    <a:pt x="3968" y="994"/>
                    <a:pt x="4306" y="994"/>
                  </a:cubicBezTo>
                  <a:cubicBezTo>
                    <a:pt x="4521" y="994"/>
                    <a:pt x="4736" y="988"/>
                    <a:pt x="4950" y="977"/>
                  </a:cubicBezTo>
                  <a:cubicBezTo>
                    <a:pt x="5502" y="945"/>
                    <a:pt x="6049" y="868"/>
                    <a:pt x="6588" y="750"/>
                  </a:cubicBezTo>
                  <a:cubicBezTo>
                    <a:pt x="6649" y="742"/>
                    <a:pt x="6693" y="685"/>
                    <a:pt x="6693" y="625"/>
                  </a:cubicBezTo>
                  <a:cubicBezTo>
                    <a:pt x="6683" y="567"/>
                    <a:pt x="6630" y="525"/>
                    <a:pt x="6573" y="525"/>
                  </a:cubicBezTo>
                  <a:cubicBezTo>
                    <a:pt x="6566" y="525"/>
                    <a:pt x="6559" y="526"/>
                    <a:pt x="6551" y="527"/>
                  </a:cubicBezTo>
                  <a:cubicBezTo>
                    <a:pt x="6016" y="592"/>
                    <a:pt x="5477" y="633"/>
                    <a:pt x="4934" y="649"/>
                  </a:cubicBezTo>
                  <a:cubicBezTo>
                    <a:pt x="4798" y="653"/>
                    <a:pt x="4662" y="655"/>
                    <a:pt x="4526" y="655"/>
                  </a:cubicBezTo>
                  <a:cubicBezTo>
                    <a:pt x="4125" y="655"/>
                    <a:pt x="3724" y="638"/>
                    <a:pt x="3325" y="604"/>
                  </a:cubicBezTo>
                  <a:cubicBezTo>
                    <a:pt x="2790" y="564"/>
                    <a:pt x="2254" y="491"/>
                    <a:pt x="1727" y="386"/>
                  </a:cubicBezTo>
                  <a:cubicBezTo>
                    <a:pt x="1196" y="284"/>
                    <a:pt x="673" y="159"/>
                    <a:pt x="150" y="4"/>
                  </a:cubicBezTo>
                  <a:cubicBezTo>
                    <a:pt x="141" y="2"/>
                    <a:pt x="132" y="1"/>
                    <a:pt x="12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" name="Google Shape;5374;p73"/>
            <p:cNvSpPr/>
            <p:nvPr/>
          </p:nvSpPr>
          <p:spPr>
            <a:xfrm>
              <a:off x="2431044" y="3808619"/>
              <a:ext cx="51465" cy="11652"/>
            </a:xfrm>
            <a:custGeom>
              <a:avLst/>
              <a:gdLst/>
              <a:ahLst/>
              <a:cxnLst/>
              <a:rect l="l" t="t" r="r" b="b"/>
              <a:pathLst>
                <a:path w="2968" h="672" extrusionOk="0">
                  <a:moveTo>
                    <a:pt x="119" y="1"/>
                  </a:moveTo>
                  <a:cubicBezTo>
                    <a:pt x="93" y="1"/>
                    <a:pt x="65" y="24"/>
                    <a:pt x="37" y="59"/>
                  </a:cubicBezTo>
                  <a:cubicBezTo>
                    <a:pt x="8" y="100"/>
                    <a:pt x="0" y="148"/>
                    <a:pt x="21" y="164"/>
                  </a:cubicBezTo>
                  <a:cubicBezTo>
                    <a:pt x="223" y="327"/>
                    <a:pt x="454" y="452"/>
                    <a:pt x="702" y="533"/>
                  </a:cubicBezTo>
                  <a:cubicBezTo>
                    <a:pt x="949" y="614"/>
                    <a:pt x="1208" y="663"/>
                    <a:pt x="1472" y="671"/>
                  </a:cubicBezTo>
                  <a:cubicBezTo>
                    <a:pt x="1731" y="671"/>
                    <a:pt x="1995" y="635"/>
                    <a:pt x="2246" y="566"/>
                  </a:cubicBezTo>
                  <a:cubicBezTo>
                    <a:pt x="2498" y="493"/>
                    <a:pt x="2733" y="375"/>
                    <a:pt x="2939" y="221"/>
                  </a:cubicBezTo>
                  <a:cubicBezTo>
                    <a:pt x="2968" y="205"/>
                    <a:pt x="2968" y="160"/>
                    <a:pt x="2935" y="104"/>
                  </a:cubicBezTo>
                  <a:cubicBezTo>
                    <a:pt x="2912" y="56"/>
                    <a:pt x="2871" y="23"/>
                    <a:pt x="2841" y="23"/>
                  </a:cubicBezTo>
                  <a:cubicBezTo>
                    <a:pt x="2836" y="23"/>
                    <a:pt x="2830" y="24"/>
                    <a:pt x="2826" y="27"/>
                  </a:cubicBezTo>
                  <a:cubicBezTo>
                    <a:pt x="2611" y="124"/>
                    <a:pt x="2392" y="197"/>
                    <a:pt x="2165" y="246"/>
                  </a:cubicBezTo>
                  <a:cubicBezTo>
                    <a:pt x="1945" y="293"/>
                    <a:pt x="1721" y="316"/>
                    <a:pt x="1497" y="316"/>
                  </a:cubicBezTo>
                  <a:cubicBezTo>
                    <a:pt x="1259" y="316"/>
                    <a:pt x="1021" y="290"/>
                    <a:pt x="787" y="237"/>
                  </a:cubicBezTo>
                  <a:cubicBezTo>
                    <a:pt x="560" y="185"/>
                    <a:pt x="337" y="108"/>
                    <a:pt x="130" y="2"/>
                  </a:cubicBezTo>
                  <a:cubicBezTo>
                    <a:pt x="126" y="1"/>
                    <a:pt x="123" y="1"/>
                    <a:pt x="11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" name="Google Shape;5375;p73"/>
            <p:cNvSpPr/>
            <p:nvPr/>
          </p:nvSpPr>
          <p:spPr>
            <a:xfrm>
              <a:off x="2126328" y="3603504"/>
              <a:ext cx="53078" cy="137402"/>
            </a:xfrm>
            <a:custGeom>
              <a:avLst/>
              <a:gdLst/>
              <a:ahLst/>
              <a:cxnLst/>
              <a:rect l="l" t="t" r="r" b="b"/>
              <a:pathLst>
                <a:path w="3061" h="7924" extrusionOk="0">
                  <a:moveTo>
                    <a:pt x="300" y="0"/>
                  </a:moveTo>
                  <a:cubicBezTo>
                    <a:pt x="254" y="0"/>
                    <a:pt x="213" y="47"/>
                    <a:pt x="195" y="120"/>
                  </a:cubicBezTo>
                  <a:cubicBezTo>
                    <a:pt x="49" y="821"/>
                    <a:pt x="0" y="1535"/>
                    <a:pt x="53" y="2248"/>
                  </a:cubicBezTo>
                  <a:cubicBezTo>
                    <a:pt x="101" y="2962"/>
                    <a:pt x="243" y="3667"/>
                    <a:pt x="470" y="4348"/>
                  </a:cubicBezTo>
                  <a:cubicBezTo>
                    <a:pt x="709" y="5021"/>
                    <a:pt x="1026" y="5666"/>
                    <a:pt x="1415" y="6270"/>
                  </a:cubicBezTo>
                  <a:cubicBezTo>
                    <a:pt x="1808" y="6865"/>
                    <a:pt x="2286" y="7405"/>
                    <a:pt x="2830" y="7871"/>
                  </a:cubicBezTo>
                  <a:cubicBezTo>
                    <a:pt x="2870" y="7903"/>
                    <a:pt x="2915" y="7924"/>
                    <a:pt x="2954" y="7924"/>
                  </a:cubicBezTo>
                  <a:cubicBezTo>
                    <a:pt x="2978" y="7924"/>
                    <a:pt x="2999" y="7916"/>
                    <a:pt x="3016" y="7899"/>
                  </a:cubicBezTo>
                  <a:cubicBezTo>
                    <a:pt x="3061" y="7855"/>
                    <a:pt x="3049" y="7769"/>
                    <a:pt x="2980" y="7701"/>
                  </a:cubicBezTo>
                  <a:cubicBezTo>
                    <a:pt x="2489" y="7214"/>
                    <a:pt x="2059" y="6675"/>
                    <a:pt x="1695" y="6091"/>
                  </a:cubicBezTo>
                  <a:cubicBezTo>
                    <a:pt x="1326" y="5507"/>
                    <a:pt x="1026" y="4883"/>
                    <a:pt x="807" y="4230"/>
                  </a:cubicBezTo>
                  <a:cubicBezTo>
                    <a:pt x="576" y="3582"/>
                    <a:pt x="426" y="2905"/>
                    <a:pt x="361" y="2220"/>
                  </a:cubicBezTo>
                  <a:cubicBezTo>
                    <a:pt x="288" y="1535"/>
                    <a:pt x="296" y="841"/>
                    <a:pt x="385" y="156"/>
                  </a:cubicBezTo>
                  <a:cubicBezTo>
                    <a:pt x="401" y="96"/>
                    <a:pt x="373" y="31"/>
                    <a:pt x="316" y="2"/>
                  </a:cubicBezTo>
                  <a:cubicBezTo>
                    <a:pt x="311" y="1"/>
                    <a:pt x="305" y="0"/>
                    <a:pt x="3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" name="Google Shape;5376;p73"/>
            <p:cNvSpPr/>
            <p:nvPr/>
          </p:nvSpPr>
          <p:spPr>
            <a:xfrm>
              <a:off x="2388509" y="3327278"/>
              <a:ext cx="109745" cy="20999"/>
            </a:xfrm>
            <a:custGeom>
              <a:avLst/>
              <a:gdLst/>
              <a:ahLst/>
              <a:cxnLst/>
              <a:rect l="l" t="t" r="r" b="b"/>
              <a:pathLst>
                <a:path w="6329" h="1211" extrusionOk="0">
                  <a:moveTo>
                    <a:pt x="6199" y="0"/>
                  </a:moveTo>
                  <a:cubicBezTo>
                    <a:pt x="6180" y="0"/>
                    <a:pt x="6161" y="4"/>
                    <a:pt x="6142" y="13"/>
                  </a:cubicBezTo>
                  <a:cubicBezTo>
                    <a:pt x="5676" y="216"/>
                    <a:pt x="5194" y="386"/>
                    <a:pt x="4699" y="520"/>
                  </a:cubicBezTo>
                  <a:cubicBezTo>
                    <a:pt x="4209" y="662"/>
                    <a:pt x="3702" y="759"/>
                    <a:pt x="3195" y="816"/>
                  </a:cubicBezTo>
                  <a:cubicBezTo>
                    <a:pt x="2838" y="861"/>
                    <a:pt x="2477" y="885"/>
                    <a:pt x="2116" y="885"/>
                  </a:cubicBezTo>
                  <a:cubicBezTo>
                    <a:pt x="1965" y="885"/>
                    <a:pt x="1814" y="881"/>
                    <a:pt x="1663" y="872"/>
                  </a:cubicBezTo>
                  <a:cubicBezTo>
                    <a:pt x="1152" y="860"/>
                    <a:pt x="637" y="804"/>
                    <a:pt x="135" y="714"/>
                  </a:cubicBezTo>
                  <a:cubicBezTo>
                    <a:pt x="128" y="713"/>
                    <a:pt x="121" y="713"/>
                    <a:pt x="115" y="713"/>
                  </a:cubicBezTo>
                  <a:cubicBezTo>
                    <a:pt x="70" y="713"/>
                    <a:pt x="31" y="737"/>
                    <a:pt x="13" y="779"/>
                  </a:cubicBezTo>
                  <a:cubicBezTo>
                    <a:pt x="1" y="832"/>
                    <a:pt x="33" y="889"/>
                    <a:pt x="90" y="901"/>
                  </a:cubicBezTo>
                  <a:cubicBezTo>
                    <a:pt x="593" y="1051"/>
                    <a:pt x="1116" y="1148"/>
                    <a:pt x="1643" y="1189"/>
                  </a:cubicBezTo>
                  <a:cubicBezTo>
                    <a:pt x="1860" y="1204"/>
                    <a:pt x="2077" y="1211"/>
                    <a:pt x="2294" y="1211"/>
                  </a:cubicBezTo>
                  <a:cubicBezTo>
                    <a:pt x="2608" y="1211"/>
                    <a:pt x="2922" y="1195"/>
                    <a:pt x="3236" y="1164"/>
                  </a:cubicBezTo>
                  <a:cubicBezTo>
                    <a:pt x="3763" y="1099"/>
                    <a:pt x="4282" y="994"/>
                    <a:pt x="4792" y="840"/>
                  </a:cubicBezTo>
                  <a:cubicBezTo>
                    <a:pt x="5295" y="682"/>
                    <a:pt x="5782" y="475"/>
                    <a:pt x="6244" y="216"/>
                  </a:cubicBezTo>
                  <a:cubicBezTo>
                    <a:pt x="6305" y="191"/>
                    <a:pt x="6329" y="122"/>
                    <a:pt x="6305" y="62"/>
                  </a:cubicBezTo>
                  <a:cubicBezTo>
                    <a:pt x="6285" y="22"/>
                    <a:pt x="6243" y="0"/>
                    <a:pt x="619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5377;p73"/>
            <p:cNvSpPr/>
            <p:nvPr/>
          </p:nvSpPr>
          <p:spPr>
            <a:xfrm>
              <a:off x="2426258" y="3367489"/>
              <a:ext cx="38044" cy="7508"/>
            </a:xfrm>
            <a:custGeom>
              <a:avLst/>
              <a:gdLst/>
              <a:ahLst/>
              <a:cxnLst/>
              <a:rect l="l" t="t" r="r" b="b"/>
              <a:pathLst>
                <a:path w="2194" h="433" extrusionOk="0">
                  <a:moveTo>
                    <a:pt x="2121" y="1"/>
                  </a:moveTo>
                  <a:lnTo>
                    <a:pt x="1602" y="29"/>
                  </a:lnTo>
                  <a:cubicBezTo>
                    <a:pt x="1428" y="49"/>
                    <a:pt x="1257" y="61"/>
                    <a:pt x="1083" y="70"/>
                  </a:cubicBezTo>
                  <a:lnTo>
                    <a:pt x="568" y="110"/>
                  </a:lnTo>
                  <a:lnTo>
                    <a:pt x="45" y="159"/>
                  </a:lnTo>
                  <a:cubicBezTo>
                    <a:pt x="25" y="159"/>
                    <a:pt x="9" y="187"/>
                    <a:pt x="5" y="244"/>
                  </a:cubicBezTo>
                  <a:cubicBezTo>
                    <a:pt x="1" y="297"/>
                    <a:pt x="13" y="345"/>
                    <a:pt x="33" y="349"/>
                  </a:cubicBezTo>
                  <a:cubicBezTo>
                    <a:pt x="212" y="386"/>
                    <a:pt x="386" y="410"/>
                    <a:pt x="568" y="418"/>
                  </a:cubicBezTo>
                  <a:cubicBezTo>
                    <a:pt x="687" y="426"/>
                    <a:pt x="806" y="432"/>
                    <a:pt x="922" y="432"/>
                  </a:cubicBezTo>
                  <a:cubicBezTo>
                    <a:pt x="985" y="432"/>
                    <a:pt x="1047" y="431"/>
                    <a:pt x="1107" y="426"/>
                  </a:cubicBezTo>
                  <a:cubicBezTo>
                    <a:pt x="1286" y="410"/>
                    <a:pt x="1464" y="386"/>
                    <a:pt x="1643" y="357"/>
                  </a:cubicBezTo>
                  <a:cubicBezTo>
                    <a:pt x="1821" y="329"/>
                    <a:pt x="1995" y="284"/>
                    <a:pt x="2170" y="224"/>
                  </a:cubicBezTo>
                  <a:cubicBezTo>
                    <a:pt x="2190" y="215"/>
                    <a:pt x="2194" y="171"/>
                    <a:pt x="2182" y="110"/>
                  </a:cubicBezTo>
                  <a:cubicBezTo>
                    <a:pt x="2174" y="49"/>
                    <a:pt x="2149" y="1"/>
                    <a:pt x="212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" name="Google Shape;5378;p73"/>
            <p:cNvSpPr/>
            <p:nvPr/>
          </p:nvSpPr>
          <p:spPr>
            <a:xfrm>
              <a:off x="2723258" y="2771271"/>
              <a:ext cx="219039" cy="840522"/>
            </a:xfrm>
            <a:custGeom>
              <a:avLst/>
              <a:gdLst/>
              <a:ahLst/>
              <a:cxnLst/>
              <a:rect l="l" t="t" r="r" b="b"/>
              <a:pathLst>
                <a:path w="12632" h="48473" extrusionOk="0">
                  <a:moveTo>
                    <a:pt x="12632" y="0"/>
                  </a:moveTo>
                  <a:cubicBezTo>
                    <a:pt x="10114" y="264"/>
                    <a:pt x="8160" y="1095"/>
                    <a:pt x="6628" y="2514"/>
                  </a:cubicBezTo>
                  <a:cubicBezTo>
                    <a:pt x="3973" y="4938"/>
                    <a:pt x="2566" y="9081"/>
                    <a:pt x="1662" y="14926"/>
                  </a:cubicBezTo>
                  <a:cubicBezTo>
                    <a:pt x="1123" y="18372"/>
                    <a:pt x="689" y="21745"/>
                    <a:pt x="430" y="25049"/>
                  </a:cubicBezTo>
                  <a:cubicBezTo>
                    <a:pt x="0" y="30566"/>
                    <a:pt x="49" y="35872"/>
                    <a:pt x="924" y="40899"/>
                  </a:cubicBezTo>
                  <a:cubicBezTo>
                    <a:pt x="2187" y="48103"/>
                    <a:pt x="5360" y="48472"/>
                    <a:pt x="5997" y="48472"/>
                  </a:cubicBezTo>
                  <a:cubicBezTo>
                    <a:pt x="6070" y="48472"/>
                    <a:pt x="6109" y="48468"/>
                    <a:pt x="6109" y="48468"/>
                  </a:cubicBezTo>
                  <a:cubicBezTo>
                    <a:pt x="6004" y="46234"/>
                    <a:pt x="6454" y="25381"/>
                    <a:pt x="7848" y="16374"/>
                  </a:cubicBezTo>
                  <a:cubicBezTo>
                    <a:pt x="9243" y="7370"/>
                    <a:pt x="12632" y="4"/>
                    <a:pt x="12632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" name="Google Shape;5379;p73"/>
            <p:cNvSpPr/>
            <p:nvPr/>
          </p:nvSpPr>
          <p:spPr>
            <a:xfrm>
              <a:off x="2716287" y="2765115"/>
              <a:ext cx="232547" cy="852781"/>
            </a:xfrm>
            <a:custGeom>
              <a:avLst/>
              <a:gdLst/>
              <a:ahLst/>
              <a:cxnLst/>
              <a:rect l="l" t="t" r="r" b="b"/>
              <a:pathLst>
                <a:path w="13411" h="49180" extrusionOk="0">
                  <a:moveTo>
                    <a:pt x="12454" y="789"/>
                  </a:moveTo>
                  <a:lnTo>
                    <a:pt x="12454" y="789"/>
                  </a:lnTo>
                  <a:cubicBezTo>
                    <a:pt x="11639" y="2702"/>
                    <a:pt x="9061" y="9160"/>
                    <a:pt x="7902" y="16680"/>
                  </a:cubicBezTo>
                  <a:cubicBezTo>
                    <a:pt x="6584" y="25160"/>
                    <a:pt x="6086" y="44748"/>
                    <a:pt x="6146" y="48450"/>
                  </a:cubicBezTo>
                  <a:cubicBezTo>
                    <a:pt x="5814" y="48405"/>
                    <a:pt x="5250" y="48247"/>
                    <a:pt x="4618" y="47728"/>
                  </a:cubicBezTo>
                  <a:cubicBezTo>
                    <a:pt x="3657" y="46946"/>
                    <a:pt x="2376" y="45178"/>
                    <a:pt x="1683" y="41193"/>
                  </a:cubicBezTo>
                  <a:cubicBezTo>
                    <a:pt x="876" y="36592"/>
                    <a:pt x="714" y="31436"/>
                    <a:pt x="1185" y="25432"/>
                  </a:cubicBezTo>
                  <a:cubicBezTo>
                    <a:pt x="1424" y="22412"/>
                    <a:pt x="1825" y="19108"/>
                    <a:pt x="2413" y="15330"/>
                  </a:cubicBezTo>
                  <a:cubicBezTo>
                    <a:pt x="3386" y="9075"/>
                    <a:pt x="4882" y="5309"/>
                    <a:pt x="7273" y="3128"/>
                  </a:cubicBezTo>
                  <a:cubicBezTo>
                    <a:pt x="8635" y="1871"/>
                    <a:pt x="10338" y="1101"/>
                    <a:pt x="12454" y="789"/>
                  </a:cubicBezTo>
                  <a:close/>
                  <a:moveTo>
                    <a:pt x="13031" y="1"/>
                  </a:moveTo>
                  <a:cubicBezTo>
                    <a:pt x="13020" y="1"/>
                    <a:pt x="13009" y="1"/>
                    <a:pt x="12997" y="3"/>
                  </a:cubicBezTo>
                  <a:cubicBezTo>
                    <a:pt x="10427" y="270"/>
                    <a:pt x="8396" y="1121"/>
                    <a:pt x="6791" y="2609"/>
                  </a:cubicBezTo>
                  <a:cubicBezTo>
                    <a:pt x="4278" y="4904"/>
                    <a:pt x="2705" y="8795"/>
                    <a:pt x="1712" y="15225"/>
                  </a:cubicBezTo>
                  <a:cubicBezTo>
                    <a:pt x="1120" y="19015"/>
                    <a:pt x="718" y="22335"/>
                    <a:pt x="475" y="25375"/>
                  </a:cubicBezTo>
                  <a:cubicBezTo>
                    <a:pt x="1" y="31440"/>
                    <a:pt x="167" y="36653"/>
                    <a:pt x="978" y="41315"/>
                  </a:cubicBezTo>
                  <a:cubicBezTo>
                    <a:pt x="2275" y="48729"/>
                    <a:pt x="5595" y="49179"/>
                    <a:pt x="6390" y="49179"/>
                  </a:cubicBezTo>
                  <a:lnTo>
                    <a:pt x="6556" y="49175"/>
                  </a:lnTo>
                  <a:cubicBezTo>
                    <a:pt x="6738" y="49151"/>
                    <a:pt x="6872" y="48989"/>
                    <a:pt x="6868" y="48806"/>
                  </a:cubicBezTo>
                  <a:cubicBezTo>
                    <a:pt x="6754" y="46411"/>
                    <a:pt x="7237" y="25594"/>
                    <a:pt x="8603" y="16785"/>
                  </a:cubicBezTo>
                  <a:cubicBezTo>
                    <a:pt x="9973" y="7940"/>
                    <a:pt x="13322" y="582"/>
                    <a:pt x="13358" y="505"/>
                  </a:cubicBezTo>
                  <a:cubicBezTo>
                    <a:pt x="13411" y="388"/>
                    <a:pt x="13395" y="254"/>
                    <a:pt x="13322" y="148"/>
                  </a:cubicBezTo>
                  <a:cubicBezTo>
                    <a:pt x="13255" y="56"/>
                    <a:pt x="13145" y="1"/>
                    <a:pt x="1303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" name="Google Shape;5380;p73"/>
            <p:cNvSpPr/>
            <p:nvPr/>
          </p:nvSpPr>
          <p:spPr>
            <a:xfrm>
              <a:off x="2723258" y="2771271"/>
              <a:ext cx="219039" cy="840522"/>
            </a:xfrm>
            <a:custGeom>
              <a:avLst/>
              <a:gdLst/>
              <a:ahLst/>
              <a:cxnLst/>
              <a:rect l="l" t="t" r="r" b="b"/>
              <a:pathLst>
                <a:path w="12632" h="48473" extrusionOk="0">
                  <a:moveTo>
                    <a:pt x="12632" y="0"/>
                  </a:moveTo>
                  <a:cubicBezTo>
                    <a:pt x="10114" y="264"/>
                    <a:pt x="8160" y="1095"/>
                    <a:pt x="6628" y="2514"/>
                  </a:cubicBezTo>
                  <a:cubicBezTo>
                    <a:pt x="6875" y="2574"/>
                    <a:pt x="7111" y="2684"/>
                    <a:pt x="7317" y="2834"/>
                  </a:cubicBezTo>
                  <a:cubicBezTo>
                    <a:pt x="7929" y="3284"/>
                    <a:pt x="8079" y="4172"/>
                    <a:pt x="7897" y="4913"/>
                  </a:cubicBezTo>
                  <a:cubicBezTo>
                    <a:pt x="7715" y="5651"/>
                    <a:pt x="7269" y="6296"/>
                    <a:pt x="6875" y="6948"/>
                  </a:cubicBezTo>
                  <a:cubicBezTo>
                    <a:pt x="4086" y="11562"/>
                    <a:pt x="3697" y="17168"/>
                    <a:pt x="3146" y="22531"/>
                  </a:cubicBezTo>
                  <a:cubicBezTo>
                    <a:pt x="3026" y="23731"/>
                    <a:pt x="2481" y="25273"/>
                    <a:pt x="1339" y="25273"/>
                  </a:cubicBezTo>
                  <a:cubicBezTo>
                    <a:pt x="1288" y="25273"/>
                    <a:pt x="1237" y="25270"/>
                    <a:pt x="1184" y="25264"/>
                  </a:cubicBezTo>
                  <a:cubicBezTo>
                    <a:pt x="924" y="25231"/>
                    <a:pt x="677" y="25122"/>
                    <a:pt x="430" y="25049"/>
                  </a:cubicBezTo>
                  <a:lnTo>
                    <a:pt x="430" y="25049"/>
                  </a:lnTo>
                  <a:cubicBezTo>
                    <a:pt x="0" y="30566"/>
                    <a:pt x="49" y="35872"/>
                    <a:pt x="924" y="40899"/>
                  </a:cubicBezTo>
                  <a:cubicBezTo>
                    <a:pt x="2187" y="48103"/>
                    <a:pt x="5360" y="48472"/>
                    <a:pt x="5997" y="48472"/>
                  </a:cubicBezTo>
                  <a:cubicBezTo>
                    <a:pt x="6070" y="48472"/>
                    <a:pt x="6109" y="48468"/>
                    <a:pt x="6109" y="48468"/>
                  </a:cubicBezTo>
                  <a:cubicBezTo>
                    <a:pt x="6004" y="46234"/>
                    <a:pt x="6454" y="25381"/>
                    <a:pt x="7848" y="16374"/>
                  </a:cubicBezTo>
                  <a:cubicBezTo>
                    <a:pt x="9243" y="7370"/>
                    <a:pt x="12632" y="4"/>
                    <a:pt x="12632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" name="Google Shape;5381;p73"/>
            <p:cNvSpPr/>
            <p:nvPr/>
          </p:nvSpPr>
          <p:spPr>
            <a:xfrm>
              <a:off x="2809074" y="2821054"/>
              <a:ext cx="67158" cy="296427"/>
            </a:xfrm>
            <a:custGeom>
              <a:avLst/>
              <a:gdLst/>
              <a:ahLst/>
              <a:cxnLst/>
              <a:rect l="l" t="t" r="r" b="b"/>
              <a:pathLst>
                <a:path w="3873" h="17095" extrusionOk="0">
                  <a:moveTo>
                    <a:pt x="3811" y="1"/>
                  </a:moveTo>
                  <a:cubicBezTo>
                    <a:pt x="3763" y="1"/>
                    <a:pt x="3679" y="80"/>
                    <a:pt x="3613" y="202"/>
                  </a:cubicBezTo>
                  <a:cubicBezTo>
                    <a:pt x="2891" y="1438"/>
                    <a:pt x="2287" y="2744"/>
                    <a:pt x="1813" y="4094"/>
                  </a:cubicBezTo>
                  <a:cubicBezTo>
                    <a:pt x="1343" y="5448"/>
                    <a:pt x="970" y="6834"/>
                    <a:pt x="694" y="8237"/>
                  </a:cubicBezTo>
                  <a:cubicBezTo>
                    <a:pt x="431" y="9643"/>
                    <a:pt x="244" y="11062"/>
                    <a:pt x="139" y="12489"/>
                  </a:cubicBezTo>
                  <a:cubicBezTo>
                    <a:pt x="29" y="13912"/>
                    <a:pt x="1" y="15343"/>
                    <a:pt x="29" y="16766"/>
                  </a:cubicBezTo>
                  <a:cubicBezTo>
                    <a:pt x="37" y="16940"/>
                    <a:pt x="78" y="17090"/>
                    <a:pt x="139" y="17094"/>
                  </a:cubicBezTo>
                  <a:cubicBezTo>
                    <a:pt x="140" y="17094"/>
                    <a:pt x="142" y="17095"/>
                    <a:pt x="144" y="17095"/>
                  </a:cubicBezTo>
                  <a:cubicBezTo>
                    <a:pt x="202" y="17095"/>
                    <a:pt x="252" y="16955"/>
                    <a:pt x="260" y="16766"/>
                  </a:cubicBezTo>
                  <a:cubicBezTo>
                    <a:pt x="281" y="15347"/>
                    <a:pt x="345" y="13928"/>
                    <a:pt x="467" y="12517"/>
                  </a:cubicBezTo>
                  <a:cubicBezTo>
                    <a:pt x="581" y="11103"/>
                    <a:pt x="771" y="9696"/>
                    <a:pt x="1039" y="8306"/>
                  </a:cubicBezTo>
                  <a:cubicBezTo>
                    <a:pt x="1298" y="6911"/>
                    <a:pt x="1655" y="5537"/>
                    <a:pt x="2109" y="4195"/>
                  </a:cubicBezTo>
                  <a:cubicBezTo>
                    <a:pt x="2555" y="2853"/>
                    <a:pt x="3114" y="1548"/>
                    <a:pt x="3779" y="299"/>
                  </a:cubicBezTo>
                  <a:cubicBezTo>
                    <a:pt x="3848" y="166"/>
                    <a:pt x="3872" y="44"/>
                    <a:pt x="3832" y="7"/>
                  </a:cubicBezTo>
                  <a:cubicBezTo>
                    <a:pt x="3826" y="3"/>
                    <a:pt x="3819" y="1"/>
                    <a:pt x="3811" y="1"/>
                  </a:cubicBezTo>
                  <a:close/>
                </a:path>
              </a:pathLst>
            </a:custGeom>
            <a:solidFill>
              <a:srgbClr val="4F1E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" name="Google Shape;5382;p73"/>
            <p:cNvSpPr/>
            <p:nvPr/>
          </p:nvSpPr>
          <p:spPr>
            <a:xfrm>
              <a:off x="2795722" y="3142520"/>
              <a:ext cx="15138" cy="51465"/>
            </a:xfrm>
            <a:custGeom>
              <a:avLst/>
              <a:gdLst/>
              <a:ahLst/>
              <a:cxnLst/>
              <a:rect l="l" t="t" r="r" b="b"/>
              <a:pathLst>
                <a:path w="873" h="2968" extrusionOk="0">
                  <a:moveTo>
                    <a:pt x="737" y="1"/>
                  </a:moveTo>
                  <a:cubicBezTo>
                    <a:pt x="726" y="1"/>
                    <a:pt x="717" y="4"/>
                    <a:pt x="710" y="11"/>
                  </a:cubicBezTo>
                  <a:cubicBezTo>
                    <a:pt x="532" y="201"/>
                    <a:pt x="382" y="420"/>
                    <a:pt x="272" y="655"/>
                  </a:cubicBezTo>
                  <a:cubicBezTo>
                    <a:pt x="167" y="894"/>
                    <a:pt x="90" y="1146"/>
                    <a:pt x="41" y="1405"/>
                  </a:cubicBezTo>
                  <a:cubicBezTo>
                    <a:pt x="5" y="1665"/>
                    <a:pt x="1" y="1928"/>
                    <a:pt x="25" y="2192"/>
                  </a:cubicBezTo>
                  <a:cubicBezTo>
                    <a:pt x="53" y="2451"/>
                    <a:pt x="126" y="2702"/>
                    <a:pt x="240" y="2941"/>
                  </a:cubicBezTo>
                  <a:cubicBezTo>
                    <a:pt x="248" y="2957"/>
                    <a:pt x="273" y="2968"/>
                    <a:pt x="305" y="2968"/>
                  </a:cubicBezTo>
                  <a:cubicBezTo>
                    <a:pt x="322" y="2968"/>
                    <a:pt x="341" y="2965"/>
                    <a:pt x="361" y="2958"/>
                  </a:cubicBezTo>
                  <a:cubicBezTo>
                    <a:pt x="414" y="2937"/>
                    <a:pt x="463" y="2897"/>
                    <a:pt x="451" y="2864"/>
                  </a:cubicBezTo>
                  <a:cubicBezTo>
                    <a:pt x="402" y="2633"/>
                    <a:pt x="370" y="2398"/>
                    <a:pt x="353" y="2159"/>
                  </a:cubicBezTo>
                  <a:cubicBezTo>
                    <a:pt x="341" y="1928"/>
                    <a:pt x="353" y="1693"/>
                    <a:pt x="390" y="1462"/>
                  </a:cubicBezTo>
                  <a:cubicBezTo>
                    <a:pt x="418" y="1227"/>
                    <a:pt x="475" y="996"/>
                    <a:pt x="564" y="777"/>
                  </a:cubicBezTo>
                  <a:cubicBezTo>
                    <a:pt x="641" y="554"/>
                    <a:pt x="742" y="335"/>
                    <a:pt x="860" y="128"/>
                  </a:cubicBezTo>
                  <a:cubicBezTo>
                    <a:pt x="872" y="108"/>
                    <a:pt x="856" y="71"/>
                    <a:pt x="815" y="39"/>
                  </a:cubicBezTo>
                  <a:cubicBezTo>
                    <a:pt x="788" y="14"/>
                    <a:pt x="759" y="1"/>
                    <a:pt x="737" y="1"/>
                  </a:cubicBezTo>
                  <a:close/>
                </a:path>
              </a:pathLst>
            </a:custGeom>
            <a:solidFill>
              <a:srgbClr val="4F1E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" name="Google Shape;5383;p73"/>
            <p:cNvSpPr/>
            <p:nvPr/>
          </p:nvSpPr>
          <p:spPr>
            <a:xfrm>
              <a:off x="2499433" y="3147896"/>
              <a:ext cx="396271" cy="447441"/>
            </a:xfrm>
            <a:custGeom>
              <a:avLst/>
              <a:gdLst/>
              <a:ahLst/>
              <a:cxnLst/>
              <a:rect l="l" t="t" r="r" b="b"/>
              <a:pathLst>
                <a:path w="22853" h="25804" extrusionOk="0">
                  <a:moveTo>
                    <a:pt x="20136" y="1"/>
                  </a:moveTo>
                  <a:cubicBezTo>
                    <a:pt x="20116" y="219"/>
                    <a:pt x="20087" y="548"/>
                    <a:pt x="20063" y="892"/>
                  </a:cubicBezTo>
                  <a:cubicBezTo>
                    <a:pt x="19986" y="1788"/>
                    <a:pt x="19500" y="2595"/>
                    <a:pt x="18746" y="3081"/>
                  </a:cubicBezTo>
                  <a:cubicBezTo>
                    <a:pt x="18105" y="3499"/>
                    <a:pt x="17347" y="3973"/>
                    <a:pt x="16824" y="4257"/>
                  </a:cubicBezTo>
                  <a:cubicBezTo>
                    <a:pt x="16707" y="4318"/>
                    <a:pt x="16601" y="4379"/>
                    <a:pt x="16508" y="4415"/>
                  </a:cubicBezTo>
                  <a:cubicBezTo>
                    <a:pt x="15969" y="4662"/>
                    <a:pt x="14813" y="5007"/>
                    <a:pt x="13990" y="5242"/>
                  </a:cubicBezTo>
                  <a:cubicBezTo>
                    <a:pt x="13921" y="5262"/>
                    <a:pt x="13851" y="5271"/>
                    <a:pt x="13783" y="5271"/>
                  </a:cubicBezTo>
                  <a:cubicBezTo>
                    <a:pt x="13376" y="5271"/>
                    <a:pt x="13023" y="4938"/>
                    <a:pt x="13034" y="4504"/>
                  </a:cubicBezTo>
                  <a:cubicBezTo>
                    <a:pt x="13038" y="4006"/>
                    <a:pt x="13074" y="3527"/>
                    <a:pt x="13074" y="3527"/>
                  </a:cubicBezTo>
                  <a:lnTo>
                    <a:pt x="13074" y="3527"/>
                  </a:lnTo>
                  <a:cubicBezTo>
                    <a:pt x="10447" y="4512"/>
                    <a:pt x="8793" y="7910"/>
                    <a:pt x="6596" y="9969"/>
                  </a:cubicBezTo>
                  <a:cubicBezTo>
                    <a:pt x="6308" y="10236"/>
                    <a:pt x="5996" y="10480"/>
                    <a:pt x="5664" y="10694"/>
                  </a:cubicBezTo>
                  <a:cubicBezTo>
                    <a:pt x="4849" y="11238"/>
                    <a:pt x="3860" y="11732"/>
                    <a:pt x="2895" y="12142"/>
                  </a:cubicBezTo>
                  <a:cubicBezTo>
                    <a:pt x="2251" y="12421"/>
                    <a:pt x="1622" y="12657"/>
                    <a:pt x="1059" y="12855"/>
                  </a:cubicBezTo>
                  <a:cubicBezTo>
                    <a:pt x="455" y="15348"/>
                    <a:pt x="49" y="18486"/>
                    <a:pt x="13" y="21895"/>
                  </a:cubicBezTo>
                  <a:cubicBezTo>
                    <a:pt x="1" y="23322"/>
                    <a:pt x="9" y="24615"/>
                    <a:pt x="33" y="25803"/>
                  </a:cubicBezTo>
                  <a:cubicBezTo>
                    <a:pt x="905" y="25600"/>
                    <a:pt x="2218" y="25276"/>
                    <a:pt x="3487" y="24895"/>
                  </a:cubicBezTo>
                  <a:cubicBezTo>
                    <a:pt x="4188" y="24684"/>
                    <a:pt x="4987" y="24538"/>
                    <a:pt x="5887" y="24413"/>
                  </a:cubicBezTo>
                  <a:cubicBezTo>
                    <a:pt x="7772" y="24161"/>
                    <a:pt x="10123" y="24036"/>
                    <a:pt x="13074" y="23760"/>
                  </a:cubicBezTo>
                  <a:cubicBezTo>
                    <a:pt x="17436" y="23355"/>
                    <a:pt x="20087" y="21401"/>
                    <a:pt x="21283" y="19325"/>
                  </a:cubicBezTo>
                  <a:cubicBezTo>
                    <a:pt x="22479" y="17254"/>
                    <a:pt x="21936" y="16200"/>
                    <a:pt x="21936" y="16200"/>
                  </a:cubicBezTo>
                  <a:cubicBezTo>
                    <a:pt x="22471" y="15563"/>
                    <a:pt x="22767" y="14756"/>
                    <a:pt x="22779" y="13925"/>
                  </a:cubicBezTo>
                  <a:cubicBezTo>
                    <a:pt x="22783" y="12543"/>
                    <a:pt x="21936" y="11566"/>
                    <a:pt x="21936" y="11566"/>
                  </a:cubicBezTo>
                  <a:cubicBezTo>
                    <a:pt x="21936" y="11566"/>
                    <a:pt x="22852" y="10585"/>
                    <a:pt x="22771" y="8680"/>
                  </a:cubicBezTo>
                  <a:cubicBezTo>
                    <a:pt x="22690" y="6774"/>
                    <a:pt x="21936" y="5960"/>
                    <a:pt x="21936" y="5960"/>
                  </a:cubicBezTo>
                  <a:cubicBezTo>
                    <a:pt x="21936" y="5960"/>
                    <a:pt x="22374" y="4415"/>
                    <a:pt x="21936" y="2291"/>
                  </a:cubicBezTo>
                  <a:cubicBezTo>
                    <a:pt x="21502" y="167"/>
                    <a:pt x="20136" y="1"/>
                    <a:pt x="20136" y="1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" name="Google Shape;5384;p73"/>
            <p:cNvSpPr/>
            <p:nvPr/>
          </p:nvSpPr>
          <p:spPr>
            <a:xfrm>
              <a:off x="2493260" y="3140942"/>
              <a:ext cx="408340" cy="462111"/>
            </a:xfrm>
            <a:custGeom>
              <a:avLst/>
              <a:gdLst/>
              <a:ahLst/>
              <a:cxnLst/>
              <a:rect l="l" t="t" r="r" b="b"/>
              <a:pathLst>
                <a:path w="23549" h="26650" extrusionOk="0">
                  <a:moveTo>
                    <a:pt x="20808" y="892"/>
                  </a:moveTo>
                  <a:cubicBezTo>
                    <a:pt x="21165" y="1095"/>
                    <a:pt x="21704" y="1585"/>
                    <a:pt x="21943" y="2761"/>
                  </a:cubicBezTo>
                  <a:cubicBezTo>
                    <a:pt x="22349" y="4763"/>
                    <a:pt x="21951" y="6247"/>
                    <a:pt x="21947" y="6263"/>
                  </a:cubicBezTo>
                  <a:lnTo>
                    <a:pt x="21903" y="6450"/>
                  </a:lnTo>
                  <a:lnTo>
                    <a:pt x="22028" y="6600"/>
                  </a:lnTo>
                  <a:cubicBezTo>
                    <a:pt x="22041" y="6604"/>
                    <a:pt x="22701" y="7374"/>
                    <a:pt x="22774" y="9097"/>
                  </a:cubicBezTo>
                  <a:cubicBezTo>
                    <a:pt x="22843" y="10820"/>
                    <a:pt x="22065" y="11687"/>
                    <a:pt x="22033" y="11720"/>
                  </a:cubicBezTo>
                  <a:lnTo>
                    <a:pt x="21818" y="11955"/>
                  </a:lnTo>
                  <a:lnTo>
                    <a:pt x="22024" y="12198"/>
                  </a:lnTo>
                  <a:cubicBezTo>
                    <a:pt x="22033" y="12210"/>
                    <a:pt x="22782" y="13110"/>
                    <a:pt x="22778" y="14322"/>
                  </a:cubicBezTo>
                  <a:cubicBezTo>
                    <a:pt x="22774" y="15530"/>
                    <a:pt x="22045" y="16341"/>
                    <a:pt x="22033" y="16357"/>
                  </a:cubicBezTo>
                  <a:lnTo>
                    <a:pt x="21862" y="16540"/>
                  </a:lnTo>
                  <a:lnTo>
                    <a:pt x="21976" y="16763"/>
                  </a:lnTo>
                  <a:cubicBezTo>
                    <a:pt x="21984" y="16775"/>
                    <a:pt x="22397" y="17695"/>
                    <a:pt x="21331" y="19552"/>
                  </a:cubicBezTo>
                  <a:cubicBezTo>
                    <a:pt x="19973" y="21915"/>
                    <a:pt x="17079" y="23468"/>
                    <a:pt x="13394" y="23808"/>
                  </a:cubicBezTo>
                  <a:cubicBezTo>
                    <a:pt x="12283" y="23914"/>
                    <a:pt x="11262" y="23995"/>
                    <a:pt x="10313" y="24072"/>
                  </a:cubicBezTo>
                  <a:cubicBezTo>
                    <a:pt x="8736" y="24197"/>
                    <a:pt x="7378" y="24303"/>
                    <a:pt x="6198" y="24465"/>
                  </a:cubicBezTo>
                  <a:cubicBezTo>
                    <a:pt x="5189" y="24599"/>
                    <a:pt x="4411" y="24753"/>
                    <a:pt x="3742" y="24955"/>
                  </a:cubicBezTo>
                  <a:cubicBezTo>
                    <a:pt x="2671" y="25280"/>
                    <a:pt x="1577" y="25559"/>
                    <a:pt x="738" y="25758"/>
                  </a:cubicBezTo>
                  <a:cubicBezTo>
                    <a:pt x="718" y="24692"/>
                    <a:pt x="718" y="23561"/>
                    <a:pt x="726" y="22304"/>
                  </a:cubicBezTo>
                  <a:cubicBezTo>
                    <a:pt x="762" y="19171"/>
                    <a:pt x="1103" y="16142"/>
                    <a:pt x="1719" y="13532"/>
                  </a:cubicBezTo>
                  <a:cubicBezTo>
                    <a:pt x="2311" y="13313"/>
                    <a:pt x="2874" y="13094"/>
                    <a:pt x="3385" y="12871"/>
                  </a:cubicBezTo>
                  <a:cubicBezTo>
                    <a:pt x="4524" y="12385"/>
                    <a:pt x="5477" y="11890"/>
                    <a:pt x="6219" y="11391"/>
                  </a:cubicBezTo>
                  <a:cubicBezTo>
                    <a:pt x="6563" y="11164"/>
                    <a:pt x="6892" y="10909"/>
                    <a:pt x="7191" y="10625"/>
                  </a:cubicBezTo>
                  <a:cubicBezTo>
                    <a:pt x="7998" y="9875"/>
                    <a:pt x="8732" y="8943"/>
                    <a:pt x="9441" y="8043"/>
                  </a:cubicBezTo>
                  <a:cubicBezTo>
                    <a:pt x="10544" y="6648"/>
                    <a:pt x="11679" y="5209"/>
                    <a:pt x="13045" y="4492"/>
                  </a:cubicBezTo>
                  <a:lnTo>
                    <a:pt x="13045" y="4492"/>
                  </a:lnTo>
                  <a:cubicBezTo>
                    <a:pt x="13037" y="4617"/>
                    <a:pt x="13033" y="4759"/>
                    <a:pt x="13033" y="4897"/>
                  </a:cubicBezTo>
                  <a:cubicBezTo>
                    <a:pt x="13025" y="5246"/>
                    <a:pt x="13183" y="5582"/>
                    <a:pt x="13459" y="5797"/>
                  </a:cubicBezTo>
                  <a:cubicBezTo>
                    <a:pt x="13655" y="5948"/>
                    <a:pt x="13893" y="6027"/>
                    <a:pt x="14136" y="6027"/>
                  </a:cubicBezTo>
                  <a:cubicBezTo>
                    <a:pt x="14239" y="6027"/>
                    <a:pt x="14342" y="6013"/>
                    <a:pt x="14444" y="5984"/>
                  </a:cubicBezTo>
                  <a:cubicBezTo>
                    <a:pt x="15307" y="5736"/>
                    <a:pt x="16454" y="5396"/>
                    <a:pt x="17010" y="5144"/>
                  </a:cubicBezTo>
                  <a:lnTo>
                    <a:pt x="17350" y="4966"/>
                  </a:lnTo>
                  <a:cubicBezTo>
                    <a:pt x="17971" y="4634"/>
                    <a:pt x="18834" y="4078"/>
                    <a:pt x="19292" y="3782"/>
                  </a:cubicBezTo>
                  <a:cubicBezTo>
                    <a:pt x="20135" y="3231"/>
                    <a:pt x="20679" y="2327"/>
                    <a:pt x="20772" y="1322"/>
                  </a:cubicBezTo>
                  <a:lnTo>
                    <a:pt x="20808" y="892"/>
                  </a:lnTo>
                  <a:close/>
                  <a:moveTo>
                    <a:pt x="20168" y="0"/>
                  </a:moveTo>
                  <a:lnTo>
                    <a:pt x="20062" y="1265"/>
                  </a:lnTo>
                  <a:cubicBezTo>
                    <a:pt x="19993" y="2047"/>
                    <a:pt x="19568" y="2753"/>
                    <a:pt x="18907" y="3182"/>
                  </a:cubicBezTo>
                  <a:cubicBezTo>
                    <a:pt x="18137" y="3685"/>
                    <a:pt x="17448" y="4107"/>
                    <a:pt x="17014" y="4346"/>
                  </a:cubicBezTo>
                  <a:lnTo>
                    <a:pt x="16718" y="4496"/>
                  </a:lnTo>
                  <a:cubicBezTo>
                    <a:pt x="16317" y="4678"/>
                    <a:pt x="15437" y="4962"/>
                    <a:pt x="14245" y="5303"/>
                  </a:cubicBezTo>
                  <a:cubicBezTo>
                    <a:pt x="14210" y="5313"/>
                    <a:pt x="14174" y="5318"/>
                    <a:pt x="14139" y="5318"/>
                  </a:cubicBezTo>
                  <a:cubicBezTo>
                    <a:pt x="14051" y="5318"/>
                    <a:pt x="13966" y="5287"/>
                    <a:pt x="13897" y="5230"/>
                  </a:cubicBezTo>
                  <a:cubicBezTo>
                    <a:pt x="13795" y="5153"/>
                    <a:pt x="13738" y="5035"/>
                    <a:pt x="13742" y="4913"/>
                  </a:cubicBezTo>
                  <a:cubicBezTo>
                    <a:pt x="13751" y="4427"/>
                    <a:pt x="13783" y="3961"/>
                    <a:pt x="13783" y="3953"/>
                  </a:cubicBezTo>
                  <a:lnTo>
                    <a:pt x="13819" y="3401"/>
                  </a:lnTo>
                  <a:lnTo>
                    <a:pt x="13305" y="3596"/>
                  </a:lnTo>
                  <a:cubicBezTo>
                    <a:pt x="11521" y="4265"/>
                    <a:pt x="10183" y="5959"/>
                    <a:pt x="8886" y="7601"/>
                  </a:cubicBezTo>
                  <a:cubicBezTo>
                    <a:pt x="8189" y="8485"/>
                    <a:pt x="7471" y="9397"/>
                    <a:pt x="6705" y="10110"/>
                  </a:cubicBezTo>
                  <a:cubicBezTo>
                    <a:pt x="6433" y="10366"/>
                    <a:pt x="6137" y="10597"/>
                    <a:pt x="5825" y="10800"/>
                  </a:cubicBezTo>
                  <a:cubicBezTo>
                    <a:pt x="5120" y="11270"/>
                    <a:pt x="4208" y="11752"/>
                    <a:pt x="3109" y="12218"/>
                  </a:cubicBezTo>
                  <a:cubicBezTo>
                    <a:pt x="2554" y="12458"/>
                    <a:pt x="1946" y="12697"/>
                    <a:pt x="1297" y="12924"/>
                  </a:cubicBezTo>
                  <a:lnTo>
                    <a:pt x="1115" y="12989"/>
                  </a:lnTo>
                  <a:lnTo>
                    <a:pt x="1070" y="13175"/>
                  </a:lnTo>
                  <a:cubicBezTo>
                    <a:pt x="418" y="15883"/>
                    <a:pt x="53" y="19033"/>
                    <a:pt x="16" y="22292"/>
                  </a:cubicBezTo>
                  <a:cubicBezTo>
                    <a:pt x="0" y="23735"/>
                    <a:pt x="8" y="25020"/>
                    <a:pt x="36" y="26216"/>
                  </a:cubicBezTo>
                  <a:lnTo>
                    <a:pt x="49" y="26650"/>
                  </a:lnTo>
                  <a:lnTo>
                    <a:pt x="470" y="26553"/>
                  </a:lnTo>
                  <a:cubicBezTo>
                    <a:pt x="1350" y="26346"/>
                    <a:pt x="2659" y="26022"/>
                    <a:pt x="3944" y="25641"/>
                  </a:cubicBezTo>
                  <a:cubicBezTo>
                    <a:pt x="4581" y="25450"/>
                    <a:pt x="5327" y="25296"/>
                    <a:pt x="6287" y="25170"/>
                  </a:cubicBezTo>
                  <a:cubicBezTo>
                    <a:pt x="7455" y="25012"/>
                    <a:pt x="8809" y="24903"/>
                    <a:pt x="10370" y="24781"/>
                  </a:cubicBezTo>
                  <a:cubicBezTo>
                    <a:pt x="11322" y="24704"/>
                    <a:pt x="12352" y="24619"/>
                    <a:pt x="13459" y="24518"/>
                  </a:cubicBezTo>
                  <a:cubicBezTo>
                    <a:pt x="17375" y="24153"/>
                    <a:pt x="20468" y="22475"/>
                    <a:pt x="21947" y="19904"/>
                  </a:cubicBezTo>
                  <a:cubicBezTo>
                    <a:pt x="22924" y="18202"/>
                    <a:pt x="22819" y="17123"/>
                    <a:pt x="22693" y="16674"/>
                  </a:cubicBezTo>
                  <a:cubicBezTo>
                    <a:pt x="23200" y="15997"/>
                    <a:pt x="23480" y="15174"/>
                    <a:pt x="23488" y="14326"/>
                  </a:cubicBezTo>
                  <a:cubicBezTo>
                    <a:pt x="23492" y="13220"/>
                    <a:pt x="23014" y="12364"/>
                    <a:pt x="22738" y="11971"/>
                  </a:cubicBezTo>
                  <a:cubicBezTo>
                    <a:pt x="23026" y="11545"/>
                    <a:pt x="23549" y="10637"/>
                    <a:pt x="23484" y="9073"/>
                  </a:cubicBezTo>
                  <a:cubicBezTo>
                    <a:pt x="23419" y="7508"/>
                    <a:pt x="22916" y="6616"/>
                    <a:pt x="22677" y="6276"/>
                  </a:cubicBezTo>
                  <a:cubicBezTo>
                    <a:pt x="22778" y="5797"/>
                    <a:pt x="23001" y="4411"/>
                    <a:pt x="22641" y="2623"/>
                  </a:cubicBezTo>
                  <a:cubicBezTo>
                    <a:pt x="22162" y="276"/>
                    <a:pt x="20602" y="57"/>
                    <a:pt x="20533" y="49"/>
                  </a:cubicBezTo>
                  <a:lnTo>
                    <a:pt x="20168" y="0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" name="Google Shape;5385;p73"/>
            <p:cNvSpPr/>
            <p:nvPr/>
          </p:nvSpPr>
          <p:spPr>
            <a:xfrm>
              <a:off x="2499433" y="3147896"/>
              <a:ext cx="396271" cy="447441"/>
            </a:xfrm>
            <a:custGeom>
              <a:avLst/>
              <a:gdLst/>
              <a:ahLst/>
              <a:cxnLst/>
              <a:rect l="l" t="t" r="r" b="b"/>
              <a:pathLst>
                <a:path w="22853" h="25804" extrusionOk="0">
                  <a:moveTo>
                    <a:pt x="20136" y="1"/>
                  </a:moveTo>
                  <a:cubicBezTo>
                    <a:pt x="20116" y="219"/>
                    <a:pt x="20087" y="548"/>
                    <a:pt x="20063" y="892"/>
                  </a:cubicBezTo>
                  <a:cubicBezTo>
                    <a:pt x="19986" y="1788"/>
                    <a:pt x="19500" y="2595"/>
                    <a:pt x="18746" y="3081"/>
                  </a:cubicBezTo>
                  <a:cubicBezTo>
                    <a:pt x="18105" y="3495"/>
                    <a:pt x="17347" y="3973"/>
                    <a:pt x="16824" y="4257"/>
                  </a:cubicBezTo>
                  <a:cubicBezTo>
                    <a:pt x="16585" y="6665"/>
                    <a:pt x="16617" y="9024"/>
                    <a:pt x="16171" y="11469"/>
                  </a:cubicBezTo>
                  <a:cubicBezTo>
                    <a:pt x="15726" y="13909"/>
                    <a:pt x="14716" y="16358"/>
                    <a:pt x="12795" y="17922"/>
                  </a:cubicBezTo>
                  <a:cubicBezTo>
                    <a:pt x="10561" y="19747"/>
                    <a:pt x="7500" y="20087"/>
                    <a:pt x="4630" y="20355"/>
                  </a:cubicBezTo>
                  <a:cubicBezTo>
                    <a:pt x="4415" y="20374"/>
                    <a:pt x="4190" y="20389"/>
                    <a:pt x="3965" y="20389"/>
                  </a:cubicBezTo>
                  <a:cubicBezTo>
                    <a:pt x="3300" y="20389"/>
                    <a:pt x="2643" y="20260"/>
                    <a:pt x="2279" y="19739"/>
                  </a:cubicBezTo>
                  <a:cubicBezTo>
                    <a:pt x="1055" y="17991"/>
                    <a:pt x="2315" y="14801"/>
                    <a:pt x="2895" y="12142"/>
                  </a:cubicBezTo>
                  <a:lnTo>
                    <a:pt x="2895" y="12142"/>
                  </a:lnTo>
                  <a:cubicBezTo>
                    <a:pt x="2251" y="12421"/>
                    <a:pt x="1622" y="12657"/>
                    <a:pt x="1059" y="12855"/>
                  </a:cubicBezTo>
                  <a:cubicBezTo>
                    <a:pt x="455" y="15348"/>
                    <a:pt x="49" y="18486"/>
                    <a:pt x="13" y="21895"/>
                  </a:cubicBezTo>
                  <a:cubicBezTo>
                    <a:pt x="1" y="23322"/>
                    <a:pt x="9" y="24615"/>
                    <a:pt x="33" y="25803"/>
                  </a:cubicBezTo>
                  <a:cubicBezTo>
                    <a:pt x="905" y="25600"/>
                    <a:pt x="2218" y="25276"/>
                    <a:pt x="3487" y="24895"/>
                  </a:cubicBezTo>
                  <a:cubicBezTo>
                    <a:pt x="4188" y="24684"/>
                    <a:pt x="4987" y="24538"/>
                    <a:pt x="5887" y="24413"/>
                  </a:cubicBezTo>
                  <a:cubicBezTo>
                    <a:pt x="7772" y="24161"/>
                    <a:pt x="10123" y="24036"/>
                    <a:pt x="13074" y="23760"/>
                  </a:cubicBezTo>
                  <a:cubicBezTo>
                    <a:pt x="17436" y="23355"/>
                    <a:pt x="20087" y="21401"/>
                    <a:pt x="21283" y="19325"/>
                  </a:cubicBezTo>
                  <a:cubicBezTo>
                    <a:pt x="22479" y="17254"/>
                    <a:pt x="21936" y="16200"/>
                    <a:pt x="21936" y="16200"/>
                  </a:cubicBezTo>
                  <a:cubicBezTo>
                    <a:pt x="22471" y="15563"/>
                    <a:pt x="22767" y="14756"/>
                    <a:pt x="22779" y="13925"/>
                  </a:cubicBezTo>
                  <a:cubicBezTo>
                    <a:pt x="22783" y="12543"/>
                    <a:pt x="21936" y="11566"/>
                    <a:pt x="21936" y="11566"/>
                  </a:cubicBezTo>
                  <a:cubicBezTo>
                    <a:pt x="21936" y="11566"/>
                    <a:pt x="22852" y="10585"/>
                    <a:pt x="22771" y="8680"/>
                  </a:cubicBezTo>
                  <a:cubicBezTo>
                    <a:pt x="22690" y="6774"/>
                    <a:pt x="21936" y="5960"/>
                    <a:pt x="21936" y="5960"/>
                  </a:cubicBezTo>
                  <a:cubicBezTo>
                    <a:pt x="21936" y="5960"/>
                    <a:pt x="22374" y="4415"/>
                    <a:pt x="21936" y="2291"/>
                  </a:cubicBezTo>
                  <a:cubicBezTo>
                    <a:pt x="21502" y="167"/>
                    <a:pt x="20136" y="1"/>
                    <a:pt x="20136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" name="Google Shape;5386;p73"/>
            <p:cNvSpPr/>
            <p:nvPr/>
          </p:nvSpPr>
          <p:spPr>
            <a:xfrm>
              <a:off x="2657661" y="3495320"/>
              <a:ext cx="145535" cy="29946"/>
            </a:xfrm>
            <a:custGeom>
              <a:avLst/>
              <a:gdLst/>
              <a:ahLst/>
              <a:cxnLst/>
              <a:rect l="l" t="t" r="r" b="b"/>
              <a:pathLst>
                <a:path w="8393" h="1727" extrusionOk="0">
                  <a:moveTo>
                    <a:pt x="8262" y="1"/>
                  </a:moveTo>
                  <a:cubicBezTo>
                    <a:pt x="8228" y="1"/>
                    <a:pt x="8190" y="11"/>
                    <a:pt x="8153" y="31"/>
                  </a:cubicBezTo>
                  <a:cubicBezTo>
                    <a:pt x="7573" y="388"/>
                    <a:pt x="6945" y="667"/>
                    <a:pt x="6296" y="866"/>
                  </a:cubicBezTo>
                  <a:cubicBezTo>
                    <a:pt x="5640" y="1069"/>
                    <a:pt x="4967" y="1202"/>
                    <a:pt x="4290" y="1279"/>
                  </a:cubicBezTo>
                  <a:cubicBezTo>
                    <a:pt x="3605" y="1361"/>
                    <a:pt x="2916" y="1405"/>
                    <a:pt x="2226" y="1409"/>
                  </a:cubicBezTo>
                  <a:cubicBezTo>
                    <a:pt x="1767" y="1420"/>
                    <a:pt x="1306" y="1422"/>
                    <a:pt x="843" y="1422"/>
                  </a:cubicBezTo>
                  <a:cubicBezTo>
                    <a:pt x="611" y="1422"/>
                    <a:pt x="379" y="1421"/>
                    <a:pt x="147" y="1421"/>
                  </a:cubicBezTo>
                  <a:cubicBezTo>
                    <a:pt x="74" y="1421"/>
                    <a:pt x="13" y="1454"/>
                    <a:pt x="5" y="1506"/>
                  </a:cubicBezTo>
                  <a:cubicBezTo>
                    <a:pt x="1" y="1555"/>
                    <a:pt x="58" y="1608"/>
                    <a:pt x="139" y="1612"/>
                  </a:cubicBezTo>
                  <a:cubicBezTo>
                    <a:pt x="832" y="1669"/>
                    <a:pt x="1525" y="1713"/>
                    <a:pt x="2226" y="1725"/>
                  </a:cubicBezTo>
                  <a:cubicBezTo>
                    <a:pt x="2297" y="1726"/>
                    <a:pt x="2367" y="1727"/>
                    <a:pt x="2437" y="1727"/>
                  </a:cubicBezTo>
                  <a:cubicBezTo>
                    <a:pt x="3068" y="1727"/>
                    <a:pt x="3699" y="1694"/>
                    <a:pt x="4330" y="1628"/>
                  </a:cubicBezTo>
                  <a:cubicBezTo>
                    <a:pt x="5032" y="1547"/>
                    <a:pt x="5725" y="1397"/>
                    <a:pt x="6398" y="1182"/>
                  </a:cubicBezTo>
                  <a:cubicBezTo>
                    <a:pt x="7067" y="959"/>
                    <a:pt x="7703" y="635"/>
                    <a:pt x="8283" y="225"/>
                  </a:cubicBezTo>
                  <a:cubicBezTo>
                    <a:pt x="8352" y="173"/>
                    <a:pt x="8392" y="104"/>
                    <a:pt x="8356" y="47"/>
                  </a:cubicBezTo>
                  <a:cubicBezTo>
                    <a:pt x="8338" y="16"/>
                    <a:pt x="8303" y="1"/>
                    <a:pt x="826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" name="Google Shape;5387;p73"/>
            <p:cNvSpPr/>
            <p:nvPr/>
          </p:nvSpPr>
          <p:spPr>
            <a:xfrm>
              <a:off x="2685717" y="3466761"/>
              <a:ext cx="106502" cy="26946"/>
            </a:xfrm>
            <a:custGeom>
              <a:avLst/>
              <a:gdLst/>
              <a:ahLst/>
              <a:cxnLst/>
              <a:rect l="l" t="t" r="r" b="b"/>
              <a:pathLst>
                <a:path w="6142" h="1554" extrusionOk="0">
                  <a:moveTo>
                    <a:pt x="6013" y="0"/>
                  </a:moveTo>
                  <a:cubicBezTo>
                    <a:pt x="5993" y="0"/>
                    <a:pt x="5974" y="5"/>
                    <a:pt x="5955" y="16"/>
                  </a:cubicBezTo>
                  <a:cubicBezTo>
                    <a:pt x="5505" y="247"/>
                    <a:pt x="5043" y="446"/>
                    <a:pt x="4569" y="620"/>
                  </a:cubicBezTo>
                  <a:cubicBezTo>
                    <a:pt x="4099" y="794"/>
                    <a:pt x="3616" y="932"/>
                    <a:pt x="3122" y="1029"/>
                  </a:cubicBezTo>
                  <a:cubicBezTo>
                    <a:pt x="2631" y="1143"/>
                    <a:pt x="2133" y="1212"/>
                    <a:pt x="1630" y="1236"/>
                  </a:cubicBezTo>
                  <a:cubicBezTo>
                    <a:pt x="1363" y="1255"/>
                    <a:pt x="1095" y="1264"/>
                    <a:pt x="826" y="1264"/>
                  </a:cubicBezTo>
                  <a:cubicBezTo>
                    <a:pt x="590" y="1264"/>
                    <a:pt x="354" y="1257"/>
                    <a:pt x="118" y="1244"/>
                  </a:cubicBezTo>
                  <a:cubicBezTo>
                    <a:pt x="115" y="1244"/>
                    <a:pt x="111" y="1244"/>
                    <a:pt x="108" y="1244"/>
                  </a:cubicBezTo>
                  <a:cubicBezTo>
                    <a:pt x="60" y="1244"/>
                    <a:pt x="20" y="1272"/>
                    <a:pt x="8" y="1317"/>
                  </a:cubicBezTo>
                  <a:cubicBezTo>
                    <a:pt x="0" y="1374"/>
                    <a:pt x="41" y="1423"/>
                    <a:pt x="98" y="1431"/>
                  </a:cubicBezTo>
                  <a:cubicBezTo>
                    <a:pt x="562" y="1512"/>
                    <a:pt x="1037" y="1553"/>
                    <a:pt x="1512" y="1553"/>
                  </a:cubicBezTo>
                  <a:cubicBezTo>
                    <a:pt x="1556" y="1553"/>
                    <a:pt x="1599" y="1553"/>
                    <a:pt x="1642" y="1552"/>
                  </a:cubicBezTo>
                  <a:cubicBezTo>
                    <a:pt x="2161" y="1536"/>
                    <a:pt x="2680" y="1479"/>
                    <a:pt x="3191" y="1378"/>
                  </a:cubicBezTo>
                  <a:cubicBezTo>
                    <a:pt x="3702" y="1268"/>
                    <a:pt x="4200" y="1118"/>
                    <a:pt x="4687" y="928"/>
                  </a:cubicBezTo>
                  <a:cubicBezTo>
                    <a:pt x="5169" y="733"/>
                    <a:pt x="5631" y="494"/>
                    <a:pt x="6065" y="210"/>
                  </a:cubicBezTo>
                  <a:cubicBezTo>
                    <a:pt x="6118" y="182"/>
                    <a:pt x="6142" y="117"/>
                    <a:pt x="6118" y="60"/>
                  </a:cubicBezTo>
                  <a:cubicBezTo>
                    <a:pt x="6093" y="22"/>
                    <a:pt x="6053" y="0"/>
                    <a:pt x="601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" name="Google Shape;5388;p73"/>
            <p:cNvSpPr/>
            <p:nvPr/>
          </p:nvSpPr>
          <p:spPr>
            <a:xfrm>
              <a:off x="2753412" y="3429948"/>
              <a:ext cx="45847" cy="23756"/>
            </a:xfrm>
            <a:custGeom>
              <a:avLst/>
              <a:gdLst/>
              <a:ahLst/>
              <a:cxnLst/>
              <a:rect l="l" t="t" r="r" b="b"/>
              <a:pathLst>
                <a:path w="2644" h="1370" extrusionOk="0">
                  <a:moveTo>
                    <a:pt x="2526" y="0"/>
                  </a:moveTo>
                  <a:cubicBezTo>
                    <a:pt x="2522" y="0"/>
                    <a:pt x="2517" y="1"/>
                    <a:pt x="2514" y="2"/>
                  </a:cubicBezTo>
                  <a:cubicBezTo>
                    <a:pt x="2299" y="75"/>
                    <a:pt x="2080" y="157"/>
                    <a:pt x="1869" y="250"/>
                  </a:cubicBezTo>
                  <a:lnTo>
                    <a:pt x="1241" y="534"/>
                  </a:lnTo>
                  <a:lnTo>
                    <a:pt x="624" y="846"/>
                  </a:lnTo>
                  <a:cubicBezTo>
                    <a:pt x="418" y="951"/>
                    <a:pt x="219" y="1069"/>
                    <a:pt x="25" y="1198"/>
                  </a:cubicBezTo>
                  <a:cubicBezTo>
                    <a:pt x="4" y="1206"/>
                    <a:pt x="0" y="1251"/>
                    <a:pt x="20" y="1296"/>
                  </a:cubicBezTo>
                  <a:cubicBezTo>
                    <a:pt x="39" y="1339"/>
                    <a:pt x="73" y="1370"/>
                    <a:pt x="95" y="1370"/>
                  </a:cubicBezTo>
                  <a:cubicBezTo>
                    <a:pt x="97" y="1370"/>
                    <a:pt x="99" y="1369"/>
                    <a:pt x="102" y="1369"/>
                  </a:cubicBezTo>
                  <a:cubicBezTo>
                    <a:pt x="325" y="1300"/>
                    <a:pt x="543" y="1215"/>
                    <a:pt x="758" y="1129"/>
                  </a:cubicBezTo>
                  <a:lnTo>
                    <a:pt x="1391" y="850"/>
                  </a:lnTo>
                  <a:lnTo>
                    <a:pt x="2007" y="546"/>
                  </a:lnTo>
                  <a:cubicBezTo>
                    <a:pt x="2218" y="440"/>
                    <a:pt x="2412" y="331"/>
                    <a:pt x="2611" y="209"/>
                  </a:cubicBezTo>
                  <a:cubicBezTo>
                    <a:pt x="2635" y="193"/>
                    <a:pt x="2643" y="140"/>
                    <a:pt x="2615" y="88"/>
                  </a:cubicBezTo>
                  <a:cubicBezTo>
                    <a:pt x="2594" y="38"/>
                    <a:pt x="2556" y="0"/>
                    <a:pt x="252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" name="Google Shape;5389;p73"/>
            <p:cNvSpPr/>
            <p:nvPr/>
          </p:nvSpPr>
          <p:spPr>
            <a:xfrm>
              <a:off x="2535778" y="3539294"/>
              <a:ext cx="94555" cy="23253"/>
            </a:xfrm>
            <a:custGeom>
              <a:avLst/>
              <a:gdLst/>
              <a:ahLst/>
              <a:cxnLst/>
              <a:rect l="l" t="t" r="r" b="b"/>
              <a:pathLst>
                <a:path w="5453" h="1341" extrusionOk="0">
                  <a:moveTo>
                    <a:pt x="3985" y="0"/>
                  </a:moveTo>
                  <a:cubicBezTo>
                    <a:pt x="3519" y="4"/>
                    <a:pt x="3057" y="45"/>
                    <a:pt x="2603" y="126"/>
                  </a:cubicBezTo>
                  <a:cubicBezTo>
                    <a:pt x="2149" y="215"/>
                    <a:pt x="1703" y="349"/>
                    <a:pt x="1273" y="515"/>
                  </a:cubicBezTo>
                  <a:cubicBezTo>
                    <a:pt x="844" y="689"/>
                    <a:pt x="434" y="908"/>
                    <a:pt x="53" y="1168"/>
                  </a:cubicBezTo>
                  <a:cubicBezTo>
                    <a:pt x="13" y="1196"/>
                    <a:pt x="1" y="1249"/>
                    <a:pt x="21" y="1289"/>
                  </a:cubicBezTo>
                  <a:cubicBezTo>
                    <a:pt x="40" y="1323"/>
                    <a:pt x="74" y="1341"/>
                    <a:pt x="108" y="1341"/>
                  </a:cubicBezTo>
                  <a:cubicBezTo>
                    <a:pt x="124" y="1341"/>
                    <a:pt x="140" y="1337"/>
                    <a:pt x="155" y="1330"/>
                  </a:cubicBezTo>
                  <a:cubicBezTo>
                    <a:pt x="552" y="1131"/>
                    <a:pt x="961" y="957"/>
                    <a:pt x="1379" y="811"/>
                  </a:cubicBezTo>
                  <a:cubicBezTo>
                    <a:pt x="1796" y="661"/>
                    <a:pt x="2230" y="547"/>
                    <a:pt x="2668" y="474"/>
                  </a:cubicBezTo>
                  <a:cubicBezTo>
                    <a:pt x="3102" y="385"/>
                    <a:pt x="3544" y="341"/>
                    <a:pt x="3990" y="333"/>
                  </a:cubicBezTo>
                  <a:cubicBezTo>
                    <a:pt x="4099" y="329"/>
                    <a:pt x="4209" y="327"/>
                    <a:pt x="4319" y="327"/>
                  </a:cubicBezTo>
                  <a:cubicBezTo>
                    <a:pt x="4655" y="327"/>
                    <a:pt x="4990" y="346"/>
                    <a:pt x="5323" y="385"/>
                  </a:cubicBezTo>
                  <a:cubicBezTo>
                    <a:pt x="5380" y="385"/>
                    <a:pt x="5429" y="349"/>
                    <a:pt x="5441" y="292"/>
                  </a:cubicBezTo>
                  <a:cubicBezTo>
                    <a:pt x="5453" y="231"/>
                    <a:pt x="5416" y="174"/>
                    <a:pt x="5360" y="162"/>
                  </a:cubicBezTo>
                  <a:cubicBezTo>
                    <a:pt x="4906" y="57"/>
                    <a:pt x="4448" y="0"/>
                    <a:pt x="398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" name="Google Shape;5390;p73"/>
            <p:cNvSpPr/>
            <p:nvPr/>
          </p:nvSpPr>
          <p:spPr>
            <a:xfrm>
              <a:off x="2789462" y="2690328"/>
              <a:ext cx="1096668" cy="1550387"/>
            </a:xfrm>
            <a:custGeom>
              <a:avLst/>
              <a:gdLst/>
              <a:ahLst/>
              <a:cxnLst/>
              <a:rect l="l" t="t" r="r" b="b"/>
              <a:pathLst>
                <a:path w="63245" h="89411" extrusionOk="0">
                  <a:moveTo>
                    <a:pt x="29877" y="1"/>
                  </a:moveTo>
                  <a:cubicBezTo>
                    <a:pt x="21249" y="1"/>
                    <a:pt x="14014" y="1807"/>
                    <a:pt x="10484" y="4344"/>
                  </a:cubicBezTo>
                  <a:cubicBezTo>
                    <a:pt x="8757" y="5588"/>
                    <a:pt x="7371" y="7465"/>
                    <a:pt x="6260" y="9735"/>
                  </a:cubicBezTo>
                  <a:cubicBezTo>
                    <a:pt x="3978" y="14414"/>
                    <a:pt x="2851" y="20770"/>
                    <a:pt x="2247" y="26798"/>
                  </a:cubicBezTo>
                  <a:cubicBezTo>
                    <a:pt x="1351" y="35757"/>
                    <a:pt x="2162" y="47853"/>
                    <a:pt x="1707" y="56002"/>
                  </a:cubicBezTo>
                  <a:cubicBezTo>
                    <a:pt x="1258" y="64150"/>
                    <a:pt x="1614" y="74896"/>
                    <a:pt x="1797" y="75525"/>
                  </a:cubicBezTo>
                  <a:cubicBezTo>
                    <a:pt x="1979" y="76153"/>
                    <a:pt x="1" y="80097"/>
                    <a:pt x="1797" y="82335"/>
                  </a:cubicBezTo>
                  <a:cubicBezTo>
                    <a:pt x="3588" y="84577"/>
                    <a:pt x="12458" y="89324"/>
                    <a:pt x="25443" y="89409"/>
                  </a:cubicBezTo>
                  <a:cubicBezTo>
                    <a:pt x="25579" y="89410"/>
                    <a:pt x="25715" y="89411"/>
                    <a:pt x="25853" y="89411"/>
                  </a:cubicBezTo>
                  <a:cubicBezTo>
                    <a:pt x="33566" y="89411"/>
                    <a:pt x="43646" y="87860"/>
                    <a:pt x="50820" y="86223"/>
                  </a:cubicBezTo>
                  <a:cubicBezTo>
                    <a:pt x="55733" y="85108"/>
                    <a:pt x="59272" y="83953"/>
                    <a:pt x="59746" y="83231"/>
                  </a:cubicBezTo>
                  <a:cubicBezTo>
                    <a:pt x="60824" y="81565"/>
                    <a:pt x="60605" y="80604"/>
                    <a:pt x="60439" y="75525"/>
                  </a:cubicBezTo>
                  <a:cubicBezTo>
                    <a:pt x="60423" y="75136"/>
                    <a:pt x="60403" y="74714"/>
                    <a:pt x="60378" y="74272"/>
                  </a:cubicBezTo>
                  <a:cubicBezTo>
                    <a:pt x="60018" y="68098"/>
                    <a:pt x="62527" y="60120"/>
                    <a:pt x="62888" y="47403"/>
                  </a:cubicBezTo>
                  <a:cubicBezTo>
                    <a:pt x="63245" y="34679"/>
                    <a:pt x="62349" y="18289"/>
                    <a:pt x="57691" y="11507"/>
                  </a:cubicBezTo>
                  <a:cubicBezTo>
                    <a:pt x="53037" y="4721"/>
                    <a:pt x="47954" y="2451"/>
                    <a:pt x="43539" y="1482"/>
                  </a:cubicBezTo>
                  <a:cubicBezTo>
                    <a:pt x="38829" y="450"/>
                    <a:pt x="34180" y="1"/>
                    <a:pt x="29877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" name="Google Shape;5391;p73"/>
            <p:cNvSpPr/>
            <p:nvPr/>
          </p:nvSpPr>
          <p:spPr>
            <a:xfrm>
              <a:off x="2791439" y="2683860"/>
              <a:ext cx="1098628" cy="1563080"/>
            </a:xfrm>
            <a:custGeom>
              <a:avLst/>
              <a:gdLst/>
              <a:ahLst/>
              <a:cxnLst/>
              <a:rect l="l" t="t" r="r" b="b"/>
              <a:pathLst>
                <a:path w="63358" h="90143" extrusionOk="0">
                  <a:moveTo>
                    <a:pt x="29565" y="777"/>
                  </a:moveTo>
                  <a:cubicBezTo>
                    <a:pt x="34316" y="777"/>
                    <a:pt x="39152" y="1283"/>
                    <a:pt x="43348" y="2195"/>
                  </a:cubicBezTo>
                  <a:cubicBezTo>
                    <a:pt x="46968" y="2990"/>
                    <a:pt x="52343" y="4875"/>
                    <a:pt x="57285" y="12071"/>
                  </a:cubicBezTo>
                  <a:cubicBezTo>
                    <a:pt x="59056" y="14657"/>
                    <a:pt x="63106" y="23304"/>
                    <a:pt x="62417" y="47760"/>
                  </a:cubicBezTo>
                  <a:cubicBezTo>
                    <a:pt x="62231" y="54364"/>
                    <a:pt x="61448" y="59784"/>
                    <a:pt x="60820" y="64142"/>
                  </a:cubicBezTo>
                  <a:cubicBezTo>
                    <a:pt x="60212" y="68350"/>
                    <a:pt x="59737" y="71662"/>
                    <a:pt x="59908" y="74661"/>
                  </a:cubicBezTo>
                  <a:cubicBezTo>
                    <a:pt x="59936" y="75103"/>
                    <a:pt x="59956" y="75521"/>
                    <a:pt x="59964" y="75910"/>
                  </a:cubicBezTo>
                  <a:cubicBezTo>
                    <a:pt x="59989" y="76595"/>
                    <a:pt x="60017" y="77207"/>
                    <a:pt x="60037" y="77754"/>
                  </a:cubicBezTo>
                  <a:cubicBezTo>
                    <a:pt x="60171" y="81233"/>
                    <a:pt x="60204" y="82060"/>
                    <a:pt x="59332" y="83409"/>
                  </a:cubicBezTo>
                  <a:cubicBezTo>
                    <a:pt x="59012" y="83896"/>
                    <a:pt x="56154" y="84990"/>
                    <a:pt x="50624" y="86247"/>
                  </a:cubicBezTo>
                  <a:cubicBezTo>
                    <a:pt x="44146" y="87727"/>
                    <a:pt x="33793" y="89429"/>
                    <a:pt x="25714" y="89429"/>
                  </a:cubicBezTo>
                  <a:lnTo>
                    <a:pt x="25337" y="89429"/>
                  </a:lnTo>
                  <a:cubicBezTo>
                    <a:pt x="12831" y="89344"/>
                    <a:pt x="3803" y="84792"/>
                    <a:pt x="1958" y="82485"/>
                  </a:cubicBezTo>
                  <a:cubicBezTo>
                    <a:pt x="779" y="81006"/>
                    <a:pt x="1423" y="78606"/>
                    <a:pt x="1808" y="77171"/>
                  </a:cubicBezTo>
                  <a:cubicBezTo>
                    <a:pt x="2011" y="76404"/>
                    <a:pt x="2096" y="76060"/>
                    <a:pt x="2027" y="75809"/>
                  </a:cubicBezTo>
                  <a:cubicBezTo>
                    <a:pt x="1857" y="75140"/>
                    <a:pt x="1504" y="64446"/>
                    <a:pt x="1950" y="56395"/>
                  </a:cubicBezTo>
                  <a:cubicBezTo>
                    <a:pt x="2137" y="52945"/>
                    <a:pt x="2100" y="48839"/>
                    <a:pt x="2064" y="44485"/>
                  </a:cubicBezTo>
                  <a:cubicBezTo>
                    <a:pt x="2019" y="38534"/>
                    <a:pt x="1970" y="32372"/>
                    <a:pt x="2481" y="27207"/>
                  </a:cubicBezTo>
                  <a:cubicBezTo>
                    <a:pt x="3227" y="19773"/>
                    <a:pt x="4528" y="14231"/>
                    <a:pt x="6466" y="10267"/>
                  </a:cubicBezTo>
                  <a:cubicBezTo>
                    <a:pt x="7613" y="7911"/>
                    <a:pt x="9004" y="6144"/>
                    <a:pt x="10581" y="5009"/>
                  </a:cubicBezTo>
                  <a:cubicBezTo>
                    <a:pt x="14675" y="2066"/>
                    <a:pt x="22000" y="777"/>
                    <a:pt x="29565" y="777"/>
                  </a:cubicBezTo>
                  <a:close/>
                  <a:moveTo>
                    <a:pt x="29705" y="0"/>
                  </a:moveTo>
                  <a:cubicBezTo>
                    <a:pt x="20930" y="0"/>
                    <a:pt x="13703" y="1882"/>
                    <a:pt x="10163" y="4429"/>
                  </a:cubicBezTo>
                  <a:cubicBezTo>
                    <a:pt x="8489" y="5637"/>
                    <a:pt x="7030" y="7494"/>
                    <a:pt x="5826" y="9958"/>
                  </a:cubicBezTo>
                  <a:cubicBezTo>
                    <a:pt x="3856" y="13996"/>
                    <a:pt x="2530" y="19615"/>
                    <a:pt x="1776" y="27134"/>
                  </a:cubicBezTo>
                  <a:cubicBezTo>
                    <a:pt x="1253" y="32336"/>
                    <a:pt x="1306" y="38518"/>
                    <a:pt x="1354" y="44497"/>
                  </a:cubicBezTo>
                  <a:cubicBezTo>
                    <a:pt x="1391" y="48835"/>
                    <a:pt x="1427" y="52929"/>
                    <a:pt x="1241" y="56354"/>
                  </a:cubicBezTo>
                  <a:cubicBezTo>
                    <a:pt x="803" y="64300"/>
                    <a:pt x="1131" y="75261"/>
                    <a:pt x="1334" y="75987"/>
                  </a:cubicBezTo>
                  <a:cubicBezTo>
                    <a:pt x="1358" y="76113"/>
                    <a:pt x="1225" y="76599"/>
                    <a:pt x="1119" y="76984"/>
                  </a:cubicBezTo>
                  <a:cubicBezTo>
                    <a:pt x="698" y="78549"/>
                    <a:pt x="0" y="81168"/>
                    <a:pt x="1403" y="82927"/>
                  </a:cubicBezTo>
                  <a:cubicBezTo>
                    <a:pt x="3385" y="85400"/>
                    <a:pt x="12429" y="90050"/>
                    <a:pt x="25325" y="90143"/>
                  </a:cubicBezTo>
                  <a:lnTo>
                    <a:pt x="25714" y="90143"/>
                  </a:lnTo>
                  <a:cubicBezTo>
                    <a:pt x="33854" y="90143"/>
                    <a:pt x="44268" y="88432"/>
                    <a:pt x="50783" y="86944"/>
                  </a:cubicBezTo>
                  <a:cubicBezTo>
                    <a:pt x="53896" y="86235"/>
                    <a:pt x="59219" y="84893"/>
                    <a:pt x="59928" y="83799"/>
                  </a:cubicBezTo>
                  <a:cubicBezTo>
                    <a:pt x="60921" y="82262"/>
                    <a:pt x="60885" y="81306"/>
                    <a:pt x="60743" y="77730"/>
                  </a:cubicBezTo>
                  <a:cubicBezTo>
                    <a:pt x="60727" y="77183"/>
                    <a:pt x="60698" y="76575"/>
                    <a:pt x="60678" y="75890"/>
                  </a:cubicBezTo>
                  <a:cubicBezTo>
                    <a:pt x="60670" y="75500"/>
                    <a:pt x="60641" y="75075"/>
                    <a:pt x="60617" y="74629"/>
                  </a:cubicBezTo>
                  <a:cubicBezTo>
                    <a:pt x="60451" y="71698"/>
                    <a:pt x="60921" y="68414"/>
                    <a:pt x="61525" y="64251"/>
                  </a:cubicBezTo>
                  <a:cubicBezTo>
                    <a:pt x="62154" y="59877"/>
                    <a:pt x="62940" y="54429"/>
                    <a:pt x="63126" y="47785"/>
                  </a:cubicBezTo>
                  <a:cubicBezTo>
                    <a:pt x="63358" y="39572"/>
                    <a:pt x="63313" y="19603"/>
                    <a:pt x="57873" y="11677"/>
                  </a:cubicBezTo>
                  <a:cubicBezTo>
                    <a:pt x="52789" y="4267"/>
                    <a:pt x="47235" y="2325"/>
                    <a:pt x="43502" y="1506"/>
                  </a:cubicBezTo>
                  <a:cubicBezTo>
                    <a:pt x="38699" y="454"/>
                    <a:pt x="34015" y="0"/>
                    <a:pt x="2970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" name="Google Shape;5392;p73"/>
            <p:cNvSpPr/>
            <p:nvPr/>
          </p:nvSpPr>
          <p:spPr>
            <a:xfrm>
              <a:off x="3165965" y="3038255"/>
              <a:ext cx="63759" cy="1146833"/>
            </a:xfrm>
            <a:custGeom>
              <a:avLst/>
              <a:gdLst/>
              <a:ahLst/>
              <a:cxnLst/>
              <a:rect l="l" t="t" r="r" b="b"/>
              <a:pathLst>
                <a:path w="3677" h="66138" extrusionOk="0">
                  <a:moveTo>
                    <a:pt x="2900" y="0"/>
                  </a:moveTo>
                  <a:cubicBezTo>
                    <a:pt x="2571" y="0"/>
                    <a:pt x="2276" y="228"/>
                    <a:pt x="2205" y="563"/>
                  </a:cubicBezTo>
                  <a:cubicBezTo>
                    <a:pt x="276" y="9469"/>
                    <a:pt x="73" y="27055"/>
                    <a:pt x="33" y="42840"/>
                  </a:cubicBezTo>
                  <a:cubicBezTo>
                    <a:pt x="0" y="56907"/>
                    <a:pt x="1111" y="65432"/>
                    <a:pt x="1127" y="65521"/>
                  </a:cubicBezTo>
                  <a:cubicBezTo>
                    <a:pt x="1168" y="65874"/>
                    <a:pt x="1468" y="66137"/>
                    <a:pt x="1824" y="66137"/>
                  </a:cubicBezTo>
                  <a:lnTo>
                    <a:pt x="1922" y="66133"/>
                  </a:lnTo>
                  <a:cubicBezTo>
                    <a:pt x="2311" y="66081"/>
                    <a:pt x="2586" y="65724"/>
                    <a:pt x="2534" y="65331"/>
                  </a:cubicBezTo>
                  <a:cubicBezTo>
                    <a:pt x="2522" y="65250"/>
                    <a:pt x="1419" y="56814"/>
                    <a:pt x="1455" y="42840"/>
                  </a:cubicBezTo>
                  <a:cubicBezTo>
                    <a:pt x="1492" y="27132"/>
                    <a:pt x="1695" y="9640"/>
                    <a:pt x="3596" y="863"/>
                  </a:cubicBezTo>
                  <a:cubicBezTo>
                    <a:pt x="3677" y="478"/>
                    <a:pt x="3430" y="97"/>
                    <a:pt x="3049" y="16"/>
                  </a:cubicBezTo>
                  <a:cubicBezTo>
                    <a:pt x="2999" y="5"/>
                    <a:pt x="2949" y="0"/>
                    <a:pt x="29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" name="Google Shape;5393;p73"/>
            <p:cNvSpPr/>
            <p:nvPr/>
          </p:nvSpPr>
          <p:spPr>
            <a:xfrm>
              <a:off x="3159844" y="3032116"/>
              <a:ext cx="76573" cy="1159162"/>
            </a:xfrm>
            <a:custGeom>
              <a:avLst/>
              <a:gdLst/>
              <a:ahLst/>
              <a:cxnLst/>
              <a:rect l="l" t="t" r="r" b="b"/>
              <a:pathLst>
                <a:path w="4416" h="66849" extrusionOk="0">
                  <a:moveTo>
                    <a:pt x="3252" y="710"/>
                  </a:moveTo>
                  <a:lnTo>
                    <a:pt x="3325" y="718"/>
                  </a:lnTo>
                  <a:cubicBezTo>
                    <a:pt x="3515" y="759"/>
                    <a:pt x="3637" y="945"/>
                    <a:pt x="3596" y="1140"/>
                  </a:cubicBezTo>
                  <a:cubicBezTo>
                    <a:pt x="1691" y="9945"/>
                    <a:pt x="1488" y="27461"/>
                    <a:pt x="1456" y="43190"/>
                  </a:cubicBezTo>
                  <a:cubicBezTo>
                    <a:pt x="1419" y="57233"/>
                    <a:pt x="2522" y="65652"/>
                    <a:pt x="2534" y="65733"/>
                  </a:cubicBezTo>
                  <a:cubicBezTo>
                    <a:pt x="2558" y="65924"/>
                    <a:pt x="2425" y="66106"/>
                    <a:pt x="2230" y="66131"/>
                  </a:cubicBezTo>
                  <a:cubicBezTo>
                    <a:pt x="2213" y="66133"/>
                    <a:pt x="2196" y="66134"/>
                    <a:pt x="2179" y="66134"/>
                  </a:cubicBezTo>
                  <a:cubicBezTo>
                    <a:pt x="2005" y="66134"/>
                    <a:pt x="1855" y="66004"/>
                    <a:pt x="1829" y="65827"/>
                  </a:cubicBezTo>
                  <a:cubicBezTo>
                    <a:pt x="1817" y="65742"/>
                    <a:pt x="710" y="57172"/>
                    <a:pt x="738" y="43194"/>
                  </a:cubicBezTo>
                  <a:cubicBezTo>
                    <a:pt x="779" y="27429"/>
                    <a:pt x="981" y="9864"/>
                    <a:pt x="2903" y="994"/>
                  </a:cubicBezTo>
                  <a:cubicBezTo>
                    <a:pt x="2939" y="828"/>
                    <a:pt x="3085" y="710"/>
                    <a:pt x="3252" y="710"/>
                  </a:cubicBezTo>
                  <a:close/>
                  <a:moveTo>
                    <a:pt x="3246" y="0"/>
                  </a:moveTo>
                  <a:cubicBezTo>
                    <a:pt x="2756" y="0"/>
                    <a:pt x="2315" y="341"/>
                    <a:pt x="2210" y="840"/>
                  </a:cubicBezTo>
                  <a:cubicBezTo>
                    <a:pt x="272" y="9783"/>
                    <a:pt x="69" y="27388"/>
                    <a:pt x="29" y="43194"/>
                  </a:cubicBezTo>
                  <a:cubicBezTo>
                    <a:pt x="0" y="57293"/>
                    <a:pt x="1115" y="65839"/>
                    <a:pt x="1123" y="65920"/>
                  </a:cubicBezTo>
                  <a:cubicBezTo>
                    <a:pt x="1196" y="66447"/>
                    <a:pt x="1646" y="66840"/>
                    <a:pt x="2177" y="66848"/>
                  </a:cubicBezTo>
                  <a:lnTo>
                    <a:pt x="2319" y="66836"/>
                  </a:lnTo>
                  <a:cubicBezTo>
                    <a:pt x="2903" y="66759"/>
                    <a:pt x="3312" y="66224"/>
                    <a:pt x="3239" y="65640"/>
                  </a:cubicBezTo>
                  <a:cubicBezTo>
                    <a:pt x="3227" y="65555"/>
                    <a:pt x="2129" y="57188"/>
                    <a:pt x="2165" y="43198"/>
                  </a:cubicBezTo>
                  <a:cubicBezTo>
                    <a:pt x="2198" y="27506"/>
                    <a:pt x="2400" y="10034"/>
                    <a:pt x="4293" y="1290"/>
                  </a:cubicBezTo>
                  <a:cubicBezTo>
                    <a:pt x="4415" y="714"/>
                    <a:pt x="4050" y="147"/>
                    <a:pt x="3475" y="25"/>
                  </a:cubicBezTo>
                  <a:cubicBezTo>
                    <a:pt x="3398" y="8"/>
                    <a:pt x="3321" y="0"/>
                    <a:pt x="324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" name="Google Shape;5394;p73"/>
            <p:cNvSpPr/>
            <p:nvPr/>
          </p:nvSpPr>
          <p:spPr>
            <a:xfrm>
              <a:off x="3188109" y="3091541"/>
              <a:ext cx="37836" cy="16525"/>
            </a:xfrm>
            <a:custGeom>
              <a:avLst/>
              <a:gdLst/>
              <a:ahLst/>
              <a:cxnLst/>
              <a:rect l="l" t="t" r="r" b="b"/>
              <a:pathLst>
                <a:path w="2182" h="953" extrusionOk="0">
                  <a:moveTo>
                    <a:pt x="404" y="0"/>
                  </a:moveTo>
                  <a:cubicBezTo>
                    <a:pt x="278" y="0"/>
                    <a:pt x="157" y="67"/>
                    <a:pt x="93" y="186"/>
                  </a:cubicBezTo>
                  <a:cubicBezTo>
                    <a:pt x="0" y="356"/>
                    <a:pt x="61" y="571"/>
                    <a:pt x="235" y="668"/>
                  </a:cubicBezTo>
                  <a:cubicBezTo>
                    <a:pt x="260" y="680"/>
                    <a:pt x="754" y="952"/>
                    <a:pt x="1516" y="952"/>
                  </a:cubicBezTo>
                  <a:lnTo>
                    <a:pt x="1845" y="936"/>
                  </a:lnTo>
                  <a:cubicBezTo>
                    <a:pt x="2039" y="911"/>
                    <a:pt x="2181" y="737"/>
                    <a:pt x="2165" y="547"/>
                  </a:cubicBezTo>
                  <a:cubicBezTo>
                    <a:pt x="2146" y="361"/>
                    <a:pt x="1992" y="224"/>
                    <a:pt x="1813" y="224"/>
                  </a:cubicBezTo>
                  <a:cubicBezTo>
                    <a:pt x="1800" y="224"/>
                    <a:pt x="1788" y="225"/>
                    <a:pt x="1776" y="226"/>
                  </a:cubicBezTo>
                  <a:cubicBezTo>
                    <a:pt x="1689" y="235"/>
                    <a:pt x="1606" y="239"/>
                    <a:pt x="1526" y="239"/>
                  </a:cubicBezTo>
                  <a:cubicBezTo>
                    <a:pt x="955" y="239"/>
                    <a:pt x="583" y="48"/>
                    <a:pt x="576" y="44"/>
                  </a:cubicBezTo>
                  <a:cubicBezTo>
                    <a:pt x="521" y="15"/>
                    <a:pt x="462" y="0"/>
                    <a:pt x="40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" name="Google Shape;5395;p73"/>
            <p:cNvSpPr/>
            <p:nvPr/>
          </p:nvSpPr>
          <p:spPr>
            <a:xfrm>
              <a:off x="3183670" y="3125041"/>
              <a:ext cx="37767" cy="16629"/>
            </a:xfrm>
            <a:custGeom>
              <a:avLst/>
              <a:gdLst/>
              <a:ahLst/>
              <a:cxnLst/>
              <a:rect l="l" t="t" r="r" b="b"/>
              <a:pathLst>
                <a:path w="2178" h="959" extrusionOk="0">
                  <a:moveTo>
                    <a:pt x="405" y="1"/>
                  </a:moveTo>
                  <a:cubicBezTo>
                    <a:pt x="283" y="1"/>
                    <a:pt x="164" y="63"/>
                    <a:pt x="98" y="175"/>
                  </a:cubicBezTo>
                  <a:cubicBezTo>
                    <a:pt x="1" y="338"/>
                    <a:pt x="49" y="552"/>
                    <a:pt x="211" y="654"/>
                  </a:cubicBezTo>
                  <a:cubicBezTo>
                    <a:pt x="236" y="670"/>
                    <a:pt x="730" y="958"/>
                    <a:pt x="1468" y="958"/>
                  </a:cubicBezTo>
                  <a:cubicBezTo>
                    <a:pt x="1485" y="958"/>
                    <a:pt x="1501" y="959"/>
                    <a:pt x="1518" y="959"/>
                  </a:cubicBezTo>
                  <a:cubicBezTo>
                    <a:pt x="1627" y="959"/>
                    <a:pt x="1736" y="948"/>
                    <a:pt x="1845" y="933"/>
                  </a:cubicBezTo>
                  <a:cubicBezTo>
                    <a:pt x="2040" y="909"/>
                    <a:pt x="2178" y="731"/>
                    <a:pt x="2153" y="532"/>
                  </a:cubicBezTo>
                  <a:cubicBezTo>
                    <a:pt x="2127" y="356"/>
                    <a:pt x="1973" y="225"/>
                    <a:pt x="1797" y="225"/>
                  </a:cubicBezTo>
                  <a:cubicBezTo>
                    <a:pt x="1782" y="225"/>
                    <a:pt x="1767" y="226"/>
                    <a:pt x="1752" y="228"/>
                  </a:cubicBezTo>
                  <a:cubicBezTo>
                    <a:pt x="1654" y="243"/>
                    <a:pt x="1555" y="250"/>
                    <a:pt x="1456" y="250"/>
                  </a:cubicBezTo>
                  <a:cubicBezTo>
                    <a:pt x="1153" y="250"/>
                    <a:pt x="852" y="180"/>
                    <a:pt x="576" y="46"/>
                  </a:cubicBezTo>
                  <a:cubicBezTo>
                    <a:pt x="522" y="15"/>
                    <a:pt x="463" y="1"/>
                    <a:pt x="40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" name="Google Shape;5396;p73"/>
            <p:cNvSpPr/>
            <p:nvPr/>
          </p:nvSpPr>
          <p:spPr>
            <a:xfrm>
              <a:off x="3179525" y="3159635"/>
              <a:ext cx="37975" cy="17167"/>
            </a:xfrm>
            <a:custGeom>
              <a:avLst/>
              <a:gdLst/>
              <a:ahLst/>
              <a:cxnLst/>
              <a:rect l="l" t="t" r="r" b="b"/>
              <a:pathLst>
                <a:path w="2190" h="990" extrusionOk="0">
                  <a:moveTo>
                    <a:pt x="405" y="1"/>
                  </a:moveTo>
                  <a:cubicBezTo>
                    <a:pt x="293" y="1"/>
                    <a:pt x="183" y="55"/>
                    <a:pt x="118" y="155"/>
                  </a:cubicBezTo>
                  <a:cubicBezTo>
                    <a:pt x="0" y="313"/>
                    <a:pt x="37" y="536"/>
                    <a:pt x="203" y="645"/>
                  </a:cubicBezTo>
                  <a:cubicBezTo>
                    <a:pt x="570" y="872"/>
                    <a:pt x="995" y="990"/>
                    <a:pt x="1426" y="990"/>
                  </a:cubicBezTo>
                  <a:cubicBezTo>
                    <a:pt x="1433" y="990"/>
                    <a:pt x="1440" y="990"/>
                    <a:pt x="1448" y="990"/>
                  </a:cubicBezTo>
                  <a:cubicBezTo>
                    <a:pt x="1590" y="990"/>
                    <a:pt x="1727" y="977"/>
                    <a:pt x="1865" y="957"/>
                  </a:cubicBezTo>
                  <a:cubicBezTo>
                    <a:pt x="2056" y="925"/>
                    <a:pt x="2190" y="742"/>
                    <a:pt x="2157" y="552"/>
                  </a:cubicBezTo>
                  <a:cubicBezTo>
                    <a:pt x="2132" y="377"/>
                    <a:pt x="1982" y="251"/>
                    <a:pt x="1810" y="251"/>
                  </a:cubicBezTo>
                  <a:cubicBezTo>
                    <a:pt x="1791" y="251"/>
                    <a:pt x="1771" y="253"/>
                    <a:pt x="1752" y="256"/>
                  </a:cubicBezTo>
                  <a:cubicBezTo>
                    <a:pt x="1643" y="274"/>
                    <a:pt x="1539" y="282"/>
                    <a:pt x="1443" y="282"/>
                  </a:cubicBezTo>
                  <a:cubicBezTo>
                    <a:pt x="944" y="282"/>
                    <a:pt x="626" y="76"/>
                    <a:pt x="609" y="65"/>
                  </a:cubicBezTo>
                  <a:cubicBezTo>
                    <a:pt x="546" y="22"/>
                    <a:pt x="475" y="1"/>
                    <a:pt x="40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" name="Google Shape;5397;p73"/>
            <p:cNvSpPr/>
            <p:nvPr/>
          </p:nvSpPr>
          <p:spPr>
            <a:xfrm>
              <a:off x="3176005" y="3196586"/>
              <a:ext cx="38686" cy="14514"/>
            </a:xfrm>
            <a:custGeom>
              <a:avLst/>
              <a:gdLst/>
              <a:ahLst/>
              <a:cxnLst/>
              <a:rect l="l" t="t" r="r" b="b"/>
              <a:pathLst>
                <a:path w="2231" h="837" extrusionOk="0">
                  <a:moveTo>
                    <a:pt x="409" y="0"/>
                  </a:moveTo>
                  <a:cubicBezTo>
                    <a:pt x="274" y="0"/>
                    <a:pt x="146" y="77"/>
                    <a:pt x="86" y="209"/>
                  </a:cubicBezTo>
                  <a:cubicBezTo>
                    <a:pt x="1" y="387"/>
                    <a:pt x="78" y="598"/>
                    <a:pt x="260" y="679"/>
                  </a:cubicBezTo>
                  <a:cubicBezTo>
                    <a:pt x="276" y="691"/>
                    <a:pt x="605" y="837"/>
                    <a:pt x="1099" y="837"/>
                  </a:cubicBezTo>
                  <a:cubicBezTo>
                    <a:pt x="1387" y="837"/>
                    <a:pt x="1675" y="788"/>
                    <a:pt x="1947" y="695"/>
                  </a:cubicBezTo>
                  <a:cubicBezTo>
                    <a:pt x="2129" y="630"/>
                    <a:pt x="2230" y="427"/>
                    <a:pt x="2170" y="245"/>
                  </a:cubicBezTo>
                  <a:cubicBezTo>
                    <a:pt x="2118" y="94"/>
                    <a:pt x="1981" y="2"/>
                    <a:pt x="1835" y="2"/>
                  </a:cubicBezTo>
                  <a:cubicBezTo>
                    <a:pt x="1797" y="2"/>
                    <a:pt x="1758" y="9"/>
                    <a:pt x="1720" y="22"/>
                  </a:cubicBezTo>
                  <a:cubicBezTo>
                    <a:pt x="1484" y="101"/>
                    <a:pt x="1272" y="127"/>
                    <a:pt x="1095" y="127"/>
                  </a:cubicBezTo>
                  <a:cubicBezTo>
                    <a:pt x="773" y="127"/>
                    <a:pt x="568" y="41"/>
                    <a:pt x="552" y="30"/>
                  </a:cubicBezTo>
                  <a:cubicBezTo>
                    <a:pt x="505" y="10"/>
                    <a:pt x="457" y="0"/>
                    <a:pt x="40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" name="Google Shape;5398;p73"/>
            <p:cNvSpPr/>
            <p:nvPr/>
          </p:nvSpPr>
          <p:spPr>
            <a:xfrm>
              <a:off x="3173058" y="3233937"/>
              <a:ext cx="38755" cy="15277"/>
            </a:xfrm>
            <a:custGeom>
              <a:avLst/>
              <a:gdLst/>
              <a:ahLst/>
              <a:cxnLst/>
              <a:rect l="l" t="t" r="r" b="b"/>
              <a:pathLst>
                <a:path w="2235" h="881" extrusionOk="0">
                  <a:moveTo>
                    <a:pt x="1828" y="0"/>
                  </a:moveTo>
                  <a:cubicBezTo>
                    <a:pt x="1782" y="0"/>
                    <a:pt x="1736" y="10"/>
                    <a:pt x="1691" y="29"/>
                  </a:cubicBezTo>
                  <a:cubicBezTo>
                    <a:pt x="1441" y="138"/>
                    <a:pt x="1230" y="173"/>
                    <a:pt x="1062" y="173"/>
                  </a:cubicBezTo>
                  <a:cubicBezTo>
                    <a:pt x="781" y="173"/>
                    <a:pt x="622" y="75"/>
                    <a:pt x="605" y="65"/>
                  </a:cubicBezTo>
                  <a:cubicBezTo>
                    <a:pt x="544" y="22"/>
                    <a:pt x="474" y="1"/>
                    <a:pt x="404" y="1"/>
                  </a:cubicBezTo>
                  <a:cubicBezTo>
                    <a:pt x="291" y="1"/>
                    <a:pt x="180" y="55"/>
                    <a:pt x="110" y="154"/>
                  </a:cubicBezTo>
                  <a:cubicBezTo>
                    <a:pt x="1" y="317"/>
                    <a:pt x="41" y="536"/>
                    <a:pt x="199" y="649"/>
                  </a:cubicBezTo>
                  <a:cubicBezTo>
                    <a:pt x="219" y="661"/>
                    <a:pt x="540" y="880"/>
                    <a:pt x="1071" y="880"/>
                  </a:cubicBezTo>
                  <a:cubicBezTo>
                    <a:pt x="1383" y="876"/>
                    <a:pt x="1687" y="811"/>
                    <a:pt x="1971" y="685"/>
                  </a:cubicBezTo>
                  <a:cubicBezTo>
                    <a:pt x="2149" y="608"/>
                    <a:pt x="2234" y="398"/>
                    <a:pt x="2157" y="219"/>
                  </a:cubicBezTo>
                  <a:cubicBezTo>
                    <a:pt x="2099" y="82"/>
                    <a:pt x="1966" y="0"/>
                    <a:pt x="182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" name="Google Shape;5399;p73"/>
            <p:cNvSpPr/>
            <p:nvPr/>
          </p:nvSpPr>
          <p:spPr>
            <a:xfrm>
              <a:off x="3169884" y="3266883"/>
              <a:ext cx="39466" cy="17617"/>
            </a:xfrm>
            <a:custGeom>
              <a:avLst/>
              <a:gdLst/>
              <a:ahLst/>
              <a:cxnLst/>
              <a:rect l="l" t="t" r="r" b="b"/>
              <a:pathLst>
                <a:path w="2276" h="1016" extrusionOk="0">
                  <a:moveTo>
                    <a:pt x="480" y="1"/>
                  </a:moveTo>
                  <a:cubicBezTo>
                    <a:pt x="229" y="1"/>
                    <a:pt x="0" y="288"/>
                    <a:pt x="179" y="557"/>
                  </a:cubicBezTo>
                  <a:cubicBezTo>
                    <a:pt x="334" y="756"/>
                    <a:pt x="694" y="1015"/>
                    <a:pt x="1205" y="1015"/>
                  </a:cubicBezTo>
                  <a:cubicBezTo>
                    <a:pt x="1493" y="1011"/>
                    <a:pt x="1781" y="938"/>
                    <a:pt x="2036" y="800"/>
                  </a:cubicBezTo>
                  <a:cubicBezTo>
                    <a:pt x="2206" y="711"/>
                    <a:pt x="2275" y="500"/>
                    <a:pt x="2186" y="326"/>
                  </a:cubicBezTo>
                  <a:cubicBezTo>
                    <a:pt x="2125" y="204"/>
                    <a:pt x="2000" y="132"/>
                    <a:pt x="1870" y="132"/>
                  </a:cubicBezTo>
                  <a:cubicBezTo>
                    <a:pt x="1818" y="132"/>
                    <a:pt x="1766" y="144"/>
                    <a:pt x="1716" y="168"/>
                  </a:cubicBezTo>
                  <a:cubicBezTo>
                    <a:pt x="1510" y="272"/>
                    <a:pt x="1338" y="308"/>
                    <a:pt x="1200" y="308"/>
                  </a:cubicBezTo>
                  <a:cubicBezTo>
                    <a:pt x="910" y="308"/>
                    <a:pt x="764" y="151"/>
                    <a:pt x="739" y="123"/>
                  </a:cubicBezTo>
                  <a:cubicBezTo>
                    <a:pt x="661" y="37"/>
                    <a:pt x="569" y="1"/>
                    <a:pt x="4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" name="Google Shape;5400;p73"/>
            <p:cNvSpPr/>
            <p:nvPr/>
          </p:nvSpPr>
          <p:spPr>
            <a:xfrm>
              <a:off x="3168202" y="3314585"/>
              <a:ext cx="35738" cy="14271"/>
            </a:xfrm>
            <a:custGeom>
              <a:avLst/>
              <a:gdLst/>
              <a:ahLst/>
              <a:cxnLst/>
              <a:rect l="l" t="t" r="r" b="b"/>
              <a:pathLst>
                <a:path w="2061" h="823" extrusionOk="0">
                  <a:moveTo>
                    <a:pt x="405" y="0"/>
                  </a:moveTo>
                  <a:cubicBezTo>
                    <a:pt x="268" y="0"/>
                    <a:pt x="139" y="80"/>
                    <a:pt x="82" y="214"/>
                  </a:cubicBezTo>
                  <a:cubicBezTo>
                    <a:pt x="1" y="392"/>
                    <a:pt x="82" y="603"/>
                    <a:pt x="264" y="680"/>
                  </a:cubicBezTo>
                  <a:cubicBezTo>
                    <a:pt x="479" y="774"/>
                    <a:pt x="716" y="822"/>
                    <a:pt x="953" y="822"/>
                  </a:cubicBezTo>
                  <a:cubicBezTo>
                    <a:pt x="963" y="822"/>
                    <a:pt x="972" y="822"/>
                    <a:pt x="982" y="822"/>
                  </a:cubicBezTo>
                  <a:cubicBezTo>
                    <a:pt x="1258" y="818"/>
                    <a:pt x="1529" y="777"/>
                    <a:pt x="1793" y="696"/>
                  </a:cubicBezTo>
                  <a:cubicBezTo>
                    <a:pt x="1967" y="627"/>
                    <a:pt x="2060" y="441"/>
                    <a:pt x="2007" y="263"/>
                  </a:cubicBezTo>
                  <a:cubicBezTo>
                    <a:pt x="1962" y="108"/>
                    <a:pt x="1822" y="8"/>
                    <a:pt x="1666" y="8"/>
                  </a:cubicBezTo>
                  <a:cubicBezTo>
                    <a:pt x="1642" y="8"/>
                    <a:pt x="1618" y="10"/>
                    <a:pt x="1594" y="15"/>
                  </a:cubicBezTo>
                  <a:cubicBezTo>
                    <a:pt x="1419" y="66"/>
                    <a:pt x="1199" y="112"/>
                    <a:pt x="982" y="112"/>
                  </a:cubicBezTo>
                  <a:cubicBezTo>
                    <a:pt x="832" y="112"/>
                    <a:pt x="683" y="90"/>
                    <a:pt x="552" y="32"/>
                  </a:cubicBezTo>
                  <a:cubicBezTo>
                    <a:pt x="504" y="10"/>
                    <a:pt x="454" y="0"/>
                    <a:pt x="40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" name="Google Shape;5401;p73"/>
            <p:cNvSpPr/>
            <p:nvPr/>
          </p:nvSpPr>
          <p:spPr>
            <a:xfrm>
              <a:off x="3166174" y="3359686"/>
              <a:ext cx="36206" cy="16612"/>
            </a:xfrm>
            <a:custGeom>
              <a:avLst/>
              <a:gdLst/>
              <a:ahLst/>
              <a:cxnLst/>
              <a:rect l="l" t="t" r="r" b="b"/>
              <a:pathLst>
                <a:path w="2088" h="958" extrusionOk="0">
                  <a:moveTo>
                    <a:pt x="408" y="0"/>
                  </a:moveTo>
                  <a:cubicBezTo>
                    <a:pt x="334" y="0"/>
                    <a:pt x="261" y="23"/>
                    <a:pt x="199" y="70"/>
                  </a:cubicBezTo>
                  <a:cubicBezTo>
                    <a:pt x="37" y="183"/>
                    <a:pt x="0" y="410"/>
                    <a:pt x="122" y="568"/>
                  </a:cubicBezTo>
                  <a:cubicBezTo>
                    <a:pt x="138" y="588"/>
                    <a:pt x="422" y="957"/>
                    <a:pt x="1050" y="957"/>
                  </a:cubicBezTo>
                  <a:cubicBezTo>
                    <a:pt x="1310" y="953"/>
                    <a:pt x="1569" y="901"/>
                    <a:pt x="1812" y="799"/>
                  </a:cubicBezTo>
                  <a:cubicBezTo>
                    <a:pt x="1995" y="730"/>
                    <a:pt x="2088" y="524"/>
                    <a:pt x="2019" y="341"/>
                  </a:cubicBezTo>
                  <a:cubicBezTo>
                    <a:pt x="1966" y="200"/>
                    <a:pt x="1829" y="112"/>
                    <a:pt x="1685" y="112"/>
                  </a:cubicBezTo>
                  <a:cubicBezTo>
                    <a:pt x="1644" y="112"/>
                    <a:pt x="1602" y="119"/>
                    <a:pt x="1561" y="134"/>
                  </a:cubicBezTo>
                  <a:cubicBezTo>
                    <a:pt x="1344" y="219"/>
                    <a:pt x="1175" y="247"/>
                    <a:pt x="1045" y="247"/>
                  </a:cubicBezTo>
                  <a:cubicBezTo>
                    <a:pt x="802" y="247"/>
                    <a:pt x="699" y="148"/>
                    <a:pt x="685" y="134"/>
                  </a:cubicBezTo>
                  <a:cubicBezTo>
                    <a:pt x="616" y="46"/>
                    <a:pt x="512" y="0"/>
                    <a:pt x="40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" name="Google Shape;5402;p73"/>
            <p:cNvSpPr/>
            <p:nvPr/>
          </p:nvSpPr>
          <p:spPr>
            <a:xfrm>
              <a:off x="3166243" y="3410579"/>
              <a:ext cx="36067" cy="16109"/>
            </a:xfrm>
            <a:custGeom>
              <a:avLst/>
              <a:gdLst/>
              <a:ahLst/>
              <a:cxnLst/>
              <a:rect l="l" t="t" r="r" b="b"/>
              <a:pathLst>
                <a:path w="2080" h="929" extrusionOk="0">
                  <a:moveTo>
                    <a:pt x="402" y="1"/>
                  </a:moveTo>
                  <a:cubicBezTo>
                    <a:pt x="297" y="1"/>
                    <a:pt x="193" y="47"/>
                    <a:pt x="122" y="134"/>
                  </a:cubicBezTo>
                  <a:cubicBezTo>
                    <a:pt x="0" y="288"/>
                    <a:pt x="25" y="511"/>
                    <a:pt x="183" y="629"/>
                  </a:cubicBezTo>
                  <a:cubicBezTo>
                    <a:pt x="203" y="649"/>
                    <a:pt x="568" y="929"/>
                    <a:pt x="1168" y="929"/>
                  </a:cubicBezTo>
                  <a:cubicBezTo>
                    <a:pt x="1379" y="929"/>
                    <a:pt x="1585" y="897"/>
                    <a:pt x="1788" y="832"/>
                  </a:cubicBezTo>
                  <a:cubicBezTo>
                    <a:pt x="1975" y="775"/>
                    <a:pt x="2080" y="576"/>
                    <a:pt x="2023" y="386"/>
                  </a:cubicBezTo>
                  <a:cubicBezTo>
                    <a:pt x="1974" y="235"/>
                    <a:pt x="1835" y="137"/>
                    <a:pt x="1685" y="137"/>
                  </a:cubicBezTo>
                  <a:cubicBezTo>
                    <a:pt x="1649" y="137"/>
                    <a:pt x="1613" y="143"/>
                    <a:pt x="1577" y="155"/>
                  </a:cubicBezTo>
                  <a:cubicBezTo>
                    <a:pt x="1421" y="203"/>
                    <a:pt x="1282" y="221"/>
                    <a:pt x="1160" y="221"/>
                  </a:cubicBezTo>
                  <a:cubicBezTo>
                    <a:pt x="827" y="221"/>
                    <a:pt x="631" y="85"/>
                    <a:pt x="617" y="74"/>
                  </a:cubicBezTo>
                  <a:cubicBezTo>
                    <a:pt x="552" y="25"/>
                    <a:pt x="477" y="1"/>
                    <a:pt x="40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" name="Google Shape;5403;p73"/>
            <p:cNvSpPr/>
            <p:nvPr/>
          </p:nvSpPr>
          <p:spPr>
            <a:xfrm>
              <a:off x="3162654" y="3474321"/>
              <a:ext cx="39726" cy="14860"/>
            </a:xfrm>
            <a:custGeom>
              <a:avLst/>
              <a:gdLst/>
              <a:ahLst/>
              <a:cxnLst/>
              <a:rect l="l" t="t" r="r" b="b"/>
              <a:pathLst>
                <a:path w="2291" h="857" extrusionOk="0">
                  <a:moveTo>
                    <a:pt x="1888" y="0"/>
                  </a:moveTo>
                  <a:cubicBezTo>
                    <a:pt x="1844" y="0"/>
                    <a:pt x="1799" y="8"/>
                    <a:pt x="1756" y="26"/>
                  </a:cubicBezTo>
                  <a:cubicBezTo>
                    <a:pt x="1528" y="119"/>
                    <a:pt x="1315" y="149"/>
                    <a:pt x="1135" y="149"/>
                  </a:cubicBezTo>
                  <a:cubicBezTo>
                    <a:pt x="802" y="149"/>
                    <a:pt x="577" y="46"/>
                    <a:pt x="556" y="38"/>
                  </a:cubicBezTo>
                  <a:cubicBezTo>
                    <a:pt x="507" y="14"/>
                    <a:pt x="455" y="2"/>
                    <a:pt x="403" y="2"/>
                  </a:cubicBezTo>
                  <a:cubicBezTo>
                    <a:pt x="273" y="2"/>
                    <a:pt x="147" y="76"/>
                    <a:pt x="86" y="204"/>
                  </a:cubicBezTo>
                  <a:cubicBezTo>
                    <a:pt x="1" y="378"/>
                    <a:pt x="74" y="589"/>
                    <a:pt x="248" y="674"/>
                  </a:cubicBezTo>
                  <a:cubicBezTo>
                    <a:pt x="523" y="796"/>
                    <a:pt x="817" y="857"/>
                    <a:pt x="1115" y="857"/>
                  </a:cubicBezTo>
                  <a:cubicBezTo>
                    <a:pt x="1125" y="857"/>
                    <a:pt x="1134" y="857"/>
                    <a:pt x="1144" y="857"/>
                  </a:cubicBezTo>
                  <a:cubicBezTo>
                    <a:pt x="1444" y="857"/>
                    <a:pt x="1744" y="800"/>
                    <a:pt x="2019" y="687"/>
                  </a:cubicBezTo>
                  <a:cubicBezTo>
                    <a:pt x="2202" y="614"/>
                    <a:pt x="2291" y="407"/>
                    <a:pt x="2218" y="224"/>
                  </a:cubicBezTo>
                  <a:cubicBezTo>
                    <a:pt x="2162" y="85"/>
                    <a:pt x="2029" y="0"/>
                    <a:pt x="18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" name="Google Shape;5404;p73"/>
            <p:cNvSpPr/>
            <p:nvPr/>
          </p:nvSpPr>
          <p:spPr>
            <a:xfrm>
              <a:off x="3161596" y="3521312"/>
              <a:ext cx="37350" cy="17357"/>
            </a:xfrm>
            <a:custGeom>
              <a:avLst/>
              <a:gdLst/>
              <a:ahLst/>
              <a:cxnLst/>
              <a:rect l="l" t="t" r="r" b="b"/>
              <a:pathLst>
                <a:path w="2154" h="1001" extrusionOk="0">
                  <a:moveTo>
                    <a:pt x="407" y="1"/>
                  </a:moveTo>
                  <a:cubicBezTo>
                    <a:pt x="353" y="1"/>
                    <a:pt x="297" y="13"/>
                    <a:pt x="244" y="40"/>
                  </a:cubicBezTo>
                  <a:cubicBezTo>
                    <a:pt x="70" y="129"/>
                    <a:pt x="1" y="344"/>
                    <a:pt x="90" y="518"/>
                  </a:cubicBezTo>
                  <a:cubicBezTo>
                    <a:pt x="212" y="733"/>
                    <a:pt x="410" y="891"/>
                    <a:pt x="649" y="960"/>
                  </a:cubicBezTo>
                  <a:cubicBezTo>
                    <a:pt x="747" y="984"/>
                    <a:pt x="848" y="1001"/>
                    <a:pt x="949" y="1001"/>
                  </a:cubicBezTo>
                  <a:cubicBezTo>
                    <a:pt x="1241" y="1001"/>
                    <a:pt x="1570" y="883"/>
                    <a:pt x="1934" y="660"/>
                  </a:cubicBezTo>
                  <a:cubicBezTo>
                    <a:pt x="2101" y="555"/>
                    <a:pt x="2153" y="336"/>
                    <a:pt x="2048" y="170"/>
                  </a:cubicBezTo>
                  <a:cubicBezTo>
                    <a:pt x="1982" y="62"/>
                    <a:pt x="1867" y="3"/>
                    <a:pt x="1749" y="3"/>
                  </a:cubicBezTo>
                  <a:cubicBezTo>
                    <a:pt x="1685" y="3"/>
                    <a:pt x="1620" y="21"/>
                    <a:pt x="1561" y="56"/>
                  </a:cubicBezTo>
                  <a:cubicBezTo>
                    <a:pt x="1260" y="241"/>
                    <a:pt x="1065" y="285"/>
                    <a:pt x="947" y="285"/>
                  </a:cubicBezTo>
                  <a:cubicBezTo>
                    <a:pt x="909" y="285"/>
                    <a:pt x="880" y="281"/>
                    <a:pt x="856" y="275"/>
                  </a:cubicBezTo>
                  <a:cubicBezTo>
                    <a:pt x="803" y="267"/>
                    <a:pt x="755" y="239"/>
                    <a:pt x="726" y="194"/>
                  </a:cubicBezTo>
                  <a:cubicBezTo>
                    <a:pt x="661" y="71"/>
                    <a:pt x="537" y="1"/>
                    <a:pt x="40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" name="Google Shape;5405;p73"/>
            <p:cNvSpPr/>
            <p:nvPr/>
          </p:nvSpPr>
          <p:spPr>
            <a:xfrm>
              <a:off x="3160694" y="3583736"/>
              <a:ext cx="38183" cy="17219"/>
            </a:xfrm>
            <a:custGeom>
              <a:avLst/>
              <a:gdLst/>
              <a:ahLst/>
              <a:cxnLst/>
              <a:rect l="l" t="t" r="r" b="b"/>
              <a:pathLst>
                <a:path w="2202" h="993" extrusionOk="0">
                  <a:moveTo>
                    <a:pt x="408" y="0"/>
                  </a:moveTo>
                  <a:cubicBezTo>
                    <a:pt x="343" y="0"/>
                    <a:pt x="277" y="18"/>
                    <a:pt x="219" y="56"/>
                  </a:cubicBezTo>
                  <a:cubicBezTo>
                    <a:pt x="53" y="157"/>
                    <a:pt x="0" y="376"/>
                    <a:pt x="105" y="542"/>
                  </a:cubicBezTo>
                  <a:cubicBezTo>
                    <a:pt x="255" y="757"/>
                    <a:pt x="478" y="911"/>
                    <a:pt x="738" y="968"/>
                  </a:cubicBezTo>
                  <a:cubicBezTo>
                    <a:pt x="823" y="984"/>
                    <a:pt x="908" y="992"/>
                    <a:pt x="993" y="992"/>
                  </a:cubicBezTo>
                  <a:cubicBezTo>
                    <a:pt x="1305" y="992"/>
                    <a:pt x="1638" y="883"/>
                    <a:pt x="1986" y="656"/>
                  </a:cubicBezTo>
                  <a:cubicBezTo>
                    <a:pt x="2153" y="550"/>
                    <a:pt x="2201" y="332"/>
                    <a:pt x="2100" y="165"/>
                  </a:cubicBezTo>
                  <a:cubicBezTo>
                    <a:pt x="2032" y="59"/>
                    <a:pt x="1918" y="0"/>
                    <a:pt x="1799" y="0"/>
                  </a:cubicBezTo>
                  <a:cubicBezTo>
                    <a:pt x="1733" y="0"/>
                    <a:pt x="1666" y="18"/>
                    <a:pt x="1605" y="56"/>
                  </a:cubicBezTo>
                  <a:cubicBezTo>
                    <a:pt x="1335" y="231"/>
                    <a:pt x="1137" y="284"/>
                    <a:pt x="997" y="284"/>
                  </a:cubicBezTo>
                  <a:cubicBezTo>
                    <a:pt x="806" y="284"/>
                    <a:pt x="722" y="185"/>
                    <a:pt x="705" y="161"/>
                  </a:cubicBezTo>
                  <a:cubicBezTo>
                    <a:pt x="638" y="57"/>
                    <a:pt x="524" y="0"/>
                    <a:pt x="40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" name="Google Shape;5406;p73"/>
            <p:cNvSpPr/>
            <p:nvPr/>
          </p:nvSpPr>
          <p:spPr>
            <a:xfrm>
              <a:off x="3160833" y="3649472"/>
              <a:ext cx="37767" cy="18120"/>
            </a:xfrm>
            <a:custGeom>
              <a:avLst/>
              <a:gdLst/>
              <a:ahLst/>
              <a:cxnLst/>
              <a:rect l="l" t="t" r="r" b="b"/>
              <a:pathLst>
                <a:path w="2178" h="1045" extrusionOk="0">
                  <a:moveTo>
                    <a:pt x="399" y="1"/>
                  </a:moveTo>
                  <a:cubicBezTo>
                    <a:pt x="320" y="1"/>
                    <a:pt x="241" y="27"/>
                    <a:pt x="174" y="80"/>
                  </a:cubicBezTo>
                  <a:cubicBezTo>
                    <a:pt x="24" y="201"/>
                    <a:pt x="0" y="424"/>
                    <a:pt x="126" y="578"/>
                  </a:cubicBezTo>
                  <a:cubicBezTo>
                    <a:pt x="162" y="623"/>
                    <a:pt x="487" y="1008"/>
                    <a:pt x="1006" y="1044"/>
                  </a:cubicBezTo>
                  <a:lnTo>
                    <a:pt x="1083" y="1044"/>
                  </a:lnTo>
                  <a:cubicBezTo>
                    <a:pt x="1411" y="1044"/>
                    <a:pt x="1731" y="902"/>
                    <a:pt x="2031" y="611"/>
                  </a:cubicBezTo>
                  <a:cubicBezTo>
                    <a:pt x="2173" y="477"/>
                    <a:pt x="2177" y="250"/>
                    <a:pt x="2039" y="112"/>
                  </a:cubicBezTo>
                  <a:cubicBezTo>
                    <a:pt x="1970" y="39"/>
                    <a:pt x="1877" y="2"/>
                    <a:pt x="1783" y="2"/>
                  </a:cubicBezTo>
                  <a:cubicBezTo>
                    <a:pt x="1694" y="2"/>
                    <a:pt x="1605" y="35"/>
                    <a:pt x="1537" y="100"/>
                  </a:cubicBezTo>
                  <a:cubicBezTo>
                    <a:pt x="1381" y="252"/>
                    <a:pt x="1282" y="336"/>
                    <a:pt x="1097" y="336"/>
                  </a:cubicBezTo>
                  <a:cubicBezTo>
                    <a:pt x="1084" y="336"/>
                    <a:pt x="1071" y="336"/>
                    <a:pt x="1058" y="335"/>
                  </a:cubicBezTo>
                  <a:cubicBezTo>
                    <a:pt x="843" y="319"/>
                    <a:pt x="681" y="136"/>
                    <a:pt x="673" y="132"/>
                  </a:cubicBezTo>
                  <a:cubicBezTo>
                    <a:pt x="602" y="45"/>
                    <a:pt x="501" y="1"/>
                    <a:pt x="39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" name="Google Shape;5407;p73"/>
            <p:cNvSpPr/>
            <p:nvPr/>
          </p:nvSpPr>
          <p:spPr>
            <a:xfrm>
              <a:off x="3159775" y="3718538"/>
              <a:ext cx="38599" cy="17028"/>
            </a:xfrm>
            <a:custGeom>
              <a:avLst/>
              <a:gdLst/>
              <a:ahLst/>
              <a:cxnLst/>
              <a:rect l="l" t="t" r="r" b="b"/>
              <a:pathLst>
                <a:path w="2226" h="982" extrusionOk="0">
                  <a:moveTo>
                    <a:pt x="1819" y="1"/>
                  </a:moveTo>
                  <a:cubicBezTo>
                    <a:pt x="1748" y="1"/>
                    <a:pt x="1676" y="21"/>
                    <a:pt x="1614" y="65"/>
                  </a:cubicBezTo>
                  <a:cubicBezTo>
                    <a:pt x="1396" y="221"/>
                    <a:pt x="1211" y="271"/>
                    <a:pt x="1061" y="271"/>
                  </a:cubicBezTo>
                  <a:cubicBezTo>
                    <a:pt x="830" y="271"/>
                    <a:pt x="686" y="149"/>
                    <a:pt x="649" y="110"/>
                  </a:cubicBezTo>
                  <a:cubicBezTo>
                    <a:pt x="579" y="37"/>
                    <a:pt x="486" y="1"/>
                    <a:pt x="393" y="1"/>
                  </a:cubicBezTo>
                  <a:cubicBezTo>
                    <a:pt x="305" y="1"/>
                    <a:pt x="216" y="34"/>
                    <a:pt x="146" y="102"/>
                  </a:cubicBezTo>
                  <a:cubicBezTo>
                    <a:pt x="4" y="235"/>
                    <a:pt x="0" y="458"/>
                    <a:pt x="130" y="600"/>
                  </a:cubicBezTo>
                  <a:cubicBezTo>
                    <a:pt x="381" y="848"/>
                    <a:pt x="718" y="981"/>
                    <a:pt x="1067" y="981"/>
                  </a:cubicBezTo>
                  <a:cubicBezTo>
                    <a:pt x="1350" y="981"/>
                    <a:pt x="1679" y="892"/>
                    <a:pt x="2023" y="645"/>
                  </a:cubicBezTo>
                  <a:cubicBezTo>
                    <a:pt x="2185" y="535"/>
                    <a:pt x="2226" y="313"/>
                    <a:pt x="2112" y="150"/>
                  </a:cubicBezTo>
                  <a:cubicBezTo>
                    <a:pt x="2043" y="53"/>
                    <a:pt x="1932" y="1"/>
                    <a:pt x="181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" name="Google Shape;5408;p73"/>
            <p:cNvSpPr/>
            <p:nvPr/>
          </p:nvSpPr>
          <p:spPr>
            <a:xfrm>
              <a:off x="3159567" y="3777060"/>
              <a:ext cx="38599" cy="15519"/>
            </a:xfrm>
            <a:custGeom>
              <a:avLst/>
              <a:gdLst/>
              <a:ahLst/>
              <a:cxnLst/>
              <a:rect l="l" t="t" r="r" b="b"/>
              <a:pathLst>
                <a:path w="2226" h="895" extrusionOk="0">
                  <a:moveTo>
                    <a:pt x="400" y="0"/>
                  </a:moveTo>
                  <a:cubicBezTo>
                    <a:pt x="289" y="0"/>
                    <a:pt x="181" y="51"/>
                    <a:pt x="114" y="148"/>
                  </a:cubicBezTo>
                  <a:cubicBezTo>
                    <a:pt x="0" y="310"/>
                    <a:pt x="37" y="529"/>
                    <a:pt x="195" y="647"/>
                  </a:cubicBezTo>
                  <a:cubicBezTo>
                    <a:pt x="447" y="806"/>
                    <a:pt x="744" y="895"/>
                    <a:pt x="1043" y="895"/>
                  </a:cubicBezTo>
                  <a:cubicBezTo>
                    <a:pt x="1056" y="895"/>
                    <a:pt x="1070" y="894"/>
                    <a:pt x="1083" y="894"/>
                  </a:cubicBezTo>
                  <a:cubicBezTo>
                    <a:pt x="1395" y="890"/>
                    <a:pt x="1703" y="817"/>
                    <a:pt x="1983" y="679"/>
                  </a:cubicBezTo>
                  <a:cubicBezTo>
                    <a:pt x="2153" y="586"/>
                    <a:pt x="2226" y="379"/>
                    <a:pt x="2145" y="201"/>
                  </a:cubicBezTo>
                  <a:cubicBezTo>
                    <a:pt x="2081" y="74"/>
                    <a:pt x="1957" y="1"/>
                    <a:pt x="1826" y="1"/>
                  </a:cubicBezTo>
                  <a:cubicBezTo>
                    <a:pt x="1772" y="1"/>
                    <a:pt x="1718" y="13"/>
                    <a:pt x="1666" y="39"/>
                  </a:cubicBezTo>
                  <a:cubicBezTo>
                    <a:pt x="1442" y="149"/>
                    <a:pt x="1244" y="184"/>
                    <a:pt x="1082" y="184"/>
                  </a:cubicBezTo>
                  <a:cubicBezTo>
                    <a:pt x="795" y="184"/>
                    <a:pt x="620" y="73"/>
                    <a:pt x="604" y="63"/>
                  </a:cubicBezTo>
                  <a:cubicBezTo>
                    <a:pt x="541" y="21"/>
                    <a:pt x="470" y="0"/>
                    <a:pt x="4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5409;p73"/>
            <p:cNvSpPr/>
            <p:nvPr/>
          </p:nvSpPr>
          <p:spPr>
            <a:xfrm>
              <a:off x="3159706" y="3835080"/>
              <a:ext cx="38738" cy="17513"/>
            </a:xfrm>
            <a:custGeom>
              <a:avLst/>
              <a:gdLst/>
              <a:ahLst/>
              <a:cxnLst/>
              <a:rect l="l" t="t" r="r" b="b"/>
              <a:pathLst>
                <a:path w="2234" h="1010" extrusionOk="0">
                  <a:moveTo>
                    <a:pt x="407" y="0"/>
                  </a:moveTo>
                  <a:cubicBezTo>
                    <a:pt x="338" y="0"/>
                    <a:pt x="268" y="20"/>
                    <a:pt x="207" y="61"/>
                  </a:cubicBezTo>
                  <a:cubicBezTo>
                    <a:pt x="41" y="175"/>
                    <a:pt x="0" y="398"/>
                    <a:pt x="114" y="560"/>
                  </a:cubicBezTo>
                  <a:cubicBezTo>
                    <a:pt x="284" y="783"/>
                    <a:pt x="527" y="937"/>
                    <a:pt x="803" y="990"/>
                  </a:cubicBezTo>
                  <a:cubicBezTo>
                    <a:pt x="880" y="1002"/>
                    <a:pt x="953" y="1010"/>
                    <a:pt x="1030" y="1010"/>
                  </a:cubicBezTo>
                  <a:cubicBezTo>
                    <a:pt x="1346" y="1010"/>
                    <a:pt x="1679" y="888"/>
                    <a:pt x="2031" y="649"/>
                  </a:cubicBezTo>
                  <a:cubicBezTo>
                    <a:pt x="2193" y="540"/>
                    <a:pt x="2234" y="321"/>
                    <a:pt x="2120" y="159"/>
                  </a:cubicBezTo>
                  <a:cubicBezTo>
                    <a:pt x="2051" y="59"/>
                    <a:pt x="1941" y="5"/>
                    <a:pt x="1829" y="5"/>
                  </a:cubicBezTo>
                  <a:cubicBezTo>
                    <a:pt x="1759" y="5"/>
                    <a:pt x="1688" y="26"/>
                    <a:pt x="1626" y="69"/>
                  </a:cubicBezTo>
                  <a:cubicBezTo>
                    <a:pt x="1368" y="243"/>
                    <a:pt x="1172" y="298"/>
                    <a:pt x="1029" y="298"/>
                  </a:cubicBezTo>
                  <a:cubicBezTo>
                    <a:pt x="827" y="298"/>
                    <a:pt x="728" y="190"/>
                    <a:pt x="702" y="155"/>
                  </a:cubicBezTo>
                  <a:cubicBezTo>
                    <a:pt x="631" y="54"/>
                    <a:pt x="520" y="0"/>
                    <a:pt x="40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" name="Google Shape;5410;p73"/>
            <p:cNvSpPr/>
            <p:nvPr/>
          </p:nvSpPr>
          <p:spPr>
            <a:xfrm>
              <a:off x="3160694" y="3896585"/>
              <a:ext cx="37402" cy="18797"/>
            </a:xfrm>
            <a:custGeom>
              <a:avLst/>
              <a:gdLst/>
              <a:ahLst/>
              <a:cxnLst/>
              <a:rect l="l" t="t" r="r" b="b"/>
              <a:pathLst>
                <a:path w="2157" h="1084" extrusionOk="0">
                  <a:moveTo>
                    <a:pt x="1767" y="1"/>
                  </a:moveTo>
                  <a:cubicBezTo>
                    <a:pt x="1678" y="1"/>
                    <a:pt x="1589" y="33"/>
                    <a:pt x="1520" y="98"/>
                  </a:cubicBezTo>
                  <a:cubicBezTo>
                    <a:pt x="1303" y="305"/>
                    <a:pt x="1123" y="368"/>
                    <a:pt x="983" y="368"/>
                  </a:cubicBezTo>
                  <a:cubicBezTo>
                    <a:pt x="823" y="368"/>
                    <a:pt x="718" y="285"/>
                    <a:pt x="677" y="244"/>
                  </a:cubicBezTo>
                  <a:cubicBezTo>
                    <a:pt x="606" y="155"/>
                    <a:pt x="502" y="109"/>
                    <a:pt x="396" y="109"/>
                  </a:cubicBezTo>
                  <a:cubicBezTo>
                    <a:pt x="308" y="109"/>
                    <a:pt x="220" y="141"/>
                    <a:pt x="150" y="207"/>
                  </a:cubicBezTo>
                  <a:cubicBezTo>
                    <a:pt x="0" y="349"/>
                    <a:pt x="4" y="593"/>
                    <a:pt x="162" y="730"/>
                  </a:cubicBezTo>
                  <a:cubicBezTo>
                    <a:pt x="377" y="945"/>
                    <a:pt x="661" y="1071"/>
                    <a:pt x="965" y="1083"/>
                  </a:cubicBezTo>
                  <a:lnTo>
                    <a:pt x="993" y="1083"/>
                  </a:lnTo>
                  <a:cubicBezTo>
                    <a:pt x="1350" y="1083"/>
                    <a:pt x="1691" y="921"/>
                    <a:pt x="2019" y="609"/>
                  </a:cubicBezTo>
                  <a:cubicBezTo>
                    <a:pt x="2157" y="471"/>
                    <a:pt x="2157" y="248"/>
                    <a:pt x="2023" y="110"/>
                  </a:cubicBezTo>
                  <a:cubicBezTo>
                    <a:pt x="1954" y="37"/>
                    <a:pt x="1861" y="1"/>
                    <a:pt x="176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" name="Google Shape;5411;p73"/>
            <p:cNvSpPr/>
            <p:nvPr/>
          </p:nvSpPr>
          <p:spPr>
            <a:xfrm>
              <a:off x="3162862" y="3953235"/>
              <a:ext cx="38616" cy="17115"/>
            </a:xfrm>
            <a:custGeom>
              <a:avLst/>
              <a:gdLst/>
              <a:ahLst/>
              <a:cxnLst/>
              <a:rect l="l" t="t" r="r" b="b"/>
              <a:pathLst>
                <a:path w="2227" h="987" extrusionOk="0">
                  <a:moveTo>
                    <a:pt x="1821" y="0"/>
                  </a:moveTo>
                  <a:cubicBezTo>
                    <a:pt x="1750" y="0"/>
                    <a:pt x="1678" y="22"/>
                    <a:pt x="1614" y="66"/>
                  </a:cubicBezTo>
                  <a:cubicBezTo>
                    <a:pt x="1390" y="223"/>
                    <a:pt x="1204" y="273"/>
                    <a:pt x="1057" y="273"/>
                  </a:cubicBezTo>
                  <a:cubicBezTo>
                    <a:pt x="832" y="273"/>
                    <a:pt x="698" y="154"/>
                    <a:pt x="662" y="115"/>
                  </a:cubicBezTo>
                  <a:cubicBezTo>
                    <a:pt x="591" y="39"/>
                    <a:pt x="496" y="2"/>
                    <a:pt x="400" y="2"/>
                  </a:cubicBezTo>
                  <a:cubicBezTo>
                    <a:pt x="315" y="2"/>
                    <a:pt x="229" y="31"/>
                    <a:pt x="159" y="90"/>
                  </a:cubicBezTo>
                  <a:cubicBezTo>
                    <a:pt x="17" y="220"/>
                    <a:pt x="1" y="443"/>
                    <a:pt x="130" y="593"/>
                  </a:cubicBezTo>
                  <a:cubicBezTo>
                    <a:pt x="370" y="844"/>
                    <a:pt x="706" y="986"/>
                    <a:pt x="1059" y="986"/>
                  </a:cubicBezTo>
                  <a:cubicBezTo>
                    <a:pt x="1343" y="986"/>
                    <a:pt x="1671" y="897"/>
                    <a:pt x="2024" y="646"/>
                  </a:cubicBezTo>
                  <a:cubicBezTo>
                    <a:pt x="2186" y="532"/>
                    <a:pt x="2226" y="309"/>
                    <a:pt x="2109" y="151"/>
                  </a:cubicBezTo>
                  <a:cubicBezTo>
                    <a:pt x="2040" y="52"/>
                    <a:pt x="1931" y="0"/>
                    <a:pt x="182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" name="Google Shape;5412;p73"/>
            <p:cNvSpPr/>
            <p:nvPr/>
          </p:nvSpPr>
          <p:spPr>
            <a:xfrm>
              <a:off x="3165463" y="4011670"/>
              <a:ext cx="38686" cy="16317"/>
            </a:xfrm>
            <a:custGeom>
              <a:avLst/>
              <a:gdLst/>
              <a:ahLst/>
              <a:cxnLst/>
              <a:rect l="l" t="t" r="r" b="b"/>
              <a:pathLst>
                <a:path w="2231" h="941" extrusionOk="0">
                  <a:moveTo>
                    <a:pt x="406" y="1"/>
                  </a:moveTo>
                  <a:cubicBezTo>
                    <a:pt x="290" y="1"/>
                    <a:pt x="177" y="57"/>
                    <a:pt x="110" y="162"/>
                  </a:cubicBezTo>
                  <a:cubicBezTo>
                    <a:pt x="1" y="328"/>
                    <a:pt x="49" y="547"/>
                    <a:pt x="212" y="656"/>
                  </a:cubicBezTo>
                  <a:cubicBezTo>
                    <a:pt x="499" y="835"/>
                    <a:pt x="832" y="932"/>
                    <a:pt x="1172" y="940"/>
                  </a:cubicBezTo>
                  <a:cubicBezTo>
                    <a:pt x="1488" y="940"/>
                    <a:pt x="1797" y="835"/>
                    <a:pt x="2048" y="640"/>
                  </a:cubicBezTo>
                  <a:cubicBezTo>
                    <a:pt x="2198" y="523"/>
                    <a:pt x="2230" y="300"/>
                    <a:pt x="2113" y="146"/>
                  </a:cubicBezTo>
                  <a:cubicBezTo>
                    <a:pt x="2043" y="52"/>
                    <a:pt x="1936" y="2"/>
                    <a:pt x="1828" y="2"/>
                  </a:cubicBezTo>
                  <a:cubicBezTo>
                    <a:pt x="1754" y="2"/>
                    <a:pt x="1681" y="25"/>
                    <a:pt x="1618" y="73"/>
                  </a:cubicBezTo>
                  <a:cubicBezTo>
                    <a:pt x="1469" y="187"/>
                    <a:pt x="1308" y="225"/>
                    <a:pt x="1160" y="225"/>
                  </a:cubicBezTo>
                  <a:cubicBezTo>
                    <a:pt x="866" y="225"/>
                    <a:pt x="621" y="74"/>
                    <a:pt x="605" y="61"/>
                  </a:cubicBezTo>
                  <a:cubicBezTo>
                    <a:pt x="543" y="20"/>
                    <a:pt x="474" y="1"/>
                    <a:pt x="40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" name="Google Shape;5413;p73"/>
            <p:cNvSpPr/>
            <p:nvPr/>
          </p:nvSpPr>
          <p:spPr>
            <a:xfrm>
              <a:off x="3168913" y="4063985"/>
              <a:ext cx="38668" cy="16230"/>
            </a:xfrm>
            <a:custGeom>
              <a:avLst/>
              <a:gdLst/>
              <a:ahLst/>
              <a:cxnLst/>
              <a:rect l="l" t="t" r="r" b="b"/>
              <a:pathLst>
                <a:path w="2230" h="936" extrusionOk="0">
                  <a:moveTo>
                    <a:pt x="1821" y="1"/>
                  </a:moveTo>
                  <a:cubicBezTo>
                    <a:pt x="1762" y="1"/>
                    <a:pt x="1702" y="16"/>
                    <a:pt x="1646" y="47"/>
                  </a:cubicBezTo>
                  <a:cubicBezTo>
                    <a:pt x="1417" y="180"/>
                    <a:pt x="1221" y="223"/>
                    <a:pt x="1064" y="223"/>
                  </a:cubicBezTo>
                  <a:cubicBezTo>
                    <a:pt x="808" y="223"/>
                    <a:pt x="655" y="109"/>
                    <a:pt x="625" y="84"/>
                  </a:cubicBezTo>
                  <a:cubicBezTo>
                    <a:pt x="559" y="29"/>
                    <a:pt x="477" y="2"/>
                    <a:pt x="396" y="2"/>
                  </a:cubicBezTo>
                  <a:cubicBezTo>
                    <a:pt x="299" y="2"/>
                    <a:pt x="201" y="41"/>
                    <a:pt x="130" y="116"/>
                  </a:cubicBezTo>
                  <a:cubicBezTo>
                    <a:pt x="0" y="266"/>
                    <a:pt x="17" y="489"/>
                    <a:pt x="167" y="619"/>
                  </a:cubicBezTo>
                  <a:cubicBezTo>
                    <a:pt x="418" y="822"/>
                    <a:pt x="731" y="935"/>
                    <a:pt x="1057" y="935"/>
                  </a:cubicBezTo>
                  <a:cubicBezTo>
                    <a:pt x="1063" y="935"/>
                    <a:pt x="1069" y="935"/>
                    <a:pt x="1075" y="935"/>
                  </a:cubicBezTo>
                  <a:cubicBezTo>
                    <a:pt x="1342" y="935"/>
                    <a:pt x="1650" y="862"/>
                    <a:pt x="1999" y="660"/>
                  </a:cubicBezTo>
                  <a:cubicBezTo>
                    <a:pt x="2169" y="562"/>
                    <a:pt x="2230" y="347"/>
                    <a:pt x="2133" y="177"/>
                  </a:cubicBezTo>
                  <a:cubicBezTo>
                    <a:pt x="2064" y="65"/>
                    <a:pt x="1944" y="1"/>
                    <a:pt x="182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" name="Google Shape;5414;p73"/>
            <p:cNvSpPr/>
            <p:nvPr/>
          </p:nvSpPr>
          <p:spPr>
            <a:xfrm>
              <a:off x="2897993" y="2690328"/>
              <a:ext cx="988137" cy="1495107"/>
            </a:xfrm>
            <a:custGeom>
              <a:avLst/>
              <a:gdLst/>
              <a:ahLst/>
              <a:cxnLst/>
              <a:rect l="l" t="t" r="r" b="b"/>
              <a:pathLst>
                <a:path w="56986" h="86223" extrusionOk="0">
                  <a:moveTo>
                    <a:pt x="23618" y="1"/>
                  </a:moveTo>
                  <a:cubicBezTo>
                    <a:pt x="14990" y="1"/>
                    <a:pt x="7755" y="1807"/>
                    <a:pt x="4225" y="4344"/>
                  </a:cubicBezTo>
                  <a:cubicBezTo>
                    <a:pt x="2498" y="5588"/>
                    <a:pt x="1112" y="7465"/>
                    <a:pt x="1" y="9735"/>
                  </a:cubicBezTo>
                  <a:cubicBezTo>
                    <a:pt x="70" y="10080"/>
                    <a:pt x="159" y="10437"/>
                    <a:pt x="248" y="10789"/>
                  </a:cubicBezTo>
                  <a:cubicBezTo>
                    <a:pt x="893" y="13234"/>
                    <a:pt x="3666" y="15958"/>
                    <a:pt x="5879" y="17203"/>
                  </a:cubicBezTo>
                  <a:cubicBezTo>
                    <a:pt x="9694" y="19339"/>
                    <a:pt x="16480" y="21954"/>
                    <a:pt x="17347" y="26243"/>
                  </a:cubicBezTo>
                  <a:cubicBezTo>
                    <a:pt x="23112" y="22436"/>
                    <a:pt x="26732" y="20352"/>
                    <a:pt x="33575" y="19396"/>
                  </a:cubicBezTo>
                  <a:lnTo>
                    <a:pt x="33575" y="19396"/>
                  </a:lnTo>
                  <a:cubicBezTo>
                    <a:pt x="31742" y="30588"/>
                    <a:pt x="34069" y="41996"/>
                    <a:pt x="36384" y="53091"/>
                  </a:cubicBezTo>
                  <a:cubicBezTo>
                    <a:pt x="37564" y="58762"/>
                    <a:pt x="38751" y="64429"/>
                    <a:pt x="39935" y="70093"/>
                  </a:cubicBezTo>
                  <a:cubicBezTo>
                    <a:pt x="40499" y="72809"/>
                    <a:pt x="41074" y="75561"/>
                    <a:pt x="42323" y="78038"/>
                  </a:cubicBezTo>
                  <a:cubicBezTo>
                    <a:pt x="43434" y="80252"/>
                    <a:pt x="45104" y="82432"/>
                    <a:pt x="44832" y="84893"/>
                  </a:cubicBezTo>
                  <a:cubicBezTo>
                    <a:pt x="44784" y="85319"/>
                    <a:pt x="44678" y="85773"/>
                    <a:pt x="44561" y="86223"/>
                  </a:cubicBezTo>
                  <a:cubicBezTo>
                    <a:pt x="49474" y="85108"/>
                    <a:pt x="53013" y="83953"/>
                    <a:pt x="53487" y="83231"/>
                  </a:cubicBezTo>
                  <a:cubicBezTo>
                    <a:pt x="54565" y="81565"/>
                    <a:pt x="54346" y="80604"/>
                    <a:pt x="54180" y="75525"/>
                  </a:cubicBezTo>
                  <a:cubicBezTo>
                    <a:pt x="54164" y="75136"/>
                    <a:pt x="54144" y="74714"/>
                    <a:pt x="54119" y="74272"/>
                  </a:cubicBezTo>
                  <a:cubicBezTo>
                    <a:pt x="53759" y="68098"/>
                    <a:pt x="56268" y="60120"/>
                    <a:pt x="56629" y="47403"/>
                  </a:cubicBezTo>
                  <a:cubicBezTo>
                    <a:pt x="56986" y="34679"/>
                    <a:pt x="56090" y="18289"/>
                    <a:pt x="51432" y="11507"/>
                  </a:cubicBezTo>
                  <a:cubicBezTo>
                    <a:pt x="46778" y="4721"/>
                    <a:pt x="41695" y="2451"/>
                    <a:pt x="37280" y="1482"/>
                  </a:cubicBezTo>
                  <a:cubicBezTo>
                    <a:pt x="32570" y="450"/>
                    <a:pt x="27921" y="1"/>
                    <a:pt x="23618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" name="Google Shape;5415;p73"/>
            <p:cNvSpPr/>
            <p:nvPr/>
          </p:nvSpPr>
          <p:spPr>
            <a:xfrm>
              <a:off x="2789462" y="3999914"/>
              <a:ext cx="1054706" cy="240801"/>
            </a:xfrm>
            <a:custGeom>
              <a:avLst/>
              <a:gdLst/>
              <a:ahLst/>
              <a:cxnLst/>
              <a:rect l="l" t="t" r="r" b="b"/>
              <a:pathLst>
                <a:path w="60825" h="13887" extrusionOk="0">
                  <a:moveTo>
                    <a:pt x="60439" y="1"/>
                  </a:moveTo>
                  <a:lnTo>
                    <a:pt x="60439" y="1"/>
                  </a:lnTo>
                  <a:cubicBezTo>
                    <a:pt x="47856" y="5168"/>
                    <a:pt x="37146" y="6890"/>
                    <a:pt x="28457" y="6890"/>
                  </a:cubicBezTo>
                  <a:cubicBezTo>
                    <a:pt x="11081" y="6890"/>
                    <a:pt x="1793" y="1"/>
                    <a:pt x="1793" y="1"/>
                  </a:cubicBezTo>
                  <a:lnTo>
                    <a:pt x="1793" y="1"/>
                  </a:lnTo>
                  <a:cubicBezTo>
                    <a:pt x="1975" y="629"/>
                    <a:pt x="1" y="4573"/>
                    <a:pt x="1793" y="6811"/>
                  </a:cubicBezTo>
                  <a:cubicBezTo>
                    <a:pt x="3588" y="9053"/>
                    <a:pt x="12454" y="13796"/>
                    <a:pt x="25443" y="13885"/>
                  </a:cubicBezTo>
                  <a:cubicBezTo>
                    <a:pt x="25576" y="13886"/>
                    <a:pt x="25710" y="13886"/>
                    <a:pt x="25845" y="13886"/>
                  </a:cubicBezTo>
                  <a:cubicBezTo>
                    <a:pt x="38843" y="13886"/>
                    <a:pt x="58591" y="9480"/>
                    <a:pt x="59746" y="7711"/>
                  </a:cubicBezTo>
                  <a:cubicBezTo>
                    <a:pt x="60824" y="6041"/>
                    <a:pt x="60605" y="5080"/>
                    <a:pt x="60439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" name="Google Shape;5416;p73"/>
            <p:cNvSpPr/>
            <p:nvPr/>
          </p:nvSpPr>
          <p:spPr>
            <a:xfrm>
              <a:off x="2791439" y="3993741"/>
              <a:ext cx="1056387" cy="253199"/>
            </a:xfrm>
            <a:custGeom>
              <a:avLst/>
              <a:gdLst/>
              <a:ahLst/>
              <a:cxnLst/>
              <a:rect l="l" t="t" r="r" b="b"/>
              <a:pathLst>
                <a:path w="60922" h="14602" extrusionOk="0">
                  <a:moveTo>
                    <a:pt x="59985" y="876"/>
                  </a:moveTo>
                  <a:cubicBezTo>
                    <a:pt x="60001" y="1362"/>
                    <a:pt x="60021" y="1804"/>
                    <a:pt x="60037" y="2213"/>
                  </a:cubicBezTo>
                  <a:cubicBezTo>
                    <a:pt x="60171" y="5692"/>
                    <a:pt x="60204" y="6519"/>
                    <a:pt x="59332" y="7868"/>
                  </a:cubicBezTo>
                  <a:cubicBezTo>
                    <a:pt x="58384" y="9328"/>
                    <a:pt x="39395" y="13888"/>
                    <a:pt x="25746" y="13888"/>
                  </a:cubicBezTo>
                  <a:lnTo>
                    <a:pt x="25337" y="13888"/>
                  </a:lnTo>
                  <a:cubicBezTo>
                    <a:pt x="12831" y="13803"/>
                    <a:pt x="3803" y="9251"/>
                    <a:pt x="1958" y="6944"/>
                  </a:cubicBezTo>
                  <a:cubicBezTo>
                    <a:pt x="779" y="5465"/>
                    <a:pt x="1423" y="3065"/>
                    <a:pt x="1808" y="1630"/>
                  </a:cubicBezTo>
                  <a:cubicBezTo>
                    <a:pt x="1873" y="1370"/>
                    <a:pt x="1930" y="1163"/>
                    <a:pt x="1970" y="985"/>
                  </a:cubicBezTo>
                  <a:cubicBezTo>
                    <a:pt x="3499" y="1990"/>
                    <a:pt x="8485" y="4905"/>
                    <a:pt x="16783" y="6514"/>
                  </a:cubicBezTo>
                  <a:cubicBezTo>
                    <a:pt x="19927" y="7128"/>
                    <a:pt x="23769" y="7580"/>
                    <a:pt x="28256" y="7580"/>
                  </a:cubicBezTo>
                  <a:cubicBezTo>
                    <a:pt x="36675" y="7580"/>
                    <a:pt x="47365" y="5987"/>
                    <a:pt x="59985" y="876"/>
                  </a:cubicBezTo>
                  <a:close/>
                  <a:moveTo>
                    <a:pt x="1680" y="0"/>
                  </a:moveTo>
                  <a:cubicBezTo>
                    <a:pt x="1610" y="0"/>
                    <a:pt x="1539" y="22"/>
                    <a:pt x="1476" y="65"/>
                  </a:cubicBezTo>
                  <a:cubicBezTo>
                    <a:pt x="1354" y="146"/>
                    <a:pt x="1298" y="300"/>
                    <a:pt x="1334" y="446"/>
                  </a:cubicBezTo>
                  <a:cubicBezTo>
                    <a:pt x="1358" y="572"/>
                    <a:pt x="1225" y="1058"/>
                    <a:pt x="1119" y="1443"/>
                  </a:cubicBezTo>
                  <a:cubicBezTo>
                    <a:pt x="698" y="3008"/>
                    <a:pt x="0" y="5627"/>
                    <a:pt x="1403" y="7386"/>
                  </a:cubicBezTo>
                  <a:cubicBezTo>
                    <a:pt x="3385" y="9859"/>
                    <a:pt x="12429" y="14509"/>
                    <a:pt x="25325" y="14602"/>
                  </a:cubicBezTo>
                  <a:lnTo>
                    <a:pt x="25702" y="14602"/>
                  </a:lnTo>
                  <a:cubicBezTo>
                    <a:pt x="38435" y="14602"/>
                    <a:pt x="58639" y="10240"/>
                    <a:pt x="59928" y="8258"/>
                  </a:cubicBezTo>
                  <a:cubicBezTo>
                    <a:pt x="60921" y="6721"/>
                    <a:pt x="60889" y="5765"/>
                    <a:pt x="60747" y="2185"/>
                  </a:cubicBezTo>
                  <a:cubicBezTo>
                    <a:pt x="60727" y="1638"/>
                    <a:pt x="60698" y="1030"/>
                    <a:pt x="60678" y="349"/>
                  </a:cubicBezTo>
                  <a:cubicBezTo>
                    <a:pt x="60674" y="231"/>
                    <a:pt x="60613" y="126"/>
                    <a:pt x="60516" y="57"/>
                  </a:cubicBezTo>
                  <a:cubicBezTo>
                    <a:pt x="60457" y="23"/>
                    <a:pt x="60390" y="5"/>
                    <a:pt x="60321" y="5"/>
                  </a:cubicBezTo>
                  <a:cubicBezTo>
                    <a:pt x="60276" y="5"/>
                    <a:pt x="60231" y="12"/>
                    <a:pt x="60187" y="28"/>
                  </a:cubicBezTo>
                  <a:cubicBezTo>
                    <a:pt x="47459" y="5256"/>
                    <a:pt x="36703" y="6873"/>
                    <a:pt x="28265" y="6873"/>
                  </a:cubicBezTo>
                  <a:cubicBezTo>
                    <a:pt x="23846" y="6873"/>
                    <a:pt x="20063" y="6430"/>
                    <a:pt x="16966" y="5829"/>
                  </a:cubicBezTo>
                  <a:cubicBezTo>
                    <a:pt x="7200" y="3936"/>
                    <a:pt x="1942" y="114"/>
                    <a:pt x="1893" y="73"/>
                  </a:cubicBezTo>
                  <a:cubicBezTo>
                    <a:pt x="1831" y="25"/>
                    <a:pt x="1756" y="0"/>
                    <a:pt x="168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" name="Google Shape;5417;p73"/>
            <p:cNvSpPr/>
            <p:nvPr/>
          </p:nvSpPr>
          <p:spPr>
            <a:xfrm>
              <a:off x="3524106" y="2951208"/>
              <a:ext cx="29114" cy="248673"/>
            </a:xfrm>
            <a:custGeom>
              <a:avLst/>
              <a:gdLst/>
              <a:ahLst/>
              <a:cxnLst/>
              <a:rect l="l" t="t" r="r" b="b"/>
              <a:pathLst>
                <a:path w="1679" h="14341" extrusionOk="0">
                  <a:moveTo>
                    <a:pt x="461" y="1"/>
                  </a:moveTo>
                  <a:cubicBezTo>
                    <a:pt x="414" y="1"/>
                    <a:pt x="365" y="95"/>
                    <a:pt x="353" y="220"/>
                  </a:cubicBezTo>
                  <a:cubicBezTo>
                    <a:pt x="240" y="1387"/>
                    <a:pt x="134" y="2547"/>
                    <a:pt x="77" y="3718"/>
                  </a:cubicBezTo>
                  <a:cubicBezTo>
                    <a:pt x="21" y="4886"/>
                    <a:pt x="0" y="6057"/>
                    <a:pt x="57" y="7233"/>
                  </a:cubicBezTo>
                  <a:cubicBezTo>
                    <a:pt x="114" y="8409"/>
                    <a:pt x="252" y="9576"/>
                    <a:pt x="475" y="10731"/>
                  </a:cubicBezTo>
                  <a:cubicBezTo>
                    <a:pt x="702" y="11883"/>
                    <a:pt x="1014" y="13018"/>
                    <a:pt x="1415" y="14120"/>
                  </a:cubicBezTo>
                  <a:cubicBezTo>
                    <a:pt x="1464" y="14245"/>
                    <a:pt x="1531" y="14341"/>
                    <a:pt x="1589" y="14341"/>
                  </a:cubicBezTo>
                  <a:cubicBezTo>
                    <a:pt x="1593" y="14341"/>
                    <a:pt x="1597" y="14340"/>
                    <a:pt x="1602" y="14339"/>
                  </a:cubicBezTo>
                  <a:cubicBezTo>
                    <a:pt x="1662" y="14323"/>
                    <a:pt x="1679" y="14193"/>
                    <a:pt x="1630" y="14043"/>
                  </a:cubicBezTo>
                  <a:cubicBezTo>
                    <a:pt x="1281" y="12937"/>
                    <a:pt x="1006" y="11810"/>
                    <a:pt x="799" y="10671"/>
                  </a:cubicBezTo>
                  <a:cubicBezTo>
                    <a:pt x="588" y="9527"/>
                    <a:pt x="462" y="8372"/>
                    <a:pt x="414" y="7213"/>
                  </a:cubicBezTo>
                  <a:cubicBezTo>
                    <a:pt x="345" y="6057"/>
                    <a:pt x="357" y="4890"/>
                    <a:pt x="394" y="3726"/>
                  </a:cubicBezTo>
                  <a:cubicBezTo>
                    <a:pt x="426" y="2567"/>
                    <a:pt x="487" y="1404"/>
                    <a:pt x="544" y="236"/>
                  </a:cubicBezTo>
                  <a:cubicBezTo>
                    <a:pt x="548" y="114"/>
                    <a:pt x="519" y="13"/>
                    <a:pt x="467" y="1"/>
                  </a:cubicBezTo>
                  <a:cubicBezTo>
                    <a:pt x="465" y="1"/>
                    <a:pt x="463" y="1"/>
                    <a:pt x="4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" name="Google Shape;5418;p73"/>
            <p:cNvSpPr/>
            <p:nvPr/>
          </p:nvSpPr>
          <p:spPr>
            <a:xfrm>
              <a:off x="3483756" y="3099794"/>
              <a:ext cx="21033" cy="113906"/>
            </a:xfrm>
            <a:custGeom>
              <a:avLst/>
              <a:gdLst/>
              <a:ahLst/>
              <a:cxnLst/>
              <a:rect l="l" t="t" r="r" b="b"/>
              <a:pathLst>
                <a:path w="1213" h="6569" extrusionOk="0">
                  <a:moveTo>
                    <a:pt x="318" y="1"/>
                  </a:moveTo>
                  <a:cubicBezTo>
                    <a:pt x="267" y="1"/>
                    <a:pt x="223" y="39"/>
                    <a:pt x="215" y="87"/>
                  </a:cubicBezTo>
                  <a:cubicBezTo>
                    <a:pt x="102" y="622"/>
                    <a:pt x="37" y="1165"/>
                    <a:pt x="17" y="1708"/>
                  </a:cubicBezTo>
                  <a:cubicBezTo>
                    <a:pt x="0" y="2256"/>
                    <a:pt x="25" y="2803"/>
                    <a:pt x="86" y="3346"/>
                  </a:cubicBezTo>
                  <a:cubicBezTo>
                    <a:pt x="154" y="3889"/>
                    <a:pt x="260" y="4428"/>
                    <a:pt x="402" y="4960"/>
                  </a:cubicBezTo>
                  <a:cubicBezTo>
                    <a:pt x="548" y="5482"/>
                    <a:pt x="742" y="5997"/>
                    <a:pt x="977" y="6488"/>
                  </a:cubicBezTo>
                  <a:cubicBezTo>
                    <a:pt x="994" y="6538"/>
                    <a:pt x="1041" y="6569"/>
                    <a:pt x="1092" y="6569"/>
                  </a:cubicBezTo>
                  <a:cubicBezTo>
                    <a:pt x="1102" y="6569"/>
                    <a:pt x="1113" y="6568"/>
                    <a:pt x="1123" y="6565"/>
                  </a:cubicBezTo>
                  <a:cubicBezTo>
                    <a:pt x="1184" y="6536"/>
                    <a:pt x="1213" y="6468"/>
                    <a:pt x="1188" y="6403"/>
                  </a:cubicBezTo>
                  <a:cubicBezTo>
                    <a:pt x="1006" y="5900"/>
                    <a:pt x="852" y="5389"/>
                    <a:pt x="722" y="4874"/>
                  </a:cubicBezTo>
                  <a:cubicBezTo>
                    <a:pt x="592" y="4356"/>
                    <a:pt x="499" y="3833"/>
                    <a:pt x="438" y="3306"/>
                  </a:cubicBezTo>
                  <a:cubicBezTo>
                    <a:pt x="369" y="2779"/>
                    <a:pt x="333" y="2248"/>
                    <a:pt x="333" y="1716"/>
                  </a:cubicBezTo>
                  <a:cubicBezTo>
                    <a:pt x="329" y="1181"/>
                    <a:pt x="353" y="650"/>
                    <a:pt x="410" y="119"/>
                  </a:cubicBezTo>
                  <a:cubicBezTo>
                    <a:pt x="418" y="67"/>
                    <a:pt x="386" y="14"/>
                    <a:pt x="333" y="2"/>
                  </a:cubicBezTo>
                  <a:cubicBezTo>
                    <a:pt x="328" y="1"/>
                    <a:pt x="323" y="1"/>
                    <a:pt x="31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" name="Google Shape;5419;p73"/>
            <p:cNvSpPr/>
            <p:nvPr/>
          </p:nvSpPr>
          <p:spPr>
            <a:xfrm>
              <a:off x="3442920" y="3135133"/>
              <a:ext cx="21103" cy="91625"/>
            </a:xfrm>
            <a:custGeom>
              <a:avLst/>
              <a:gdLst/>
              <a:ahLst/>
              <a:cxnLst/>
              <a:rect l="l" t="t" r="r" b="b"/>
              <a:pathLst>
                <a:path w="1217" h="5284" extrusionOk="0">
                  <a:moveTo>
                    <a:pt x="229" y="0"/>
                  </a:moveTo>
                  <a:cubicBezTo>
                    <a:pt x="185" y="0"/>
                    <a:pt x="145" y="30"/>
                    <a:pt x="138" y="72"/>
                  </a:cubicBezTo>
                  <a:cubicBezTo>
                    <a:pt x="53" y="510"/>
                    <a:pt x="4" y="951"/>
                    <a:pt x="0" y="1393"/>
                  </a:cubicBezTo>
                  <a:cubicBezTo>
                    <a:pt x="0" y="1843"/>
                    <a:pt x="37" y="2285"/>
                    <a:pt x="102" y="2727"/>
                  </a:cubicBezTo>
                  <a:cubicBezTo>
                    <a:pt x="179" y="3165"/>
                    <a:pt x="288" y="3599"/>
                    <a:pt x="434" y="4020"/>
                  </a:cubicBezTo>
                  <a:cubicBezTo>
                    <a:pt x="580" y="4442"/>
                    <a:pt x="766" y="4847"/>
                    <a:pt x="989" y="5232"/>
                  </a:cubicBezTo>
                  <a:cubicBezTo>
                    <a:pt x="1009" y="5264"/>
                    <a:pt x="1046" y="5283"/>
                    <a:pt x="1084" y="5283"/>
                  </a:cubicBezTo>
                  <a:cubicBezTo>
                    <a:pt x="1100" y="5283"/>
                    <a:pt x="1116" y="5280"/>
                    <a:pt x="1131" y="5273"/>
                  </a:cubicBezTo>
                  <a:cubicBezTo>
                    <a:pt x="1188" y="5248"/>
                    <a:pt x="1216" y="5184"/>
                    <a:pt x="1192" y="5127"/>
                  </a:cubicBezTo>
                  <a:cubicBezTo>
                    <a:pt x="1022" y="4730"/>
                    <a:pt x="872" y="4328"/>
                    <a:pt x="746" y="3919"/>
                  </a:cubicBezTo>
                  <a:cubicBezTo>
                    <a:pt x="616" y="3509"/>
                    <a:pt x="519" y="3092"/>
                    <a:pt x="454" y="2666"/>
                  </a:cubicBezTo>
                  <a:cubicBezTo>
                    <a:pt x="373" y="2245"/>
                    <a:pt x="329" y="1819"/>
                    <a:pt x="316" y="1389"/>
                  </a:cubicBezTo>
                  <a:cubicBezTo>
                    <a:pt x="296" y="959"/>
                    <a:pt x="300" y="530"/>
                    <a:pt x="333" y="100"/>
                  </a:cubicBezTo>
                  <a:cubicBezTo>
                    <a:pt x="333" y="51"/>
                    <a:pt x="296" y="11"/>
                    <a:pt x="252" y="3"/>
                  </a:cubicBezTo>
                  <a:cubicBezTo>
                    <a:pt x="244" y="1"/>
                    <a:pt x="236" y="0"/>
                    <a:pt x="22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" name="Google Shape;5420;p73"/>
            <p:cNvSpPr/>
            <p:nvPr/>
          </p:nvSpPr>
          <p:spPr>
            <a:xfrm>
              <a:off x="3237164" y="4075984"/>
              <a:ext cx="163950" cy="14704"/>
            </a:xfrm>
            <a:custGeom>
              <a:avLst/>
              <a:gdLst/>
              <a:ahLst/>
              <a:cxnLst/>
              <a:rect l="l" t="t" r="r" b="b"/>
              <a:pathLst>
                <a:path w="9455" h="848" extrusionOk="0">
                  <a:moveTo>
                    <a:pt x="136" y="1"/>
                  </a:moveTo>
                  <a:cubicBezTo>
                    <a:pt x="77" y="1"/>
                    <a:pt x="27" y="22"/>
                    <a:pt x="17" y="65"/>
                  </a:cubicBezTo>
                  <a:cubicBezTo>
                    <a:pt x="1" y="113"/>
                    <a:pt x="57" y="174"/>
                    <a:pt x="143" y="195"/>
                  </a:cubicBezTo>
                  <a:cubicBezTo>
                    <a:pt x="888" y="369"/>
                    <a:pt x="1642" y="519"/>
                    <a:pt x="2400" y="616"/>
                  </a:cubicBezTo>
                  <a:cubicBezTo>
                    <a:pt x="3163" y="713"/>
                    <a:pt x="3933" y="795"/>
                    <a:pt x="4699" y="823"/>
                  </a:cubicBezTo>
                  <a:cubicBezTo>
                    <a:pt x="5080" y="839"/>
                    <a:pt x="5463" y="847"/>
                    <a:pt x="5847" y="847"/>
                  </a:cubicBezTo>
                  <a:cubicBezTo>
                    <a:pt x="6230" y="847"/>
                    <a:pt x="6614" y="839"/>
                    <a:pt x="6998" y="823"/>
                  </a:cubicBezTo>
                  <a:cubicBezTo>
                    <a:pt x="7768" y="790"/>
                    <a:pt x="8534" y="718"/>
                    <a:pt x="9292" y="612"/>
                  </a:cubicBezTo>
                  <a:cubicBezTo>
                    <a:pt x="9385" y="596"/>
                    <a:pt x="9454" y="547"/>
                    <a:pt x="9454" y="486"/>
                  </a:cubicBezTo>
                  <a:cubicBezTo>
                    <a:pt x="9454" y="430"/>
                    <a:pt x="9381" y="384"/>
                    <a:pt x="9290" y="384"/>
                  </a:cubicBezTo>
                  <a:cubicBezTo>
                    <a:pt x="9282" y="384"/>
                    <a:pt x="9275" y="384"/>
                    <a:pt x="9268" y="385"/>
                  </a:cubicBezTo>
                  <a:cubicBezTo>
                    <a:pt x="8510" y="446"/>
                    <a:pt x="7743" y="474"/>
                    <a:pt x="6989" y="495"/>
                  </a:cubicBezTo>
                  <a:cubicBezTo>
                    <a:pt x="6772" y="500"/>
                    <a:pt x="6554" y="503"/>
                    <a:pt x="6336" y="503"/>
                  </a:cubicBezTo>
                  <a:cubicBezTo>
                    <a:pt x="5796" y="503"/>
                    <a:pt x="5254" y="488"/>
                    <a:pt x="4711" y="470"/>
                  </a:cubicBezTo>
                  <a:cubicBezTo>
                    <a:pt x="3953" y="446"/>
                    <a:pt x="3191" y="377"/>
                    <a:pt x="2437" y="304"/>
                  </a:cubicBezTo>
                  <a:cubicBezTo>
                    <a:pt x="1683" y="227"/>
                    <a:pt x="929" y="126"/>
                    <a:pt x="179" y="4"/>
                  </a:cubicBezTo>
                  <a:cubicBezTo>
                    <a:pt x="165" y="2"/>
                    <a:pt x="150" y="1"/>
                    <a:pt x="13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" name="Google Shape;5421;p73"/>
            <p:cNvSpPr/>
            <p:nvPr/>
          </p:nvSpPr>
          <p:spPr>
            <a:xfrm>
              <a:off x="3267457" y="4045258"/>
              <a:ext cx="98509" cy="9641"/>
            </a:xfrm>
            <a:custGeom>
              <a:avLst/>
              <a:gdLst/>
              <a:ahLst/>
              <a:cxnLst/>
              <a:rect l="l" t="t" r="r" b="b"/>
              <a:pathLst>
                <a:path w="5681" h="556" extrusionOk="0">
                  <a:moveTo>
                    <a:pt x="114" y="0"/>
                  </a:moveTo>
                  <a:cubicBezTo>
                    <a:pt x="62" y="0"/>
                    <a:pt x="21" y="33"/>
                    <a:pt x="13" y="82"/>
                  </a:cubicBezTo>
                  <a:cubicBezTo>
                    <a:pt x="1" y="134"/>
                    <a:pt x="37" y="183"/>
                    <a:pt x="86" y="195"/>
                  </a:cubicBezTo>
                  <a:cubicBezTo>
                    <a:pt x="540" y="280"/>
                    <a:pt x="994" y="357"/>
                    <a:pt x="1452" y="402"/>
                  </a:cubicBezTo>
                  <a:cubicBezTo>
                    <a:pt x="1906" y="446"/>
                    <a:pt x="2356" y="507"/>
                    <a:pt x="2818" y="523"/>
                  </a:cubicBezTo>
                  <a:cubicBezTo>
                    <a:pt x="3280" y="540"/>
                    <a:pt x="3734" y="556"/>
                    <a:pt x="4197" y="556"/>
                  </a:cubicBezTo>
                  <a:cubicBezTo>
                    <a:pt x="4659" y="556"/>
                    <a:pt x="5113" y="536"/>
                    <a:pt x="5575" y="499"/>
                  </a:cubicBezTo>
                  <a:cubicBezTo>
                    <a:pt x="5632" y="495"/>
                    <a:pt x="5676" y="450"/>
                    <a:pt x="5676" y="394"/>
                  </a:cubicBezTo>
                  <a:cubicBezTo>
                    <a:pt x="5680" y="329"/>
                    <a:pt x="5632" y="276"/>
                    <a:pt x="5571" y="276"/>
                  </a:cubicBezTo>
                  <a:lnTo>
                    <a:pt x="4201" y="223"/>
                  </a:lnTo>
                  <a:cubicBezTo>
                    <a:pt x="3747" y="215"/>
                    <a:pt x="3297" y="191"/>
                    <a:pt x="2839" y="171"/>
                  </a:cubicBezTo>
                  <a:cubicBezTo>
                    <a:pt x="2384" y="150"/>
                    <a:pt x="1930" y="122"/>
                    <a:pt x="1476" y="94"/>
                  </a:cubicBezTo>
                  <a:lnTo>
                    <a:pt x="114" y="0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" name="Google Shape;5422;p73"/>
            <p:cNvSpPr/>
            <p:nvPr/>
          </p:nvSpPr>
          <p:spPr>
            <a:xfrm>
              <a:off x="2928303" y="2862410"/>
              <a:ext cx="172221" cy="139431"/>
            </a:xfrm>
            <a:custGeom>
              <a:avLst/>
              <a:gdLst/>
              <a:ahLst/>
              <a:cxnLst/>
              <a:rect l="l" t="t" r="r" b="b"/>
              <a:pathLst>
                <a:path w="9932" h="8041" extrusionOk="0">
                  <a:moveTo>
                    <a:pt x="125" y="1"/>
                  </a:moveTo>
                  <a:cubicBezTo>
                    <a:pt x="76" y="1"/>
                    <a:pt x="32" y="90"/>
                    <a:pt x="24" y="209"/>
                  </a:cubicBezTo>
                  <a:cubicBezTo>
                    <a:pt x="0" y="1320"/>
                    <a:pt x="511" y="2378"/>
                    <a:pt x="1257" y="3192"/>
                  </a:cubicBezTo>
                  <a:cubicBezTo>
                    <a:pt x="2003" y="4007"/>
                    <a:pt x="2939" y="4591"/>
                    <a:pt x="3880" y="5110"/>
                  </a:cubicBezTo>
                  <a:lnTo>
                    <a:pt x="6746" y="6573"/>
                  </a:lnTo>
                  <a:cubicBezTo>
                    <a:pt x="7702" y="7052"/>
                    <a:pt x="8667" y="7526"/>
                    <a:pt x="9628" y="7992"/>
                  </a:cubicBezTo>
                  <a:cubicBezTo>
                    <a:pt x="9693" y="8024"/>
                    <a:pt x="9758" y="8040"/>
                    <a:pt x="9808" y="8040"/>
                  </a:cubicBezTo>
                  <a:cubicBezTo>
                    <a:pt x="9848" y="8040"/>
                    <a:pt x="9879" y="8030"/>
                    <a:pt x="9896" y="8008"/>
                  </a:cubicBezTo>
                  <a:cubicBezTo>
                    <a:pt x="9932" y="7956"/>
                    <a:pt x="9855" y="7862"/>
                    <a:pt x="9733" y="7789"/>
                  </a:cubicBezTo>
                  <a:cubicBezTo>
                    <a:pt x="8793" y="7279"/>
                    <a:pt x="7844" y="6776"/>
                    <a:pt x="6896" y="6281"/>
                  </a:cubicBezTo>
                  <a:lnTo>
                    <a:pt x="4050" y="4794"/>
                  </a:lnTo>
                  <a:cubicBezTo>
                    <a:pt x="3118" y="4303"/>
                    <a:pt x="2189" y="3736"/>
                    <a:pt x="1484" y="2982"/>
                  </a:cubicBezTo>
                  <a:cubicBezTo>
                    <a:pt x="783" y="2228"/>
                    <a:pt x="256" y="1255"/>
                    <a:pt x="219" y="205"/>
                  </a:cubicBezTo>
                  <a:cubicBezTo>
                    <a:pt x="219" y="103"/>
                    <a:pt x="183" y="10"/>
                    <a:pt x="134" y="2"/>
                  </a:cubicBezTo>
                  <a:cubicBezTo>
                    <a:pt x="131" y="1"/>
                    <a:pt x="128" y="1"/>
                    <a:pt x="12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" name="Google Shape;5423;p73"/>
            <p:cNvSpPr/>
            <p:nvPr/>
          </p:nvSpPr>
          <p:spPr>
            <a:xfrm>
              <a:off x="2879301" y="3762165"/>
              <a:ext cx="102289" cy="194503"/>
            </a:xfrm>
            <a:custGeom>
              <a:avLst/>
              <a:gdLst/>
              <a:ahLst/>
              <a:cxnLst/>
              <a:rect l="l" t="t" r="r" b="b"/>
              <a:pathLst>
                <a:path w="5899" h="11217" extrusionOk="0">
                  <a:moveTo>
                    <a:pt x="5793" y="0"/>
                  </a:moveTo>
                  <a:cubicBezTo>
                    <a:pt x="5736" y="0"/>
                    <a:pt x="5679" y="97"/>
                    <a:pt x="5660" y="225"/>
                  </a:cubicBezTo>
                  <a:cubicBezTo>
                    <a:pt x="5518" y="1242"/>
                    <a:pt x="5291" y="2252"/>
                    <a:pt x="4979" y="3233"/>
                  </a:cubicBezTo>
                  <a:cubicBezTo>
                    <a:pt x="4675" y="4214"/>
                    <a:pt x="4281" y="5166"/>
                    <a:pt x="3803" y="6078"/>
                  </a:cubicBezTo>
                  <a:cubicBezTo>
                    <a:pt x="3341" y="6995"/>
                    <a:pt x="2798" y="7870"/>
                    <a:pt x="2173" y="8685"/>
                  </a:cubicBezTo>
                  <a:cubicBezTo>
                    <a:pt x="1553" y="9512"/>
                    <a:pt x="864" y="10282"/>
                    <a:pt x="114" y="10992"/>
                  </a:cubicBezTo>
                  <a:cubicBezTo>
                    <a:pt x="41" y="11065"/>
                    <a:pt x="1" y="11150"/>
                    <a:pt x="29" y="11194"/>
                  </a:cubicBezTo>
                  <a:cubicBezTo>
                    <a:pt x="40" y="11209"/>
                    <a:pt x="57" y="11216"/>
                    <a:pt x="79" y="11216"/>
                  </a:cubicBezTo>
                  <a:cubicBezTo>
                    <a:pt x="124" y="11216"/>
                    <a:pt x="186" y="11188"/>
                    <a:pt x="248" y="11134"/>
                  </a:cubicBezTo>
                  <a:cubicBezTo>
                    <a:pt x="1046" y="10457"/>
                    <a:pt x="1772" y="9698"/>
                    <a:pt x="2421" y="8880"/>
                  </a:cubicBezTo>
                  <a:cubicBezTo>
                    <a:pt x="3065" y="8053"/>
                    <a:pt x="3637" y="7169"/>
                    <a:pt x="4123" y="6245"/>
                  </a:cubicBezTo>
                  <a:cubicBezTo>
                    <a:pt x="4598" y="5308"/>
                    <a:pt x="4991" y="4335"/>
                    <a:pt x="5295" y="3330"/>
                  </a:cubicBezTo>
                  <a:cubicBezTo>
                    <a:pt x="5595" y="2325"/>
                    <a:pt x="5789" y="1295"/>
                    <a:pt x="5883" y="249"/>
                  </a:cubicBezTo>
                  <a:cubicBezTo>
                    <a:pt x="5899" y="123"/>
                    <a:pt x="5866" y="18"/>
                    <a:pt x="5806" y="2"/>
                  </a:cubicBezTo>
                  <a:cubicBezTo>
                    <a:pt x="5801" y="1"/>
                    <a:pt x="5797" y="0"/>
                    <a:pt x="579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" name="Google Shape;5424;p73"/>
            <p:cNvSpPr/>
            <p:nvPr/>
          </p:nvSpPr>
          <p:spPr>
            <a:xfrm>
              <a:off x="2948609" y="3804787"/>
              <a:ext cx="52887" cy="105757"/>
            </a:xfrm>
            <a:custGeom>
              <a:avLst/>
              <a:gdLst/>
              <a:ahLst/>
              <a:cxnLst/>
              <a:rect l="l" t="t" r="r" b="b"/>
              <a:pathLst>
                <a:path w="3050" h="6099" extrusionOk="0">
                  <a:moveTo>
                    <a:pt x="2935" y="1"/>
                  </a:moveTo>
                  <a:cubicBezTo>
                    <a:pt x="2880" y="1"/>
                    <a:pt x="2828" y="38"/>
                    <a:pt x="2814" y="94"/>
                  </a:cubicBezTo>
                  <a:cubicBezTo>
                    <a:pt x="2644" y="608"/>
                    <a:pt x="2453" y="1119"/>
                    <a:pt x="2259" y="1622"/>
                  </a:cubicBezTo>
                  <a:cubicBezTo>
                    <a:pt x="2068" y="2125"/>
                    <a:pt x="1833" y="2615"/>
                    <a:pt x="1610" y="3106"/>
                  </a:cubicBezTo>
                  <a:cubicBezTo>
                    <a:pt x="1387" y="3600"/>
                    <a:pt x="1132" y="4074"/>
                    <a:pt x="868" y="4545"/>
                  </a:cubicBezTo>
                  <a:cubicBezTo>
                    <a:pt x="605" y="5019"/>
                    <a:pt x="325" y="5485"/>
                    <a:pt x="29" y="5939"/>
                  </a:cubicBezTo>
                  <a:cubicBezTo>
                    <a:pt x="1" y="5980"/>
                    <a:pt x="5" y="6041"/>
                    <a:pt x="41" y="6077"/>
                  </a:cubicBezTo>
                  <a:cubicBezTo>
                    <a:pt x="59" y="6091"/>
                    <a:pt x="80" y="6098"/>
                    <a:pt x="102" y="6098"/>
                  </a:cubicBezTo>
                  <a:cubicBezTo>
                    <a:pt x="135" y="6098"/>
                    <a:pt x="168" y="6082"/>
                    <a:pt x="187" y="6053"/>
                  </a:cubicBezTo>
                  <a:cubicBezTo>
                    <a:pt x="528" y="5619"/>
                    <a:pt x="844" y="5169"/>
                    <a:pt x="1136" y="4703"/>
                  </a:cubicBezTo>
                  <a:cubicBezTo>
                    <a:pt x="1424" y="4237"/>
                    <a:pt x="1687" y="3754"/>
                    <a:pt x="1930" y="3260"/>
                  </a:cubicBezTo>
                  <a:cubicBezTo>
                    <a:pt x="2169" y="2761"/>
                    <a:pt x="2384" y="2254"/>
                    <a:pt x="2567" y="1739"/>
                  </a:cubicBezTo>
                  <a:cubicBezTo>
                    <a:pt x="2753" y="1221"/>
                    <a:pt x="2907" y="690"/>
                    <a:pt x="3029" y="154"/>
                  </a:cubicBezTo>
                  <a:cubicBezTo>
                    <a:pt x="3049" y="94"/>
                    <a:pt x="3021" y="33"/>
                    <a:pt x="2964" y="4"/>
                  </a:cubicBezTo>
                  <a:cubicBezTo>
                    <a:pt x="2954" y="2"/>
                    <a:pt x="2945" y="1"/>
                    <a:pt x="29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" name="Google Shape;5425;p73"/>
            <p:cNvSpPr/>
            <p:nvPr/>
          </p:nvSpPr>
          <p:spPr>
            <a:xfrm>
              <a:off x="2837893" y="2947844"/>
              <a:ext cx="68493" cy="530517"/>
            </a:xfrm>
            <a:custGeom>
              <a:avLst/>
              <a:gdLst/>
              <a:ahLst/>
              <a:cxnLst/>
              <a:rect l="l" t="t" r="r" b="b"/>
              <a:pathLst>
                <a:path w="3950" h="30595" extrusionOk="0">
                  <a:moveTo>
                    <a:pt x="3888" y="0"/>
                  </a:moveTo>
                  <a:cubicBezTo>
                    <a:pt x="3837" y="0"/>
                    <a:pt x="3731" y="184"/>
                    <a:pt x="3645" y="426"/>
                  </a:cubicBezTo>
                  <a:cubicBezTo>
                    <a:pt x="2753" y="2773"/>
                    <a:pt x="2028" y="5177"/>
                    <a:pt x="1468" y="7626"/>
                  </a:cubicBezTo>
                  <a:cubicBezTo>
                    <a:pt x="913" y="10074"/>
                    <a:pt x="520" y="12555"/>
                    <a:pt x="285" y="15052"/>
                  </a:cubicBezTo>
                  <a:cubicBezTo>
                    <a:pt x="62" y="17553"/>
                    <a:pt x="1" y="20067"/>
                    <a:pt x="106" y="22572"/>
                  </a:cubicBezTo>
                  <a:cubicBezTo>
                    <a:pt x="208" y="25081"/>
                    <a:pt x="487" y="27578"/>
                    <a:pt x="937" y="30047"/>
                  </a:cubicBezTo>
                  <a:cubicBezTo>
                    <a:pt x="990" y="30347"/>
                    <a:pt x="1071" y="30586"/>
                    <a:pt x="1136" y="30594"/>
                  </a:cubicBezTo>
                  <a:cubicBezTo>
                    <a:pt x="1137" y="30595"/>
                    <a:pt x="1139" y="30595"/>
                    <a:pt x="1140" y="30595"/>
                  </a:cubicBezTo>
                  <a:cubicBezTo>
                    <a:pt x="1201" y="30595"/>
                    <a:pt x="1212" y="30336"/>
                    <a:pt x="1160" y="30015"/>
                  </a:cubicBezTo>
                  <a:cubicBezTo>
                    <a:pt x="763" y="27546"/>
                    <a:pt x="524" y="25061"/>
                    <a:pt x="435" y="22564"/>
                  </a:cubicBezTo>
                  <a:cubicBezTo>
                    <a:pt x="256" y="17570"/>
                    <a:pt x="706" y="12575"/>
                    <a:pt x="1772" y="7690"/>
                  </a:cubicBezTo>
                  <a:cubicBezTo>
                    <a:pt x="2308" y="5250"/>
                    <a:pt x="2993" y="2846"/>
                    <a:pt x="3828" y="491"/>
                  </a:cubicBezTo>
                  <a:cubicBezTo>
                    <a:pt x="3909" y="248"/>
                    <a:pt x="3949" y="41"/>
                    <a:pt x="3901" y="4"/>
                  </a:cubicBezTo>
                  <a:cubicBezTo>
                    <a:pt x="3897" y="1"/>
                    <a:pt x="3893" y="0"/>
                    <a:pt x="38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" name="Google Shape;5426;p73"/>
            <p:cNvSpPr/>
            <p:nvPr/>
          </p:nvSpPr>
          <p:spPr>
            <a:xfrm>
              <a:off x="2868411" y="2985853"/>
              <a:ext cx="51396" cy="222247"/>
            </a:xfrm>
            <a:custGeom>
              <a:avLst/>
              <a:gdLst/>
              <a:ahLst/>
              <a:cxnLst/>
              <a:rect l="l" t="t" r="r" b="b"/>
              <a:pathLst>
                <a:path w="2964" h="12817" extrusionOk="0">
                  <a:moveTo>
                    <a:pt x="2891" y="1"/>
                  </a:moveTo>
                  <a:cubicBezTo>
                    <a:pt x="2844" y="1"/>
                    <a:pt x="2783" y="68"/>
                    <a:pt x="2745" y="164"/>
                  </a:cubicBezTo>
                  <a:cubicBezTo>
                    <a:pt x="2343" y="1149"/>
                    <a:pt x="1987" y="2150"/>
                    <a:pt x="1670" y="3163"/>
                  </a:cubicBezTo>
                  <a:cubicBezTo>
                    <a:pt x="1358" y="4181"/>
                    <a:pt x="1087" y="5211"/>
                    <a:pt x="856" y="6248"/>
                  </a:cubicBezTo>
                  <a:cubicBezTo>
                    <a:pt x="629" y="7290"/>
                    <a:pt x="442" y="8336"/>
                    <a:pt x="296" y="9390"/>
                  </a:cubicBezTo>
                  <a:cubicBezTo>
                    <a:pt x="150" y="10444"/>
                    <a:pt x="53" y="11506"/>
                    <a:pt x="4" y="12568"/>
                  </a:cubicBezTo>
                  <a:cubicBezTo>
                    <a:pt x="0" y="12694"/>
                    <a:pt x="33" y="12807"/>
                    <a:pt x="94" y="12816"/>
                  </a:cubicBezTo>
                  <a:cubicBezTo>
                    <a:pt x="97" y="12816"/>
                    <a:pt x="100" y="12817"/>
                    <a:pt x="103" y="12817"/>
                  </a:cubicBezTo>
                  <a:cubicBezTo>
                    <a:pt x="161" y="12817"/>
                    <a:pt x="216" y="12719"/>
                    <a:pt x="231" y="12585"/>
                  </a:cubicBezTo>
                  <a:cubicBezTo>
                    <a:pt x="333" y="11531"/>
                    <a:pt x="466" y="10481"/>
                    <a:pt x="621" y="9439"/>
                  </a:cubicBezTo>
                  <a:cubicBezTo>
                    <a:pt x="779" y="8393"/>
                    <a:pt x="977" y="7359"/>
                    <a:pt x="1200" y="6325"/>
                  </a:cubicBezTo>
                  <a:cubicBezTo>
                    <a:pt x="1423" y="5292"/>
                    <a:pt x="1674" y="4270"/>
                    <a:pt x="1970" y="3257"/>
                  </a:cubicBezTo>
                  <a:cubicBezTo>
                    <a:pt x="2258" y="2243"/>
                    <a:pt x="2578" y="1234"/>
                    <a:pt x="2923" y="229"/>
                  </a:cubicBezTo>
                  <a:cubicBezTo>
                    <a:pt x="2960" y="127"/>
                    <a:pt x="2964" y="34"/>
                    <a:pt x="2911" y="6"/>
                  </a:cubicBezTo>
                  <a:cubicBezTo>
                    <a:pt x="2905" y="2"/>
                    <a:pt x="2898" y="1"/>
                    <a:pt x="289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" name="Google Shape;5427;p73"/>
            <p:cNvSpPr/>
            <p:nvPr/>
          </p:nvSpPr>
          <p:spPr>
            <a:xfrm>
              <a:off x="3153463" y="3086737"/>
              <a:ext cx="94902" cy="122299"/>
            </a:xfrm>
            <a:custGeom>
              <a:avLst/>
              <a:gdLst/>
              <a:ahLst/>
              <a:cxnLst/>
              <a:rect l="l" t="t" r="r" b="b"/>
              <a:pathLst>
                <a:path w="5473" h="7053" extrusionOk="0">
                  <a:moveTo>
                    <a:pt x="2832" y="4057"/>
                  </a:moveTo>
                  <a:cubicBezTo>
                    <a:pt x="2874" y="4057"/>
                    <a:pt x="2918" y="4060"/>
                    <a:pt x="2963" y="4067"/>
                  </a:cubicBezTo>
                  <a:cubicBezTo>
                    <a:pt x="3924" y="4209"/>
                    <a:pt x="4041" y="5640"/>
                    <a:pt x="2825" y="5810"/>
                  </a:cubicBezTo>
                  <a:cubicBezTo>
                    <a:pt x="2779" y="5816"/>
                    <a:pt x="2735" y="5819"/>
                    <a:pt x="2693" y="5819"/>
                  </a:cubicBezTo>
                  <a:cubicBezTo>
                    <a:pt x="1667" y="5819"/>
                    <a:pt x="1849" y="4057"/>
                    <a:pt x="2832" y="4057"/>
                  </a:cubicBezTo>
                  <a:close/>
                  <a:moveTo>
                    <a:pt x="2501" y="1"/>
                  </a:moveTo>
                  <a:cubicBezTo>
                    <a:pt x="1930" y="1"/>
                    <a:pt x="0" y="6086"/>
                    <a:pt x="389" y="6552"/>
                  </a:cubicBezTo>
                  <a:cubicBezTo>
                    <a:pt x="627" y="6837"/>
                    <a:pt x="2066" y="7052"/>
                    <a:pt x="3273" y="7052"/>
                  </a:cubicBezTo>
                  <a:cubicBezTo>
                    <a:pt x="4039" y="7052"/>
                    <a:pt x="4712" y="6965"/>
                    <a:pt x="4925" y="6754"/>
                  </a:cubicBezTo>
                  <a:cubicBezTo>
                    <a:pt x="5472" y="6215"/>
                    <a:pt x="4317" y="301"/>
                    <a:pt x="3916" y="167"/>
                  </a:cubicBezTo>
                  <a:cubicBezTo>
                    <a:pt x="3518" y="33"/>
                    <a:pt x="2505" y="1"/>
                    <a:pt x="2505" y="1"/>
                  </a:cubicBezTo>
                  <a:cubicBezTo>
                    <a:pt x="2504" y="1"/>
                    <a:pt x="2503" y="1"/>
                    <a:pt x="25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" name="Google Shape;5428;p73"/>
            <p:cNvSpPr/>
            <p:nvPr/>
          </p:nvSpPr>
          <p:spPr>
            <a:xfrm>
              <a:off x="3145851" y="3080547"/>
              <a:ext cx="109467" cy="134714"/>
            </a:xfrm>
            <a:custGeom>
              <a:avLst/>
              <a:gdLst/>
              <a:ahLst/>
              <a:cxnLst/>
              <a:rect l="l" t="t" r="r" b="b"/>
              <a:pathLst>
                <a:path w="6313" h="7769" extrusionOk="0">
                  <a:moveTo>
                    <a:pt x="3268" y="4764"/>
                  </a:moveTo>
                  <a:lnTo>
                    <a:pt x="3345" y="4772"/>
                  </a:lnTo>
                  <a:cubicBezTo>
                    <a:pt x="3605" y="4797"/>
                    <a:pt x="3799" y="5020"/>
                    <a:pt x="3795" y="5279"/>
                  </a:cubicBezTo>
                  <a:cubicBezTo>
                    <a:pt x="3791" y="5563"/>
                    <a:pt x="3580" y="5766"/>
                    <a:pt x="3215" y="5814"/>
                  </a:cubicBezTo>
                  <a:cubicBezTo>
                    <a:pt x="3188" y="5817"/>
                    <a:pt x="3163" y="5819"/>
                    <a:pt x="3140" y="5819"/>
                  </a:cubicBezTo>
                  <a:cubicBezTo>
                    <a:pt x="2977" y="5819"/>
                    <a:pt x="2910" y="5749"/>
                    <a:pt x="2871" y="5688"/>
                  </a:cubicBezTo>
                  <a:cubicBezTo>
                    <a:pt x="2757" y="5510"/>
                    <a:pt x="2802" y="5149"/>
                    <a:pt x="2919" y="4975"/>
                  </a:cubicBezTo>
                  <a:cubicBezTo>
                    <a:pt x="3037" y="4797"/>
                    <a:pt x="3175" y="4764"/>
                    <a:pt x="3268" y="4764"/>
                  </a:cubicBezTo>
                  <a:close/>
                  <a:moveTo>
                    <a:pt x="3270" y="4052"/>
                  </a:moveTo>
                  <a:cubicBezTo>
                    <a:pt x="2888" y="4052"/>
                    <a:pt x="2527" y="4249"/>
                    <a:pt x="2324" y="4582"/>
                  </a:cubicBezTo>
                  <a:cubicBezTo>
                    <a:pt x="2032" y="5036"/>
                    <a:pt x="2007" y="5660"/>
                    <a:pt x="2271" y="6070"/>
                  </a:cubicBezTo>
                  <a:cubicBezTo>
                    <a:pt x="2453" y="6359"/>
                    <a:pt x="2771" y="6532"/>
                    <a:pt x="3111" y="6532"/>
                  </a:cubicBezTo>
                  <a:cubicBezTo>
                    <a:pt x="3119" y="6532"/>
                    <a:pt x="3127" y="6532"/>
                    <a:pt x="3134" y="6532"/>
                  </a:cubicBezTo>
                  <a:cubicBezTo>
                    <a:pt x="3191" y="6528"/>
                    <a:pt x="3252" y="6524"/>
                    <a:pt x="3309" y="6515"/>
                  </a:cubicBezTo>
                  <a:cubicBezTo>
                    <a:pt x="4132" y="6402"/>
                    <a:pt x="4500" y="5814"/>
                    <a:pt x="4505" y="5283"/>
                  </a:cubicBezTo>
                  <a:cubicBezTo>
                    <a:pt x="4509" y="4671"/>
                    <a:pt x="4059" y="4152"/>
                    <a:pt x="3451" y="4067"/>
                  </a:cubicBezTo>
                  <a:cubicBezTo>
                    <a:pt x="3390" y="4057"/>
                    <a:pt x="3330" y="4052"/>
                    <a:pt x="3270" y="4052"/>
                  </a:cubicBezTo>
                  <a:close/>
                  <a:moveTo>
                    <a:pt x="3029" y="719"/>
                  </a:moveTo>
                  <a:cubicBezTo>
                    <a:pt x="3373" y="731"/>
                    <a:pt x="3888" y="775"/>
                    <a:pt x="4156" y="832"/>
                  </a:cubicBezTo>
                  <a:cubicBezTo>
                    <a:pt x="4565" y="1578"/>
                    <a:pt x="5400" y="6317"/>
                    <a:pt x="5113" y="6860"/>
                  </a:cubicBezTo>
                  <a:cubicBezTo>
                    <a:pt x="4967" y="6995"/>
                    <a:pt x="4387" y="7054"/>
                    <a:pt x="3709" y="7054"/>
                  </a:cubicBezTo>
                  <a:cubicBezTo>
                    <a:pt x="2691" y="7054"/>
                    <a:pt x="1453" y="6920"/>
                    <a:pt x="1132" y="6706"/>
                  </a:cubicBezTo>
                  <a:cubicBezTo>
                    <a:pt x="1034" y="5928"/>
                    <a:pt x="2494" y="1339"/>
                    <a:pt x="3029" y="719"/>
                  </a:cubicBezTo>
                  <a:close/>
                  <a:moveTo>
                    <a:pt x="2954" y="1"/>
                  </a:moveTo>
                  <a:cubicBezTo>
                    <a:pt x="2649" y="1"/>
                    <a:pt x="2415" y="296"/>
                    <a:pt x="2170" y="787"/>
                  </a:cubicBezTo>
                  <a:cubicBezTo>
                    <a:pt x="1643" y="1833"/>
                    <a:pt x="1" y="6471"/>
                    <a:pt x="552" y="7140"/>
                  </a:cubicBezTo>
                  <a:cubicBezTo>
                    <a:pt x="945" y="7610"/>
                    <a:pt x="2619" y="7723"/>
                    <a:pt x="3126" y="7752"/>
                  </a:cubicBezTo>
                  <a:cubicBezTo>
                    <a:pt x="3321" y="7760"/>
                    <a:pt x="3519" y="7768"/>
                    <a:pt x="3726" y="7768"/>
                  </a:cubicBezTo>
                  <a:cubicBezTo>
                    <a:pt x="4496" y="7768"/>
                    <a:pt x="5291" y="7679"/>
                    <a:pt x="5611" y="7363"/>
                  </a:cubicBezTo>
                  <a:cubicBezTo>
                    <a:pt x="6313" y="6670"/>
                    <a:pt x="5307" y="2263"/>
                    <a:pt x="5259" y="2077"/>
                  </a:cubicBezTo>
                  <a:cubicBezTo>
                    <a:pt x="4853" y="317"/>
                    <a:pt x="4646" y="244"/>
                    <a:pt x="4472" y="183"/>
                  </a:cubicBezTo>
                  <a:cubicBezTo>
                    <a:pt x="4034" y="37"/>
                    <a:pt x="3061" y="9"/>
                    <a:pt x="2960" y="1"/>
                  </a:cubicBezTo>
                  <a:cubicBezTo>
                    <a:pt x="2958" y="1"/>
                    <a:pt x="2956" y="1"/>
                    <a:pt x="295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" name="Google Shape;5429;p73"/>
            <p:cNvSpPr/>
            <p:nvPr/>
          </p:nvSpPr>
          <p:spPr>
            <a:xfrm>
              <a:off x="2809004" y="3649472"/>
              <a:ext cx="295820" cy="244945"/>
            </a:xfrm>
            <a:custGeom>
              <a:avLst/>
              <a:gdLst/>
              <a:ahLst/>
              <a:cxnLst/>
              <a:rect l="l" t="t" r="r" b="b"/>
              <a:pathLst>
                <a:path w="17060" h="14126" extrusionOk="0">
                  <a:moveTo>
                    <a:pt x="5697" y="1"/>
                  </a:moveTo>
                  <a:cubicBezTo>
                    <a:pt x="5616" y="1"/>
                    <a:pt x="5537" y="28"/>
                    <a:pt x="5473" y="80"/>
                  </a:cubicBezTo>
                  <a:cubicBezTo>
                    <a:pt x="5380" y="157"/>
                    <a:pt x="5332" y="270"/>
                    <a:pt x="5340" y="388"/>
                  </a:cubicBezTo>
                  <a:cubicBezTo>
                    <a:pt x="5352" y="465"/>
                    <a:pt x="5984" y="8394"/>
                    <a:pt x="167" y="13510"/>
                  </a:cubicBezTo>
                  <a:cubicBezTo>
                    <a:pt x="17" y="13635"/>
                    <a:pt x="1" y="13862"/>
                    <a:pt x="131" y="14008"/>
                  </a:cubicBezTo>
                  <a:cubicBezTo>
                    <a:pt x="199" y="14085"/>
                    <a:pt x="297" y="14126"/>
                    <a:pt x="398" y="14126"/>
                  </a:cubicBezTo>
                  <a:cubicBezTo>
                    <a:pt x="483" y="14126"/>
                    <a:pt x="568" y="14098"/>
                    <a:pt x="633" y="14041"/>
                  </a:cubicBezTo>
                  <a:cubicBezTo>
                    <a:pt x="5863" y="9448"/>
                    <a:pt x="6110" y="2710"/>
                    <a:pt x="6069" y="829"/>
                  </a:cubicBezTo>
                  <a:lnTo>
                    <a:pt x="6069" y="829"/>
                  </a:lnTo>
                  <a:cubicBezTo>
                    <a:pt x="9386" y="1696"/>
                    <a:pt x="13274" y="1825"/>
                    <a:pt x="15311" y="1825"/>
                  </a:cubicBezTo>
                  <a:cubicBezTo>
                    <a:pt x="16122" y="1825"/>
                    <a:pt x="16639" y="1805"/>
                    <a:pt x="16711" y="1802"/>
                  </a:cubicBezTo>
                  <a:cubicBezTo>
                    <a:pt x="16905" y="1794"/>
                    <a:pt x="17059" y="1628"/>
                    <a:pt x="17051" y="1434"/>
                  </a:cubicBezTo>
                  <a:cubicBezTo>
                    <a:pt x="17043" y="1240"/>
                    <a:pt x="16885" y="1093"/>
                    <a:pt x="16697" y="1093"/>
                  </a:cubicBezTo>
                  <a:cubicBezTo>
                    <a:pt x="16692" y="1093"/>
                    <a:pt x="16687" y="1093"/>
                    <a:pt x="16682" y="1093"/>
                  </a:cubicBezTo>
                  <a:cubicBezTo>
                    <a:pt x="16664" y="1093"/>
                    <a:pt x="16190" y="1111"/>
                    <a:pt x="15419" y="1111"/>
                  </a:cubicBezTo>
                  <a:cubicBezTo>
                    <a:pt x="13351" y="1111"/>
                    <a:pt x="9140" y="980"/>
                    <a:pt x="5798" y="15"/>
                  </a:cubicBezTo>
                  <a:cubicBezTo>
                    <a:pt x="5765" y="5"/>
                    <a:pt x="5731" y="1"/>
                    <a:pt x="569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" name="Google Shape;5430;p73"/>
            <p:cNvSpPr/>
            <p:nvPr/>
          </p:nvSpPr>
          <p:spPr>
            <a:xfrm>
              <a:off x="2810478" y="3659530"/>
              <a:ext cx="166273" cy="296965"/>
            </a:xfrm>
            <a:custGeom>
              <a:avLst/>
              <a:gdLst/>
              <a:ahLst/>
              <a:cxnLst/>
              <a:rect l="l" t="t" r="r" b="b"/>
              <a:pathLst>
                <a:path w="9589" h="17126" extrusionOk="0">
                  <a:moveTo>
                    <a:pt x="8227" y="0"/>
                  </a:moveTo>
                  <a:cubicBezTo>
                    <a:pt x="8214" y="0"/>
                    <a:pt x="8202" y="1"/>
                    <a:pt x="8190" y="2"/>
                  </a:cubicBezTo>
                  <a:cubicBezTo>
                    <a:pt x="7995" y="22"/>
                    <a:pt x="7853" y="197"/>
                    <a:pt x="7869" y="391"/>
                  </a:cubicBezTo>
                  <a:cubicBezTo>
                    <a:pt x="7886" y="497"/>
                    <a:pt x="8838" y="11077"/>
                    <a:pt x="220" y="16469"/>
                  </a:cubicBezTo>
                  <a:cubicBezTo>
                    <a:pt x="50" y="16574"/>
                    <a:pt x="1" y="16793"/>
                    <a:pt x="106" y="16955"/>
                  </a:cubicBezTo>
                  <a:cubicBezTo>
                    <a:pt x="171" y="17061"/>
                    <a:pt x="285" y="17121"/>
                    <a:pt x="406" y="17126"/>
                  </a:cubicBezTo>
                  <a:cubicBezTo>
                    <a:pt x="471" y="17126"/>
                    <a:pt x="536" y="17105"/>
                    <a:pt x="593" y="17069"/>
                  </a:cubicBezTo>
                  <a:cubicBezTo>
                    <a:pt x="9588" y="11454"/>
                    <a:pt x="8591" y="432"/>
                    <a:pt x="8579" y="322"/>
                  </a:cubicBezTo>
                  <a:cubicBezTo>
                    <a:pt x="8560" y="137"/>
                    <a:pt x="8406" y="0"/>
                    <a:pt x="822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" name="Google Shape;5431;p73"/>
            <p:cNvSpPr/>
            <p:nvPr/>
          </p:nvSpPr>
          <p:spPr>
            <a:xfrm>
              <a:off x="3270768" y="3655229"/>
              <a:ext cx="445465" cy="324258"/>
            </a:xfrm>
            <a:custGeom>
              <a:avLst/>
              <a:gdLst/>
              <a:ahLst/>
              <a:cxnLst/>
              <a:rect l="l" t="t" r="r" b="b"/>
              <a:pathLst>
                <a:path w="25690" h="18700" extrusionOk="0">
                  <a:moveTo>
                    <a:pt x="12260" y="0"/>
                  </a:moveTo>
                  <a:cubicBezTo>
                    <a:pt x="12230" y="0"/>
                    <a:pt x="12200" y="4"/>
                    <a:pt x="12170" y="11"/>
                  </a:cubicBezTo>
                  <a:cubicBezTo>
                    <a:pt x="9261" y="790"/>
                    <a:pt x="6670" y="1010"/>
                    <a:pt x="4671" y="1010"/>
                  </a:cubicBezTo>
                  <a:cubicBezTo>
                    <a:pt x="2101" y="1010"/>
                    <a:pt x="510" y="646"/>
                    <a:pt x="483" y="639"/>
                  </a:cubicBezTo>
                  <a:cubicBezTo>
                    <a:pt x="452" y="631"/>
                    <a:pt x="421" y="627"/>
                    <a:pt x="390" y="627"/>
                  </a:cubicBezTo>
                  <a:cubicBezTo>
                    <a:pt x="232" y="627"/>
                    <a:pt x="86" y="736"/>
                    <a:pt x="45" y="899"/>
                  </a:cubicBezTo>
                  <a:cubicBezTo>
                    <a:pt x="0" y="1093"/>
                    <a:pt x="122" y="1288"/>
                    <a:pt x="317" y="1329"/>
                  </a:cubicBezTo>
                  <a:cubicBezTo>
                    <a:pt x="435" y="1359"/>
                    <a:pt x="2053" y="1730"/>
                    <a:pt x="4657" y="1730"/>
                  </a:cubicBezTo>
                  <a:cubicBezTo>
                    <a:pt x="6610" y="1730"/>
                    <a:pt x="9118" y="1521"/>
                    <a:pt x="11963" y="802"/>
                  </a:cubicBezTo>
                  <a:cubicBezTo>
                    <a:pt x="12308" y="3092"/>
                    <a:pt x="14485" y="14224"/>
                    <a:pt x="24660" y="15549"/>
                  </a:cubicBezTo>
                  <a:lnTo>
                    <a:pt x="24960" y="18379"/>
                  </a:lnTo>
                  <a:cubicBezTo>
                    <a:pt x="24980" y="18561"/>
                    <a:pt x="25130" y="18699"/>
                    <a:pt x="25312" y="18699"/>
                  </a:cubicBezTo>
                  <a:lnTo>
                    <a:pt x="25349" y="18695"/>
                  </a:lnTo>
                  <a:cubicBezTo>
                    <a:pt x="25544" y="18675"/>
                    <a:pt x="25689" y="18500"/>
                    <a:pt x="25669" y="18306"/>
                  </a:cubicBezTo>
                  <a:lnTo>
                    <a:pt x="25333" y="15193"/>
                  </a:lnTo>
                  <a:cubicBezTo>
                    <a:pt x="25321" y="15026"/>
                    <a:pt x="25187" y="14893"/>
                    <a:pt x="25021" y="14880"/>
                  </a:cubicBezTo>
                  <a:cubicBezTo>
                    <a:pt x="14047" y="13664"/>
                    <a:pt x="12624" y="453"/>
                    <a:pt x="12616" y="319"/>
                  </a:cubicBezTo>
                  <a:cubicBezTo>
                    <a:pt x="12604" y="218"/>
                    <a:pt x="12547" y="120"/>
                    <a:pt x="12462" y="64"/>
                  </a:cubicBezTo>
                  <a:cubicBezTo>
                    <a:pt x="12402" y="21"/>
                    <a:pt x="12332" y="0"/>
                    <a:pt x="1226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" name="Google Shape;5432;p73"/>
            <p:cNvSpPr/>
            <p:nvPr/>
          </p:nvSpPr>
          <p:spPr>
            <a:xfrm>
              <a:off x="3428580" y="3665425"/>
              <a:ext cx="288208" cy="305982"/>
            </a:xfrm>
            <a:custGeom>
              <a:avLst/>
              <a:gdLst/>
              <a:ahLst/>
              <a:cxnLst/>
              <a:rect l="l" t="t" r="r" b="b"/>
              <a:pathLst>
                <a:path w="16621" h="17646" extrusionOk="0">
                  <a:moveTo>
                    <a:pt x="387" y="0"/>
                  </a:moveTo>
                  <a:cubicBezTo>
                    <a:pt x="373" y="0"/>
                    <a:pt x="359" y="1"/>
                    <a:pt x="345" y="3"/>
                  </a:cubicBezTo>
                  <a:cubicBezTo>
                    <a:pt x="142" y="23"/>
                    <a:pt x="0" y="209"/>
                    <a:pt x="33" y="412"/>
                  </a:cubicBezTo>
                  <a:cubicBezTo>
                    <a:pt x="57" y="680"/>
                    <a:pt x="799" y="7101"/>
                    <a:pt x="5663" y="12756"/>
                  </a:cubicBezTo>
                  <a:cubicBezTo>
                    <a:pt x="9393" y="17081"/>
                    <a:pt x="13394" y="17645"/>
                    <a:pt x="15218" y="17645"/>
                  </a:cubicBezTo>
                  <a:cubicBezTo>
                    <a:pt x="15246" y="17645"/>
                    <a:pt x="15274" y="17645"/>
                    <a:pt x="15302" y="17645"/>
                  </a:cubicBezTo>
                  <a:cubicBezTo>
                    <a:pt x="15610" y="17645"/>
                    <a:pt x="15915" y="17625"/>
                    <a:pt x="16220" y="17580"/>
                  </a:cubicBezTo>
                  <a:cubicBezTo>
                    <a:pt x="16621" y="17461"/>
                    <a:pt x="16528" y="16874"/>
                    <a:pt x="16123" y="16874"/>
                  </a:cubicBezTo>
                  <a:cubicBezTo>
                    <a:pt x="16114" y="16874"/>
                    <a:pt x="16106" y="16874"/>
                    <a:pt x="16098" y="16875"/>
                  </a:cubicBezTo>
                  <a:cubicBezTo>
                    <a:pt x="16092" y="16877"/>
                    <a:pt x="15781" y="16928"/>
                    <a:pt x="15250" y="16928"/>
                  </a:cubicBezTo>
                  <a:cubicBezTo>
                    <a:pt x="14684" y="16928"/>
                    <a:pt x="13869" y="16870"/>
                    <a:pt x="12908" y="16631"/>
                  </a:cubicBezTo>
                  <a:cubicBezTo>
                    <a:pt x="11193" y="16210"/>
                    <a:pt x="8631" y="15111"/>
                    <a:pt x="6198" y="12290"/>
                  </a:cubicBezTo>
                  <a:cubicBezTo>
                    <a:pt x="1488" y="6813"/>
                    <a:pt x="746" y="396"/>
                    <a:pt x="738" y="335"/>
                  </a:cubicBezTo>
                  <a:cubicBezTo>
                    <a:pt x="727" y="147"/>
                    <a:pt x="572" y="0"/>
                    <a:pt x="38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" name="Google Shape;5433;p73"/>
            <p:cNvSpPr/>
            <p:nvPr/>
          </p:nvSpPr>
          <p:spPr>
            <a:xfrm>
              <a:off x="2852666" y="4027883"/>
              <a:ext cx="33969" cy="136119"/>
            </a:xfrm>
            <a:custGeom>
              <a:avLst/>
              <a:gdLst/>
              <a:ahLst/>
              <a:cxnLst/>
              <a:rect l="l" t="t" r="r" b="b"/>
              <a:pathLst>
                <a:path w="1959" h="7850" extrusionOk="0">
                  <a:moveTo>
                    <a:pt x="1563" y="0"/>
                  </a:moveTo>
                  <a:cubicBezTo>
                    <a:pt x="1409" y="0"/>
                    <a:pt x="1264" y="102"/>
                    <a:pt x="1220" y="261"/>
                  </a:cubicBezTo>
                  <a:cubicBezTo>
                    <a:pt x="1172" y="443"/>
                    <a:pt x="0" y="4728"/>
                    <a:pt x="880" y="7598"/>
                  </a:cubicBezTo>
                  <a:cubicBezTo>
                    <a:pt x="929" y="7744"/>
                    <a:pt x="1062" y="7849"/>
                    <a:pt x="1220" y="7849"/>
                  </a:cubicBezTo>
                  <a:lnTo>
                    <a:pt x="1326" y="7833"/>
                  </a:lnTo>
                  <a:cubicBezTo>
                    <a:pt x="1516" y="7776"/>
                    <a:pt x="1618" y="7578"/>
                    <a:pt x="1561" y="7387"/>
                  </a:cubicBezTo>
                  <a:cubicBezTo>
                    <a:pt x="738" y="4724"/>
                    <a:pt x="1893" y="492"/>
                    <a:pt x="1906" y="451"/>
                  </a:cubicBezTo>
                  <a:cubicBezTo>
                    <a:pt x="1958" y="261"/>
                    <a:pt x="1849" y="66"/>
                    <a:pt x="1658" y="13"/>
                  </a:cubicBezTo>
                  <a:cubicBezTo>
                    <a:pt x="1627" y="4"/>
                    <a:pt x="1595" y="0"/>
                    <a:pt x="156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" name="Google Shape;5434;p73"/>
            <p:cNvSpPr/>
            <p:nvPr/>
          </p:nvSpPr>
          <p:spPr>
            <a:xfrm>
              <a:off x="2927592" y="4057361"/>
              <a:ext cx="28351" cy="140801"/>
            </a:xfrm>
            <a:custGeom>
              <a:avLst/>
              <a:gdLst/>
              <a:ahLst/>
              <a:cxnLst/>
              <a:rect l="l" t="t" r="r" b="b"/>
              <a:pathLst>
                <a:path w="1635" h="8120" extrusionOk="0">
                  <a:moveTo>
                    <a:pt x="1237" y="0"/>
                  </a:moveTo>
                  <a:cubicBezTo>
                    <a:pt x="1071" y="0"/>
                    <a:pt x="924" y="118"/>
                    <a:pt x="892" y="288"/>
                  </a:cubicBezTo>
                  <a:cubicBezTo>
                    <a:pt x="852" y="466"/>
                    <a:pt x="1" y="4722"/>
                    <a:pt x="896" y="7864"/>
                  </a:cubicBezTo>
                  <a:cubicBezTo>
                    <a:pt x="941" y="8014"/>
                    <a:pt x="1079" y="8120"/>
                    <a:pt x="1237" y="8120"/>
                  </a:cubicBezTo>
                  <a:cubicBezTo>
                    <a:pt x="1269" y="8120"/>
                    <a:pt x="1306" y="8115"/>
                    <a:pt x="1338" y="8107"/>
                  </a:cubicBezTo>
                  <a:cubicBezTo>
                    <a:pt x="1525" y="8051"/>
                    <a:pt x="1634" y="7852"/>
                    <a:pt x="1582" y="7665"/>
                  </a:cubicBezTo>
                  <a:cubicBezTo>
                    <a:pt x="730" y="4694"/>
                    <a:pt x="1578" y="470"/>
                    <a:pt x="1586" y="429"/>
                  </a:cubicBezTo>
                  <a:cubicBezTo>
                    <a:pt x="1626" y="235"/>
                    <a:pt x="1501" y="44"/>
                    <a:pt x="1310" y="8"/>
                  </a:cubicBezTo>
                  <a:cubicBezTo>
                    <a:pt x="1285" y="3"/>
                    <a:pt x="1261" y="0"/>
                    <a:pt x="123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" name="Google Shape;5435;p73"/>
            <p:cNvSpPr/>
            <p:nvPr/>
          </p:nvSpPr>
          <p:spPr>
            <a:xfrm>
              <a:off x="3033661" y="4085105"/>
              <a:ext cx="20825" cy="141807"/>
            </a:xfrm>
            <a:custGeom>
              <a:avLst/>
              <a:gdLst/>
              <a:ahLst/>
              <a:cxnLst/>
              <a:rect l="l" t="t" r="r" b="b"/>
              <a:pathLst>
                <a:path w="1201" h="8178" extrusionOk="0">
                  <a:moveTo>
                    <a:pt x="371" y="1"/>
                  </a:moveTo>
                  <a:cubicBezTo>
                    <a:pt x="183" y="1"/>
                    <a:pt x="29" y="157"/>
                    <a:pt x="25" y="350"/>
                  </a:cubicBezTo>
                  <a:cubicBezTo>
                    <a:pt x="25" y="394"/>
                    <a:pt x="1" y="4513"/>
                    <a:pt x="471" y="7869"/>
                  </a:cubicBezTo>
                  <a:cubicBezTo>
                    <a:pt x="495" y="8044"/>
                    <a:pt x="645" y="8173"/>
                    <a:pt x="820" y="8178"/>
                  </a:cubicBezTo>
                  <a:lnTo>
                    <a:pt x="872" y="8173"/>
                  </a:lnTo>
                  <a:cubicBezTo>
                    <a:pt x="1063" y="8145"/>
                    <a:pt x="1201" y="7967"/>
                    <a:pt x="1176" y="7772"/>
                  </a:cubicBezTo>
                  <a:cubicBezTo>
                    <a:pt x="714" y="4468"/>
                    <a:pt x="735" y="394"/>
                    <a:pt x="735" y="354"/>
                  </a:cubicBezTo>
                  <a:cubicBezTo>
                    <a:pt x="735" y="159"/>
                    <a:pt x="581" y="1"/>
                    <a:pt x="386" y="1"/>
                  </a:cubicBezTo>
                  <a:lnTo>
                    <a:pt x="378" y="1"/>
                  </a:lnTo>
                  <a:cubicBezTo>
                    <a:pt x="375" y="1"/>
                    <a:pt x="373" y="1"/>
                    <a:pt x="37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" name="Google Shape;5436;p73"/>
            <p:cNvSpPr/>
            <p:nvPr/>
          </p:nvSpPr>
          <p:spPr>
            <a:xfrm>
              <a:off x="3131164" y="4103538"/>
              <a:ext cx="17097" cy="138495"/>
            </a:xfrm>
            <a:custGeom>
              <a:avLst/>
              <a:gdLst/>
              <a:ahLst/>
              <a:cxnLst/>
              <a:rect l="l" t="t" r="r" b="b"/>
              <a:pathLst>
                <a:path w="986" h="7987" extrusionOk="0">
                  <a:moveTo>
                    <a:pt x="353" y="0"/>
                  </a:moveTo>
                  <a:cubicBezTo>
                    <a:pt x="155" y="4"/>
                    <a:pt x="0" y="162"/>
                    <a:pt x="0" y="361"/>
                  </a:cubicBezTo>
                  <a:cubicBezTo>
                    <a:pt x="9" y="397"/>
                    <a:pt x="94" y="4013"/>
                    <a:pt x="264" y="7646"/>
                  </a:cubicBezTo>
                  <a:cubicBezTo>
                    <a:pt x="272" y="7836"/>
                    <a:pt x="430" y="7986"/>
                    <a:pt x="621" y="7986"/>
                  </a:cubicBezTo>
                  <a:lnTo>
                    <a:pt x="641" y="7986"/>
                  </a:lnTo>
                  <a:cubicBezTo>
                    <a:pt x="836" y="7974"/>
                    <a:pt x="986" y="7808"/>
                    <a:pt x="981" y="7613"/>
                  </a:cubicBezTo>
                  <a:cubicBezTo>
                    <a:pt x="807" y="3989"/>
                    <a:pt x="718" y="381"/>
                    <a:pt x="718" y="345"/>
                  </a:cubicBezTo>
                  <a:cubicBezTo>
                    <a:pt x="710" y="154"/>
                    <a:pt x="552" y="0"/>
                    <a:pt x="36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" name="Google Shape;5437;p73"/>
            <p:cNvSpPr/>
            <p:nvPr/>
          </p:nvSpPr>
          <p:spPr>
            <a:xfrm>
              <a:off x="3216286" y="4111601"/>
              <a:ext cx="20895" cy="135339"/>
            </a:xfrm>
            <a:custGeom>
              <a:avLst/>
              <a:gdLst/>
              <a:ahLst/>
              <a:cxnLst/>
              <a:rect l="l" t="t" r="r" b="b"/>
              <a:pathLst>
                <a:path w="1205" h="7805" extrusionOk="0">
                  <a:moveTo>
                    <a:pt x="364" y="1"/>
                  </a:moveTo>
                  <a:cubicBezTo>
                    <a:pt x="359" y="1"/>
                    <a:pt x="354" y="1"/>
                    <a:pt x="349" y="1"/>
                  </a:cubicBezTo>
                  <a:cubicBezTo>
                    <a:pt x="151" y="9"/>
                    <a:pt x="1" y="176"/>
                    <a:pt x="9" y="370"/>
                  </a:cubicBezTo>
                  <a:cubicBezTo>
                    <a:pt x="9" y="423"/>
                    <a:pt x="211" y="5287"/>
                    <a:pt x="475" y="7493"/>
                  </a:cubicBezTo>
                  <a:cubicBezTo>
                    <a:pt x="499" y="7667"/>
                    <a:pt x="649" y="7801"/>
                    <a:pt x="828" y="7805"/>
                  </a:cubicBezTo>
                  <a:lnTo>
                    <a:pt x="868" y="7801"/>
                  </a:lnTo>
                  <a:cubicBezTo>
                    <a:pt x="1063" y="7776"/>
                    <a:pt x="1205" y="7598"/>
                    <a:pt x="1184" y="7404"/>
                  </a:cubicBezTo>
                  <a:cubicBezTo>
                    <a:pt x="921" y="5227"/>
                    <a:pt x="718" y="390"/>
                    <a:pt x="718" y="342"/>
                  </a:cubicBezTo>
                  <a:cubicBezTo>
                    <a:pt x="710" y="148"/>
                    <a:pt x="552" y="1"/>
                    <a:pt x="36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" name="Google Shape;5438;p73"/>
            <p:cNvSpPr/>
            <p:nvPr/>
          </p:nvSpPr>
          <p:spPr>
            <a:xfrm>
              <a:off x="3312384" y="4112676"/>
              <a:ext cx="22577" cy="130692"/>
            </a:xfrm>
            <a:custGeom>
              <a:avLst/>
              <a:gdLst/>
              <a:ahLst/>
              <a:cxnLst/>
              <a:rect l="l" t="t" r="r" b="b"/>
              <a:pathLst>
                <a:path w="1302" h="7537" extrusionOk="0">
                  <a:moveTo>
                    <a:pt x="393" y="0"/>
                  </a:moveTo>
                  <a:cubicBezTo>
                    <a:pt x="203" y="4"/>
                    <a:pt x="45" y="158"/>
                    <a:pt x="41" y="349"/>
                  </a:cubicBezTo>
                  <a:cubicBezTo>
                    <a:pt x="41" y="389"/>
                    <a:pt x="0" y="4180"/>
                    <a:pt x="568" y="7248"/>
                  </a:cubicBezTo>
                  <a:cubicBezTo>
                    <a:pt x="600" y="7414"/>
                    <a:pt x="746" y="7536"/>
                    <a:pt x="916" y="7536"/>
                  </a:cubicBezTo>
                  <a:lnTo>
                    <a:pt x="981" y="7532"/>
                  </a:lnTo>
                  <a:cubicBezTo>
                    <a:pt x="1176" y="7496"/>
                    <a:pt x="1301" y="7309"/>
                    <a:pt x="1265" y="7115"/>
                  </a:cubicBezTo>
                  <a:cubicBezTo>
                    <a:pt x="714" y="4119"/>
                    <a:pt x="750" y="397"/>
                    <a:pt x="750" y="361"/>
                  </a:cubicBezTo>
                  <a:cubicBezTo>
                    <a:pt x="754" y="162"/>
                    <a:pt x="596" y="0"/>
                    <a:pt x="39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" name="Google Shape;5439;p73"/>
            <p:cNvSpPr/>
            <p:nvPr/>
          </p:nvSpPr>
          <p:spPr>
            <a:xfrm>
              <a:off x="3416060" y="4103503"/>
              <a:ext cx="27917" cy="128958"/>
            </a:xfrm>
            <a:custGeom>
              <a:avLst/>
              <a:gdLst/>
              <a:ahLst/>
              <a:cxnLst/>
              <a:rect l="l" t="t" r="r" b="b"/>
              <a:pathLst>
                <a:path w="1610" h="7437" extrusionOk="0">
                  <a:moveTo>
                    <a:pt x="394" y="1"/>
                  </a:moveTo>
                  <a:cubicBezTo>
                    <a:pt x="367" y="1"/>
                    <a:pt x="340" y="4"/>
                    <a:pt x="313" y="10"/>
                  </a:cubicBezTo>
                  <a:cubicBezTo>
                    <a:pt x="118" y="55"/>
                    <a:pt x="1" y="245"/>
                    <a:pt x="45" y="440"/>
                  </a:cubicBezTo>
                  <a:cubicBezTo>
                    <a:pt x="57" y="472"/>
                    <a:pt x="897" y="4092"/>
                    <a:pt x="730" y="7060"/>
                  </a:cubicBezTo>
                  <a:cubicBezTo>
                    <a:pt x="722" y="7254"/>
                    <a:pt x="872" y="7421"/>
                    <a:pt x="1063" y="7437"/>
                  </a:cubicBezTo>
                  <a:lnTo>
                    <a:pt x="1083" y="7437"/>
                  </a:lnTo>
                  <a:cubicBezTo>
                    <a:pt x="1274" y="7437"/>
                    <a:pt x="1432" y="7287"/>
                    <a:pt x="1440" y="7096"/>
                  </a:cubicBezTo>
                  <a:cubicBezTo>
                    <a:pt x="1610" y="4032"/>
                    <a:pt x="775" y="428"/>
                    <a:pt x="738" y="278"/>
                  </a:cubicBezTo>
                  <a:cubicBezTo>
                    <a:pt x="700" y="111"/>
                    <a:pt x="555" y="1"/>
                    <a:pt x="39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" name="Google Shape;5440;p73"/>
            <p:cNvSpPr/>
            <p:nvPr/>
          </p:nvSpPr>
          <p:spPr>
            <a:xfrm>
              <a:off x="3514239" y="4090325"/>
              <a:ext cx="36102" cy="125628"/>
            </a:xfrm>
            <a:custGeom>
              <a:avLst/>
              <a:gdLst/>
              <a:ahLst/>
              <a:cxnLst/>
              <a:rect l="l" t="t" r="r" b="b"/>
              <a:pathLst>
                <a:path w="2082" h="7245" extrusionOk="0">
                  <a:moveTo>
                    <a:pt x="437" y="1"/>
                  </a:moveTo>
                  <a:cubicBezTo>
                    <a:pt x="217" y="1"/>
                    <a:pt x="0" y="200"/>
                    <a:pt x="83" y="470"/>
                  </a:cubicBezTo>
                  <a:cubicBezTo>
                    <a:pt x="99" y="495"/>
                    <a:pt x="1368" y="3438"/>
                    <a:pt x="1206" y="6875"/>
                  </a:cubicBezTo>
                  <a:cubicBezTo>
                    <a:pt x="1194" y="7070"/>
                    <a:pt x="1344" y="7236"/>
                    <a:pt x="1538" y="7244"/>
                  </a:cubicBezTo>
                  <a:lnTo>
                    <a:pt x="1558" y="7244"/>
                  </a:lnTo>
                  <a:cubicBezTo>
                    <a:pt x="1749" y="7244"/>
                    <a:pt x="1903" y="7094"/>
                    <a:pt x="1915" y="6904"/>
                  </a:cubicBezTo>
                  <a:cubicBezTo>
                    <a:pt x="2081" y="3308"/>
                    <a:pt x="792" y="308"/>
                    <a:pt x="740" y="178"/>
                  </a:cubicBezTo>
                  <a:cubicBezTo>
                    <a:pt x="665" y="54"/>
                    <a:pt x="550" y="1"/>
                    <a:pt x="43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" name="Google Shape;5441;p73"/>
            <p:cNvSpPr/>
            <p:nvPr/>
          </p:nvSpPr>
          <p:spPr>
            <a:xfrm>
              <a:off x="3605708" y="4069308"/>
              <a:ext cx="46211" cy="128143"/>
            </a:xfrm>
            <a:custGeom>
              <a:avLst/>
              <a:gdLst/>
              <a:ahLst/>
              <a:cxnLst/>
              <a:rect l="l" t="t" r="r" b="b"/>
              <a:pathLst>
                <a:path w="2665" h="7390" extrusionOk="0">
                  <a:moveTo>
                    <a:pt x="400" y="0"/>
                  </a:moveTo>
                  <a:cubicBezTo>
                    <a:pt x="331" y="0"/>
                    <a:pt x="262" y="20"/>
                    <a:pt x="199" y="61"/>
                  </a:cubicBezTo>
                  <a:cubicBezTo>
                    <a:pt x="41" y="170"/>
                    <a:pt x="1" y="393"/>
                    <a:pt x="110" y="555"/>
                  </a:cubicBezTo>
                  <a:cubicBezTo>
                    <a:pt x="126" y="580"/>
                    <a:pt x="1914" y="3283"/>
                    <a:pt x="1262" y="6981"/>
                  </a:cubicBezTo>
                  <a:cubicBezTo>
                    <a:pt x="1221" y="7175"/>
                    <a:pt x="1355" y="7362"/>
                    <a:pt x="1549" y="7390"/>
                  </a:cubicBezTo>
                  <a:lnTo>
                    <a:pt x="1610" y="7390"/>
                  </a:lnTo>
                  <a:cubicBezTo>
                    <a:pt x="1780" y="7390"/>
                    <a:pt x="1926" y="7268"/>
                    <a:pt x="1959" y="7102"/>
                  </a:cubicBezTo>
                  <a:cubicBezTo>
                    <a:pt x="2664" y="3109"/>
                    <a:pt x="779" y="271"/>
                    <a:pt x="698" y="154"/>
                  </a:cubicBezTo>
                  <a:cubicBezTo>
                    <a:pt x="627" y="55"/>
                    <a:pt x="515" y="0"/>
                    <a:pt x="4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" name="Google Shape;5442;p73"/>
            <p:cNvSpPr/>
            <p:nvPr/>
          </p:nvSpPr>
          <p:spPr>
            <a:xfrm>
              <a:off x="3714031" y="4037247"/>
              <a:ext cx="40576" cy="134420"/>
            </a:xfrm>
            <a:custGeom>
              <a:avLst/>
              <a:gdLst/>
              <a:ahLst/>
              <a:cxnLst/>
              <a:rect l="l" t="t" r="r" b="b"/>
              <a:pathLst>
                <a:path w="2340" h="7752" extrusionOk="0">
                  <a:moveTo>
                    <a:pt x="401" y="0"/>
                  </a:moveTo>
                  <a:cubicBezTo>
                    <a:pt x="348" y="0"/>
                    <a:pt x="294" y="12"/>
                    <a:pt x="244" y="37"/>
                  </a:cubicBezTo>
                  <a:cubicBezTo>
                    <a:pt x="70" y="126"/>
                    <a:pt x="1" y="341"/>
                    <a:pt x="86" y="515"/>
                  </a:cubicBezTo>
                  <a:cubicBezTo>
                    <a:pt x="102" y="544"/>
                    <a:pt x="1594" y="3564"/>
                    <a:pt x="799" y="7330"/>
                  </a:cubicBezTo>
                  <a:cubicBezTo>
                    <a:pt x="759" y="7524"/>
                    <a:pt x="885" y="7711"/>
                    <a:pt x="1079" y="7751"/>
                  </a:cubicBezTo>
                  <a:lnTo>
                    <a:pt x="1148" y="7751"/>
                  </a:lnTo>
                  <a:cubicBezTo>
                    <a:pt x="1314" y="7751"/>
                    <a:pt x="1460" y="7638"/>
                    <a:pt x="1501" y="7476"/>
                  </a:cubicBezTo>
                  <a:cubicBezTo>
                    <a:pt x="2340" y="3466"/>
                    <a:pt x="783" y="325"/>
                    <a:pt x="718" y="195"/>
                  </a:cubicBezTo>
                  <a:cubicBezTo>
                    <a:pt x="655" y="71"/>
                    <a:pt x="530" y="0"/>
                    <a:pt x="4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" name="Google Shape;5443;p73"/>
            <p:cNvSpPr/>
            <p:nvPr/>
          </p:nvSpPr>
          <p:spPr>
            <a:xfrm>
              <a:off x="2921194" y="2624540"/>
              <a:ext cx="754966" cy="457845"/>
            </a:xfrm>
            <a:custGeom>
              <a:avLst/>
              <a:gdLst/>
              <a:ahLst/>
              <a:cxnLst/>
              <a:rect l="l" t="t" r="r" b="b"/>
              <a:pathLst>
                <a:path w="43539" h="26404" extrusionOk="0">
                  <a:moveTo>
                    <a:pt x="22073" y="1"/>
                  </a:moveTo>
                  <a:cubicBezTo>
                    <a:pt x="16054" y="1"/>
                    <a:pt x="10184" y="928"/>
                    <a:pt x="6183" y="3298"/>
                  </a:cubicBezTo>
                  <a:cubicBezTo>
                    <a:pt x="1" y="6954"/>
                    <a:pt x="406" y="13457"/>
                    <a:pt x="5198" y="16606"/>
                  </a:cubicBezTo>
                  <a:cubicBezTo>
                    <a:pt x="9993" y="19760"/>
                    <a:pt x="15190" y="22699"/>
                    <a:pt x="16496" y="26396"/>
                  </a:cubicBezTo>
                  <a:cubicBezTo>
                    <a:pt x="16498" y="26401"/>
                    <a:pt x="16501" y="26404"/>
                    <a:pt x="16506" y="26404"/>
                  </a:cubicBezTo>
                  <a:cubicBezTo>
                    <a:pt x="16696" y="26404"/>
                    <a:pt x="19158" y="22988"/>
                    <a:pt x="24632" y="20920"/>
                  </a:cubicBezTo>
                  <a:cubicBezTo>
                    <a:pt x="30258" y="18795"/>
                    <a:pt x="38066" y="17547"/>
                    <a:pt x="40802" y="12281"/>
                  </a:cubicBezTo>
                  <a:cubicBezTo>
                    <a:pt x="43539" y="7015"/>
                    <a:pt x="40527" y="2065"/>
                    <a:pt x="31766" y="744"/>
                  </a:cubicBezTo>
                  <a:cubicBezTo>
                    <a:pt x="28676" y="276"/>
                    <a:pt x="25353" y="1"/>
                    <a:pt x="22073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" name="Google Shape;5444;p73"/>
            <p:cNvSpPr/>
            <p:nvPr/>
          </p:nvSpPr>
          <p:spPr>
            <a:xfrm>
              <a:off x="2941152" y="2618592"/>
              <a:ext cx="716523" cy="470001"/>
            </a:xfrm>
            <a:custGeom>
              <a:avLst/>
              <a:gdLst/>
              <a:ahLst/>
              <a:cxnLst/>
              <a:rect l="l" t="t" r="r" b="b"/>
              <a:pathLst>
                <a:path w="41322" h="27105" extrusionOk="0">
                  <a:moveTo>
                    <a:pt x="20959" y="710"/>
                  </a:moveTo>
                  <a:cubicBezTo>
                    <a:pt x="24170" y="714"/>
                    <a:pt x="27381" y="957"/>
                    <a:pt x="30559" y="1435"/>
                  </a:cubicBezTo>
                  <a:cubicBezTo>
                    <a:pt x="35156" y="2129"/>
                    <a:pt x="38391" y="3892"/>
                    <a:pt x="39668" y="6409"/>
                  </a:cubicBezTo>
                  <a:cubicBezTo>
                    <a:pt x="40580" y="8201"/>
                    <a:pt x="40466" y="10293"/>
                    <a:pt x="39335" y="12462"/>
                  </a:cubicBezTo>
                  <a:cubicBezTo>
                    <a:pt x="37264" y="16451"/>
                    <a:pt x="32188" y="18056"/>
                    <a:pt x="27283" y="19613"/>
                  </a:cubicBezTo>
                  <a:cubicBezTo>
                    <a:pt x="25897" y="20050"/>
                    <a:pt x="24591" y="20464"/>
                    <a:pt x="23359" y="20930"/>
                  </a:cubicBezTo>
                  <a:cubicBezTo>
                    <a:pt x="18892" y="22617"/>
                    <a:pt x="16439" y="25146"/>
                    <a:pt x="15487" y="26131"/>
                  </a:cubicBezTo>
                  <a:cubicBezTo>
                    <a:pt x="14096" y="23018"/>
                    <a:pt x="10184" y="20492"/>
                    <a:pt x="6053" y="17829"/>
                  </a:cubicBezTo>
                  <a:lnTo>
                    <a:pt x="4241" y="16653"/>
                  </a:lnTo>
                  <a:cubicBezTo>
                    <a:pt x="2016" y="15186"/>
                    <a:pt x="719" y="12896"/>
                    <a:pt x="775" y="10524"/>
                  </a:cubicBezTo>
                  <a:cubicBezTo>
                    <a:pt x="836" y="7938"/>
                    <a:pt x="2413" y="5599"/>
                    <a:pt x="5210" y="3945"/>
                  </a:cubicBezTo>
                  <a:cubicBezTo>
                    <a:pt x="9223" y="1577"/>
                    <a:pt x="15110" y="710"/>
                    <a:pt x="20959" y="710"/>
                  </a:cubicBezTo>
                  <a:close/>
                  <a:moveTo>
                    <a:pt x="20988" y="1"/>
                  </a:moveTo>
                  <a:cubicBezTo>
                    <a:pt x="15015" y="1"/>
                    <a:pt x="8978" y="891"/>
                    <a:pt x="4849" y="3329"/>
                  </a:cubicBezTo>
                  <a:cubicBezTo>
                    <a:pt x="1829" y="5112"/>
                    <a:pt x="131" y="7662"/>
                    <a:pt x="66" y="10512"/>
                  </a:cubicBezTo>
                  <a:cubicBezTo>
                    <a:pt x="1" y="13127"/>
                    <a:pt x="1420" y="15648"/>
                    <a:pt x="3852" y="17245"/>
                  </a:cubicBezTo>
                  <a:lnTo>
                    <a:pt x="5668" y="18425"/>
                  </a:lnTo>
                  <a:cubicBezTo>
                    <a:pt x="9913" y="21161"/>
                    <a:pt x="13914" y="23739"/>
                    <a:pt x="15008" y="26857"/>
                  </a:cubicBezTo>
                  <a:cubicBezTo>
                    <a:pt x="15053" y="26978"/>
                    <a:pt x="15154" y="27068"/>
                    <a:pt x="15276" y="27096"/>
                  </a:cubicBezTo>
                  <a:lnTo>
                    <a:pt x="15369" y="27104"/>
                  </a:lnTo>
                  <a:cubicBezTo>
                    <a:pt x="15539" y="27104"/>
                    <a:pt x="15661" y="26978"/>
                    <a:pt x="15965" y="26658"/>
                  </a:cubicBezTo>
                  <a:cubicBezTo>
                    <a:pt x="16865" y="25726"/>
                    <a:pt x="19240" y="23245"/>
                    <a:pt x="23606" y="21591"/>
                  </a:cubicBezTo>
                  <a:cubicBezTo>
                    <a:pt x="24823" y="21137"/>
                    <a:pt x="26120" y="20727"/>
                    <a:pt x="27498" y="20290"/>
                  </a:cubicBezTo>
                  <a:cubicBezTo>
                    <a:pt x="32310" y="18765"/>
                    <a:pt x="37754" y="17039"/>
                    <a:pt x="39972" y="12790"/>
                  </a:cubicBezTo>
                  <a:cubicBezTo>
                    <a:pt x="41208" y="10411"/>
                    <a:pt x="41322" y="8092"/>
                    <a:pt x="40300" y="6085"/>
                  </a:cubicBezTo>
                  <a:cubicBezTo>
                    <a:pt x="38918" y="3361"/>
                    <a:pt x="35496" y="1460"/>
                    <a:pt x="30668" y="730"/>
                  </a:cubicBezTo>
                  <a:cubicBezTo>
                    <a:pt x="27696" y="283"/>
                    <a:pt x="24352" y="1"/>
                    <a:pt x="2098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" name="Google Shape;5445;p73"/>
            <p:cNvSpPr/>
            <p:nvPr/>
          </p:nvSpPr>
          <p:spPr>
            <a:xfrm>
              <a:off x="3016165" y="2644984"/>
              <a:ext cx="584150" cy="385121"/>
            </a:xfrm>
            <a:custGeom>
              <a:avLst/>
              <a:gdLst/>
              <a:ahLst/>
              <a:cxnLst/>
              <a:rect l="l" t="t" r="r" b="b"/>
              <a:pathLst>
                <a:path w="33688" h="22210" extrusionOk="0">
                  <a:moveTo>
                    <a:pt x="16722" y="0"/>
                  </a:moveTo>
                  <a:cubicBezTo>
                    <a:pt x="8491" y="0"/>
                    <a:pt x="1615" y="1886"/>
                    <a:pt x="815" y="6018"/>
                  </a:cubicBezTo>
                  <a:cubicBezTo>
                    <a:pt x="0" y="10230"/>
                    <a:pt x="3770" y="12496"/>
                    <a:pt x="6458" y="14973"/>
                  </a:cubicBezTo>
                  <a:lnTo>
                    <a:pt x="6462" y="14973"/>
                  </a:lnTo>
                  <a:cubicBezTo>
                    <a:pt x="6924" y="15387"/>
                    <a:pt x="7354" y="15837"/>
                    <a:pt x="7755" y="16315"/>
                  </a:cubicBezTo>
                  <a:cubicBezTo>
                    <a:pt x="10265" y="19396"/>
                    <a:pt x="10950" y="22209"/>
                    <a:pt x="10950" y="22209"/>
                  </a:cubicBezTo>
                  <a:cubicBezTo>
                    <a:pt x="10950" y="22209"/>
                    <a:pt x="12847" y="18914"/>
                    <a:pt x="19155" y="16862"/>
                  </a:cubicBezTo>
                  <a:cubicBezTo>
                    <a:pt x="25462" y="14811"/>
                    <a:pt x="31150" y="12963"/>
                    <a:pt x="32658" y="9298"/>
                  </a:cubicBezTo>
                  <a:cubicBezTo>
                    <a:pt x="33688" y="6793"/>
                    <a:pt x="33051" y="3890"/>
                    <a:pt x="29253" y="2021"/>
                  </a:cubicBezTo>
                  <a:cubicBezTo>
                    <a:pt x="27497" y="1154"/>
                    <a:pt x="25057" y="505"/>
                    <a:pt x="21806" y="226"/>
                  </a:cubicBezTo>
                  <a:cubicBezTo>
                    <a:pt x="20082" y="76"/>
                    <a:pt x="18375" y="0"/>
                    <a:pt x="16722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" name="Google Shape;5446;p73"/>
            <p:cNvSpPr/>
            <p:nvPr/>
          </p:nvSpPr>
          <p:spPr>
            <a:xfrm>
              <a:off x="3011813" y="2639019"/>
              <a:ext cx="598559" cy="397207"/>
            </a:xfrm>
            <a:custGeom>
              <a:avLst/>
              <a:gdLst/>
              <a:ahLst/>
              <a:cxnLst/>
              <a:rect l="l" t="t" r="r" b="b"/>
              <a:pathLst>
                <a:path w="34519" h="22907" extrusionOk="0">
                  <a:moveTo>
                    <a:pt x="16941" y="698"/>
                  </a:moveTo>
                  <a:cubicBezTo>
                    <a:pt x="18552" y="698"/>
                    <a:pt x="20252" y="772"/>
                    <a:pt x="22020" y="926"/>
                  </a:cubicBezTo>
                  <a:cubicBezTo>
                    <a:pt x="25045" y="1186"/>
                    <a:pt x="27509" y="1778"/>
                    <a:pt x="29346" y="2686"/>
                  </a:cubicBezTo>
                  <a:cubicBezTo>
                    <a:pt x="33882" y="4915"/>
                    <a:pt x="33116" y="8199"/>
                    <a:pt x="32581" y="9504"/>
                  </a:cubicBezTo>
                  <a:cubicBezTo>
                    <a:pt x="31137" y="13015"/>
                    <a:pt x="25385" y="14888"/>
                    <a:pt x="19292" y="16866"/>
                  </a:cubicBezTo>
                  <a:cubicBezTo>
                    <a:pt x="14497" y="18435"/>
                    <a:pt x="12198" y="20693"/>
                    <a:pt x="11326" y="21767"/>
                  </a:cubicBezTo>
                  <a:cubicBezTo>
                    <a:pt x="10970" y="20721"/>
                    <a:pt x="10090" y="18658"/>
                    <a:pt x="8282" y="16436"/>
                  </a:cubicBezTo>
                  <a:cubicBezTo>
                    <a:pt x="7873" y="15946"/>
                    <a:pt x="7427" y="15484"/>
                    <a:pt x="6948" y="15054"/>
                  </a:cubicBezTo>
                  <a:lnTo>
                    <a:pt x="6920" y="15029"/>
                  </a:lnTo>
                  <a:cubicBezTo>
                    <a:pt x="6486" y="14632"/>
                    <a:pt x="6020" y="14231"/>
                    <a:pt x="5566" y="13846"/>
                  </a:cubicBezTo>
                  <a:cubicBezTo>
                    <a:pt x="3211" y="11835"/>
                    <a:pt x="774" y="9751"/>
                    <a:pt x="1419" y="6435"/>
                  </a:cubicBezTo>
                  <a:cubicBezTo>
                    <a:pt x="2106" y="2868"/>
                    <a:pt x="8244" y="698"/>
                    <a:pt x="16941" y="698"/>
                  </a:cubicBezTo>
                  <a:close/>
                  <a:moveTo>
                    <a:pt x="17065" y="0"/>
                  </a:moveTo>
                  <a:cubicBezTo>
                    <a:pt x="8936" y="0"/>
                    <a:pt x="1586" y="1826"/>
                    <a:pt x="718" y="6302"/>
                  </a:cubicBezTo>
                  <a:cubicBezTo>
                    <a:pt x="0" y="10031"/>
                    <a:pt x="2708" y="12346"/>
                    <a:pt x="5108" y="14389"/>
                  </a:cubicBezTo>
                  <a:cubicBezTo>
                    <a:pt x="5582" y="14798"/>
                    <a:pt x="6036" y="15184"/>
                    <a:pt x="6462" y="15581"/>
                  </a:cubicBezTo>
                  <a:lnTo>
                    <a:pt x="6498" y="15609"/>
                  </a:lnTo>
                  <a:cubicBezTo>
                    <a:pt x="6940" y="16006"/>
                    <a:pt x="7350" y="16432"/>
                    <a:pt x="7731" y="16886"/>
                  </a:cubicBezTo>
                  <a:cubicBezTo>
                    <a:pt x="10159" y="19862"/>
                    <a:pt x="10848" y="22614"/>
                    <a:pt x="10852" y="22638"/>
                  </a:cubicBezTo>
                  <a:cubicBezTo>
                    <a:pt x="10889" y="22780"/>
                    <a:pt x="11006" y="22886"/>
                    <a:pt x="11152" y="22906"/>
                  </a:cubicBezTo>
                  <a:lnTo>
                    <a:pt x="11201" y="22906"/>
                  </a:lnTo>
                  <a:cubicBezTo>
                    <a:pt x="11326" y="22906"/>
                    <a:pt x="11440" y="22841"/>
                    <a:pt x="11505" y="22736"/>
                  </a:cubicBezTo>
                  <a:cubicBezTo>
                    <a:pt x="11525" y="22703"/>
                    <a:pt x="13438" y="19533"/>
                    <a:pt x="19519" y="17551"/>
                  </a:cubicBezTo>
                  <a:cubicBezTo>
                    <a:pt x="26034" y="15427"/>
                    <a:pt x="31669" y="13594"/>
                    <a:pt x="33233" y="9780"/>
                  </a:cubicBezTo>
                  <a:cubicBezTo>
                    <a:pt x="34518" y="6671"/>
                    <a:pt x="33181" y="3784"/>
                    <a:pt x="29662" y="2049"/>
                  </a:cubicBezTo>
                  <a:cubicBezTo>
                    <a:pt x="27748" y="1105"/>
                    <a:pt x="25199" y="488"/>
                    <a:pt x="22085" y="221"/>
                  </a:cubicBezTo>
                  <a:cubicBezTo>
                    <a:pt x="20412" y="76"/>
                    <a:pt x="18722" y="0"/>
                    <a:pt x="1706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" name="Google Shape;5447;p73"/>
            <p:cNvSpPr/>
            <p:nvPr/>
          </p:nvSpPr>
          <p:spPr>
            <a:xfrm>
              <a:off x="3128216" y="2680028"/>
              <a:ext cx="472099" cy="350077"/>
            </a:xfrm>
            <a:custGeom>
              <a:avLst/>
              <a:gdLst/>
              <a:ahLst/>
              <a:cxnLst/>
              <a:rect l="l" t="t" r="r" b="b"/>
              <a:pathLst>
                <a:path w="27226" h="20189" extrusionOk="0">
                  <a:moveTo>
                    <a:pt x="22791" y="0"/>
                  </a:moveTo>
                  <a:lnTo>
                    <a:pt x="22791" y="0"/>
                  </a:lnTo>
                  <a:cubicBezTo>
                    <a:pt x="22965" y="187"/>
                    <a:pt x="23119" y="394"/>
                    <a:pt x="23253" y="613"/>
                  </a:cubicBezTo>
                  <a:cubicBezTo>
                    <a:pt x="24611" y="2899"/>
                    <a:pt x="24595" y="6069"/>
                    <a:pt x="22904" y="8177"/>
                  </a:cubicBezTo>
                  <a:cubicBezTo>
                    <a:pt x="21044" y="10496"/>
                    <a:pt x="17837" y="11315"/>
                    <a:pt x="15056" y="11862"/>
                  </a:cubicBezTo>
                  <a:cubicBezTo>
                    <a:pt x="12024" y="12462"/>
                    <a:pt x="9365" y="13528"/>
                    <a:pt x="7098" y="15729"/>
                  </a:cubicBezTo>
                  <a:cubicBezTo>
                    <a:pt x="6587" y="16230"/>
                    <a:pt x="5965" y="16809"/>
                    <a:pt x="5296" y="16809"/>
                  </a:cubicBezTo>
                  <a:cubicBezTo>
                    <a:pt x="5186" y="16809"/>
                    <a:pt x="5075" y="16793"/>
                    <a:pt x="4962" y="16759"/>
                  </a:cubicBezTo>
                  <a:cubicBezTo>
                    <a:pt x="4581" y="16645"/>
                    <a:pt x="4301" y="16337"/>
                    <a:pt x="4038" y="16049"/>
                  </a:cubicBezTo>
                  <a:cubicBezTo>
                    <a:pt x="3109" y="15020"/>
                    <a:pt x="2124" y="14010"/>
                    <a:pt x="908" y="13354"/>
                  </a:cubicBezTo>
                  <a:cubicBezTo>
                    <a:pt x="616" y="13196"/>
                    <a:pt x="312" y="13062"/>
                    <a:pt x="0" y="12952"/>
                  </a:cubicBezTo>
                  <a:lnTo>
                    <a:pt x="0" y="12952"/>
                  </a:lnTo>
                  <a:cubicBezTo>
                    <a:pt x="462" y="13366"/>
                    <a:pt x="892" y="13816"/>
                    <a:pt x="1293" y="14294"/>
                  </a:cubicBezTo>
                  <a:cubicBezTo>
                    <a:pt x="3803" y="17375"/>
                    <a:pt x="4488" y="20188"/>
                    <a:pt x="4488" y="20188"/>
                  </a:cubicBezTo>
                  <a:cubicBezTo>
                    <a:pt x="4488" y="20188"/>
                    <a:pt x="6385" y="16893"/>
                    <a:pt x="12693" y="14841"/>
                  </a:cubicBezTo>
                  <a:cubicBezTo>
                    <a:pt x="19000" y="12790"/>
                    <a:pt x="24688" y="10942"/>
                    <a:pt x="26196" y="7277"/>
                  </a:cubicBezTo>
                  <a:cubicBezTo>
                    <a:pt x="27226" y="4772"/>
                    <a:pt x="26589" y="1869"/>
                    <a:pt x="22791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" name="Google Shape;5448;p73"/>
            <p:cNvSpPr/>
            <p:nvPr/>
          </p:nvSpPr>
          <p:spPr>
            <a:xfrm>
              <a:off x="3484033" y="2724765"/>
              <a:ext cx="84723" cy="127484"/>
            </a:xfrm>
            <a:custGeom>
              <a:avLst/>
              <a:gdLst/>
              <a:ahLst/>
              <a:cxnLst/>
              <a:rect l="l" t="t" r="r" b="b"/>
              <a:pathLst>
                <a:path w="4886" h="7352" extrusionOk="0">
                  <a:moveTo>
                    <a:pt x="3714" y="0"/>
                  </a:moveTo>
                  <a:cubicBezTo>
                    <a:pt x="3691" y="0"/>
                    <a:pt x="3671" y="8"/>
                    <a:pt x="3657" y="23"/>
                  </a:cubicBezTo>
                  <a:cubicBezTo>
                    <a:pt x="3617" y="72"/>
                    <a:pt x="3641" y="161"/>
                    <a:pt x="3710" y="238"/>
                  </a:cubicBezTo>
                  <a:cubicBezTo>
                    <a:pt x="4257" y="777"/>
                    <a:pt x="4513" y="1555"/>
                    <a:pt x="4529" y="2321"/>
                  </a:cubicBezTo>
                  <a:cubicBezTo>
                    <a:pt x="4549" y="3092"/>
                    <a:pt x="4334" y="3854"/>
                    <a:pt x="3921" y="4502"/>
                  </a:cubicBezTo>
                  <a:cubicBezTo>
                    <a:pt x="3503" y="5159"/>
                    <a:pt x="2919" y="5690"/>
                    <a:pt x="2263" y="6120"/>
                  </a:cubicBezTo>
                  <a:cubicBezTo>
                    <a:pt x="1602" y="6550"/>
                    <a:pt x="880" y="6886"/>
                    <a:pt x="130" y="7158"/>
                  </a:cubicBezTo>
                  <a:cubicBezTo>
                    <a:pt x="53" y="7186"/>
                    <a:pt x="1" y="7239"/>
                    <a:pt x="13" y="7291"/>
                  </a:cubicBezTo>
                  <a:cubicBezTo>
                    <a:pt x="19" y="7327"/>
                    <a:pt x="61" y="7351"/>
                    <a:pt x="119" y="7351"/>
                  </a:cubicBezTo>
                  <a:cubicBezTo>
                    <a:pt x="141" y="7351"/>
                    <a:pt x="166" y="7348"/>
                    <a:pt x="191" y="7340"/>
                  </a:cubicBezTo>
                  <a:cubicBezTo>
                    <a:pt x="965" y="7117"/>
                    <a:pt x="1736" y="6813"/>
                    <a:pt x="2429" y="6383"/>
                  </a:cubicBezTo>
                  <a:cubicBezTo>
                    <a:pt x="3122" y="5954"/>
                    <a:pt x="3759" y="5394"/>
                    <a:pt x="4213" y="4697"/>
                  </a:cubicBezTo>
                  <a:cubicBezTo>
                    <a:pt x="4663" y="3983"/>
                    <a:pt x="4886" y="3152"/>
                    <a:pt x="4857" y="2309"/>
                  </a:cubicBezTo>
                  <a:cubicBezTo>
                    <a:pt x="4825" y="1478"/>
                    <a:pt x="4500" y="627"/>
                    <a:pt x="3868" y="72"/>
                  </a:cubicBezTo>
                  <a:cubicBezTo>
                    <a:pt x="3815" y="26"/>
                    <a:pt x="3758" y="0"/>
                    <a:pt x="37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" name="Google Shape;5449;p73"/>
            <p:cNvSpPr/>
            <p:nvPr/>
          </p:nvSpPr>
          <p:spPr>
            <a:xfrm>
              <a:off x="3500350" y="2749457"/>
              <a:ext cx="42258" cy="75429"/>
            </a:xfrm>
            <a:custGeom>
              <a:avLst/>
              <a:gdLst/>
              <a:ahLst/>
              <a:cxnLst/>
              <a:rect l="l" t="t" r="r" b="b"/>
              <a:pathLst>
                <a:path w="2437" h="4350" extrusionOk="0">
                  <a:moveTo>
                    <a:pt x="1821" y="0"/>
                  </a:moveTo>
                  <a:cubicBezTo>
                    <a:pt x="1793" y="0"/>
                    <a:pt x="1766" y="11"/>
                    <a:pt x="1747" y="34"/>
                  </a:cubicBezTo>
                  <a:cubicBezTo>
                    <a:pt x="1703" y="75"/>
                    <a:pt x="1699" y="139"/>
                    <a:pt x="1731" y="188"/>
                  </a:cubicBezTo>
                  <a:cubicBezTo>
                    <a:pt x="1991" y="484"/>
                    <a:pt x="2096" y="885"/>
                    <a:pt x="2096" y="1283"/>
                  </a:cubicBezTo>
                  <a:cubicBezTo>
                    <a:pt x="2096" y="1680"/>
                    <a:pt x="1995" y="2073"/>
                    <a:pt x="1792" y="2418"/>
                  </a:cubicBezTo>
                  <a:cubicBezTo>
                    <a:pt x="1589" y="2774"/>
                    <a:pt x="1326" y="3095"/>
                    <a:pt x="1018" y="3362"/>
                  </a:cubicBezTo>
                  <a:cubicBezTo>
                    <a:pt x="714" y="3646"/>
                    <a:pt x="377" y="3909"/>
                    <a:pt x="45" y="4181"/>
                  </a:cubicBezTo>
                  <a:cubicBezTo>
                    <a:pt x="8" y="4209"/>
                    <a:pt x="0" y="4262"/>
                    <a:pt x="29" y="4303"/>
                  </a:cubicBezTo>
                  <a:cubicBezTo>
                    <a:pt x="45" y="4332"/>
                    <a:pt x="75" y="4349"/>
                    <a:pt x="106" y="4349"/>
                  </a:cubicBezTo>
                  <a:cubicBezTo>
                    <a:pt x="123" y="4349"/>
                    <a:pt x="139" y="4345"/>
                    <a:pt x="154" y="4335"/>
                  </a:cubicBezTo>
                  <a:cubicBezTo>
                    <a:pt x="519" y="4112"/>
                    <a:pt x="892" y="3881"/>
                    <a:pt x="1224" y="3597"/>
                  </a:cubicBezTo>
                  <a:cubicBezTo>
                    <a:pt x="1569" y="3314"/>
                    <a:pt x="1865" y="2973"/>
                    <a:pt x="2100" y="2592"/>
                  </a:cubicBezTo>
                  <a:cubicBezTo>
                    <a:pt x="2327" y="2191"/>
                    <a:pt x="2436" y="1733"/>
                    <a:pt x="2424" y="1270"/>
                  </a:cubicBezTo>
                  <a:cubicBezTo>
                    <a:pt x="2416" y="816"/>
                    <a:pt x="2238" y="342"/>
                    <a:pt x="1893" y="30"/>
                  </a:cubicBezTo>
                  <a:cubicBezTo>
                    <a:pt x="1873" y="10"/>
                    <a:pt x="1847" y="0"/>
                    <a:pt x="182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" name="Google Shape;5450;p73"/>
            <p:cNvSpPr/>
            <p:nvPr/>
          </p:nvSpPr>
          <p:spPr>
            <a:xfrm>
              <a:off x="3049475" y="2734631"/>
              <a:ext cx="88451" cy="135894"/>
            </a:xfrm>
            <a:custGeom>
              <a:avLst/>
              <a:gdLst/>
              <a:ahLst/>
              <a:cxnLst/>
              <a:rect l="l" t="t" r="r" b="b"/>
              <a:pathLst>
                <a:path w="5101" h="7837" extrusionOk="0">
                  <a:moveTo>
                    <a:pt x="280" y="1"/>
                  </a:moveTo>
                  <a:cubicBezTo>
                    <a:pt x="229" y="1"/>
                    <a:pt x="183" y="61"/>
                    <a:pt x="171" y="147"/>
                  </a:cubicBezTo>
                  <a:cubicBezTo>
                    <a:pt x="82" y="950"/>
                    <a:pt x="1" y="1765"/>
                    <a:pt x="90" y="2575"/>
                  </a:cubicBezTo>
                  <a:cubicBezTo>
                    <a:pt x="183" y="3386"/>
                    <a:pt x="463" y="4217"/>
                    <a:pt x="990" y="4870"/>
                  </a:cubicBezTo>
                  <a:cubicBezTo>
                    <a:pt x="1517" y="5527"/>
                    <a:pt x="2206" y="6001"/>
                    <a:pt x="2879" y="6431"/>
                  </a:cubicBezTo>
                  <a:cubicBezTo>
                    <a:pt x="3552" y="6864"/>
                    <a:pt x="4245" y="7258"/>
                    <a:pt x="4845" y="7772"/>
                  </a:cubicBezTo>
                  <a:cubicBezTo>
                    <a:pt x="4896" y="7813"/>
                    <a:pt x="4947" y="7837"/>
                    <a:pt x="4991" y="7837"/>
                  </a:cubicBezTo>
                  <a:cubicBezTo>
                    <a:pt x="5014" y="7837"/>
                    <a:pt x="5034" y="7831"/>
                    <a:pt x="5052" y="7817"/>
                  </a:cubicBezTo>
                  <a:cubicBezTo>
                    <a:pt x="5101" y="7776"/>
                    <a:pt x="5076" y="7679"/>
                    <a:pt x="4995" y="7602"/>
                  </a:cubicBezTo>
                  <a:cubicBezTo>
                    <a:pt x="4407" y="7030"/>
                    <a:pt x="3718" y="6589"/>
                    <a:pt x="3058" y="6155"/>
                  </a:cubicBezTo>
                  <a:cubicBezTo>
                    <a:pt x="2393" y="5717"/>
                    <a:pt x="1760" y="5231"/>
                    <a:pt x="1262" y="4651"/>
                  </a:cubicBezTo>
                  <a:cubicBezTo>
                    <a:pt x="763" y="4067"/>
                    <a:pt x="512" y="3317"/>
                    <a:pt x="406" y="2543"/>
                  </a:cubicBezTo>
                  <a:cubicBezTo>
                    <a:pt x="301" y="1765"/>
                    <a:pt x="329" y="966"/>
                    <a:pt x="366" y="163"/>
                  </a:cubicBezTo>
                  <a:cubicBezTo>
                    <a:pt x="370" y="82"/>
                    <a:pt x="333" y="5"/>
                    <a:pt x="285" y="1"/>
                  </a:cubicBezTo>
                  <a:cubicBezTo>
                    <a:pt x="283" y="1"/>
                    <a:pt x="281" y="1"/>
                    <a:pt x="2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" name="Google Shape;5451;p73"/>
            <p:cNvSpPr/>
            <p:nvPr/>
          </p:nvSpPr>
          <p:spPr>
            <a:xfrm>
              <a:off x="3205535" y="2894125"/>
              <a:ext cx="203155" cy="83544"/>
            </a:xfrm>
            <a:custGeom>
              <a:avLst/>
              <a:gdLst/>
              <a:ahLst/>
              <a:cxnLst/>
              <a:rect l="l" t="t" r="r" b="b"/>
              <a:pathLst>
                <a:path w="11716" h="4818" extrusionOk="0">
                  <a:moveTo>
                    <a:pt x="11534" y="0"/>
                  </a:moveTo>
                  <a:cubicBezTo>
                    <a:pt x="11512" y="0"/>
                    <a:pt x="11489" y="2"/>
                    <a:pt x="11465" y="5"/>
                  </a:cubicBezTo>
                  <a:cubicBezTo>
                    <a:pt x="10439" y="115"/>
                    <a:pt x="9421" y="297"/>
                    <a:pt x="8420" y="553"/>
                  </a:cubicBezTo>
                  <a:cubicBezTo>
                    <a:pt x="7423" y="812"/>
                    <a:pt x="6438" y="1136"/>
                    <a:pt x="5477" y="1517"/>
                  </a:cubicBezTo>
                  <a:cubicBezTo>
                    <a:pt x="4524" y="1915"/>
                    <a:pt x="3596" y="2365"/>
                    <a:pt x="2696" y="2875"/>
                  </a:cubicBezTo>
                  <a:cubicBezTo>
                    <a:pt x="1800" y="3386"/>
                    <a:pt x="945" y="3966"/>
                    <a:pt x="130" y="4602"/>
                  </a:cubicBezTo>
                  <a:cubicBezTo>
                    <a:pt x="45" y="4667"/>
                    <a:pt x="0" y="4744"/>
                    <a:pt x="25" y="4789"/>
                  </a:cubicBezTo>
                  <a:cubicBezTo>
                    <a:pt x="34" y="4808"/>
                    <a:pt x="56" y="4817"/>
                    <a:pt x="84" y="4817"/>
                  </a:cubicBezTo>
                  <a:cubicBezTo>
                    <a:pt x="128" y="4817"/>
                    <a:pt x="187" y="4796"/>
                    <a:pt x="244" y="4756"/>
                  </a:cubicBezTo>
                  <a:cubicBezTo>
                    <a:pt x="1083" y="4173"/>
                    <a:pt x="1950" y="3638"/>
                    <a:pt x="2846" y="3147"/>
                  </a:cubicBezTo>
                  <a:cubicBezTo>
                    <a:pt x="4638" y="2174"/>
                    <a:pt x="6539" y="1412"/>
                    <a:pt x="8509" y="873"/>
                  </a:cubicBezTo>
                  <a:cubicBezTo>
                    <a:pt x="9490" y="601"/>
                    <a:pt x="10488" y="386"/>
                    <a:pt x="11497" y="228"/>
                  </a:cubicBezTo>
                  <a:cubicBezTo>
                    <a:pt x="11619" y="208"/>
                    <a:pt x="11716" y="159"/>
                    <a:pt x="11716" y="95"/>
                  </a:cubicBezTo>
                  <a:cubicBezTo>
                    <a:pt x="11716" y="38"/>
                    <a:pt x="11639" y="0"/>
                    <a:pt x="115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" name="Google Shape;5452;p73"/>
            <p:cNvSpPr/>
            <p:nvPr/>
          </p:nvSpPr>
          <p:spPr>
            <a:xfrm>
              <a:off x="3524106" y="2724487"/>
              <a:ext cx="103624" cy="169585"/>
            </a:xfrm>
            <a:custGeom>
              <a:avLst/>
              <a:gdLst/>
              <a:ahLst/>
              <a:cxnLst/>
              <a:rect l="l" t="t" r="r" b="b"/>
              <a:pathLst>
                <a:path w="5976" h="9780" extrusionOk="0">
                  <a:moveTo>
                    <a:pt x="5251" y="1"/>
                  </a:moveTo>
                  <a:cubicBezTo>
                    <a:pt x="5242" y="1"/>
                    <a:pt x="5234" y="2"/>
                    <a:pt x="5226" y="6"/>
                  </a:cubicBezTo>
                  <a:cubicBezTo>
                    <a:pt x="5169" y="31"/>
                    <a:pt x="5165" y="140"/>
                    <a:pt x="5218" y="258"/>
                  </a:cubicBezTo>
                  <a:cubicBezTo>
                    <a:pt x="5595" y="1133"/>
                    <a:pt x="5655" y="2123"/>
                    <a:pt x="5489" y="3055"/>
                  </a:cubicBezTo>
                  <a:cubicBezTo>
                    <a:pt x="5327" y="3999"/>
                    <a:pt x="4958" y="4895"/>
                    <a:pt x="4411" y="5682"/>
                  </a:cubicBezTo>
                  <a:cubicBezTo>
                    <a:pt x="3880" y="6480"/>
                    <a:pt x="3199" y="7170"/>
                    <a:pt x="2465" y="7802"/>
                  </a:cubicBezTo>
                  <a:cubicBezTo>
                    <a:pt x="1731" y="8438"/>
                    <a:pt x="941" y="9006"/>
                    <a:pt x="138" y="9565"/>
                  </a:cubicBezTo>
                  <a:cubicBezTo>
                    <a:pt x="53" y="9626"/>
                    <a:pt x="0" y="9703"/>
                    <a:pt x="29" y="9748"/>
                  </a:cubicBezTo>
                  <a:cubicBezTo>
                    <a:pt x="39" y="9769"/>
                    <a:pt x="64" y="9779"/>
                    <a:pt x="96" y="9779"/>
                  </a:cubicBezTo>
                  <a:cubicBezTo>
                    <a:pt x="137" y="9779"/>
                    <a:pt x="191" y="9762"/>
                    <a:pt x="244" y="9728"/>
                  </a:cubicBezTo>
                  <a:cubicBezTo>
                    <a:pt x="1075" y="9213"/>
                    <a:pt x="1906" y="8674"/>
                    <a:pt x="2668" y="8045"/>
                  </a:cubicBezTo>
                  <a:cubicBezTo>
                    <a:pt x="3426" y="7417"/>
                    <a:pt x="4135" y="6707"/>
                    <a:pt x="4703" y="5885"/>
                  </a:cubicBezTo>
                  <a:cubicBezTo>
                    <a:pt x="5270" y="5049"/>
                    <a:pt x="5651" y="4105"/>
                    <a:pt x="5818" y="3112"/>
                  </a:cubicBezTo>
                  <a:cubicBezTo>
                    <a:pt x="5976" y="2119"/>
                    <a:pt x="5870" y="1069"/>
                    <a:pt x="5420" y="161"/>
                  </a:cubicBezTo>
                  <a:cubicBezTo>
                    <a:pt x="5372" y="70"/>
                    <a:pt x="5305" y="1"/>
                    <a:pt x="525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" name="Google Shape;5453;p73"/>
            <p:cNvSpPr/>
            <p:nvPr/>
          </p:nvSpPr>
          <p:spPr>
            <a:xfrm>
              <a:off x="3446284" y="2907893"/>
              <a:ext cx="49159" cy="22108"/>
            </a:xfrm>
            <a:custGeom>
              <a:avLst/>
              <a:gdLst/>
              <a:ahLst/>
              <a:cxnLst/>
              <a:rect l="l" t="t" r="r" b="b"/>
              <a:pathLst>
                <a:path w="2835" h="1275" extrusionOk="0">
                  <a:moveTo>
                    <a:pt x="2705" y="1"/>
                  </a:moveTo>
                  <a:cubicBezTo>
                    <a:pt x="2702" y="1"/>
                    <a:pt x="2699" y="1"/>
                    <a:pt x="2697" y="2"/>
                  </a:cubicBezTo>
                  <a:lnTo>
                    <a:pt x="2036" y="294"/>
                  </a:lnTo>
                  <a:cubicBezTo>
                    <a:pt x="1821" y="395"/>
                    <a:pt x="1598" y="476"/>
                    <a:pt x="1379" y="569"/>
                  </a:cubicBezTo>
                  <a:cubicBezTo>
                    <a:pt x="1160" y="667"/>
                    <a:pt x="937" y="752"/>
                    <a:pt x="710" y="833"/>
                  </a:cubicBezTo>
                  <a:lnTo>
                    <a:pt x="37" y="1088"/>
                  </a:lnTo>
                  <a:cubicBezTo>
                    <a:pt x="9" y="1092"/>
                    <a:pt x="1" y="1129"/>
                    <a:pt x="9" y="1186"/>
                  </a:cubicBezTo>
                  <a:cubicBezTo>
                    <a:pt x="21" y="1238"/>
                    <a:pt x="49" y="1275"/>
                    <a:pt x="82" y="1275"/>
                  </a:cubicBezTo>
                  <a:cubicBezTo>
                    <a:pt x="325" y="1242"/>
                    <a:pt x="568" y="1194"/>
                    <a:pt x="803" y="1133"/>
                  </a:cubicBezTo>
                  <a:cubicBezTo>
                    <a:pt x="1043" y="1064"/>
                    <a:pt x="1282" y="995"/>
                    <a:pt x="1509" y="902"/>
                  </a:cubicBezTo>
                  <a:cubicBezTo>
                    <a:pt x="1736" y="804"/>
                    <a:pt x="1959" y="703"/>
                    <a:pt x="2178" y="590"/>
                  </a:cubicBezTo>
                  <a:cubicBezTo>
                    <a:pt x="2397" y="476"/>
                    <a:pt x="2607" y="346"/>
                    <a:pt x="2806" y="200"/>
                  </a:cubicBezTo>
                  <a:cubicBezTo>
                    <a:pt x="2834" y="184"/>
                    <a:pt x="2834" y="132"/>
                    <a:pt x="2802" y="79"/>
                  </a:cubicBezTo>
                  <a:cubicBezTo>
                    <a:pt x="2776" y="35"/>
                    <a:pt x="2734" y="1"/>
                    <a:pt x="270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" name="Google Shape;5454;p73"/>
            <p:cNvSpPr/>
            <p:nvPr/>
          </p:nvSpPr>
          <p:spPr>
            <a:xfrm>
              <a:off x="3232308" y="2948191"/>
              <a:ext cx="181741" cy="79539"/>
            </a:xfrm>
            <a:custGeom>
              <a:avLst/>
              <a:gdLst/>
              <a:ahLst/>
              <a:cxnLst/>
              <a:rect l="l" t="t" r="r" b="b"/>
              <a:pathLst>
                <a:path w="10481" h="4587" extrusionOk="0">
                  <a:moveTo>
                    <a:pt x="10311" y="1"/>
                  </a:moveTo>
                  <a:cubicBezTo>
                    <a:pt x="10293" y="1"/>
                    <a:pt x="10273" y="2"/>
                    <a:pt x="10253" y="5"/>
                  </a:cubicBezTo>
                  <a:cubicBezTo>
                    <a:pt x="9321" y="118"/>
                    <a:pt x="8384" y="244"/>
                    <a:pt x="7456" y="422"/>
                  </a:cubicBezTo>
                  <a:cubicBezTo>
                    <a:pt x="6524" y="601"/>
                    <a:pt x="5607" y="844"/>
                    <a:pt x="4707" y="1152"/>
                  </a:cubicBezTo>
                  <a:cubicBezTo>
                    <a:pt x="3812" y="1472"/>
                    <a:pt x="2956" y="1902"/>
                    <a:pt x="2162" y="2429"/>
                  </a:cubicBezTo>
                  <a:cubicBezTo>
                    <a:pt x="1359" y="2952"/>
                    <a:pt x="658" y="3609"/>
                    <a:pt x="82" y="4375"/>
                  </a:cubicBezTo>
                  <a:cubicBezTo>
                    <a:pt x="25" y="4456"/>
                    <a:pt x="1" y="4529"/>
                    <a:pt x="41" y="4569"/>
                  </a:cubicBezTo>
                  <a:cubicBezTo>
                    <a:pt x="53" y="4581"/>
                    <a:pt x="69" y="4587"/>
                    <a:pt x="87" y="4587"/>
                  </a:cubicBezTo>
                  <a:cubicBezTo>
                    <a:pt x="130" y="4587"/>
                    <a:pt x="186" y="4554"/>
                    <a:pt x="232" y="4496"/>
                  </a:cubicBezTo>
                  <a:cubicBezTo>
                    <a:pt x="836" y="3787"/>
                    <a:pt x="1545" y="3179"/>
                    <a:pt x="2332" y="2684"/>
                  </a:cubicBezTo>
                  <a:cubicBezTo>
                    <a:pt x="3114" y="2190"/>
                    <a:pt x="3953" y="1788"/>
                    <a:pt x="4829" y="1484"/>
                  </a:cubicBezTo>
                  <a:cubicBezTo>
                    <a:pt x="5709" y="1176"/>
                    <a:pt x="6609" y="929"/>
                    <a:pt x="7521" y="747"/>
                  </a:cubicBezTo>
                  <a:cubicBezTo>
                    <a:pt x="8437" y="552"/>
                    <a:pt x="9361" y="390"/>
                    <a:pt x="10281" y="228"/>
                  </a:cubicBezTo>
                  <a:cubicBezTo>
                    <a:pt x="10399" y="207"/>
                    <a:pt x="10480" y="155"/>
                    <a:pt x="10480" y="90"/>
                  </a:cubicBezTo>
                  <a:cubicBezTo>
                    <a:pt x="10480" y="35"/>
                    <a:pt x="10408" y="1"/>
                    <a:pt x="1031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" name="Google Shape;5455;p73"/>
            <p:cNvSpPr/>
            <p:nvPr/>
          </p:nvSpPr>
          <p:spPr>
            <a:xfrm>
              <a:off x="3079560" y="2994627"/>
              <a:ext cx="85018" cy="447389"/>
            </a:xfrm>
            <a:custGeom>
              <a:avLst/>
              <a:gdLst/>
              <a:ahLst/>
              <a:cxnLst/>
              <a:rect l="l" t="t" r="r" b="b"/>
              <a:pathLst>
                <a:path w="4903" h="25801" extrusionOk="0">
                  <a:moveTo>
                    <a:pt x="4415" y="1"/>
                  </a:moveTo>
                  <a:cubicBezTo>
                    <a:pt x="4243" y="1"/>
                    <a:pt x="4084" y="111"/>
                    <a:pt x="4026" y="286"/>
                  </a:cubicBezTo>
                  <a:lnTo>
                    <a:pt x="3990" y="351"/>
                  </a:lnTo>
                  <a:cubicBezTo>
                    <a:pt x="2831" y="2435"/>
                    <a:pt x="2470" y="5844"/>
                    <a:pt x="2940" y="10218"/>
                  </a:cubicBezTo>
                  <a:cubicBezTo>
                    <a:pt x="3402" y="14499"/>
                    <a:pt x="2186" y="17912"/>
                    <a:pt x="1209" y="20652"/>
                  </a:cubicBezTo>
                  <a:cubicBezTo>
                    <a:pt x="560" y="22464"/>
                    <a:pt x="1" y="24025"/>
                    <a:pt x="90" y="25399"/>
                  </a:cubicBezTo>
                  <a:cubicBezTo>
                    <a:pt x="102" y="25626"/>
                    <a:pt x="289" y="25801"/>
                    <a:pt x="516" y="25801"/>
                  </a:cubicBezTo>
                  <a:lnTo>
                    <a:pt x="540" y="25801"/>
                  </a:lnTo>
                  <a:cubicBezTo>
                    <a:pt x="775" y="25784"/>
                    <a:pt x="954" y="25586"/>
                    <a:pt x="941" y="25351"/>
                  </a:cubicBezTo>
                  <a:cubicBezTo>
                    <a:pt x="864" y="24147"/>
                    <a:pt x="1395" y="22663"/>
                    <a:pt x="2012" y="20940"/>
                  </a:cubicBezTo>
                  <a:cubicBezTo>
                    <a:pt x="3017" y="18119"/>
                    <a:pt x="4274" y="14600"/>
                    <a:pt x="3787" y="10129"/>
                  </a:cubicBezTo>
                  <a:cubicBezTo>
                    <a:pt x="3341" y="5990"/>
                    <a:pt x="3678" y="2662"/>
                    <a:pt x="4736" y="764"/>
                  </a:cubicBezTo>
                  <a:cubicBezTo>
                    <a:pt x="4772" y="708"/>
                    <a:pt x="4801" y="647"/>
                    <a:pt x="4821" y="586"/>
                  </a:cubicBezTo>
                  <a:cubicBezTo>
                    <a:pt x="4902" y="359"/>
                    <a:pt x="4784" y="112"/>
                    <a:pt x="4557" y="27"/>
                  </a:cubicBezTo>
                  <a:cubicBezTo>
                    <a:pt x="4510" y="9"/>
                    <a:pt x="4462" y="1"/>
                    <a:pt x="441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" name="Google Shape;5456;p73"/>
            <p:cNvSpPr/>
            <p:nvPr/>
          </p:nvSpPr>
          <p:spPr>
            <a:xfrm>
              <a:off x="3256081" y="3006904"/>
              <a:ext cx="94902" cy="435113"/>
            </a:xfrm>
            <a:custGeom>
              <a:avLst/>
              <a:gdLst/>
              <a:ahLst/>
              <a:cxnLst/>
              <a:rect l="l" t="t" r="r" b="b"/>
              <a:pathLst>
                <a:path w="5473" h="25093" extrusionOk="0">
                  <a:moveTo>
                    <a:pt x="471" y="0"/>
                  </a:moveTo>
                  <a:cubicBezTo>
                    <a:pt x="358" y="0"/>
                    <a:pt x="245" y="46"/>
                    <a:pt x="162" y="137"/>
                  </a:cubicBezTo>
                  <a:cubicBezTo>
                    <a:pt x="0" y="308"/>
                    <a:pt x="8" y="575"/>
                    <a:pt x="174" y="737"/>
                  </a:cubicBezTo>
                  <a:cubicBezTo>
                    <a:pt x="203" y="766"/>
                    <a:pt x="2826" y="3320"/>
                    <a:pt x="2639" y="9449"/>
                  </a:cubicBezTo>
                  <a:cubicBezTo>
                    <a:pt x="2420" y="16426"/>
                    <a:pt x="3028" y="21169"/>
                    <a:pt x="4593" y="24833"/>
                  </a:cubicBezTo>
                  <a:cubicBezTo>
                    <a:pt x="4662" y="24991"/>
                    <a:pt x="4816" y="25093"/>
                    <a:pt x="4990" y="25093"/>
                  </a:cubicBezTo>
                  <a:cubicBezTo>
                    <a:pt x="5047" y="25093"/>
                    <a:pt x="5104" y="25081"/>
                    <a:pt x="5157" y="25056"/>
                  </a:cubicBezTo>
                  <a:cubicBezTo>
                    <a:pt x="5375" y="24967"/>
                    <a:pt x="5473" y="24716"/>
                    <a:pt x="5380" y="24501"/>
                  </a:cubicBezTo>
                  <a:cubicBezTo>
                    <a:pt x="3863" y="20958"/>
                    <a:pt x="3276" y="16324"/>
                    <a:pt x="3490" y="9481"/>
                  </a:cubicBezTo>
                  <a:cubicBezTo>
                    <a:pt x="3693" y="2922"/>
                    <a:pt x="880" y="227"/>
                    <a:pt x="758" y="113"/>
                  </a:cubicBezTo>
                  <a:cubicBezTo>
                    <a:pt x="677" y="38"/>
                    <a:pt x="574" y="0"/>
                    <a:pt x="47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" name="Google Shape;5457;p73"/>
            <p:cNvSpPr/>
            <p:nvPr/>
          </p:nvSpPr>
          <p:spPr>
            <a:xfrm>
              <a:off x="3057903" y="2637337"/>
              <a:ext cx="458487" cy="256615"/>
            </a:xfrm>
            <a:custGeom>
              <a:avLst/>
              <a:gdLst/>
              <a:ahLst/>
              <a:cxnLst/>
              <a:rect l="l" t="t" r="r" b="b"/>
              <a:pathLst>
                <a:path w="26441" h="14799" extrusionOk="0">
                  <a:moveTo>
                    <a:pt x="15342" y="0"/>
                  </a:moveTo>
                  <a:cubicBezTo>
                    <a:pt x="14596" y="0"/>
                    <a:pt x="13822" y="14"/>
                    <a:pt x="13022" y="38"/>
                  </a:cubicBezTo>
                  <a:cubicBezTo>
                    <a:pt x="5515" y="273"/>
                    <a:pt x="1684" y="1530"/>
                    <a:pt x="938" y="4469"/>
                  </a:cubicBezTo>
                  <a:cubicBezTo>
                    <a:pt x="1" y="8190"/>
                    <a:pt x="3880" y="14799"/>
                    <a:pt x="12818" y="14799"/>
                  </a:cubicBezTo>
                  <a:cubicBezTo>
                    <a:pt x="13043" y="14799"/>
                    <a:pt x="13272" y="14795"/>
                    <a:pt x="13505" y="14786"/>
                  </a:cubicBezTo>
                  <a:cubicBezTo>
                    <a:pt x="23266" y="14425"/>
                    <a:pt x="26440" y="7404"/>
                    <a:pt x="26116" y="3987"/>
                  </a:cubicBezTo>
                  <a:cubicBezTo>
                    <a:pt x="25826" y="937"/>
                    <a:pt x="21598" y="0"/>
                    <a:pt x="153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" name="Google Shape;5458;p73"/>
            <p:cNvSpPr/>
            <p:nvPr/>
          </p:nvSpPr>
          <p:spPr>
            <a:xfrm>
              <a:off x="3059810" y="2631146"/>
              <a:ext cx="459666" cy="268978"/>
            </a:xfrm>
            <a:custGeom>
              <a:avLst/>
              <a:gdLst/>
              <a:ahLst/>
              <a:cxnLst/>
              <a:rect l="l" t="t" r="r" b="b"/>
              <a:pathLst>
                <a:path w="26509" h="15512" extrusionOk="0">
                  <a:moveTo>
                    <a:pt x="15200" y="715"/>
                  </a:moveTo>
                  <a:cubicBezTo>
                    <a:pt x="22168" y="715"/>
                    <a:pt x="25415" y="1866"/>
                    <a:pt x="25653" y="4376"/>
                  </a:cubicBezTo>
                  <a:cubicBezTo>
                    <a:pt x="25791" y="5835"/>
                    <a:pt x="25244" y="8341"/>
                    <a:pt x="23245" y="10619"/>
                  </a:cubicBezTo>
                  <a:cubicBezTo>
                    <a:pt x="21677" y="12411"/>
                    <a:pt x="18685" y="14596"/>
                    <a:pt x="13387" y="14786"/>
                  </a:cubicBezTo>
                  <a:cubicBezTo>
                    <a:pt x="13152" y="14795"/>
                    <a:pt x="12922" y="14799"/>
                    <a:pt x="12696" y="14799"/>
                  </a:cubicBezTo>
                  <a:cubicBezTo>
                    <a:pt x="7113" y="14799"/>
                    <a:pt x="4161" y="12221"/>
                    <a:pt x="2879" y="10631"/>
                  </a:cubicBezTo>
                  <a:cubicBezTo>
                    <a:pt x="1399" y="8803"/>
                    <a:pt x="743" y="6610"/>
                    <a:pt x="1172" y="4911"/>
                  </a:cubicBezTo>
                  <a:cubicBezTo>
                    <a:pt x="1849" y="2232"/>
                    <a:pt x="5364" y="983"/>
                    <a:pt x="12924" y="752"/>
                  </a:cubicBezTo>
                  <a:cubicBezTo>
                    <a:pt x="13723" y="728"/>
                    <a:pt x="14481" y="715"/>
                    <a:pt x="15200" y="715"/>
                  </a:cubicBezTo>
                  <a:close/>
                  <a:moveTo>
                    <a:pt x="15420" y="0"/>
                  </a:moveTo>
                  <a:cubicBezTo>
                    <a:pt x="14588" y="0"/>
                    <a:pt x="13744" y="17"/>
                    <a:pt x="12904" y="43"/>
                  </a:cubicBezTo>
                  <a:cubicBezTo>
                    <a:pt x="4967" y="286"/>
                    <a:pt x="1253" y="1688"/>
                    <a:pt x="483" y="4741"/>
                  </a:cubicBezTo>
                  <a:cubicBezTo>
                    <a:pt x="1" y="6650"/>
                    <a:pt x="706" y="9078"/>
                    <a:pt x="2328" y="11085"/>
                  </a:cubicBezTo>
                  <a:cubicBezTo>
                    <a:pt x="3690" y="12767"/>
                    <a:pt x="6815" y="15512"/>
                    <a:pt x="12689" y="15512"/>
                  </a:cubicBezTo>
                  <a:lnTo>
                    <a:pt x="13411" y="15504"/>
                  </a:lnTo>
                  <a:cubicBezTo>
                    <a:pt x="18965" y="15293"/>
                    <a:pt x="22114" y="12982"/>
                    <a:pt x="23781" y="11085"/>
                  </a:cubicBezTo>
                  <a:cubicBezTo>
                    <a:pt x="25925" y="8641"/>
                    <a:pt x="26509" y="5908"/>
                    <a:pt x="26355" y="4307"/>
                  </a:cubicBezTo>
                  <a:cubicBezTo>
                    <a:pt x="26020" y="733"/>
                    <a:pt x="20963" y="0"/>
                    <a:pt x="1542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" name="Google Shape;5459;p73"/>
            <p:cNvSpPr/>
            <p:nvPr/>
          </p:nvSpPr>
          <p:spPr>
            <a:xfrm>
              <a:off x="3064804" y="2688819"/>
              <a:ext cx="60898" cy="54482"/>
            </a:xfrm>
            <a:custGeom>
              <a:avLst/>
              <a:gdLst/>
              <a:ahLst/>
              <a:cxnLst/>
              <a:rect l="l" t="t" r="r" b="b"/>
              <a:pathLst>
                <a:path w="3512" h="3142" extrusionOk="0">
                  <a:moveTo>
                    <a:pt x="3117" y="1"/>
                  </a:moveTo>
                  <a:cubicBezTo>
                    <a:pt x="3083" y="1"/>
                    <a:pt x="3048" y="6"/>
                    <a:pt x="3013" y="16"/>
                  </a:cubicBezTo>
                  <a:cubicBezTo>
                    <a:pt x="2932" y="41"/>
                    <a:pt x="1010" y="624"/>
                    <a:pt x="86" y="2635"/>
                  </a:cubicBezTo>
                  <a:cubicBezTo>
                    <a:pt x="1" y="2813"/>
                    <a:pt x="78" y="3024"/>
                    <a:pt x="256" y="3105"/>
                  </a:cubicBezTo>
                  <a:cubicBezTo>
                    <a:pt x="305" y="3130"/>
                    <a:pt x="353" y="3142"/>
                    <a:pt x="410" y="3142"/>
                  </a:cubicBezTo>
                  <a:cubicBezTo>
                    <a:pt x="548" y="3142"/>
                    <a:pt x="674" y="3061"/>
                    <a:pt x="726" y="2935"/>
                  </a:cubicBezTo>
                  <a:cubicBezTo>
                    <a:pt x="1517" y="1224"/>
                    <a:pt x="3199" y="705"/>
                    <a:pt x="3215" y="697"/>
                  </a:cubicBezTo>
                  <a:cubicBezTo>
                    <a:pt x="3406" y="641"/>
                    <a:pt x="3511" y="442"/>
                    <a:pt x="3455" y="255"/>
                  </a:cubicBezTo>
                  <a:cubicBezTo>
                    <a:pt x="3411" y="100"/>
                    <a:pt x="3271" y="1"/>
                    <a:pt x="311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" name="Google Shape;5460;p73"/>
            <p:cNvSpPr/>
            <p:nvPr/>
          </p:nvSpPr>
          <p:spPr>
            <a:xfrm>
              <a:off x="3071133" y="2721245"/>
              <a:ext cx="50910" cy="56216"/>
            </a:xfrm>
            <a:custGeom>
              <a:avLst/>
              <a:gdLst/>
              <a:ahLst/>
              <a:cxnLst/>
              <a:rect l="l" t="t" r="r" b="b"/>
              <a:pathLst>
                <a:path w="2936" h="3242" extrusionOk="0">
                  <a:moveTo>
                    <a:pt x="2526" y="0"/>
                  </a:moveTo>
                  <a:cubicBezTo>
                    <a:pt x="2465" y="0"/>
                    <a:pt x="2404" y="15"/>
                    <a:pt x="2348" y="48"/>
                  </a:cubicBezTo>
                  <a:cubicBezTo>
                    <a:pt x="2279" y="88"/>
                    <a:pt x="653" y="1061"/>
                    <a:pt x="69" y="2772"/>
                  </a:cubicBezTo>
                  <a:cubicBezTo>
                    <a:pt x="0" y="2954"/>
                    <a:pt x="98" y="3161"/>
                    <a:pt x="288" y="3222"/>
                  </a:cubicBezTo>
                  <a:cubicBezTo>
                    <a:pt x="325" y="3234"/>
                    <a:pt x="361" y="3242"/>
                    <a:pt x="402" y="3242"/>
                  </a:cubicBezTo>
                  <a:cubicBezTo>
                    <a:pt x="556" y="3238"/>
                    <a:pt x="690" y="3141"/>
                    <a:pt x="738" y="2999"/>
                  </a:cubicBezTo>
                  <a:cubicBezTo>
                    <a:pt x="1233" y="1547"/>
                    <a:pt x="2692" y="668"/>
                    <a:pt x="2708" y="664"/>
                  </a:cubicBezTo>
                  <a:cubicBezTo>
                    <a:pt x="2879" y="562"/>
                    <a:pt x="2935" y="348"/>
                    <a:pt x="2834" y="177"/>
                  </a:cubicBezTo>
                  <a:cubicBezTo>
                    <a:pt x="2769" y="63"/>
                    <a:pt x="2649" y="0"/>
                    <a:pt x="252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" name="Google Shape;5461;p73"/>
            <p:cNvSpPr/>
            <p:nvPr/>
          </p:nvSpPr>
          <p:spPr>
            <a:xfrm>
              <a:off x="3088421" y="2759185"/>
              <a:ext cx="48379" cy="53147"/>
            </a:xfrm>
            <a:custGeom>
              <a:avLst/>
              <a:gdLst/>
              <a:ahLst/>
              <a:cxnLst/>
              <a:rect l="l" t="t" r="r" b="b"/>
              <a:pathLst>
                <a:path w="2790" h="3065" extrusionOk="0">
                  <a:moveTo>
                    <a:pt x="2378" y="0"/>
                  </a:moveTo>
                  <a:cubicBezTo>
                    <a:pt x="2299" y="0"/>
                    <a:pt x="2220" y="26"/>
                    <a:pt x="2153" y="81"/>
                  </a:cubicBezTo>
                  <a:cubicBezTo>
                    <a:pt x="2080" y="122"/>
                    <a:pt x="512" y="1188"/>
                    <a:pt x="62" y="2607"/>
                  </a:cubicBezTo>
                  <a:cubicBezTo>
                    <a:pt x="1" y="2793"/>
                    <a:pt x="106" y="2992"/>
                    <a:pt x="293" y="3052"/>
                  </a:cubicBezTo>
                  <a:cubicBezTo>
                    <a:pt x="329" y="3061"/>
                    <a:pt x="362" y="3065"/>
                    <a:pt x="398" y="3065"/>
                  </a:cubicBezTo>
                  <a:cubicBezTo>
                    <a:pt x="552" y="3065"/>
                    <a:pt x="690" y="2963"/>
                    <a:pt x="739" y="2817"/>
                  </a:cubicBezTo>
                  <a:cubicBezTo>
                    <a:pt x="1107" y="1642"/>
                    <a:pt x="2534" y="681"/>
                    <a:pt x="2542" y="669"/>
                  </a:cubicBezTo>
                  <a:cubicBezTo>
                    <a:pt x="2729" y="572"/>
                    <a:pt x="2790" y="332"/>
                    <a:pt x="2672" y="158"/>
                  </a:cubicBezTo>
                  <a:cubicBezTo>
                    <a:pt x="2605" y="55"/>
                    <a:pt x="2493" y="0"/>
                    <a:pt x="237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" name="Google Shape;5462;p73"/>
            <p:cNvSpPr/>
            <p:nvPr/>
          </p:nvSpPr>
          <p:spPr>
            <a:xfrm>
              <a:off x="3118367" y="2792426"/>
              <a:ext cx="39102" cy="54274"/>
            </a:xfrm>
            <a:custGeom>
              <a:avLst/>
              <a:gdLst/>
              <a:ahLst/>
              <a:cxnLst/>
              <a:rect l="l" t="t" r="r" b="b"/>
              <a:pathLst>
                <a:path w="2255" h="3130" extrusionOk="0">
                  <a:moveTo>
                    <a:pt x="1860" y="0"/>
                  </a:moveTo>
                  <a:cubicBezTo>
                    <a:pt x="1768" y="0"/>
                    <a:pt x="1676" y="36"/>
                    <a:pt x="1606" y="106"/>
                  </a:cubicBezTo>
                  <a:cubicBezTo>
                    <a:pt x="1561" y="154"/>
                    <a:pt x="451" y="1306"/>
                    <a:pt x="53" y="2680"/>
                  </a:cubicBezTo>
                  <a:cubicBezTo>
                    <a:pt x="1" y="2866"/>
                    <a:pt x="110" y="3065"/>
                    <a:pt x="297" y="3114"/>
                  </a:cubicBezTo>
                  <a:cubicBezTo>
                    <a:pt x="329" y="3126"/>
                    <a:pt x="361" y="3130"/>
                    <a:pt x="394" y="3130"/>
                  </a:cubicBezTo>
                  <a:cubicBezTo>
                    <a:pt x="552" y="3130"/>
                    <a:pt x="694" y="3029"/>
                    <a:pt x="738" y="2879"/>
                  </a:cubicBezTo>
                  <a:cubicBezTo>
                    <a:pt x="1083" y="1675"/>
                    <a:pt x="2109" y="613"/>
                    <a:pt x="2117" y="600"/>
                  </a:cubicBezTo>
                  <a:cubicBezTo>
                    <a:pt x="2255" y="458"/>
                    <a:pt x="2251" y="236"/>
                    <a:pt x="2109" y="102"/>
                  </a:cubicBezTo>
                  <a:cubicBezTo>
                    <a:pt x="2039" y="34"/>
                    <a:pt x="1949" y="0"/>
                    <a:pt x="186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" name="Google Shape;5463;p73"/>
            <p:cNvSpPr/>
            <p:nvPr/>
          </p:nvSpPr>
          <p:spPr>
            <a:xfrm>
              <a:off x="3157035" y="2818262"/>
              <a:ext cx="28836" cy="55228"/>
            </a:xfrm>
            <a:custGeom>
              <a:avLst/>
              <a:gdLst/>
              <a:ahLst/>
              <a:cxnLst/>
              <a:rect l="l" t="t" r="r" b="b"/>
              <a:pathLst>
                <a:path w="1663" h="3185" extrusionOk="0">
                  <a:moveTo>
                    <a:pt x="1258" y="0"/>
                  </a:moveTo>
                  <a:cubicBezTo>
                    <a:pt x="1114" y="0"/>
                    <a:pt x="978" y="92"/>
                    <a:pt x="925" y="237"/>
                  </a:cubicBezTo>
                  <a:cubicBezTo>
                    <a:pt x="920" y="250"/>
                    <a:pt x="381" y="1762"/>
                    <a:pt x="65" y="2714"/>
                  </a:cubicBezTo>
                  <a:cubicBezTo>
                    <a:pt x="0" y="2901"/>
                    <a:pt x="98" y="3103"/>
                    <a:pt x="288" y="3164"/>
                  </a:cubicBezTo>
                  <a:cubicBezTo>
                    <a:pt x="325" y="3180"/>
                    <a:pt x="361" y="3184"/>
                    <a:pt x="402" y="3184"/>
                  </a:cubicBezTo>
                  <a:cubicBezTo>
                    <a:pt x="552" y="3184"/>
                    <a:pt x="689" y="3087"/>
                    <a:pt x="738" y="2941"/>
                  </a:cubicBezTo>
                  <a:cubicBezTo>
                    <a:pt x="1054" y="1993"/>
                    <a:pt x="1589" y="489"/>
                    <a:pt x="1597" y="472"/>
                  </a:cubicBezTo>
                  <a:cubicBezTo>
                    <a:pt x="1662" y="290"/>
                    <a:pt x="1565" y="87"/>
                    <a:pt x="1379" y="22"/>
                  </a:cubicBezTo>
                  <a:cubicBezTo>
                    <a:pt x="1339" y="7"/>
                    <a:pt x="1298" y="0"/>
                    <a:pt x="125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" name="Google Shape;5464;p73"/>
            <p:cNvSpPr/>
            <p:nvPr/>
          </p:nvSpPr>
          <p:spPr>
            <a:xfrm>
              <a:off x="3209957" y="2839677"/>
              <a:ext cx="21536" cy="53286"/>
            </a:xfrm>
            <a:custGeom>
              <a:avLst/>
              <a:gdLst/>
              <a:ahLst/>
              <a:cxnLst/>
              <a:rect l="l" t="t" r="r" b="b"/>
              <a:pathLst>
                <a:path w="1242" h="3073" extrusionOk="0">
                  <a:moveTo>
                    <a:pt x="840" y="0"/>
                  </a:moveTo>
                  <a:cubicBezTo>
                    <a:pt x="694" y="0"/>
                    <a:pt x="555" y="95"/>
                    <a:pt x="503" y="243"/>
                  </a:cubicBezTo>
                  <a:cubicBezTo>
                    <a:pt x="483" y="300"/>
                    <a:pt x="49" y="1617"/>
                    <a:pt x="9" y="2699"/>
                  </a:cubicBezTo>
                  <a:cubicBezTo>
                    <a:pt x="1" y="2898"/>
                    <a:pt x="151" y="3060"/>
                    <a:pt x="349" y="3072"/>
                  </a:cubicBezTo>
                  <a:lnTo>
                    <a:pt x="362" y="3072"/>
                  </a:lnTo>
                  <a:cubicBezTo>
                    <a:pt x="552" y="3068"/>
                    <a:pt x="706" y="2918"/>
                    <a:pt x="718" y="2732"/>
                  </a:cubicBezTo>
                  <a:cubicBezTo>
                    <a:pt x="751" y="1747"/>
                    <a:pt x="1172" y="482"/>
                    <a:pt x="1180" y="470"/>
                  </a:cubicBezTo>
                  <a:cubicBezTo>
                    <a:pt x="1241" y="283"/>
                    <a:pt x="1140" y="85"/>
                    <a:pt x="953" y="20"/>
                  </a:cubicBezTo>
                  <a:cubicBezTo>
                    <a:pt x="916" y="7"/>
                    <a:pt x="878" y="0"/>
                    <a:pt x="84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" name="Google Shape;5465;p73"/>
            <p:cNvSpPr/>
            <p:nvPr/>
          </p:nvSpPr>
          <p:spPr>
            <a:xfrm>
              <a:off x="3267821" y="2846457"/>
              <a:ext cx="14843" cy="53667"/>
            </a:xfrm>
            <a:custGeom>
              <a:avLst/>
              <a:gdLst/>
              <a:ahLst/>
              <a:cxnLst/>
              <a:rect l="l" t="t" r="r" b="b"/>
              <a:pathLst>
                <a:path w="856" h="3095" extrusionOk="0">
                  <a:moveTo>
                    <a:pt x="473" y="1"/>
                  </a:moveTo>
                  <a:cubicBezTo>
                    <a:pt x="291" y="1"/>
                    <a:pt x="137" y="142"/>
                    <a:pt x="122" y="330"/>
                  </a:cubicBezTo>
                  <a:cubicBezTo>
                    <a:pt x="118" y="391"/>
                    <a:pt x="0" y="1891"/>
                    <a:pt x="126" y="2787"/>
                  </a:cubicBezTo>
                  <a:cubicBezTo>
                    <a:pt x="146" y="2961"/>
                    <a:pt x="300" y="3095"/>
                    <a:pt x="478" y="3095"/>
                  </a:cubicBezTo>
                  <a:lnTo>
                    <a:pt x="527" y="3091"/>
                  </a:lnTo>
                  <a:cubicBezTo>
                    <a:pt x="722" y="3062"/>
                    <a:pt x="855" y="2884"/>
                    <a:pt x="831" y="2689"/>
                  </a:cubicBezTo>
                  <a:cubicBezTo>
                    <a:pt x="714" y="1871"/>
                    <a:pt x="831" y="399"/>
                    <a:pt x="831" y="383"/>
                  </a:cubicBezTo>
                  <a:cubicBezTo>
                    <a:pt x="847" y="188"/>
                    <a:pt x="701" y="18"/>
                    <a:pt x="503" y="2"/>
                  </a:cubicBezTo>
                  <a:cubicBezTo>
                    <a:pt x="493" y="1"/>
                    <a:pt x="483" y="1"/>
                    <a:pt x="47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" name="Google Shape;5466;p73"/>
            <p:cNvSpPr/>
            <p:nvPr/>
          </p:nvSpPr>
          <p:spPr>
            <a:xfrm>
              <a:off x="3319979" y="2841550"/>
              <a:ext cx="20531" cy="54430"/>
            </a:xfrm>
            <a:custGeom>
              <a:avLst/>
              <a:gdLst/>
              <a:ahLst/>
              <a:cxnLst/>
              <a:rect l="l" t="t" r="r" b="b"/>
              <a:pathLst>
                <a:path w="1184" h="3139" extrusionOk="0">
                  <a:moveTo>
                    <a:pt x="399" y="0"/>
                  </a:moveTo>
                  <a:cubicBezTo>
                    <a:pt x="367" y="0"/>
                    <a:pt x="336" y="4"/>
                    <a:pt x="304" y="13"/>
                  </a:cubicBezTo>
                  <a:cubicBezTo>
                    <a:pt x="114" y="66"/>
                    <a:pt x="0" y="265"/>
                    <a:pt x="57" y="455"/>
                  </a:cubicBezTo>
                  <a:cubicBezTo>
                    <a:pt x="170" y="860"/>
                    <a:pt x="442" y="2060"/>
                    <a:pt x="357" y="2745"/>
                  </a:cubicBezTo>
                  <a:cubicBezTo>
                    <a:pt x="332" y="2940"/>
                    <a:pt x="470" y="3114"/>
                    <a:pt x="665" y="3139"/>
                  </a:cubicBezTo>
                  <a:lnTo>
                    <a:pt x="714" y="3139"/>
                  </a:lnTo>
                  <a:cubicBezTo>
                    <a:pt x="716" y="3139"/>
                    <a:pt x="719" y="3139"/>
                    <a:pt x="721" y="3139"/>
                  </a:cubicBezTo>
                  <a:cubicBezTo>
                    <a:pt x="892" y="3139"/>
                    <a:pt x="1042" y="3006"/>
                    <a:pt x="1062" y="2831"/>
                  </a:cubicBezTo>
                  <a:cubicBezTo>
                    <a:pt x="1184" y="1862"/>
                    <a:pt x="762" y="333"/>
                    <a:pt x="742" y="269"/>
                  </a:cubicBezTo>
                  <a:cubicBezTo>
                    <a:pt x="701" y="106"/>
                    <a:pt x="556" y="0"/>
                    <a:pt x="39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" name="Google Shape;5467;p73"/>
            <p:cNvSpPr/>
            <p:nvPr/>
          </p:nvSpPr>
          <p:spPr>
            <a:xfrm>
              <a:off x="3365809" y="2826863"/>
              <a:ext cx="27363" cy="54361"/>
            </a:xfrm>
            <a:custGeom>
              <a:avLst/>
              <a:gdLst/>
              <a:ahLst/>
              <a:cxnLst/>
              <a:rect l="l" t="t" r="r" b="b"/>
              <a:pathLst>
                <a:path w="1578" h="3135" extrusionOk="0">
                  <a:moveTo>
                    <a:pt x="405" y="0"/>
                  </a:moveTo>
                  <a:cubicBezTo>
                    <a:pt x="342" y="0"/>
                    <a:pt x="278" y="17"/>
                    <a:pt x="219" y="53"/>
                  </a:cubicBezTo>
                  <a:cubicBezTo>
                    <a:pt x="53" y="155"/>
                    <a:pt x="0" y="374"/>
                    <a:pt x="101" y="540"/>
                  </a:cubicBezTo>
                  <a:cubicBezTo>
                    <a:pt x="110" y="556"/>
                    <a:pt x="827" y="1744"/>
                    <a:pt x="860" y="2790"/>
                  </a:cubicBezTo>
                  <a:cubicBezTo>
                    <a:pt x="868" y="2984"/>
                    <a:pt x="1022" y="3134"/>
                    <a:pt x="1216" y="3134"/>
                  </a:cubicBezTo>
                  <a:lnTo>
                    <a:pt x="1224" y="3134"/>
                  </a:lnTo>
                  <a:cubicBezTo>
                    <a:pt x="1423" y="3130"/>
                    <a:pt x="1577" y="2968"/>
                    <a:pt x="1569" y="2770"/>
                  </a:cubicBezTo>
                  <a:cubicBezTo>
                    <a:pt x="1528" y="1533"/>
                    <a:pt x="746" y="228"/>
                    <a:pt x="710" y="171"/>
                  </a:cubicBezTo>
                  <a:cubicBezTo>
                    <a:pt x="643" y="62"/>
                    <a:pt x="526" y="0"/>
                    <a:pt x="40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" name="Google Shape;5468;p73"/>
            <p:cNvSpPr/>
            <p:nvPr/>
          </p:nvSpPr>
          <p:spPr>
            <a:xfrm>
              <a:off x="3406506" y="2800020"/>
              <a:ext cx="39171" cy="52037"/>
            </a:xfrm>
            <a:custGeom>
              <a:avLst/>
              <a:gdLst/>
              <a:ahLst/>
              <a:cxnLst/>
              <a:rect l="l" t="t" r="r" b="b"/>
              <a:pathLst>
                <a:path w="2259" h="3001" extrusionOk="0">
                  <a:moveTo>
                    <a:pt x="396" y="1"/>
                  </a:moveTo>
                  <a:cubicBezTo>
                    <a:pt x="297" y="1"/>
                    <a:pt x="199" y="42"/>
                    <a:pt x="130" y="122"/>
                  </a:cubicBezTo>
                  <a:cubicBezTo>
                    <a:pt x="0" y="272"/>
                    <a:pt x="17" y="495"/>
                    <a:pt x="166" y="625"/>
                  </a:cubicBezTo>
                  <a:cubicBezTo>
                    <a:pt x="175" y="637"/>
                    <a:pt x="1346" y="1654"/>
                    <a:pt x="1525" y="2704"/>
                  </a:cubicBezTo>
                  <a:cubicBezTo>
                    <a:pt x="1553" y="2874"/>
                    <a:pt x="1699" y="3000"/>
                    <a:pt x="1873" y="3000"/>
                  </a:cubicBezTo>
                  <a:lnTo>
                    <a:pt x="1934" y="2996"/>
                  </a:lnTo>
                  <a:cubicBezTo>
                    <a:pt x="2129" y="2964"/>
                    <a:pt x="2258" y="2777"/>
                    <a:pt x="2222" y="2587"/>
                  </a:cubicBezTo>
                  <a:cubicBezTo>
                    <a:pt x="2007" y="1277"/>
                    <a:pt x="681" y="134"/>
                    <a:pt x="629" y="85"/>
                  </a:cubicBezTo>
                  <a:cubicBezTo>
                    <a:pt x="561" y="29"/>
                    <a:pt x="478" y="1"/>
                    <a:pt x="39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" name="Google Shape;5469;p73"/>
            <p:cNvSpPr/>
            <p:nvPr/>
          </p:nvSpPr>
          <p:spPr>
            <a:xfrm>
              <a:off x="3436244" y="2762011"/>
              <a:ext cx="51881" cy="46038"/>
            </a:xfrm>
            <a:custGeom>
              <a:avLst/>
              <a:gdLst/>
              <a:ahLst/>
              <a:cxnLst/>
              <a:rect l="l" t="t" r="r" b="b"/>
              <a:pathLst>
                <a:path w="2992" h="2655" extrusionOk="0">
                  <a:moveTo>
                    <a:pt x="406" y="1"/>
                  </a:moveTo>
                  <a:cubicBezTo>
                    <a:pt x="277" y="1"/>
                    <a:pt x="152" y="71"/>
                    <a:pt x="89" y="194"/>
                  </a:cubicBezTo>
                  <a:cubicBezTo>
                    <a:pt x="0" y="368"/>
                    <a:pt x="69" y="579"/>
                    <a:pt x="243" y="668"/>
                  </a:cubicBezTo>
                  <a:cubicBezTo>
                    <a:pt x="260" y="680"/>
                    <a:pt x="1820" y="1491"/>
                    <a:pt x="2266" y="2448"/>
                  </a:cubicBezTo>
                  <a:cubicBezTo>
                    <a:pt x="2323" y="2573"/>
                    <a:pt x="2449" y="2654"/>
                    <a:pt x="2586" y="2654"/>
                  </a:cubicBezTo>
                  <a:cubicBezTo>
                    <a:pt x="2639" y="2650"/>
                    <a:pt x="2688" y="2642"/>
                    <a:pt x="2736" y="2618"/>
                  </a:cubicBezTo>
                  <a:cubicBezTo>
                    <a:pt x="2915" y="2537"/>
                    <a:pt x="2992" y="2326"/>
                    <a:pt x="2911" y="2148"/>
                  </a:cubicBezTo>
                  <a:cubicBezTo>
                    <a:pt x="2363" y="968"/>
                    <a:pt x="641" y="76"/>
                    <a:pt x="568" y="40"/>
                  </a:cubicBezTo>
                  <a:cubicBezTo>
                    <a:pt x="516" y="13"/>
                    <a:pt x="461" y="1"/>
                    <a:pt x="40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" name="Google Shape;5470;p73"/>
            <p:cNvSpPr/>
            <p:nvPr/>
          </p:nvSpPr>
          <p:spPr>
            <a:xfrm>
              <a:off x="3455856" y="2716286"/>
              <a:ext cx="59823" cy="27016"/>
            </a:xfrm>
            <a:custGeom>
              <a:avLst/>
              <a:gdLst/>
              <a:ahLst/>
              <a:cxnLst/>
              <a:rect l="l" t="t" r="r" b="b"/>
              <a:pathLst>
                <a:path w="3450" h="1558" extrusionOk="0">
                  <a:moveTo>
                    <a:pt x="363" y="0"/>
                  </a:moveTo>
                  <a:cubicBezTo>
                    <a:pt x="178" y="0"/>
                    <a:pt x="20" y="147"/>
                    <a:pt x="12" y="338"/>
                  </a:cubicBezTo>
                  <a:cubicBezTo>
                    <a:pt x="0" y="532"/>
                    <a:pt x="150" y="698"/>
                    <a:pt x="345" y="711"/>
                  </a:cubicBezTo>
                  <a:cubicBezTo>
                    <a:pt x="855" y="743"/>
                    <a:pt x="2303" y="934"/>
                    <a:pt x="2801" y="1452"/>
                  </a:cubicBezTo>
                  <a:cubicBezTo>
                    <a:pt x="2870" y="1517"/>
                    <a:pt x="2963" y="1558"/>
                    <a:pt x="3061" y="1558"/>
                  </a:cubicBezTo>
                  <a:cubicBezTo>
                    <a:pt x="3154" y="1554"/>
                    <a:pt x="3243" y="1517"/>
                    <a:pt x="3308" y="1456"/>
                  </a:cubicBezTo>
                  <a:cubicBezTo>
                    <a:pt x="3446" y="1315"/>
                    <a:pt x="3450" y="1092"/>
                    <a:pt x="3316" y="950"/>
                  </a:cubicBezTo>
                  <a:cubicBezTo>
                    <a:pt x="2530" y="155"/>
                    <a:pt x="604" y="17"/>
                    <a:pt x="385" y="1"/>
                  </a:cubicBezTo>
                  <a:cubicBezTo>
                    <a:pt x="378" y="1"/>
                    <a:pt x="370" y="0"/>
                    <a:pt x="36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" name="Google Shape;5471;p73"/>
            <p:cNvSpPr/>
            <p:nvPr/>
          </p:nvSpPr>
          <p:spPr>
            <a:xfrm>
              <a:off x="3452613" y="2675502"/>
              <a:ext cx="60829" cy="17201"/>
            </a:xfrm>
            <a:custGeom>
              <a:avLst/>
              <a:gdLst/>
              <a:ahLst/>
              <a:cxnLst/>
              <a:rect l="l" t="t" r="r" b="b"/>
              <a:pathLst>
                <a:path w="3508" h="992" extrusionOk="0">
                  <a:moveTo>
                    <a:pt x="1752" y="1"/>
                  </a:moveTo>
                  <a:cubicBezTo>
                    <a:pt x="916" y="1"/>
                    <a:pt x="288" y="297"/>
                    <a:pt x="248" y="318"/>
                  </a:cubicBezTo>
                  <a:cubicBezTo>
                    <a:pt x="74" y="403"/>
                    <a:pt x="1" y="614"/>
                    <a:pt x="86" y="788"/>
                  </a:cubicBezTo>
                  <a:cubicBezTo>
                    <a:pt x="147" y="915"/>
                    <a:pt x="275" y="988"/>
                    <a:pt x="407" y="988"/>
                  </a:cubicBezTo>
                  <a:cubicBezTo>
                    <a:pt x="457" y="988"/>
                    <a:pt x="508" y="977"/>
                    <a:pt x="556" y="955"/>
                  </a:cubicBezTo>
                  <a:cubicBezTo>
                    <a:pt x="567" y="952"/>
                    <a:pt x="1078" y="710"/>
                    <a:pt x="1755" y="710"/>
                  </a:cubicBezTo>
                  <a:cubicBezTo>
                    <a:pt x="2095" y="710"/>
                    <a:pt x="2477" y="771"/>
                    <a:pt x="2859" y="955"/>
                  </a:cubicBezTo>
                  <a:cubicBezTo>
                    <a:pt x="2903" y="979"/>
                    <a:pt x="2956" y="991"/>
                    <a:pt x="3009" y="991"/>
                  </a:cubicBezTo>
                  <a:cubicBezTo>
                    <a:pt x="3390" y="991"/>
                    <a:pt x="3507" y="480"/>
                    <a:pt x="3167" y="318"/>
                  </a:cubicBezTo>
                  <a:cubicBezTo>
                    <a:pt x="2674" y="80"/>
                    <a:pt x="2185" y="1"/>
                    <a:pt x="175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" name="Google Shape;5472;p73"/>
            <p:cNvSpPr/>
            <p:nvPr/>
          </p:nvSpPr>
          <p:spPr>
            <a:xfrm>
              <a:off x="3426880" y="2647134"/>
              <a:ext cx="39032" cy="28056"/>
            </a:xfrm>
            <a:custGeom>
              <a:avLst/>
              <a:gdLst/>
              <a:ahLst/>
              <a:cxnLst/>
              <a:rect l="l" t="t" r="r" b="b"/>
              <a:pathLst>
                <a:path w="2251" h="1618" extrusionOk="0">
                  <a:moveTo>
                    <a:pt x="1885" y="0"/>
                  </a:moveTo>
                  <a:cubicBezTo>
                    <a:pt x="1883" y="0"/>
                    <a:pt x="1880" y="0"/>
                    <a:pt x="1878" y="0"/>
                  </a:cubicBezTo>
                  <a:cubicBezTo>
                    <a:pt x="804" y="29"/>
                    <a:pt x="135" y="1026"/>
                    <a:pt x="106" y="1066"/>
                  </a:cubicBezTo>
                  <a:cubicBezTo>
                    <a:pt x="1" y="1228"/>
                    <a:pt x="45" y="1447"/>
                    <a:pt x="208" y="1557"/>
                  </a:cubicBezTo>
                  <a:cubicBezTo>
                    <a:pt x="264" y="1597"/>
                    <a:pt x="333" y="1618"/>
                    <a:pt x="406" y="1618"/>
                  </a:cubicBezTo>
                  <a:cubicBezTo>
                    <a:pt x="524" y="1618"/>
                    <a:pt x="633" y="1557"/>
                    <a:pt x="698" y="1460"/>
                  </a:cubicBezTo>
                  <a:cubicBezTo>
                    <a:pt x="702" y="1451"/>
                    <a:pt x="1201" y="730"/>
                    <a:pt x="1898" y="710"/>
                  </a:cubicBezTo>
                  <a:cubicBezTo>
                    <a:pt x="2097" y="706"/>
                    <a:pt x="2251" y="543"/>
                    <a:pt x="2243" y="345"/>
                  </a:cubicBezTo>
                  <a:cubicBezTo>
                    <a:pt x="2239" y="153"/>
                    <a:pt x="2081" y="0"/>
                    <a:pt x="188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" name="Google Shape;5473;p73"/>
            <p:cNvSpPr/>
            <p:nvPr/>
          </p:nvSpPr>
          <p:spPr>
            <a:xfrm>
              <a:off x="3090346" y="2667144"/>
              <a:ext cx="45049" cy="16768"/>
            </a:xfrm>
            <a:custGeom>
              <a:avLst/>
              <a:gdLst/>
              <a:ahLst/>
              <a:cxnLst/>
              <a:rect l="l" t="t" r="r" b="b"/>
              <a:pathLst>
                <a:path w="2598" h="967" extrusionOk="0">
                  <a:moveTo>
                    <a:pt x="1435" y="1"/>
                  </a:moveTo>
                  <a:cubicBezTo>
                    <a:pt x="844" y="1"/>
                    <a:pt x="348" y="286"/>
                    <a:pt x="319" y="302"/>
                  </a:cubicBezTo>
                  <a:cubicBezTo>
                    <a:pt x="1" y="479"/>
                    <a:pt x="128" y="966"/>
                    <a:pt x="493" y="966"/>
                  </a:cubicBezTo>
                  <a:cubicBezTo>
                    <a:pt x="495" y="966"/>
                    <a:pt x="496" y="966"/>
                    <a:pt x="498" y="966"/>
                  </a:cubicBezTo>
                  <a:cubicBezTo>
                    <a:pt x="559" y="966"/>
                    <a:pt x="619" y="950"/>
                    <a:pt x="672" y="914"/>
                  </a:cubicBezTo>
                  <a:cubicBezTo>
                    <a:pt x="680" y="914"/>
                    <a:pt x="1039" y="713"/>
                    <a:pt x="1431" y="713"/>
                  </a:cubicBezTo>
                  <a:cubicBezTo>
                    <a:pt x="1617" y="713"/>
                    <a:pt x="1810" y="758"/>
                    <a:pt x="1977" y="889"/>
                  </a:cubicBezTo>
                  <a:cubicBezTo>
                    <a:pt x="2041" y="941"/>
                    <a:pt x="2120" y="967"/>
                    <a:pt x="2197" y="967"/>
                  </a:cubicBezTo>
                  <a:cubicBezTo>
                    <a:pt x="2302" y="967"/>
                    <a:pt x="2406" y="921"/>
                    <a:pt x="2476" y="833"/>
                  </a:cubicBezTo>
                  <a:cubicBezTo>
                    <a:pt x="2598" y="679"/>
                    <a:pt x="2569" y="456"/>
                    <a:pt x="2415" y="334"/>
                  </a:cubicBezTo>
                  <a:cubicBezTo>
                    <a:pt x="2099" y="83"/>
                    <a:pt x="1753" y="1"/>
                    <a:pt x="14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" name="Google Shape;5474;p73"/>
            <p:cNvSpPr/>
            <p:nvPr/>
          </p:nvSpPr>
          <p:spPr>
            <a:xfrm>
              <a:off x="3122737" y="3240058"/>
              <a:ext cx="821881" cy="823841"/>
            </a:xfrm>
            <a:custGeom>
              <a:avLst/>
              <a:gdLst/>
              <a:ahLst/>
              <a:cxnLst/>
              <a:rect l="l" t="t" r="r" b="b"/>
              <a:pathLst>
                <a:path w="47398" h="47511" extrusionOk="0">
                  <a:moveTo>
                    <a:pt x="24254" y="0"/>
                  </a:moveTo>
                  <a:cubicBezTo>
                    <a:pt x="15830" y="0"/>
                    <a:pt x="8452" y="4621"/>
                    <a:pt x="4402" y="11533"/>
                  </a:cubicBezTo>
                  <a:cubicBezTo>
                    <a:pt x="118" y="18899"/>
                    <a:pt x="0" y="27971"/>
                    <a:pt x="4098" y="35443"/>
                  </a:cubicBezTo>
                  <a:cubicBezTo>
                    <a:pt x="8075" y="42646"/>
                    <a:pt x="15607" y="47511"/>
                    <a:pt x="24254" y="47511"/>
                  </a:cubicBezTo>
                  <a:cubicBezTo>
                    <a:pt x="37032" y="47511"/>
                    <a:pt x="47397" y="36882"/>
                    <a:pt x="47397" y="23755"/>
                  </a:cubicBezTo>
                  <a:cubicBezTo>
                    <a:pt x="47397" y="10641"/>
                    <a:pt x="37032" y="0"/>
                    <a:pt x="24254" y="0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" name="Google Shape;5475;p73"/>
            <p:cNvSpPr/>
            <p:nvPr/>
          </p:nvSpPr>
          <p:spPr>
            <a:xfrm>
              <a:off x="3116338" y="3233937"/>
              <a:ext cx="834470" cy="836152"/>
            </a:xfrm>
            <a:custGeom>
              <a:avLst/>
              <a:gdLst/>
              <a:ahLst/>
              <a:cxnLst/>
              <a:rect l="l" t="t" r="r" b="b"/>
              <a:pathLst>
                <a:path w="48124" h="48221" extrusionOk="0">
                  <a:moveTo>
                    <a:pt x="24623" y="714"/>
                  </a:moveTo>
                  <a:cubicBezTo>
                    <a:pt x="37190" y="714"/>
                    <a:pt x="47410" y="11209"/>
                    <a:pt x="47410" y="24108"/>
                  </a:cubicBezTo>
                  <a:cubicBezTo>
                    <a:pt x="47410" y="37012"/>
                    <a:pt x="37190" y="47511"/>
                    <a:pt x="24623" y="47511"/>
                  </a:cubicBezTo>
                  <a:cubicBezTo>
                    <a:pt x="16422" y="47511"/>
                    <a:pt x="8821" y="42955"/>
                    <a:pt x="4780" y="35629"/>
                  </a:cubicBezTo>
                  <a:cubicBezTo>
                    <a:pt x="750" y="28264"/>
                    <a:pt x="864" y="19325"/>
                    <a:pt x="5080" y="12065"/>
                  </a:cubicBezTo>
                  <a:cubicBezTo>
                    <a:pt x="9247" y="4954"/>
                    <a:pt x="16556" y="714"/>
                    <a:pt x="24623" y="714"/>
                  </a:cubicBezTo>
                  <a:close/>
                  <a:moveTo>
                    <a:pt x="24623" y="0"/>
                  </a:moveTo>
                  <a:cubicBezTo>
                    <a:pt x="16296" y="0"/>
                    <a:pt x="8760" y="4379"/>
                    <a:pt x="4471" y="11704"/>
                  </a:cubicBezTo>
                  <a:cubicBezTo>
                    <a:pt x="118" y="19179"/>
                    <a:pt x="0" y="28385"/>
                    <a:pt x="4155" y="35966"/>
                  </a:cubicBezTo>
                  <a:cubicBezTo>
                    <a:pt x="8327" y="43526"/>
                    <a:pt x="16167" y="48220"/>
                    <a:pt x="24623" y="48220"/>
                  </a:cubicBezTo>
                  <a:cubicBezTo>
                    <a:pt x="37579" y="48220"/>
                    <a:pt x="48123" y="37401"/>
                    <a:pt x="48123" y="24108"/>
                  </a:cubicBezTo>
                  <a:cubicBezTo>
                    <a:pt x="48123" y="10816"/>
                    <a:pt x="37579" y="0"/>
                    <a:pt x="246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" name="Google Shape;5476;p73"/>
            <p:cNvSpPr/>
            <p:nvPr/>
          </p:nvSpPr>
          <p:spPr>
            <a:xfrm>
              <a:off x="3193796" y="3240058"/>
              <a:ext cx="750822" cy="823841"/>
            </a:xfrm>
            <a:custGeom>
              <a:avLst/>
              <a:gdLst/>
              <a:ahLst/>
              <a:cxnLst/>
              <a:rect l="l" t="t" r="r" b="b"/>
              <a:pathLst>
                <a:path w="43300" h="47511" extrusionOk="0">
                  <a:moveTo>
                    <a:pt x="20156" y="0"/>
                  </a:moveTo>
                  <a:cubicBezTo>
                    <a:pt x="11732" y="0"/>
                    <a:pt x="4354" y="4621"/>
                    <a:pt x="304" y="11533"/>
                  </a:cubicBezTo>
                  <a:cubicBezTo>
                    <a:pt x="2684" y="8642"/>
                    <a:pt x="5884" y="6299"/>
                    <a:pt x="10372" y="6299"/>
                  </a:cubicBezTo>
                  <a:cubicBezTo>
                    <a:pt x="12146" y="6299"/>
                    <a:pt x="14120" y="6665"/>
                    <a:pt x="16325" y="7508"/>
                  </a:cubicBezTo>
                  <a:cubicBezTo>
                    <a:pt x="22248" y="9766"/>
                    <a:pt x="21579" y="19698"/>
                    <a:pt x="21782" y="26042"/>
                  </a:cubicBezTo>
                  <a:cubicBezTo>
                    <a:pt x="21838" y="27797"/>
                    <a:pt x="21842" y="29605"/>
                    <a:pt x="21251" y="31255"/>
                  </a:cubicBezTo>
                  <a:cubicBezTo>
                    <a:pt x="20655" y="32909"/>
                    <a:pt x="19357" y="34417"/>
                    <a:pt x="17635" y="34778"/>
                  </a:cubicBezTo>
                  <a:cubicBezTo>
                    <a:pt x="16548" y="35013"/>
                    <a:pt x="15352" y="34790"/>
                    <a:pt x="14355" y="35288"/>
                  </a:cubicBezTo>
                  <a:cubicBezTo>
                    <a:pt x="13710" y="35621"/>
                    <a:pt x="13248" y="36201"/>
                    <a:pt x="12721" y="36699"/>
                  </a:cubicBezTo>
                  <a:cubicBezTo>
                    <a:pt x="11325" y="38007"/>
                    <a:pt x="9498" y="38584"/>
                    <a:pt x="7604" y="38584"/>
                  </a:cubicBezTo>
                  <a:cubicBezTo>
                    <a:pt x="5235" y="38584"/>
                    <a:pt x="2763" y="37681"/>
                    <a:pt x="904" y="36176"/>
                  </a:cubicBezTo>
                  <a:cubicBezTo>
                    <a:pt x="604" y="35937"/>
                    <a:pt x="313" y="35682"/>
                    <a:pt x="0" y="35443"/>
                  </a:cubicBezTo>
                  <a:lnTo>
                    <a:pt x="0" y="35443"/>
                  </a:lnTo>
                  <a:cubicBezTo>
                    <a:pt x="3977" y="42646"/>
                    <a:pt x="11509" y="47511"/>
                    <a:pt x="20156" y="47511"/>
                  </a:cubicBezTo>
                  <a:cubicBezTo>
                    <a:pt x="32934" y="47511"/>
                    <a:pt x="43299" y="36882"/>
                    <a:pt x="43299" y="23755"/>
                  </a:cubicBezTo>
                  <a:cubicBezTo>
                    <a:pt x="43299" y="10641"/>
                    <a:pt x="32934" y="0"/>
                    <a:pt x="20156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" name="Google Shape;5477;p73"/>
            <p:cNvSpPr/>
            <p:nvPr/>
          </p:nvSpPr>
          <p:spPr>
            <a:xfrm>
              <a:off x="3566485" y="3284899"/>
              <a:ext cx="53026" cy="198439"/>
            </a:xfrm>
            <a:custGeom>
              <a:avLst/>
              <a:gdLst/>
              <a:ahLst/>
              <a:cxnLst/>
              <a:rect l="l" t="t" r="r" b="b"/>
              <a:pathLst>
                <a:path w="3058" h="11444" extrusionOk="0">
                  <a:moveTo>
                    <a:pt x="86" y="0"/>
                  </a:moveTo>
                  <a:cubicBezTo>
                    <a:pt x="29" y="0"/>
                    <a:pt x="1" y="86"/>
                    <a:pt x="9" y="191"/>
                  </a:cubicBezTo>
                  <a:cubicBezTo>
                    <a:pt x="86" y="1140"/>
                    <a:pt x="208" y="2088"/>
                    <a:pt x="382" y="3033"/>
                  </a:cubicBezTo>
                  <a:cubicBezTo>
                    <a:pt x="552" y="3981"/>
                    <a:pt x="751" y="4918"/>
                    <a:pt x="978" y="5842"/>
                  </a:cubicBezTo>
                  <a:cubicBezTo>
                    <a:pt x="1213" y="6766"/>
                    <a:pt x="1480" y="7686"/>
                    <a:pt x="1784" y="8594"/>
                  </a:cubicBezTo>
                  <a:cubicBezTo>
                    <a:pt x="2089" y="9503"/>
                    <a:pt x="2429" y="10394"/>
                    <a:pt x="2802" y="11274"/>
                  </a:cubicBezTo>
                  <a:cubicBezTo>
                    <a:pt x="2842" y="11375"/>
                    <a:pt x="2907" y="11444"/>
                    <a:pt x="2963" y="11444"/>
                  </a:cubicBezTo>
                  <a:cubicBezTo>
                    <a:pt x="2971" y="11444"/>
                    <a:pt x="2978" y="11443"/>
                    <a:pt x="2984" y="11440"/>
                  </a:cubicBezTo>
                  <a:cubicBezTo>
                    <a:pt x="3045" y="11420"/>
                    <a:pt x="3057" y="11315"/>
                    <a:pt x="3017" y="11193"/>
                  </a:cubicBezTo>
                  <a:cubicBezTo>
                    <a:pt x="2684" y="10301"/>
                    <a:pt x="2388" y="9393"/>
                    <a:pt x="2097" y="8493"/>
                  </a:cubicBezTo>
                  <a:cubicBezTo>
                    <a:pt x="1809" y="7589"/>
                    <a:pt x="1566" y="6673"/>
                    <a:pt x="1322" y="5757"/>
                  </a:cubicBezTo>
                  <a:cubicBezTo>
                    <a:pt x="1079" y="4837"/>
                    <a:pt x="872" y="3912"/>
                    <a:pt x="690" y="2980"/>
                  </a:cubicBezTo>
                  <a:cubicBezTo>
                    <a:pt x="508" y="2048"/>
                    <a:pt x="341" y="1107"/>
                    <a:pt x="199" y="171"/>
                  </a:cubicBezTo>
                  <a:cubicBezTo>
                    <a:pt x="183" y="77"/>
                    <a:pt x="143" y="0"/>
                    <a:pt x="8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" name="Google Shape;5478;p73"/>
            <p:cNvSpPr/>
            <p:nvPr/>
          </p:nvSpPr>
          <p:spPr>
            <a:xfrm>
              <a:off x="3553983" y="3342884"/>
              <a:ext cx="40211" cy="126911"/>
            </a:xfrm>
            <a:custGeom>
              <a:avLst/>
              <a:gdLst/>
              <a:ahLst/>
              <a:cxnLst/>
              <a:rect l="l" t="t" r="r" b="b"/>
              <a:pathLst>
                <a:path w="2319" h="7319" extrusionOk="0">
                  <a:moveTo>
                    <a:pt x="97" y="1"/>
                  </a:moveTo>
                  <a:cubicBezTo>
                    <a:pt x="94" y="1"/>
                    <a:pt x="92" y="1"/>
                    <a:pt x="89" y="1"/>
                  </a:cubicBezTo>
                  <a:cubicBezTo>
                    <a:pt x="33" y="5"/>
                    <a:pt x="0" y="66"/>
                    <a:pt x="12" y="139"/>
                  </a:cubicBezTo>
                  <a:cubicBezTo>
                    <a:pt x="118" y="739"/>
                    <a:pt x="239" y="1347"/>
                    <a:pt x="385" y="1947"/>
                  </a:cubicBezTo>
                  <a:cubicBezTo>
                    <a:pt x="535" y="2543"/>
                    <a:pt x="681" y="3147"/>
                    <a:pt x="860" y="3734"/>
                  </a:cubicBezTo>
                  <a:cubicBezTo>
                    <a:pt x="1034" y="4322"/>
                    <a:pt x="1216" y="4910"/>
                    <a:pt x="1419" y="5494"/>
                  </a:cubicBezTo>
                  <a:cubicBezTo>
                    <a:pt x="1622" y="6073"/>
                    <a:pt x="1845" y="6653"/>
                    <a:pt x="2080" y="7221"/>
                  </a:cubicBezTo>
                  <a:cubicBezTo>
                    <a:pt x="2098" y="7280"/>
                    <a:pt x="2154" y="7319"/>
                    <a:pt x="2213" y="7319"/>
                  </a:cubicBezTo>
                  <a:cubicBezTo>
                    <a:pt x="2219" y="7319"/>
                    <a:pt x="2224" y="7319"/>
                    <a:pt x="2230" y="7318"/>
                  </a:cubicBezTo>
                  <a:cubicBezTo>
                    <a:pt x="2287" y="7298"/>
                    <a:pt x="2319" y="7221"/>
                    <a:pt x="2291" y="7140"/>
                  </a:cubicBezTo>
                  <a:lnTo>
                    <a:pt x="1735" y="5392"/>
                  </a:lnTo>
                  <a:cubicBezTo>
                    <a:pt x="1549" y="4809"/>
                    <a:pt x="1387" y="4221"/>
                    <a:pt x="1204" y="3633"/>
                  </a:cubicBezTo>
                  <a:cubicBezTo>
                    <a:pt x="1022" y="3045"/>
                    <a:pt x="852" y="2457"/>
                    <a:pt x="689" y="1866"/>
                  </a:cubicBezTo>
                  <a:lnTo>
                    <a:pt x="199" y="90"/>
                  </a:lnTo>
                  <a:cubicBezTo>
                    <a:pt x="191" y="40"/>
                    <a:pt x="147" y="1"/>
                    <a:pt x="9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" name="Google Shape;5479;p73"/>
            <p:cNvSpPr/>
            <p:nvPr/>
          </p:nvSpPr>
          <p:spPr>
            <a:xfrm>
              <a:off x="3623013" y="3555386"/>
              <a:ext cx="42188" cy="215051"/>
            </a:xfrm>
            <a:custGeom>
              <a:avLst/>
              <a:gdLst/>
              <a:ahLst/>
              <a:cxnLst/>
              <a:rect l="l" t="t" r="r" b="b"/>
              <a:pathLst>
                <a:path w="2433" h="12402" extrusionOk="0">
                  <a:moveTo>
                    <a:pt x="89" y="0"/>
                  </a:moveTo>
                  <a:cubicBezTo>
                    <a:pt x="33" y="0"/>
                    <a:pt x="0" y="94"/>
                    <a:pt x="8" y="211"/>
                  </a:cubicBezTo>
                  <a:cubicBezTo>
                    <a:pt x="93" y="1225"/>
                    <a:pt x="203" y="2234"/>
                    <a:pt x="345" y="3239"/>
                  </a:cubicBezTo>
                  <a:cubicBezTo>
                    <a:pt x="487" y="4249"/>
                    <a:pt x="641" y="5258"/>
                    <a:pt x="819" y="6255"/>
                  </a:cubicBezTo>
                  <a:cubicBezTo>
                    <a:pt x="1005" y="7257"/>
                    <a:pt x="1208" y="8254"/>
                    <a:pt x="1431" y="9247"/>
                  </a:cubicBezTo>
                  <a:cubicBezTo>
                    <a:pt x="1654" y="10240"/>
                    <a:pt x="1905" y="11225"/>
                    <a:pt x="2181" y="12206"/>
                  </a:cubicBezTo>
                  <a:cubicBezTo>
                    <a:pt x="2212" y="12323"/>
                    <a:pt x="2269" y="12402"/>
                    <a:pt x="2330" y="12402"/>
                  </a:cubicBezTo>
                  <a:cubicBezTo>
                    <a:pt x="2333" y="12402"/>
                    <a:pt x="2336" y="12401"/>
                    <a:pt x="2339" y="12401"/>
                  </a:cubicBezTo>
                  <a:cubicBezTo>
                    <a:pt x="2404" y="12397"/>
                    <a:pt x="2432" y="12279"/>
                    <a:pt x="2400" y="12150"/>
                  </a:cubicBezTo>
                  <a:cubicBezTo>
                    <a:pt x="2177" y="11161"/>
                    <a:pt x="1958" y="10167"/>
                    <a:pt x="1751" y="9178"/>
                  </a:cubicBezTo>
                  <a:cubicBezTo>
                    <a:pt x="1541" y="8185"/>
                    <a:pt x="1346" y="7192"/>
                    <a:pt x="1168" y="6195"/>
                  </a:cubicBezTo>
                  <a:cubicBezTo>
                    <a:pt x="981" y="5193"/>
                    <a:pt x="811" y="4196"/>
                    <a:pt x="653" y="3195"/>
                  </a:cubicBezTo>
                  <a:cubicBezTo>
                    <a:pt x="495" y="2194"/>
                    <a:pt x="345" y="1192"/>
                    <a:pt x="203" y="191"/>
                  </a:cubicBezTo>
                  <a:cubicBezTo>
                    <a:pt x="187" y="86"/>
                    <a:pt x="146" y="0"/>
                    <a:pt x="8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" name="Google Shape;5480;p73"/>
            <p:cNvSpPr/>
            <p:nvPr/>
          </p:nvSpPr>
          <p:spPr>
            <a:xfrm>
              <a:off x="3375779" y="3273090"/>
              <a:ext cx="98786" cy="234697"/>
            </a:xfrm>
            <a:custGeom>
              <a:avLst/>
              <a:gdLst/>
              <a:ahLst/>
              <a:cxnLst/>
              <a:rect l="l" t="t" r="r" b="b"/>
              <a:pathLst>
                <a:path w="5697" h="13535" extrusionOk="0">
                  <a:moveTo>
                    <a:pt x="5617" y="1"/>
                  </a:moveTo>
                  <a:cubicBezTo>
                    <a:pt x="5569" y="1"/>
                    <a:pt x="5498" y="29"/>
                    <a:pt x="5425" y="81"/>
                  </a:cubicBezTo>
                  <a:cubicBezTo>
                    <a:pt x="4423" y="791"/>
                    <a:pt x="3674" y="1800"/>
                    <a:pt x="3106" y="2875"/>
                  </a:cubicBezTo>
                  <a:cubicBezTo>
                    <a:pt x="2543" y="3949"/>
                    <a:pt x="2105" y="5080"/>
                    <a:pt x="1707" y="6219"/>
                  </a:cubicBezTo>
                  <a:cubicBezTo>
                    <a:pt x="1314" y="7358"/>
                    <a:pt x="982" y="8521"/>
                    <a:pt x="690" y="9689"/>
                  </a:cubicBezTo>
                  <a:cubicBezTo>
                    <a:pt x="406" y="10861"/>
                    <a:pt x="183" y="12048"/>
                    <a:pt x="21" y="13244"/>
                  </a:cubicBezTo>
                  <a:cubicBezTo>
                    <a:pt x="1" y="13390"/>
                    <a:pt x="21" y="13512"/>
                    <a:pt x="82" y="13532"/>
                  </a:cubicBezTo>
                  <a:cubicBezTo>
                    <a:pt x="86" y="13534"/>
                    <a:pt x="91" y="13534"/>
                    <a:pt x="96" y="13534"/>
                  </a:cubicBezTo>
                  <a:cubicBezTo>
                    <a:pt x="153" y="13534"/>
                    <a:pt x="218" y="13423"/>
                    <a:pt x="244" y="13277"/>
                  </a:cubicBezTo>
                  <a:cubicBezTo>
                    <a:pt x="451" y="12097"/>
                    <a:pt x="714" y="10933"/>
                    <a:pt x="1010" y="9770"/>
                  </a:cubicBezTo>
                  <a:cubicBezTo>
                    <a:pt x="1306" y="8611"/>
                    <a:pt x="1659" y="7467"/>
                    <a:pt x="2044" y="6336"/>
                  </a:cubicBezTo>
                  <a:cubicBezTo>
                    <a:pt x="2429" y="5205"/>
                    <a:pt x="2847" y="4074"/>
                    <a:pt x="3386" y="3020"/>
                  </a:cubicBezTo>
                  <a:cubicBezTo>
                    <a:pt x="3929" y="1966"/>
                    <a:pt x="4606" y="969"/>
                    <a:pt x="5542" y="235"/>
                  </a:cubicBezTo>
                  <a:cubicBezTo>
                    <a:pt x="5636" y="163"/>
                    <a:pt x="5696" y="77"/>
                    <a:pt x="5672" y="29"/>
                  </a:cubicBezTo>
                  <a:cubicBezTo>
                    <a:pt x="5663" y="10"/>
                    <a:pt x="5644" y="1"/>
                    <a:pt x="561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" name="Google Shape;5481;p73"/>
            <p:cNvSpPr/>
            <p:nvPr/>
          </p:nvSpPr>
          <p:spPr>
            <a:xfrm>
              <a:off x="3340215" y="3646091"/>
              <a:ext cx="10075" cy="53182"/>
            </a:xfrm>
            <a:custGeom>
              <a:avLst/>
              <a:gdLst/>
              <a:ahLst/>
              <a:cxnLst/>
              <a:rect l="l" t="t" r="r" b="b"/>
              <a:pathLst>
                <a:path w="581" h="3067" extrusionOk="0">
                  <a:moveTo>
                    <a:pt x="335" y="1"/>
                  </a:moveTo>
                  <a:cubicBezTo>
                    <a:pt x="306" y="1"/>
                    <a:pt x="281" y="11"/>
                    <a:pt x="276" y="27"/>
                  </a:cubicBezTo>
                  <a:cubicBezTo>
                    <a:pt x="175" y="262"/>
                    <a:pt x="102" y="514"/>
                    <a:pt x="57" y="765"/>
                  </a:cubicBezTo>
                  <a:cubicBezTo>
                    <a:pt x="17" y="1024"/>
                    <a:pt x="1" y="1280"/>
                    <a:pt x="1" y="1543"/>
                  </a:cubicBezTo>
                  <a:cubicBezTo>
                    <a:pt x="13" y="1799"/>
                    <a:pt x="45" y="2058"/>
                    <a:pt x="102" y="2314"/>
                  </a:cubicBezTo>
                  <a:cubicBezTo>
                    <a:pt x="159" y="2565"/>
                    <a:pt x="244" y="2808"/>
                    <a:pt x="361" y="3043"/>
                  </a:cubicBezTo>
                  <a:cubicBezTo>
                    <a:pt x="366" y="3058"/>
                    <a:pt x="386" y="3067"/>
                    <a:pt x="415" y="3067"/>
                  </a:cubicBezTo>
                  <a:cubicBezTo>
                    <a:pt x="433" y="3067"/>
                    <a:pt x="455" y="3063"/>
                    <a:pt x="479" y="3055"/>
                  </a:cubicBezTo>
                  <a:cubicBezTo>
                    <a:pt x="540" y="3035"/>
                    <a:pt x="580" y="2991"/>
                    <a:pt x="572" y="2962"/>
                  </a:cubicBezTo>
                  <a:cubicBezTo>
                    <a:pt x="511" y="2723"/>
                    <a:pt x="463" y="2488"/>
                    <a:pt x="426" y="2245"/>
                  </a:cubicBezTo>
                  <a:cubicBezTo>
                    <a:pt x="382" y="2010"/>
                    <a:pt x="357" y="1770"/>
                    <a:pt x="357" y="1531"/>
                  </a:cubicBezTo>
                  <a:cubicBezTo>
                    <a:pt x="341" y="1288"/>
                    <a:pt x="345" y="1049"/>
                    <a:pt x="365" y="806"/>
                  </a:cubicBezTo>
                  <a:cubicBezTo>
                    <a:pt x="386" y="562"/>
                    <a:pt x="418" y="327"/>
                    <a:pt x="459" y="84"/>
                  </a:cubicBezTo>
                  <a:cubicBezTo>
                    <a:pt x="463" y="56"/>
                    <a:pt x="438" y="31"/>
                    <a:pt x="386" y="11"/>
                  </a:cubicBezTo>
                  <a:cubicBezTo>
                    <a:pt x="369" y="4"/>
                    <a:pt x="351" y="1"/>
                    <a:pt x="3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" name="Google Shape;5482;p73"/>
            <p:cNvSpPr/>
            <p:nvPr/>
          </p:nvSpPr>
          <p:spPr>
            <a:xfrm>
              <a:off x="3354486" y="3802325"/>
              <a:ext cx="101942" cy="217600"/>
            </a:xfrm>
            <a:custGeom>
              <a:avLst/>
              <a:gdLst/>
              <a:ahLst/>
              <a:cxnLst/>
              <a:rect l="l" t="t" r="r" b="b"/>
              <a:pathLst>
                <a:path w="5879" h="12549" extrusionOk="0">
                  <a:moveTo>
                    <a:pt x="77" y="0"/>
                  </a:moveTo>
                  <a:cubicBezTo>
                    <a:pt x="76" y="0"/>
                    <a:pt x="75" y="0"/>
                    <a:pt x="73" y="1"/>
                  </a:cubicBezTo>
                  <a:cubicBezTo>
                    <a:pt x="25" y="5"/>
                    <a:pt x="0" y="110"/>
                    <a:pt x="21" y="240"/>
                  </a:cubicBezTo>
                  <a:cubicBezTo>
                    <a:pt x="223" y="1354"/>
                    <a:pt x="430" y="2469"/>
                    <a:pt x="698" y="3580"/>
                  </a:cubicBezTo>
                  <a:cubicBezTo>
                    <a:pt x="965" y="4687"/>
                    <a:pt x="1298" y="5777"/>
                    <a:pt x="1703" y="6847"/>
                  </a:cubicBezTo>
                  <a:cubicBezTo>
                    <a:pt x="2117" y="7914"/>
                    <a:pt x="2644" y="8939"/>
                    <a:pt x="3272" y="9896"/>
                  </a:cubicBezTo>
                  <a:cubicBezTo>
                    <a:pt x="3900" y="10857"/>
                    <a:pt x="4675" y="11716"/>
                    <a:pt x="5562" y="12446"/>
                  </a:cubicBezTo>
                  <a:cubicBezTo>
                    <a:pt x="5645" y="12508"/>
                    <a:pt x="5726" y="12548"/>
                    <a:pt x="5781" y="12548"/>
                  </a:cubicBezTo>
                  <a:cubicBezTo>
                    <a:pt x="5801" y="12548"/>
                    <a:pt x="5818" y="12543"/>
                    <a:pt x="5830" y="12531"/>
                  </a:cubicBezTo>
                  <a:cubicBezTo>
                    <a:pt x="5879" y="12486"/>
                    <a:pt x="5826" y="12369"/>
                    <a:pt x="5708" y="12271"/>
                  </a:cubicBezTo>
                  <a:cubicBezTo>
                    <a:pt x="4877" y="11521"/>
                    <a:pt x="4148" y="10662"/>
                    <a:pt x="3548" y="9713"/>
                  </a:cubicBezTo>
                  <a:cubicBezTo>
                    <a:pt x="2939" y="8769"/>
                    <a:pt x="2433" y="7768"/>
                    <a:pt x="2031" y="6722"/>
                  </a:cubicBezTo>
                  <a:cubicBezTo>
                    <a:pt x="1622" y="5668"/>
                    <a:pt x="1277" y="4593"/>
                    <a:pt x="1002" y="3503"/>
                  </a:cubicBezTo>
                  <a:cubicBezTo>
                    <a:pt x="714" y="2408"/>
                    <a:pt x="463" y="1302"/>
                    <a:pt x="207" y="199"/>
                  </a:cubicBezTo>
                  <a:cubicBezTo>
                    <a:pt x="183" y="88"/>
                    <a:pt x="129" y="0"/>
                    <a:pt x="7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" name="Google Shape;5483;p73"/>
            <p:cNvSpPr/>
            <p:nvPr/>
          </p:nvSpPr>
          <p:spPr>
            <a:xfrm>
              <a:off x="3343596" y="3865720"/>
              <a:ext cx="63759" cy="143645"/>
            </a:xfrm>
            <a:custGeom>
              <a:avLst/>
              <a:gdLst/>
              <a:ahLst/>
              <a:cxnLst/>
              <a:rect l="l" t="t" r="r" b="b"/>
              <a:pathLst>
                <a:path w="3677" h="8284" extrusionOk="0">
                  <a:moveTo>
                    <a:pt x="117" y="1"/>
                  </a:moveTo>
                  <a:cubicBezTo>
                    <a:pt x="66" y="1"/>
                    <a:pt x="24" y="61"/>
                    <a:pt x="24" y="147"/>
                  </a:cubicBezTo>
                  <a:cubicBezTo>
                    <a:pt x="0" y="897"/>
                    <a:pt x="57" y="1651"/>
                    <a:pt x="203" y="2389"/>
                  </a:cubicBezTo>
                  <a:cubicBezTo>
                    <a:pt x="353" y="3131"/>
                    <a:pt x="572" y="3852"/>
                    <a:pt x="860" y="4549"/>
                  </a:cubicBezTo>
                  <a:cubicBezTo>
                    <a:pt x="1155" y="5243"/>
                    <a:pt x="1524" y="5903"/>
                    <a:pt x="1954" y="6524"/>
                  </a:cubicBezTo>
                  <a:cubicBezTo>
                    <a:pt x="2384" y="7144"/>
                    <a:pt x="2882" y="7715"/>
                    <a:pt x="3438" y="8222"/>
                  </a:cubicBezTo>
                  <a:cubicBezTo>
                    <a:pt x="3482" y="8261"/>
                    <a:pt x="3532" y="8284"/>
                    <a:pt x="3573" y="8284"/>
                  </a:cubicBezTo>
                  <a:cubicBezTo>
                    <a:pt x="3596" y="8284"/>
                    <a:pt x="3617" y="8277"/>
                    <a:pt x="3632" y="8263"/>
                  </a:cubicBezTo>
                  <a:cubicBezTo>
                    <a:pt x="3677" y="8222"/>
                    <a:pt x="3661" y="8133"/>
                    <a:pt x="3596" y="8060"/>
                  </a:cubicBezTo>
                  <a:cubicBezTo>
                    <a:pt x="3089" y="7529"/>
                    <a:pt x="2627" y="6953"/>
                    <a:pt x="2222" y="6341"/>
                  </a:cubicBezTo>
                  <a:cubicBezTo>
                    <a:pt x="1411" y="5117"/>
                    <a:pt x="831" y="3755"/>
                    <a:pt x="511" y="2324"/>
                  </a:cubicBezTo>
                  <a:cubicBezTo>
                    <a:pt x="345" y="1606"/>
                    <a:pt x="247" y="877"/>
                    <a:pt x="215" y="147"/>
                  </a:cubicBezTo>
                  <a:cubicBezTo>
                    <a:pt x="211" y="70"/>
                    <a:pt x="170" y="9"/>
                    <a:pt x="122" y="1"/>
                  </a:cubicBezTo>
                  <a:cubicBezTo>
                    <a:pt x="120" y="1"/>
                    <a:pt x="118" y="1"/>
                    <a:pt x="11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" name="Google Shape;5484;p73"/>
            <p:cNvSpPr/>
            <p:nvPr/>
          </p:nvSpPr>
          <p:spPr>
            <a:xfrm>
              <a:off x="3181849" y="3668026"/>
              <a:ext cx="163586" cy="82070"/>
            </a:xfrm>
            <a:custGeom>
              <a:avLst/>
              <a:gdLst/>
              <a:ahLst/>
              <a:cxnLst/>
              <a:rect l="l" t="t" r="r" b="b"/>
              <a:pathLst>
                <a:path w="9434" h="4733" extrusionOk="0">
                  <a:moveTo>
                    <a:pt x="96" y="1"/>
                  </a:moveTo>
                  <a:cubicBezTo>
                    <a:pt x="76" y="1"/>
                    <a:pt x="59" y="7"/>
                    <a:pt x="45" y="19"/>
                  </a:cubicBezTo>
                  <a:cubicBezTo>
                    <a:pt x="0" y="51"/>
                    <a:pt x="29" y="132"/>
                    <a:pt x="98" y="205"/>
                  </a:cubicBezTo>
                  <a:cubicBezTo>
                    <a:pt x="718" y="809"/>
                    <a:pt x="1354" y="1405"/>
                    <a:pt x="2027" y="1957"/>
                  </a:cubicBezTo>
                  <a:cubicBezTo>
                    <a:pt x="2704" y="2520"/>
                    <a:pt x="3422" y="3023"/>
                    <a:pt x="4180" y="3469"/>
                  </a:cubicBezTo>
                  <a:cubicBezTo>
                    <a:pt x="4946" y="3907"/>
                    <a:pt x="5765" y="4243"/>
                    <a:pt x="6616" y="4478"/>
                  </a:cubicBezTo>
                  <a:cubicBezTo>
                    <a:pt x="7236" y="4641"/>
                    <a:pt x="7881" y="4732"/>
                    <a:pt x="8523" y="4732"/>
                  </a:cubicBezTo>
                  <a:cubicBezTo>
                    <a:pt x="8762" y="4732"/>
                    <a:pt x="9001" y="4719"/>
                    <a:pt x="9239" y="4693"/>
                  </a:cubicBezTo>
                  <a:cubicBezTo>
                    <a:pt x="9352" y="4681"/>
                    <a:pt x="9434" y="4628"/>
                    <a:pt x="9434" y="4567"/>
                  </a:cubicBezTo>
                  <a:cubicBezTo>
                    <a:pt x="9434" y="4509"/>
                    <a:pt x="9344" y="4466"/>
                    <a:pt x="9241" y="4466"/>
                  </a:cubicBezTo>
                  <a:cubicBezTo>
                    <a:pt x="9236" y="4466"/>
                    <a:pt x="9231" y="4466"/>
                    <a:pt x="9227" y="4466"/>
                  </a:cubicBezTo>
                  <a:cubicBezTo>
                    <a:pt x="9116" y="4471"/>
                    <a:pt x="9006" y="4473"/>
                    <a:pt x="8896" y="4473"/>
                  </a:cubicBezTo>
                  <a:cubicBezTo>
                    <a:pt x="8152" y="4473"/>
                    <a:pt x="7414" y="4366"/>
                    <a:pt x="6701" y="4158"/>
                  </a:cubicBezTo>
                  <a:cubicBezTo>
                    <a:pt x="5882" y="3923"/>
                    <a:pt x="5092" y="3590"/>
                    <a:pt x="4354" y="3161"/>
                  </a:cubicBezTo>
                  <a:cubicBezTo>
                    <a:pt x="3608" y="2735"/>
                    <a:pt x="2895" y="2253"/>
                    <a:pt x="2222" y="1717"/>
                  </a:cubicBezTo>
                  <a:cubicBezTo>
                    <a:pt x="1545" y="1190"/>
                    <a:pt x="884" y="627"/>
                    <a:pt x="227" y="64"/>
                  </a:cubicBezTo>
                  <a:cubicBezTo>
                    <a:pt x="182" y="23"/>
                    <a:pt x="134" y="1"/>
                    <a:pt x="9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" name="Google Shape;5485;p73"/>
            <p:cNvSpPr/>
            <p:nvPr/>
          </p:nvSpPr>
          <p:spPr>
            <a:xfrm>
              <a:off x="3665531" y="3786441"/>
              <a:ext cx="15138" cy="31784"/>
            </a:xfrm>
            <a:custGeom>
              <a:avLst/>
              <a:gdLst/>
              <a:ahLst/>
              <a:cxnLst/>
              <a:rect l="l" t="t" r="r" b="b"/>
              <a:pathLst>
                <a:path w="873" h="1833" extrusionOk="0">
                  <a:moveTo>
                    <a:pt x="138" y="0"/>
                  </a:moveTo>
                  <a:cubicBezTo>
                    <a:pt x="124" y="0"/>
                    <a:pt x="107" y="2"/>
                    <a:pt x="90" y="4"/>
                  </a:cubicBezTo>
                  <a:cubicBezTo>
                    <a:pt x="41" y="17"/>
                    <a:pt x="1" y="41"/>
                    <a:pt x="1" y="57"/>
                  </a:cubicBezTo>
                  <a:cubicBezTo>
                    <a:pt x="9" y="215"/>
                    <a:pt x="29" y="373"/>
                    <a:pt x="65" y="531"/>
                  </a:cubicBezTo>
                  <a:cubicBezTo>
                    <a:pt x="106" y="685"/>
                    <a:pt x="147" y="839"/>
                    <a:pt x="207" y="989"/>
                  </a:cubicBezTo>
                  <a:cubicBezTo>
                    <a:pt x="268" y="1135"/>
                    <a:pt x="333" y="1281"/>
                    <a:pt x="406" y="1423"/>
                  </a:cubicBezTo>
                  <a:cubicBezTo>
                    <a:pt x="479" y="1565"/>
                    <a:pt x="568" y="1699"/>
                    <a:pt x="670" y="1825"/>
                  </a:cubicBezTo>
                  <a:cubicBezTo>
                    <a:pt x="672" y="1830"/>
                    <a:pt x="679" y="1833"/>
                    <a:pt x="689" y="1833"/>
                  </a:cubicBezTo>
                  <a:cubicBezTo>
                    <a:pt x="707" y="1833"/>
                    <a:pt x="738" y="1823"/>
                    <a:pt x="775" y="1804"/>
                  </a:cubicBezTo>
                  <a:cubicBezTo>
                    <a:pt x="832" y="1772"/>
                    <a:pt x="872" y="1731"/>
                    <a:pt x="864" y="1711"/>
                  </a:cubicBezTo>
                  <a:cubicBezTo>
                    <a:pt x="815" y="1565"/>
                    <a:pt x="763" y="1419"/>
                    <a:pt x="702" y="1281"/>
                  </a:cubicBezTo>
                  <a:cubicBezTo>
                    <a:pt x="641" y="1144"/>
                    <a:pt x="597" y="1002"/>
                    <a:pt x="536" y="860"/>
                  </a:cubicBezTo>
                  <a:cubicBezTo>
                    <a:pt x="475" y="718"/>
                    <a:pt x="418" y="584"/>
                    <a:pt x="365" y="434"/>
                  </a:cubicBezTo>
                  <a:lnTo>
                    <a:pt x="187" y="17"/>
                  </a:lnTo>
                  <a:cubicBezTo>
                    <a:pt x="184" y="6"/>
                    <a:pt x="165" y="0"/>
                    <a:pt x="13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" name="Google Shape;5486;p73"/>
            <p:cNvSpPr/>
            <p:nvPr/>
          </p:nvSpPr>
          <p:spPr>
            <a:xfrm>
              <a:off x="3535845" y="3888279"/>
              <a:ext cx="108063" cy="20583"/>
            </a:xfrm>
            <a:custGeom>
              <a:avLst/>
              <a:gdLst/>
              <a:ahLst/>
              <a:cxnLst/>
              <a:rect l="l" t="t" r="r" b="b"/>
              <a:pathLst>
                <a:path w="6232" h="1187" extrusionOk="0">
                  <a:moveTo>
                    <a:pt x="134" y="1"/>
                  </a:moveTo>
                  <a:cubicBezTo>
                    <a:pt x="53" y="1"/>
                    <a:pt x="0" y="163"/>
                    <a:pt x="94" y="188"/>
                  </a:cubicBezTo>
                  <a:cubicBezTo>
                    <a:pt x="560" y="403"/>
                    <a:pt x="1046" y="585"/>
                    <a:pt x="1541" y="727"/>
                  </a:cubicBezTo>
                  <a:cubicBezTo>
                    <a:pt x="2035" y="865"/>
                    <a:pt x="2538" y="978"/>
                    <a:pt x="3045" y="1063"/>
                  </a:cubicBezTo>
                  <a:cubicBezTo>
                    <a:pt x="3556" y="1128"/>
                    <a:pt x="4074" y="1169"/>
                    <a:pt x="4585" y="1185"/>
                  </a:cubicBezTo>
                  <a:cubicBezTo>
                    <a:pt x="4637" y="1186"/>
                    <a:pt x="4688" y="1186"/>
                    <a:pt x="4740" y="1186"/>
                  </a:cubicBezTo>
                  <a:cubicBezTo>
                    <a:pt x="5203" y="1186"/>
                    <a:pt x="5666" y="1153"/>
                    <a:pt x="6126" y="1088"/>
                  </a:cubicBezTo>
                  <a:cubicBezTo>
                    <a:pt x="6186" y="1084"/>
                    <a:pt x="6231" y="1031"/>
                    <a:pt x="6231" y="970"/>
                  </a:cubicBezTo>
                  <a:cubicBezTo>
                    <a:pt x="6227" y="908"/>
                    <a:pt x="6175" y="860"/>
                    <a:pt x="6113" y="860"/>
                  </a:cubicBezTo>
                  <a:cubicBezTo>
                    <a:pt x="6110" y="860"/>
                    <a:pt x="6108" y="861"/>
                    <a:pt x="6105" y="861"/>
                  </a:cubicBezTo>
                  <a:cubicBezTo>
                    <a:pt x="5879" y="870"/>
                    <a:pt x="5652" y="874"/>
                    <a:pt x="5424" y="874"/>
                  </a:cubicBezTo>
                  <a:cubicBezTo>
                    <a:pt x="5147" y="874"/>
                    <a:pt x="4870" y="868"/>
                    <a:pt x="4593" y="857"/>
                  </a:cubicBezTo>
                  <a:cubicBezTo>
                    <a:pt x="4095" y="836"/>
                    <a:pt x="3596" y="788"/>
                    <a:pt x="3102" y="707"/>
                  </a:cubicBezTo>
                  <a:cubicBezTo>
                    <a:pt x="2603" y="642"/>
                    <a:pt x="2108" y="549"/>
                    <a:pt x="1622" y="423"/>
                  </a:cubicBezTo>
                  <a:cubicBezTo>
                    <a:pt x="1127" y="309"/>
                    <a:pt x="641" y="168"/>
                    <a:pt x="167" y="9"/>
                  </a:cubicBezTo>
                  <a:cubicBezTo>
                    <a:pt x="155" y="3"/>
                    <a:pt x="145" y="1"/>
                    <a:pt x="1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" name="Google Shape;5487;p73"/>
            <p:cNvSpPr/>
            <p:nvPr/>
          </p:nvSpPr>
          <p:spPr>
            <a:xfrm>
              <a:off x="3342955" y="3236867"/>
              <a:ext cx="287879" cy="825627"/>
            </a:xfrm>
            <a:custGeom>
              <a:avLst/>
              <a:gdLst/>
              <a:ahLst/>
              <a:cxnLst/>
              <a:rect l="l" t="t" r="r" b="b"/>
              <a:pathLst>
                <a:path w="16602" h="47614" extrusionOk="0">
                  <a:moveTo>
                    <a:pt x="14337" y="1"/>
                  </a:moveTo>
                  <a:cubicBezTo>
                    <a:pt x="14329" y="1"/>
                    <a:pt x="14322" y="1"/>
                    <a:pt x="14315" y="2"/>
                  </a:cubicBezTo>
                  <a:cubicBezTo>
                    <a:pt x="12097" y="111"/>
                    <a:pt x="9847" y="1562"/>
                    <a:pt x="7800" y="4226"/>
                  </a:cubicBezTo>
                  <a:cubicBezTo>
                    <a:pt x="3422" y="9929"/>
                    <a:pt x="1" y="21677"/>
                    <a:pt x="2299" y="32221"/>
                  </a:cubicBezTo>
                  <a:cubicBezTo>
                    <a:pt x="5360" y="46268"/>
                    <a:pt x="11769" y="47614"/>
                    <a:pt x="15061" y="47614"/>
                  </a:cubicBezTo>
                  <a:cubicBezTo>
                    <a:pt x="15527" y="47614"/>
                    <a:pt x="15936" y="47585"/>
                    <a:pt x="16256" y="47565"/>
                  </a:cubicBezTo>
                  <a:cubicBezTo>
                    <a:pt x="16451" y="47553"/>
                    <a:pt x="16601" y="47383"/>
                    <a:pt x="16589" y="47188"/>
                  </a:cubicBezTo>
                  <a:cubicBezTo>
                    <a:pt x="16577" y="46997"/>
                    <a:pt x="16419" y="46855"/>
                    <a:pt x="16231" y="46855"/>
                  </a:cubicBezTo>
                  <a:cubicBezTo>
                    <a:pt x="16223" y="46855"/>
                    <a:pt x="16216" y="46855"/>
                    <a:pt x="16208" y="46856"/>
                  </a:cubicBezTo>
                  <a:cubicBezTo>
                    <a:pt x="15892" y="46877"/>
                    <a:pt x="15567" y="46890"/>
                    <a:pt x="15234" y="46890"/>
                  </a:cubicBezTo>
                  <a:cubicBezTo>
                    <a:pt x="11108" y="46890"/>
                    <a:pt x="5787" y="44885"/>
                    <a:pt x="2992" y="32067"/>
                  </a:cubicBezTo>
                  <a:cubicBezTo>
                    <a:pt x="738" y="21734"/>
                    <a:pt x="4079" y="10233"/>
                    <a:pt x="8364" y="4655"/>
                  </a:cubicBezTo>
                  <a:cubicBezTo>
                    <a:pt x="10277" y="2170"/>
                    <a:pt x="12345" y="808"/>
                    <a:pt x="14343" y="715"/>
                  </a:cubicBezTo>
                  <a:cubicBezTo>
                    <a:pt x="14542" y="707"/>
                    <a:pt x="14692" y="541"/>
                    <a:pt x="14684" y="342"/>
                  </a:cubicBezTo>
                  <a:cubicBezTo>
                    <a:pt x="14680" y="151"/>
                    <a:pt x="14525" y="1"/>
                    <a:pt x="1433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" name="Google Shape;5488;p73"/>
            <p:cNvSpPr/>
            <p:nvPr/>
          </p:nvSpPr>
          <p:spPr>
            <a:xfrm>
              <a:off x="3139383" y="3583442"/>
              <a:ext cx="812119" cy="169620"/>
            </a:xfrm>
            <a:custGeom>
              <a:avLst/>
              <a:gdLst/>
              <a:ahLst/>
              <a:cxnLst/>
              <a:rect l="l" t="t" r="r" b="b"/>
              <a:pathLst>
                <a:path w="46835" h="9782" extrusionOk="0">
                  <a:moveTo>
                    <a:pt x="407" y="0"/>
                  </a:moveTo>
                  <a:cubicBezTo>
                    <a:pt x="373" y="0"/>
                    <a:pt x="339" y="5"/>
                    <a:pt x="305" y="16"/>
                  </a:cubicBezTo>
                  <a:cubicBezTo>
                    <a:pt x="110" y="73"/>
                    <a:pt x="1" y="280"/>
                    <a:pt x="70" y="474"/>
                  </a:cubicBezTo>
                  <a:cubicBezTo>
                    <a:pt x="130" y="689"/>
                    <a:pt x="1764" y="5752"/>
                    <a:pt x="14197" y="8764"/>
                  </a:cubicBezTo>
                  <a:cubicBezTo>
                    <a:pt x="17148" y="9478"/>
                    <a:pt x="20379" y="9782"/>
                    <a:pt x="23626" y="9782"/>
                  </a:cubicBezTo>
                  <a:cubicBezTo>
                    <a:pt x="34077" y="9782"/>
                    <a:pt x="44706" y="6660"/>
                    <a:pt x="46713" y="4175"/>
                  </a:cubicBezTo>
                  <a:cubicBezTo>
                    <a:pt x="46835" y="4025"/>
                    <a:pt x="46814" y="3802"/>
                    <a:pt x="46664" y="3681"/>
                  </a:cubicBezTo>
                  <a:cubicBezTo>
                    <a:pt x="46597" y="3626"/>
                    <a:pt x="46518" y="3600"/>
                    <a:pt x="46438" y="3600"/>
                  </a:cubicBezTo>
                  <a:cubicBezTo>
                    <a:pt x="46335" y="3600"/>
                    <a:pt x="46233" y="3645"/>
                    <a:pt x="46162" y="3729"/>
                  </a:cubicBezTo>
                  <a:cubicBezTo>
                    <a:pt x="44414" y="5897"/>
                    <a:pt x="33935" y="9065"/>
                    <a:pt x="23545" y="9065"/>
                  </a:cubicBezTo>
                  <a:cubicBezTo>
                    <a:pt x="20395" y="9065"/>
                    <a:pt x="17252" y="8774"/>
                    <a:pt x="14363" y="8075"/>
                  </a:cubicBezTo>
                  <a:cubicBezTo>
                    <a:pt x="8096" y="6555"/>
                    <a:pt x="4728" y="4508"/>
                    <a:pt x="3005" y="3057"/>
                  </a:cubicBezTo>
                  <a:cubicBezTo>
                    <a:pt x="1144" y="1500"/>
                    <a:pt x="755" y="280"/>
                    <a:pt x="751" y="272"/>
                  </a:cubicBezTo>
                  <a:cubicBezTo>
                    <a:pt x="707" y="109"/>
                    <a:pt x="563" y="0"/>
                    <a:pt x="40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" name="Google Shape;5489;p73"/>
            <p:cNvSpPr/>
            <p:nvPr/>
          </p:nvSpPr>
          <p:spPr>
            <a:xfrm>
              <a:off x="3247776" y="3297991"/>
              <a:ext cx="561799" cy="345985"/>
            </a:xfrm>
            <a:custGeom>
              <a:avLst/>
              <a:gdLst/>
              <a:ahLst/>
              <a:cxnLst/>
              <a:rect l="l" t="t" r="r" b="b"/>
              <a:pathLst>
                <a:path w="32399" h="19953" extrusionOk="0">
                  <a:moveTo>
                    <a:pt x="4644" y="0"/>
                  </a:moveTo>
                  <a:cubicBezTo>
                    <a:pt x="4518" y="0"/>
                    <a:pt x="4398" y="66"/>
                    <a:pt x="4334" y="182"/>
                  </a:cubicBezTo>
                  <a:cubicBezTo>
                    <a:pt x="3426" y="1897"/>
                    <a:pt x="2701" y="3701"/>
                    <a:pt x="2170" y="5569"/>
                  </a:cubicBezTo>
                  <a:cubicBezTo>
                    <a:pt x="1014" y="9627"/>
                    <a:pt x="1140" y="13118"/>
                    <a:pt x="2530" y="15667"/>
                  </a:cubicBezTo>
                  <a:cubicBezTo>
                    <a:pt x="3990" y="18355"/>
                    <a:pt x="6985" y="19948"/>
                    <a:pt x="10545" y="19948"/>
                  </a:cubicBezTo>
                  <a:lnTo>
                    <a:pt x="10606" y="19952"/>
                  </a:lnTo>
                  <a:cubicBezTo>
                    <a:pt x="14838" y="19932"/>
                    <a:pt x="18766" y="17670"/>
                    <a:pt x="20614" y="14188"/>
                  </a:cubicBezTo>
                  <a:cubicBezTo>
                    <a:pt x="23813" y="8172"/>
                    <a:pt x="27380" y="2618"/>
                    <a:pt x="31815" y="2618"/>
                  </a:cubicBezTo>
                  <a:lnTo>
                    <a:pt x="31965" y="2618"/>
                  </a:lnTo>
                  <a:cubicBezTo>
                    <a:pt x="32391" y="2574"/>
                    <a:pt x="32399" y="1961"/>
                    <a:pt x="31977" y="1905"/>
                  </a:cubicBezTo>
                  <a:lnTo>
                    <a:pt x="31815" y="1905"/>
                  </a:lnTo>
                  <a:cubicBezTo>
                    <a:pt x="27003" y="1905"/>
                    <a:pt x="23290" y="7641"/>
                    <a:pt x="19986" y="13851"/>
                  </a:cubicBezTo>
                  <a:cubicBezTo>
                    <a:pt x="18259" y="17106"/>
                    <a:pt x="14574" y="19219"/>
                    <a:pt x="10602" y="19239"/>
                  </a:cubicBezTo>
                  <a:lnTo>
                    <a:pt x="10545" y="19239"/>
                  </a:lnTo>
                  <a:cubicBezTo>
                    <a:pt x="7249" y="19239"/>
                    <a:pt x="4492" y="17779"/>
                    <a:pt x="3155" y="15327"/>
                  </a:cubicBezTo>
                  <a:cubicBezTo>
                    <a:pt x="1" y="9542"/>
                    <a:pt x="4906" y="616"/>
                    <a:pt x="4959" y="530"/>
                  </a:cubicBezTo>
                  <a:cubicBezTo>
                    <a:pt x="5048" y="356"/>
                    <a:pt x="4987" y="141"/>
                    <a:pt x="4817" y="44"/>
                  </a:cubicBezTo>
                  <a:cubicBezTo>
                    <a:pt x="4761" y="14"/>
                    <a:pt x="4702" y="0"/>
                    <a:pt x="464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" name="Google Shape;5490;p73"/>
            <p:cNvSpPr/>
            <p:nvPr/>
          </p:nvSpPr>
          <p:spPr>
            <a:xfrm>
              <a:off x="3227748" y="3751466"/>
              <a:ext cx="537332" cy="258869"/>
            </a:xfrm>
            <a:custGeom>
              <a:avLst/>
              <a:gdLst/>
              <a:ahLst/>
              <a:cxnLst/>
              <a:rect l="l" t="t" r="r" b="b"/>
              <a:pathLst>
                <a:path w="30988" h="14929" extrusionOk="0">
                  <a:moveTo>
                    <a:pt x="10498" y="1"/>
                  </a:moveTo>
                  <a:cubicBezTo>
                    <a:pt x="9524" y="1"/>
                    <a:pt x="8491" y="153"/>
                    <a:pt x="7391" y="485"/>
                  </a:cubicBezTo>
                  <a:cubicBezTo>
                    <a:pt x="0" y="2711"/>
                    <a:pt x="718" y="10218"/>
                    <a:pt x="730" y="10291"/>
                  </a:cubicBezTo>
                  <a:cubicBezTo>
                    <a:pt x="741" y="10480"/>
                    <a:pt x="896" y="10626"/>
                    <a:pt x="1081" y="10626"/>
                  </a:cubicBezTo>
                  <a:cubicBezTo>
                    <a:pt x="1095" y="10626"/>
                    <a:pt x="1109" y="10625"/>
                    <a:pt x="1123" y="10624"/>
                  </a:cubicBezTo>
                  <a:cubicBezTo>
                    <a:pt x="1326" y="10603"/>
                    <a:pt x="1468" y="10417"/>
                    <a:pt x="1435" y="10214"/>
                  </a:cubicBezTo>
                  <a:cubicBezTo>
                    <a:pt x="1427" y="10149"/>
                    <a:pt x="750" y="3225"/>
                    <a:pt x="7597" y="1166"/>
                  </a:cubicBezTo>
                  <a:cubicBezTo>
                    <a:pt x="8627" y="856"/>
                    <a:pt x="9594" y="712"/>
                    <a:pt x="10505" y="712"/>
                  </a:cubicBezTo>
                  <a:cubicBezTo>
                    <a:pt x="15652" y="712"/>
                    <a:pt x="19019" y="5304"/>
                    <a:pt x="21891" y="10429"/>
                  </a:cubicBezTo>
                  <a:cubicBezTo>
                    <a:pt x="24011" y="14215"/>
                    <a:pt x="26910" y="14929"/>
                    <a:pt x="28795" y="14929"/>
                  </a:cubicBezTo>
                  <a:cubicBezTo>
                    <a:pt x="29918" y="14929"/>
                    <a:pt x="30688" y="14673"/>
                    <a:pt x="30704" y="14669"/>
                  </a:cubicBezTo>
                  <a:cubicBezTo>
                    <a:pt x="30891" y="14604"/>
                    <a:pt x="30988" y="14402"/>
                    <a:pt x="30923" y="14215"/>
                  </a:cubicBezTo>
                  <a:cubicBezTo>
                    <a:pt x="30872" y="14068"/>
                    <a:pt x="30734" y="13976"/>
                    <a:pt x="30587" y="13976"/>
                  </a:cubicBezTo>
                  <a:cubicBezTo>
                    <a:pt x="30548" y="13976"/>
                    <a:pt x="30508" y="13983"/>
                    <a:pt x="30469" y="13996"/>
                  </a:cubicBezTo>
                  <a:cubicBezTo>
                    <a:pt x="30398" y="14020"/>
                    <a:pt x="29725" y="14241"/>
                    <a:pt x="28750" y="14241"/>
                  </a:cubicBezTo>
                  <a:cubicBezTo>
                    <a:pt x="27062" y="14241"/>
                    <a:pt x="24467" y="13579"/>
                    <a:pt x="22511" y="10084"/>
                  </a:cubicBezTo>
                  <a:cubicBezTo>
                    <a:pt x="19658" y="4985"/>
                    <a:pt x="16059" y="1"/>
                    <a:pt x="1049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" name="Google Shape;5491;p73"/>
            <p:cNvSpPr/>
            <p:nvPr/>
          </p:nvSpPr>
          <p:spPr>
            <a:xfrm>
              <a:off x="3603748" y="2818869"/>
              <a:ext cx="831661" cy="1402477"/>
            </a:xfrm>
            <a:custGeom>
              <a:avLst/>
              <a:gdLst/>
              <a:ahLst/>
              <a:cxnLst/>
              <a:rect l="l" t="t" r="r" b="b"/>
              <a:pathLst>
                <a:path w="47962" h="80881" extrusionOk="0">
                  <a:moveTo>
                    <a:pt x="7570" y="1"/>
                  </a:moveTo>
                  <a:cubicBezTo>
                    <a:pt x="7459" y="1"/>
                    <a:pt x="7355" y="14"/>
                    <a:pt x="7257" y="40"/>
                  </a:cubicBezTo>
                  <a:cubicBezTo>
                    <a:pt x="0" y="1966"/>
                    <a:pt x="576" y="16977"/>
                    <a:pt x="4630" y="28936"/>
                  </a:cubicBezTo>
                  <a:cubicBezTo>
                    <a:pt x="8684" y="40894"/>
                    <a:pt x="16414" y="48649"/>
                    <a:pt x="15239" y="49578"/>
                  </a:cubicBezTo>
                  <a:cubicBezTo>
                    <a:pt x="14533" y="50129"/>
                    <a:pt x="12973" y="50903"/>
                    <a:pt x="12332" y="52237"/>
                  </a:cubicBezTo>
                  <a:cubicBezTo>
                    <a:pt x="11987" y="52951"/>
                    <a:pt x="11919" y="53818"/>
                    <a:pt x="12381" y="54892"/>
                  </a:cubicBezTo>
                  <a:cubicBezTo>
                    <a:pt x="12514" y="55208"/>
                    <a:pt x="12681" y="55508"/>
                    <a:pt x="12871" y="55796"/>
                  </a:cubicBezTo>
                  <a:cubicBezTo>
                    <a:pt x="15271" y="59518"/>
                    <a:pt x="19459" y="67402"/>
                    <a:pt x="22118" y="71201"/>
                  </a:cubicBezTo>
                  <a:cubicBezTo>
                    <a:pt x="22925" y="72356"/>
                    <a:pt x="23744" y="73755"/>
                    <a:pt x="24575" y="75121"/>
                  </a:cubicBezTo>
                  <a:cubicBezTo>
                    <a:pt x="26365" y="78066"/>
                    <a:pt x="28223" y="80880"/>
                    <a:pt x="30187" y="80880"/>
                  </a:cubicBezTo>
                  <a:cubicBezTo>
                    <a:pt x="30326" y="80880"/>
                    <a:pt x="30466" y="80866"/>
                    <a:pt x="30607" y="80837"/>
                  </a:cubicBezTo>
                  <a:cubicBezTo>
                    <a:pt x="30907" y="80776"/>
                    <a:pt x="31203" y="80699"/>
                    <a:pt x="31499" y="80610"/>
                  </a:cubicBezTo>
                  <a:lnTo>
                    <a:pt x="31503" y="80610"/>
                  </a:lnTo>
                  <a:cubicBezTo>
                    <a:pt x="33785" y="79876"/>
                    <a:pt x="34462" y="78254"/>
                    <a:pt x="37060" y="73653"/>
                  </a:cubicBezTo>
                  <a:cubicBezTo>
                    <a:pt x="39975" y="68493"/>
                    <a:pt x="44410" y="69429"/>
                    <a:pt x="46181" y="61674"/>
                  </a:cubicBezTo>
                  <a:cubicBezTo>
                    <a:pt x="47961" y="53915"/>
                    <a:pt x="42249" y="44470"/>
                    <a:pt x="38455" y="38296"/>
                  </a:cubicBezTo>
                  <a:cubicBezTo>
                    <a:pt x="34661" y="32126"/>
                    <a:pt x="30473" y="24456"/>
                    <a:pt x="23760" y="16316"/>
                  </a:cubicBezTo>
                  <a:cubicBezTo>
                    <a:pt x="17299" y="8478"/>
                    <a:pt x="10406" y="1"/>
                    <a:pt x="7570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" name="Google Shape;5492;p73"/>
            <p:cNvSpPr/>
            <p:nvPr/>
          </p:nvSpPr>
          <p:spPr>
            <a:xfrm>
              <a:off x="3602066" y="2812800"/>
              <a:ext cx="840366" cy="1414823"/>
            </a:xfrm>
            <a:custGeom>
              <a:avLst/>
              <a:gdLst/>
              <a:ahLst/>
              <a:cxnLst/>
              <a:rect l="l" t="t" r="r" b="b"/>
              <a:pathLst>
                <a:path w="48464" h="81593" extrusionOk="0">
                  <a:moveTo>
                    <a:pt x="7687" y="709"/>
                  </a:moveTo>
                  <a:cubicBezTo>
                    <a:pt x="10234" y="709"/>
                    <a:pt x="17276" y="9248"/>
                    <a:pt x="22969" y="16160"/>
                  </a:cubicBezTo>
                  <a:lnTo>
                    <a:pt x="23581" y="16905"/>
                  </a:lnTo>
                  <a:cubicBezTo>
                    <a:pt x="29029" y="23505"/>
                    <a:pt x="32771" y="29740"/>
                    <a:pt x="36071" y="35241"/>
                  </a:cubicBezTo>
                  <a:cubicBezTo>
                    <a:pt x="36817" y="36489"/>
                    <a:pt x="37542" y="37693"/>
                    <a:pt x="38252" y="38845"/>
                  </a:cubicBezTo>
                  <a:cubicBezTo>
                    <a:pt x="41783" y="44593"/>
                    <a:pt x="47709" y="54205"/>
                    <a:pt x="45934" y="61947"/>
                  </a:cubicBezTo>
                  <a:cubicBezTo>
                    <a:pt x="44908" y="66447"/>
                    <a:pt x="42983" y="67923"/>
                    <a:pt x="40940" y="69483"/>
                  </a:cubicBezTo>
                  <a:cubicBezTo>
                    <a:pt x="39525" y="70562"/>
                    <a:pt x="38061" y="71680"/>
                    <a:pt x="36849" y="73825"/>
                  </a:cubicBezTo>
                  <a:cubicBezTo>
                    <a:pt x="36570" y="74315"/>
                    <a:pt x="36318" y="74778"/>
                    <a:pt x="36079" y="75203"/>
                  </a:cubicBezTo>
                  <a:cubicBezTo>
                    <a:pt x="34125" y="78698"/>
                    <a:pt x="33395" y="80007"/>
                    <a:pt x="31494" y="80619"/>
                  </a:cubicBezTo>
                  <a:lnTo>
                    <a:pt x="31458" y="80635"/>
                  </a:lnTo>
                  <a:cubicBezTo>
                    <a:pt x="31214" y="80712"/>
                    <a:pt x="30947" y="80781"/>
                    <a:pt x="30631" y="80846"/>
                  </a:cubicBezTo>
                  <a:cubicBezTo>
                    <a:pt x="30519" y="80869"/>
                    <a:pt x="30407" y="80880"/>
                    <a:pt x="30294" y="80880"/>
                  </a:cubicBezTo>
                  <a:cubicBezTo>
                    <a:pt x="28532" y="80880"/>
                    <a:pt x="26702" y="78131"/>
                    <a:pt x="24976" y="75292"/>
                  </a:cubicBezTo>
                  <a:lnTo>
                    <a:pt x="24570" y="74619"/>
                  </a:lnTo>
                  <a:cubicBezTo>
                    <a:pt x="23889" y="73497"/>
                    <a:pt x="23188" y="72329"/>
                    <a:pt x="22503" y="71352"/>
                  </a:cubicBezTo>
                  <a:cubicBezTo>
                    <a:pt x="20991" y="69187"/>
                    <a:pt x="18992" y="65721"/>
                    <a:pt x="17067" y="62369"/>
                  </a:cubicBezTo>
                  <a:cubicBezTo>
                    <a:pt x="15640" y="59888"/>
                    <a:pt x="14294" y="57553"/>
                    <a:pt x="13268" y="55956"/>
                  </a:cubicBezTo>
                  <a:cubicBezTo>
                    <a:pt x="13090" y="55684"/>
                    <a:pt x="12932" y="55400"/>
                    <a:pt x="12802" y="55104"/>
                  </a:cubicBezTo>
                  <a:cubicBezTo>
                    <a:pt x="12429" y="54245"/>
                    <a:pt x="12409" y="53483"/>
                    <a:pt x="12733" y="52778"/>
                  </a:cubicBezTo>
                  <a:lnTo>
                    <a:pt x="12753" y="52749"/>
                  </a:lnTo>
                  <a:cubicBezTo>
                    <a:pt x="13199" y="51813"/>
                    <a:pt x="14205" y="51140"/>
                    <a:pt x="14934" y="50653"/>
                  </a:cubicBezTo>
                  <a:cubicBezTo>
                    <a:pt x="15169" y="50491"/>
                    <a:pt x="15380" y="50353"/>
                    <a:pt x="15550" y="50216"/>
                  </a:cubicBezTo>
                  <a:cubicBezTo>
                    <a:pt x="16284" y="49640"/>
                    <a:pt x="15413" y="48310"/>
                    <a:pt x="13499" y="45408"/>
                  </a:cubicBezTo>
                  <a:cubicBezTo>
                    <a:pt x="11091" y="41759"/>
                    <a:pt x="7459" y="36242"/>
                    <a:pt x="5067" y="29188"/>
                  </a:cubicBezTo>
                  <a:cubicBezTo>
                    <a:pt x="1682" y="19204"/>
                    <a:pt x="1163" y="8782"/>
                    <a:pt x="3811" y="3852"/>
                  </a:cubicBezTo>
                  <a:cubicBezTo>
                    <a:pt x="4698" y="2194"/>
                    <a:pt x="5923" y="1144"/>
                    <a:pt x="7443" y="739"/>
                  </a:cubicBezTo>
                  <a:cubicBezTo>
                    <a:pt x="7519" y="719"/>
                    <a:pt x="7600" y="709"/>
                    <a:pt x="7687" y="709"/>
                  </a:cubicBezTo>
                  <a:close/>
                  <a:moveTo>
                    <a:pt x="7653" y="0"/>
                  </a:moveTo>
                  <a:cubicBezTo>
                    <a:pt x="7515" y="0"/>
                    <a:pt x="7384" y="17"/>
                    <a:pt x="7260" y="50"/>
                  </a:cubicBezTo>
                  <a:cubicBezTo>
                    <a:pt x="5538" y="504"/>
                    <a:pt x="4171" y="1671"/>
                    <a:pt x="3182" y="3504"/>
                  </a:cubicBezTo>
                  <a:cubicBezTo>
                    <a:pt x="0" y="9450"/>
                    <a:pt x="1577" y="21097"/>
                    <a:pt x="4394" y="29407"/>
                  </a:cubicBezTo>
                  <a:cubicBezTo>
                    <a:pt x="6815" y="36550"/>
                    <a:pt x="10479" y="42112"/>
                    <a:pt x="12907" y="45793"/>
                  </a:cubicBezTo>
                  <a:cubicBezTo>
                    <a:pt x="14042" y="47520"/>
                    <a:pt x="15218" y="49303"/>
                    <a:pt x="15113" y="49652"/>
                  </a:cubicBezTo>
                  <a:cubicBezTo>
                    <a:pt x="14963" y="49770"/>
                    <a:pt x="14768" y="49899"/>
                    <a:pt x="14537" y="50053"/>
                  </a:cubicBezTo>
                  <a:cubicBezTo>
                    <a:pt x="13747" y="50584"/>
                    <a:pt x="12672" y="51306"/>
                    <a:pt x="12133" y="52392"/>
                  </a:cubicBezTo>
                  <a:lnTo>
                    <a:pt x="12105" y="52433"/>
                  </a:lnTo>
                  <a:cubicBezTo>
                    <a:pt x="11679" y="53333"/>
                    <a:pt x="11695" y="54326"/>
                    <a:pt x="12145" y="55388"/>
                  </a:cubicBezTo>
                  <a:cubicBezTo>
                    <a:pt x="12295" y="55721"/>
                    <a:pt x="12470" y="56037"/>
                    <a:pt x="12668" y="56341"/>
                  </a:cubicBezTo>
                  <a:cubicBezTo>
                    <a:pt x="13686" y="57922"/>
                    <a:pt x="15032" y="60253"/>
                    <a:pt x="16450" y="62722"/>
                  </a:cubicBezTo>
                  <a:cubicBezTo>
                    <a:pt x="18384" y="66086"/>
                    <a:pt x="20387" y="69568"/>
                    <a:pt x="21923" y="71758"/>
                  </a:cubicBezTo>
                  <a:cubicBezTo>
                    <a:pt x="22592" y="72714"/>
                    <a:pt x="23253" y="73821"/>
                    <a:pt x="23962" y="74988"/>
                  </a:cubicBezTo>
                  <a:lnTo>
                    <a:pt x="24368" y="75665"/>
                  </a:lnTo>
                  <a:cubicBezTo>
                    <a:pt x="26273" y="78795"/>
                    <a:pt x="28166" y="81592"/>
                    <a:pt x="30282" y="81592"/>
                  </a:cubicBezTo>
                  <a:cubicBezTo>
                    <a:pt x="30448" y="81592"/>
                    <a:pt x="30610" y="81576"/>
                    <a:pt x="30773" y="81543"/>
                  </a:cubicBezTo>
                  <a:cubicBezTo>
                    <a:pt x="31089" y="81479"/>
                    <a:pt x="31401" y="81397"/>
                    <a:pt x="31705" y="81304"/>
                  </a:cubicBezTo>
                  <a:lnTo>
                    <a:pt x="31741" y="81288"/>
                  </a:lnTo>
                  <a:cubicBezTo>
                    <a:pt x="33886" y="80583"/>
                    <a:pt x="34713" y="79103"/>
                    <a:pt x="36699" y="75552"/>
                  </a:cubicBezTo>
                  <a:lnTo>
                    <a:pt x="37465" y="74174"/>
                  </a:lnTo>
                  <a:cubicBezTo>
                    <a:pt x="38609" y="72155"/>
                    <a:pt x="40011" y="71081"/>
                    <a:pt x="41369" y="70043"/>
                  </a:cubicBezTo>
                  <a:cubicBezTo>
                    <a:pt x="43421" y="68478"/>
                    <a:pt x="45541" y="66856"/>
                    <a:pt x="46631" y="62101"/>
                  </a:cubicBezTo>
                  <a:cubicBezTo>
                    <a:pt x="48464" y="54075"/>
                    <a:pt x="42448" y="44301"/>
                    <a:pt x="38856" y="38464"/>
                  </a:cubicBezTo>
                  <a:cubicBezTo>
                    <a:pt x="38147" y="37320"/>
                    <a:pt x="37425" y="36116"/>
                    <a:pt x="36683" y="34872"/>
                  </a:cubicBezTo>
                  <a:cubicBezTo>
                    <a:pt x="33367" y="29347"/>
                    <a:pt x="29613" y="23092"/>
                    <a:pt x="24132" y="16447"/>
                  </a:cubicBezTo>
                  <a:lnTo>
                    <a:pt x="23516" y="15701"/>
                  </a:lnTo>
                  <a:cubicBezTo>
                    <a:pt x="15755" y="6282"/>
                    <a:pt x="10358" y="0"/>
                    <a:pt x="765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" name="Google Shape;5493;p73"/>
            <p:cNvSpPr/>
            <p:nvPr/>
          </p:nvSpPr>
          <p:spPr>
            <a:xfrm>
              <a:off x="3609297" y="2813338"/>
              <a:ext cx="260950" cy="838649"/>
            </a:xfrm>
            <a:custGeom>
              <a:avLst/>
              <a:gdLst/>
              <a:ahLst/>
              <a:cxnLst/>
              <a:rect l="l" t="t" r="r" b="b"/>
              <a:pathLst>
                <a:path w="15049" h="48365" extrusionOk="0">
                  <a:moveTo>
                    <a:pt x="7567" y="0"/>
                  </a:moveTo>
                  <a:cubicBezTo>
                    <a:pt x="7458" y="0"/>
                    <a:pt x="7354" y="13"/>
                    <a:pt x="7257" y="39"/>
                  </a:cubicBezTo>
                  <a:cubicBezTo>
                    <a:pt x="1" y="1969"/>
                    <a:pt x="576" y="16984"/>
                    <a:pt x="4630" y="28943"/>
                  </a:cubicBezTo>
                  <a:cubicBezTo>
                    <a:pt x="7930" y="38668"/>
                    <a:pt x="13654" y="45616"/>
                    <a:pt x="15048" y="48364"/>
                  </a:cubicBezTo>
                  <a:cubicBezTo>
                    <a:pt x="14201" y="46001"/>
                    <a:pt x="13390" y="43561"/>
                    <a:pt x="12701" y="41149"/>
                  </a:cubicBezTo>
                  <a:cubicBezTo>
                    <a:pt x="8927" y="27994"/>
                    <a:pt x="8141" y="15829"/>
                    <a:pt x="7853" y="9545"/>
                  </a:cubicBezTo>
                  <a:cubicBezTo>
                    <a:pt x="7596" y="3933"/>
                    <a:pt x="9916" y="1943"/>
                    <a:pt x="10816" y="1943"/>
                  </a:cubicBezTo>
                  <a:cubicBezTo>
                    <a:pt x="10924" y="1943"/>
                    <a:pt x="11011" y="1971"/>
                    <a:pt x="11072" y="2025"/>
                  </a:cubicBezTo>
                  <a:cubicBezTo>
                    <a:pt x="11635" y="2532"/>
                    <a:pt x="14197" y="5110"/>
                    <a:pt x="14197" y="5110"/>
                  </a:cubicBezTo>
                  <a:cubicBezTo>
                    <a:pt x="11359" y="2069"/>
                    <a:pt x="8967" y="0"/>
                    <a:pt x="7567" y="0"/>
                  </a:cubicBezTo>
                  <a:close/>
                </a:path>
              </a:pathLst>
            </a:custGeom>
            <a:solidFill>
              <a:srgbClr val="88CA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" name="Google Shape;5494;p73"/>
            <p:cNvSpPr/>
            <p:nvPr/>
          </p:nvSpPr>
          <p:spPr>
            <a:xfrm>
              <a:off x="3607615" y="2807217"/>
              <a:ext cx="269446" cy="850961"/>
            </a:xfrm>
            <a:custGeom>
              <a:avLst/>
              <a:gdLst/>
              <a:ahLst/>
              <a:cxnLst/>
              <a:rect l="l" t="t" r="r" b="b"/>
              <a:pathLst>
                <a:path w="15539" h="49075" extrusionOk="0">
                  <a:moveTo>
                    <a:pt x="7651" y="707"/>
                  </a:moveTo>
                  <a:cubicBezTo>
                    <a:pt x="7661" y="707"/>
                    <a:pt x="7672" y="708"/>
                    <a:pt x="7682" y="708"/>
                  </a:cubicBezTo>
                  <a:cubicBezTo>
                    <a:pt x="8274" y="708"/>
                    <a:pt x="9146" y="1178"/>
                    <a:pt x="10297" y="2111"/>
                  </a:cubicBezTo>
                  <a:cubicBezTo>
                    <a:pt x="9170" y="2662"/>
                    <a:pt x="7366" y="4912"/>
                    <a:pt x="7597" y="9918"/>
                  </a:cubicBezTo>
                  <a:cubicBezTo>
                    <a:pt x="7954" y="17487"/>
                    <a:pt x="8842" y="29008"/>
                    <a:pt x="12454" y="41603"/>
                  </a:cubicBezTo>
                  <a:cubicBezTo>
                    <a:pt x="12839" y="42945"/>
                    <a:pt x="13277" y="44335"/>
                    <a:pt x="13763" y="45807"/>
                  </a:cubicBezTo>
                  <a:lnTo>
                    <a:pt x="13500" y="45405"/>
                  </a:lnTo>
                  <a:cubicBezTo>
                    <a:pt x="11092" y="41757"/>
                    <a:pt x="7459" y="36236"/>
                    <a:pt x="5068" y="29186"/>
                  </a:cubicBezTo>
                  <a:cubicBezTo>
                    <a:pt x="2299" y="21014"/>
                    <a:pt x="726" y="9602"/>
                    <a:pt x="3811" y="3842"/>
                  </a:cubicBezTo>
                  <a:cubicBezTo>
                    <a:pt x="4699" y="2184"/>
                    <a:pt x="5923" y="1142"/>
                    <a:pt x="7443" y="737"/>
                  </a:cubicBezTo>
                  <a:cubicBezTo>
                    <a:pt x="7510" y="719"/>
                    <a:pt x="7580" y="707"/>
                    <a:pt x="7651" y="707"/>
                  </a:cubicBezTo>
                  <a:close/>
                  <a:moveTo>
                    <a:pt x="7660" y="1"/>
                  </a:moveTo>
                  <a:cubicBezTo>
                    <a:pt x="7519" y="1"/>
                    <a:pt x="7386" y="18"/>
                    <a:pt x="7261" y="51"/>
                  </a:cubicBezTo>
                  <a:cubicBezTo>
                    <a:pt x="5542" y="509"/>
                    <a:pt x="4172" y="1673"/>
                    <a:pt x="3183" y="3509"/>
                  </a:cubicBezTo>
                  <a:cubicBezTo>
                    <a:pt x="0" y="9452"/>
                    <a:pt x="1577" y="21103"/>
                    <a:pt x="4395" y="29413"/>
                  </a:cubicBezTo>
                  <a:cubicBezTo>
                    <a:pt x="6815" y="36552"/>
                    <a:pt x="10479" y="42114"/>
                    <a:pt x="12908" y="45795"/>
                  </a:cubicBezTo>
                  <a:cubicBezTo>
                    <a:pt x="13771" y="47112"/>
                    <a:pt x="14460" y="48154"/>
                    <a:pt x="14825" y="48880"/>
                  </a:cubicBezTo>
                  <a:cubicBezTo>
                    <a:pt x="14886" y="49001"/>
                    <a:pt x="15012" y="49074"/>
                    <a:pt x="15145" y="49074"/>
                  </a:cubicBezTo>
                  <a:cubicBezTo>
                    <a:pt x="15194" y="49074"/>
                    <a:pt x="15239" y="49066"/>
                    <a:pt x="15283" y="49050"/>
                  </a:cubicBezTo>
                  <a:cubicBezTo>
                    <a:pt x="15453" y="48973"/>
                    <a:pt x="15539" y="48778"/>
                    <a:pt x="15482" y="48604"/>
                  </a:cubicBezTo>
                  <a:cubicBezTo>
                    <a:pt x="14541" y="45977"/>
                    <a:pt x="13775" y="43626"/>
                    <a:pt x="13139" y="41412"/>
                  </a:cubicBezTo>
                  <a:cubicBezTo>
                    <a:pt x="9547" y="28886"/>
                    <a:pt x="8659" y="17418"/>
                    <a:pt x="8311" y="9882"/>
                  </a:cubicBezTo>
                  <a:cubicBezTo>
                    <a:pt x="8128" y="5990"/>
                    <a:pt x="9239" y="3732"/>
                    <a:pt x="10333" y="2913"/>
                  </a:cubicBezTo>
                  <a:cubicBezTo>
                    <a:pt x="10686" y="2650"/>
                    <a:pt x="10913" y="2646"/>
                    <a:pt x="10929" y="2646"/>
                  </a:cubicBezTo>
                  <a:cubicBezTo>
                    <a:pt x="11481" y="3144"/>
                    <a:pt x="14014" y="5690"/>
                    <a:pt x="14043" y="5719"/>
                  </a:cubicBezTo>
                  <a:cubicBezTo>
                    <a:pt x="14111" y="5791"/>
                    <a:pt x="14202" y="5826"/>
                    <a:pt x="14295" y="5826"/>
                  </a:cubicBezTo>
                  <a:cubicBezTo>
                    <a:pt x="14385" y="5826"/>
                    <a:pt x="14476" y="5793"/>
                    <a:pt x="14545" y="5727"/>
                  </a:cubicBezTo>
                  <a:cubicBezTo>
                    <a:pt x="14687" y="5589"/>
                    <a:pt x="14691" y="5362"/>
                    <a:pt x="14554" y="5220"/>
                  </a:cubicBezTo>
                  <a:cubicBezTo>
                    <a:pt x="11212" y="1643"/>
                    <a:pt x="9047" y="1"/>
                    <a:pt x="766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" name="Google Shape;5495;p73"/>
            <p:cNvSpPr/>
            <p:nvPr/>
          </p:nvSpPr>
          <p:spPr>
            <a:xfrm>
              <a:off x="3603748" y="2818956"/>
              <a:ext cx="831592" cy="1402390"/>
            </a:xfrm>
            <a:custGeom>
              <a:avLst/>
              <a:gdLst/>
              <a:ahLst/>
              <a:cxnLst/>
              <a:rect l="l" t="t" r="r" b="b"/>
              <a:pathLst>
                <a:path w="47958" h="80876" extrusionOk="0">
                  <a:moveTo>
                    <a:pt x="7568" y="0"/>
                  </a:moveTo>
                  <a:cubicBezTo>
                    <a:pt x="7458" y="0"/>
                    <a:pt x="7354" y="13"/>
                    <a:pt x="7257" y="39"/>
                  </a:cubicBezTo>
                  <a:cubicBezTo>
                    <a:pt x="0" y="1965"/>
                    <a:pt x="576" y="16980"/>
                    <a:pt x="4630" y="28939"/>
                  </a:cubicBezTo>
                  <a:cubicBezTo>
                    <a:pt x="8684" y="40898"/>
                    <a:pt x="16414" y="48648"/>
                    <a:pt x="15239" y="49577"/>
                  </a:cubicBezTo>
                  <a:lnTo>
                    <a:pt x="14983" y="49763"/>
                  </a:lnTo>
                  <a:lnTo>
                    <a:pt x="14983" y="49763"/>
                  </a:lnTo>
                  <a:lnTo>
                    <a:pt x="15502" y="49447"/>
                  </a:lnTo>
                  <a:cubicBezTo>
                    <a:pt x="15572" y="49401"/>
                    <a:pt x="15778" y="49243"/>
                    <a:pt x="15789" y="49243"/>
                  </a:cubicBezTo>
                  <a:cubicBezTo>
                    <a:pt x="15794" y="49243"/>
                    <a:pt x="15749" y="49283"/>
                    <a:pt x="15612" y="49398"/>
                  </a:cubicBezTo>
                  <a:cubicBezTo>
                    <a:pt x="15745" y="49289"/>
                    <a:pt x="15895" y="49200"/>
                    <a:pt x="16053" y="49131"/>
                  </a:cubicBezTo>
                  <a:cubicBezTo>
                    <a:pt x="15328" y="43379"/>
                    <a:pt x="13743" y="37703"/>
                    <a:pt x="13082" y="31902"/>
                  </a:cubicBezTo>
                  <a:cubicBezTo>
                    <a:pt x="12669" y="28181"/>
                    <a:pt x="12369" y="24447"/>
                    <a:pt x="12206" y="20714"/>
                  </a:cubicBezTo>
                  <a:cubicBezTo>
                    <a:pt x="12150" y="19421"/>
                    <a:pt x="12170" y="17957"/>
                    <a:pt x="13110" y="17065"/>
                  </a:cubicBezTo>
                  <a:cubicBezTo>
                    <a:pt x="13592" y="16608"/>
                    <a:pt x="14148" y="16415"/>
                    <a:pt x="14736" y="16415"/>
                  </a:cubicBezTo>
                  <a:cubicBezTo>
                    <a:pt x="16337" y="16415"/>
                    <a:pt x="18165" y="17845"/>
                    <a:pt x="19313" y="19250"/>
                  </a:cubicBezTo>
                  <a:cubicBezTo>
                    <a:pt x="25783" y="27163"/>
                    <a:pt x="31117" y="35956"/>
                    <a:pt x="35901" y="44996"/>
                  </a:cubicBezTo>
                  <a:cubicBezTo>
                    <a:pt x="38731" y="50331"/>
                    <a:pt x="41329" y="57060"/>
                    <a:pt x="37964" y="62083"/>
                  </a:cubicBezTo>
                  <a:cubicBezTo>
                    <a:pt x="36955" y="63591"/>
                    <a:pt x="35488" y="64758"/>
                    <a:pt x="34446" y="66246"/>
                  </a:cubicBezTo>
                  <a:cubicBezTo>
                    <a:pt x="32780" y="68634"/>
                    <a:pt x="32155" y="71893"/>
                    <a:pt x="29703" y="73454"/>
                  </a:cubicBezTo>
                  <a:cubicBezTo>
                    <a:pt x="28183" y="74423"/>
                    <a:pt x="26273" y="74508"/>
                    <a:pt x="24575" y="75116"/>
                  </a:cubicBezTo>
                  <a:cubicBezTo>
                    <a:pt x="26365" y="78057"/>
                    <a:pt x="28223" y="80875"/>
                    <a:pt x="30188" y="80875"/>
                  </a:cubicBezTo>
                  <a:cubicBezTo>
                    <a:pt x="30327" y="80875"/>
                    <a:pt x="30466" y="80861"/>
                    <a:pt x="30607" y="80832"/>
                  </a:cubicBezTo>
                  <a:cubicBezTo>
                    <a:pt x="30907" y="80771"/>
                    <a:pt x="31203" y="80694"/>
                    <a:pt x="31499" y="80605"/>
                  </a:cubicBezTo>
                  <a:lnTo>
                    <a:pt x="31503" y="80605"/>
                  </a:lnTo>
                  <a:cubicBezTo>
                    <a:pt x="33785" y="79867"/>
                    <a:pt x="34462" y="78245"/>
                    <a:pt x="37060" y="73644"/>
                  </a:cubicBezTo>
                  <a:cubicBezTo>
                    <a:pt x="39975" y="68488"/>
                    <a:pt x="44410" y="69424"/>
                    <a:pt x="46181" y="61665"/>
                  </a:cubicBezTo>
                  <a:cubicBezTo>
                    <a:pt x="47957" y="53910"/>
                    <a:pt x="42257" y="44473"/>
                    <a:pt x="38455" y="38299"/>
                  </a:cubicBezTo>
                  <a:cubicBezTo>
                    <a:pt x="34661" y="32125"/>
                    <a:pt x="30473" y="24455"/>
                    <a:pt x="23760" y="16315"/>
                  </a:cubicBezTo>
                  <a:cubicBezTo>
                    <a:pt x="17297" y="8479"/>
                    <a:pt x="10403" y="0"/>
                    <a:pt x="7568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" name="Google Shape;5496;p73"/>
            <p:cNvSpPr/>
            <p:nvPr/>
          </p:nvSpPr>
          <p:spPr>
            <a:xfrm>
              <a:off x="3867975" y="3520168"/>
              <a:ext cx="235651" cy="158453"/>
            </a:xfrm>
            <a:custGeom>
              <a:avLst/>
              <a:gdLst/>
              <a:ahLst/>
              <a:cxnLst/>
              <a:rect l="l" t="t" r="r" b="b"/>
              <a:pathLst>
                <a:path w="13590" h="9138" extrusionOk="0">
                  <a:moveTo>
                    <a:pt x="13589" y="1"/>
                  </a:moveTo>
                  <a:cubicBezTo>
                    <a:pt x="7002" y="1796"/>
                    <a:pt x="3455" y="6442"/>
                    <a:pt x="1" y="9138"/>
                  </a:cubicBezTo>
                  <a:lnTo>
                    <a:pt x="13589" y="1"/>
                  </a:lnTo>
                  <a:close/>
                </a:path>
              </a:pathLst>
            </a:custGeom>
            <a:solidFill>
              <a:srgbClr val="88CA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5497;p73"/>
            <p:cNvSpPr/>
            <p:nvPr/>
          </p:nvSpPr>
          <p:spPr>
            <a:xfrm>
              <a:off x="3859618" y="3513943"/>
              <a:ext cx="250962" cy="170868"/>
            </a:xfrm>
            <a:custGeom>
              <a:avLst/>
              <a:gdLst/>
              <a:ahLst/>
              <a:cxnLst/>
              <a:rect l="l" t="t" r="r" b="b"/>
              <a:pathLst>
                <a:path w="14473" h="9854" extrusionOk="0">
                  <a:moveTo>
                    <a:pt x="14080" y="0"/>
                  </a:moveTo>
                  <a:cubicBezTo>
                    <a:pt x="14048" y="0"/>
                    <a:pt x="14015" y="5"/>
                    <a:pt x="13982" y="15"/>
                  </a:cubicBezTo>
                  <a:cubicBezTo>
                    <a:pt x="8947" y="1389"/>
                    <a:pt x="5724" y="4332"/>
                    <a:pt x="2883" y="6935"/>
                  </a:cubicBezTo>
                  <a:cubicBezTo>
                    <a:pt x="1970" y="7766"/>
                    <a:pt x="1111" y="8556"/>
                    <a:pt x="264" y="9217"/>
                  </a:cubicBezTo>
                  <a:cubicBezTo>
                    <a:pt x="0" y="9428"/>
                    <a:pt x="146" y="9849"/>
                    <a:pt x="483" y="9854"/>
                  </a:cubicBezTo>
                  <a:cubicBezTo>
                    <a:pt x="560" y="9849"/>
                    <a:pt x="637" y="9825"/>
                    <a:pt x="697" y="9777"/>
                  </a:cubicBezTo>
                  <a:cubicBezTo>
                    <a:pt x="1569" y="9095"/>
                    <a:pt x="2441" y="8301"/>
                    <a:pt x="3365" y="7454"/>
                  </a:cubicBezTo>
                  <a:cubicBezTo>
                    <a:pt x="6146" y="4912"/>
                    <a:pt x="9304" y="2030"/>
                    <a:pt x="14168" y="700"/>
                  </a:cubicBezTo>
                  <a:cubicBezTo>
                    <a:pt x="14359" y="651"/>
                    <a:pt x="14472" y="453"/>
                    <a:pt x="14420" y="262"/>
                  </a:cubicBezTo>
                  <a:cubicBezTo>
                    <a:pt x="14380" y="105"/>
                    <a:pt x="14235" y="0"/>
                    <a:pt x="1408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" name="Google Shape;5498;p73"/>
            <p:cNvSpPr/>
            <p:nvPr/>
          </p:nvSpPr>
          <p:spPr>
            <a:xfrm>
              <a:off x="3810060" y="3715954"/>
              <a:ext cx="386196" cy="505374"/>
            </a:xfrm>
            <a:custGeom>
              <a:avLst/>
              <a:gdLst/>
              <a:ahLst/>
              <a:cxnLst/>
              <a:rect l="l" t="t" r="r" b="b"/>
              <a:pathLst>
                <a:path w="22272" h="29145" extrusionOk="0">
                  <a:moveTo>
                    <a:pt x="1598" y="1"/>
                  </a:moveTo>
                  <a:cubicBezTo>
                    <a:pt x="1196" y="1"/>
                    <a:pt x="809" y="159"/>
                    <a:pt x="434" y="502"/>
                  </a:cubicBezTo>
                  <a:cubicBezTo>
                    <a:pt x="4" y="1406"/>
                    <a:pt x="0" y="2553"/>
                    <a:pt x="973" y="4061"/>
                  </a:cubicBezTo>
                  <a:cubicBezTo>
                    <a:pt x="1346" y="4641"/>
                    <a:pt x="1768" y="5326"/>
                    <a:pt x="2218" y="6088"/>
                  </a:cubicBezTo>
                  <a:cubicBezTo>
                    <a:pt x="3750" y="8646"/>
                    <a:pt x="5635" y="12015"/>
                    <a:pt x="7378" y="14958"/>
                  </a:cubicBezTo>
                  <a:cubicBezTo>
                    <a:pt x="8408" y="16693"/>
                    <a:pt x="9389" y="18278"/>
                    <a:pt x="10220" y="19466"/>
                  </a:cubicBezTo>
                  <a:cubicBezTo>
                    <a:pt x="12754" y="23094"/>
                    <a:pt x="15413" y="29144"/>
                    <a:pt x="18293" y="29144"/>
                  </a:cubicBezTo>
                  <a:cubicBezTo>
                    <a:pt x="18431" y="29144"/>
                    <a:pt x="18570" y="29130"/>
                    <a:pt x="18709" y="29102"/>
                  </a:cubicBezTo>
                  <a:cubicBezTo>
                    <a:pt x="19009" y="29041"/>
                    <a:pt x="19305" y="28964"/>
                    <a:pt x="19601" y="28875"/>
                  </a:cubicBezTo>
                  <a:lnTo>
                    <a:pt x="19605" y="28875"/>
                  </a:lnTo>
                  <a:cubicBezTo>
                    <a:pt x="22272" y="25992"/>
                    <a:pt x="19588" y="20735"/>
                    <a:pt x="13256" y="13511"/>
                  </a:cubicBezTo>
                  <a:cubicBezTo>
                    <a:pt x="12616" y="12781"/>
                    <a:pt x="12004" y="12039"/>
                    <a:pt x="11420" y="11301"/>
                  </a:cubicBezTo>
                  <a:cubicBezTo>
                    <a:pt x="9138" y="8407"/>
                    <a:pt x="7240" y="5508"/>
                    <a:pt x="5619" y="3380"/>
                  </a:cubicBezTo>
                  <a:cubicBezTo>
                    <a:pt x="4074" y="1343"/>
                    <a:pt x="2769" y="1"/>
                    <a:pt x="1598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" name="Google Shape;5499;p73"/>
            <p:cNvSpPr/>
            <p:nvPr/>
          </p:nvSpPr>
          <p:spPr>
            <a:xfrm>
              <a:off x="3802396" y="3709833"/>
              <a:ext cx="397953" cy="517790"/>
            </a:xfrm>
            <a:custGeom>
              <a:avLst/>
              <a:gdLst/>
              <a:ahLst/>
              <a:cxnLst/>
              <a:rect l="l" t="t" r="r" b="b"/>
              <a:pathLst>
                <a:path w="22950" h="29861" extrusionOk="0">
                  <a:moveTo>
                    <a:pt x="2049" y="713"/>
                  </a:moveTo>
                  <a:cubicBezTo>
                    <a:pt x="2082" y="713"/>
                    <a:pt x="2116" y="714"/>
                    <a:pt x="2149" y="717"/>
                  </a:cubicBezTo>
                  <a:cubicBezTo>
                    <a:pt x="3256" y="815"/>
                    <a:pt x="4602" y="2404"/>
                    <a:pt x="5777" y="3952"/>
                  </a:cubicBezTo>
                  <a:cubicBezTo>
                    <a:pt x="6442" y="4824"/>
                    <a:pt x="7155" y="5829"/>
                    <a:pt x="7909" y="6895"/>
                  </a:cubicBezTo>
                  <a:cubicBezTo>
                    <a:pt x="9000" y="8432"/>
                    <a:pt x="10232" y="10163"/>
                    <a:pt x="11586" y="11881"/>
                  </a:cubicBezTo>
                  <a:cubicBezTo>
                    <a:pt x="12243" y="12708"/>
                    <a:pt x="12847" y="13438"/>
                    <a:pt x="13431" y="14099"/>
                  </a:cubicBezTo>
                  <a:cubicBezTo>
                    <a:pt x="20051" y="21655"/>
                    <a:pt x="22094" y="26370"/>
                    <a:pt x="19844" y="28924"/>
                  </a:cubicBezTo>
                  <a:cubicBezTo>
                    <a:pt x="19621" y="28993"/>
                    <a:pt x="19370" y="29053"/>
                    <a:pt x="19078" y="29114"/>
                  </a:cubicBezTo>
                  <a:cubicBezTo>
                    <a:pt x="18967" y="29137"/>
                    <a:pt x="18857" y="29148"/>
                    <a:pt x="18745" y="29148"/>
                  </a:cubicBezTo>
                  <a:cubicBezTo>
                    <a:pt x="16804" y="29148"/>
                    <a:pt x="14758" y="25772"/>
                    <a:pt x="12948" y="22774"/>
                  </a:cubicBezTo>
                  <a:cubicBezTo>
                    <a:pt x="12259" y="21639"/>
                    <a:pt x="11611" y="20561"/>
                    <a:pt x="10950" y="19620"/>
                  </a:cubicBezTo>
                  <a:cubicBezTo>
                    <a:pt x="10220" y="18578"/>
                    <a:pt x="9300" y="17111"/>
                    <a:pt x="8128" y="15133"/>
                  </a:cubicBezTo>
                  <a:cubicBezTo>
                    <a:pt x="7249" y="13653"/>
                    <a:pt x="6337" y="12060"/>
                    <a:pt x="5449" y="10523"/>
                  </a:cubicBezTo>
                  <a:cubicBezTo>
                    <a:pt x="4561" y="8987"/>
                    <a:pt x="3726" y="7532"/>
                    <a:pt x="2972" y="6263"/>
                  </a:cubicBezTo>
                  <a:cubicBezTo>
                    <a:pt x="2510" y="5489"/>
                    <a:pt x="2084" y="4803"/>
                    <a:pt x="1715" y="4224"/>
                  </a:cubicBezTo>
                  <a:cubicBezTo>
                    <a:pt x="937" y="3028"/>
                    <a:pt x="763" y="1998"/>
                    <a:pt x="1168" y="1078"/>
                  </a:cubicBezTo>
                  <a:cubicBezTo>
                    <a:pt x="1450" y="833"/>
                    <a:pt x="1742" y="713"/>
                    <a:pt x="2049" y="713"/>
                  </a:cubicBezTo>
                  <a:close/>
                  <a:moveTo>
                    <a:pt x="2043" y="0"/>
                  </a:moveTo>
                  <a:cubicBezTo>
                    <a:pt x="1556" y="0"/>
                    <a:pt x="1092" y="193"/>
                    <a:pt x="669" y="571"/>
                  </a:cubicBezTo>
                  <a:cubicBezTo>
                    <a:pt x="621" y="604"/>
                    <a:pt x="580" y="648"/>
                    <a:pt x="552" y="705"/>
                  </a:cubicBezTo>
                  <a:cubicBezTo>
                    <a:pt x="0" y="1868"/>
                    <a:pt x="187" y="3182"/>
                    <a:pt x="1115" y="4609"/>
                  </a:cubicBezTo>
                  <a:cubicBezTo>
                    <a:pt x="1480" y="5185"/>
                    <a:pt x="1902" y="5857"/>
                    <a:pt x="2356" y="6628"/>
                  </a:cubicBezTo>
                  <a:cubicBezTo>
                    <a:pt x="3110" y="7892"/>
                    <a:pt x="3945" y="9340"/>
                    <a:pt x="4829" y="10880"/>
                  </a:cubicBezTo>
                  <a:cubicBezTo>
                    <a:pt x="5716" y="12421"/>
                    <a:pt x="6632" y="14010"/>
                    <a:pt x="7516" y="15493"/>
                  </a:cubicBezTo>
                  <a:cubicBezTo>
                    <a:pt x="8712" y="17516"/>
                    <a:pt x="9620" y="18955"/>
                    <a:pt x="10370" y="20026"/>
                  </a:cubicBezTo>
                  <a:cubicBezTo>
                    <a:pt x="11019" y="20950"/>
                    <a:pt x="11659" y="22016"/>
                    <a:pt x="12340" y="23147"/>
                  </a:cubicBezTo>
                  <a:cubicBezTo>
                    <a:pt x="14335" y="26451"/>
                    <a:pt x="16394" y="29860"/>
                    <a:pt x="18729" y="29860"/>
                  </a:cubicBezTo>
                  <a:cubicBezTo>
                    <a:pt x="18895" y="29860"/>
                    <a:pt x="19057" y="29840"/>
                    <a:pt x="19220" y="29803"/>
                  </a:cubicBezTo>
                  <a:cubicBezTo>
                    <a:pt x="19536" y="29742"/>
                    <a:pt x="19848" y="29661"/>
                    <a:pt x="20152" y="29568"/>
                  </a:cubicBezTo>
                  <a:cubicBezTo>
                    <a:pt x="20201" y="29552"/>
                    <a:pt x="20245" y="29524"/>
                    <a:pt x="20282" y="29491"/>
                  </a:cubicBezTo>
                  <a:lnTo>
                    <a:pt x="20286" y="29491"/>
                  </a:lnTo>
                  <a:lnTo>
                    <a:pt x="20310" y="29471"/>
                  </a:lnTo>
                  <a:cubicBezTo>
                    <a:pt x="22949" y="26613"/>
                    <a:pt x="20934" y="21582"/>
                    <a:pt x="13966" y="13637"/>
                  </a:cubicBezTo>
                  <a:cubicBezTo>
                    <a:pt x="13390" y="12976"/>
                    <a:pt x="12790" y="12258"/>
                    <a:pt x="12142" y="11440"/>
                  </a:cubicBezTo>
                  <a:cubicBezTo>
                    <a:pt x="10800" y="9737"/>
                    <a:pt x="9572" y="8010"/>
                    <a:pt x="8493" y="6486"/>
                  </a:cubicBezTo>
                  <a:cubicBezTo>
                    <a:pt x="7727" y="5412"/>
                    <a:pt x="7014" y="4402"/>
                    <a:pt x="6341" y="3522"/>
                  </a:cubicBezTo>
                  <a:cubicBezTo>
                    <a:pt x="4520" y="1123"/>
                    <a:pt x="3325" y="109"/>
                    <a:pt x="2210" y="8"/>
                  </a:cubicBezTo>
                  <a:cubicBezTo>
                    <a:pt x="2154" y="3"/>
                    <a:pt x="2099" y="0"/>
                    <a:pt x="204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" name="Google Shape;5500;p73"/>
            <p:cNvSpPr/>
            <p:nvPr/>
          </p:nvSpPr>
          <p:spPr>
            <a:xfrm>
              <a:off x="3846682" y="2950324"/>
              <a:ext cx="193601" cy="233431"/>
            </a:xfrm>
            <a:custGeom>
              <a:avLst/>
              <a:gdLst/>
              <a:ahLst/>
              <a:cxnLst/>
              <a:rect l="l" t="t" r="r" b="b"/>
              <a:pathLst>
                <a:path w="11165" h="13462" extrusionOk="0">
                  <a:moveTo>
                    <a:pt x="75" y="0"/>
                  </a:moveTo>
                  <a:cubicBezTo>
                    <a:pt x="64" y="0"/>
                    <a:pt x="53" y="2"/>
                    <a:pt x="45" y="7"/>
                  </a:cubicBezTo>
                  <a:cubicBezTo>
                    <a:pt x="0" y="40"/>
                    <a:pt x="57" y="157"/>
                    <a:pt x="175" y="271"/>
                  </a:cubicBezTo>
                  <a:cubicBezTo>
                    <a:pt x="1176" y="1252"/>
                    <a:pt x="2149" y="2257"/>
                    <a:pt x="3102" y="3291"/>
                  </a:cubicBezTo>
                  <a:cubicBezTo>
                    <a:pt x="4058" y="4321"/>
                    <a:pt x="4978" y="5379"/>
                    <a:pt x="5862" y="6465"/>
                  </a:cubicBezTo>
                  <a:cubicBezTo>
                    <a:pt x="6754" y="7552"/>
                    <a:pt x="7613" y="8658"/>
                    <a:pt x="8444" y="9789"/>
                  </a:cubicBezTo>
                  <a:cubicBezTo>
                    <a:pt x="9271" y="10916"/>
                    <a:pt x="10070" y="12067"/>
                    <a:pt x="10840" y="13243"/>
                  </a:cubicBezTo>
                  <a:cubicBezTo>
                    <a:pt x="10927" y="13370"/>
                    <a:pt x="11021" y="13462"/>
                    <a:pt x="11084" y="13462"/>
                  </a:cubicBezTo>
                  <a:cubicBezTo>
                    <a:pt x="11091" y="13462"/>
                    <a:pt x="11097" y="13460"/>
                    <a:pt x="11104" y="13458"/>
                  </a:cubicBezTo>
                  <a:cubicBezTo>
                    <a:pt x="11165" y="13434"/>
                    <a:pt x="11128" y="13284"/>
                    <a:pt x="11031" y="13121"/>
                  </a:cubicBezTo>
                  <a:cubicBezTo>
                    <a:pt x="10301" y="11917"/>
                    <a:pt x="9539" y="10730"/>
                    <a:pt x="8712" y="9591"/>
                  </a:cubicBezTo>
                  <a:cubicBezTo>
                    <a:pt x="7885" y="8451"/>
                    <a:pt x="7030" y="7333"/>
                    <a:pt x="6138" y="6242"/>
                  </a:cubicBezTo>
                  <a:cubicBezTo>
                    <a:pt x="5238" y="5156"/>
                    <a:pt x="4301" y="4102"/>
                    <a:pt x="3329" y="3080"/>
                  </a:cubicBezTo>
                  <a:cubicBezTo>
                    <a:pt x="2356" y="2055"/>
                    <a:pt x="1350" y="1074"/>
                    <a:pt x="304" y="129"/>
                  </a:cubicBezTo>
                  <a:cubicBezTo>
                    <a:pt x="217" y="52"/>
                    <a:pt x="131" y="0"/>
                    <a:pt x="7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" name="Google Shape;5501;p73"/>
            <p:cNvSpPr/>
            <p:nvPr/>
          </p:nvSpPr>
          <p:spPr>
            <a:xfrm>
              <a:off x="3790795" y="2898772"/>
              <a:ext cx="42622" cy="41252"/>
            </a:xfrm>
            <a:custGeom>
              <a:avLst/>
              <a:gdLst/>
              <a:ahLst/>
              <a:cxnLst/>
              <a:rect l="l" t="t" r="r" b="b"/>
              <a:pathLst>
                <a:path w="2458" h="2379" extrusionOk="0">
                  <a:moveTo>
                    <a:pt x="127" y="1"/>
                  </a:moveTo>
                  <a:cubicBezTo>
                    <a:pt x="104" y="1"/>
                    <a:pt x="74" y="13"/>
                    <a:pt x="49" y="37"/>
                  </a:cubicBezTo>
                  <a:cubicBezTo>
                    <a:pt x="17" y="74"/>
                    <a:pt x="1" y="122"/>
                    <a:pt x="21" y="143"/>
                  </a:cubicBezTo>
                  <a:cubicBezTo>
                    <a:pt x="187" y="349"/>
                    <a:pt x="365" y="548"/>
                    <a:pt x="544" y="743"/>
                  </a:cubicBezTo>
                  <a:lnTo>
                    <a:pt x="1095" y="1310"/>
                  </a:lnTo>
                  <a:lnTo>
                    <a:pt x="1675" y="1853"/>
                  </a:lnTo>
                  <a:cubicBezTo>
                    <a:pt x="1865" y="2028"/>
                    <a:pt x="2068" y="2202"/>
                    <a:pt x="2275" y="2368"/>
                  </a:cubicBezTo>
                  <a:cubicBezTo>
                    <a:pt x="2284" y="2375"/>
                    <a:pt x="2295" y="2379"/>
                    <a:pt x="2308" y="2379"/>
                  </a:cubicBezTo>
                  <a:cubicBezTo>
                    <a:pt x="2333" y="2379"/>
                    <a:pt x="2363" y="2364"/>
                    <a:pt x="2392" y="2332"/>
                  </a:cubicBezTo>
                  <a:cubicBezTo>
                    <a:pt x="2437" y="2287"/>
                    <a:pt x="2457" y="2230"/>
                    <a:pt x="2433" y="2206"/>
                  </a:cubicBezTo>
                  <a:cubicBezTo>
                    <a:pt x="2259" y="2003"/>
                    <a:pt x="2088" y="1805"/>
                    <a:pt x="1902" y="1614"/>
                  </a:cubicBezTo>
                  <a:lnTo>
                    <a:pt x="1342" y="1055"/>
                  </a:lnTo>
                  <a:lnTo>
                    <a:pt x="763" y="520"/>
                  </a:lnTo>
                  <a:cubicBezTo>
                    <a:pt x="564" y="341"/>
                    <a:pt x="361" y="175"/>
                    <a:pt x="155" y="9"/>
                  </a:cubicBezTo>
                  <a:cubicBezTo>
                    <a:pt x="148" y="4"/>
                    <a:pt x="138" y="1"/>
                    <a:pt x="12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" name="Google Shape;5502;p73"/>
            <p:cNvSpPr/>
            <p:nvPr/>
          </p:nvSpPr>
          <p:spPr>
            <a:xfrm>
              <a:off x="4057623" y="3206210"/>
              <a:ext cx="34611" cy="44252"/>
            </a:xfrm>
            <a:custGeom>
              <a:avLst/>
              <a:gdLst/>
              <a:ahLst/>
              <a:cxnLst/>
              <a:rect l="l" t="t" r="r" b="b"/>
              <a:pathLst>
                <a:path w="1996" h="2552" extrusionOk="0">
                  <a:moveTo>
                    <a:pt x="138" y="1"/>
                  </a:moveTo>
                  <a:cubicBezTo>
                    <a:pt x="118" y="1"/>
                    <a:pt x="91" y="13"/>
                    <a:pt x="62" y="39"/>
                  </a:cubicBezTo>
                  <a:cubicBezTo>
                    <a:pt x="21" y="75"/>
                    <a:pt x="1" y="120"/>
                    <a:pt x="21" y="144"/>
                  </a:cubicBezTo>
                  <a:lnTo>
                    <a:pt x="475" y="736"/>
                  </a:lnTo>
                  <a:cubicBezTo>
                    <a:pt x="625" y="931"/>
                    <a:pt x="763" y="1137"/>
                    <a:pt x="913" y="1332"/>
                  </a:cubicBezTo>
                  <a:cubicBezTo>
                    <a:pt x="1067" y="1522"/>
                    <a:pt x="1213" y="1725"/>
                    <a:pt x="1351" y="1928"/>
                  </a:cubicBezTo>
                  <a:lnTo>
                    <a:pt x="1780" y="2532"/>
                  </a:lnTo>
                  <a:cubicBezTo>
                    <a:pt x="1791" y="2544"/>
                    <a:pt x="1808" y="2552"/>
                    <a:pt x="1830" y="2552"/>
                  </a:cubicBezTo>
                  <a:cubicBezTo>
                    <a:pt x="1850" y="2552"/>
                    <a:pt x="1875" y="2545"/>
                    <a:pt x="1902" y="2532"/>
                  </a:cubicBezTo>
                  <a:cubicBezTo>
                    <a:pt x="1959" y="2499"/>
                    <a:pt x="1995" y="2451"/>
                    <a:pt x="1979" y="2418"/>
                  </a:cubicBezTo>
                  <a:cubicBezTo>
                    <a:pt x="1874" y="2187"/>
                    <a:pt x="1760" y="1964"/>
                    <a:pt x="1631" y="1745"/>
                  </a:cubicBezTo>
                  <a:cubicBezTo>
                    <a:pt x="1493" y="1535"/>
                    <a:pt x="1359" y="1320"/>
                    <a:pt x="1205" y="1117"/>
                  </a:cubicBezTo>
                  <a:cubicBezTo>
                    <a:pt x="1047" y="914"/>
                    <a:pt x="881" y="724"/>
                    <a:pt x="710" y="533"/>
                  </a:cubicBezTo>
                  <a:cubicBezTo>
                    <a:pt x="540" y="347"/>
                    <a:pt x="354" y="172"/>
                    <a:pt x="159" y="6"/>
                  </a:cubicBezTo>
                  <a:cubicBezTo>
                    <a:pt x="153" y="3"/>
                    <a:pt x="146" y="1"/>
                    <a:pt x="13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" name="Google Shape;5503;p73"/>
            <p:cNvSpPr/>
            <p:nvPr/>
          </p:nvSpPr>
          <p:spPr>
            <a:xfrm>
              <a:off x="4124625" y="3304909"/>
              <a:ext cx="130397" cy="209519"/>
            </a:xfrm>
            <a:custGeom>
              <a:avLst/>
              <a:gdLst/>
              <a:ahLst/>
              <a:cxnLst/>
              <a:rect l="l" t="t" r="r" b="b"/>
              <a:pathLst>
                <a:path w="7520" h="12083" extrusionOk="0">
                  <a:moveTo>
                    <a:pt x="66" y="1"/>
                  </a:moveTo>
                  <a:cubicBezTo>
                    <a:pt x="58" y="1"/>
                    <a:pt x="51" y="2"/>
                    <a:pt x="45" y="6"/>
                  </a:cubicBezTo>
                  <a:cubicBezTo>
                    <a:pt x="0" y="30"/>
                    <a:pt x="12" y="140"/>
                    <a:pt x="81" y="249"/>
                  </a:cubicBezTo>
                  <a:lnTo>
                    <a:pt x="1901" y="3148"/>
                  </a:lnTo>
                  <a:cubicBezTo>
                    <a:pt x="2501" y="4112"/>
                    <a:pt x="3101" y="5081"/>
                    <a:pt x="3697" y="6050"/>
                  </a:cubicBezTo>
                  <a:cubicBezTo>
                    <a:pt x="4297" y="7019"/>
                    <a:pt x="4889" y="7992"/>
                    <a:pt x="5477" y="8969"/>
                  </a:cubicBezTo>
                  <a:lnTo>
                    <a:pt x="7240" y="11900"/>
                  </a:lnTo>
                  <a:cubicBezTo>
                    <a:pt x="7305" y="12007"/>
                    <a:pt x="7384" y="12082"/>
                    <a:pt x="7441" y="12082"/>
                  </a:cubicBezTo>
                  <a:cubicBezTo>
                    <a:pt x="7449" y="12082"/>
                    <a:pt x="7456" y="12081"/>
                    <a:pt x="7463" y="12078"/>
                  </a:cubicBezTo>
                  <a:cubicBezTo>
                    <a:pt x="7520" y="12050"/>
                    <a:pt x="7508" y="11924"/>
                    <a:pt x="7439" y="11786"/>
                  </a:cubicBezTo>
                  <a:cubicBezTo>
                    <a:pt x="6892" y="10785"/>
                    <a:pt x="6340" y="9788"/>
                    <a:pt x="5761" y="8803"/>
                  </a:cubicBezTo>
                  <a:cubicBezTo>
                    <a:pt x="5185" y="7822"/>
                    <a:pt x="4601" y="6832"/>
                    <a:pt x="3997" y="5864"/>
                  </a:cubicBezTo>
                  <a:cubicBezTo>
                    <a:pt x="3393" y="4895"/>
                    <a:pt x="2785" y="3930"/>
                    <a:pt x="2165" y="2977"/>
                  </a:cubicBezTo>
                  <a:cubicBezTo>
                    <a:pt x="1541" y="2025"/>
                    <a:pt x="896" y="1076"/>
                    <a:pt x="243" y="144"/>
                  </a:cubicBezTo>
                  <a:cubicBezTo>
                    <a:pt x="188" y="60"/>
                    <a:pt x="114" y="1"/>
                    <a:pt x="6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" name="Google Shape;5504;p73"/>
            <p:cNvSpPr/>
            <p:nvPr/>
          </p:nvSpPr>
          <p:spPr>
            <a:xfrm>
              <a:off x="4317359" y="3627433"/>
              <a:ext cx="76643" cy="239309"/>
            </a:xfrm>
            <a:custGeom>
              <a:avLst/>
              <a:gdLst/>
              <a:ahLst/>
              <a:cxnLst/>
              <a:rect l="l" t="t" r="r" b="b"/>
              <a:pathLst>
                <a:path w="4420" h="13801" extrusionOk="0">
                  <a:moveTo>
                    <a:pt x="68" y="0"/>
                  </a:moveTo>
                  <a:cubicBezTo>
                    <a:pt x="60" y="0"/>
                    <a:pt x="52" y="2"/>
                    <a:pt x="45" y="5"/>
                  </a:cubicBezTo>
                  <a:cubicBezTo>
                    <a:pt x="1" y="25"/>
                    <a:pt x="21" y="134"/>
                    <a:pt x="94" y="248"/>
                  </a:cubicBezTo>
                  <a:cubicBezTo>
                    <a:pt x="747" y="1225"/>
                    <a:pt x="1326" y="2250"/>
                    <a:pt x="1829" y="3313"/>
                  </a:cubicBezTo>
                  <a:cubicBezTo>
                    <a:pt x="2340" y="4371"/>
                    <a:pt x="2761" y="5465"/>
                    <a:pt x="3098" y="6592"/>
                  </a:cubicBezTo>
                  <a:cubicBezTo>
                    <a:pt x="3446" y="7711"/>
                    <a:pt x="3706" y="8858"/>
                    <a:pt x="3876" y="10022"/>
                  </a:cubicBezTo>
                  <a:cubicBezTo>
                    <a:pt x="4051" y="11181"/>
                    <a:pt x="4140" y="12353"/>
                    <a:pt x="4148" y="13528"/>
                  </a:cubicBezTo>
                  <a:cubicBezTo>
                    <a:pt x="4152" y="13670"/>
                    <a:pt x="4188" y="13792"/>
                    <a:pt x="4253" y="13800"/>
                  </a:cubicBezTo>
                  <a:cubicBezTo>
                    <a:pt x="4256" y="13800"/>
                    <a:pt x="4259" y="13801"/>
                    <a:pt x="4262" y="13801"/>
                  </a:cubicBezTo>
                  <a:cubicBezTo>
                    <a:pt x="4323" y="13801"/>
                    <a:pt x="4371" y="13683"/>
                    <a:pt x="4375" y="13532"/>
                  </a:cubicBezTo>
                  <a:cubicBezTo>
                    <a:pt x="4419" y="12340"/>
                    <a:pt x="4363" y="11149"/>
                    <a:pt x="4201" y="9969"/>
                  </a:cubicBezTo>
                  <a:cubicBezTo>
                    <a:pt x="4038" y="8793"/>
                    <a:pt x="3783" y="7626"/>
                    <a:pt x="3438" y="6491"/>
                  </a:cubicBezTo>
                  <a:cubicBezTo>
                    <a:pt x="3086" y="5352"/>
                    <a:pt x="2640" y="4241"/>
                    <a:pt x="2109" y="3175"/>
                  </a:cubicBezTo>
                  <a:cubicBezTo>
                    <a:pt x="1582" y="2109"/>
                    <a:pt x="962" y="1095"/>
                    <a:pt x="256" y="138"/>
                  </a:cubicBezTo>
                  <a:cubicBezTo>
                    <a:pt x="190" y="52"/>
                    <a:pt x="118" y="0"/>
                    <a:pt x="6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" name="Google Shape;5505;p73"/>
            <p:cNvSpPr/>
            <p:nvPr/>
          </p:nvSpPr>
          <p:spPr>
            <a:xfrm>
              <a:off x="4357848" y="3882297"/>
              <a:ext cx="29894" cy="60898"/>
            </a:xfrm>
            <a:custGeom>
              <a:avLst/>
              <a:gdLst/>
              <a:ahLst/>
              <a:cxnLst/>
              <a:rect l="l" t="t" r="r" b="b"/>
              <a:pathLst>
                <a:path w="1724" h="3512" extrusionOk="0">
                  <a:moveTo>
                    <a:pt x="1588" y="0"/>
                  </a:moveTo>
                  <a:cubicBezTo>
                    <a:pt x="1544" y="0"/>
                    <a:pt x="1506" y="19"/>
                    <a:pt x="1497" y="50"/>
                  </a:cubicBezTo>
                  <a:cubicBezTo>
                    <a:pt x="1411" y="346"/>
                    <a:pt x="1318" y="634"/>
                    <a:pt x="1217" y="922"/>
                  </a:cubicBezTo>
                  <a:cubicBezTo>
                    <a:pt x="1120" y="1210"/>
                    <a:pt x="1010" y="1494"/>
                    <a:pt x="880" y="1769"/>
                  </a:cubicBezTo>
                  <a:cubicBezTo>
                    <a:pt x="759" y="2049"/>
                    <a:pt x="625" y="2325"/>
                    <a:pt x="475" y="2588"/>
                  </a:cubicBezTo>
                  <a:cubicBezTo>
                    <a:pt x="333" y="2852"/>
                    <a:pt x="175" y="3115"/>
                    <a:pt x="13" y="3379"/>
                  </a:cubicBezTo>
                  <a:cubicBezTo>
                    <a:pt x="1" y="3419"/>
                    <a:pt x="17" y="3460"/>
                    <a:pt x="49" y="3480"/>
                  </a:cubicBezTo>
                  <a:cubicBezTo>
                    <a:pt x="66" y="3501"/>
                    <a:pt x="89" y="3511"/>
                    <a:pt x="113" y="3511"/>
                  </a:cubicBezTo>
                  <a:cubicBezTo>
                    <a:pt x="130" y="3511"/>
                    <a:pt x="148" y="3506"/>
                    <a:pt x="163" y="3496"/>
                  </a:cubicBezTo>
                  <a:cubicBezTo>
                    <a:pt x="382" y="3265"/>
                    <a:pt x="572" y="3014"/>
                    <a:pt x="743" y="2746"/>
                  </a:cubicBezTo>
                  <a:cubicBezTo>
                    <a:pt x="1091" y="2215"/>
                    <a:pt x="1359" y="1635"/>
                    <a:pt x="1533" y="1023"/>
                  </a:cubicBezTo>
                  <a:cubicBezTo>
                    <a:pt x="1622" y="719"/>
                    <a:pt x="1687" y="411"/>
                    <a:pt x="1720" y="95"/>
                  </a:cubicBezTo>
                  <a:cubicBezTo>
                    <a:pt x="1724" y="54"/>
                    <a:pt x="1691" y="22"/>
                    <a:pt x="1630" y="6"/>
                  </a:cubicBezTo>
                  <a:cubicBezTo>
                    <a:pt x="1616" y="2"/>
                    <a:pt x="1602" y="0"/>
                    <a:pt x="15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" name="Google Shape;5506;p73"/>
            <p:cNvSpPr/>
            <p:nvPr/>
          </p:nvSpPr>
          <p:spPr>
            <a:xfrm>
              <a:off x="4185922" y="4066014"/>
              <a:ext cx="56858" cy="79053"/>
            </a:xfrm>
            <a:custGeom>
              <a:avLst/>
              <a:gdLst/>
              <a:ahLst/>
              <a:cxnLst/>
              <a:rect l="l" t="t" r="r" b="b"/>
              <a:pathLst>
                <a:path w="3279" h="4559" extrusionOk="0">
                  <a:moveTo>
                    <a:pt x="3133" y="1"/>
                  </a:moveTo>
                  <a:cubicBezTo>
                    <a:pt x="3107" y="1"/>
                    <a:pt x="3080" y="10"/>
                    <a:pt x="3057" y="32"/>
                  </a:cubicBezTo>
                  <a:cubicBezTo>
                    <a:pt x="2769" y="372"/>
                    <a:pt x="2477" y="709"/>
                    <a:pt x="2218" y="1074"/>
                  </a:cubicBezTo>
                  <a:cubicBezTo>
                    <a:pt x="1954" y="1438"/>
                    <a:pt x="1695" y="1807"/>
                    <a:pt x="1472" y="2201"/>
                  </a:cubicBezTo>
                  <a:cubicBezTo>
                    <a:pt x="1249" y="2590"/>
                    <a:pt x="1042" y="2987"/>
                    <a:pt x="811" y="3356"/>
                  </a:cubicBezTo>
                  <a:cubicBezTo>
                    <a:pt x="584" y="3725"/>
                    <a:pt x="337" y="4086"/>
                    <a:pt x="33" y="4394"/>
                  </a:cubicBezTo>
                  <a:cubicBezTo>
                    <a:pt x="0" y="4430"/>
                    <a:pt x="0" y="4483"/>
                    <a:pt x="24" y="4519"/>
                  </a:cubicBezTo>
                  <a:cubicBezTo>
                    <a:pt x="44" y="4544"/>
                    <a:pt x="74" y="4558"/>
                    <a:pt x="104" y="4558"/>
                  </a:cubicBezTo>
                  <a:cubicBezTo>
                    <a:pt x="123" y="4558"/>
                    <a:pt x="142" y="4552"/>
                    <a:pt x="158" y="4540"/>
                  </a:cubicBezTo>
                  <a:cubicBezTo>
                    <a:pt x="523" y="4256"/>
                    <a:pt x="815" y="3899"/>
                    <a:pt x="1070" y="3522"/>
                  </a:cubicBezTo>
                  <a:cubicBezTo>
                    <a:pt x="1322" y="3145"/>
                    <a:pt x="1557" y="2764"/>
                    <a:pt x="1776" y="2383"/>
                  </a:cubicBezTo>
                  <a:cubicBezTo>
                    <a:pt x="1995" y="2002"/>
                    <a:pt x="2234" y="1633"/>
                    <a:pt x="2485" y="1268"/>
                  </a:cubicBezTo>
                  <a:lnTo>
                    <a:pt x="3239" y="170"/>
                  </a:lnTo>
                  <a:cubicBezTo>
                    <a:pt x="3278" y="82"/>
                    <a:pt x="3209" y="1"/>
                    <a:pt x="313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" name="Google Shape;5507;p73"/>
            <p:cNvSpPr/>
            <p:nvPr/>
          </p:nvSpPr>
          <p:spPr>
            <a:xfrm>
              <a:off x="4251155" y="3955957"/>
              <a:ext cx="97087" cy="88538"/>
            </a:xfrm>
            <a:custGeom>
              <a:avLst/>
              <a:gdLst/>
              <a:ahLst/>
              <a:cxnLst/>
              <a:rect l="l" t="t" r="r" b="b"/>
              <a:pathLst>
                <a:path w="5599" h="5106" extrusionOk="0">
                  <a:moveTo>
                    <a:pt x="5482" y="1"/>
                  </a:moveTo>
                  <a:cubicBezTo>
                    <a:pt x="5437" y="1"/>
                    <a:pt x="5387" y="35"/>
                    <a:pt x="5359" y="91"/>
                  </a:cubicBezTo>
                  <a:cubicBezTo>
                    <a:pt x="5112" y="630"/>
                    <a:pt x="4719" y="1068"/>
                    <a:pt x="4240" y="1429"/>
                  </a:cubicBezTo>
                  <a:cubicBezTo>
                    <a:pt x="3766" y="1786"/>
                    <a:pt x="3251" y="2130"/>
                    <a:pt x="2757" y="2487"/>
                  </a:cubicBezTo>
                  <a:lnTo>
                    <a:pt x="1281" y="3578"/>
                  </a:lnTo>
                  <a:cubicBezTo>
                    <a:pt x="807" y="3934"/>
                    <a:pt x="247" y="4328"/>
                    <a:pt x="20" y="4960"/>
                  </a:cubicBezTo>
                  <a:cubicBezTo>
                    <a:pt x="0" y="5021"/>
                    <a:pt x="20" y="5086"/>
                    <a:pt x="65" y="5102"/>
                  </a:cubicBezTo>
                  <a:cubicBezTo>
                    <a:pt x="74" y="5104"/>
                    <a:pt x="83" y="5106"/>
                    <a:pt x="93" y="5106"/>
                  </a:cubicBezTo>
                  <a:cubicBezTo>
                    <a:pt x="141" y="5106"/>
                    <a:pt x="189" y="5072"/>
                    <a:pt x="203" y="5025"/>
                  </a:cubicBezTo>
                  <a:cubicBezTo>
                    <a:pt x="446" y="4498"/>
                    <a:pt x="969" y="4173"/>
                    <a:pt x="1463" y="3829"/>
                  </a:cubicBezTo>
                  <a:lnTo>
                    <a:pt x="2963" y="2775"/>
                  </a:lnTo>
                  <a:cubicBezTo>
                    <a:pt x="3454" y="2414"/>
                    <a:pt x="3953" y="2074"/>
                    <a:pt x="4443" y="1684"/>
                  </a:cubicBezTo>
                  <a:cubicBezTo>
                    <a:pt x="4934" y="1295"/>
                    <a:pt x="5359" y="772"/>
                    <a:pt x="5570" y="180"/>
                  </a:cubicBezTo>
                  <a:cubicBezTo>
                    <a:pt x="5598" y="103"/>
                    <a:pt x="5578" y="35"/>
                    <a:pt x="5521" y="10"/>
                  </a:cubicBezTo>
                  <a:cubicBezTo>
                    <a:pt x="5509" y="4"/>
                    <a:pt x="5496" y="1"/>
                    <a:pt x="548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" name="Google Shape;5508;p73"/>
            <p:cNvSpPr/>
            <p:nvPr/>
          </p:nvSpPr>
          <p:spPr>
            <a:xfrm>
              <a:off x="4327347" y="3693620"/>
              <a:ext cx="43107" cy="188937"/>
            </a:xfrm>
            <a:custGeom>
              <a:avLst/>
              <a:gdLst/>
              <a:ahLst/>
              <a:cxnLst/>
              <a:rect l="l" t="t" r="r" b="b"/>
              <a:pathLst>
                <a:path w="2486" h="10896" extrusionOk="0">
                  <a:moveTo>
                    <a:pt x="78" y="0"/>
                  </a:moveTo>
                  <a:cubicBezTo>
                    <a:pt x="68" y="0"/>
                    <a:pt x="58" y="2"/>
                    <a:pt x="49" y="6"/>
                  </a:cubicBezTo>
                  <a:cubicBezTo>
                    <a:pt x="0" y="31"/>
                    <a:pt x="0" y="124"/>
                    <a:pt x="49" y="209"/>
                  </a:cubicBezTo>
                  <a:cubicBezTo>
                    <a:pt x="467" y="1008"/>
                    <a:pt x="807" y="1843"/>
                    <a:pt x="1062" y="2706"/>
                  </a:cubicBezTo>
                  <a:cubicBezTo>
                    <a:pt x="1322" y="3570"/>
                    <a:pt x="1533" y="4449"/>
                    <a:pt x="1687" y="5337"/>
                  </a:cubicBezTo>
                  <a:cubicBezTo>
                    <a:pt x="1857" y="6229"/>
                    <a:pt x="2031" y="7121"/>
                    <a:pt x="2096" y="8013"/>
                  </a:cubicBezTo>
                  <a:cubicBezTo>
                    <a:pt x="2161" y="8904"/>
                    <a:pt x="2141" y="9804"/>
                    <a:pt x="1873" y="10660"/>
                  </a:cubicBezTo>
                  <a:cubicBezTo>
                    <a:pt x="1845" y="10761"/>
                    <a:pt x="1853" y="10867"/>
                    <a:pt x="1910" y="10891"/>
                  </a:cubicBezTo>
                  <a:cubicBezTo>
                    <a:pt x="1918" y="10894"/>
                    <a:pt x="1926" y="10896"/>
                    <a:pt x="1935" y="10896"/>
                  </a:cubicBezTo>
                  <a:cubicBezTo>
                    <a:pt x="1989" y="10896"/>
                    <a:pt x="2054" y="10834"/>
                    <a:pt x="2092" y="10733"/>
                  </a:cubicBezTo>
                  <a:cubicBezTo>
                    <a:pt x="2421" y="9857"/>
                    <a:pt x="2485" y="8904"/>
                    <a:pt x="2425" y="7988"/>
                  </a:cubicBezTo>
                  <a:cubicBezTo>
                    <a:pt x="2364" y="7072"/>
                    <a:pt x="2218" y="6164"/>
                    <a:pt x="2035" y="5272"/>
                  </a:cubicBezTo>
                  <a:cubicBezTo>
                    <a:pt x="1853" y="4380"/>
                    <a:pt x="1650" y="3476"/>
                    <a:pt x="1362" y="2613"/>
                  </a:cubicBezTo>
                  <a:cubicBezTo>
                    <a:pt x="1075" y="1745"/>
                    <a:pt x="702" y="894"/>
                    <a:pt x="211" y="112"/>
                  </a:cubicBezTo>
                  <a:cubicBezTo>
                    <a:pt x="174" y="45"/>
                    <a:pt x="124" y="0"/>
                    <a:pt x="7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" name="Google Shape;5509;p73"/>
            <p:cNvSpPr/>
            <p:nvPr/>
          </p:nvSpPr>
          <p:spPr>
            <a:xfrm>
              <a:off x="4320879" y="3763015"/>
              <a:ext cx="19768" cy="110109"/>
            </a:xfrm>
            <a:custGeom>
              <a:avLst/>
              <a:gdLst/>
              <a:ahLst/>
              <a:cxnLst/>
              <a:rect l="l" t="t" r="r" b="b"/>
              <a:pathLst>
                <a:path w="1140" h="6350" extrusionOk="0">
                  <a:moveTo>
                    <a:pt x="106" y="0"/>
                  </a:moveTo>
                  <a:cubicBezTo>
                    <a:pt x="101" y="0"/>
                    <a:pt x="95" y="1"/>
                    <a:pt x="90" y="1"/>
                  </a:cubicBezTo>
                  <a:cubicBezTo>
                    <a:pt x="33" y="18"/>
                    <a:pt x="0" y="74"/>
                    <a:pt x="21" y="131"/>
                  </a:cubicBezTo>
                  <a:lnTo>
                    <a:pt x="398" y="1639"/>
                  </a:lnTo>
                  <a:cubicBezTo>
                    <a:pt x="523" y="2138"/>
                    <a:pt x="621" y="2645"/>
                    <a:pt x="690" y="3155"/>
                  </a:cubicBezTo>
                  <a:cubicBezTo>
                    <a:pt x="767" y="3658"/>
                    <a:pt x="799" y="4169"/>
                    <a:pt x="787" y="4680"/>
                  </a:cubicBezTo>
                  <a:cubicBezTo>
                    <a:pt x="779" y="5194"/>
                    <a:pt x="730" y="5705"/>
                    <a:pt x="641" y="6212"/>
                  </a:cubicBezTo>
                  <a:cubicBezTo>
                    <a:pt x="625" y="6269"/>
                    <a:pt x="661" y="6325"/>
                    <a:pt x="718" y="6346"/>
                  </a:cubicBezTo>
                  <a:cubicBezTo>
                    <a:pt x="728" y="6348"/>
                    <a:pt x="737" y="6349"/>
                    <a:pt x="747" y="6349"/>
                  </a:cubicBezTo>
                  <a:cubicBezTo>
                    <a:pt x="798" y="6349"/>
                    <a:pt x="847" y="6315"/>
                    <a:pt x="864" y="6261"/>
                  </a:cubicBezTo>
                  <a:cubicBezTo>
                    <a:pt x="1006" y="5746"/>
                    <a:pt x="1091" y="5223"/>
                    <a:pt x="1123" y="4692"/>
                  </a:cubicBezTo>
                  <a:cubicBezTo>
                    <a:pt x="1140" y="4161"/>
                    <a:pt x="1111" y="3630"/>
                    <a:pt x="1042" y="3103"/>
                  </a:cubicBezTo>
                  <a:cubicBezTo>
                    <a:pt x="957" y="2584"/>
                    <a:pt x="844" y="2065"/>
                    <a:pt x="702" y="1558"/>
                  </a:cubicBezTo>
                  <a:cubicBezTo>
                    <a:pt x="560" y="1055"/>
                    <a:pt x="386" y="561"/>
                    <a:pt x="203" y="74"/>
                  </a:cubicBezTo>
                  <a:cubicBezTo>
                    <a:pt x="192" y="28"/>
                    <a:pt x="150" y="0"/>
                    <a:pt x="10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" name="Google Shape;5510;p73"/>
            <p:cNvSpPr/>
            <p:nvPr/>
          </p:nvSpPr>
          <p:spPr>
            <a:xfrm>
              <a:off x="3856375" y="2997055"/>
              <a:ext cx="149107" cy="195873"/>
            </a:xfrm>
            <a:custGeom>
              <a:avLst/>
              <a:gdLst/>
              <a:ahLst/>
              <a:cxnLst/>
              <a:rect l="l" t="t" r="r" b="b"/>
              <a:pathLst>
                <a:path w="8599" h="11296" extrusionOk="0">
                  <a:moveTo>
                    <a:pt x="78" y="1"/>
                  </a:moveTo>
                  <a:cubicBezTo>
                    <a:pt x="63" y="1"/>
                    <a:pt x="51" y="5"/>
                    <a:pt x="41" y="12"/>
                  </a:cubicBezTo>
                  <a:cubicBezTo>
                    <a:pt x="1" y="49"/>
                    <a:pt x="41" y="146"/>
                    <a:pt x="135" y="239"/>
                  </a:cubicBezTo>
                  <a:cubicBezTo>
                    <a:pt x="949" y="1030"/>
                    <a:pt x="1711" y="1869"/>
                    <a:pt x="2421" y="2757"/>
                  </a:cubicBezTo>
                  <a:cubicBezTo>
                    <a:pt x="3130" y="3636"/>
                    <a:pt x="3791" y="4565"/>
                    <a:pt x="4444" y="5493"/>
                  </a:cubicBezTo>
                  <a:cubicBezTo>
                    <a:pt x="5096" y="6417"/>
                    <a:pt x="5729" y="7366"/>
                    <a:pt x="6369" y="8314"/>
                  </a:cubicBezTo>
                  <a:cubicBezTo>
                    <a:pt x="7010" y="9259"/>
                    <a:pt x="7658" y="10195"/>
                    <a:pt x="8311" y="11132"/>
                  </a:cubicBezTo>
                  <a:cubicBezTo>
                    <a:pt x="8381" y="11226"/>
                    <a:pt x="8459" y="11296"/>
                    <a:pt x="8516" y="11296"/>
                  </a:cubicBezTo>
                  <a:cubicBezTo>
                    <a:pt x="8525" y="11296"/>
                    <a:pt x="8534" y="11294"/>
                    <a:pt x="8542" y="11290"/>
                  </a:cubicBezTo>
                  <a:cubicBezTo>
                    <a:pt x="8599" y="11257"/>
                    <a:pt x="8579" y="11132"/>
                    <a:pt x="8498" y="11006"/>
                  </a:cubicBezTo>
                  <a:cubicBezTo>
                    <a:pt x="7885" y="10041"/>
                    <a:pt x="7269" y="9085"/>
                    <a:pt x="6641" y="8132"/>
                  </a:cubicBezTo>
                  <a:cubicBezTo>
                    <a:pt x="6013" y="7179"/>
                    <a:pt x="5396" y="6227"/>
                    <a:pt x="4736" y="5290"/>
                  </a:cubicBezTo>
                  <a:cubicBezTo>
                    <a:pt x="4079" y="4354"/>
                    <a:pt x="3394" y="3434"/>
                    <a:pt x="2660" y="2554"/>
                  </a:cubicBezTo>
                  <a:cubicBezTo>
                    <a:pt x="1926" y="1674"/>
                    <a:pt x="1124" y="851"/>
                    <a:pt x="264" y="97"/>
                  </a:cubicBezTo>
                  <a:cubicBezTo>
                    <a:pt x="196" y="39"/>
                    <a:pt x="126" y="1"/>
                    <a:pt x="7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" name="Google Shape;5511;p73"/>
            <p:cNvSpPr/>
            <p:nvPr/>
          </p:nvSpPr>
          <p:spPr>
            <a:xfrm>
              <a:off x="3889061" y="3078726"/>
              <a:ext cx="64349" cy="83440"/>
            </a:xfrm>
            <a:custGeom>
              <a:avLst/>
              <a:gdLst/>
              <a:ahLst/>
              <a:cxnLst/>
              <a:rect l="l" t="t" r="r" b="b"/>
              <a:pathLst>
                <a:path w="3711" h="4812" extrusionOk="0">
                  <a:moveTo>
                    <a:pt x="114" y="0"/>
                  </a:moveTo>
                  <a:cubicBezTo>
                    <a:pt x="96" y="0"/>
                    <a:pt x="78" y="6"/>
                    <a:pt x="62" y="17"/>
                  </a:cubicBezTo>
                  <a:cubicBezTo>
                    <a:pt x="13" y="45"/>
                    <a:pt x="1" y="110"/>
                    <a:pt x="33" y="155"/>
                  </a:cubicBezTo>
                  <a:cubicBezTo>
                    <a:pt x="305" y="556"/>
                    <a:pt x="572" y="949"/>
                    <a:pt x="856" y="1346"/>
                  </a:cubicBezTo>
                  <a:lnTo>
                    <a:pt x="1703" y="2506"/>
                  </a:lnTo>
                  <a:lnTo>
                    <a:pt x="2579" y="3649"/>
                  </a:lnTo>
                  <a:cubicBezTo>
                    <a:pt x="2871" y="4026"/>
                    <a:pt x="3175" y="4399"/>
                    <a:pt x="3487" y="4772"/>
                  </a:cubicBezTo>
                  <a:cubicBezTo>
                    <a:pt x="3510" y="4797"/>
                    <a:pt x="3544" y="4812"/>
                    <a:pt x="3580" y="4812"/>
                  </a:cubicBezTo>
                  <a:cubicBezTo>
                    <a:pt x="3600" y="4812"/>
                    <a:pt x="3622" y="4807"/>
                    <a:pt x="3641" y="4796"/>
                  </a:cubicBezTo>
                  <a:cubicBezTo>
                    <a:pt x="3694" y="4760"/>
                    <a:pt x="3710" y="4691"/>
                    <a:pt x="3674" y="4638"/>
                  </a:cubicBezTo>
                  <a:cubicBezTo>
                    <a:pt x="3406" y="4237"/>
                    <a:pt x="3126" y="3844"/>
                    <a:pt x="2847" y="3454"/>
                  </a:cubicBezTo>
                  <a:lnTo>
                    <a:pt x="1987" y="2291"/>
                  </a:lnTo>
                  <a:lnTo>
                    <a:pt x="1099" y="1152"/>
                  </a:lnTo>
                  <a:cubicBezTo>
                    <a:pt x="803" y="771"/>
                    <a:pt x="495" y="402"/>
                    <a:pt x="187" y="37"/>
                  </a:cubicBezTo>
                  <a:cubicBezTo>
                    <a:pt x="168" y="13"/>
                    <a:pt x="141" y="0"/>
                    <a:pt x="1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" name="Google Shape;5512;p73"/>
            <p:cNvSpPr/>
            <p:nvPr/>
          </p:nvSpPr>
          <p:spPr>
            <a:xfrm>
              <a:off x="3929134" y="3570523"/>
              <a:ext cx="155089" cy="109415"/>
            </a:xfrm>
            <a:custGeom>
              <a:avLst/>
              <a:gdLst/>
              <a:ahLst/>
              <a:cxnLst/>
              <a:rect l="l" t="t" r="r" b="b"/>
              <a:pathLst>
                <a:path w="8944" h="6310" extrusionOk="0">
                  <a:moveTo>
                    <a:pt x="8797" y="0"/>
                  </a:moveTo>
                  <a:cubicBezTo>
                    <a:pt x="8766" y="0"/>
                    <a:pt x="8732" y="5"/>
                    <a:pt x="8696" y="15"/>
                  </a:cubicBezTo>
                  <a:cubicBezTo>
                    <a:pt x="7832" y="263"/>
                    <a:pt x="6997" y="587"/>
                    <a:pt x="6191" y="980"/>
                  </a:cubicBezTo>
                  <a:cubicBezTo>
                    <a:pt x="4573" y="1762"/>
                    <a:pt x="3098" y="2804"/>
                    <a:pt x="1817" y="4065"/>
                  </a:cubicBezTo>
                  <a:cubicBezTo>
                    <a:pt x="1180" y="4693"/>
                    <a:pt x="596" y="5374"/>
                    <a:pt x="73" y="6104"/>
                  </a:cubicBezTo>
                  <a:cubicBezTo>
                    <a:pt x="21" y="6177"/>
                    <a:pt x="0" y="6258"/>
                    <a:pt x="41" y="6295"/>
                  </a:cubicBezTo>
                  <a:cubicBezTo>
                    <a:pt x="52" y="6305"/>
                    <a:pt x="66" y="6309"/>
                    <a:pt x="83" y="6309"/>
                  </a:cubicBezTo>
                  <a:cubicBezTo>
                    <a:pt x="125" y="6309"/>
                    <a:pt x="181" y="6276"/>
                    <a:pt x="227" y="6218"/>
                  </a:cubicBezTo>
                  <a:cubicBezTo>
                    <a:pt x="787" y="5537"/>
                    <a:pt x="1391" y="4892"/>
                    <a:pt x="2035" y="4292"/>
                  </a:cubicBezTo>
                  <a:cubicBezTo>
                    <a:pt x="2672" y="3688"/>
                    <a:pt x="3357" y="3133"/>
                    <a:pt x="4083" y="2638"/>
                  </a:cubicBezTo>
                  <a:cubicBezTo>
                    <a:pt x="4800" y="2127"/>
                    <a:pt x="5554" y="1669"/>
                    <a:pt x="6337" y="1272"/>
                  </a:cubicBezTo>
                  <a:cubicBezTo>
                    <a:pt x="7123" y="871"/>
                    <a:pt x="7934" y="522"/>
                    <a:pt x="8765" y="230"/>
                  </a:cubicBezTo>
                  <a:cubicBezTo>
                    <a:pt x="8866" y="194"/>
                    <a:pt x="8943" y="133"/>
                    <a:pt x="8927" y="68"/>
                  </a:cubicBezTo>
                  <a:cubicBezTo>
                    <a:pt x="8916" y="24"/>
                    <a:pt x="8865" y="0"/>
                    <a:pt x="879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" name="Google Shape;5513;p73"/>
            <p:cNvSpPr/>
            <p:nvPr/>
          </p:nvSpPr>
          <p:spPr>
            <a:xfrm>
              <a:off x="3990847" y="3590066"/>
              <a:ext cx="93307" cy="50338"/>
            </a:xfrm>
            <a:custGeom>
              <a:avLst/>
              <a:gdLst/>
              <a:ahLst/>
              <a:cxnLst/>
              <a:rect l="l" t="t" r="r" b="b"/>
              <a:pathLst>
                <a:path w="5381" h="2903" extrusionOk="0">
                  <a:moveTo>
                    <a:pt x="5260" y="1"/>
                  </a:moveTo>
                  <a:cubicBezTo>
                    <a:pt x="5253" y="1"/>
                    <a:pt x="5246" y="2"/>
                    <a:pt x="5238" y="3"/>
                  </a:cubicBezTo>
                  <a:cubicBezTo>
                    <a:pt x="4744" y="88"/>
                    <a:pt x="4261" y="214"/>
                    <a:pt x="3791" y="380"/>
                  </a:cubicBezTo>
                  <a:cubicBezTo>
                    <a:pt x="3325" y="546"/>
                    <a:pt x="2867" y="745"/>
                    <a:pt x="2425" y="968"/>
                  </a:cubicBezTo>
                  <a:cubicBezTo>
                    <a:pt x="1987" y="1203"/>
                    <a:pt x="1566" y="1471"/>
                    <a:pt x="1160" y="1762"/>
                  </a:cubicBezTo>
                  <a:cubicBezTo>
                    <a:pt x="763" y="2054"/>
                    <a:pt x="390" y="2379"/>
                    <a:pt x="41" y="2735"/>
                  </a:cubicBezTo>
                  <a:cubicBezTo>
                    <a:pt x="5" y="2772"/>
                    <a:pt x="1" y="2829"/>
                    <a:pt x="33" y="2869"/>
                  </a:cubicBezTo>
                  <a:cubicBezTo>
                    <a:pt x="51" y="2891"/>
                    <a:pt x="78" y="2902"/>
                    <a:pt x="105" y="2902"/>
                  </a:cubicBezTo>
                  <a:cubicBezTo>
                    <a:pt x="128" y="2902"/>
                    <a:pt x="152" y="2894"/>
                    <a:pt x="171" y="2877"/>
                  </a:cubicBezTo>
                  <a:cubicBezTo>
                    <a:pt x="548" y="2573"/>
                    <a:pt x="941" y="2285"/>
                    <a:pt x="1338" y="2018"/>
                  </a:cubicBezTo>
                  <a:cubicBezTo>
                    <a:pt x="1740" y="1746"/>
                    <a:pt x="2157" y="1503"/>
                    <a:pt x="2591" y="1288"/>
                  </a:cubicBezTo>
                  <a:cubicBezTo>
                    <a:pt x="3017" y="1057"/>
                    <a:pt x="3455" y="858"/>
                    <a:pt x="3909" y="688"/>
                  </a:cubicBezTo>
                  <a:cubicBezTo>
                    <a:pt x="4359" y="510"/>
                    <a:pt x="4821" y="356"/>
                    <a:pt x="5287" y="226"/>
                  </a:cubicBezTo>
                  <a:cubicBezTo>
                    <a:pt x="5344" y="210"/>
                    <a:pt x="5380" y="153"/>
                    <a:pt x="5372" y="96"/>
                  </a:cubicBezTo>
                  <a:cubicBezTo>
                    <a:pt x="5361" y="39"/>
                    <a:pt x="5313" y="1"/>
                    <a:pt x="526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" name="Google Shape;5514;p73"/>
            <p:cNvSpPr/>
            <p:nvPr/>
          </p:nvSpPr>
          <p:spPr>
            <a:xfrm>
              <a:off x="4038514" y="4090186"/>
              <a:ext cx="108687" cy="97312"/>
            </a:xfrm>
            <a:custGeom>
              <a:avLst/>
              <a:gdLst/>
              <a:ahLst/>
              <a:cxnLst/>
              <a:rect l="l" t="t" r="r" b="b"/>
              <a:pathLst>
                <a:path w="6268" h="5612" extrusionOk="0">
                  <a:moveTo>
                    <a:pt x="88" y="1"/>
                  </a:moveTo>
                  <a:cubicBezTo>
                    <a:pt x="73" y="1"/>
                    <a:pt x="58" y="5"/>
                    <a:pt x="45" y="16"/>
                  </a:cubicBezTo>
                  <a:cubicBezTo>
                    <a:pt x="0" y="53"/>
                    <a:pt x="4" y="126"/>
                    <a:pt x="53" y="186"/>
                  </a:cubicBezTo>
                  <a:cubicBezTo>
                    <a:pt x="479" y="738"/>
                    <a:pt x="718" y="1402"/>
                    <a:pt x="985" y="2071"/>
                  </a:cubicBezTo>
                  <a:cubicBezTo>
                    <a:pt x="1257" y="2740"/>
                    <a:pt x="1634" y="3401"/>
                    <a:pt x="2149" y="3932"/>
                  </a:cubicBezTo>
                  <a:cubicBezTo>
                    <a:pt x="2664" y="4463"/>
                    <a:pt x="3280" y="4889"/>
                    <a:pt x="3957" y="5185"/>
                  </a:cubicBezTo>
                  <a:cubicBezTo>
                    <a:pt x="4604" y="5465"/>
                    <a:pt x="5303" y="5611"/>
                    <a:pt x="6008" y="5611"/>
                  </a:cubicBezTo>
                  <a:cubicBezTo>
                    <a:pt x="6037" y="5611"/>
                    <a:pt x="6065" y="5611"/>
                    <a:pt x="6093" y="5610"/>
                  </a:cubicBezTo>
                  <a:cubicBezTo>
                    <a:pt x="6186" y="5610"/>
                    <a:pt x="6255" y="5566"/>
                    <a:pt x="6263" y="5501"/>
                  </a:cubicBezTo>
                  <a:cubicBezTo>
                    <a:pt x="6267" y="5440"/>
                    <a:pt x="6190" y="5387"/>
                    <a:pt x="6101" y="5379"/>
                  </a:cubicBezTo>
                  <a:cubicBezTo>
                    <a:pt x="5404" y="5347"/>
                    <a:pt x="4719" y="5177"/>
                    <a:pt x="4086" y="4881"/>
                  </a:cubicBezTo>
                  <a:cubicBezTo>
                    <a:pt x="3454" y="4597"/>
                    <a:pt x="2882" y="4187"/>
                    <a:pt x="2408" y="3685"/>
                  </a:cubicBezTo>
                  <a:cubicBezTo>
                    <a:pt x="1914" y="3194"/>
                    <a:pt x="1569" y="2594"/>
                    <a:pt x="1277" y="1950"/>
                  </a:cubicBezTo>
                  <a:cubicBezTo>
                    <a:pt x="981" y="1309"/>
                    <a:pt x="706" y="612"/>
                    <a:pt x="203" y="65"/>
                  </a:cubicBezTo>
                  <a:cubicBezTo>
                    <a:pt x="166" y="28"/>
                    <a:pt x="125" y="1"/>
                    <a:pt x="8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" name="Google Shape;5515;p73"/>
            <p:cNvSpPr/>
            <p:nvPr/>
          </p:nvSpPr>
          <p:spPr>
            <a:xfrm>
              <a:off x="4078726" y="4120531"/>
              <a:ext cx="47668" cy="29339"/>
            </a:xfrm>
            <a:custGeom>
              <a:avLst/>
              <a:gdLst/>
              <a:ahLst/>
              <a:cxnLst/>
              <a:rect l="l" t="t" r="r" b="b"/>
              <a:pathLst>
                <a:path w="2749" h="1692" extrusionOk="0">
                  <a:moveTo>
                    <a:pt x="133" y="0"/>
                  </a:moveTo>
                  <a:cubicBezTo>
                    <a:pt x="113" y="0"/>
                    <a:pt x="87" y="10"/>
                    <a:pt x="61" y="34"/>
                  </a:cubicBezTo>
                  <a:cubicBezTo>
                    <a:pt x="20" y="70"/>
                    <a:pt x="0" y="115"/>
                    <a:pt x="16" y="139"/>
                  </a:cubicBezTo>
                  <a:cubicBezTo>
                    <a:pt x="170" y="350"/>
                    <a:pt x="349" y="544"/>
                    <a:pt x="543" y="719"/>
                  </a:cubicBezTo>
                  <a:cubicBezTo>
                    <a:pt x="742" y="889"/>
                    <a:pt x="953" y="1043"/>
                    <a:pt x="1176" y="1181"/>
                  </a:cubicBezTo>
                  <a:cubicBezTo>
                    <a:pt x="1407" y="1310"/>
                    <a:pt x="1646" y="1420"/>
                    <a:pt x="1893" y="1513"/>
                  </a:cubicBezTo>
                  <a:cubicBezTo>
                    <a:pt x="2140" y="1598"/>
                    <a:pt x="2396" y="1659"/>
                    <a:pt x="2655" y="1692"/>
                  </a:cubicBezTo>
                  <a:cubicBezTo>
                    <a:pt x="2688" y="1692"/>
                    <a:pt x="2716" y="1655"/>
                    <a:pt x="2732" y="1594"/>
                  </a:cubicBezTo>
                  <a:cubicBezTo>
                    <a:pt x="2749" y="1533"/>
                    <a:pt x="2732" y="1477"/>
                    <a:pt x="2704" y="1469"/>
                  </a:cubicBezTo>
                  <a:cubicBezTo>
                    <a:pt x="2469" y="1392"/>
                    <a:pt x="2238" y="1302"/>
                    <a:pt x="2015" y="1205"/>
                  </a:cubicBezTo>
                  <a:cubicBezTo>
                    <a:pt x="1784" y="1112"/>
                    <a:pt x="1565" y="1002"/>
                    <a:pt x="1354" y="877"/>
                  </a:cubicBezTo>
                  <a:cubicBezTo>
                    <a:pt x="1139" y="755"/>
                    <a:pt x="936" y="621"/>
                    <a:pt x="742" y="475"/>
                  </a:cubicBezTo>
                  <a:cubicBezTo>
                    <a:pt x="539" y="329"/>
                    <a:pt x="349" y="171"/>
                    <a:pt x="162" y="9"/>
                  </a:cubicBezTo>
                  <a:cubicBezTo>
                    <a:pt x="155" y="3"/>
                    <a:pt x="145" y="0"/>
                    <a:pt x="13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" name="Google Shape;5516;p73"/>
            <p:cNvSpPr/>
            <p:nvPr/>
          </p:nvSpPr>
          <p:spPr>
            <a:xfrm>
              <a:off x="3560312" y="2740527"/>
              <a:ext cx="415518" cy="1293703"/>
            </a:xfrm>
            <a:custGeom>
              <a:avLst/>
              <a:gdLst/>
              <a:ahLst/>
              <a:cxnLst/>
              <a:rect l="l" t="t" r="r" b="b"/>
              <a:pathLst>
                <a:path w="23963" h="74608" extrusionOk="0">
                  <a:moveTo>
                    <a:pt x="8011" y="0"/>
                  </a:moveTo>
                  <a:cubicBezTo>
                    <a:pt x="7213" y="0"/>
                    <a:pt x="6449" y="221"/>
                    <a:pt x="5748" y="707"/>
                  </a:cubicBezTo>
                  <a:cubicBezTo>
                    <a:pt x="5307" y="1015"/>
                    <a:pt x="4548" y="1603"/>
                    <a:pt x="3750" y="2852"/>
                  </a:cubicBezTo>
                  <a:cubicBezTo>
                    <a:pt x="2440" y="4882"/>
                    <a:pt x="1014" y="8653"/>
                    <a:pt x="624" y="15803"/>
                  </a:cubicBezTo>
                  <a:cubicBezTo>
                    <a:pt x="0" y="27332"/>
                    <a:pt x="5469" y="49450"/>
                    <a:pt x="7877" y="55940"/>
                  </a:cubicBezTo>
                  <a:cubicBezTo>
                    <a:pt x="8347" y="57201"/>
                    <a:pt x="8890" y="58616"/>
                    <a:pt x="9478" y="60083"/>
                  </a:cubicBezTo>
                  <a:cubicBezTo>
                    <a:pt x="11930" y="66176"/>
                    <a:pt x="15210" y="73218"/>
                    <a:pt x="17168" y="74085"/>
                  </a:cubicBezTo>
                  <a:cubicBezTo>
                    <a:pt x="18004" y="74455"/>
                    <a:pt x="19028" y="74607"/>
                    <a:pt x="20070" y="74607"/>
                  </a:cubicBezTo>
                  <a:cubicBezTo>
                    <a:pt x="21473" y="74607"/>
                    <a:pt x="22908" y="74331"/>
                    <a:pt x="23962" y="73935"/>
                  </a:cubicBezTo>
                  <a:cubicBezTo>
                    <a:pt x="21335" y="69841"/>
                    <a:pt x="17825" y="63294"/>
                    <a:pt x="15696" y="59994"/>
                  </a:cubicBezTo>
                  <a:cubicBezTo>
                    <a:pt x="15506" y="59706"/>
                    <a:pt x="15344" y="59406"/>
                    <a:pt x="15202" y="59090"/>
                  </a:cubicBezTo>
                  <a:cubicBezTo>
                    <a:pt x="14744" y="58016"/>
                    <a:pt x="14817" y="57144"/>
                    <a:pt x="15157" y="56435"/>
                  </a:cubicBezTo>
                  <a:lnTo>
                    <a:pt x="15161" y="56435"/>
                  </a:lnTo>
                  <a:cubicBezTo>
                    <a:pt x="15798" y="55101"/>
                    <a:pt x="17359" y="54327"/>
                    <a:pt x="18060" y="53775"/>
                  </a:cubicBezTo>
                  <a:cubicBezTo>
                    <a:pt x="18157" y="53698"/>
                    <a:pt x="18194" y="53577"/>
                    <a:pt x="18177" y="53411"/>
                  </a:cubicBezTo>
                  <a:lnTo>
                    <a:pt x="17873" y="52572"/>
                  </a:lnTo>
                  <a:lnTo>
                    <a:pt x="17873" y="52559"/>
                  </a:lnTo>
                  <a:cubicBezTo>
                    <a:pt x="17026" y="50192"/>
                    <a:pt x="16215" y="47756"/>
                    <a:pt x="15526" y="45348"/>
                  </a:cubicBezTo>
                  <a:cubicBezTo>
                    <a:pt x="11752" y="32193"/>
                    <a:pt x="10966" y="20028"/>
                    <a:pt x="10678" y="13744"/>
                  </a:cubicBezTo>
                  <a:cubicBezTo>
                    <a:pt x="10421" y="8132"/>
                    <a:pt x="12741" y="6142"/>
                    <a:pt x="13641" y="6142"/>
                  </a:cubicBezTo>
                  <a:cubicBezTo>
                    <a:pt x="13749" y="6142"/>
                    <a:pt x="13836" y="6170"/>
                    <a:pt x="13897" y="6224"/>
                  </a:cubicBezTo>
                  <a:cubicBezTo>
                    <a:pt x="14460" y="6731"/>
                    <a:pt x="17022" y="9309"/>
                    <a:pt x="17022" y="9309"/>
                  </a:cubicBezTo>
                  <a:cubicBezTo>
                    <a:pt x="17063" y="9204"/>
                    <a:pt x="17683" y="7461"/>
                    <a:pt x="14878" y="4201"/>
                  </a:cubicBezTo>
                  <a:cubicBezTo>
                    <a:pt x="12748" y="1731"/>
                    <a:pt x="10246" y="0"/>
                    <a:pt x="8011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" name="Google Shape;5517;p73"/>
            <p:cNvSpPr/>
            <p:nvPr/>
          </p:nvSpPr>
          <p:spPr>
            <a:xfrm>
              <a:off x="3553983" y="2734319"/>
              <a:ext cx="428315" cy="1306031"/>
            </a:xfrm>
            <a:custGeom>
              <a:avLst/>
              <a:gdLst/>
              <a:ahLst/>
              <a:cxnLst/>
              <a:rect l="l" t="t" r="r" b="b"/>
              <a:pathLst>
                <a:path w="24701" h="75319" extrusionOk="0">
                  <a:moveTo>
                    <a:pt x="8361" y="716"/>
                  </a:moveTo>
                  <a:cubicBezTo>
                    <a:pt x="8374" y="716"/>
                    <a:pt x="8387" y="716"/>
                    <a:pt x="8400" y="716"/>
                  </a:cubicBezTo>
                  <a:cubicBezTo>
                    <a:pt x="10354" y="716"/>
                    <a:pt x="12677" y="2127"/>
                    <a:pt x="14979" y="4795"/>
                  </a:cubicBezTo>
                  <a:cubicBezTo>
                    <a:pt x="16678" y="6769"/>
                    <a:pt x="17063" y="8147"/>
                    <a:pt x="17115" y="8889"/>
                  </a:cubicBezTo>
                  <a:cubicBezTo>
                    <a:pt x="16329" y="8102"/>
                    <a:pt x="14914" y="6692"/>
                    <a:pt x="14505" y="6323"/>
                  </a:cubicBezTo>
                  <a:cubicBezTo>
                    <a:pt x="14376" y="6207"/>
                    <a:pt x="14208" y="6149"/>
                    <a:pt x="14015" y="6149"/>
                  </a:cubicBezTo>
                  <a:cubicBezTo>
                    <a:pt x="13835" y="6149"/>
                    <a:pt x="13635" y="6199"/>
                    <a:pt x="13426" y="6299"/>
                  </a:cubicBezTo>
                  <a:cubicBezTo>
                    <a:pt x="12300" y="6830"/>
                    <a:pt x="10459" y="9071"/>
                    <a:pt x="10694" y="14122"/>
                  </a:cubicBezTo>
                  <a:cubicBezTo>
                    <a:pt x="11055" y="21691"/>
                    <a:pt x="11939" y="33212"/>
                    <a:pt x="15555" y="45807"/>
                  </a:cubicBezTo>
                  <a:cubicBezTo>
                    <a:pt x="16195" y="48041"/>
                    <a:pt x="16965" y="50404"/>
                    <a:pt x="17906" y="53043"/>
                  </a:cubicBezTo>
                  <a:lnTo>
                    <a:pt x="17910" y="53043"/>
                  </a:lnTo>
                  <a:lnTo>
                    <a:pt x="17910" y="53063"/>
                  </a:lnTo>
                  <a:lnTo>
                    <a:pt x="18113" y="53627"/>
                  </a:lnTo>
                  <a:lnTo>
                    <a:pt x="18194" y="53850"/>
                  </a:lnTo>
                  <a:lnTo>
                    <a:pt x="18194" y="53870"/>
                  </a:lnTo>
                  <a:cubicBezTo>
                    <a:pt x="18048" y="53979"/>
                    <a:pt x="17853" y="54113"/>
                    <a:pt x="17630" y="54259"/>
                  </a:cubicBezTo>
                  <a:cubicBezTo>
                    <a:pt x="16840" y="54790"/>
                    <a:pt x="15766" y="55512"/>
                    <a:pt x="15222" y="56602"/>
                  </a:cubicBezTo>
                  <a:cubicBezTo>
                    <a:pt x="15218" y="56614"/>
                    <a:pt x="15206" y="56627"/>
                    <a:pt x="15202" y="56643"/>
                  </a:cubicBezTo>
                  <a:cubicBezTo>
                    <a:pt x="14772" y="57539"/>
                    <a:pt x="14789" y="58532"/>
                    <a:pt x="15243" y="59598"/>
                  </a:cubicBezTo>
                  <a:cubicBezTo>
                    <a:pt x="15389" y="59926"/>
                    <a:pt x="15563" y="60247"/>
                    <a:pt x="15761" y="60551"/>
                  </a:cubicBezTo>
                  <a:cubicBezTo>
                    <a:pt x="16779" y="62124"/>
                    <a:pt x="18080" y="64390"/>
                    <a:pt x="19532" y="66907"/>
                  </a:cubicBezTo>
                  <a:cubicBezTo>
                    <a:pt x="20979" y="69429"/>
                    <a:pt x="22475" y="72027"/>
                    <a:pt x="23788" y="74103"/>
                  </a:cubicBezTo>
                  <a:cubicBezTo>
                    <a:pt x="22813" y="74409"/>
                    <a:pt x="21603" y="74606"/>
                    <a:pt x="20431" y="74606"/>
                  </a:cubicBezTo>
                  <a:cubicBezTo>
                    <a:pt x="19430" y="74606"/>
                    <a:pt x="18458" y="74462"/>
                    <a:pt x="17683" y="74119"/>
                  </a:cubicBezTo>
                  <a:cubicBezTo>
                    <a:pt x="16191" y="73462"/>
                    <a:pt x="13386" y="68298"/>
                    <a:pt x="10171" y="60311"/>
                  </a:cubicBezTo>
                  <a:cubicBezTo>
                    <a:pt x="9624" y="58937"/>
                    <a:pt x="9089" y="57551"/>
                    <a:pt x="8574" y="56177"/>
                  </a:cubicBezTo>
                  <a:cubicBezTo>
                    <a:pt x="6194" y="49768"/>
                    <a:pt x="718" y="27808"/>
                    <a:pt x="1346" y="16182"/>
                  </a:cubicBezTo>
                  <a:cubicBezTo>
                    <a:pt x="1658" y="10369"/>
                    <a:pt x="2692" y="6072"/>
                    <a:pt x="4415" y="3400"/>
                  </a:cubicBezTo>
                  <a:cubicBezTo>
                    <a:pt x="5157" y="2241"/>
                    <a:pt x="5854" y="1677"/>
                    <a:pt x="6316" y="1357"/>
                  </a:cubicBezTo>
                  <a:cubicBezTo>
                    <a:pt x="6914" y="943"/>
                    <a:pt x="7629" y="716"/>
                    <a:pt x="8361" y="716"/>
                  </a:cubicBezTo>
                  <a:close/>
                  <a:moveTo>
                    <a:pt x="8389" y="1"/>
                  </a:moveTo>
                  <a:cubicBezTo>
                    <a:pt x="7494" y="1"/>
                    <a:pt x="6659" y="255"/>
                    <a:pt x="5911" y="773"/>
                  </a:cubicBezTo>
                  <a:cubicBezTo>
                    <a:pt x="5400" y="1130"/>
                    <a:pt x="4630" y="1746"/>
                    <a:pt x="3819" y="3015"/>
                  </a:cubicBezTo>
                  <a:cubicBezTo>
                    <a:pt x="2027" y="5792"/>
                    <a:pt x="961" y="10206"/>
                    <a:pt x="637" y="16137"/>
                  </a:cubicBezTo>
                  <a:cubicBezTo>
                    <a:pt x="0" y="27865"/>
                    <a:pt x="5513" y="49970"/>
                    <a:pt x="7913" y="56424"/>
                  </a:cubicBezTo>
                  <a:cubicBezTo>
                    <a:pt x="8424" y="57802"/>
                    <a:pt x="8959" y="59201"/>
                    <a:pt x="9515" y="60575"/>
                  </a:cubicBezTo>
                  <a:cubicBezTo>
                    <a:pt x="11898" y="66518"/>
                    <a:pt x="15210" y="73807"/>
                    <a:pt x="17391" y="74767"/>
                  </a:cubicBezTo>
                  <a:cubicBezTo>
                    <a:pt x="18271" y="75157"/>
                    <a:pt x="19345" y="75319"/>
                    <a:pt x="20444" y="75319"/>
                  </a:cubicBezTo>
                  <a:cubicBezTo>
                    <a:pt x="21867" y="75319"/>
                    <a:pt x="23330" y="75047"/>
                    <a:pt x="24457" y="74625"/>
                  </a:cubicBezTo>
                  <a:cubicBezTo>
                    <a:pt x="24554" y="74585"/>
                    <a:pt x="24631" y="74504"/>
                    <a:pt x="24668" y="74403"/>
                  </a:cubicBezTo>
                  <a:cubicBezTo>
                    <a:pt x="24700" y="74301"/>
                    <a:pt x="24684" y="74188"/>
                    <a:pt x="24627" y="74099"/>
                  </a:cubicBezTo>
                  <a:cubicBezTo>
                    <a:pt x="23269" y="71978"/>
                    <a:pt x="21680" y="69218"/>
                    <a:pt x="20144" y="66554"/>
                  </a:cubicBezTo>
                  <a:cubicBezTo>
                    <a:pt x="18725" y="64086"/>
                    <a:pt x="17387" y="61755"/>
                    <a:pt x="16357" y="60162"/>
                  </a:cubicBezTo>
                  <a:cubicBezTo>
                    <a:pt x="16179" y="59894"/>
                    <a:pt x="16025" y="59610"/>
                    <a:pt x="15891" y="59310"/>
                  </a:cubicBezTo>
                  <a:cubicBezTo>
                    <a:pt x="15522" y="58451"/>
                    <a:pt x="15502" y="57689"/>
                    <a:pt x="15826" y="56987"/>
                  </a:cubicBezTo>
                  <a:lnTo>
                    <a:pt x="15847" y="56951"/>
                  </a:lnTo>
                  <a:cubicBezTo>
                    <a:pt x="16293" y="56014"/>
                    <a:pt x="17298" y="55337"/>
                    <a:pt x="18028" y="54851"/>
                  </a:cubicBezTo>
                  <a:cubicBezTo>
                    <a:pt x="18263" y="54689"/>
                    <a:pt x="18534" y="54502"/>
                    <a:pt x="18644" y="54417"/>
                  </a:cubicBezTo>
                  <a:cubicBezTo>
                    <a:pt x="18757" y="54332"/>
                    <a:pt x="18940" y="54129"/>
                    <a:pt x="18899" y="53736"/>
                  </a:cubicBezTo>
                  <a:cubicBezTo>
                    <a:pt x="18895" y="53708"/>
                    <a:pt x="18887" y="53679"/>
                    <a:pt x="18879" y="53651"/>
                  </a:cubicBezTo>
                  <a:lnTo>
                    <a:pt x="18782" y="53384"/>
                  </a:lnTo>
                  <a:cubicBezTo>
                    <a:pt x="18709" y="53197"/>
                    <a:pt x="18644" y="53002"/>
                    <a:pt x="18575" y="52816"/>
                  </a:cubicBezTo>
                  <a:cubicBezTo>
                    <a:pt x="18571" y="52804"/>
                    <a:pt x="18567" y="52796"/>
                    <a:pt x="18563" y="52784"/>
                  </a:cubicBezTo>
                  <a:cubicBezTo>
                    <a:pt x="17630" y="50173"/>
                    <a:pt x="16868" y="47826"/>
                    <a:pt x="16232" y="45616"/>
                  </a:cubicBezTo>
                  <a:cubicBezTo>
                    <a:pt x="12640" y="33090"/>
                    <a:pt x="11752" y="21622"/>
                    <a:pt x="11404" y="14086"/>
                  </a:cubicBezTo>
                  <a:cubicBezTo>
                    <a:pt x="11221" y="10194"/>
                    <a:pt x="12332" y="7936"/>
                    <a:pt x="13426" y="7117"/>
                  </a:cubicBezTo>
                  <a:cubicBezTo>
                    <a:pt x="13779" y="6854"/>
                    <a:pt x="14006" y="6850"/>
                    <a:pt x="14022" y="6850"/>
                  </a:cubicBezTo>
                  <a:cubicBezTo>
                    <a:pt x="14574" y="7348"/>
                    <a:pt x="17107" y="9894"/>
                    <a:pt x="17136" y="9923"/>
                  </a:cubicBezTo>
                  <a:cubicBezTo>
                    <a:pt x="17205" y="9994"/>
                    <a:pt x="17295" y="10027"/>
                    <a:pt x="17384" y="10027"/>
                  </a:cubicBezTo>
                  <a:cubicBezTo>
                    <a:pt x="17529" y="10027"/>
                    <a:pt x="17671" y="9940"/>
                    <a:pt x="17724" y="9785"/>
                  </a:cubicBezTo>
                  <a:cubicBezTo>
                    <a:pt x="17817" y="9525"/>
                    <a:pt x="18372" y="7653"/>
                    <a:pt x="15514" y="4332"/>
                  </a:cubicBezTo>
                  <a:cubicBezTo>
                    <a:pt x="13069" y="1494"/>
                    <a:pt x="10557" y="1"/>
                    <a:pt x="83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" name="Google Shape;5518;p73"/>
            <p:cNvSpPr/>
            <p:nvPr/>
          </p:nvSpPr>
          <p:spPr>
            <a:xfrm>
              <a:off x="3625319" y="2740527"/>
              <a:ext cx="350511" cy="1293703"/>
            </a:xfrm>
            <a:custGeom>
              <a:avLst/>
              <a:gdLst/>
              <a:ahLst/>
              <a:cxnLst/>
              <a:rect l="l" t="t" r="r" b="b"/>
              <a:pathLst>
                <a:path w="20214" h="74608" extrusionOk="0">
                  <a:moveTo>
                    <a:pt x="4261" y="0"/>
                  </a:moveTo>
                  <a:cubicBezTo>
                    <a:pt x="3464" y="0"/>
                    <a:pt x="2700" y="221"/>
                    <a:pt x="1999" y="707"/>
                  </a:cubicBezTo>
                  <a:cubicBezTo>
                    <a:pt x="1558" y="1015"/>
                    <a:pt x="795" y="1603"/>
                    <a:pt x="1" y="2852"/>
                  </a:cubicBezTo>
                  <a:cubicBezTo>
                    <a:pt x="102" y="2841"/>
                    <a:pt x="204" y="2836"/>
                    <a:pt x="306" y="2836"/>
                  </a:cubicBezTo>
                  <a:cubicBezTo>
                    <a:pt x="903" y="2836"/>
                    <a:pt x="1521" y="3010"/>
                    <a:pt x="2113" y="3391"/>
                  </a:cubicBezTo>
                  <a:cubicBezTo>
                    <a:pt x="3617" y="4343"/>
                    <a:pt x="4351" y="6184"/>
                    <a:pt x="4468" y="7959"/>
                  </a:cubicBezTo>
                  <a:cubicBezTo>
                    <a:pt x="4582" y="9731"/>
                    <a:pt x="4180" y="11490"/>
                    <a:pt x="3897" y="13241"/>
                  </a:cubicBezTo>
                  <a:cubicBezTo>
                    <a:pt x="2757" y="20169"/>
                    <a:pt x="4411" y="27908"/>
                    <a:pt x="5619" y="34013"/>
                  </a:cubicBezTo>
                  <a:cubicBezTo>
                    <a:pt x="8729" y="49657"/>
                    <a:pt x="10573" y="55928"/>
                    <a:pt x="8785" y="60480"/>
                  </a:cubicBezTo>
                  <a:cubicBezTo>
                    <a:pt x="8490" y="60589"/>
                    <a:pt x="8193" y="60634"/>
                    <a:pt x="7896" y="60634"/>
                  </a:cubicBezTo>
                  <a:cubicBezTo>
                    <a:pt x="7180" y="60634"/>
                    <a:pt x="6460" y="60370"/>
                    <a:pt x="5729" y="60083"/>
                  </a:cubicBezTo>
                  <a:lnTo>
                    <a:pt x="5729" y="60083"/>
                  </a:lnTo>
                  <a:cubicBezTo>
                    <a:pt x="8181" y="66176"/>
                    <a:pt x="11461" y="73218"/>
                    <a:pt x="13419" y="74085"/>
                  </a:cubicBezTo>
                  <a:cubicBezTo>
                    <a:pt x="14255" y="74455"/>
                    <a:pt x="15279" y="74607"/>
                    <a:pt x="16321" y="74607"/>
                  </a:cubicBezTo>
                  <a:cubicBezTo>
                    <a:pt x="17724" y="74607"/>
                    <a:pt x="19159" y="74331"/>
                    <a:pt x="20213" y="73935"/>
                  </a:cubicBezTo>
                  <a:cubicBezTo>
                    <a:pt x="17586" y="69841"/>
                    <a:pt x="14076" y="63294"/>
                    <a:pt x="11947" y="59994"/>
                  </a:cubicBezTo>
                  <a:cubicBezTo>
                    <a:pt x="11757" y="59706"/>
                    <a:pt x="11595" y="59406"/>
                    <a:pt x="11453" y="59090"/>
                  </a:cubicBezTo>
                  <a:cubicBezTo>
                    <a:pt x="10991" y="58016"/>
                    <a:pt x="11068" y="57144"/>
                    <a:pt x="11408" y="56435"/>
                  </a:cubicBezTo>
                  <a:lnTo>
                    <a:pt x="11412" y="56435"/>
                  </a:lnTo>
                  <a:cubicBezTo>
                    <a:pt x="12045" y="55101"/>
                    <a:pt x="13605" y="54327"/>
                    <a:pt x="14311" y="53775"/>
                  </a:cubicBezTo>
                  <a:cubicBezTo>
                    <a:pt x="14408" y="53698"/>
                    <a:pt x="14445" y="53577"/>
                    <a:pt x="14428" y="53411"/>
                  </a:cubicBezTo>
                  <a:lnTo>
                    <a:pt x="14124" y="52572"/>
                  </a:lnTo>
                  <a:lnTo>
                    <a:pt x="14124" y="52559"/>
                  </a:lnTo>
                  <a:cubicBezTo>
                    <a:pt x="13277" y="50192"/>
                    <a:pt x="12466" y="47756"/>
                    <a:pt x="11777" y="45348"/>
                  </a:cubicBezTo>
                  <a:cubicBezTo>
                    <a:pt x="8003" y="32193"/>
                    <a:pt x="7217" y="20028"/>
                    <a:pt x="6929" y="13744"/>
                  </a:cubicBezTo>
                  <a:cubicBezTo>
                    <a:pt x="6672" y="8132"/>
                    <a:pt x="8992" y="6142"/>
                    <a:pt x="9892" y="6142"/>
                  </a:cubicBezTo>
                  <a:cubicBezTo>
                    <a:pt x="10000" y="6142"/>
                    <a:pt x="10087" y="6170"/>
                    <a:pt x="10148" y="6224"/>
                  </a:cubicBezTo>
                  <a:cubicBezTo>
                    <a:pt x="10711" y="6731"/>
                    <a:pt x="13273" y="9309"/>
                    <a:pt x="13273" y="9309"/>
                  </a:cubicBezTo>
                  <a:cubicBezTo>
                    <a:pt x="13314" y="9204"/>
                    <a:pt x="13930" y="7461"/>
                    <a:pt x="11129" y="4201"/>
                  </a:cubicBezTo>
                  <a:cubicBezTo>
                    <a:pt x="8996" y="1731"/>
                    <a:pt x="6495" y="0"/>
                    <a:pt x="4261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" name="Google Shape;5519;p73"/>
            <p:cNvSpPr/>
            <p:nvPr/>
          </p:nvSpPr>
          <p:spPr>
            <a:xfrm>
              <a:off x="3718401" y="2818696"/>
              <a:ext cx="62649" cy="117496"/>
            </a:xfrm>
            <a:custGeom>
              <a:avLst/>
              <a:gdLst/>
              <a:ahLst/>
              <a:cxnLst/>
              <a:rect l="l" t="t" r="r" b="b"/>
              <a:pathLst>
                <a:path w="3613" h="6776" extrusionOk="0">
                  <a:moveTo>
                    <a:pt x="3489" y="1"/>
                  </a:moveTo>
                  <a:cubicBezTo>
                    <a:pt x="2833" y="1"/>
                    <a:pt x="2218" y="389"/>
                    <a:pt x="1776" y="889"/>
                  </a:cubicBezTo>
                  <a:cubicBezTo>
                    <a:pt x="1301" y="1424"/>
                    <a:pt x="977" y="2061"/>
                    <a:pt x="734" y="2709"/>
                  </a:cubicBezTo>
                  <a:cubicBezTo>
                    <a:pt x="255" y="4007"/>
                    <a:pt x="0" y="5397"/>
                    <a:pt x="73" y="6775"/>
                  </a:cubicBezTo>
                  <a:cubicBezTo>
                    <a:pt x="284" y="5417"/>
                    <a:pt x="588" y="4100"/>
                    <a:pt x="1070" y="2835"/>
                  </a:cubicBezTo>
                  <a:cubicBezTo>
                    <a:pt x="1301" y="2203"/>
                    <a:pt x="1593" y="1591"/>
                    <a:pt x="1986" y="1068"/>
                  </a:cubicBezTo>
                  <a:cubicBezTo>
                    <a:pt x="2384" y="545"/>
                    <a:pt x="2919" y="99"/>
                    <a:pt x="3612" y="6"/>
                  </a:cubicBezTo>
                  <a:cubicBezTo>
                    <a:pt x="3571" y="2"/>
                    <a:pt x="3530" y="1"/>
                    <a:pt x="34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5" name="Google Shape;5520;p73"/>
            <p:cNvSpPr/>
            <p:nvPr/>
          </p:nvSpPr>
          <p:spPr>
            <a:xfrm>
              <a:off x="3704615" y="3007025"/>
              <a:ext cx="27085" cy="258557"/>
            </a:xfrm>
            <a:custGeom>
              <a:avLst/>
              <a:gdLst/>
              <a:ahLst/>
              <a:cxnLst/>
              <a:rect l="l" t="t" r="r" b="b"/>
              <a:pathLst>
                <a:path w="1562" h="14911" extrusionOk="0">
                  <a:moveTo>
                    <a:pt x="345" y="1"/>
                  </a:moveTo>
                  <a:lnTo>
                    <a:pt x="345" y="1"/>
                  </a:lnTo>
                  <a:cubicBezTo>
                    <a:pt x="29" y="2490"/>
                    <a:pt x="1" y="5019"/>
                    <a:pt x="211" y="7516"/>
                  </a:cubicBezTo>
                  <a:cubicBezTo>
                    <a:pt x="426" y="10014"/>
                    <a:pt x="848" y="12503"/>
                    <a:pt x="1561" y="14911"/>
                  </a:cubicBezTo>
                  <a:cubicBezTo>
                    <a:pt x="1123" y="12442"/>
                    <a:pt x="775" y="9973"/>
                    <a:pt x="568" y="7484"/>
                  </a:cubicBezTo>
                  <a:cubicBezTo>
                    <a:pt x="361" y="4999"/>
                    <a:pt x="313" y="2506"/>
                    <a:pt x="34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" name="Google Shape;5521;p73"/>
            <p:cNvSpPr/>
            <p:nvPr/>
          </p:nvSpPr>
          <p:spPr>
            <a:xfrm>
              <a:off x="3726481" y="3309071"/>
              <a:ext cx="18710" cy="93931"/>
            </a:xfrm>
            <a:custGeom>
              <a:avLst/>
              <a:gdLst/>
              <a:ahLst/>
              <a:cxnLst/>
              <a:rect l="l" t="t" r="r" b="b"/>
              <a:pathLst>
                <a:path w="1079" h="5417" extrusionOk="0">
                  <a:moveTo>
                    <a:pt x="227" y="1"/>
                  </a:moveTo>
                  <a:cubicBezTo>
                    <a:pt x="12" y="905"/>
                    <a:pt x="0" y="1866"/>
                    <a:pt x="154" y="2786"/>
                  </a:cubicBezTo>
                  <a:cubicBezTo>
                    <a:pt x="304" y="3710"/>
                    <a:pt x="592" y="4614"/>
                    <a:pt x="1079" y="5417"/>
                  </a:cubicBezTo>
                  <a:cubicBezTo>
                    <a:pt x="856" y="4509"/>
                    <a:pt x="649" y="3633"/>
                    <a:pt x="503" y="2729"/>
                  </a:cubicBezTo>
                  <a:cubicBezTo>
                    <a:pt x="357" y="1829"/>
                    <a:pt x="288" y="925"/>
                    <a:pt x="22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7" name="Google Shape;5522;p73"/>
            <p:cNvSpPr/>
            <p:nvPr/>
          </p:nvSpPr>
          <p:spPr>
            <a:xfrm>
              <a:off x="3762045" y="3451276"/>
              <a:ext cx="78394" cy="279226"/>
            </a:xfrm>
            <a:custGeom>
              <a:avLst/>
              <a:gdLst/>
              <a:ahLst/>
              <a:cxnLst/>
              <a:rect l="l" t="t" r="r" b="b"/>
              <a:pathLst>
                <a:path w="4521" h="16103" extrusionOk="0">
                  <a:moveTo>
                    <a:pt x="1" y="1"/>
                  </a:moveTo>
                  <a:cubicBezTo>
                    <a:pt x="621" y="2725"/>
                    <a:pt x="1338" y="5421"/>
                    <a:pt x="2096" y="8100"/>
                  </a:cubicBezTo>
                  <a:cubicBezTo>
                    <a:pt x="2850" y="10780"/>
                    <a:pt x="3637" y="13455"/>
                    <a:pt x="4521" y="16103"/>
                  </a:cubicBezTo>
                  <a:cubicBezTo>
                    <a:pt x="3904" y="13378"/>
                    <a:pt x="3195" y="10683"/>
                    <a:pt x="2433" y="8003"/>
                  </a:cubicBezTo>
                  <a:cubicBezTo>
                    <a:pt x="1675" y="5323"/>
                    <a:pt x="892" y="2648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8" name="Google Shape;5523;p73"/>
            <p:cNvSpPr/>
            <p:nvPr/>
          </p:nvSpPr>
          <p:spPr>
            <a:xfrm>
              <a:off x="3848086" y="3752975"/>
              <a:ext cx="16109" cy="33553"/>
            </a:xfrm>
            <a:custGeom>
              <a:avLst/>
              <a:gdLst/>
              <a:ahLst/>
              <a:cxnLst/>
              <a:rect l="l" t="t" r="r" b="b"/>
              <a:pathLst>
                <a:path w="929" h="1935" extrusionOk="0">
                  <a:moveTo>
                    <a:pt x="256" y="1"/>
                  </a:moveTo>
                  <a:cubicBezTo>
                    <a:pt x="17" y="317"/>
                    <a:pt x="0" y="759"/>
                    <a:pt x="134" y="1128"/>
                  </a:cubicBezTo>
                  <a:cubicBezTo>
                    <a:pt x="264" y="1501"/>
                    <a:pt x="548" y="1833"/>
                    <a:pt x="929" y="1934"/>
                  </a:cubicBezTo>
                  <a:cubicBezTo>
                    <a:pt x="738" y="1647"/>
                    <a:pt x="584" y="1338"/>
                    <a:pt x="467" y="1014"/>
                  </a:cubicBezTo>
                  <a:cubicBezTo>
                    <a:pt x="353" y="686"/>
                    <a:pt x="284" y="345"/>
                    <a:pt x="25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9" name="Google Shape;5524;p73"/>
            <p:cNvSpPr/>
            <p:nvPr/>
          </p:nvSpPr>
          <p:spPr>
            <a:xfrm>
              <a:off x="3778206" y="3686979"/>
              <a:ext cx="50286" cy="149800"/>
            </a:xfrm>
            <a:custGeom>
              <a:avLst/>
              <a:gdLst/>
              <a:ahLst/>
              <a:cxnLst/>
              <a:rect l="l" t="t" r="r" b="b"/>
              <a:pathLst>
                <a:path w="2900" h="8639" extrusionOk="0">
                  <a:moveTo>
                    <a:pt x="1" y="0"/>
                  </a:moveTo>
                  <a:cubicBezTo>
                    <a:pt x="293" y="1500"/>
                    <a:pt x="702" y="2968"/>
                    <a:pt x="1193" y="4407"/>
                  </a:cubicBezTo>
                  <a:cubicBezTo>
                    <a:pt x="1683" y="5846"/>
                    <a:pt x="2226" y="7273"/>
                    <a:pt x="2899" y="8639"/>
                  </a:cubicBezTo>
                  <a:cubicBezTo>
                    <a:pt x="2490" y="7171"/>
                    <a:pt x="2024" y="5736"/>
                    <a:pt x="1533" y="4297"/>
                  </a:cubicBezTo>
                  <a:cubicBezTo>
                    <a:pt x="1043" y="2858"/>
                    <a:pt x="560" y="1419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0" name="Google Shape;5525;p73"/>
            <p:cNvSpPr/>
            <p:nvPr/>
          </p:nvSpPr>
          <p:spPr>
            <a:xfrm>
              <a:off x="3767594" y="3752975"/>
              <a:ext cx="31299" cy="80926"/>
            </a:xfrm>
            <a:custGeom>
              <a:avLst/>
              <a:gdLst/>
              <a:ahLst/>
              <a:cxnLst/>
              <a:rect l="l" t="t" r="r" b="b"/>
              <a:pathLst>
                <a:path w="1805" h="4667" extrusionOk="0">
                  <a:moveTo>
                    <a:pt x="17" y="1"/>
                  </a:moveTo>
                  <a:cubicBezTo>
                    <a:pt x="1" y="852"/>
                    <a:pt x="179" y="1695"/>
                    <a:pt x="487" y="2494"/>
                  </a:cubicBezTo>
                  <a:cubicBezTo>
                    <a:pt x="795" y="3288"/>
                    <a:pt x="1221" y="4042"/>
                    <a:pt x="1805" y="4667"/>
                  </a:cubicBezTo>
                  <a:cubicBezTo>
                    <a:pt x="1460" y="3892"/>
                    <a:pt x="1128" y="3134"/>
                    <a:pt x="824" y="2364"/>
                  </a:cubicBezTo>
                  <a:cubicBezTo>
                    <a:pt x="520" y="1594"/>
                    <a:pt x="276" y="803"/>
                    <a:pt x="1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1" name="Google Shape;5526;p73"/>
            <p:cNvSpPr/>
            <p:nvPr/>
          </p:nvSpPr>
          <p:spPr>
            <a:xfrm>
              <a:off x="3446423" y="3774633"/>
              <a:ext cx="561660" cy="289283"/>
            </a:xfrm>
            <a:custGeom>
              <a:avLst/>
              <a:gdLst/>
              <a:ahLst/>
              <a:cxnLst/>
              <a:rect l="l" t="t" r="r" b="b"/>
              <a:pathLst>
                <a:path w="32391" h="16683" extrusionOk="0">
                  <a:moveTo>
                    <a:pt x="26590" y="0"/>
                  </a:moveTo>
                  <a:cubicBezTo>
                    <a:pt x="25743" y="665"/>
                    <a:pt x="24251" y="1845"/>
                    <a:pt x="23189" y="2708"/>
                  </a:cubicBezTo>
                  <a:cubicBezTo>
                    <a:pt x="23014" y="2854"/>
                    <a:pt x="22840" y="2988"/>
                    <a:pt x="22694" y="3114"/>
                  </a:cubicBezTo>
                  <a:cubicBezTo>
                    <a:pt x="21614" y="3995"/>
                    <a:pt x="21027" y="4180"/>
                    <a:pt x="20668" y="4180"/>
                  </a:cubicBezTo>
                  <a:cubicBezTo>
                    <a:pt x="20545" y="4180"/>
                    <a:pt x="20448" y="4158"/>
                    <a:pt x="20367" y="4135"/>
                  </a:cubicBezTo>
                  <a:cubicBezTo>
                    <a:pt x="20084" y="4058"/>
                    <a:pt x="17735" y="3015"/>
                    <a:pt x="15156" y="3015"/>
                  </a:cubicBezTo>
                  <a:cubicBezTo>
                    <a:pt x="14895" y="3015"/>
                    <a:pt x="14632" y="3025"/>
                    <a:pt x="14368" y="3049"/>
                  </a:cubicBezTo>
                  <a:cubicBezTo>
                    <a:pt x="13753" y="3103"/>
                    <a:pt x="13199" y="3114"/>
                    <a:pt x="12708" y="3114"/>
                  </a:cubicBezTo>
                  <a:cubicBezTo>
                    <a:pt x="12347" y="3114"/>
                    <a:pt x="12020" y="3108"/>
                    <a:pt x="11729" y="3108"/>
                  </a:cubicBezTo>
                  <a:cubicBezTo>
                    <a:pt x="10565" y="3108"/>
                    <a:pt x="9963" y="3206"/>
                    <a:pt x="10002" y="4184"/>
                  </a:cubicBezTo>
                  <a:cubicBezTo>
                    <a:pt x="10058" y="5736"/>
                    <a:pt x="12993" y="6920"/>
                    <a:pt x="13934" y="6985"/>
                  </a:cubicBezTo>
                  <a:cubicBezTo>
                    <a:pt x="14870" y="7050"/>
                    <a:pt x="13561" y="8489"/>
                    <a:pt x="11749" y="8797"/>
                  </a:cubicBezTo>
                  <a:cubicBezTo>
                    <a:pt x="11334" y="8868"/>
                    <a:pt x="10868" y="8903"/>
                    <a:pt x="10368" y="8903"/>
                  </a:cubicBezTo>
                  <a:cubicBezTo>
                    <a:pt x="8678" y="8903"/>
                    <a:pt x="6610" y="8504"/>
                    <a:pt x="4902" y="7759"/>
                  </a:cubicBezTo>
                  <a:cubicBezTo>
                    <a:pt x="3891" y="7320"/>
                    <a:pt x="2809" y="7080"/>
                    <a:pt x="1925" y="7080"/>
                  </a:cubicBezTo>
                  <a:cubicBezTo>
                    <a:pt x="875" y="7080"/>
                    <a:pt x="105" y="7420"/>
                    <a:pt x="70" y="8169"/>
                  </a:cubicBezTo>
                  <a:cubicBezTo>
                    <a:pt x="1" y="9547"/>
                    <a:pt x="1006" y="10131"/>
                    <a:pt x="1006" y="10131"/>
                  </a:cubicBezTo>
                  <a:cubicBezTo>
                    <a:pt x="1006" y="10131"/>
                    <a:pt x="321" y="10216"/>
                    <a:pt x="568" y="11197"/>
                  </a:cubicBezTo>
                  <a:cubicBezTo>
                    <a:pt x="820" y="12174"/>
                    <a:pt x="1756" y="12421"/>
                    <a:pt x="1756" y="12421"/>
                  </a:cubicBezTo>
                  <a:cubicBezTo>
                    <a:pt x="1756" y="12421"/>
                    <a:pt x="933" y="13074"/>
                    <a:pt x="2125" y="14026"/>
                  </a:cubicBezTo>
                  <a:cubicBezTo>
                    <a:pt x="3247" y="14923"/>
                    <a:pt x="6061" y="16683"/>
                    <a:pt x="11113" y="16683"/>
                  </a:cubicBezTo>
                  <a:cubicBezTo>
                    <a:pt x="11427" y="16683"/>
                    <a:pt x="11750" y="16676"/>
                    <a:pt x="12081" y="16661"/>
                  </a:cubicBezTo>
                  <a:cubicBezTo>
                    <a:pt x="17749" y="16418"/>
                    <a:pt x="23241" y="15636"/>
                    <a:pt x="26614" y="12993"/>
                  </a:cubicBezTo>
                  <a:cubicBezTo>
                    <a:pt x="27186" y="12547"/>
                    <a:pt x="27774" y="12068"/>
                    <a:pt x="28349" y="11582"/>
                  </a:cubicBezTo>
                  <a:cubicBezTo>
                    <a:pt x="29886" y="10273"/>
                    <a:pt x="31357" y="8907"/>
                    <a:pt x="32391" y="7921"/>
                  </a:cubicBezTo>
                  <a:cubicBezTo>
                    <a:pt x="30109" y="5027"/>
                    <a:pt x="28211" y="2129"/>
                    <a:pt x="26590" y="0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2" name="Google Shape;5527;p73"/>
            <p:cNvSpPr/>
            <p:nvPr/>
          </p:nvSpPr>
          <p:spPr>
            <a:xfrm>
              <a:off x="3440666" y="3765841"/>
              <a:ext cx="575723" cy="304248"/>
            </a:xfrm>
            <a:custGeom>
              <a:avLst/>
              <a:gdLst/>
              <a:ahLst/>
              <a:cxnLst/>
              <a:rect l="l" t="t" r="r" b="b"/>
              <a:pathLst>
                <a:path w="33202" h="17546" extrusionOk="0">
                  <a:moveTo>
                    <a:pt x="26857" y="1010"/>
                  </a:moveTo>
                  <a:cubicBezTo>
                    <a:pt x="27453" y="1809"/>
                    <a:pt x="28098" y="2717"/>
                    <a:pt x="28770" y="3665"/>
                  </a:cubicBezTo>
                  <a:cubicBezTo>
                    <a:pt x="29804" y="5125"/>
                    <a:pt x="30972" y="6762"/>
                    <a:pt x="32245" y="8392"/>
                  </a:cubicBezTo>
                  <a:cubicBezTo>
                    <a:pt x="31264" y="9320"/>
                    <a:pt x="29881" y="10597"/>
                    <a:pt x="28454" y="11813"/>
                  </a:cubicBezTo>
                  <a:cubicBezTo>
                    <a:pt x="27875" y="12304"/>
                    <a:pt x="27295" y="12782"/>
                    <a:pt x="26731" y="13224"/>
                  </a:cubicBezTo>
                  <a:cubicBezTo>
                    <a:pt x="23160" y="16009"/>
                    <a:pt x="17197" y="16609"/>
                    <a:pt x="12397" y="16816"/>
                  </a:cubicBezTo>
                  <a:cubicBezTo>
                    <a:pt x="12065" y="16830"/>
                    <a:pt x="11743" y="16837"/>
                    <a:pt x="11429" y="16837"/>
                  </a:cubicBezTo>
                  <a:cubicBezTo>
                    <a:pt x="6635" y="16837"/>
                    <a:pt x="3917" y="15251"/>
                    <a:pt x="2680" y="14262"/>
                  </a:cubicBezTo>
                  <a:cubicBezTo>
                    <a:pt x="2352" y="13994"/>
                    <a:pt x="2173" y="13739"/>
                    <a:pt x="2169" y="13528"/>
                  </a:cubicBezTo>
                  <a:cubicBezTo>
                    <a:pt x="2169" y="13402"/>
                    <a:pt x="2222" y="13285"/>
                    <a:pt x="2311" y="13204"/>
                  </a:cubicBezTo>
                  <a:lnTo>
                    <a:pt x="2842" y="12770"/>
                  </a:lnTo>
                  <a:lnTo>
                    <a:pt x="2177" y="12584"/>
                  </a:lnTo>
                  <a:cubicBezTo>
                    <a:pt x="2149" y="12575"/>
                    <a:pt x="1436" y="12365"/>
                    <a:pt x="1241" y="11611"/>
                  </a:cubicBezTo>
                  <a:cubicBezTo>
                    <a:pt x="1180" y="11380"/>
                    <a:pt x="1184" y="11189"/>
                    <a:pt x="1253" y="11088"/>
                  </a:cubicBezTo>
                  <a:cubicBezTo>
                    <a:pt x="1277" y="11043"/>
                    <a:pt x="1326" y="11007"/>
                    <a:pt x="1379" y="10995"/>
                  </a:cubicBezTo>
                  <a:lnTo>
                    <a:pt x="2421" y="10861"/>
                  </a:lnTo>
                  <a:lnTo>
                    <a:pt x="1517" y="10334"/>
                  </a:lnTo>
                  <a:cubicBezTo>
                    <a:pt x="1508" y="10330"/>
                    <a:pt x="698" y="9843"/>
                    <a:pt x="754" y="8692"/>
                  </a:cubicBezTo>
                  <a:cubicBezTo>
                    <a:pt x="767" y="8477"/>
                    <a:pt x="860" y="8323"/>
                    <a:pt x="1058" y="8193"/>
                  </a:cubicBezTo>
                  <a:cubicBezTo>
                    <a:pt x="1334" y="8023"/>
                    <a:pt x="1750" y="7941"/>
                    <a:pt x="2246" y="7941"/>
                  </a:cubicBezTo>
                  <a:cubicBezTo>
                    <a:pt x="3071" y="7941"/>
                    <a:pt x="4115" y="8168"/>
                    <a:pt x="5092" y="8591"/>
                  </a:cubicBezTo>
                  <a:cubicBezTo>
                    <a:pt x="6812" y="9334"/>
                    <a:pt x="8945" y="9766"/>
                    <a:pt x="10720" y="9766"/>
                  </a:cubicBezTo>
                  <a:cubicBezTo>
                    <a:pt x="11230" y="9766"/>
                    <a:pt x="11710" y="9731"/>
                    <a:pt x="12142" y="9657"/>
                  </a:cubicBezTo>
                  <a:cubicBezTo>
                    <a:pt x="13560" y="9405"/>
                    <a:pt x="14967" y="8420"/>
                    <a:pt x="14935" y="7687"/>
                  </a:cubicBezTo>
                  <a:cubicBezTo>
                    <a:pt x="14919" y="7439"/>
                    <a:pt x="14744" y="7168"/>
                    <a:pt x="14290" y="7135"/>
                  </a:cubicBezTo>
                  <a:cubicBezTo>
                    <a:pt x="13463" y="7079"/>
                    <a:pt x="10739" y="5956"/>
                    <a:pt x="10686" y="4679"/>
                  </a:cubicBezTo>
                  <a:cubicBezTo>
                    <a:pt x="10670" y="4310"/>
                    <a:pt x="10767" y="4212"/>
                    <a:pt x="10800" y="4176"/>
                  </a:cubicBezTo>
                  <a:cubicBezTo>
                    <a:pt x="10971" y="3998"/>
                    <a:pt x="11438" y="3970"/>
                    <a:pt x="12047" y="3970"/>
                  </a:cubicBezTo>
                  <a:cubicBezTo>
                    <a:pt x="12189" y="3970"/>
                    <a:pt x="12339" y="3972"/>
                    <a:pt x="12494" y="3973"/>
                  </a:cubicBezTo>
                  <a:cubicBezTo>
                    <a:pt x="12657" y="3974"/>
                    <a:pt x="12829" y="3976"/>
                    <a:pt x="13010" y="3976"/>
                  </a:cubicBezTo>
                  <a:cubicBezTo>
                    <a:pt x="13516" y="3976"/>
                    <a:pt x="14094" y="3965"/>
                    <a:pt x="14736" y="3908"/>
                  </a:cubicBezTo>
                  <a:cubicBezTo>
                    <a:pt x="14982" y="3887"/>
                    <a:pt x="15228" y="3878"/>
                    <a:pt x="15473" y="3878"/>
                  </a:cubicBezTo>
                  <a:cubicBezTo>
                    <a:pt x="17628" y="3878"/>
                    <a:pt x="19636" y="4627"/>
                    <a:pt x="20338" y="4889"/>
                  </a:cubicBezTo>
                  <a:lnTo>
                    <a:pt x="20598" y="4987"/>
                  </a:lnTo>
                  <a:cubicBezTo>
                    <a:pt x="20715" y="5020"/>
                    <a:pt x="20845" y="5045"/>
                    <a:pt x="20996" y="5045"/>
                  </a:cubicBezTo>
                  <a:cubicBezTo>
                    <a:pt x="21462" y="5045"/>
                    <a:pt x="22132" y="4811"/>
                    <a:pt x="23253" y="3892"/>
                  </a:cubicBezTo>
                  <a:lnTo>
                    <a:pt x="23618" y="3588"/>
                  </a:lnTo>
                  <a:lnTo>
                    <a:pt x="23752" y="3487"/>
                  </a:lnTo>
                  <a:cubicBezTo>
                    <a:pt x="24652" y="2753"/>
                    <a:pt x="25848" y="1805"/>
                    <a:pt x="26857" y="1010"/>
                  </a:cubicBezTo>
                  <a:close/>
                  <a:moveTo>
                    <a:pt x="26983" y="1"/>
                  </a:moveTo>
                  <a:lnTo>
                    <a:pt x="26699" y="232"/>
                  </a:lnTo>
                  <a:cubicBezTo>
                    <a:pt x="25641" y="1067"/>
                    <a:pt x="24291" y="2129"/>
                    <a:pt x="23302" y="2936"/>
                  </a:cubicBezTo>
                  <a:lnTo>
                    <a:pt x="23176" y="3037"/>
                  </a:lnTo>
                  <a:lnTo>
                    <a:pt x="22795" y="3345"/>
                  </a:lnTo>
                  <a:cubicBezTo>
                    <a:pt x="21771" y="4189"/>
                    <a:pt x="21263" y="4337"/>
                    <a:pt x="20998" y="4337"/>
                  </a:cubicBezTo>
                  <a:cubicBezTo>
                    <a:pt x="20904" y="4337"/>
                    <a:pt x="20841" y="4318"/>
                    <a:pt x="20797" y="4306"/>
                  </a:cubicBezTo>
                  <a:lnTo>
                    <a:pt x="20590" y="4229"/>
                  </a:lnTo>
                  <a:cubicBezTo>
                    <a:pt x="19853" y="3949"/>
                    <a:pt x="17762" y="3165"/>
                    <a:pt x="15475" y="3165"/>
                  </a:cubicBezTo>
                  <a:cubicBezTo>
                    <a:pt x="15209" y="3165"/>
                    <a:pt x="14941" y="3176"/>
                    <a:pt x="14671" y="3199"/>
                  </a:cubicBezTo>
                  <a:cubicBezTo>
                    <a:pt x="14037" y="3258"/>
                    <a:pt x="13458" y="3265"/>
                    <a:pt x="12957" y="3265"/>
                  </a:cubicBezTo>
                  <a:cubicBezTo>
                    <a:pt x="12799" y="3265"/>
                    <a:pt x="12649" y="3264"/>
                    <a:pt x="12506" y="3264"/>
                  </a:cubicBezTo>
                  <a:cubicBezTo>
                    <a:pt x="12368" y="3263"/>
                    <a:pt x="12235" y="3262"/>
                    <a:pt x="12109" y="3262"/>
                  </a:cubicBezTo>
                  <a:cubicBezTo>
                    <a:pt x="11244" y="3262"/>
                    <a:pt x="10657" y="3307"/>
                    <a:pt x="10289" y="3685"/>
                  </a:cubicBezTo>
                  <a:cubicBezTo>
                    <a:pt x="10058" y="3925"/>
                    <a:pt x="9957" y="4253"/>
                    <a:pt x="9977" y="4703"/>
                  </a:cubicBezTo>
                  <a:cubicBezTo>
                    <a:pt x="10050" y="6479"/>
                    <a:pt x="13074" y="7715"/>
                    <a:pt x="14156" y="7837"/>
                  </a:cubicBezTo>
                  <a:cubicBezTo>
                    <a:pt x="13925" y="8149"/>
                    <a:pt x="13143" y="8757"/>
                    <a:pt x="12020" y="8951"/>
                  </a:cubicBezTo>
                  <a:cubicBezTo>
                    <a:pt x="11615" y="9021"/>
                    <a:pt x="11165" y="9055"/>
                    <a:pt x="10686" y="9055"/>
                  </a:cubicBezTo>
                  <a:cubicBezTo>
                    <a:pt x="9018" y="9055"/>
                    <a:pt x="7007" y="8648"/>
                    <a:pt x="5376" y="7942"/>
                  </a:cubicBezTo>
                  <a:cubicBezTo>
                    <a:pt x="4305" y="7475"/>
                    <a:pt x="3196" y="7233"/>
                    <a:pt x="2274" y="7233"/>
                  </a:cubicBezTo>
                  <a:cubicBezTo>
                    <a:pt x="1628" y="7233"/>
                    <a:pt x="1073" y="7351"/>
                    <a:pt x="686" y="7593"/>
                  </a:cubicBezTo>
                  <a:cubicBezTo>
                    <a:pt x="284" y="7845"/>
                    <a:pt x="65" y="8210"/>
                    <a:pt x="45" y="8664"/>
                  </a:cubicBezTo>
                  <a:cubicBezTo>
                    <a:pt x="0" y="9612"/>
                    <a:pt x="402" y="10245"/>
                    <a:pt x="734" y="10593"/>
                  </a:cubicBezTo>
                  <a:lnTo>
                    <a:pt x="661" y="10682"/>
                  </a:lnTo>
                  <a:cubicBezTo>
                    <a:pt x="475" y="10962"/>
                    <a:pt x="434" y="11339"/>
                    <a:pt x="556" y="11789"/>
                  </a:cubicBezTo>
                  <a:cubicBezTo>
                    <a:pt x="694" y="12336"/>
                    <a:pt x="1054" y="12803"/>
                    <a:pt x="1549" y="13074"/>
                  </a:cubicBezTo>
                  <a:cubicBezTo>
                    <a:pt x="1488" y="13216"/>
                    <a:pt x="1460" y="13366"/>
                    <a:pt x="1460" y="13516"/>
                  </a:cubicBezTo>
                  <a:cubicBezTo>
                    <a:pt x="1460" y="13962"/>
                    <a:pt x="1723" y="14400"/>
                    <a:pt x="2234" y="14813"/>
                  </a:cubicBezTo>
                  <a:cubicBezTo>
                    <a:pt x="3543" y="15863"/>
                    <a:pt x="6426" y="17545"/>
                    <a:pt x="11428" y="17545"/>
                  </a:cubicBezTo>
                  <a:cubicBezTo>
                    <a:pt x="11752" y="17545"/>
                    <a:pt x="12085" y="17541"/>
                    <a:pt x="12429" y="17525"/>
                  </a:cubicBezTo>
                  <a:cubicBezTo>
                    <a:pt x="17335" y="17310"/>
                    <a:pt x="23440" y="16694"/>
                    <a:pt x="27165" y="13779"/>
                  </a:cubicBezTo>
                  <a:cubicBezTo>
                    <a:pt x="27745" y="13334"/>
                    <a:pt x="28325" y="12851"/>
                    <a:pt x="28912" y="12357"/>
                  </a:cubicBezTo>
                  <a:cubicBezTo>
                    <a:pt x="30473" y="11027"/>
                    <a:pt x="31981" y="9624"/>
                    <a:pt x="32966" y="8688"/>
                  </a:cubicBezTo>
                  <a:lnTo>
                    <a:pt x="33201" y="8465"/>
                  </a:lnTo>
                  <a:lnTo>
                    <a:pt x="33003" y="8210"/>
                  </a:lnTo>
                  <a:cubicBezTo>
                    <a:pt x="31661" y="6507"/>
                    <a:pt x="30433" y="4780"/>
                    <a:pt x="29354" y="3256"/>
                  </a:cubicBezTo>
                  <a:cubicBezTo>
                    <a:pt x="28588" y="2182"/>
                    <a:pt x="27875" y="1172"/>
                    <a:pt x="27202" y="288"/>
                  </a:cubicBezTo>
                  <a:lnTo>
                    <a:pt x="26983" y="1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3" name="Google Shape;5528;p73"/>
            <p:cNvSpPr/>
            <p:nvPr/>
          </p:nvSpPr>
          <p:spPr>
            <a:xfrm>
              <a:off x="3460416" y="3947374"/>
              <a:ext cx="187497" cy="45465"/>
            </a:xfrm>
            <a:custGeom>
              <a:avLst/>
              <a:gdLst/>
              <a:ahLst/>
              <a:cxnLst/>
              <a:rect l="l" t="t" r="r" b="b"/>
              <a:pathLst>
                <a:path w="10813" h="2622" extrusionOk="0">
                  <a:moveTo>
                    <a:pt x="196" y="0"/>
                  </a:moveTo>
                  <a:cubicBezTo>
                    <a:pt x="141" y="0"/>
                    <a:pt x="87" y="25"/>
                    <a:pt x="53" y="71"/>
                  </a:cubicBezTo>
                  <a:cubicBezTo>
                    <a:pt x="1" y="153"/>
                    <a:pt x="21" y="258"/>
                    <a:pt x="102" y="311"/>
                  </a:cubicBezTo>
                  <a:cubicBezTo>
                    <a:pt x="1991" y="1551"/>
                    <a:pt x="5676" y="2621"/>
                    <a:pt x="8899" y="2621"/>
                  </a:cubicBezTo>
                  <a:cubicBezTo>
                    <a:pt x="8925" y="2622"/>
                    <a:pt x="8952" y="2622"/>
                    <a:pt x="8979" y="2622"/>
                  </a:cubicBezTo>
                  <a:cubicBezTo>
                    <a:pt x="9540" y="2622"/>
                    <a:pt x="10097" y="2581"/>
                    <a:pt x="10654" y="2504"/>
                  </a:cubicBezTo>
                  <a:cubicBezTo>
                    <a:pt x="10747" y="2492"/>
                    <a:pt x="10812" y="2402"/>
                    <a:pt x="10800" y="2309"/>
                  </a:cubicBezTo>
                  <a:cubicBezTo>
                    <a:pt x="10789" y="2226"/>
                    <a:pt x="10716" y="2165"/>
                    <a:pt x="10634" y="2165"/>
                  </a:cubicBezTo>
                  <a:cubicBezTo>
                    <a:pt x="10625" y="2165"/>
                    <a:pt x="10615" y="2166"/>
                    <a:pt x="10605" y="2167"/>
                  </a:cubicBezTo>
                  <a:cubicBezTo>
                    <a:pt x="10062" y="2246"/>
                    <a:pt x="9488" y="2282"/>
                    <a:pt x="8898" y="2282"/>
                  </a:cubicBezTo>
                  <a:cubicBezTo>
                    <a:pt x="5741" y="2282"/>
                    <a:pt x="2133" y="1239"/>
                    <a:pt x="288" y="27"/>
                  </a:cubicBezTo>
                  <a:cubicBezTo>
                    <a:pt x="260" y="9"/>
                    <a:pt x="228" y="0"/>
                    <a:pt x="19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4" name="Google Shape;5529;p73"/>
            <p:cNvSpPr/>
            <p:nvPr/>
          </p:nvSpPr>
          <p:spPr>
            <a:xfrm>
              <a:off x="3473352" y="3987013"/>
              <a:ext cx="184324" cy="46662"/>
            </a:xfrm>
            <a:custGeom>
              <a:avLst/>
              <a:gdLst/>
              <a:ahLst/>
              <a:cxnLst/>
              <a:rect l="l" t="t" r="r" b="b"/>
              <a:pathLst>
                <a:path w="10630" h="2691" extrusionOk="0">
                  <a:moveTo>
                    <a:pt x="200" y="0"/>
                  </a:moveTo>
                  <a:cubicBezTo>
                    <a:pt x="140" y="0"/>
                    <a:pt x="82" y="33"/>
                    <a:pt x="49" y="88"/>
                  </a:cubicBezTo>
                  <a:cubicBezTo>
                    <a:pt x="0" y="169"/>
                    <a:pt x="33" y="275"/>
                    <a:pt x="118" y="319"/>
                  </a:cubicBezTo>
                  <a:cubicBezTo>
                    <a:pt x="1780" y="1272"/>
                    <a:pt x="4861" y="2691"/>
                    <a:pt x="8420" y="2691"/>
                  </a:cubicBezTo>
                  <a:cubicBezTo>
                    <a:pt x="9109" y="2691"/>
                    <a:pt x="9795" y="2638"/>
                    <a:pt x="10476" y="2528"/>
                  </a:cubicBezTo>
                  <a:cubicBezTo>
                    <a:pt x="10565" y="2512"/>
                    <a:pt x="10630" y="2423"/>
                    <a:pt x="10617" y="2334"/>
                  </a:cubicBezTo>
                  <a:cubicBezTo>
                    <a:pt x="10603" y="2247"/>
                    <a:pt x="10531" y="2189"/>
                    <a:pt x="10449" y="2189"/>
                  </a:cubicBezTo>
                  <a:cubicBezTo>
                    <a:pt x="10439" y="2189"/>
                    <a:pt x="10429" y="2190"/>
                    <a:pt x="10419" y="2192"/>
                  </a:cubicBezTo>
                  <a:cubicBezTo>
                    <a:pt x="9741" y="2301"/>
                    <a:pt x="9075" y="2349"/>
                    <a:pt x="8424" y="2349"/>
                  </a:cubicBezTo>
                  <a:cubicBezTo>
                    <a:pt x="4936" y="2349"/>
                    <a:pt x="1917" y="956"/>
                    <a:pt x="284" y="23"/>
                  </a:cubicBezTo>
                  <a:cubicBezTo>
                    <a:pt x="257" y="8"/>
                    <a:pt x="228" y="0"/>
                    <a:pt x="2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5" name="Google Shape;5530;p73"/>
            <p:cNvSpPr/>
            <p:nvPr/>
          </p:nvSpPr>
          <p:spPr>
            <a:xfrm>
              <a:off x="3710025" y="3981776"/>
              <a:ext cx="167886" cy="56528"/>
            </a:xfrm>
            <a:custGeom>
              <a:avLst/>
              <a:gdLst/>
              <a:ahLst/>
              <a:cxnLst/>
              <a:rect l="l" t="t" r="r" b="b"/>
              <a:pathLst>
                <a:path w="9682" h="3260" extrusionOk="0">
                  <a:moveTo>
                    <a:pt x="9681" y="1"/>
                  </a:moveTo>
                  <a:lnTo>
                    <a:pt x="9681" y="1"/>
                  </a:lnTo>
                  <a:cubicBezTo>
                    <a:pt x="8279" y="1006"/>
                    <a:pt x="6730" y="1793"/>
                    <a:pt x="5088" y="2332"/>
                  </a:cubicBezTo>
                  <a:cubicBezTo>
                    <a:pt x="3459" y="2867"/>
                    <a:pt x="1740" y="3126"/>
                    <a:pt x="1" y="3143"/>
                  </a:cubicBezTo>
                  <a:cubicBezTo>
                    <a:pt x="517" y="3222"/>
                    <a:pt x="1041" y="3260"/>
                    <a:pt x="1566" y="3260"/>
                  </a:cubicBezTo>
                  <a:cubicBezTo>
                    <a:pt x="2792" y="3260"/>
                    <a:pt x="4025" y="3051"/>
                    <a:pt x="5198" y="2668"/>
                  </a:cubicBezTo>
                  <a:cubicBezTo>
                    <a:pt x="6868" y="2121"/>
                    <a:pt x="8441" y="1225"/>
                    <a:pt x="968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6" name="Google Shape;5531;p73"/>
            <p:cNvSpPr/>
            <p:nvPr/>
          </p:nvSpPr>
          <p:spPr>
            <a:xfrm>
              <a:off x="3895459" y="3904249"/>
              <a:ext cx="69759" cy="62164"/>
            </a:xfrm>
            <a:custGeom>
              <a:avLst/>
              <a:gdLst/>
              <a:ahLst/>
              <a:cxnLst/>
              <a:rect l="l" t="t" r="r" b="b"/>
              <a:pathLst>
                <a:path w="4023" h="3585" extrusionOk="0">
                  <a:moveTo>
                    <a:pt x="4022" y="1"/>
                  </a:moveTo>
                  <a:cubicBezTo>
                    <a:pt x="3325" y="580"/>
                    <a:pt x="2660" y="1172"/>
                    <a:pt x="1995" y="1776"/>
                  </a:cubicBezTo>
                  <a:cubicBezTo>
                    <a:pt x="1334" y="2376"/>
                    <a:pt x="657" y="2956"/>
                    <a:pt x="1" y="3584"/>
                  </a:cubicBezTo>
                  <a:cubicBezTo>
                    <a:pt x="816" y="3183"/>
                    <a:pt x="1561" y="2652"/>
                    <a:pt x="2234" y="2044"/>
                  </a:cubicBezTo>
                  <a:cubicBezTo>
                    <a:pt x="2907" y="1436"/>
                    <a:pt x="3532" y="767"/>
                    <a:pt x="402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7" name="Google Shape;5532;p73"/>
            <p:cNvSpPr/>
            <p:nvPr/>
          </p:nvSpPr>
          <p:spPr>
            <a:xfrm>
              <a:off x="3783339" y="3873748"/>
              <a:ext cx="168874" cy="116837"/>
            </a:xfrm>
            <a:custGeom>
              <a:avLst/>
              <a:gdLst/>
              <a:ahLst/>
              <a:cxnLst/>
              <a:rect l="l" t="t" r="r" b="b"/>
              <a:pathLst>
                <a:path w="9739" h="6738" extrusionOk="0">
                  <a:moveTo>
                    <a:pt x="9738" y="0"/>
                  </a:moveTo>
                  <a:lnTo>
                    <a:pt x="9738" y="0"/>
                  </a:lnTo>
                  <a:cubicBezTo>
                    <a:pt x="8494" y="1593"/>
                    <a:pt x="7038" y="2980"/>
                    <a:pt x="5396" y="4127"/>
                  </a:cubicBezTo>
                  <a:cubicBezTo>
                    <a:pt x="3755" y="5270"/>
                    <a:pt x="1930" y="6134"/>
                    <a:pt x="1" y="6738"/>
                  </a:cubicBezTo>
                  <a:cubicBezTo>
                    <a:pt x="2003" y="6405"/>
                    <a:pt x="3925" y="5578"/>
                    <a:pt x="5599" y="4419"/>
                  </a:cubicBezTo>
                  <a:cubicBezTo>
                    <a:pt x="7273" y="3259"/>
                    <a:pt x="8725" y="1755"/>
                    <a:pt x="973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8" name="Google Shape;5533;p73"/>
            <p:cNvSpPr/>
            <p:nvPr/>
          </p:nvSpPr>
          <p:spPr>
            <a:xfrm>
              <a:off x="2682700" y="1294475"/>
              <a:ext cx="1288830" cy="944111"/>
            </a:xfrm>
            <a:custGeom>
              <a:avLst/>
              <a:gdLst/>
              <a:ahLst/>
              <a:cxnLst/>
              <a:rect l="l" t="t" r="r" b="b"/>
              <a:pathLst>
                <a:path w="74327" h="54447" extrusionOk="0">
                  <a:moveTo>
                    <a:pt x="47754" y="1"/>
                  </a:moveTo>
                  <a:cubicBezTo>
                    <a:pt x="47754" y="1"/>
                    <a:pt x="51115" y="1282"/>
                    <a:pt x="54155" y="6880"/>
                  </a:cubicBezTo>
                  <a:cubicBezTo>
                    <a:pt x="54009" y="6771"/>
                    <a:pt x="50142" y="3892"/>
                    <a:pt x="43311" y="2802"/>
                  </a:cubicBezTo>
                  <a:cubicBezTo>
                    <a:pt x="41708" y="2544"/>
                    <a:pt x="39942" y="2386"/>
                    <a:pt x="38023" y="2386"/>
                  </a:cubicBezTo>
                  <a:cubicBezTo>
                    <a:pt x="34871" y="2386"/>
                    <a:pt x="31306" y="2812"/>
                    <a:pt x="27367" y="3921"/>
                  </a:cubicBezTo>
                  <a:cubicBezTo>
                    <a:pt x="27367" y="3921"/>
                    <a:pt x="27720" y="3890"/>
                    <a:pt x="28295" y="3890"/>
                  </a:cubicBezTo>
                  <a:cubicBezTo>
                    <a:pt x="29585" y="3890"/>
                    <a:pt x="31992" y="4044"/>
                    <a:pt x="34020" y="5040"/>
                  </a:cubicBezTo>
                  <a:cubicBezTo>
                    <a:pt x="34020" y="5040"/>
                    <a:pt x="33485" y="4930"/>
                    <a:pt x="32570" y="4930"/>
                  </a:cubicBezTo>
                  <a:cubicBezTo>
                    <a:pt x="30663" y="4930"/>
                    <a:pt x="27102" y="5404"/>
                    <a:pt x="23265" y="8323"/>
                  </a:cubicBezTo>
                  <a:cubicBezTo>
                    <a:pt x="19553" y="11150"/>
                    <a:pt x="14013" y="13153"/>
                    <a:pt x="8491" y="13153"/>
                  </a:cubicBezTo>
                  <a:cubicBezTo>
                    <a:pt x="5564" y="13153"/>
                    <a:pt x="2643" y="12591"/>
                    <a:pt x="0" y="11291"/>
                  </a:cubicBezTo>
                  <a:lnTo>
                    <a:pt x="0" y="11291"/>
                  </a:lnTo>
                  <a:cubicBezTo>
                    <a:pt x="118" y="11445"/>
                    <a:pt x="3953" y="16419"/>
                    <a:pt x="13694" y="17047"/>
                  </a:cubicBezTo>
                  <a:cubicBezTo>
                    <a:pt x="13694" y="17047"/>
                    <a:pt x="4698" y="21206"/>
                    <a:pt x="1577" y="29776"/>
                  </a:cubicBezTo>
                  <a:cubicBezTo>
                    <a:pt x="1577" y="29776"/>
                    <a:pt x="4739" y="27190"/>
                    <a:pt x="10305" y="24388"/>
                  </a:cubicBezTo>
                  <a:lnTo>
                    <a:pt x="10305" y="24388"/>
                  </a:lnTo>
                  <a:cubicBezTo>
                    <a:pt x="9482" y="24855"/>
                    <a:pt x="2218" y="29399"/>
                    <a:pt x="4062" y="43599"/>
                  </a:cubicBezTo>
                  <a:cubicBezTo>
                    <a:pt x="4062" y="43599"/>
                    <a:pt x="5967" y="36250"/>
                    <a:pt x="10374" y="35930"/>
                  </a:cubicBezTo>
                  <a:cubicBezTo>
                    <a:pt x="14784" y="35609"/>
                    <a:pt x="16755" y="35459"/>
                    <a:pt x="22333" y="29691"/>
                  </a:cubicBezTo>
                  <a:cubicBezTo>
                    <a:pt x="25482" y="26437"/>
                    <a:pt x="30960" y="25248"/>
                    <a:pt x="36156" y="25248"/>
                  </a:cubicBezTo>
                  <a:cubicBezTo>
                    <a:pt x="40164" y="25248"/>
                    <a:pt x="44004" y="25955"/>
                    <a:pt x="46477" y="26967"/>
                  </a:cubicBezTo>
                  <a:cubicBezTo>
                    <a:pt x="52161" y="29285"/>
                    <a:pt x="53600" y="35970"/>
                    <a:pt x="52720" y="43595"/>
                  </a:cubicBezTo>
                  <a:cubicBezTo>
                    <a:pt x="52043" y="49445"/>
                    <a:pt x="54115" y="53377"/>
                    <a:pt x="57054" y="54253"/>
                  </a:cubicBezTo>
                  <a:cubicBezTo>
                    <a:pt x="57471" y="54381"/>
                    <a:pt x="57906" y="54446"/>
                    <a:pt x="58352" y="54446"/>
                  </a:cubicBezTo>
                  <a:cubicBezTo>
                    <a:pt x="58863" y="54446"/>
                    <a:pt x="59389" y="54361"/>
                    <a:pt x="59924" y="54188"/>
                  </a:cubicBezTo>
                  <a:cubicBezTo>
                    <a:pt x="64213" y="52777"/>
                    <a:pt x="70164" y="44658"/>
                    <a:pt x="70164" y="44658"/>
                  </a:cubicBezTo>
                  <a:cubicBezTo>
                    <a:pt x="72328" y="41216"/>
                    <a:pt x="73690" y="31612"/>
                    <a:pt x="74011" y="26646"/>
                  </a:cubicBezTo>
                  <a:cubicBezTo>
                    <a:pt x="74327" y="21689"/>
                    <a:pt x="69766" y="16569"/>
                    <a:pt x="64164" y="15442"/>
                  </a:cubicBezTo>
                  <a:cubicBezTo>
                    <a:pt x="64164" y="15442"/>
                    <a:pt x="61444" y="7448"/>
                    <a:pt x="57520" y="4083"/>
                  </a:cubicBezTo>
                  <a:cubicBezTo>
                    <a:pt x="53600" y="718"/>
                    <a:pt x="47754" y="1"/>
                    <a:pt x="47754" y="1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" name="Google Shape;5534;p73"/>
            <p:cNvSpPr/>
            <p:nvPr/>
          </p:nvSpPr>
          <p:spPr>
            <a:xfrm>
              <a:off x="2674481" y="1288302"/>
              <a:ext cx="1303309" cy="956492"/>
            </a:xfrm>
            <a:custGeom>
              <a:avLst/>
              <a:gdLst/>
              <a:ahLst/>
              <a:cxnLst/>
              <a:rect l="l" t="t" r="r" b="b"/>
              <a:pathLst>
                <a:path w="75162" h="55161" extrusionOk="0">
                  <a:moveTo>
                    <a:pt x="50105" y="1082"/>
                  </a:moveTo>
                  <a:lnTo>
                    <a:pt x="50105" y="1082"/>
                  </a:lnTo>
                  <a:cubicBezTo>
                    <a:pt x="52120" y="1577"/>
                    <a:pt x="55339" y="2631"/>
                    <a:pt x="57763" y="4706"/>
                  </a:cubicBezTo>
                  <a:cubicBezTo>
                    <a:pt x="61565" y="7966"/>
                    <a:pt x="64273" y="15834"/>
                    <a:pt x="64302" y="15915"/>
                  </a:cubicBezTo>
                  <a:cubicBezTo>
                    <a:pt x="64342" y="16033"/>
                    <a:pt x="64443" y="16122"/>
                    <a:pt x="64565" y="16150"/>
                  </a:cubicBezTo>
                  <a:cubicBezTo>
                    <a:pt x="70058" y="17249"/>
                    <a:pt x="74436" y="22211"/>
                    <a:pt x="74128" y="26982"/>
                  </a:cubicBezTo>
                  <a:cubicBezTo>
                    <a:pt x="73775" y="32451"/>
                    <a:pt x="72365" y="41596"/>
                    <a:pt x="70354" y="44799"/>
                  </a:cubicBezTo>
                  <a:cubicBezTo>
                    <a:pt x="70293" y="44880"/>
                    <a:pt x="64419" y="52854"/>
                    <a:pt x="60284" y="54203"/>
                  </a:cubicBezTo>
                  <a:cubicBezTo>
                    <a:pt x="59790" y="54368"/>
                    <a:pt x="59302" y="54449"/>
                    <a:pt x="58825" y="54449"/>
                  </a:cubicBezTo>
                  <a:cubicBezTo>
                    <a:pt x="58418" y="54449"/>
                    <a:pt x="58019" y="54390"/>
                    <a:pt x="57629" y="54272"/>
                  </a:cubicBezTo>
                  <a:cubicBezTo>
                    <a:pt x="55095" y="53514"/>
                    <a:pt x="52845" y="50044"/>
                    <a:pt x="53547" y="43996"/>
                  </a:cubicBezTo>
                  <a:cubicBezTo>
                    <a:pt x="54856" y="32657"/>
                    <a:pt x="50754" y="28494"/>
                    <a:pt x="47085" y="26998"/>
                  </a:cubicBezTo>
                  <a:cubicBezTo>
                    <a:pt x="44669" y="26009"/>
                    <a:pt x="40720" y="25259"/>
                    <a:pt x="36565" y="25259"/>
                  </a:cubicBezTo>
                  <a:cubicBezTo>
                    <a:pt x="31344" y="25259"/>
                    <a:pt x="25802" y="26439"/>
                    <a:pt x="22547" y="29800"/>
                  </a:cubicBezTo>
                  <a:cubicBezTo>
                    <a:pt x="17050" y="35483"/>
                    <a:pt x="15100" y="35621"/>
                    <a:pt x="10823" y="35937"/>
                  </a:cubicBezTo>
                  <a:cubicBezTo>
                    <a:pt x="7499" y="36176"/>
                    <a:pt x="5562" y="40027"/>
                    <a:pt x="4710" y="42277"/>
                  </a:cubicBezTo>
                  <a:cubicBezTo>
                    <a:pt x="3632" y="29617"/>
                    <a:pt x="10175" y="25494"/>
                    <a:pt x="10949" y="25053"/>
                  </a:cubicBezTo>
                  <a:cubicBezTo>
                    <a:pt x="11115" y="24955"/>
                    <a:pt x="11180" y="24749"/>
                    <a:pt x="11091" y="24574"/>
                  </a:cubicBezTo>
                  <a:cubicBezTo>
                    <a:pt x="11025" y="24454"/>
                    <a:pt x="10902" y="24387"/>
                    <a:pt x="10774" y="24387"/>
                  </a:cubicBezTo>
                  <a:cubicBezTo>
                    <a:pt x="10719" y="24387"/>
                    <a:pt x="10664" y="24399"/>
                    <a:pt x="10613" y="24424"/>
                  </a:cubicBezTo>
                  <a:cubicBezTo>
                    <a:pt x="6899" y="26293"/>
                    <a:pt x="4228" y="28089"/>
                    <a:pt x="2866" y="29070"/>
                  </a:cubicBezTo>
                  <a:cubicBezTo>
                    <a:pt x="6247" y="21534"/>
                    <a:pt x="14233" y="17768"/>
                    <a:pt x="14318" y="17723"/>
                  </a:cubicBezTo>
                  <a:cubicBezTo>
                    <a:pt x="14638" y="17561"/>
                    <a:pt x="14549" y="17083"/>
                    <a:pt x="14192" y="17046"/>
                  </a:cubicBezTo>
                  <a:cubicBezTo>
                    <a:pt x="7690" y="16625"/>
                    <a:pt x="3851" y="14217"/>
                    <a:pt x="2035" y="12692"/>
                  </a:cubicBezTo>
                  <a:lnTo>
                    <a:pt x="2035" y="12692"/>
                  </a:lnTo>
                  <a:cubicBezTo>
                    <a:pt x="4233" y="13491"/>
                    <a:pt x="6575" y="13845"/>
                    <a:pt x="8919" y="13845"/>
                  </a:cubicBezTo>
                  <a:cubicBezTo>
                    <a:pt x="14570" y="13845"/>
                    <a:pt x="20239" y="11791"/>
                    <a:pt x="23958" y="8963"/>
                  </a:cubicBezTo>
                  <a:cubicBezTo>
                    <a:pt x="27716" y="6100"/>
                    <a:pt x="31232" y="5649"/>
                    <a:pt x="33078" y="5649"/>
                  </a:cubicBezTo>
                  <a:cubicBezTo>
                    <a:pt x="33916" y="5649"/>
                    <a:pt x="34410" y="5742"/>
                    <a:pt x="34425" y="5744"/>
                  </a:cubicBezTo>
                  <a:cubicBezTo>
                    <a:pt x="34454" y="5751"/>
                    <a:pt x="34482" y="5754"/>
                    <a:pt x="34509" y="5754"/>
                  </a:cubicBezTo>
                  <a:cubicBezTo>
                    <a:pt x="34863" y="5754"/>
                    <a:pt x="35006" y="5241"/>
                    <a:pt x="34648" y="5075"/>
                  </a:cubicBezTo>
                  <a:cubicBezTo>
                    <a:pt x="33286" y="4406"/>
                    <a:pt x="31770" y="4102"/>
                    <a:pt x="30517" y="3977"/>
                  </a:cubicBezTo>
                  <a:cubicBezTo>
                    <a:pt x="33230" y="3393"/>
                    <a:pt x="35901" y="3099"/>
                    <a:pt x="38508" y="3099"/>
                  </a:cubicBezTo>
                  <a:cubicBezTo>
                    <a:pt x="40279" y="3099"/>
                    <a:pt x="42021" y="3234"/>
                    <a:pt x="43728" y="3507"/>
                  </a:cubicBezTo>
                  <a:cubicBezTo>
                    <a:pt x="50458" y="4581"/>
                    <a:pt x="54256" y="7398"/>
                    <a:pt x="54418" y="7520"/>
                  </a:cubicBezTo>
                  <a:cubicBezTo>
                    <a:pt x="54488" y="7575"/>
                    <a:pt x="54563" y="7599"/>
                    <a:pt x="54636" y="7599"/>
                  </a:cubicBezTo>
                  <a:cubicBezTo>
                    <a:pt x="54881" y="7599"/>
                    <a:pt x="55095" y="7325"/>
                    <a:pt x="54945" y="7062"/>
                  </a:cubicBezTo>
                  <a:cubicBezTo>
                    <a:pt x="53214" y="3888"/>
                    <a:pt x="51398" y="2071"/>
                    <a:pt x="50105" y="1082"/>
                  </a:cubicBezTo>
                  <a:close/>
                  <a:moveTo>
                    <a:pt x="48229" y="1"/>
                  </a:moveTo>
                  <a:cubicBezTo>
                    <a:pt x="48069" y="1"/>
                    <a:pt x="47924" y="109"/>
                    <a:pt x="47884" y="268"/>
                  </a:cubicBezTo>
                  <a:cubicBezTo>
                    <a:pt x="47843" y="442"/>
                    <a:pt x="47936" y="620"/>
                    <a:pt x="48102" y="689"/>
                  </a:cubicBezTo>
                  <a:cubicBezTo>
                    <a:pt x="48135" y="701"/>
                    <a:pt x="50871" y="1800"/>
                    <a:pt x="53579" y="6142"/>
                  </a:cubicBezTo>
                  <a:cubicBezTo>
                    <a:pt x="51893" y="5156"/>
                    <a:pt x="48565" y="3555"/>
                    <a:pt x="43842" y="2801"/>
                  </a:cubicBezTo>
                  <a:cubicBezTo>
                    <a:pt x="42098" y="2525"/>
                    <a:pt x="40321" y="2387"/>
                    <a:pt x="38515" y="2387"/>
                  </a:cubicBezTo>
                  <a:cubicBezTo>
                    <a:pt x="35019" y="2387"/>
                    <a:pt x="31416" y="2904"/>
                    <a:pt x="27748" y="3936"/>
                  </a:cubicBezTo>
                  <a:cubicBezTo>
                    <a:pt x="27349" y="4055"/>
                    <a:pt x="27443" y="4635"/>
                    <a:pt x="27841" y="4635"/>
                  </a:cubicBezTo>
                  <a:cubicBezTo>
                    <a:pt x="27852" y="4635"/>
                    <a:pt x="27863" y="4634"/>
                    <a:pt x="27874" y="4634"/>
                  </a:cubicBezTo>
                  <a:cubicBezTo>
                    <a:pt x="27884" y="4634"/>
                    <a:pt x="28227" y="4605"/>
                    <a:pt x="28778" y="4605"/>
                  </a:cubicBezTo>
                  <a:cubicBezTo>
                    <a:pt x="29580" y="4605"/>
                    <a:pt x="30821" y="4665"/>
                    <a:pt x="32122" y="4958"/>
                  </a:cubicBezTo>
                  <a:cubicBezTo>
                    <a:pt x="30055" y="5108"/>
                    <a:pt x="26901" y="5829"/>
                    <a:pt x="23528" y="8395"/>
                  </a:cubicBezTo>
                  <a:cubicBezTo>
                    <a:pt x="19915" y="11143"/>
                    <a:pt x="14408" y="13141"/>
                    <a:pt x="8928" y="13141"/>
                  </a:cubicBezTo>
                  <a:cubicBezTo>
                    <a:pt x="6064" y="13141"/>
                    <a:pt x="3207" y="12595"/>
                    <a:pt x="632" y="11326"/>
                  </a:cubicBezTo>
                  <a:cubicBezTo>
                    <a:pt x="577" y="11298"/>
                    <a:pt x="521" y="11286"/>
                    <a:pt x="468" y="11286"/>
                  </a:cubicBezTo>
                  <a:cubicBezTo>
                    <a:pt x="201" y="11286"/>
                    <a:pt x="1" y="11607"/>
                    <a:pt x="190" y="11857"/>
                  </a:cubicBezTo>
                  <a:cubicBezTo>
                    <a:pt x="344" y="12060"/>
                    <a:pt x="3920" y="16702"/>
                    <a:pt x="12936" y="17654"/>
                  </a:cubicBezTo>
                  <a:cubicBezTo>
                    <a:pt x="10418" y="19081"/>
                    <a:pt x="4204" y="23188"/>
                    <a:pt x="1723" y="30006"/>
                  </a:cubicBezTo>
                  <a:cubicBezTo>
                    <a:pt x="1666" y="30156"/>
                    <a:pt x="1719" y="30327"/>
                    <a:pt x="1848" y="30420"/>
                  </a:cubicBezTo>
                  <a:cubicBezTo>
                    <a:pt x="1910" y="30462"/>
                    <a:pt x="1982" y="30483"/>
                    <a:pt x="2054" y="30483"/>
                  </a:cubicBezTo>
                  <a:cubicBezTo>
                    <a:pt x="2134" y="30483"/>
                    <a:pt x="2214" y="30457"/>
                    <a:pt x="2278" y="30404"/>
                  </a:cubicBezTo>
                  <a:cubicBezTo>
                    <a:pt x="2306" y="30383"/>
                    <a:pt x="4386" y="28689"/>
                    <a:pt x="8083" y="26589"/>
                  </a:cubicBezTo>
                  <a:lnTo>
                    <a:pt x="8083" y="26589"/>
                  </a:lnTo>
                  <a:cubicBezTo>
                    <a:pt x="5776" y="29208"/>
                    <a:pt x="2943" y="34482"/>
                    <a:pt x="4179" y="44000"/>
                  </a:cubicBezTo>
                  <a:cubicBezTo>
                    <a:pt x="4204" y="44166"/>
                    <a:pt x="4341" y="44296"/>
                    <a:pt x="4508" y="44308"/>
                  </a:cubicBezTo>
                  <a:cubicBezTo>
                    <a:pt x="4513" y="44308"/>
                    <a:pt x="4519" y="44309"/>
                    <a:pt x="4525" y="44309"/>
                  </a:cubicBezTo>
                  <a:cubicBezTo>
                    <a:pt x="4688" y="44309"/>
                    <a:pt x="4834" y="44197"/>
                    <a:pt x="4881" y="44041"/>
                  </a:cubicBezTo>
                  <a:cubicBezTo>
                    <a:pt x="4893" y="43968"/>
                    <a:pt x="6774" y="36942"/>
                    <a:pt x="10880" y="36642"/>
                  </a:cubicBezTo>
                  <a:cubicBezTo>
                    <a:pt x="15339" y="36318"/>
                    <a:pt x="17374" y="36172"/>
                    <a:pt x="23058" y="30290"/>
                  </a:cubicBezTo>
                  <a:cubicBezTo>
                    <a:pt x="25462" y="27813"/>
                    <a:pt x="29653" y="26289"/>
                    <a:pt x="34855" y="26009"/>
                  </a:cubicBezTo>
                  <a:cubicBezTo>
                    <a:pt x="35422" y="25979"/>
                    <a:pt x="35996" y="25964"/>
                    <a:pt x="36574" y="25964"/>
                  </a:cubicBezTo>
                  <a:cubicBezTo>
                    <a:pt x="40332" y="25964"/>
                    <a:pt x="44206" y="26590"/>
                    <a:pt x="46813" y="27651"/>
                  </a:cubicBezTo>
                  <a:cubicBezTo>
                    <a:pt x="50259" y="29062"/>
                    <a:pt x="54098" y="33022"/>
                    <a:pt x="52841" y="43911"/>
                  </a:cubicBezTo>
                  <a:cubicBezTo>
                    <a:pt x="52095" y="50369"/>
                    <a:pt x="54605" y="54110"/>
                    <a:pt x="57422" y="54949"/>
                  </a:cubicBezTo>
                  <a:cubicBezTo>
                    <a:pt x="57876" y="55091"/>
                    <a:pt x="58351" y="55160"/>
                    <a:pt x="58825" y="55160"/>
                  </a:cubicBezTo>
                  <a:cubicBezTo>
                    <a:pt x="59396" y="55156"/>
                    <a:pt x="59964" y="55063"/>
                    <a:pt x="60507" y="54885"/>
                  </a:cubicBezTo>
                  <a:cubicBezTo>
                    <a:pt x="64857" y="53454"/>
                    <a:pt x="70678" y="45557"/>
                    <a:pt x="70942" y="45200"/>
                  </a:cubicBezTo>
                  <a:cubicBezTo>
                    <a:pt x="73236" y="41552"/>
                    <a:pt x="74554" y="31381"/>
                    <a:pt x="74837" y="27031"/>
                  </a:cubicBezTo>
                  <a:cubicBezTo>
                    <a:pt x="75162" y="21976"/>
                    <a:pt x="70634" y="16738"/>
                    <a:pt x="64906" y="15490"/>
                  </a:cubicBezTo>
                  <a:cubicBezTo>
                    <a:pt x="64456" y="14221"/>
                    <a:pt x="61881" y="7301"/>
                    <a:pt x="58221" y="4171"/>
                  </a:cubicBezTo>
                  <a:cubicBezTo>
                    <a:pt x="54268" y="774"/>
                    <a:pt x="48520" y="36"/>
                    <a:pt x="48277" y="4"/>
                  </a:cubicBezTo>
                  <a:cubicBezTo>
                    <a:pt x="48261" y="2"/>
                    <a:pt x="48245" y="1"/>
                    <a:pt x="4822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" name="Google Shape;5535;p73"/>
            <p:cNvSpPr/>
            <p:nvPr/>
          </p:nvSpPr>
          <p:spPr>
            <a:xfrm>
              <a:off x="3433712" y="1294475"/>
              <a:ext cx="537817" cy="944111"/>
            </a:xfrm>
            <a:custGeom>
              <a:avLst/>
              <a:gdLst/>
              <a:ahLst/>
              <a:cxnLst/>
              <a:rect l="l" t="t" r="r" b="b"/>
              <a:pathLst>
                <a:path w="31016" h="54447" extrusionOk="0">
                  <a:moveTo>
                    <a:pt x="16601" y="19613"/>
                  </a:moveTo>
                  <a:lnTo>
                    <a:pt x="16601" y="19613"/>
                  </a:lnTo>
                  <a:cubicBezTo>
                    <a:pt x="16601" y="19613"/>
                    <a:pt x="16601" y="19613"/>
                    <a:pt x="16601" y="19613"/>
                  </a:cubicBezTo>
                  <a:cubicBezTo>
                    <a:pt x="16601" y="19613"/>
                    <a:pt x="16601" y="19613"/>
                    <a:pt x="16601" y="19613"/>
                  </a:cubicBezTo>
                  <a:close/>
                  <a:moveTo>
                    <a:pt x="4443" y="1"/>
                  </a:moveTo>
                  <a:cubicBezTo>
                    <a:pt x="4443" y="1"/>
                    <a:pt x="7804" y="1282"/>
                    <a:pt x="10844" y="6880"/>
                  </a:cubicBezTo>
                  <a:cubicBezTo>
                    <a:pt x="10698" y="6767"/>
                    <a:pt x="6831" y="3888"/>
                    <a:pt x="0" y="2802"/>
                  </a:cubicBezTo>
                  <a:lnTo>
                    <a:pt x="0" y="2802"/>
                  </a:lnTo>
                  <a:cubicBezTo>
                    <a:pt x="369" y="2932"/>
                    <a:pt x="730" y="3069"/>
                    <a:pt x="1095" y="3215"/>
                  </a:cubicBezTo>
                  <a:cubicBezTo>
                    <a:pt x="5736" y="5100"/>
                    <a:pt x="9863" y="8283"/>
                    <a:pt x="12847" y="12312"/>
                  </a:cubicBezTo>
                  <a:cubicBezTo>
                    <a:pt x="13288" y="12904"/>
                    <a:pt x="16844" y="19577"/>
                    <a:pt x="16601" y="19613"/>
                  </a:cubicBezTo>
                  <a:lnTo>
                    <a:pt x="16601" y="19613"/>
                  </a:lnTo>
                  <a:cubicBezTo>
                    <a:pt x="16776" y="19590"/>
                    <a:pt x="16951" y="19579"/>
                    <a:pt x="17126" y="19579"/>
                  </a:cubicBezTo>
                  <a:cubicBezTo>
                    <a:pt x="18742" y="19579"/>
                    <a:pt x="20294" y="20545"/>
                    <a:pt x="21279" y="21855"/>
                  </a:cubicBezTo>
                  <a:cubicBezTo>
                    <a:pt x="22369" y="23302"/>
                    <a:pt x="22864" y="25106"/>
                    <a:pt x="23180" y="26890"/>
                  </a:cubicBezTo>
                  <a:cubicBezTo>
                    <a:pt x="23828" y="30627"/>
                    <a:pt x="23776" y="34450"/>
                    <a:pt x="23022" y="38163"/>
                  </a:cubicBezTo>
                  <a:cubicBezTo>
                    <a:pt x="22829" y="38139"/>
                    <a:pt x="22638" y="38127"/>
                    <a:pt x="22450" y="38127"/>
                  </a:cubicBezTo>
                  <a:cubicBezTo>
                    <a:pt x="19685" y="38127"/>
                    <a:pt x="17466" y="40712"/>
                    <a:pt x="15887" y="43089"/>
                  </a:cubicBezTo>
                  <a:cubicBezTo>
                    <a:pt x="14695" y="44885"/>
                    <a:pt x="13536" y="46749"/>
                    <a:pt x="13037" y="48841"/>
                  </a:cubicBezTo>
                  <a:cubicBezTo>
                    <a:pt x="12608" y="50661"/>
                    <a:pt x="12762" y="52692"/>
                    <a:pt x="13743" y="54253"/>
                  </a:cubicBezTo>
                  <a:cubicBezTo>
                    <a:pt x="14160" y="54381"/>
                    <a:pt x="14595" y="54446"/>
                    <a:pt x="15041" y="54446"/>
                  </a:cubicBezTo>
                  <a:cubicBezTo>
                    <a:pt x="15552" y="54446"/>
                    <a:pt x="16078" y="54361"/>
                    <a:pt x="16613" y="54188"/>
                  </a:cubicBezTo>
                  <a:cubicBezTo>
                    <a:pt x="20902" y="52777"/>
                    <a:pt x="26853" y="44658"/>
                    <a:pt x="26853" y="44658"/>
                  </a:cubicBezTo>
                  <a:cubicBezTo>
                    <a:pt x="29017" y="41216"/>
                    <a:pt x="30379" y="31612"/>
                    <a:pt x="30700" y="26646"/>
                  </a:cubicBezTo>
                  <a:cubicBezTo>
                    <a:pt x="31016" y="21689"/>
                    <a:pt x="26455" y="16569"/>
                    <a:pt x="20853" y="15442"/>
                  </a:cubicBezTo>
                  <a:cubicBezTo>
                    <a:pt x="20853" y="15442"/>
                    <a:pt x="18133" y="7448"/>
                    <a:pt x="14209" y="4083"/>
                  </a:cubicBezTo>
                  <a:cubicBezTo>
                    <a:pt x="10289" y="718"/>
                    <a:pt x="4443" y="1"/>
                    <a:pt x="4443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" name="Google Shape;5536;p73"/>
            <p:cNvSpPr/>
            <p:nvPr/>
          </p:nvSpPr>
          <p:spPr>
            <a:xfrm>
              <a:off x="3874513" y="1628374"/>
              <a:ext cx="61384" cy="181723"/>
            </a:xfrm>
            <a:custGeom>
              <a:avLst/>
              <a:gdLst/>
              <a:ahLst/>
              <a:cxnLst/>
              <a:rect l="l" t="t" r="r" b="b"/>
              <a:pathLst>
                <a:path w="3540" h="10480" extrusionOk="0">
                  <a:moveTo>
                    <a:pt x="1" y="0"/>
                  </a:moveTo>
                  <a:cubicBezTo>
                    <a:pt x="921" y="357"/>
                    <a:pt x="1501" y="1164"/>
                    <a:pt x="1890" y="2027"/>
                  </a:cubicBezTo>
                  <a:cubicBezTo>
                    <a:pt x="2283" y="2887"/>
                    <a:pt x="2514" y="3823"/>
                    <a:pt x="2717" y="4755"/>
                  </a:cubicBezTo>
                  <a:cubicBezTo>
                    <a:pt x="3122" y="6628"/>
                    <a:pt x="3260" y="8546"/>
                    <a:pt x="3199" y="10479"/>
                  </a:cubicBezTo>
                  <a:cubicBezTo>
                    <a:pt x="3540" y="8574"/>
                    <a:pt x="3467" y="6588"/>
                    <a:pt x="3065" y="4682"/>
                  </a:cubicBezTo>
                  <a:cubicBezTo>
                    <a:pt x="2850" y="3734"/>
                    <a:pt x="2599" y="2781"/>
                    <a:pt x="2145" y="1906"/>
                  </a:cubicBezTo>
                  <a:cubicBezTo>
                    <a:pt x="1914" y="1468"/>
                    <a:pt x="1634" y="1054"/>
                    <a:pt x="1274" y="710"/>
                  </a:cubicBezTo>
                  <a:cubicBezTo>
                    <a:pt x="921" y="361"/>
                    <a:pt x="483" y="118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" name="Google Shape;5537;p73"/>
            <p:cNvSpPr/>
            <p:nvPr/>
          </p:nvSpPr>
          <p:spPr>
            <a:xfrm>
              <a:off x="3914447" y="1837494"/>
              <a:ext cx="11254" cy="54274"/>
            </a:xfrm>
            <a:custGeom>
              <a:avLst/>
              <a:gdLst/>
              <a:ahLst/>
              <a:cxnLst/>
              <a:rect l="l" t="t" r="r" b="b"/>
              <a:pathLst>
                <a:path w="649" h="3130" extrusionOk="0">
                  <a:moveTo>
                    <a:pt x="523" y="0"/>
                  </a:moveTo>
                  <a:cubicBezTo>
                    <a:pt x="369" y="527"/>
                    <a:pt x="284" y="1038"/>
                    <a:pt x="203" y="1553"/>
                  </a:cubicBezTo>
                  <a:cubicBezTo>
                    <a:pt x="122" y="2072"/>
                    <a:pt x="29" y="2583"/>
                    <a:pt x="0" y="3130"/>
                  </a:cubicBezTo>
                  <a:cubicBezTo>
                    <a:pt x="296" y="2664"/>
                    <a:pt x="470" y="2141"/>
                    <a:pt x="552" y="1610"/>
                  </a:cubicBezTo>
                  <a:cubicBezTo>
                    <a:pt x="633" y="1079"/>
                    <a:pt x="649" y="531"/>
                    <a:pt x="5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" name="Google Shape;5538;p73"/>
            <p:cNvSpPr/>
            <p:nvPr/>
          </p:nvSpPr>
          <p:spPr>
            <a:xfrm>
              <a:off x="3893777" y="1919738"/>
              <a:ext cx="18779" cy="93150"/>
            </a:xfrm>
            <a:custGeom>
              <a:avLst/>
              <a:gdLst/>
              <a:ahLst/>
              <a:cxnLst/>
              <a:rect l="l" t="t" r="r" b="b"/>
              <a:pathLst>
                <a:path w="1083" h="5372" extrusionOk="0">
                  <a:moveTo>
                    <a:pt x="1083" y="0"/>
                  </a:moveTo>
                  <a:lnTo>
                    <a:pt x="1083" y="0"/>
                  </a:lnTo>
                  <a:cubicBezTo>
                    <a:pt x="645" y="815"/>
                    <a:pt x="365" y="1703"/>
                    <a:pt x="207" y="2615"/>
                  </a:cubicBezTo>
                  <a:cubicBezTo>
                    <a:pt x="49" y="3527"/>
                    <a:pt x="0" y="4460"/>
                    <a:pt x="130" y="5372"/>
                  </a:cubicBezTo>
                  <a:cubicBezTo>
                    <a:pt x="280" y="4460"/>
                    <a:pt x="406" y="3560"/>
                    <a:pt x="556" y="2676"/>
                  </a:cubicBezTo>
                  <a:cubicBezTo>
                    <a:pt x="710" y="1788"/>
                    <a:pt x="908" y="904"/>
                    <a:pt x="108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" name="Google Shape;5539;p73"/>
            <p:cNvSpPr/>
            <p:nvPr/>
          </p:nvSpPr>
          <p:spPr>
            <a:xfrm>
              <a:off x="3674798" y="1917345"/>
              <a:ext cx="39032" cy="178359"/>
            </a:xfrm>
            <a:custGeom>
              <a:avLst/>
              <a:gdLst/>
              <a:ahLst/>
              <a:cxnLst/>
              <a:rect l="l" t="t" r="r" b="b"/>
              <a:pathLst>
                <a:path w="2251" h="10286" extrusionOk="0">
                  <a:moveTo>
                    <a:pt x="840" y="1"/>
                  </a:moveTo>
                  <a:lnTo>
                    <a:pt x="840" y="1"/>
                  </a:lnTo>
                  <a:cubicBezTo>
                    <a:pt x="293" y="1711"/>
                    <a:pt x="1" y="3548"/>
                    <a:pt x="167" y="5352"/>
                  </a:cubicBezTo>
                  <a:cubicBezTo>
                    <a:pt x="333" y="7156"/>
                    <a:pt x="990" y="8980"/>
                    <a:pt x="2251" y="10285"/>
                  </a:cubicBezTo>
                  <a:cubicBezTo>
                    <a:pt x="1217" y="8805"/>
                    <a:pt x="690" y="7083"/>
                    <a:pt x="524" y="5319"/>
                  </a:cubicBezTo>
                  <a:cubicBezTo>
                    <a:pt x="354" y="3556"/>
                    <a:pt x="568" y="1772"/>
                    <a:pt x="84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" name="Google Shape;5540;p73"/>
            <p:cNvSpPr/>
            <p:nvPr/>
          </p:nvSpPr>
          <p:spPr>
            <a:xfrm>
              <a:off x="3619275" y="1665135"/>
              <a:ext cx="34888" cy="185590"/>
            </a:xfrm>
            <a:custGeom>
              <a:avLst/>
              <a:gdLst/>
              <a:ahLst/>
              <a:cxnLst/>
              <a:rect l="l" t="t" r="r" b="b"/>
              <a:pathLst>
                <a:path w="2012" h="10703" extrusionOk="0">
                  <a:moveTo>
                    <a:pt x="1448" y="0"/>
                  </a:moveTo>
                  <a:lnTo>
                    <a:pt x="1448" y="0"/>
                  </a:lnTo>
                  <a:cubicBezTo>
                    <a:pt x="507" y="1663"/>
                    <a:pt x="29" y="3596"/>
                    <a:pt x="0" y="5518"/>
                  </a:cubicBezTo>
                  <a:cubicBezTo>
                    <a:pt x="0" y="6483"/>
                    <a:pt x="82" y="7464"/>
                    <a:pt x="361" y="8388"/>
                  </a:cubicBezTo>
                  <a:cubicBezTo>
                    <a:pt x="637" y="9312"/>
                    <a:pt x="1180" y="10208"/>
                    <a:pt x="2011" y="10703"/>
                  </a:cubicBezTo>
                  <a:cubicBezTo>
                    <a:pt x="1265" y="10090"/>
                    <a:pt x="852" y="9215"/>
                    <a:pt x="629" y="8311"/>
                  </a:cubicBezTo>
                  <a:cubicBezTo>
                    <a:pt x="406" y="7411"/>
                    <a:pt x="353" y="6462"/>
                    <a:pt x="361" y="5526"/>
                  </a:cubicBezTo>
                  <a:cubicBezTo>
                    <a:pt x="373" y="3645"/>
                    <a:pt x="767" y="1780"/>
                    <a:pt x="144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" name="Google Shape;5541;p73"/>
            <p:cNvSpPr/>
            <p:nvPr/>
          </p:nvSpPr>
          <p:spPr>
            <a:xfrm>
              <a:off x="3616684" y="1358512"/>
              <a:ext cx="145309" cy="184688"/>
            </a:xfrm>
            <a:custGeom>
              <a:avLst/>
              <a:gdLst/>
              <a:ahLst/>
              <a:cxnLst/>
              <a:rect l="l" t="t" r="r" b="b"/>
              <a:pathLst>
                <a:path w="8380" h="10651" extrusionOk="0">
                  <a:moveTo>
                    <a:pt x="0" y="1"/>
                  </a:moveTo>
                  <a:lnTo>
                    <a:pt x="0" y="1"/>
                  </a:lnTo>
                  <a:cubicBezTo>
                    <a:pt x="2015" y="1144"/>
                    <a:pt x="3677" y="2782"/>
                    <a:pt x="5027" y="4630"/>
                  </a:cubicBezTo>
                  <a:cubicBezTo>
                    <a:pt x="6373" y="6483"/>
                    <a:pt x="7398" y="8558"/>
                    <a:pt x="8379" y="10650"/>
                  </a:cubicBezTo>
                  <a:cubicBezTo>
                    <a:pt x="7662" y="8453"/>
                    <a:pt x="6673" y="6292"/>
                    <a:pt x="5311" y="4419"/>
                  </a:cubicBezTo>
                  <a:cubicBezTo>
                    <a:pt x="3945" y="2542"/>
                    <a:pt x="2153" y="897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7" name="Google Shape;5542;p73"/>
            <p:cNvSpPr/>
            <p:nvPr/>
          </p:nvSpPr>
          <p:spPr>
            <a:xfrm>
              <a:off x="3647671" y="1417138"/>
              <a:ext cx="77492" cy="94642"/>
            </a:xfrm>
            <a:custGeom>
              <a:avLst/>
              <a:gdLst/>
              <a:ahLst/>
              <a:cxnLst/>
              <a:rect l="l" t="t" r="r" b="b"/>
              <a:pathLst>
                <a:path w="4469" h="5458" extrusionOk="0">
                  <a:moveTo>
                    <a:pt x="1" y="1"/>
                  </a:moveTo>
                  <a:lnTo>
                    <a:pt x="1" y="1"/>
                  </a:lnTo>
                  <a:cubicBezTo>
                    <a:pt x="828" y="872"/>
                    <a:pt x="1708" y="1671"/>
                    <a:pt x="2498" y="2542"/>
                  </a:cubicBezTo>
                  <a:cubicBezTo>
                    <a:pt x="3289" y="3414"/>
                    <a:pt x="3978" y="4363"/>
                    <a:pt x="4468" y="5457"/>
                  </a:cubicBezTo>
                  <a:cubicBezTo>
                    <a:pt x="4245" y="4265"/>
                    <a:pt x="3585" y="3203"/>
                    <a:pt x="2762" y="2303"/>
                  </a:cubicBezTo>
                  <a:cubicBezTo>
                    <a:pt x="1943" y="1407"/>
                    <a:pt x="1002" y="657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8" name="Google Shape;5543;p73"/>
            <p:cNvSpPr/>
            <p:nvPr/>
          </p:nvSpPr>
          <p:spPr>
            <a:xfrm>
              <a:off x="3839729" y="1632380"/>
              <a:ext cx="59060" cy="156494"/>
            </a:xfrm>
            <a:custGeom>
              <a:avLst/>
              <a:gdLst/>
              <a:ahLst/>
              <a:cxnLst/>
              <a:rect l="l" t="t" r="r" b="b"/>
              <a:pathLst>
                <a:path w="3406" h="9025" extrusionOk="0">
                  <a:moveTo>
                    <a:pt x="0" y="0"/>
                  </a:moveTo>
                  <a:lnTo>
                    <a:pt x="0" y="0"/>
                  </a:lnTo>
                  <a:cubicBezTo>
                    <a:pt x="989" y="1322"/>
                    <a:pt x="1804" y="2753"/>
                    <a:pt x="2371" y="4277"/>
                  </a:cubicBezTo>
                  <a:cubicBezTo>
                    <a:pt x="2663" y="5035"/>
                    <a:pt x="2882" y="5822"/>
                    <a:pt x="3032" y="6616"/>
                  </a:cubicBezTo>
                  <a:cubicBezTo>
                    <a:pt x="3162" y="7415"/>
                    <a:pt x="3186" y="8238"/>
                    <a:pt x="2919" y="9024"/>
                  </a:cubicBezTo>
                  <a:cubicBezTo>
                    <a:pt x="3320" y="8294"/>
                    <a:pt x="3405" y="7415"/>
                    <a:pt x="3312" y="6580"/>
                  </a:cubicBezTo>
                  <a:cubicBezTo>
                    <a:pt x="3215" y="5741"/>
                    <a:pt x="2992" y="4938"/>
                    <a:pt x="2704" y="4151"/>
                  </a:cubicBezTo>
                  <a:cubicBezTo>
                    <a:pt x="2116" y="2591"/>
                    <a:pt x="1204" y="1140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" name="Google Shape;5544;p73"/>
            <p:cNvSpPr/>
            <p:nvPr/>
          </p:nvSpPr>
          <p:spPr>
            <a:xfrm>
              <a:off x="3864948" y="1843251"/>
              <a:ext cx="20687" cy="144477"/>
            </a:xfrm>
            <a:custGeom>
              <a:avLst/>
              <a:gdLst/>
              <a:ahLst/>
              <a:cxnLst/>
              <a:rect l="l" t="t" r="r" b="b"/>
              <a:pathLst>
                <a:path w="1193" h="8332" extrusionOk="0">
                  <a:moveTo>
                    <a:pt x="1038" y="1"/>
                  </a:moveTo>
                  <a:lnTo>
                    <a:pt x="1038" y="1"/>
                  </a:lnTo>
                  <a:cubicBezTo>
                    <a:pt x="913" y="1403"/>
                    <a:pt x="795" y="2798"/>
                    <a:pt x="625" y="4180"/>
                  </a:cubicBezTo>
                  <a:cubicBezTo>
                    <a:pt x="451" y="5567"/>
                    <a:pt x="224" y="6937"/>
                    <a:pt x="1" y="8331"/>
                  </a:cubicBezTo>
                  <a:cubicBezTo>
                    <a:pt x="491" y="7010"/>
                    <a:pt x="807" y="5619"/>
                    <a:pt x="973" y="4221"/>
                  </a:cubicBezTo>
                  <a:cubicBezTo>
                    <a:pt x="1140" y="2822"/>
                    <a:pt x="1192" y="1403"/>
                    <a:pt x="103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" name="Google Shape;5545;p73"/>
            <p:cNvSpPr/>
            <p:nvPr/>
          </p:nvSpPr>
          <p:spPr>
            <a:xfrm>
              <a:off x="3344151" y="1363089"/>
              <a:ext cx="253996" cy="66586"/>
            </a:xfrm>
            <a:custGeom>
              <a:avLst/>
              <a:gdLst/>
              <a:ahLst/>
              <a:cxnLst/>
              <a:rect l="l" t="t" r="r" b="b"/>
              <a:pathLst>
                <a:path w="14648" h="3840" extrusionOk="0">
                  <a:moveTo>
                    <a:pt x="1689" y="0"/>
                  </a:moveTo>
                  <a:cubicBezTo>
                    <a:pt x="1126" y="0"/>
                    <a:pt x="562" y="19"/>
                    <a:pt x="1" y="57"/>
                  </a:cubicBezTo>
                  <a:cubicBezTo>
                    <a:pt x="2575" y="162"/>
                    <a:pt x="5125" y="454"/>
                    <a:pt x="7622" y="1014"/>
                  </a:cubicBezTo>
                  <a:cubicBezTo>
                    <a:pt x="8874" y="1293"/>
                    <a:pt x="10123" y="1630"/>
                    <a:pt x="11327" y="2023"/>
                  </a:cubicBezTo>
                  <a:cubicBezTo>
                    <a:pt x="12535" y="2412"/>
                    <a:pt x="13751" y="2899"/>
                    <a:pt x="14647" y="3839"/>
                  </a:cubicBezTo>
                  <a:cubicBezTo>
                    <a:pt x="13857" y="2797"/>
                    <a:pt x="12620" y="2197"/>
                    <a:pt x="11420" y="1760"/>
                  </a:cubicBezTo>
                  <a:cubicBezTo>
                    <a:pt x="10204" y="1310"/>
                    <a:pt x="8964" y="949"/>
                    <a:pt x="7699" y="669"/>
                  </a:cubicBezTo>
                  <a:cubicBezTo>
                    <a:pt x="5728" y="238"/>
                    <a:pt x="3707" y="0"/>
                    <a:pt x="168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" name="Google Shape;5546;p73"/>
            <p:cNvSpPr/>
            <p:nvPr/>
          </p:nvSpPr>
          <p:spPr>
            <a:xfrm>
              <a:off x="3400385" y="1394336"/>
              <a:ext cx="162320" cy="31958"/>
            </a:xfrm>
            <a:custGeom>
              <a:avLst/>
              <a:gdLst/>
              <a:ahLst/>
              <a:cxnLst/>
              <a:rect l="l" t="t" r="r" b="b"/>
              <a:pathLst>
                <a:path w="9361" h="1843" extrusionOk="0">
                  <a:moveTo>
                    <a:pt x="1358" y="0"/>
                  </a:moveTo>
                  <a:cubicBezTo>
                    <a:pt x="906" y="0"/>
                    <a:pt x="453" y="11"/>
                    <a:pt x="1" y="31"/>
                  </a:cubicBezTo>
                  <a:cubicBezTo>
                    <a:pt x="1598" y="241"/>
                    <a:pt x="3195" y="355"/>
                    <a:pt x="4764" y="594"/>
                  </a:cubicBezTo>
                  <a:cubicBezTo>
                    <a:pt x="6337" y="833"/>
                    <a:pt x="7881" y="1214"/>
                    <a:pt x="9361" y="1843"/>
                  </a:cubicBezTo>
                  <a:cubicBezTo>
                    <a:pt x="8007" y="959"/>
                    <a:pt x="6422" y="489"/>
                    <a:pt x="4821" y="245"/>
                  </a:cubicBezTo>
                  <a:cubicBezTo>
                    <a:pt x="3670" y="71"/>
                    <a:pt x="2514" y="0"/>
                    <a:pt x="135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" name="Google Shape;5547;p73"/>
            <p:cNvSpPr/>
            <p:nvPr/>
          </p:nvSpPr>
          <p:spPr>
            <a:xfrm>
              <a:off x="3369676" y="1633299"/>
              <a:ext cx="188052" cy="36969"/>
            </a:xfrm>
            <a:custGeom>
              <a:avLst/>
              <a:gdLst/>
              <a:ahLst/>
              <a:cxnLst/>
              <a:rect l="l" t="t" r="r" b="b"/>
              <a:pathLst>
                <a:path w="10845" h="2132" extrusionOk="0">
                  <a:moveTo>
                    <a:pt x="10844" y="0"/>
                  </a:moveTo>
                  <a:lnTo>
                    <a:pt x="10844" y="0"/>
                  </a:lnTo>
                  <a:cubicBezTo>
                    <a:pt x="9190" y="860"/>
                    <a:pt x="7398" y="1427"/>
                    <a:pt x="5550" y="1674"/>
                  </a:cubicBezTo>
                  <a:cubicBezTo>
                    <a:pt x="4879" y="1761"/>
                    <a:pt x="4205" y="1804"/>
                    <a:pt x="3531" y="1804"/>
                  </a:cubicBezTo>
                  <a:cubicBezTo>
                    <a:pt x="2345" y="1804"/>
                    <a:pt x="1161" y="1671"/>
                    <a:pt x="0" y="1407"/>
                  </a:cubicBezTo>
                  <a:lnTo>
                    <a:pt x="0" y="1407"/>
                  </a:lnTo>
                  <a:cubicBezTo>
                    <a:pt x="1268" y="1897"/>
                    <a:pt x="2636" y="2131"/>
                    <a:pt x="4006" y="2131"/>
                  </a:cubicBezTo>
                  <a:cubicBezTo>
                    <a:pt x="4537" y="2131"/>
                    <a:pt x="5069" y="2096"/>
                    <a:pt x="5594" y="2027"/>
                  </a:cubicBezTo>
                  <a:cubicBezTo>
                    <a:pt x="7475" y="1776"/>
                    <a:pt x="9320" y="1103"/>
                    <a:pt x="1084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3" name="Google Shape;5548;p73"/>
            <p:cNvSpPr/>
            <p:nvPr/>
          </p:nvSpPr>
          <p:spPr>
            <a:xfrm>
              <a:off x="3266260" y="1656898"/>
              <a:ext cx="66447" cy="7057"/>
            </a:xfrm>
            <a:custGeom>
              <a:avLst/>
              <a:gdLst/>
              <a:ahLst/>
              <a:cxnLst/>
              <a:rect l="l" t="t" r="r" b="b"/>
              <a:pathLst>
                <a:path w="3832" h="407" extrusionOk="0">
                  <a:moveTo>
                    <a:pt x="2014" y="0"/>
                  </a:moveTo>
                  <a:cubicBezTo>
                    <a:pt x="1979" y="0"/>
                    <a:pt x="1945" y="1"/>
                    <a:pt x="1910" y="1"/>
                  </a:cubicBezTo>
                  <a:cubicBezTo>
                    <a:pt x="1258" y="9"/>
                    <a:pt x="597" y="123"/>
                    <a:pt x="1" y="407"/>
                  </a:cubicBezTo>
                  <a:cubicBezTo>
                    <a:pt x="658" y="394"/>
                    <a:pt x="1282" y="366"/>
                    <a:pt x="1914" y="354"/>
                  </a:cubicBezTo>
                  <a:cubicBezTo>
                    <a:pt x="2007" y="353"/>
                    <a:pt x="2099" y="352"/>
                    <a:pt x="2192" y="352"/>
                  </a:cubicBezTo>
                  <a:cubicBezTo>
                    <a:pt x="2638" y="352"/>
                    <a:pt x="3083" y="364"/>
                    <a:pt x="3544" y="364"/>
                  </a:cubicBezTo>
                  <a:cubicBezTo>
                    <a:pt x="3639" y="364"/>
                    <a:pt x="3735" y="363"/>
                    <a:pt x="3832" y="362"/>
                  </a:cubicBezTo>
                  <a:cubicBezTo>
                    <a:pt x="3260" y="105"/>
                    <a:pt x="2633" y="0"/>
                    <a:pt x="20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4" name="Google Shape;5549;p73"/>
            <p:cNvSpPr/>
            <p:nvPr/>
          </p:nvSpPr>
          <p:spPr>
            <a:xfrm>
              <a:off x="2999848" y="1655875"/>
              <a:ext cx="201907" cy="86388"/>
            </a:xfrm>
            <a:custGeom>
              <a:avLst/>
              <a:gdLst/>
              <a:ahLst/>
              <a:cxnLst/>
              <a:rect l="l" t="t" r="r" b="b"/>
              <a:pathLst>
                <a:path w="11644" h="4982" extrusionOk="0">
                  <a:moveTo>
                    <a:pt x="10218" y="0"/>
                  </a:moveTo>
                  <a:cubicBezTo>
                    <a:pt x="9614" y="0"/>
                    <a:pt x="9007" y="83"/>
                    <a:pt x="8417" y="222"/>
                  </a:cubicBezTo>
                  <a:cubicBezTo>
                    <a:pt x="7351" y="470"/>
                    <a:pt x="6345" y="899"/>
                    <a:pt x="5380" y="1394"/>
                  </a:cubicBezTo>
                  <a:cubicBezTo>
                    <a:pt x="3467" y="2395"/>
                    <a:pt x="1647" y="3583"/>
                    <a:pt x="1" y="4982"/>
                  </a:cubicBezTo>
                  <a:cubicBezTo>
                    <a:pt x="1809" y="3810"/>
                    <a:pt x="3641" y="2691"/>
                    <a:pt x="5542" y="1710"/>
                  </a:cubicBezTo>
                  <a:cubicBezTo>
                    <a:pt x="6491" y="1220"/>
                    <a:pt x="7468" y="786"/>
                    <a:pt x="8486" y="490"/>
                  </a:cubicBezTo>
                  <a:cubicBezTo>
                    <a:pt x="9265" y="267"/>
                    <a:pt x="10067" y="127"/>
                    <a:pt x="10881" y="127"/>
                  </a:cubicBezTo>
                  <a:cubicBezTo>
                    <a:pt x="11134" y="127"/>
                    <a:pt x="11389" y="141"/>
                    <a:pt x="11644" y="170"/>
                  </a:cubicBezTo>
                  <a:cubicBezTo>
                    <a:pt x="11178" y="53"/>
                    <a:pt x="10699" y="0"/>
                    <a:pt x="1021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" name="Google Shape;5550;p73"/>
            <p:cNvSpPr/>
            <p:nvPr/>
          </p:nvSpPr>
          <p:spPr>
            <a:xfrm>
              <a:off x="2872139" y="1502624"/>
              <a:ext cx="123721" cy="33744"/>
            </a:xfrm>
            <a:custGeom>
              <a:avLst/>
              <a:gdLst/>
              <a:ahLst/>
              <a:cxnLst/>
              <a:rect l="l" t="t" r="r" b="b"/>
              <a:pathLst>
                <a:path w="7135" h="1946" extrusionOk="0">
                  <a:moveTo>
                    <a:pt x="7135" y="0"/>
                  </a:moveTo>
                  <a:lnTo>
                    <a:pt x="7135" y="0"/>
                  </a:lnTo>
                  <a:cubicBezTo>
                    <a:pt x="6077" y="677"/>
                    <a:pt x="4893" y="1014"/>
                    <a:pt x="3681" y="1241"/>
                  </a:cubicBezTo>
                  <a:cubicBezTo>
                    <a:pt x="2469" y="1468"/>
                    <a:pt x="1208" y="1577"/>
                    <a:pt x="0" y="1946"/>
                  </a:cubicBezTo>
                  <a:cubicBezTo>
                    <a:pt x="1253" y="1853"/>
                    <a:pt x="2509" y="1824"/>
                    <a:pt x="3742" y="1589"/>
                  </a:cubicBezTo>
                  <a:cubicBezTo>
                    <a:pt x="4974" y="1358"/>
                    <a:pt x="6251" y="912"/>
                    <a:pt x="713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" name="Google Shape;5551;p73"/>
            <p:cNvSpPr/>
            <p:nvPr/>
          </p:nvSpPr>
          <p:spPr>
            <a:xfrm>
              <a:off x="3028321" y="1418612"/>
              <a:ext cx="148482" cy="73192"/>
            </a:xfrm>
            <a:custGeom>
              <a:avLst/>
              <a:gdLst/>
              <a:ahLst/>
              <a:cxnLst/>
              <a:rect l="l" t="t" r="r" b="b"/>
              <a:pathLst>
                <a:path w="8563" h="4221" extrusionOk="0">
                  <a:moveTo>
                    <a:pt x="8562" y="1"/>
                  </a:moveTo>
                  <a:cubicBezTo>
                    <a:pt x="7180" y="816"/>
                    <a:pt x="5794" y="1602"/>
                    <a:pt x="4371" y="2307"/>
                  </a:cubicBezTo>
                  <a:cubicBezTo>
                    <a:pt x="2948" y="3009"/>
                    <a:pt x="1484" y="3625"/>
                    <a:pt x="1" y="4221"/>
                  </a:cubicBezTo>
                  <a:cubicBezTo>
                    <a:pt x="1570" y="3892"/>
                    <a:pt x="3090" y="3333"/>
                    <a:pt x="4529" y="2620"/>
                  </a:cubicBezTo>
                  <a:cubicBezTo>
                    <a:pt x="5968" y="1906"/>
                    <a:pt x="7342" y="1051"/>
                    <a:pt x="856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7" name="Google Shape;5552;p73"/>
            <p:cNvSpPr/>
            <p:nvPr/>
          </p:nvSpPr>
          <p:spPr>
            <a:xfrm>
              <a:off x="3736025" y="2009871"/>
              <a:ext cx="100607" cy="53425"/>
            </a:xfrm>
            <a:custGeom>
              <a:avLst/>
              <a:gdLst/>
              <a:ahLst/>
              <a:cxnLst/>
              <a:rect l="l" t="t" r="r" b="b"/>
              <a:pathLst>
                <a:path w="5802" h="3081" extrusionOk="0">
                  <a:moveTo>
                    <a:pt x="4698" y="0"/>
                  </a:moveTo>
                  <a:cubicBezTo>
                    <a:pt x="3900" y="0"/>
                    <a:pt x="3091" y="207"/>
                    <a:pt x="2376" y="571"/>
                  </a:cubicBezTo>
                  <a:cubicBezTo>
                    <a:pt x="1330" y="1110"/>
                    <a:pt x="426" y="1998"/>
                    <a:pt x="1" y="3080"/>
                  </a:cubicBezTo>
                  <a:cubicBezTo>
                    <a:pt x="653" y="2152"/>
                    <a:pt x="1525" y="1402"/>
                    <a:pt x="2539" y="891"/>
                  </a:cubicBezTo>
                  <a:cubicBezTo>
                    <a:pt x="3515" y="399"/>
                    <a:pt x="4590" y="140"/>
                    <a:pt x="5679" y="140"/>
                  </a:cubicBezTo>
                  <a:cubicBezTo>
                    <a:pt x="5720" y="140"/>
                    <a:pt x="5761" y="141"/>
                    <a:pt x="5802" y="141"/>
                  </a:cubicBezTo>
                  <a:cubicBezTo>
                    <a:pt x="5443" y="46"/>
                    <a:pt x="5072" y="0"/>
                    <a:pt x="469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8" name="Google Shape;5553;p73"/>
            <p:cNvSpPr/>
            <p:nvPr/>
          </p:nvSpPr>
          <p:spPr>
            <a:xfrm>
              <a:off x="3212489" y="1405399"/>
              <a:ext cx="154101" cy="20756"/>
            </a:xfrm>
            <a:custGeom>
              <a:avLst/>
              <a:gdLst/>
              <a:ahLst/>
              <a:cxnLst/>
              <a:rect l="l" t="t" r="r" b="b"/>
              <a:pathLst>
                <a:path w="8887" h="1197" extrusionOk="0">
                  <a:moveTo>
                    <a:pt x="4998" y="1"/>
                  </a:moveTo>
                  <a:cubicBezTo>
                    <a:pt x="4796" y="1"/>
                    <a:pt x="4593" y="6"/>
                    <a:pt x="4391" y="17"/>
                  </a:cubicBezTo>
                  <a:cubicBezTo>
                    <a:pt x="2863" y="98"/>
                    <a:pt x="1343" y="479"/>
                    <a:pt x="1" y="1197"/>
                  </a:cubicBezTo>
                  <a:cubicBezTo>
                    <a:pt x="1444" y="738"/>
                    <a:pt x="2924" y="455"/>
                    <a:pt x="4411" y="374"/>
                  </a:cubicBezTo>
                  <a:cubicBezTo>
                    <a:pt x="4699" y="357"/>
                    <a:pt x="4987" y="349"/>
                    <a:pt x="5275" y="349"/>
                  </a:cubicBezTo>
                  <a:cubicBezTo>
                    <a:pt x="6480" y="349"/>
                    <a:pt x="7686" y="489"/>
                    <a:pt x="8887" y="734"/>
                  </a:cubicBezTo>
                  <a:cubicBezTo>
                    <a:pt x="7666" y="235"/>
                    <a:pt x="6332" y="1"/>
                    <a:pt x="499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9" name="Google Shape;5554;p73"/>
            <p:cNvSpPr/>
            <p:nvPr/>
          </p:nvSpPr>
          <p:spPr>
            <a:xfrm>
              <a:off x="3788402" y="1593209"/>
              <a:ext cx="82608" cy="30397"/>
            </a:xfrm>
            <a:custGeom>
              <a:avLst/>
              <a:gdLst/>
              <a:ahLst/>
              <a:cxnLst/>
              <a:rect l="l" t="t" r="r" b="b"/>
              <a:pathLst>
                <a:path w="4764" h="1753" extrusionOk="0">
                  <a:moveTo>
                    <a:pt x="710" y="1"/>
                  </a:moveTo>
                  <a:cubicBezTo>
                    <a:pt x="472" y="1"/>
                    <a:pt x="235" y="18"/>
                    <a:pt x="1" y="54"/>
                  </a:cubicBezTo>
                  <a:cubicBezTo>
                    <a:pt x="860" y="196"/>
                    <a:pt x="1671" y="391"/>
                    <a:pt x="2465" y="670"/>
                  </a:cubicBezTo>
                  <a:cubicBezTo>
                    <a:pt x="3260" y="946"/>
                    <a:pt x="4010" y="1323"/>
                    <a:pt x="4764" y="1753"/>
                  </a:cubicBezTo>
                  <a:cubicBezTo>
                    <a:pt x="4184" y="1100"/>
                    <a:pt x="3414" y="622"/>
                    <a:pt x="2587" y="334"/>
                  </a:cubicBezTo>
                  <a:cubicBezTo>
                    <a:pt x="1985" y="124"/>
                    <a:pt x="1346" y="1"/>
                    <a:pt x="71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0" name="Google Shape;5555;p73"/>
            <p:cNvSpPr/>
            <p:nvPr/>
          </p:nvSpPr>
          <p:spPr>
            <a:xfrm>
              <a:off x="2609161" y="1961302"/>
              <a:ext cx="167314" cy="254170"/>
            </a:xfrm>
            <a:custGeom>
              <a:avLst/>
              <a:gdLst/>
              <a:ahLst/>
              <a:cxnLst/>
              <a:rect l="l" t="t" r="r" b="b"/>
              <a:pathLst>
                <a:path w="9649" h="14658" extrusionOk="0">
                  <a:moveTo>
                    <a:pt x="5397" y="0"/>
                  </a:moveTo>
                  <a:cubicBezTo>
                    <a:pt x="5222" y="0"/>
                    <a:pt x="5042" y="13"/>
                    <a:pt x="4857" y="40"/>
                  </a:cubicBezTo>
                  <a:lnTo>
                    <a:pt x="4723" y="60"/>
                  </a:lnTo>
                  <a:cubicBezTo>
                    <a:pt x="2153" y="514"/>
                    <a:pt x="1" y="3145"/>
                    <a:pt x="755" y="6891"/>
                  </a:cubicBezTo>
                  <a:cubicBezTo>
                    <a:pt x="1302" y="9558"/>
                    <a:pt x="3086" y="12493"/>
                    <a:pt x="5757" y="13867"/>
                  </a:cubicBezTo>
                  <a:cubicBezTo>
                    <a:pt x="6754" y="14388"/>
                    <a:pt x="7862" y="14658"/>
                    <a:pt x="8980" y="14658"/>
                  </a:cubicBezTo>
                  <a:cubicBezTo>
                    <a:pt x="9203" y="14658"/>
                    <a:pt x="9426" y="14647"/>
                    <a:pt x="9649" y="14625"/>
                  </a:cubicBezTo>
                  <a:cubicBezTo>
                    <a:pt x="9649" y="14625"/>
                    <a:pt x="8108" y="8046"/>
                    <a:pt x="9183" y="2204"/>
                  </a:cubicBezTo>
                  <a:cubicBezTo>
                    <a:pt x="9183" y="2204"/>
                    <a:pt x="7714" y="0"/>
                    <a:pt x="5397" y="0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1" name="Google Shape;5556;p73"/>
            <p:cNvSpPr/>
            <p:nvPr/>
          </p:nvSpPr>
          <p:spPr>
            <a:xfrm>
              <a:off x="2609733" y="1955164"/>
              <a:ext cx="174406" cy="266498"/>
            </a:xfrm>
            <a:custGeom>
              <a:avLst/>
              <a:gdLst/>
              <a:ahLst/>
              <a:cxnLst/>
              <a:rect l="l" t="t" r="r" b="b"/>
              <a:pathLst>
                <a:path w="10058" h="15369" extrusionOk="0">
                  <a:moveTo>
                    <a:pt x="5359" y="706"/>
                  </a:moveTo>
                  <a:cubicBezTo>
                    <a:pt x="7167" y="706"/>
                    <a:pt x="8452" y="2218"/>
                    <a:pt x="8777" y="2644"/>
                  </a:cubicBezTo>
                  <a:cubicBezTo>
                    <a:pt x="7897" y="7614"/>
                    <a:pt x="8878" y="13127"/>
                    <a:pt x="9186" y="14651"/>
                  </a:cubicBezTo>
                  <a:cubicBezTo>
                    <a:pt x="9102" y="14654"/>
                    <a:pt x="9017" y="14656"/>
                    <a:pt x="8933" y="14656"/>
                  </a:cubicBezTo>
                  <a:cubicBezTo>
                    <a:pt x="7872" y="14656"/>
                    <a:pt x="6825" y="14397"/>
                    <a:pt x="5886" y="13901"/>
                  </a:cubicBezTo>
                  <a:cubicBezTo>
                    <a:pt x="3551" y="12705"/>
                    <a:pt x="1662" y="10062"/>
                    <a:pt x="1074" y="7180"/>
                  </a:cubicBezTo>
                  <a:cubicBezTo>
                    <a:pt x="637" y="5019"/>
                    <a:pt x="1241" y="3544"/>
                    <a:pt x="1824" y="2692"/>
                  </a:cubicBezTo>
                  <a:cubicBezTo>
                    <a:pt x="2518" y="1675"/>
                    <a:pt x="3588" y="969"/>
                    <a:pt x="4751" y="763"/>
                  </a:cubicBezTo>
                  <a:lnTo>
                    <a:pt x="4877" y="742"/>
                  </a:lnTo>
                  <a:cubicBezTo>
                    <a:pt x="5039" y="722"/>
                    <a:pt x="5197" y="710"/>
                    <a:pt x="5359" y="706"/>
                  </a:cubicBezTo>
                  <a:close/>
                  <a:moveTo>
                    <a:pt x="5374" y="0"/>
                  </a:moveTo>
                  <a:cubicBezTo>
                    <a:pt x="5178" y="0"/>
                    <a:pt x="4975" y="14"/>
                    <a:pt x="4767" y="45"/>
                  </a:cubicBezTo>
                  <a:lnTo>
                    <a:pt x="4630" y="65"/>
                  </a:lnTo>
                  <a:cubicBezTo>
                    <a:pt x="3276" y="300"/>
                    <a:pt x="2035" y="1115"/>
                    <a:pt x="1233" y="2295"/>
                  </a:cubicBezTo>
                  <a:cubicBezTo>
                    <a:pt x="304" y="3661"/>
                    <a:pt x="0" y="5445"/>
                    <a:pt x="377" y="7314"/>
                  </a:cubicBezTo>
                  <a:cubicBezTo>
                    <a:pt x="1006" y="10407"/>
                    <a:pt x="3041" y="13244"/>
                    <a:pt x="5558" y="14537"/>
                  </a:cubicBezTo>
                  <a:cubicBezTo>
                    <a:pt x="6604" y="15081"/>
                    <a:pt x="7767" y="15368"/>
                    <a:pt x="8947" y="15368"/>
                  </a:cubicBezTo>
                  <a:cubicBezTo>
                    <a:pt x="9182" y="15368"/>
                    <a:pt x="9413" y="15356"/>
                    <a:pt x="9652" y="15336"/>
                  </a:cubicBezTo>
                  <a:lnTo>
                    <a:pt x="10058" y="15296"/>
                  </a:lnTo>
                  <a:lnTo>
                    <a:pt x="9964" y="14902"/>
                  </a:lnTo>
                  <a:cubicBezTo>
                    <a:pt x="9944" y="14833"/>
                    <a:pt x="8452" y="8323"/>
                    <a:pt x="9498" y="2623"/>
                  </a:cubicBezTo>
                  <a:lnTo>
                    <a:pt x="9527" y="2481"/>
                  </a:lnTo>
                  <a:lnTo>
                    <a:pt x="9450" y="2360"/>
                  </a:lnTo>
                  <a:cubicBezTo>
                    <a:pt x="9378" y="2255"/>
                    <a:pt x="7843" y="0"/>
                    <a:pt x="537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2" name="Google Shape;5557;p73"/>
            <p:cNvSpPr/>
            <p:nvPr/>
          </p:nvSpPr>
          <p:spPr>
            <a:xfrm>
              <a:off x="2691058" y="1961302"/>
              <a:ext cx="85417" cy="254170"/>
            </a:xfrm>
            <a:custGeom>
              <a:avLst/>
              <a:gdLst/>
              <a:ahLst/>
              <a:cxnLst/>
              <a:rect l="l" t="t" r="r" b="b"/>
              <a:pathLst>
                <a:path w="4926" h="14658" extrusionOk="0">
                  <a:moveTo>
                    <a:pt x="674" y="0"/>
                  </a:moveTo>
                  <a:cubicBezTo>
                    <a:pt x="499" y="0"/>
                    <a:pt x="319" y="13"/>
                    <a:pt x="134" y="40"/>
                  </a:cubicBezTo>
                  <a:lnTo>
                    <a:pt x="0" y="60"/>
                  </a:lnTo>
                  <a:cubicBezTo>
                    <a:pt x="763" y="1077"/>
                    <a:pt x="957" y="2363"/>
                    <a:pt x="945" y="4012"/>
                  </a:cubicBezTo>
                  <a:cubicBezTo>
                    <a:pt x="904" y="7284"/>
                    <a:pt x="600" y="10657"/>
                    <a:pt x="1034" y="13867"/>
                  </a:cubicBezTo>
                  <a:cubicBezTo>
                    <a:pt x="2031" y="14388"/>
                    <a:pt x="3139" y="14658"/>
                    <a:pt x="4257" y="14658"/>
                  </a:cubicBezTo>
                  <a:cubicBezTo>
                    <a:pt x="4480" y="14658"/>
                    <a:pt x="4703" y="14647"/>
                    <a:pt x="4926" y="14625"/>
                  </a:cubicBezTo>
                  <a:cubicBezTo>
                    <a:pt x="4926" y="14625"/>
                    <a:pt x="3385" y="8046"/>
                    <a:pt x="4460" y="2204"/>
                  </a:cubicBezTo>
                  <a:cubicBezTo>
                    <a:pt x="4460" y="2204"/>
                    <a:pt x="2991" y="0"/>
                    <a:pt x="674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" name="Google Shape;5558;p73"/>
            <p:cNvSpPr/>
            <p:nvPr/>
          </p:nvSpPr>
          <p:spPr>
            <a:xfrm>
              <a:off x="2628634" y="2007773"/>
              <a:ext cx="121623" cy="48847"/>
            </a:xfrm>
            <a:custGeom>
              <a:avLst/>
              <a:gdLst/>
              <a:ahLst/>
              <a:cxnLst/>
              <a:rect l="l" t="t" r="r" b="b"/>
              <a:pathLst>
                <a:path w="7014" h="2817" extrusionOk="0">
                  <a:moveTo>
                    <a:pt x="3876" y="0"/>
                  </a:moveTo>
                  <a:cubicBezTo>
                    <a:pt x="3648" y="0"/>
                    <a:pt x="3421" y="21"/>
                    <a:pt x="3195" y="64"/>
                  </a:cubicBezTo>
                  <a:cubicBezTo>
                    <a:pt x="1265" y="420"/>
                    <a:pt x="151" y="2200"/>
                    <a:pt x="106" y="2273"/>
                  </a:cubicBezTo>
                  <a:cubicBezTo>
                    <a:pt x="1" y="2439"/>
                    <a:pt x="53" y="2658"/>
                    <a:pt x="220" y="2759"/>
                  </a:cubicBezTo>
                  <a:cubicBezTo>
                    <a:pt x="276" y="2796"/>
                    <a:pt x="341" y="2816"/>
                    <a:pt x="410" y="2816"/>
                  </a:cubicBezTo>
                  <a:cubicBezTo>
                    <a:pt x="532" y="2816"/>
                    <a:pt x="649" y="2751"/>
                    <a:pt x="710" y="2646"/>
                  </a:cubicBezTo>
                  <a:cubicBezTo>
                    <a:pt x="722" y="2630"/>
                    <a:pt x="1699" y="1065"/>
                    <a:pt x="3325" y="765"/>
                  </a:cubicBezTo>
                  <a:cubicBezTo>
                    <a:pt x="3505" y="731"/>
                    <a:pt x="3687" y="714"/>
                    <a:pt x="3870" y="714"/>
                  </a:cubicBezTo>
                  <a:cubicBezTo>
                    <a:pt x="4681" y="714"/>
                    <a:pt x="5521" y="1043"/>
                    <a:pt x="6377" y="1701"/>
                  </a:cubicBezTo>
                  <a:cubicBezTo>
                    <a:pt x="6444" y="1759"/>
                    <a:pt x="6525" y="1787"/>
                    <a:pt x="6606" y="1787"/>
                  </a:cubicBezTo>
                  <a:cubicBezTo>
                    <a:pt x="6713" y="1787"/>
                    <a:pt x="6819" y="1739"/>
                    <a:pt x="6888" y="1649"/>
                  </a:cubicBezTo>
                  <a:cubicBezTo>
                    <a:pt x="7014" y="1486"/>
                    <a:pt x="6977" y="1255"/>
                    <a:pt x="6807" y="1138"/>
                  </a:cubicBezTo>
                  <a:cubicBezTo>
                    <a:pt x="5829" y="383"/>
                    <a:pt x="4845" y="0"/>
                    <a:pt x="387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4" name="Google Shape;5559;p73"/>
            <p:cNvSpPr/>
            <p:nvPr/>
          </p:nvSpPr>
          <p:spPr>
            <a:xfrm>
              <a:off x="2643615" y="2007791"/>
              <a:ext cx="83457" cy="149349"/>
            </a:xfrm>
            <a:custGeom>
              <a:avLst/>
              <a:gdLst/>
              <a:ahLst/>
              <a:cxnLst/>
              <a:rect l="l" t="t" r="r" b="b"/>
              <a:pathLst>
                <a:path w="4813" h="8613" extrusionOk="0">
                  <a:moveTo>
                    <a:pt x="2639" y="0"/>
                  </a:moveTo>
                  <a:cubicBezTo>
                    <a:pt x="2509" y="0"/>
                    <a:pt x="2383" y="73"/>
                    <a:pt x="2323" y="196"/>
                  </a:cubicBezTo>
                  <a:cubicBezTo>
                    <a:pt x="2295" y="241"/>
                    <a:pt x="0" y="4826"/>
                    <a:pt x="4180" y="8523"/>
                  </a:cubicBezTo>
                  <a:cubicBezTo>
                    <a:pt x="4244" y="8580"/>
                    <a:pt x="4326" y="8612"/>
                    <a:pt x="4415" y="8612"/>
                  </a:cubicBezTo>
                  <a:cubicBezTo>
                    <a:pt x="4516" y="8612"/>
                    <a:pt x="4613" y="8567"/>
                    <a:pt x="4682" y="8490"/>
                  </a:cubicBezTo>
                  <a:cubicBezTo>
                    <a:pt x="4812" y="8345"/>
                    <a:pt x="4796" y="8122"/>
                    <a:pt x="4654" y="7988"/>
                  </a:cubicBezTo>
                  <a:cubicBezTo>
                    <a:pt x="892" y="4672"/>
                    <a:pt x="2866" y="687"/>
                    <a:pt x="2955" y="521"/>
                  </a:cubicBezTo>
                  <a:cubicBezTo>
                    <a:pt x="3045" y="342"/>
                    <a:pt x="2972" y="127"/>
                    <a:pt x="2797" y="38"/>
                  </a:cubicBezTo>
                  <a:cubicBezTo>
                    <a:pt x="2747" y="12"/>
                    <a:pt x="2692" y="0"/>
                    <a:pt x="263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5" name="Google Shape;5560;p73"/>
            <p:cNvSpPr/>
            <p:nvPr/>
          </p:nvSpPr>
          <p:spPr>
            <a:xfrm>
              <a:off x="2743008" y="1659014"/>
              <a:ext cx="1210003" cy="1193703"/>
            </a:xfrm>
            <a:custGeom>
              <a:avLst/>
              <a:gdLst/>
              <a:ahLst/>
              <a:cxnLst/>
              <a:rect l="l" t="t" r="r" b="b"/>
              <a:pathLst>
                <a:path w="69781" h="68841" extrusionOk="0">
                  <a:moveTo>
                    <a:pt x="50478" y="1"/>
                  </a:moveTo>
                  <a:cubicBezTo>
                    <a:pt x="47347" y="1915"/>
                    <a:pt x="43559" y="2383"/>
                    <a:pt x="39648" y="2383"/>
                  </a:cubicBezTo>
                  <a:cubicBezTo>
                    <a:pt x="35897" y="2383"/>
                    <a:pt x="32032" y="1953"/>
                    <a:pt x="28525" y="1953"/>
                  </a:cubicBezTo>
                  <a:cubicBezTo>
                    <a:pt x="26387" y="1953"/>
                    <a:pt x="24383" y="2113"/>
                    <a:pt x="22617" y="2628"/>
                  </a:cubicBezTo>
                  <a:cubicBezTo>
                    <a:pt x="16666" y="4363"/>
                    <a:pt x="12300" y="9438"/>
                    <a:pt x="10637" y="11639"/>
                  </a:cubicBezTo>
                  <a:cubicBezTo>
                    <a:pt x="10151" y="12284"/>
                    <a:pt x="9892" y="12677"/>
                    <a:pt x="9892" y="12677"/>
                  </a:cubicBezTo>
                  <a:cubicBezTo>
                    <a:pt x="10025" y="11416"/>
                    <a:pt x="10297" y="10168"/>
                    <a:pt x="10702" y="8964"/>
                  </a:cubicBezTo>
                  <a:cubicBezTo>
                    <a:pt x="12652" y="3211"/>
                    <a:pt x="17006" y="929"/>
                    <a:pt x="17006" y="929"/>
                  </a:cubicBezTo>
                  <a:cubicBezTo>
                    <a:pt x="16791" y="919"/>
                    <a:pt x="16576" y="914"/>
                    <a:pt x="16361" y="914"/>
                  </a:cubicBezTo>
                  <a:cubicBezTo>
                    <a:pt x="11554" y="914"/>
                    <a:pt x="6896" y="3325"/>
                    <a:pt x="6896" y="3325"/>
                  </a:cubicBezTo>
                  <a:cubicBezTo>
                    <a:pt x="6649" y="3576"/>
                    <a:pt x="6142" y="4274"/>
                    <a:pt x="5517" y="5319"/>
                  </a:cubicBezTo>
                  <a:cubicBezTo>
                    <a:pt x="3839" y="8133"/>
                    <a:pt x="1334" y="13508"/>
                    <a:pt x="770" y="19869"/>
                  </a:cubicBezTo>
                  <a:cubicBezTo>
                    <a:pt x="0" y="28604"/>
                    <a:pt x="693" y="36258"/>
                    <a:pt x="7650" y="44374"/>
                  </a:cubicBezTo>
                  <a:cubicBezTo>
                    <a:pt x="14610" y="52494"/>
                    <a:pt x="22260" y="51022"/>
                    <a:pt x="22892" y="52181"/>
                  </a:cubicBezTo>
                  <a:cubicBezTo>
                    <a:pt x="23529" y="53345"/>
                    <a:pt x="23188" y="56669"/>
                    <a:pt x="22617" y="57978"/>
                  </a:cubicBezTo>
                  <a:cubicBezTo>
                    <a:pt x="22041" y="59292"/>
                    <a:pt x="21129" y="60139"/>
                    <a:pt x="21392" y="61355"/>
                  </a:cubicBezTo>
                  <a:cubicBezTo>
                    <a:pt x="21591" y="62263"/>
                    <a:pt x="22163" y="64189"/>
                    <a:pt x="23630" y="65859"/>
                  </a:cubicBezTo>
                  <a:cubicBezTo>
                    <a:pt x="25037" y="67466"/>
                    <a:pt x="27272" y="68840"/>
                    <a:pt x="30791" y="68840"/>
                  </a:cubicBezTo>
                  <a:cubicBezTo>
                    <a:pt x="31356" y="68840"/>
                    <a:pt x="31955" y="68805"/>
                    <a:pt x="32589" y="68729"/>
                  </a:cubicBezTo>
                  <a:cubicBezTo>
                    <a:pt x="41126" y="67703"/>
                    <a:pt x="41661" y="60447"/>
                    <a:pt x="41511" y="59600"/>
                  </a:cubicBezTo>
                  <a:cubicBezTo>
                    <a:pt x="41357" y="58757"/>
                    <a:pt x="40036" y="59215"/>
                    <a:pt x="39574" y="57670"/>
                  </a:cubicBezTo>
                  <a:cubicBezTo>
                    <a:pt x="39116" y="56126"/>
                    <a:pt x="38491" y="54350"/>
                    <a:pt x="40766" y="52108"/>
                  </a:cubicBezTo>
                  <a:cubicBezTo>
                    <a:pt x="43040" y="49863"/>
                    <a:pt x="46153" y="50329"/>
                    <a:pt x="50478" y="46462"/>
                  </a:cubicBezTo>
                  <a:cubicBezTo>
                    <a:pt x="54808" y="42594"/>
                    <a:pt x="56275" y="37726"/>
                    <a:pt x="56275" y="37726"/>
                  </a:cubicBezTo>
                  <a:cubicBezTo>
                    <a:pt x="62656" y="37726"/>
                    <a:pt x="68490" y="34320"/>
                    <a:pt x="69187" y="29375"/>
                  </a:cubicBezTo>
                  <a:cubicBezTo>
                    <a:pt x="69780" y="25141"/>
                    <a:pt x="67943" y="21468"/>
                    <a:pt x="64442" y="21468"/>
                  </a:cubicBezTo>
                  <a:cubicBezTo>
                    <a:pt x="63853" y="21468"/>
                    <a:pt x="63218" y="21572"/>
                    <a:pt x="62539" y="21794"/>
                  </a:cubicBezTo>
                  <a:cubicBezTo>
                    <a:pt x="57824" y="23339"/>
                    <a:pt x="56275" y="27619"/>
                    <a:pt x="56275" y="27619"/>
                  </a:cubicBezTo>
                  <a:cubicBezTo>
                    <a:pt x="56275" y="27619"/>
                    <a:pt x="55604" y="28637"/>
                    <a:pt x="54798" y="28637"/>
                  </a:cubicBezTo>
                  <a:cubicBezTo>
                    <a:pt x="54180" y="28637"/>
                    <a:pt x="53484" y="28039"/>
                    <a:pt x="52951" y="25929"/>
                  </a:cubicBezTo>
                  <a:cubicBezTo>
                    <a:pt x="51727" y="21065"/>
                    <a:pt x="53263" y="13342"/>
                    <a:pt x="53263" y="13342"/>
                  </a:cubicBezTo>
                  <a:lnTo>
                    <a:pt x="53263" y="13342"/>
                  </a:lnTo>
                  <a:cubicBezTo>
                    <a:pt x="53263" y="13342"/>
                    <a:pt x="52488" y="14104"/>
                    <a:pt x="51602" y="14104"/>
                  </a:cubicBezTo>
                  <a:cubicBezTo>
                    <a:pt x="50741" y="14104"/>
                    <a:pt x="49777" y="13384"/>
                    <a:pt x="49319" y="10545"/>
                  </a:cubicBezTo>
                  <a:cubicBezTo>
                    <a:pt x="48391" y="4784"/>
                    <a:pt x="50478" y="1"/>
                    <a:pt x="50478" y="1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6" name="Google Shape;5561;p73"/>
            <p:cNvSpPr/>
            <p:nvPr/>
          </p:nvSpPr>
          <p:spPr>
            <a:xfrm>
              <a:off x="2736332" y="1643547"/>
              <a:ext cx="1219817" cy="1215326"/>
            </a:xfrm>
            <a:custGeom>
              <a:avLst/>
              <a:gdLst/>
              <a:ahLst/>
              <a:cxnLst/>
              <a:rect l="l" t="t" r="r" b="b"/>
              <a:pathLst>
                <a:path w="70347" h="70088" extrusionOk="0">
                  <a:moveTo>
                    <a:pt x="50191" y="1679"/>
                  </a:moveTo>
                  <a:cubicBezTo>
                    <a:pt x="49627" y="3362"/>
                    <a:pt x="48650" y="7132"/>
                    <a:pt x="49355" y="11498"/>
                  </a:cubicBezTo>
                  <a:cubicBezTo>
                    <a:pt x="49700" y="13662"/>
                    <a:pt x="50397" y="14927"/>
                    <a:pt x="51427" y="15268"/>
                  </a:cubicBezTo>
                  <a:cubicBezTo>
                    <a:pt x="51615" y="15329"/>
                    <a:pt x="51801" y="15355"/>
                    <a:pt x="51982" y="15355"/>
                  </a:cubicBezTo>
                  <a:cubicBezTo>
                    <a:pt x="52415" y="15355"/>
                    <a:pt x="52820" y="15206"/>
                    <a:pt x="53146" y="15028"/>
                  </a:cubicBezTo>
                  <a:lnTo>
                    <a:pt x="53146" y="15028"/>
                  </a:lnTo>
                  <a:cubicBezTo>
                    <a:pt x="52781" y="17197"/>
                    <a:pt x="51994" y="22929"/>
                    <a:pt x="52992" y="26906"/>
                  </a:cubicBezTo>
                  <a:cubicBezTo>
                    <a:pt x="53462" y="28771"/>
                    <a:pt x="54111" y="29744"/>
                    <a:pt x="54974" y="29886"/>
                  </a:cubicBezTo>
                  <a:cubicBezTo>
                    <a:pt x="55048" y="29899"/>
                    <a:pt x="55121" y="29905"/>
                    <a:pt x="55192" y="29905"/>
                  </a:cubicBezTo>
                  <a:cubicBezTo>
                    <a:pt x="56180" y="29905"/>
                    <a:pt x="56926" y="28759"/>
                    <a:pt x="56960" y="28706"/>
                  </a:cubicBezTo>
                  <a:lnTo>
                    <a:pt x="56997" y="28637"/>
                  </a:lnTo>
                  <a:cubicBezTo>
                    <a:pt x="57009" y="28597"/>
                    <a:pt x="58529" y="24494"/>
                    <a:pt x="63037" y="23027"/>
                  </a:cubicBezTo>
                  <a:cubicBezTo>
                    <a:pt x="63665" y="22821"/>
                    <a:pt x="64266" y="22718"/>
                    <a:pt x="64830" y="22718"/>
                  </a:cubicBezTo>
                  <a:cubicBezTo>
                    <a:pt x="65799" y="22718"/>
                    <a:pt x="66661" y="23021"/>
                    <a:pt x="67379" y="23623"/>
                  </a:cubicBezTo>
                  <a:cubicBezTo>
                    <a:pt x="68903" y="24899"/>
                    <a:pt x="69612" y="27429"/>
                    <a:pt x="69219" y="30222"/>
                  </a:cubicBezTo>
                  <a:cubicBezTo>
                    <a:pt x="68575" y="34807"/>
                    <a:pt x="63175" y="38265"/>
                    <a:pt x="56660" y="38265"/>
                  </a:cubicBezTo>
                  <a:lnTo>
                    <a:pt x="56397" y="38265"/>
                  </a:lnTo>
                  <a:lnTo>
                    <a:pt x="56324" y="38516"/>
                  </a:lnTo>
                  <a:cubicBezTo>
                    <a:pt x="56308" y="38561"/>
                    <a:pt x="54828" y="43336"/>
                    <a:pt x="50628" y="47086"/>
                  </a:cubicBezTo>
                  <a:cubicBezTo>
                    <a:pt x="48253" y="49202"/>
                    <a:pt x="46287" y="49984"/>
                    <a:pt x="44552" y="50674"/>
                  </a:cubicBezTo>
                  <a:cubicBezTo>
                    <a:pt x="43161" y="51225"/>
                    <a:pt x="41957" y="51707"/>
                    <a:pt x="40903" y="52745"/>
                  </a:cubicBezTo>
                  <a:cubicBezTo>
                    <a:pt x="38544" y="55076"/>
                    <a:pt x="39120" y="56993"/>
                    <a:pt x="39586" y="58534"/>
                  </a:cubicBezTo>
                  <a:lnTo>
                    <a:pt x="39622" y="58664"/>
                  </a:lnTo>
                  <a:cubicBezTo>
                    <a:pt x="39934" y="59701"/>
                    <a:pt x="40619" y="59989"/>
                    <a:pt x="41069" y="60188"/>
                  </a:cubicBezTo>
                  <a:cubicBezTo>
                    <a:pt x="41422" y="60342"/>
                    <a:pt x="41515" y="60395"/>
                    <a:pt x="41548" y="60561"/>
                  </a:cubicBezTo>
                  <a:cubicBezTo>
                    <a:pt x="41596" y="60849"/>
                    <a:pt x="41568" y="63305"/>
                    <a:pt x="39869" y="65604"/>
                  </a:cubicBezTo>
                  <a:cubicBezTo>
                    <a:pt x="38353" y="67663"/>
                    <a:pt x="36018" y="68895"/>
                    <a:pt x="32925" y="69264"/>
                  </a:cubicBezTo>
                  <a:cubicBezTo>
                    <a:pt x="32314" y="69337"/>
                    <a:pt x="31726" y="69374"/>
                    <a:pt x="31159" y="69374"/>
                  </a:cubicBezTo>
                  <a:cubicBezTo>
                    <a:pt x="28258" y="69374"/>
                    <a:pt x="25948" y="68418"/>
                    <a:pt x="24283" y="66512"/>
                  </a:cubicBezTo>
                  <a:cubicBezTo>
                    <a:pt x="22827" y="64862"/>
                    <a:pt x="22284" y="62892"/>
                    <a:pt x="22130" y="62174"/>
                  </a:cubicBezTo>
                  <a:cubicBezTo>
                    <a:pt x="21972" y="61461"/>
                    <a:pt x="22312" y="60877"/>
                    <a:pt x="22730" y="60143"/>
                  </a:cubicBezTo>
                  <a:cubicBezTo>
                    <a:pt x="22953" y="59778"/>
                    <a:pt x="23152" y="59401"/>
                    <a:pt x="23330" y="59012"/>
                  </a:cubicBezTo>
                  <a:cubicBezTo>
                    <a:pt x="23926" y="57634"/>
                    <a:pt x="24303" y="54204"/>
                    <a:pt x="23593" y="52907"/>
                  </a:cubicBezTo>
                  <a:cubicBezTo>
                    <a:pt x="23330" y="52425"/>
                    <a:pt x="22616" y="52311"/>
                    <a:pt x="21319" y="52096"/>
                  </a:cubicBezTo>
                  <a:cubicBezTo>
                    <a:pt x="18490" y="51634"/>
                    <a:pt x="13232" y="50779"/>
                    <a:pt x="8306" y="45035"/>
                  </a:cubicBezTo>
                  <a:cubicBezTo>
                    <a:pt x="1581" y="37191"/>
                    <a:pt x="726" y="29671"/>
                    <a:pt x="1508" y="20793"/>
                  </a:cubicBezTo>
                  <a:cubicBezTo>
                    <a:pt x="2124" y="13901"/>
                    <a:pt x="4994" y="8429"/>
                    <a:pt x="6207" y="6394"/>
                  </a:cubicBezTo>
                  <a:cubicBezTo>
                    <a:pt x="6774" y="5437"/>
                    <a:pt x="7256" y="4772"/>
                    <a:pt x="7500" y="4505"/>
                  </a:cubicBezTo>
                  <a:cubicBezTo>
                    <a:pt x="7994" y="4257"/>
                    <a:pt x="11987" y="2336"/>
                    <a:pt x="16195" y="2170"/>
                  </a:cubicBezTo>
                  <a:lnTo>
                    <a:pt x="16195" y="2170"/>
                  </a:lnTo>
                  <a:cubicBezTo>
                    <a:pt x="14748" y="3228"/>
                    <a:pt x="12153" y="5599"/>
                    <a:pt x="10751" y="9746"/>
                  </a:cubicBezTo>
                  <a:cubicBezTo>
                    <a:pt x="10337" y="10975"/>
                    <a:pt x="10062" y="12243"/>
                    <a:pt x="9924" y="13537"/>
                  </a:cubicBezTo>
                  <a:lnTo>
                    <a:pt x="9762" y="15016"/>
                  </a:lnTo>
                  <a:lnTo>
                    <a:pt x="10573" y="13764"/>
                  </a:lnTo>
                  <a:cubicBezTo>
                    <a:pt x="10581" y="13764"/>
                    <a:pt x="10832" y="13374"/>
                    <a:pt x="11302" y="12750"/>
                  </a:cubicBezTo>
                  <a:cubicBezTo>
                    <a:pt x="12891" y="10646"/>
                    <a:pt x="17217" y="5579"/>
                    <a:pt x="23099" y="3860"/>
                  </a:cubicBezTo>
                  <a:cubicBezTo>
                    <a:pt x="24828" y="3357"/>
                    <a:pt x="26791" y="3199"/>
                    <a:pt x="28897" y="3199"/>
                  </a:cubicBezTo>
                  <a:cubicBezTo>
                    <a:pt x="30608" y="3199"/>
                    <a:pt x="32412" y="3303"/>
                    <a:pt x="34263" y="3410"/>
                  </a:cubicBezTo>
                  <a:cubicBezTo>
                    <a:pt x="36191" y="3521"/>
                    <a:pt x="38140" y="3633"/>
                    <a:pt x="40057" y="3633"/>
                  </a:cubicBezTo>
                  <a:cubicBezTo>
                    <a:pt x="43673" y="3633"/>
                    <a:pt x="47173" y="3235"/>
                    <a:pt x="50191" y="1679"/>
                  </a:cubicBezTo>
                  <a:close/>
                  <a:moveTo>
                    <a:pt x="51634" y="1"/>
                  </a:moveTo>
                  <a:lnTo>
                    <a:pt x="50677" y="589"/>
                  </a:lnTo>
                  <a:cubicBezTo>
                    <a:pt x="47617" y="2460"/>
                    <a:pt x="43906" y="2921"/>
                    <a:pt x="40041" y="2921"/>
                  </a:cubicBezTo>
                  <a:cubicBezTo>
                    <a:pt x="38147" y="2921"/>
                    <a:pt x="36215" y="2810"/>
                    <a:pt x="34304" y="2701"/>
                  </a:cubicBezTo>
                  <a:cubicBezTo>
                    <a:pt x="32436" y="2593"/>
                    <a:pt x="30617" y="2488"/>
                    <a:pt x="28886" y="2488"/>
                  </a:cubicBezTo>
                  <a:cubicBezTo>
                    <a:pt x="26727" y="2488"/>
                    <a:pt x="24706" y="2651"/>
                    <a:pt x="22904" y="3175"/>
                  </a:cubicBezTo>
                  <a:cubicBezTo>
                    <a:pt x="16945" y="4914"/>
                    <a:pt x="12555" y="9941"/>
                    <a:pt x="10844" y="12175"/>
                  </a:cubicBezTo>
                  <a:cubicBezTo>
                    <a:pt x="10986" y="11429"/>
                    <a:pt x="11181" y="10691"/>
                    <a:pt x="11428" y="9973"/>
                  </a:cubicBezTo>
                  <a:cubicBezTo>
                    <a:pt x="13301" y="4428"/>
                    <a:pt x="17513" y="2154"/>
                    <a:pt x="17557" y="2133"/>
                  </a:cubicBezTo>
                  <a:lnTo>
                    <a:pt x="18713" y="1525"/>
                  </a:lnTo>
                  <a:lnTo>
                    <a:pt x="17407" y="1464"/>
                  </a:lnTo>
                  <a:cubicBezTo>
                    <a:pt x="17182" y="1454"/>
                    <a:pt x="16957" y="1449"/>
                    <a:pt x="16732" y="1449"/>
                  </a:cubicBezTo>
                  <a:cubicBezTo>
                    <a:pt x="11908" y="1449"/>
                    <a:pt x="7324" y="3796"/>
                    <a:pt x="7119" y="3901"/>
                  </a:cubicBezTo>
                  <a:lnTo>
                    <a:pt x="7029" y="3970"/>
                  </a:lnTo>
                  <a:cubicBezTo>
                    <a:pt x="6778" y="4221"/>
                    <a:pt x="6267" y="4898"/>
                    <a:pt x="5594" y="6029"/>
                  </a:cubicBezTo>
                  <a:cubicBezTo>
                    <a:pt x="4362" y="8109"/>
                    <a:pt x="1427" y="13687"/>
                    <a:pt x="799" y="20724"/>
                  </a:cubicBezTo>
                  <a:cubicBezTo>
                    <a:pt x="0" y="29784"/>
                    <a:pt x="880" y="37462"/>
                    <a:pt x="7767" y="45501"/>
                  </a:cubicBezTo>
                  <a:cubicBezTo>
                    <a:pt x="12859" y="51440"/>
                    <a:pt x="18287" y="52323"/>
                    <a:pt x="21206" y="52802"/>
                  </a:cubicBezTo>
                  <a:cubicBezTo>
                    <a:pt x="21948" y="52923"/>
                    <a:pt x="22868" y="53069"/>
                    <a:pt x="22965" y="53248"/>
                  </a:cubicBezTo>
                  <a:cubicBezTo>
                    <a:pt x="23508" y="54237"/>
                    <a:pt x="23253" y="57407"/>
                    <a:pt x="22677" y="58728"/>
                  </a:cubicBezTo>
                  <a:cubicBezTo>
                    <a:pt x="22511" y="59093"/>
                    <a:pt x="22325" y="59446"/>
                    <a:pt x="22118" y="59791"/>
                  </a:cubicBezTo>
                  <a:cubicBezTo>
                    <a:pt x="21656" y="60589"/>
                    <a:pt x="21222" y="61343"/>
                    <a:pt x="21433" y="62324"/>
                  </a:cubicBezTo>
                  <a:cubicBezTo>
                    <a:pt x="21607" y="63135"/>
                    <a:pt x="22183" y="65206"/>
                    <a:pt x="23743" y="66986"/>
                  </a:cubicBezTo>
                  <a:cubicBezTo>
                    <a:pt x="25555" y="69045"/>
                    <a:pt x="28036" y="70087"/>
                    <a:pt x="31150" y="70087"/>
                  </a:cubicBezTo>
                  <a:cubicBezTo>
                    <a:pt x="31770" y="70083"/>
                    <a:pt x="32394" y="70043"/>
                    <a:pt x="33010" y="69970"/>
                  </a:cubicBezTo>
                  <a:cubicBezTo>
                    <a:pt x="36302" y="69581"/>
                    <a:pt x="38803" y="68251"/>
                    <a:pt x="40441" y="66025"/>
                  </a:cubicBezTo>
                  <a:cubicBezTo>
                    <a:pt x="42148" y="63711"/>
                    <a:pt x="42363" y="61076"/>
                    <a:pt x="42245" y="60431"/>
                  </a:cubicBezTo>
                  <a:cubicBezTo>
                    <a:pt x="42144" y="59876"/>
                    <a:pt x="41775" y="59718"/>
                    <a:pt x="41349" y="59535"/>
                  </a:cubicBezTo>
                  <a:cubicBezTo>
                    <a:pt x="40923" y="59353"/>
                    <a:pt x="40518" y="59178"/>
                    <a:pt x="40303" y="58461"/>
                  </a:cubicBezTo>
                  <a:lnTo>
                    <a:pt x="40263" y="58331"/>
                  </a:lnTo>
                  <a:cubicBezTo>
                    <a:pt x="39813" y="56827"/>
                    <a:pt x="39347" y="55279"/>
                    <a:pt x="41402" y="53252"/>
                  </a:cubicBezTo>
                  <a:cubicBezTo>
                    <a:pt x="42350" y="52311"/>
                    <a:pt x="43490" y="51857"/>
                    <a:pt x="44815" y="51338"/>
                  </a:cubicBezTo>
                  <a:cubicBezTo>
                    <a:pt x="46518" y="50657"/>
                    <a:pt x="48634" y="49818"/>
                    <a:pt x="51099" y="47617"/>
                  </a:cubicBezTo>
                  <a:cubicBezTo>
                    <a:pt x="54942" y="44179"/>
                    <a:pt x="56555" y="40036"/>
                    <a:pt x="56920" y="38970"/>
                  </a:cubicBezTo>
                  <a:cubicBezTo>
                    <a:pt x="63669" y="38881"/>
                    <a:pt x="69239" y="35192"/>
                    <a:pt x="69920" y="30315"/>
                  </a:cubicBezTo>
                  <a:cubicBezTo>
                    <a:pt x="70346" y="27287"/>
                    <a:pt x="69548" y="24514"/>
                    <a:pt x="67833" y="23075"/>
                  </a:cubicBezTo>
                  <a:cubicBezTo>
                    <a:pt x="67189" y="22536"/>
                    <a:pt x="66205" y="22002"/>
                    <a:pt x="64832" y="22002"/>
                  </a:cubicBezTo>
                  <a:cubicBezTo>
                    <a:pt x="64235" y="22002"/>
                    <a:pt x="63563" y="22104"/>
                    <a:pt x="62814" y="22350"/>
                  </a:cubicBezTo>
                  <a:cubicBezTo>
                    <a:pt x="58189" y="23862"/>
                    <a:pt x="56531" y="27863"/>
                    <a:pt x="56344" y="28349"/>
                  </a:cubicBezTo>
                  <a:cubicBezTo>
                    <a:pt x="56158" y="28623"/>
                    <a:pt x="55661" y="29196"/>
                    <a:pt x="55186" y="29196"/>
                  </a:cubicBezTo>
                  <a:cubicBezTo>
                    <a:pt x="55154" y="29196"/>
                    <a:pt x="55123" y="29194"/>
                    <a:pt x="55092" y="29188"/>
                  </a:cubicBezTo>
                  <a:cubicBezTo>
                    <a:pt x="54784" y="29136"/>
                    <a:pt x="54188" y="28747"/>
                    <a:pt x="53681" y="26736"/>
                  </a:cubicBezTo>
                  <a:cubicBezTo>
                    <a:pt x="52493" y="22001"/>
                    <a:pt x="53981" y="14380"/>
                    <a:pt x="53997" y="14303"/>
                  </a:cubicBezTo>
                  <a:lnTo>
                    <a:pt x="54220" y="13184"/>
                  </a:lnTo>
                  <a:lnTo>
                    <a:pt x="53397" y="13978"/>
                  </a:lnTo>
                  <a:cubicBezTo>
                    <a:pt x="53390" y="13989"/>
                    <a:pt x="52714" y="14642"/>
                    <a:pt x="51992" y="14642"/>
                  </a:cubicBezTo>
                  <a:cubicBezTo>
                    <a:pt x="51877" y="14642"/>
                    <a:pt x="51761" y="14625"/>
                    <a:pt x="51646" y="14587"/>
                  </a:cubicBezTo>
                  <a:cubicBezTo>
                    <a:pt x="50904" y="14343"/>
                    <a:pt x="50353" y="13237"/>
                    <a:pt x="50053" y="11380"/>
                  </a:cubicBezTo>
                  <a:cubicBezTo>
                    <a:pt x="49157" y="5798"/>
                    <a:pt x="51168" y="1079"/>
                    <a:pt x="51188" y="1035"/>
                  </a:cubicBezTo>
                  <a:lnTo>
                    <a:pt x="51634" y="1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7" name="Google Shape;5562;p73"/>
            <p:cNvSpPr/>
            <p:nvPr/>
          </p:nvSpPr>
          <p:spPr>
            <a:xfrm>
              <a:off x="2838673" y="1674863"/>
              <a:ext cx="199237" cy="139587"/>
            </a:xfrm>
            <a:custGeom>
              <a:avLst/>
              <a:gdLst/>
              <a:ahLst/>
              <a:cxnLst/>
              <a:rect l="l" t="t" r="r" b="b"/>
              <a:pathLst>
                <a:path w="11490" h="8050" extrusionOk="0">
                  <a:moveTo>
                    <a:pt x="10844" y="0"/>
                  </a:moveTo>
                  <a:cubicBezTo>
                    <a:pt x="6037" y="0"/>
                    <a:pt x="1379" y="2411"/>
                    <a:pt x="1379" y="2411"/>
                  </a:cubicBezTo>
                  <a:cubicBezTo>
                    <a:pt x="1132" y="2662"/>
                    <a:pt x="625" y="3360"/>
                    <a:pt x="0" y="4405"/>
                  </a:cubicBezTo>
                  <a:cubicBezTo>
                    <a:pt x="2165" y="3424"/>
                    <a:pt x="4338" y="2520"/>
                    <a:pt x="6693" y="1933"/>
                  </a:cubicBezTo>
                  <a:lnTo>
                    <a:pt x="6693" y="1933"/>
                  </a:lnTo>
                  <a:cubicBezTo>
                    <a:pt x="5887" y="3882"/>
                    <a:pt x="5376" y="5946"/>
                    <a:pt x="5185" y="8050"/>
                  </a:cubicBezTo>
                  <a:cubicBezTo>
                    <a:pt x="7135" y="2297"/>
                    <a:pt x="11489" y="15"/>
                    <a:pt x="11489" y="15"/>
                  </a:cubicBezTo>
                  <a:cubicBezTo>
                    <a:pt x="11274" y="5"/>
                    <a:pt x="11059" y="0"/>
                    <a:pt x="10844" y="0"/>
                  </a:cubicBezTo>
                  <a:close/>
                </a:path>
              </a:pathLst>
            </a:custGeom>
            <a:solidFill>
              <a:srgbClr val="7F33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8" name="Google Shape;5563;p73"/>
            <p:cNvSpPr/>
            <p:nvPr/>
          </p:nvSpPr>
          <p:spPr>
            <a:xfrm>
              <a:off x="2927454" y="1659014"/>
              <a:ext cx="1025557" cy="1193703"/>
            </a:xfrm>
            <a:custGeom>
              <a:avLst/>
              <a:gdLst/>
              <a:ahLst/>
              <a:cxnLst/>
              <a:rect l="l" t="t" r="r" b="b"/>
              <a:pathLst>
                <a:path w="59144" h="68841" extrusionOk="0">
                  <a:moveTo>
                    <a:pt x="39841" y="1"/>
                  </a:moveTo>
                  <a:cubicBezTo>
                    <a:pt x="36710" y="1915"/>
                    <a:pt x="32922" y="2383"/>
                    <a:pt x="29011" y="2383"/>
                  </a:cubicBezTo>
                  <a:cubicBezTo>
                    <a:pt x="25260" y="2383"/>
                    <a:pt x="21395" y="1953"/>
                    <a:pt x="17888" y="1953"/>
                  </a:cubicBezTo>
                  <a:cubicBezTo>
                    <a:pt x="15750" y="1953"/>
                    <a:pt x="13746" y="2113"/>
                    <a:pt x="11980" y="2628"/>
                  </a:cubicBezTo>
                  <a:cubicBezTo>
                    <a:pt x="6029" y="4363"/>
                    <a:pt x="1663" y="9438"/>
                    <a:pt x="0" y="11639"/>
                  </a:cubicBezTo>
                  <a:cubicBezTo>
                    <a:pt x="21" y="12288"/>
                    <a:pt x="73" y="12936"/>
                    <a:pt x="163" y="13581"/>
                  </a:cubicBezTo>
                  <a:cubicBezTo>
                    <a:pt x="2741" y="8502"/>
                    <a:pt x="8019" y="4906"/>
                    <a:pt x="13686" y="4363"/>
                  </a:cubicBezTo>
                  <a:cubicBezTo>
                    <a:pt x="14283" y="4305"/>
                    <a:pt x="14880" y="4280"/>
                    <a:pt x="15477" y="4280"/>
                  </a:cubicBezTo>
                  <a:cubicBezTo>
                    <a:pt x="20758" y="4280"/>
                    <a:pt x="26060" y="6291"/>
                    <a:pt x="31271" y="6291"/>
                  </a:cubicBezTo>
                  <a:cubicBezTo>
                    <a:pt x="32523" y="6291"/>
                    <a:pt x="33770" y="6175"/>
                    <a:pt x="35009" y="5887"/>
                  </a:cubicBezTo>
                  <a:lnTo>
                    <a:pt x="35009" y="5887"/>
                  </a:lnTo>
                  <a:cubicBezTo>
                    <a:pt x="34320" y="8112"/>
                    <a:pt x="34109" y="10460"/>
                    <a:pt x="34401" y="12770"/>
                  </a:cubicBezTo>
                  <a:cubicBezTo>
                    <a:pt x="34599" y="14365"/>
                    <a:pt x="35746" y="16286"/>
                    <a:pt x="37128" y="16286"/>
                  </a:cubicBezTo>
                  <a:cubicBezTo>
                    <a:pt x="37362" y="16286"/>
                    <a:pt x="37603" y="16231"/>
                    <a:pt x="37847" y="16111"/>
                  </a:cubicBezTo>
                  <a:lnTo>
                    <a:pt x="37847" y="16111"/>
                  </a:lnTo>
                  <a:cubicBezTo>
                    <a:pt x="37012" y="20124"/>
                    <a:pt x="36230" y="24543"/>
                    <a:pt x="38232" y="28118"/>
                  </a:cubicBezTo>
                  <a:cubicBezTo>
                    <a:pt x="38937" y="29375"/>
                    <a:pt x="39959" y="30469"/>
                    <a:pt x="40401" y="31843"/>
                  </a:cubicBezTo>
                  <a:cubicBezTo>
                    <a:pt x="40948" y="33562"/>
                    <a:pt x="40498" y="35431"/>
                    <a:pt x="39841" y="37109"/>
                  </a:cubicBezTo>
                  <a:cubicBezTo>
                    <a:pt x="38256" y="41204"/>
                    <a:pt x="35573" y="44783"/>
                    <a:pt x="32091" y="47459"/>
                  </a:cubicBezTo>
                  <a:cubicBezTo>
                    <a:pt x="29212" y="49660"/>
                    <a:pt x="25406" y="52011"/>
                    <a:pt x="25706" y="55615"/>
                  </a:cubicBezTo>
                  <a:cubicBezTo>
                    <a:pt x="25803" y="56677"/>
                    <a:pt x="26269" y="57670"/>
                    <a:pt x="26456" y="58720"/>
                  </a:cubicBezTo>
                  <a:cubicBezTo>
                    <a:pt x="27064" y="62109"/>
                    <a:pt x="24445" y="65514"/>
                    <a:pt x="21165" y="66568"/>
                  </a:cubicBezTo>
                  <a:cubicBezTo>
                    <a:pt x="20200" y="66878"/>
                    <a:pt x="19203" y="67019"/>
                    <a:pt x="18201" y="67019"/>
                  </a:cubicBezTo>
                  <a:cubicBezTo>
                    <a:pt x="16433" y="67019"/>
                    <a:pt x="14649" y="66581"/>
                    <a:pt x="12993" y="65859"/>
                  </a:cubicBezTo>
                  <a:lnTo>
                    <a:pt x="12993" y="65859"/>
                  </a:lnTo>
                  <a:cubicBezTo>
                    <a:pt x="14400" y="67466"/>
                    <a:pt x="16635" y="68840"/>
                    <a:pt x="20154" y="68840"/>
                  </a:cubicBezTo>
                  <a:cubicBezTo>
                    <a:pt x="20719" y="68840"/>
                    <a:pt x="21318" y="68805"/>
                    <a:pt x="21952" y="68729"/>
                  </a:cubicBezTo>
                  <a:cubicBezTo>
                    <a:pt x="30489" y="67703"/>
                    <a:pt x="31024" y="60447"/>
                    <a:pt x="30874" y="59600"/>
                  </a:cubicBezTo>
                  <a:cubicBezTo>
                    <a:pt x="30720" y="58757"/>
                    <a:pt x="29399" y="59215"/>
                    <a:pt x="28937" y="57670"/>
                  </a:cubicBezTo>
                  <a:cubicBezTo>
                    <a:pt x="28479" y="56126"/>
                    <a:pt x="27854" y="54350"/>
                    <a:pt x="30129" y="52108"/>
                  </a:cubicBezTo>
                  <a:cubicBezTo>
                    <a:pt x="32403" y="49863"/>
                    <a:pt x="35516" y="50329"/>
                    <a:pt x="39841" y="46462"/>
                  </a:cubicBezTo>
                  <a:cubicBezTo>
                    <a:pt x="44171" y="42594"/>
                    <a:pt x="45638" y="37726"/>
                    <a:pt x="45638" y="37726"/>
                  </a:cubicBezTo>
                  <a:cubicBezTo>
                    <a:pt x="52019" y="37726"/>
                    <a:pt x="57853" y="34320"/>
                    <a:pt x="58550" y="29375"/>
                  </a:cubicBezTo>
                  <a:cubicBezTo>
                    <a:pt x="59143" y="25141"/>
                    <a:pt x="57306" y="21468"/>
                    <a:pt x="53805" y="21468"/>
                  </a:cubicBezTo>
                  <a:cubicBezTo>
                    <a:pt x="53216" y="21468"/>
                    <a:pt x="52581" y="21572"/>
                    <a:pt x="51902" y="21794"/>
                  </a:cubicBezTo>
                  <a:cubicBezTo>
                    <a:pt x="47187" y="23339"/>
                    <a:pt x="45638" y="27619"/>
                    <a:pt x="45638" y="27619"/>
                  </a:cubicBezTo>
                  <a:cubicBezTo>
                    <a:pt x="45638" y="27619"/>
                    <a:pt x="44967" y="28637"/>
                    <a:pt x="44161" y="28637"/>
                  </a:cubicBezTo>
                  <a:cubicBezTo>
                    <a:pt x="43543" y="28637"/>
                    <a:pt x="42847" y="28039"/>
                    <a:pt x="42314" y="25929"/>
                  </a:cubicBezTo>
                  <a:cubicBezTo>
                    <a:pt x="41090" y="21065"/>
                    <a:pt x="42626" y="13342"/>
                    <a:pt x="42626" y="13342"/>
                  </a:cubicBezTo>
                  <a:lnTo>
                    <a:pt x="42626" y="13342"/>
                  </a:lnTo>
                  <a:cubicBezTo>
                    <a:pt x="42626" y="13342"/>
                    <a:pt x="41851" y="14104"/>
                    <a:pt x="40965" y="14104"/>
                  </a:cubicBezTo>
                  <a:cubicBezTo>
                    <a:pt x="40104" y="14104"/>
                    <a:pt x="39140" y="13384"/>
                    <a:pt x="38682" y="10545"/>
                  </a:cubicBezTo>
                  <a:cubicBezTo>
                    <a:pt x="37754" y="4784"/>
                    <a:pt x="39841" y="1"/>
                    <a:pt x="39841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" name="Google Shape;5564;p73"/>
            <p:cNvSpPr/>
            <p:nvPr/>
          </p:nvSpPr>
          <p:spPr>
            <a:xfrm>
              <a:off x="3755577" y="2245401"/>
              <a:ext cx="121207" cy="41425"/>
            </a:xfrm>
            <a:custGeom>
              <a:avLst/>
              <a:gdLst/>
              <a:ahLst/>
              <a:cxnLst/>
              <a:rect l="l" t="t" r="r" b="b"/>
              <a:pathLst>
                <a:path w="6990" h="2389" extrusionOk="0">
                  <a:moveTo>
                    <a:pt x="6989" y="1"/>
                  </a:moveTo>
                  <a:lnTo>
                    <a:pt x="6989" y="1"/>
                  </a:lnTo>
                  <a:cubicBezTo>
                    <a:pt x="5866" y="552"/>
                    <a:pt x="4748" y="1051"/>
                    <a:pt x="3584" y="1452"/>
                  </a:cubicBezTo>
                  <a:cubicBezTo>
                    <a:pt x="2417" y="1853"/>
                    <a:pt x="1225" y="2141"/>
                    <a:pt x="1" y="2384"/>
                  </a:cubicBezTo>
                  <a:cubicBezTo>
                    <a:pt x="87" y="2387"/>
                    <a:pt x="173" y="2388"/>
                    <a:pt x="260" y="2388"/>
                  </a:cubicBezTo>
                  <a:cubicBezTo>
                    <a:pt x="1425" y="2388"/>
                    <a:pt x="2584" y="2162"/>
                    <a:pt x="3694" y="1784"/>
                  </a:cubicBezTo>
                  <a:cubicBezTo>
                    <a:pt x="4885" y="1379"/>
                    <a:pt x="6016" y="791"/>
                    <a:pt x="69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" name="Google Shape;5565;p73"/>
            <p:cNvSpPr/>
            <p:nvPr/>
          </p:nvSpPr>
          <p:spPr>
            <a:xfrm>
              <a:off x="3885974" y="2106577"/>
              <a:ext cx="34246" cy="112970"/>
            </a:xfrm>
            <a:custGeom>
              <a:avLst/>
              <a:gdLst/>
              <a:ahLst/>
              <a:cxnLst/>
              <a:rect l="l" t="t" r="r" b="b"/>
              <a:pathLst>
                <a:path w="1975" h="6515" extrusionOk="0">
                  <a:moveTo>
                    <a:pt x="1642" y="0"/>
                  </a:moveTo>
                  <a:lnTo>
                    <a:pt x="1642" y="0"/>
                  </a:lnTo>
                  <a:cubicBezTo>
                    <a:pt x="1699" y="1152"/>
                    <a:pt x="1565" y="2283"/>
                    <a:pt x="1245" y="3341"/>
                  </a:cubicBezTo>
                  <a:cubicBezTo>
                    <a:pt x="929" y="4399"/>
                    <a:pt x="284" y="5388"/>
                    <a:pt x="0" y="6515"/>
                  </a:cubicBezTo>
                  <a:cubicBezTo>
                    <a:pt x="536" y="5505"/>
                    <a:pt x="1241" y="4569"/>
                    <a:pt x="1585" y="3446"/>
                  </a:cubicBezTo>
                  <a:cubicBezTo>
                    <a:pt x="1930" y="2327"/>
                    <a:pt x="1975" y="1107"/>
                    <a:pt x="164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1" name="Google Shape;5566;p73"/>
            <p:cNvSpPr/>
            <p:nvPr/>
          </p:nvSpPr>
          <p:spPr>
            <a:xfrm>
              <a:off x="3073110" y="1725565"/>
              <a:ext cx="208999" cy="35686"/>
            </a:xfrm>
            <a:custGeom>
              <a:avLst/>
              <a:gdLst/>
              <a:ahLst/>
              <a:cxnLst/>
              <a:rect l="l" t="t" r="r" b="b"/>
              <a:pathLst>
                <a:path w="12053" h="2058" extrusionOk="0">
                  <a:moveTo>
                    <a:pt x="7876" y="0"/>
                  </a:moveTo>
                  <a:cubicBezTo>
                    <a:pt x="7202" y="0"/>
                    <a:pt x="6528" y="32"/>
                    <a:pt x="5858" y="99"/>
                  </a:cubicBezTo>
                  <a:cubicBezTo>
                    <a:pt x="3794" y="306"/>
                    <a:pt x="1719" y="890"/>
                    <a:pt x="0" y="2057"/>
                  </a:cubicBezTo>
                  <a:cubicBezTo>
                    <a:pt x="1849" y="1137"/>
                    <a:pt x="3863" y="658"/>
                    <a:pt x="5894" y="448"/>
                  </a:cubicBezTo>
                  <a:cubicBezTo>
                    <a:pt x="6932" y="342"/>
                    <a:pt x="7977" y="306"/>
                    <a:pt x="9027" y="306"/>
                  </a:cubicBezTo>
                  <a:cubicBezTo>
                    <a:pt x="10032" y="306"/>
                    <a:pt x="11041" y="339"/>
                    <a:pt x="12052" y="375"/>
                  </a:cubicBezTo>
                  <a:cubicBezTo>
                    <a:pt x="10676" y="137"/>
                    <a:pt x="9275" y="0"/>
                    <a:pt x="787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2" name="Google Shape;5567;p73"/>
            <p:cNvSpPr/>
            <p:nvPr/>
          </p:nvSpPr>
          <p:spPr>
            <a:xfrm>
              <a:off x="3322858" y="1719843"/>
              <a:ext cx="66221" cy="7578"/>
            </a:xfrm>
            <a:custGeom>
              <a:avLst/>
              <a:gdLst/>
              <a:ahLst/>
              <a:cxnLst/>
              <a:rect l="l" t="t" r="r" b="b"/>
              <a:pathLst>
                <a:path w="3819" h="437" extrusionOk="0">
                  <a:moveTo>
                    <a:pt x="386" y="1"/>
                  </a:moveTo>
                  <a:cubicBezTo>
                    <a:pt x="258" y="1"/>
                    <a:pt x="130" y="3"/>
                    <a:pt x="0" y="7"/>
                  </a:cubicBezTo>
                  <a:cubicBezTo>
                    <a:pt x="608" y="263"/>
                    <a:pt x="1245" y="380"/>
                    <a:pt x="1889" y="421"/>
                  </a:cubicBezTo>
                  <a:cubicBezTo>
                    <a:pt x="2050" y="431"/>
                    <a:pt x="2212" y="437"/>
                    <a:pt x="2375" y="437"/>
                  </a:cubicBezTo>
                  <a:cubicBezTo>
                    <a:pt x="2859" y="437"/>
                    <a:pt x="3346" y="387"/>
                    <a:pt x="3819" y="263"/>
                  </a:cubicBezTo>
                  <a:cubicBezTo>
                    <a:pt x="3174" y="149"/>
                    <a:pt x="2546" y="101"/>
                    <a:pt x="1914" y="64"/>
                  </a:cubicBezTo>
                  <a:cubicBezTo>
                    <a:pt x="1407" y="35"/>
                    <a:pt x="903" y="1"/>
                    <a:pt x="38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3" name="Google Shape;5568;p73"/>
            <p:cNvSpPr/>
            <p:nvPr/>
          </p:nvSpPr>
          <p:spPr>
            <a:xfrm>
              <a:off x="3426048" y="1702104"/>
              <a:ext cx="149731" cy="31108"/>
            </a:xfrm>
            <a:custGeom>
              <a:avLst/>
              <a:gdLst/>
              <a:ahLst/>
              <a:cxnLst/>
              <a:rect l="l" t="t" r="r" b="b"/>
              <a:pathLst>
                <a:path w="8635" h="1794" extrusionOk="0">
                  <a:moveTo>
                    <a:pt x="8635" y="1"/>
                  </a:moveTo>
                  <a:cubicBezTo>
                    <a:pt x="7330" y="743"/>
                    <a:pt x="5899" y="1128"/>
                    <a:pt x="4439" y="1326"/>
                  </a:cubicBezTo>
                  <a:cubicBezTo>
                    <a:pt x="2980" y="1525"/>
                    <a:pt x="1496" y="1529"/>
                    <a:pt x="0" y="1586"/>
                  </a:cubicBezTo>
                  <a:cubicBezTo>
                    <a:pt x="870" y="1717"/>
                    <a:pt x="1755" y="1794"/>
                    <a:pt x="2640" y="1794"/>
                  </a:cubicBezTo>
                  <a:cubicBezTo>
                    <a:pt x="3256" y="1794"/>
                    <a:pt x="3873" y="1757"/>
                    <a:pt x="4484" y="1675"/>
                  </a:cubicBezTo>
                  <a:cubicBezTo>
                    <a:pt x="5976" y="1476"/>
                    <a:pt x="7480" y="982"/>
                    <a:pt x="86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4" name="Google Shape;5569;p73"/>
            <p:cNvSpPr/>
            <p:nvPr/>
          </p:nvSpPr>
          <p:spPr>
            <a:xfrm>
              <a:off x="3570282" y="1731842"/>
              <a:ext cx="20201" cy="115935"/>
            </a:xfrm>
            <a:custGeom>
              <a:avLst/>
              <a:gdLst/>
              <a:ahLst/>
              <a:cxnLst/>
              <a:rect l="l" t="t" r="r" b="b"/>
              <a:pathLst>
                <a:path w="1165" h="6686" extrusionOk="0">
                  <a:moveTo>
                    <a:pt x="289" y="1"/>
                  </a:moveTo>
                  <a:cubicBezTo>
                    <a:pt x="49" y="1140"/>
                    <a:pt x="1" y="2315"/>
                    <a:pt x="62" y="3479"/>
                  </a:cubicBezTo>
                  <a:cubicBezTo>
                    <a:pt x="94" y="4058"/>
                    <a:pt x="159" y="4638"/>
                    <a:pt x="256" y="5214"/>
                  </a:cubicBezTo>
                  <a:cubicBezTo>
                    <a:pt x="313" y="5510"/>
                    <a:pt x="406" y="5793"/>
                    <a:pt x="540" y="6061"/>
                  </a:cubicBezTo>
                  <a:cubicBezTo>
                    <a:pt x="682" y="6329"/>
                    <a:pt x="897" y="6564"/>
                    <a:pt x="1164" y="6685"/>
                  </a:cubicBezTo>
                  <a:cubicBezTo>
                    <a:pt x="702" y="6308"/>
                    <a:pt x="589" y="5733"/>
                    <a:pt x="536" y="5169"/>
                  </a:cubicBezTo>
                  <a:cubicBezTo>
                    <a:pt x="487" y="4606"/>
                    <a:pt x="447" y="4030"/>
                    <a:pt x="410" y="3458"/>
                  </a:cubicBezTo>
                  <a:cubicBezTo>
                    <a:pt x="345" y="2311"/>
                    <a:pt x="329" y="1164"/>
                    <a:pt x="2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5" name="Google Shape;5570;p73"/>
            <p:cNvSpPr/>
            <p:nvPr/>
          </p:nvSpPr>
          <p:spPr>
            <a:xfrm>
              <a:off x="3617239" y="1964024"/>
              <a:ext cx="42414" cy="201543"/>
            </a:xfrm>
            <a:custGeom>
              <a:avLst/>
              <a:gdLst/>
              <a:ahLst/>
              <a:cxnLst/>
              <a:rect l="l" t="t" r="r" b="b"/>
              <a:pathLst>
                <a:path w="2446" h="11623" extrusionOk="0">
                  <a:moveTo>
                    <a:pt x="751" y="0"/>
                  </a:moveTo>
                  <a:lnTo>
                    <a:pt x="751" y="0"/>
                  </a:lnTo>
                  <a:cubicBezTo>
                    <a:pt x="191" y="1946"/>
                    <a:pt x="1" y="4018"/>
                    <a:pt x="276" y="6049"/>
                  </a:cubicBezTo>
                  <a:cubicBezTo>
                    <a:pt x="418" y="7062"/>
                    <a:pt x="678" y="8051"/>
                    <a:pt x="945" y="9024"/>
                  </a:cubicBezTo>
                  <a:cubicBezTo>
                    <a:pt x="1087" y="9511"/>
                    <a:pt x="1237" y="10001"/>
                    <a:pt x="1460" y="10463"/>
                  </a:cubicBezTo>
                  <a:cubicBezTo>
                    <a:pt x="1683" y="10925"/>
                    <a:pt x="2007" y="11359"/>
                    <a:pt x="2445" y="11623"/>
                  </a:cubicBezTo>
                  <a:cubicBezTo>
                    <a:pt x="2048" y="11298"/>
                    <a:pt x="1797" y="10864"/>
                    <a:pt x="1618" y="10398"/>
                  </a:cubicBezTo>
                  <a:cubicBezTo>
                    <a:pt x="1440" y="9928"/>
                    <a:pt x="1330" y="9446"/>
                    <a:pt x="1217" y="8951"/>
                  </a:cubicBezTo>
                  <a:cubicBezTo>
                    <a:pt x="994" y="7970"/>
                    <a:pt x="759" y="6993"/>
                    <a:pt x="625" y="6000"/>
                  </a:cubicBezTo>
                  <a:cubicBezTo>
                    <a:pt x="353" y="4022"/>
                    <a:pt x="463" y="1999"/>
                    <a:pt x="75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6" name="Google Shape;5571;p73"/>
            <p:cNvSpPr/>
            <p:nvPr/>
          </p:nvSpPr>
          <p:spPr>
            <a:xfrm>
              <a:off x="3599101" y="2014848"/>
              <a:ext cx="33553" cy="138425"/>
            </a:xfrm>
            <a:custGeom>
              <a:avLst/>
              <a:gdLst/>
              <a:ahLst/>
              <a:cxnLst/>
              <a:rect l="l" t="t" r="r" b="b"/>
              <a:pathLst>
                <a:path w="1935" h="7983" extrusionOk="0">
                  <a:moveTo>
                    <a:pt x="366" y="0"/>
                  </a:moveTo>
                  <a:lnTo>
                    <a:pt x="366" y="0"/>
                  </a:lnTo>
                  <a:cubicBezTo>
                    <a:pt x="9" y="1346"/>
                    <a:pt x="1" y="2785"/>
                    <a:pt x="272" y="4163"/>
                  </a:cubicBezTo>
                  <a:cubicBezTo>
                    <a:pt x="544" y="5542"/>
                    <a:pt x="1095" y="6867"/>
                    <a:pt x="1934" y="7982"/>
                  </a:cubicBezTo>
                  <a:cubicBezTo>
                    <a:pt x="1334" y="6725"/>
                    <a:pt x="889" y="5440"/>
                    <a:pt x="621" y="4095"/>
                  </a:cubicBezTo>
                  <a:cubicBezTo>
                    <a:pt x="353" y="2753"/>
                    <a:pt x="289" y="1387"/>
                    <a:pt x="36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7" name="Google Shape;5572;p73"/>
            <p:cNvSpPr/>
            <p:nvPr/>
          </p:nvSpPr>
          <p:spPr>
            <a:xfrm>
              <a:off x="3532394" y="2354296"/>
              <a:ext cx="134992" cy="137298"/>
            </a:xfrm>
            <a:custGeom>
              <a:avLst/>
              <a:gdLst/>
              <a:ahLst/>
              <a:cxnLst/>
              <a:rect l="l" t="t" r="r" b="b"/>
              <a:pathLst>
                <a:path w="7785" h="7918" extrusionOk="0">
                  <a:moveTo>
                    <a:pt x="7784" y="0"/>
                  </a:moveTo>
                  <a:lnTo>
                    <a:pt x="7784" y="0"/>
                  </a:lnTo>
                  <a:cubicBezTo>
                    <a:pt x="6900" y="1662"/>
                    <a:pt x="5700" y="3097"/>
                    <a:pt x="4346" y="4374"/>
                  </a:cubicBezTo>
                  <a:cubicBezTo>
                    <a:pt x="2996" y="5651"/>
                    <a:pt x="1488" y="6766"/>
                    <a:pt x="1" y="7917"/>
                  </a:cubicBezTo>
                  <a:cubicBezTo>
                    <a:pt x="1642" y="6997"/>
                    <a:pt x="3219" y="5923"/>
                    <a:pt x="4590" y="4634"/>
                  </a:cubicBezTo>
                  <a:cubicBezTo>
                    <a:pt x="5964" y="3340"/>
                    <a:pt x="7160" y="1784"/>
                    <a:pt x="778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8" name="Google Shape;5573;p73"/>
            <p:cNvSpPr/>
            <p:nvPr/>
          </p:nvSpPr>
          <p:spPr>
            <a:xfrm>
              <a:off x="3672415" y="2305640"/>
              <a:ext cx="23010" cy="36223"/>
            </a:xfrm>
            <a:custGeom>
              <a:avLst/>
              <a:gdLst/>
              <a:ahLst/>
              <a:cxnLst/>
              <a:rect l="l" t="t" r="r" b="b"/>
              <a:pathLst>
                <a:path w="1327" h="2089" extrusionOk="0">
                  <a:moveTo>
                    <a:pt x="1327" y="1"/>
                  </a:moveTo>
                  <a:lnTo>
                    <a:pt x="1327" y="1"/>
                  </a:lnTo>
                  <a:cubicBezTo>
                    <a:pt x="941" y="203"/>
                    <a:pt x="641" y="524"/>
                    <a:pt x="418" y="885"/>
                  </a:cubicBezTo>
                  <a:cubicBezTo>
                    <a:pt x="195" y="1245"/>
                    <a:pt x="29" y="1651"/>
                    <a:pt x="1" y="2088"/>
                  </a:cubicBezTo>
                  <a:cubicBezTo>
                    <a:pt x="285" y="1752"/>
                    <a:pt x="504" y="1420"/>
                    <a:pt x="718" y="1075"/>
                  </a:cubicBezTo>
                  <a:cubicBezTo>
                    <a:pt x="929" y="730"/>
                    <a:pt x="1148" y="394"/>
                    <a:pt x="132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9" name="Google Shape;5574;p73"/>
            <p:cNvSpPr/>
            <p:nvPr/>
          </p:nvSpPr>
          <p:spPr>
            <a:xfrm>
              <a:off x="3308934" y="2697038"/>
              <a:ext cx="124501" cy="134489"/>
            </a:xfrm>
            <a:custGeom>
              <a:avLst/>
              <a:gdLst/>
              <a:ahLst/>
              <a:cxnLst/>
              <a:rect l="l" t="t" r="r" b="b"/>
              <a:pathLst>
                <a:path w="7180" h="7756" extrusionOk="0">
                  <a:moveTo>
                    <a:pt x="6868" y="0"/>
                  </a:moveTo>
                  <a:lnTo>
                    <a:pt x="6868" y="0"/>
                  </a:lnTo>
                  <a:cubicBezTo>
                    <a:pt x="6892" y="1881"/>
                    <a:pt x="6130" y="3685"/>
                    <a:pt x="4796" y="4954"/>
                  </a:cubicBezTo>
                  <a:cubicBezTo>
                    <a:pt x="3458" y="6219"/>
                    <a:pt x="1695" y="6949"/>
                    <a:pt x="1" y="7755"/>
                  </a:cubicBezTo>
                  <a:cubicBezTo>
                    <a:pt x="905" y="7480"/>
                    <a:pt x="1805" y="7184"/>
                    <a:pt x="2656" y="6778"/>
                  </a:cubicBezTo>
                  <a:cubicBezTo>
                    <a:pt x="3507" y="6373"/>
                    <a:pt x="4338" y="5874"/>
                    <a:pt x="5039" y="5210"/>
                  </a:cubicBezTo>
                  <a:cubicBezTo>
                    <a:pt x="6458" y="3900"/>
                    <a:pt x="7180" y="1865"/>
                    <a:pt x="686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0" name="Google Shape;5575;p73"/>
            <p:cNvSpPr/>
            <p:nvPr/>
          </p:nvSpPr>
          <p:spPr>
            <a:xfrm>
              <a:off x="3337475" y="2708639"/>
              <a:ext cx="63135" cy="88226"/>
            </a:xfrm>
            <a:custGeom>
              <a:avLst/>
              <a:gdLst/>
              <a:ahLst/>
              <a:cxnLst/>
              <a:rect l="l" t="t" r="r" b="b"/>
              <a:pathLst>
                <a:path w="3641" h="5088" extrusionOk="0">
                  <a:moveTo>
                    <a:pt x="3641" y="0"/>
                  </a:moveTo>
                  <a:cubicBezTo>
                    <a:pt x="3292" y="1026"/>
                    <a:pt x="2818" y="1966"/>
                    <a:pt x="2210" y="2826"/>
                  </a:cubicBezTo>
                  <a:cubicBezTo>
                    <a:pt x="1602" y="3681"/>
                    <a:pt x="852" y="4427"/>
                    <a:pt x="0" y="5088"/>
                  </a:cubicBezTo>
                  <a:cubicBezTo>
                    <a:pt x="1002" y="4662"/>
                    <a:pt x="1865" y="3924"/>
                    <a:pt x="2502" y="3033"/>
                  </a:cubicBezTo>
                  <a:cubicBezTo>
                    <a:pt x="3134" y="2141"/>
                    <a:pt x="3564" y="1087"/>
                    <a:pt x="364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" name="Google Shape;5576;p73"/>
            <p:cNvSpPr/>
            <p:nvPr/>
          </p:nvSpPr>
          <p:spPr>
            <a:xfrm>
              <a:off x="3818556" y="2047794"/>
              <a:ext cx="90914" cy="16629"/>
            </a:xfrm>
            <a:custGeom>
              <a:avLst/>
              <a:gdLst/>
              <a:ahLst/>
              <a:cxnLst/>
              <a:rect l="l" t="t" r="r" b="b"/>
              <a:pathLst>
                <a:path w="5243" h="959" extrusionOk="0">
                  <a:moveTo>
                    <a:pt x="2409" y="0"/>
                  </a:moveTo>
                  <a:cubicBezTo>
                    <a:pt x="1512" y="0"/>
                    <a:pt x="609" y="331"/>
                    <a:pt x="1" y="958"/>
                  </a:cubicBezTo>
                  <a:cubicBezTo>
                    <a:pt x="730" y="566"/>
                    <a:pt x="1517" y="353"/>
                    <a:pt x="2307" y="353"/>
                  </a:cubicBezTo>
                  <a:cubicBezTo>
                    <a:pt x="2401" y="353"/>
                    <a:pt x="2494" y="356"/>
                    <a:pt x="2587" y="362"/>
                  </a:cubicBezTo>
                  <a:cubicBezTo>
                    <a:pt x="3025" y="382"/>
                    <a:pt x="3451" y="504"/>
                    <a:pt x="3884" y="638"/>
                  </a:cubicBezTo>
                  <a:cubicBezTo>
                    <a:pt x="4314" y="776"/>
                    <a:pt x="4768" y="938"/>
                    <a:pt x="5242" y="954"/>
                  </a:cubicBezTo>
                  <a:cubicBezTo>
                    <a:pt x="4801" y="796"/>
                    <a:pt x="4411" y="573"/>
                    <a:pt x="3986" y="378"/>
                  </a:cubicBezTo>
                  <a:cubicBezTo>
                    <a:pt x="3552" y="168"/>
                    <a:pt x="3086" y="42"/>
                    <a:pt x="2607" y="5"/>
                  </a:cubicBezTo>
                  <a:cubicBezTo>
                    <a:pt x="2541" y="2"/>
                    <a:pt x="2475" y="0"/>
                    <a:pt x="240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" name="Google Shape;5577;p73"/>
            <p:cNvSpPr/>
            <p:nvPr/>
          </p:nvSpPr>
          <p:spPr>
            <a:xfrm>
              <a:off x="2720657" y="2061943"/>
              <a:ext cx="24397" cy="105375"/>
            </a:xfrm>
            <a:custGeom>
              <a:avLst/>
              <a:gdLst/>
              <a:ahLst/>
              <a:cxnLst/>
              <a:rect l="l" t="t" r="r" b="b"/>
              <a:pathLst>
                <a:path w="1407" h="6077" extrusionOk="0">
                  <a:moveTo>
                    <a:pt x="507" y="0"/>
                  </a:moveTo>
                  <a:lnTo>
                    <a:pt x="507" y="0"/>
                  </a:lnTo>
                  <a:cubicBezTo>
                    <a:pt x="101" y="985"/>
                    <a:pt x="0" y="2088"/>
                    <a:pt x="162" y="3154"/>
                  </a:cubicBezTo>
                  <a:cubicBezTo>
                    <a:pt x="324" y="4216"/>
                    <a:pt x="730" y="5258"/>
                    <a:pt x="1407" y="6077"/>
                  </a:cubicBezTo>
                  <a:cubicBezTo>
                    <a:pt x="973" y="5108"/>
                    <a:pt x="677" y="4123"/>
                    <a:pt x="519" y="3101"/>
                  </a:cubicBezTo>
                  <a:cubicBezTo>
                    <a:pt x="361" y="2084"/>
                    <a:pt x="377" y="1050"/>
                    <a:pt x="50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" name="Google Shape;5578;p73"/>
            <p:cNvSpPr/>
            <p:nvPr/>
          </p:nvSpPr>
          <p:spPr>
            <a:xfrm>
              <a:off x="2662447" y="1983705"/>
              <a:ext cx="78810" cy="14635"/>
            </a:xfrm>
            <a:custGeom>
              <a:avLst/>
              <a:gdLst/>
              <a:ahLst/>
              <a:cxnLst/>
              <a:rect l="l" t="t" r="r" b="b"/>
              <a:pathLst>
                <a:path w="4545" h="844" extrusionOk="0">
                  <a:moveTo>
                    <a:pt x="2275" y="0"/>
                  </a:moveTo>
                  <a:cubicBezTo>
                    <a:pt x="1448" y="0"/>
                    <a:pt x="596" y="264"/>
                    <a:pt x="1" y="819"/>
                  </a:cubicBezTo>
                  <a:cubicBezTo>
                    <a:pt x="717" y="509"/>
                    <a:pt x="1481" y="354"/>
                    <a:pt x="2245" y="354"/>
                  </a:cubicBezTo>
                  <a:cubicBezTo>
                    <a:pt x="3028" y="354"/>
                    <a:pt x="3812" y="517"/>
                    <a:pt x="4545" y="844"/>
                  </a:cubicBezTo>
                  <a:cubicBezTo>
                    <a:pt x="3945" y="284"/>
                    <a:pt x="3098" y="0"/>
                    <a:pt x="227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4" name="Google Shape;5579;p73"/>
            <p:cNvSpPr/>
            <p:nvPr/>
          </p:nvSpPr>
          <p:spPr>
            <a:xfrm>
              <a:off x="3194074" y="2350360"/>
              <a:ext cx="93792" cy="36379"/>
            </a:xfrm>
            <a:custGeom>
              <a:avLst/>
              <a:gdLst/>
              <a:ahLst/>
              <a:cxnLst/>
              <a:rect l="l" t="t" r="r" b="b"/>
              <a:pathLst>
                <a:path w="5409" h="2098" extrusionOk="0">
                  <a:moveTo>
                    <a:pt x="5408" y="0"/>
                  </a:moveTo>
                  <a:lnTo>
                    <a:pt x="5408" y="0"/>
                  </a:lnTo>
                  <a:cubicBezTo>
                    <a:pt x="4569" y="515"/>
                    <a:pt x="3706" y="957"/>
                    <a:pt x="2810" y="1305"/>
                  </a:cubicBezTo>
                  <a:cubicBezTo>
                    <a:pt x="1914" y="1658"/>
                    <a:pt x="974" y="1889"/>
                    <a:pt x="1" y="2067"/>
                  </a:cubicBezTo>
                  <a:cubicBezTo>
                    <a:pt x="195" y="2087"/>
                    <a:pt x="391" y="2097"/>
                    <a:pt x="587" y="2097"/>
                  </a:cubicBezTo>
                  <a:cubicBezTo>
                    <a:pt x="1385" y="2097"/>
                    <a:pt x="2187" y="1935"/>
                    <a:pt x="2936" y="1642"/>
                  </a:cubicBezTo>
                  <a:cubicBezTo>
                    <a:pt x="3868" y="1277"/>
                    <a:pt x="4740" y="734"/>
                    <a:pt x="540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5" name="Google Shape;5580;p73"/>
            <p:cNvSpPr/>
            <p:nvPr/>
          </p:nvSpPr>
          <p:spPr>
            <a:xfrm>
              <a:off x="3223534" y="2815696"/>
              <a:ext cx="69950" cy="12676"/>
            </a:xfrm>
            <a:custGeom>
              <a:avLst/>
              <a:gdLst/>
              <a:ahLst/>
              <a:cxnLst/>
              <a:rect l="l" t="t" r="r" b="b"/>
              <a:pathLst>
                <a:path w="4034" h="731" extrusionOk="0">
                  <a:moveTo>
                    <a:pt x="0" y="0"/>
                  </a:moveTo>
                  <a:lnTo>
                    <a:pt x="0" y="0"/>
                  </a:lnTo>
                  <a:cubicBezTo>
                    <a:pt x="535" y="470"/>
                    <a:pt x="1273" y="714"/>
                    <a:pt x="1999" y="730"/>
                  </a:cubicBezTo>
                  <a:cubicBezTo>
                    <a:pt x="2027" y="731"/>
                    <a:pt x="2055" y="731"/>
                    <a:pt x="2083" y="731"/>
                  </a:cubicBezTo>
                  <a:cubicBezTo>
                    <a:pt x="2778" y="731"/>
                    <a:pt x="3488" y="538"/>
                    <a:pt x="4034" y="118"/>
                  </a:cubicBezTo>
                  <a:lnTo>
                    <a:pt x="4034" y="118"/>
                  </a:lnTo>
                  <a:cubicBezTo>
                    <a:pt x="3398" y="286"/>
                    <a:pt x="2783" y="375"/>
                    <a:pt x="2163" y="375"/>
                  </a:cubicBezTo>
                  <a:cubicBezTo>
                    <a:pt x="2111" y="375"/>
                    <a:pt x="2059" y="374"/>
                    <a:pt x="2007" y="373"/>
                  </a:cubicBezTo>
                  <a:cubicBezTo>
                    <a:pt x="1334" y="361"/>
                    <a:pt x="673" y="223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6" name="Google Shape;5581;p73"/>
            <p:cNvSpPr/>
            <p:nvPr/>
          </p:nvSpPr>
          <p:spPr>
            <a:xfrm>
              <a:off x="2955926" y="2444689"/>
              <a:ext cx="168163" cy="79487"/>
            </a:xfrm>
            <a:custGeom>
              <a:avLst/>
              <a:gdLst/>
              <a:ahLst/>
              <a:cxnLst/>
              <a:rect l="l" t="t" r="r" b="b"/>
              <a:pathLst>
                <a:path w="9698" h="4584" extrusionOk="0">
                  <a:moveTo>
                    <a:pt x="0" y="0"/>
                  </a:moveTo>
                  <a:cubicBezTo>
                    <a:pt x="1075" y="1512"/>
                    <a:pt x="2587" y="2712"/>
                    <a:pt x="4277" y="3503"/>
                  </a:cubicBezTo>
                  <a:cubicBezTo>
                    <a:pt x="5744" y="4190"/>
                    <a:pt x="7361" y="4583"/>
                    <a:pt x="8974" y="4583"/>
                  </a:cubicBezTo>
                  <a:cubicBezTo>
                    <a:pt x="9215" y="4583"/>
                    <a:pt x="9456" y="4575"/>
                    <a:pt x="9697" y="4557"/>
                  </a:cubicBezTo>
                  <a:cubicBezTo>
                    <a:pt x="7869" y="4423"/>
                    <a:pt x="6085" y="3957"/>
                    <a:pt x="4427" y="3178"/>
                  </a:cubicBezTo>
                  <a:cubicBezTo>
                    <a:pt x="2777" y="2408"/>
                    <a:pt x="1285" y="1322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7" name="Google Shape;5582;p73"/>
            <p:cNvSpPr/>
            <p:nvPr/>
          </p:nvSpPr>
          <p:spPr>
            <a:xfrm>
              <a:off x="3722545" y="2078607"/>
              <a:ext cx="199011" cy="104040"/>
            </a:xfrm>
            <a:custGeom>
              <a:avLst/>
              <a:gdLst/>
              <a:ahLst/>
              <a:cxnLst/>
              <a:rect l="l" t="t" r="r" b="b"/>
              <a:pathLst>
                <a:path w="11477" h="6000" extrusionOk="0">
                  <a:moveTo>
                    <a:pt x="9088" y="1"/>
                  </a:moveTo>
                  <a:cubicBezTo>
                    <a:pt x="3214" y="1"/>
                    <a:pt x="127" y="5411"/>
                    <a:pt x="98" y="5473"/>
                  </a:cubicBezTo>
                  <a:cubicBezTo>
                    <a:pt x="0" y="5643"/>
                    <a:pt x="61" y="5858"/>
                    <a:pt x="231" y="5959"/>
                  </a:cubicBezTo>
                  <a:cubicBezTo>
                    <a:pt x="284" y="5983"/>
                    <a:pt x="345" y="6000"/>
                    <a:pt x="406" y="6000"/>
                  </a:cubicBezTo>
                  <a:cubicBezTo>
                    <a:pt x="535" y="6000"/>
                    <a:pt x="653" y="5927"/>
                    <a:pt x="714" y="5817"/>
                  </a:cubicBezTo>
                  <a:cubicBezTo>
                    <a:pt x="747" y="5762"/>
                    <a:pt x="3628" y="713"/>
                    <a:pt x="9093" y="713"/>
                  </a:cubicBezTo>
                  <a:cubicBezTo>
                    <a:pt x="9698" y="713"/>
                    <a:pt x="10335" y="775"/>
                    <a:pt x="11002" y="912"/>
                  </a:cubicBezTo>
                  <a:cubicBezTo>
                    <a:pt x="11031" y="919"/>
                    <a:pt x="11059" y="923"/>
                    <a:pt x="11087" y="923"/>
                  </a:cubicBezTo>
                  <a:cubicBezTo>
                    <a:pt x="11251" y="923"/>
                    <a:pt x="11401" y="806"/>
                    <a:pt x="11436" y="636"/>
                  </a:cubicBezTo>
                  <a:cubicBezTo>
                    <a:pt x="11477" y="438"/>
                    <a:pt x="11343" y="247"/>
                    <a:pt x="11144" y="215"/>
                  </a:cubicBezTo>
                  <a:cubicBezTo>
                    <a:pt x="10425" y="67"/>
                    <a:pt x="9739" y="1"/>
                    <a:pt x="908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8" name="Google Shape;5583;p73"/>
            <p:cNvSpPr/>
            <p:nvPr/>
          </p:nvSpPr>
          <p:spPr>
            <a:xfrm>
              <a:off x="3774721" y="2089653"/>
              <a:ext cx="71909" cy="137576"/>
            </a:xfrm>
            <a:custGeom>
              <a:avLst/>
              <a:gdLst/>
              <a:ahLst/>
              <a:cxnLst/>
              <a:rect l="l" t="t" r="r" b="b"/>
              <a:pathLst>
                <a:path w="4147" h="7934" extrusionOk="0">
                  <a:moveTo>
                    <a:pt x="2733" y="1"/>
                  </a:moveTo>
                  <a:cubicBezTo>
                    <a:pt x="2623" y="1"/>
                    <a:pt x="2514" y="51"/>
                    <a:pt x="2444" y="145"/>
                  </a:cubicBezTo>
                  <a:cubicBezTo>
                    <a:pt x="2326" y="303"/>
                    <a:pt x="2359" y="526"/>
                    <a:pt x="2521" y="644"/>
                  </a:cubicBezTo>
                  <a:cubicBezTo>
                    <a:pt x="3056" y="1110"/>
                    <a:pt x="3376" y="1779"/>
                    <a:pt x="3392" y="2493"/>
                  </a:cubicBezTo>
                  <a:cubicBezTo>
                    <a:pt x="3425" y="3907"/>
                    <a:pt x="2346" y="5573"/>
                    <a:pt x="259" y="7304"/>
                  </a:cubicBezTo>
                  <a:cubicBezTo>
                    <a:pt x="0" y="7518"/>
                    <a:pt x="152" y="7933"/>
                    <a:pt x="481" y="7933"/>
                  </a:cubicBezTo>
                  <a:cubicBezTo>
                    <a:pt x="482" y="7933"/>
                    <a:pt x="484" y="7933"/>
                    <a:pt x="486" y="7933"/>
                  </a:cubicBezTo>
                  <a:cubicBezTo>
                    <a:pt x="491" y="7933"/>
                    <a:pt x="496" y="7933"/>
                    <a:pt x="502" y="7933"/>
                  </a:cubicBezTo>
                  <a:cubicBezTo>
                    <a:pt x="581" y="7933"/>
                    <a:pt x="656" y="7905"/>
                    <a:pt x="717" y="7852"/>
                  </a:cubicBezTo>
                  <a:cubicBezTo>
                    <a:pt x="3007" y="5946"/>
                    <a:pt x="4146" y="4138"/>
                    <a:pt x="4102" y="2472"/>
                  </a:cubicBezTo>
                  <a:cubicBezTo>
                    <a:pt x="4061" y="920"/>
                    <a:pt x="2991" y="105"/>
                    <a:pt x="2946" y="68"/>
                  </a:cubicBezTo>
                  <a:cubicBezTo>
                    <a:pt x="2881" y="23"/>
                    <a:pt x="2807" y="1"/>
                    <a:pt x="273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9" name="Google Shape;5584;p73"/>
            <p:cNvSpPr/>
            <p:nvPr/>
          </p:nvSpPr>
          <p:spPr>
            <a:xfrm>
              <a:off x="3189444" y="1912369"/>
              <a:ext cx="384029" cy="336934"/>
            </a:xfrm>
            <a:custGeom>
              <a:avLst/>
              <a:gdLst/>
              <a:ahLst/>
              <a:cxnLst/>
              <a:rect l="l" t="t" r="r" b="b"/>
              <a:pathLst>
                <a:path w="22147" h="19431" extrusionOk="0">
                  <a:moveTo>
                    <a:pt x="11161" y="0"/>
                  </a:moveTo>
                  <a:cubicBezTo>
                    <a:pt x="7351" y="0"/>
                    <a:pt x="4558" y="2100"/>
                    <a:pt x="3004" y="4921"/>
                  </a:cubicBezTo>
                  <a:cubicBezTo>
                    <a:pt x="0" y="10386"/>
                    <a:pt x="1658" y="18550"/>
                    <a:pt x="9612" y="19365"/>
                  </a:cubicBezTo>
                  <a:cubicBezTo>
                    <a:pt x="10045" y="19409"/>
                    <a:pt x="10466" y="19431"/>
                    <a:pt x="10874" y="19431"/>
                  </a:cubicBezTo>
                  <a:cubicBezTo>
                    <a:pt x="14557" y="19431"/>
                    <a:pt x="17202" y="17679"/>
                    <a:pt x="18753" y="15230"/>
                  </a:cubicBezTo>
                  <a:cubicBezTo>
                    <a:pt x="22146" y="9875"/>
                    <a:pt x="20310" y="1163"/>
                    <a:pt x="12693" y="109"/>
                  </a:cubicBezTo>
                  <a:cubicBezTo>
                    <a:pt x="12165" y="36"/>
                    <a:pt x="11655" y="0"/>
                    <a:pt x="111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0" name="Google Shape;5585;p73"/>
            <p:cNvSpPr/>
            <p:nvPr/>
          </p:nvSpPr>
          <p:spPr>
            <a:xfrm>
              <a:off x="3241516" y="1912386"/>
              <a:ext cx="331957" cy="264071"/>
            </a:xfrm>
            <a:custGeom>
              <a:avLst/>
              <a:gdLst/>
              <a:ahLst/>
              <a:cxnLst/>
              <a:rect l="l" t="t" r="r" b="b"/>
              <a:pathLst>
                <a:path w="19144" h="15229" extrusionOk="0">
                  <a:moveTo>
                    <a:pt x="8165" y="1"/>
                  </a:moveTo>
                  <a:cubicBezTo>
                    <a:pt x="4354" y="1"/>
                    <a:pt x="1556" y="2098"/>
                    <a:pt x="1" y="4924"/>
                  </a:cubicBezTo>
                  <a:cubicBezTo>
                    <a:pt x="17" y="4952"/>
                    <a:pt x="33" y="4985"/>
                    <a:pt x="54" y="5013"/>
                  </a:cubicBezTo>
                  <a:cubicBezTo>
                    <a:pt x="54" y="5013"/>
                    <a:pt x="2222" y="1507"/>
                    <a:pt x="7533" y="1223"/>
                  </a:cubicBezTo>
                  <a:cubicBezTo>
                    <a:pt x="7689" y="1214"/>
                    <a:pt x="7846" y="1210"/>
                    <a:pt x="8004" y="1210"/>
                  </a:cubicBezTo>
                  <a:cubicBezTo>
                    <a:pt x="13301" y="1210"/>
                    <a:pt x="19018" y="6040"/>
                    <a:pt x="15750" y="15229"/>
                  </a:cubicBezTo>
                  <a:cubicBezTo>
                    <a:pt x="19143" y="9874"/>
                    <a:pt x="17307" y="1162"/>
                    <a:pt x="9690" y="108"/>
                  </a:cubicBezTo>
                  <a:cubicBezTo>
                    <a:pt x="9165" y="35"/>
                    <a:pt x="8657" y="1"/>
                    <a:pt x="816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1" name="Google Shape;5586;p73"/>
            <p:cNvSpPr/>
            <p:nvPr/>
          </p:nvSpPr>
          <p:spPr>
            <a:xfrm>
              <a:off x="2781104" y="1926830"/>
              <a:ext cx="300797" cy="269273"/>
            </a:xfrm>
            <a:custGeom>
              <a:avLst/>
              <a:gdLst/>
              <a:ahLst/>
              <a:cxnLst/>
              <a:rect l="l" t="t" r="r" b="b"/>
              <a:pathLst>
                <a:path w="17347" h="15529" extrusionOk="0">
                  <a:moveTo>
                    <a:pt x="9038" y="1"/>
                  </a:moveTo>
                  <a:cubicBezTo>
                    <a:pt x="8633" y="1"/>
                    <a:pt x="8215" y="28"/>
                    <a:pt x="7784" y="86"/>
                  </a:cubicBezTo>
                  <a:cubicBezTo>
                    <a:pt x="1512" y="925"/>
                    <a:pt x="0" y="7894"/>
                    <a:pt x="2794" y="12174"/>
                  </a:cubicBezTo>
                  <a:cubicBezTo>
                    <a:pt x="4069" y="14131"/>
                    <a:pt x="6246" y="15528"/>
                    <a:pt x="9276" y="15528"/>
                  </a:cubicBezTo>
                  <a:cubicBezTo>
                    <a:pt x="9616" y="15528"/>
                    <a:pt x="9968" y="15511"/>
                    <a:pt x="10330" y="15474"/>
                  </a:cubicBezTo>
                  <a:cubicBezTo>
                    <a:pt x="10532" y="15454"/>
                    <a:pt x="10731" y="15430"/>
                    <a:pt x="10917" y="15397"/>
                  </a:cubicBezTo>
                  <a:cubicBezTo>
                    <a:pt x="13390" y="15004"/>
                    <a:pt x="15048" y="13727"/>
                    <a:pt x="15985" y="12065"/>
                  </a:cubicBezTo>
                  <a:cubicBezTo>
                    <a:pt x="17347" y="9653"/>
                    <a:pt x="17217" y="6487"/>
                    <a:pt x="15770" y="3937"/>
                  </a:cubicBezTo>
                  <a:cubicBezTo>
                    <a:pt x="14491" y="1678"/>
                    <a:pt x="12184" y="1"/>
                    <a:pt x="90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2" name="Google Shape;5587;p73"/>
            <p:cNvSpPr/>
            <p:nvPr/>
          </p:nvSpPr>
          <p:spPr>
            <a:xfrm>
              <a:off x="2781035" y="1926830"/>
              <a:ext cx="273521" cy="211184"/>
            </a:xfrm>
            <a:custGeom>
              <a:avLst/>
              <a:gdLst/>
              <a:ahLst/>
              <a:cxnLst/>
              <a:rect l="l" t="t" r="r" b="b"/>
              <a:pathLst>
                <a:path w="15774" h="12179" extrusionOk="0">
                  <a:moveTo>
                    <a:pt x="9042" y="1"/>
                  </a:moveTo>
                  <a:cubicBezTo>
                    <a:pt x="8637" y="1"/>
                    <a:pt x="8219" y="28"/>
                    <a:pt x="7788" y="86"/>
                  </a:cubicBezTo>
                  <a:cubicBezTo>
                    <a:pt x="1516" y="933"/>
                    <a:pt x="0" y="7894"/>
                    <a:pt x="2798" y="12178"/>
                  </a:cubicBezTo>
                  <a:lnTo>
                    <a:pt x="2798" y="12178"/>
                  </a:lnTo>
                  <a:cubicBezTo>
                    <a:pt x="98" y="4810"/>
                    <a:pt x="4791" y="685"/>
                    <a:pt x="9167" y="685"/>
                  </a:cubicBezTo>
                  <a:cubicBezTo>
                    <a:pt x="9286" y="685"/>
                    <a:pt x="9404" y="688"/>
                    <a:pt x="9523" y="694"/>
                  </a:cubicBezTo>
                  <a:cubicBezTo>
                    <a:pt x="13901" y="921"/>
                    <a:pt x="15733" y="4010"/>
                    <a:pt x="15733" y="4010"/>
                  </a:cubicBezTo>
                  <a:cubicBezTo>
                    <a:pt x="15749" y="3986"/>
                    <a:pt x="15762" y="3961"/>
                    <a:pt x="15774" y="3937"/>
                  </a:cubicBezTo>
                  <a:cubicBezTo>
                    <a:pt x="14495" y="1678"/>
                    <a:pt x="12188" y="1"/>
                    <a:pt x="904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3" name="Google Shape;5588;p73"/>
            <p:cNvSpPr/>
            <p:nvPr/>
          </p:nvSpPr>
          <p:spPr>
            <a:xfrm>
              <a:off x="3241672" y="2031893"/>
              <a:ext cx="238408" cy="216264"/>
            </a:xfrm>
            <a:custGeom>
              <a:avLst/>
              <a:gdLst/>
              <a:ahLst/>
              <a:cxnLst/>
              <a:rect l="l" t="t" r="r" b="b"/>
              <a:pathLst>
                <a:path w="13749" h="12472" extrusionOk="0">
                  <a:moveTo>
                    <a:pt x="7009" y="0"/>
                  </a:moveTo>
                  <a:cubicBezTo>
                    <a:pt x="1" y="0"/>
                    <a:pt x="222" y="12448"/>
                    <a:pt x="6600" y="12472"/>
                  </a:cubicBezTo>
                  <a:cubicBezTo>
                    <a:pt x="6607" y="12472"/>
                    <a:pt x="6614" y="12472"/>
                    <a:pt x="6621" y="12472"/>
                  </a:cubicBezTo>
                  <a:cubicBezTo>
                    <a:pt x="13633" y="12472"/>
                    <a:pt x="13748" y="290"/>
                    <a:pt x="7277" y="6"/>
                  </a:cubicBezTo>
                  <a:cubicBezTo>
                    <a:pt x="7186" y="2"/>
                    <a:pt x="7097" y="0"/>
                    <a:pt x="700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4" name="Google Shape;5589;p73"/>
            <p:cNvSpPr/>
            <p:nvPr/>
          </p:nvSpPr>
          <p:spPr>
            <a:xfrm>
              <a:off x="2898531" y="2023275"/>
              <a:ext cx="172412" cy="170556"/>
            </a:xfrm>
            <a:custGeom>
              <a:avLst/>
              <a:gdLst/>
              <a:ahLst/>
              <a:cxnLst/>
              <a:rect l="l" t="t" r="r" b="b"/>
              <a:pathLst>
                <a:path w="9943" h="9836" extrusionOk="0">
                  <a:moveTo>
                    <a:pt x="5423" y="0"/>
                  </a:moveTo>
                  <a:cubicBezTo>
                    <a:pt x="195" y="0"/>
                    <a:pt x="0" y="8671"/>
                    <a:pt x="4145" y="9835"/>
                  </a:cubicBezTo>
                  <a:cubicBezTo>
                    <a:pt x="6618" y="9442"/>
                    <a:pt x="8276" y="8165"/>
                    <a:pt x="9213" y="6503"/>
                  </a:cubicBezTo>
                  <a:cubicBezTo>
                    <a:pt x="9942" y="3681"/>
                    <a:pt x="8730" y="143"/>
                    <a:pt x="5633" y="5"/>
                  </a:cubicBezTo>
                  <a:cubicBezTo>
                    <a:pt x="5562" y="2"/>
                    <a:pt x="5492" y="0"/>
                    <a:pt x="54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5" name="Google Shape;5590;p73"/>
            <p:cNvSpPr/>
            <p:nvPr/>
          </p:nvSpPr>
          <p:spPr>
            <a:xfrm>
              <a:off x="3266052" y="1778816"/>
              <a:ext cx="312120" cy="111618"/>
            </a:xfrm>
            <a:custGeom>
              <a:avLst/>
              <a:gdLst/>
              <a:ahLst/>
              <a:cxnLst/>
              <a:rect l="l" t="t" r="r" b="b"/>
              <a:pathLst>
                <a:path w="18000" h="6437" extrusionOk="0">
                  <a:moveTo>
                    <a:pt x="5136" y="1"/>
                  </a:moveTo>
                  <a:cubicBezTo>
                    <a:pt x="3065" y="1"/>
                    <a:pt x="1416" y="303"/>
                    <a:pt x="872" y="835"/>
                  </a:cubicBezTo>
                  <a:cubicBezTo>
                    <a:pt x="1" y="1682"/>
                    <a:pt x="349" y="4057"/>
                    <a:pt x="1683" y="4592"/>
                  </a:cubicBezTo>
                  <a:cubicBezTo>
                    <a:pt x="1924" y="4690"/>
                    <a:pt x="2192" y="4728"/>
                    <a:pt x="2495" y="4728"/>
                  </a:cubicBezTo>
                  <a:cubicBezTo>
                    <a:pt x="3527" y="4728"/>
                    <a:pt x="4956" y="4288"/>
                    <a:pt x="7065" y="4288"/>
                  </a:cubicBezTo>
                  <a:cubicBezTo>
                    <a:pt x="7754" y="4288"/>
                    <a:pt x="8514" y="4335"/>
                    <a:pt x="9357" y="4459"/>
                  </a:cubicBezTo>
                  <a:cubicBezTo>
                    <a:pt x="12984" y="4990"/>
                    <a:pt x="15649" y="6437"/>
                    <a:pt x="16802" y="6437"/>
                  </a:cubicBezTo>
                  <a:cubicBezTo>
                    <a:pt x="16977" y="6437"/>
                    <a:pt x="17118" y="6403"/>
                    <a:pt x="17221" y="6327"/>
                  </a:cubicBezTo>
                  <a:cubicBezTo>
                    <a:pt x="18000" y="5756"/>
                    <a:pt x="15336" y="1828"/>
                    <a:pt x="11051" y="737"/>
                  </a:cubicBezTo>
                  <a:cubicBezTo>
                    <a:pt x="9060" y="230"/>
                    <a:pt x="6938" y="1"/>
                    <a:pt x="5136" y="1"/>
                  </a:cubicBezTo>
                  <a:close/>
                </a:path>
              </a:pathLst>
            </a:custGeom>
            <a:solidFill>
              <a:srgbClr val="8C53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6" name="Google Shape;5591;p73"/>
            <p:cNvSpPr/>
            <p:nvPr/>
          </p:nvSpPr>
          <p:spPr>
            <a:xfrm>
              <a:off x="3264647" y="1772625"/>
              <a:ext cx="309727" cy="123998"/>
            </a:xfrm>
            <a:custGeom>
              <a:avLst/>
              <a:gdLst/>
              <a:ahLst/>
              <a:cxnLst/>
              <a:rect l="l" t="t" r="r" b="b"/>
              <a:pathLst>
                <a:path w="17862" h="7151" extrusionOk="0">
                  <a:moveTo>
                    <a:pt x="5256" y="716"/>
                  </a:moveTo>
                  <a:cubicBezTo>
                    <a:pt x="6969" y="716"/>
                    <a:pt x="9023" y="924"/>
                    <a:pt x="11047" y="1439"/>
                  </a:cubicBezTo>
                  <a:cubicBezTo>
                    <a:pt x="14173" y="2233"/>
                    <a:pt x="16297" y="4524"/>
                    <a:pt x="16905" y="5780"/>
                  </a:cubicBezTo>
                  <a:cubicBezTo>
                    <a:pt x="17092" y="6178"/>
                    <a:pt x="17088" y="6372"/>
                    <a:pt x="17088" y="6393"/>
                  </a:cubicBezTo>
                  <a:cubicBezTo>
                    <a:pt x="17043" y="6426"/>
                    <a:pt x="16971" y="6441"/>
                    <a:pt x="16877" y="6441"/>
                  </a:cubicBezTo>
                  <a:cubicBezTo>
                    <a:pt x="16455" y="6441"/>
                    <a:pt x="15585" y="6140"/>
                    <a:pt x="14736" y="5845"/>
                  </a:cubicBezTo>
                  <a:cubicBezTo>
                    <a:pt x="13411" y="5391"/>
                    <a:pt x="11595" y="4767"/>
                    <a:pt x="9487" y="4459"/>
                  </a:cubicBezTo>
                  <a:cubicBezTo>
                    <a:pt x="8716" y="4349"/>
                    <a:pt x="7938" y="4293"/>
                    <a:pt x="7160" y="4293"/>
                  </a:cubicBezTo>
                  <a:cubicBezTo>
                    <a:pt x="5883" y="4293"/>
                    <a:pt x="4857" y="4451"/>
                    <a:pt x="4018" y="4576"/>
                  </a:cubicBezTo>
                  <a:cubicBezTo>
                    <a:pt x="3454" y="4661"/>
                    <a:pt x="2978" y="4729"/>
                    <a:pt x="2585" y="4729"/>
                  </a:cubicBezTo>
                  <a:cubicBezTo>
                    <a:pt x="2319" y="4729"/>
                    <a:pt x="2091" y="4698"/>
                    <a:pt x="1898" y="4621"/>
                  </a:cubicBezTo>
                  <a:cubicBezTo>
                    <a:pt x="1415" y="4427"/>
                    <a:pt x="1018" y="3839"/>
                    <a:pt x="884" y="3141"/>
                  </a:cubicBezTo>
                  <a:cubicBezTo>
                    <a:pt x="747" y="2440"/>
                    <a:pt x="872" y="1759"/>
                    <a:pt x="1201" y="1443"/>
                  </a:cubicBezTo>
                  <a:cubicBezTo>
                    <a:pt x="1640" y="1014"/>
                    <a:pt x="3204" y="716"/>
                    <a:pt x="5256" y="716"/>
                  </a:cubicBezTo>
                  <a:close/>
                  <a:moveTo>
                    <a:pt x="5196" y="0"/>
                  </a:moveTo>
                  <a:cubicBezTo>
                    <a:pt x="3078" y="0"/>
                    <a:pt x="1342" y="315"/>
                    <a:pt x="706" y="932"/>
                  </a:cubicBezTo>
                  <a:cubicBezTo>
                    <a:pt x="199" y="1423"/>
                    <a:pt x="1" y="2314"/>
                    <a:pt x="187" y="3279"/>
                  </a:cubicBezTo>
                  <a:cubicBezTo>
                    <a:pt x="378" y="4240"/>
                    <a:pt x="953" y="5006"/>
                    <a:pt x="1626" y="5282"/>
                  </a:cubicBezTo>
                  <a:cubicBezTo>
                    <a:pt x="1917" y="5398"/>
                    <a:pt x="2230" y="5442"/>
                    <a:pt x="2574" y="5442"/>
                  </a:cubicBezTo>
                  <a:cubicBezTo>
                    <a:pt x="3032" y="5442"/>
                    <a:pt x="3544" y="5364"/>
                    <a:pt x="4127" y="5274"/>
                  </a:cubicBezTo>
                  <a:cubicBezTo>
                    <a:pt x="4934" y="5153"/>
                    <a:pt x="5933" y="5001"/>
                    <a:pt x="7165" y="5001"/>
                  </a:cubicBezTo>
                  <a:cubicBezTo>
                    <a:pt x="7833" y="5001"/>
                    <a:pt x="8570" y="5046"/>
                    <a:pt x="9381" y="5164"/>
                  </a:cubicBezTo>
                  <a:cubicBezTo>
                    <a:pt x="11428" y="5464"/>
                    <a:pt x="13135" y="6052"/>
                    <a:pt x="14505" y="6522"/>
                  </a:cubicBezTo>
                  <a:cubicBezTo>
                    <a:pt x="15563" y="6887"/>
                    <a:pt x="16329" y="7151"/>
                    <a:pt x="16881" y="7151"/>
                  </a:cubicBezTo>
                  <a:cubicBezTo>
                    <a:pt x="17132" y="7151"/>
                    <a:pt x="17367" y="7070"/>
                    <a:pt x="17509" y="6968"/>
                  </a:cubicBezTo>
                  <a:cubicBezTo>
                    <a:pt x="17651" y="6867"/>
                    <a:pt x="17862" y="6620"/>
                    <a:pt x="17760" y="6093"/>
                  </a:cubicBezTo>
                  <a:cubicBezTo>
                    <a:pt x="17497" y="4743"/>
                    <a:pt x="15020" y="1719"/>
                    <a:pt x="11226" y="750"/>
                  </a:cubicBezTo>
                  <a:cubicBezTo>
                    <a:pt x="9248" y="247"/>
                    <a:pt x="7072" y="0"/>
                    <a:pt x="519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" name="Google Shape;5592;p73"/>
            <p:cNvSpPr/>
            <p:nvPr/>
          </p:nvSpPr>
          <p:spPr>
            <a:xfrm>
              <a:off x="2773995" y="1783931"/>
              <a:ext cx="297936" cy="116005"/>
            </a:xfrm>
            <a:custGeom>
              <a:avLst/>
              <a:gdLst/>
              <a:ahLst/>
              <a:cxnLst/>
              <a:rect l="l" t="t" r="r" b="b"/>
              <a:pathLst>
                <a:path w="17182" h="6690" extrusionOk="0">
                  <a:moveTo>
                    <a:pt x="12682" y="1"/>
                  </a:moveTo>
                  <a:cubicBezTo>
                    <a:pt x="10865" y="1"/>
                    <a:pt x="8647" y="275"/>
                    <a:pt x="6580" y="872"/>
                  </a:cubicBezTo>
                  <a:cubicBezTo>
                    <a:pt x="2494" y="2056"/>
                    <a:pt x="1" y="6032"/>
                    <a:pt x="755" y="6588"/>
                  </a:cubicBezTo>
                  <a:cubicBezTo>
                    <a:pt x="850" y="6658"/>
                    <a:pt x="976" y="6689"/>
                    <a:pt x="1133" y="6689"/>
                  </a:cubicBezTo>
                  <a:cubicBezTo>
                    <a:pt x="2222" y="6689"/>
                    <a:pt x="4763" y="5159"/>
                    <a:pt x="8263" y="4549"/>
                  </a:cubicBezTo>
                  <a:cubicBezTo>
                    <a:pt x="9197" y="4385"/>
                    <a:pt x="10027" y="4327"/>
                    <a:pt x="10766" y="4327"/>
                  </a:cubicBezTo>
                  <a:cubicBezTo>
                    <a:pt x="12564" y="4327"/>
                    <a:pt x="13828" y="4670"/>
                    <a:pt x="14756" y="4670"/>
                  </a:cubicBezTo>
                  <a:cubicBezTo>
                    <a:pt x="15079" y="4670"/>
                    <a:pt x="15362" y="4629"/>
                    <a:pt x="15612" y="4516"/>
                  </a:cubicBezTo>
                  <a:cubicBezTo>
                    <a:pt x="16881" y="3949"/>
                    <a:pt x="17181" y="1569"/>
                    <a:pt x="16334" y="738"/>
                  </a:cubicBezTo>
                  <a:cubicBezTo>
                    <a:pt x="15843" y="262"/>
                    <a:pt x="14454" y="1"/>
                    <a:pt x="12682" y="1"/>
                  </a:cubicBezTo>
                  <a:close/>
                </a:path>
              </a:pathLst>
            </a:custGeom>
            <a:solidFill>
              <a:srgbClr val="8C53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" name="Google Shape;5593;p73"/>
            <p:cNvSpPr/>
            <p:nvPr/>
          </p:nvSpPr>
          <p:spPr>
            <a:xfrm>
              <a:off x="2777445" y="1777706"/>
              <a:ext cx="296237" cy="128403"/>
            </a:xfrm>
            <a:custGeom>
              <a:avLst/>
              <a:gdLst/>
              <a:ahLst/>
              <a:cxnLst/>
              <a:rect l="l" t="t" r="r" b="b"/>
              <a:pathLst>
                <a:path w="17084" h="7405" extrusionOk="0">
                  <a:moveTo>
                    <a:pt x="12442" y="716"/>
                  </a:moveTo>
                  <a:cubicBezTo>
                    <a:pt x="14185" y="716"/>
                    <a:pt x="15490" y="967"/>
                    <a:pt x="15888" y="1353"/>
                  </a:cubicBezTo>
                  <a:cubicBezTo>
                    <a:pt x="16204" y="1661"/>
                    <a:pt x="16338" y="2342"/>
                    <a:pt x="16212" y="3063"/>
                  </a:cubicBezTo>
                  <a:cubicBezTo>
                    <a:pt x="16082" y="3781"/>
                    <a:pt x="15729" y="4344"/>
                    <a:pt x="15267" y="4551"/>
                  </a:cubicBezTo>
                  <a:cubicBezTo>
                    <a:pt x="15066" y="4641"/>
                    <a:pt x="14828" y="4676"/>
                    <a:pt x="14549" y="4676"/>
                  </a:cubicBezTo>
                  <a:cubicBezTo>
                    <a:pt x="14187" y="4676"/>
                    <a:pt x="13757" y="4618"/>
                    <a:pt x="13244" y="4547"/>
                  </a:cubicBezTo>
                  <a:cubicBezTo>
                    <a:pt x="12515" y="4451"/>
                    <a:pt x="11626" y="4330"/>
                    <a:pt x="10546" y="4330"/>
                  </a:cubicBezTo>
                  <a:cubicBezTo>
                    <a:pt x="9795" y="4330"/>
                    <a:pt x="8951" y="4389"/>
                    <a:pt x="8003" y="4555"/>
                  </a:cubicBezTo>
                  <a:cubicBezTo>
                    <a:pt x="5980" y="4912"/>
                    <a:pt x="4253" y="5577"/>
                    <a:pt x="2988" y="6063"/>
                  </a:cubicBezTo>
                  <a:cubicBezTo>
                    <a:pt x="2183" y="6370"/>
                    <a:pt x="1288" y="6712"/>
                    <a:pt x="922" y="6712"/>
                  </a:cubicBezTo>
                  <a:cubicBezTo>
                    <a:pt x="862" y="6712"/>
                    <a:pt x="816" y="6703"/>
                    <a:pt x="787" y="6683"/>
                  </a:cubicBezTo>
                  <a:cubicBezTo>
                    <a:pt x="771" y="6643"/>
                    <a:pt x="759" y="6432"/>
                    <a:pt x="953" y="6002"/>
                  </a:cubicBezTo>
                  <a:cubicBezTo>
                    <a:pt x="1529" y="4746"/>
                    <a:pt x="3536" y="2423"/>
                    <a:pt x="6475" y="1572"/>
                  </a:cubicBezTo>
                  <a:cubicBezTo>
                    <a:pt x="8416" y="1016"/>
                    <a:pt x="10423" y="728"/>
                    <a:pt x="12442" y="716"/>
                  </a:cubicBezTo>
                  <a:close/>
                  <a:moveTo>
                    <a:pt x="12479" y="0"/>
                  </a:moveTo>
                  <a:cubicBezTo>
                    <a:pt x="10586" y="0"/>
                    <a:pt x="8319" y="296"/>
                    <a:pt x="6280" y="886"/>
                  </a:cubicBezTo>
                  <a:cubicBezTo>
                    <a:pt x="2676" y="1932"/>
                    <a:pt x="333" y="5001"/>
                    <a:pt x="90" y="6355"/>
                  </a:cubicBezTo>
                  <a:cubicBezTo>
                    <a:pt x="1" y="6862"/>
                    <a:pt x="183" y="7121"/>
                    <a:pt x="345" y="7239"/>
                  </a:cubicBezTo>
                  <a:cubicBezTo>
                    <a:pt x="507" y="7352"/>
                    <a:pt x="698" y="7405"/>
                    <a:pt x="933" y="7405"/>
                  </a:cubicBezTo>
                  <a:cubicBezTo>
                    <a:pt x="1468" y="7405"/>
                    <a:pt x="2214" y="7121"/>
                    <a:pt x="3244" y="6724"/>
                  </a:cubicBezTo>
                  <a:cubicBezTo>
                    <a:pt x="4549" y="6225"/>
                    <a:pt x="6171" y="5601"/>
                    <a:pt x="8129" y="5256"/>
                  </a:cubicBezTo>
                  <a:cubicBezTo>
                    <a:pt x="9028" y="5099"/>
                    <a:pt x="9833" y="5043"/>
                    <a:pt x="10552" y="5043"/>
                  </a:cubicBezTo>
                  <a:cubicBezTo>
                    <a:pt x="11589" y="5043"/>
                    <a:pt x="12447" y="5159"/>
                    <a:pt x="13151" y="5252"/>
                  </a:cubicBezTo>
                  <a:cubicBezTo>
                    <a:pt x="13677" y="5324"/>
                    <a:pt x="14136" y="5389"/>
                    <a:pt x="14553" y="5389"/>
                  </a:cubicBezTo>
                  <a:cubicBezTo>
                    <a:pt x="14916" y="5389"/>
                    <a:pt x="15248" y="5339"/>
                    <a:pt x="15563" y="5200"/>
                  </a:cubicBezTo>
                  <a:cubicBezTo>
                    <a:pt x="16236" y="4900"/>
                    <a:pt x="16739" y="4150"/>
                    <a:pt x="16909" y="3189"/>
                  </a:cubicBezTo>
                  <a:cubicBezTo>
                    <a:pt x="17083" y="2224"/>
                    <a:pt x="16881" y="1328"/>
                    <a:pt x="16382" y="842"/>
                  </a:cubicBezTo>
                  <a:cubicBezTo>
                    <a:pt x="15805" y="280"/>
                    <a:pt x="14319" y="0"/>
                    <a:pt x="1247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9" name="Google Shape;5594;p73"/>
            <p:cNvSpPr/>
            <p:nvPr/>
          </p:nvSpPr>
          <p:spPr>
            <a:xfrm>
              <a:off x="2995357" y="1989462"/>
              <a:ext cx="144616" cy="271007"/>
            </a:xfrm>
            <a:custGeom>
              <a:avLst/>
              <a:gdLst/>
              <a:ahLst/>
              <a:cxnLst/>
              <a:rect l="l" t="t" r="r" b="b"/>
              <a:pathLst>
                <a:path w="8340" h="15629" extrusionOk="0">
                  <a:moveTo>
                    <a:pt x="8339" y="1"/>
                  </a:moveTo>
                  <a:cubicBezTo>
                    <a:pt x="8027" y="1602"/>
                    <a:pt x="7658" y="3187"/>
                    <a:pt x="7192" y="4727"/>
                  </a:cubicBezTo>
                  <a:cubicBezTo>
                    <a:pt x="6949" y="5498"/>
                    <a:pt x="6689" y="6260"/>
                    <a:pt x="6365" y="6985"/>
                  </a:cubicBezTo>
                  <a:cubicBezTo>
                    <a:pt x="6041" y="7707"/>
                    <a:pt x="5660" y="8384"/>
                    <a:pt x="5129" y="8952"/>
                  </a:cubicBezTo>
                  <a:cubicBezTo>
                    <a:pt x="4091" y="10115"/>
                    <a:pt x="2672" y="10865"/>
                    <a:pt x="1229" y="11651"/>
                  </a:cubicBezTo>
                  <a:cubicBezTo>
                    <a:pt x="1046" y="11757"/>
                    <a:pt x="872" y="11862"/>
                    <a:pt x="690" y="11992"/>
                  </a:cubicBezTo>
                  <a:cubicBezTo>
                    <a:pt x="596" y="12057"/>
                    <a:pt x="507" y="12130"/>
                    <a:pt x="418" y="12207"/>
                  </a:cubicBezTo>
                  <a:cubicBezTo>
                    <a:pt x="333" y="12304"/>
                    <a:pt x="256" y="12409"/>
                    <a:pt x="203" y="12527"/>
                  </a:cubicBezTo>
                  <a:cubicBezTo>
                    <a:pt x="0" y="12977"/>
                    <a:pt x="41" y="13463"/>
                    <a:pt x="183" y="13877"/>
                  </a:cubicBezTo>
                  <a:cubicBezTo>
                    <a:pt x="491" y="14704"/>
                    <a:pt x="1172" y="15300"/>
                    <a:pt x="1910" y="15628"/>
                  </a:cubicBezTo>
                  <a:cubicBezTo>
                    <a:pt x="1245" y="15162"/>
                    <a:pt x="690" y="14517"/>
                    <a:pt x="515" y="13780"/>
                  </a:cubicBezTo>
                  <a:cubicBezTo>
                    <a:pt x="430" y="13415"/>
                    <a:pt x="491" y="12981"/>
                    <a:pt x="617" y="12738"/>
                  </a:cubicBezTo>
                  <a:cubicBezTo>
                    <a:pt x="746" y="12495"/>
                    <a:pt x="1144" y="12320"/>
                    <a:pt x="1488" y="12142"/>
                  </a:cubicBezTo>
                  <a:cubicBezTo>
                    <a:pt x="2218" y="11801"/>
                    <a:pt x="2968" y="11449"/>
                    <a:pt x="3685" y="11011"/>
                  </a:cubicBezTo>
                  <a:cubicBezTo>
                    <a:pt x="4399" y="10577"/>
                    <a:pt x="5076" y="10054"/>
                    <a:pt x="5656" y="9422"/>
                  </a:cubicBezTo>
                  <a:cubicBezTo>
                    <a:pt x="6231" y="8789"/>
                    <a:pt x="6669" y="8019"/>
                    <a:pt x="6977" y="7249"/>
                  </a:cubicBezTo>
                  <a:cubicBezTo>
                    <a:pt x="7289" y="6479"/>
                    <a:pt x="7537" y="5684"/>
                    <a:pt x="7723" y="4877"/>
                  </a:cubicBezTo>
                  <a:cubicBezTo>
                    <a:pt x="8104" y="3276"/>
                    <a:pt x="8311" y="1643"/>
                    <a:pt x="833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" name="Google Shape;5595;p73"/>
            <p:cNvSpPr/>
            <p:nvPr/>
          </p:nvSpPr>
          <p:spPr>
            <a:xfrm>
              <a:off x="3069434" y="2244863"/>
              <a:ext cx="37853" cy="15883"/>
            </a:xfrm>
            <a:custGeom>
              <a:avLst/>
              <a:gdLst/>
              <a:ahLst/>
              <a:cxnLst/>
              <a:rect l="l" t="t" r="r" b="b"/>
              <a:pathLst>
                <a:path w="2183" h="916" extrusionOk="0">
                  <a:moveTo>
                    <a:pt x="1056" y="0"/>
                  </a:moveTo>
                  <a:cubicBezTo>
                    <a:pt x="551" y="0"/>
                    <a:pt x="61" y="140"/>
                    <a:pt x="30" y="457"/>
                  </a:cubicBezTo>
                  <a:cubicBezTo>
                    <a:pt x="1" y="775"/>
                    <a:pt x="490" y="916"/>
                    <a:pt x="1010" y="916"/>
                  </a:cubicBezTo>
                  <a:cubicBezTo>
                    <a:pt x="1578" y="916"/>
                    <a:pt x="2182" y="747"/>
                    <a:pt x="2182" y="457"/>
                  </a:cubicBezTo>
                  <a:cubicBezTo>
                    <a:pt x="2182" y="169"/>
                    <a:pt x="1611" y="0"/>
                    <a:pt x="105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" name="Google Shape;5596;p73"/>
            <p:cNvSpPr/>
            <p:nvPr/>
          </p:nvSpPr>
          <p:spPr>
            <a:xfrm>
              <a:off x="3113096" y="2221090"/>
              <a:ext cx="50355" cy="64696"/>
            </a:xfrm>
            <a:custGeom>
              <a:avLst/>
              <a:gdLst/>
              <a:ahLst/>
              <a:cxnLst/>
              <a:rect l="l" t="t" r="r" b="b"/>
              <a:pathLst>
                <a:path w="2904" h="3731" extrusionOk="0">
                  <a:moveTo>
                    <a:pt x="1549" y="0"/>
                  </a:moveTo>
                  <a:lnTo>
                    <a:pt x="1549" y="0"/>
                  </a:lnTo>
                  <a:cubicBezTo>
                    <a:pt x="1922" y="337"/>
                    <a:pt x="2088" y="734"/>
                    <a:pt x="2157" y="1151"/>
                  </a:cubicBezTo>
                  <a:cubicBezTo>
                    <a:pt x="2194" y="1358"/>
                    <a:pt x="2214" y="1573"/>
                    <a:pt x="2210" y="1784"/>
                  </a:cubicBezTo>
                  <a:cubicBezTo>
                    <a:pt x="2198" y="1986"/>
                    <a:pt x="2186" y="2165"/>
                    <a:pt x="2109" y="2323"/>
                  </a:cubicBezTo>
                  <a:cubicBezTo>
                    <a:pt x="1975" y="2639"/>
                    <a:pt x="1667" y="2903"/>
                    <a:pt x="1286" y="3113"/>
                  </a:cubicBezTo>
                  <a:cubicBezTo>
                    <a:pt x="876" y="3324"/>
                    <a:pt x="447" y="3490"/>
                    <a:pt x="1" y="3604"/>
                  </a:cubicBezTo>
                  <a:cubicBezTo>
                    <a:pt x="242" y="3691"/>
                    <a:pt x="498" y="3731"/>
                    <a:pt x="757" y="3731"/>
                  </a:cubicBezTo>
                  <a:cubicBezTo>
                    <a:pt x="1003" y="3731"/>
                    <a:pt x="1252" y="3695"/>
                    <a:pt x="1496" y="3632"/>
                  </a:cubicBezTo>
                  <a:cubicBezTo>
                    <a:pt x="1756" y="3559"/>
                    <a:pt x="1999" y="3438"/>
                    <a:pt x="2218" y="3280"/>
                  </a:cubicBezTo>
                  <a:cubicBezTo>
                    <a:pt x="2457" y="3105"/>
                    <a:pt x="2644" y="2870"/>
                    <a:pt x="2761" y="2599"/>
                  </a:cubicBezTo>
                  <a:cubicBezTo>
                    <a:pt x="2887" y="2327"/>
                    <a:pt x="2903" y="2011"/>
                    <a:pt x="2879" y="1747"/>
                  </a:cubicBezTo>
                  <a:cubicBezTo>
                    <a:pt x="2855" y="1484"/>
                    <a:pt x="2790" y="1228"/>
                    <a:pt x="2692" y="985"/>
                  </a:cubicBezTo>
                  <a:cubicBezTo>
                    <a:pt x="2494" y="495"/>
                    <a:pt x="2056" y="57"/>
                    <a:pt x="154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" name="Google Shape;5597;p73"/>
            <p:cNvSpPr/>
            <p:nvPr/>
          </p:nvSpPr>
          <p:spPr>
            <a:xfrm>
              <a:off x="3069919" y="2289392"/>
              <a:ext cx="243523" cy="84151"/>
            </a:xfrm>
            <a:custGeom>
              <a:avLst/>
              <a:gdLst/>
              <a:ahLst/>
              <a:cxnLst/>
              <a:rect l="l" t="t" r="r" b="b"/>
              <a:pathLst>
                <a:path w="14044" h="4853" extrusionOk="0">
                  <a:moveTo>
                    <a:pt x="13085" y="1"/>
                  </a:moveTo>
                  <a:cubicBezTo>
                    <a:pt x="12921" y="1"/>
                    <a:pt x="12732" y="50"/>
                    <a:pt x="12524" y="159"/>
                  </a:cubicBezTo>
                  <a:cubicBezTo>
                    <a:pt x="11356" y="772"/>
                    <a:pt x="9913" y="1988"/>
                    <a:pt x="6366" y="2989"/>
                  </a:cubicBezTo>
                  <a:cubicBezTo>
                    <a:pt x="4772" y="3437"/>
                    <a:pt x="3324" y="3514"/>
                    <a:pt x="2214" y="3514"/>
                  </a:cubicBezTo>
                  <a:cubicBezTo>
                    <a:pt x="1630" y="3514"/>
                    <a:pt x="1139" y="3493"/>
                    <a:pt x="769" y="3493"/>
                  </a:cubicBezTo>
                  <a:cubicBezTo>
                    <a:pt x="278" y="3493"/>
                    <a:pt x="0" y="3531"/>
                    <a:pt x="2" y="3707"/>
                  </a:cubicBezTo>
                  <a:cubicBezTo>
                    <a:pt x="12" y="4427"/>
                    <a:pt x="1058" y="4852"/>
                    <a:pt x="3393" y="4852"/>
                  </a:cubicBezTo>
                  <a:cubicBezTo>
                    <a:pt x="3776" y="4852"/>
                    <a:pt x="4194" y="4841"/>
                    <a:pt x="4647" y="4817"/>
                  </a:cubicBezTo>
                  <a:cubicBezTo>
                    <a:pt x="7866" y="4651"/>
                    <a:pt x="12021" y="3038"/>
                    <a:pt x="13132" y="1935"/>
                  </a:cubicBezTo>
                  <a:cubicBezTo>
                    <a:pt x="14044" y="1027"/>
                    <a:pt x="13833" y="1"/>
                    <a:pt x="130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" name="Google Shape;5598;p73"/>
            <p:cNvSpPr/>
            <p:nvPr/>
          </p:nvSpPr>
          <p:spPr>
            <a:xfrm>
              <a:off x="3066850" y="2286340"/>
              <a:ext cx="246523" cy="90255"/>
            </a:xfrm>
            <a:custGeom>
              <a:avLst/>
              <a:gdLst/>
              <a:ahLst/>
              <a:cxnLst/>
              <a:rect l="l" t="t" r="r" b="b"/>
              <a:pathLst>
                <a:path w="14217" h="5205" extrusionOk="0">
                  <a:moveTo>
                    <a:pt x="13273" y="334"/>
                  </a:moveTo>
                  <a:cubicBezTo>
                    <a:pt x="13408" y="334"/>
                    <a:pt x="13524" y="391"/>
                    <a:pt x="13625" y="530"/>
                  </a:cubicBezTo>
                  <a:cubicBezTo>
                    <a:pt x="13836" y="814"/>
                    <a:pt x="13747" y="1422"/>
                    <a:pt x="13179" y="1989"/>
                  </a:cubicBezTo>
                  <a:cubicBezTo>
                    <a:pt x="12064" y="3104"/>
                    <a:pt x="7905" y="4661"/>
                    <a:pt x="4820" y="4815"/>
                  </a:cubicBezTo>
                  <a:cubicBezTo>
                    <a:pt x="4357" y="4840"/>
                    <a:pt x="3941" y="4851"/>
                    <a:pt x="3569" y="4851"/>
                  </a:cubicBezTo>
                  <a:cubicBezTo>
                    <a:pt x="1612" y="4851"/>
                    <a:pt x="836" y="4543"/>
                    <a:pt x="539" y="4268"/>
                  </a:cubicBezTo>
                  <a:cubicBezTo>
                    <a:pt x="434" y="4174"/>
                    <a:pt x="365" y="4045"/>
                    <a:pt x="357" y="3903"/>
                  </a:cubicBezTo>
                  <a:cubicBezTo>
                    <a:pt x="438" y="3858"/>
                    <a:pt x="693" y="3846"/>
                    <a:pt x="994" y="3846"/>
                  </a:cubicBezTo>
                  <a:cubicBezTo>
                    <a:pt x="1160" y="3846"/>
                    <a:pt x="1340" y="3850"/>
                    <a:pt x="1512" y="3854"/>
                  </a:cubicBezTo>
                  <a:cubicBezTo>
                    <a:pt x="1788" y="3861"/>
                    <a:pt x="2095" y="3868"/>
                    <a:pt x="2431" y="3868"/>
                  </a:cubicBezTo>
                  <a:cubicBezTo>
                    <a:pt x="3554" y="3868"/>
                    <a:pt x="4991" y="3788"/>
                    <a:pt x="6592" y="3335"/>
                  </a:cubicBezTo>
                  <a:cubicBezTo>
                    <a:pt x="9360" y="2557"/>
                    <a:pt x="10848" y="1649"/>
                    <a:pt x="11935" y="988"/>
                  </a:cubicBezTo>
                  <a:cubicBezTo>
                    <a:pt x="12247" y="798"/>
                    <a:pt x="12522" y="631"/>
                    <a:pt x="12782" y="494"/>
                  </a:cubicBezTo>
                  <a:cubicBezTo>
                    <a:pt x="12970" y="396"/>
                    <a:pt x="13132" y="334"/>
                    <a:pt x="13273" y="334"/>
                  </a:cubicBezTo>
                  <a:close/>
                  <a:moveTo>
                    <a:pt x="13255" y="0"/>
                  </a:moveTo>
                  <a:cubicBezTo>
                    <a:pt x="13071" y="0"/>
                    <a:pt x="12857" y="52"/>
                    <a:pt x="12616" y="177"/>
                  </a:cubicBezTo>
                  <a:cubicBezTo>
                    <a:pt x="12344" y="319"/>
                    <a:pt x="12073" y="490"/>
                    <a:pt x="11752" y="684"/>
                  </a:cubicBezTo>
                  <a:cubicBezTo>
                    <a:pt x="10682" y="1333"/>
                    <a:pt x="9219" y="2233"/>
                    <a:pt x="6498" y="2995"/>
                  </a:cubicBezTo>
                  <a:cubicBezTo>
                    <a:pt x="4940" y="3430"/>
                    <a:pt x="3531" y="3513"/>
                    <a:pt x="2431" y="3513"/>
                  </a:cubicBezTo>
                  <a:cubicBezTo>
                    <a:pt x="2098" y="3513"/>
                    <a:pt x="1793" y="3505"/>
                    <a:pt x="1520" y="3497"/>
                  </a:cubicBezTo>
                  <a:cubicBezTo>
                    <a:pt x="1318" y="3493"/>
                    <a:pt x="1139" y="3490"/>
                    <a:pt x="981" y="3490"/>
                  </a:cubicBezTo>
                  <a:cubicBezTo>
                    <a:pt x="517" y="3490"/>
                    <a:pt x="237" y="3521"/>
                    <a:pt x="98" y="3660"/>
                  </a:cubicBezTo>
                  <a:cubicBezTo>
                    <a:pt x="33" y="3720"/>
                    <a:pt x="0" y="3801"/>
                    <a:pt x="0" y="3887"/>
                  </a:cubicBezTo>
                  <a:cubicBezTo>
                    <a:pt x="4" y="4134"/>
                    <a:pt x="114" y="4365"/>
                    <a:pt x="296" y="4527"/>
                  </a:cubicBezTo>
                  <a:cubicBezTo>
                    <a:pt x="779" y="4977"/>
                    <a:pt x="1881" y="5204"/>
                    <a:pt x="3592" y="5204"/>
                  </a:cubicBezTo>
                  <a:cubicBezTo>
                    <a:pt x="3981" y="5204"/>
                    <a:pt x="4395" y="5196"/>
                    <a:pt x="4836" y="5172"/>
                  </a:cubicBezTo>
                  <a:cubicBezTo>
                    <a:pt x="8051" y="5001"/>
                    <a:pt x="12255" y="3416"/>
                    <a:pt x="13435" y="2237"/>
                  </a:cubicBezTo>
                  <a:cubicBezTo>
                    <a:pt x="14148" y="1523"/>
                    <a:pt x="14217" y="733"/>
                    <a:pt x="13913" y="315"/>
                  </a:cubicBezTo>
                  <a:cubicBezTo>
                    <a:pt x="13782" y="139"/>
                    <a:pt x="13559" y="0"/>
                    <a:pt x="1325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" name="Google Shape;5599;p73"/>
            <p:cNvSpPr/>
            <p:nvPr/>
          </p:nvSpPr>
          <p:spPr>
            <a:xfrm>
              <a:off x="3404781" y="2234216"/>
              <a:ext cx="176313" cy="158384"/>
            </a:xfrm>
            <a:custGeom>
              <a:avLst/>
              <a:gdLst/>
              <a:ahLst/>
              <a:cxnLst/>
              <a:rect l="l" t="t" r="r" b="b"/>
              <a:pathLst>
                <a:path w="10168" h="9134" extrusionOk="0">
                  <a:moveTo>
                    <a:pt x="5082" y="1"/>
                  </a:moveTo>
                  <a:cubicBezTo>
                    <a:pt x="3097" y="1"/>
                    <a:pt x="1271" y="1306"/>
                    <a:pt x="698" y="3309"/>
                  </a:cubicBezTo>
                  <a:cubicBezTo>
                    <a:pt x="1" y="5733"/>
                    <a:pt x="1403" y="8259"/>
                    <a:pt x="3827" y="8956"/>
                  </a:cubicBezTo>
                  <a:cubicBezTo>
                    <a:pt x="4248" y="9076"/>
                    <a:pt x="4671" y="9133"/>
                    <a:pt x="5087" y="9133"/>
                  </a:cubicBezTo>
                  <a:cubicBezTo>
                    <a:pt x="7072" y="9133"/>
                    <a:pt x="8898" y="7830"/>
                    <a:pt x="9474" y="5826"/>
                  </a:cubicBezTo>
                  <a:cubicBezTo>
                    <a:pt x="10168" y="3402"/>
                    <a:pt x="8765" y="873"/>
                    <a:pt x="6345" y="179"/>
                  </a:cubicBezTo>
                  <a:cubicBezTo>
                    <a:pt x="5924" y="58"/>
                    <a:pt x="5499" y="1"/>
                    <a:pt x="5082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" name="Google Shape;5600;p73"/>
            <p:cNvSpPr/>
            <p:nvPr/>
          </p:nvSpPr>
          <p:spPr>
            <a:xfrm>
              <a:off x="2808050" y="2214830"/>
              <a:ext cx="155713" cy="155713"/>
            </a:xfrm>
            <a:custGeom>
              <a:avLst/>
              <a:gdLst/>
              <a:ahLst/>
              <a:cxnLst/>
              <a:rect l="l" t="t" r="r" b="b"/>
              <a:pathLst>
                <a:path w="8980" h="8980" extrusionOk="0">
                  <a:moveTo>
                    <a:pt x="4488" y="0"/>
                  </a:moveTo>
                  <a:cubicBezTo>
                    <a:pt x="2007" y="0"/>
                    <a:pt x="0" y="2011"/>
                    <a:pt x="0" y="4492"/>
                  </a:cubicBezTo>
                  <a:cubicBezTo>
                    <a:pt x="0" y="6969"/>
                    <a:pt x="2007" y="8979"/>
                    <a:pt x="4488" y="8979"/>
                  </a:cubicBezTo>
                  <a:cubicBezTo>
                    <a:pt x="6969" y="8979"/>
                    <a:pt x="8979" y="6969"/>
                    <a:pt x="8979" y="4492"/>
                  </a:cubicBezTo>
                  <a:cubicBezTo>
                    <a:pt x="8979" y="2011"/>
                    <a:pt x="6969" y="0"/>
                    <a:pt x="4488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79" name="组合 578"/>
          <p:cNvGrpSpPr/>
          <p:nvPr/>
        </p:nvGrpSpPr>
        <p:grpSpPr>
          <a:xfrm>
            <a:off x="5584825" y="-954405"/>
            <a:ext cx="3279140" cy="4554220"/>
            <a:chOff x="14035" y="1820"/>
            <a:chExt cx="5164" cy="7172"/>
          </a:xfrm>
        </p:grpSpPr>
        <p:grpSp>
          <p:nvGrpSpPr>
            <p:cNvPr id="2208" name="Google Shape;2208;p36"/>
            <p:cNvGrpSpPr/>
            <p:nvPr/>
          </p:nvGrpSpPr>
          <p:grpSpPr>
            <a:xfrm>
              <a:off x="15401" y="4153"/>
              <a:ext cx="1385" cy="1035"/>
              <a:chOff x="4030925" y="2186525"/>
              <a:chExt cx="944700" cy="706325"/>
            </a:xfrm>
          </p:grpSpPr>
          <p:sp>
            <p:nvSpPr>
              <p:cNvPr id="2209" name="Google Shape;2209;p36"/>
              <p:cNvSpPr/>
              <p:nvPr/>
            </p:nvSpPr>
            <p:spPr>
              <a:xfrm>
                <a:off x="4030925" y="2186525"/>
                <a:ext cx="944700" cy="281675"/>
              </a:xfrm>
              <a:custGeom>
                <a:avLst/>
                <a:gdLst/>
                <a:ahLst/>
                <a:cxnLst/>
                <a:rect l="l" t="t" r="r" b="b"/>
                <a:pathLst>
                  <a:path w="37788" h="11267" extrusionOk="0">
                    <a:moveTo>
                      <a:pt x="33327" y="1430"/>
                    </a:moveTo>
                    <a:lnTo>
                      <a:pt x="9699" y="10348"/>
                    </a:lnTo>
                    <a:lnTo>
                      <a:pt x="1770" y="6049"/>
                    </a:lnTo>
                    <a:lnTo>
                      <a:pt x="33327" y="1430"/>
                    </a:lnTo>
                    <a:close/>
                    <a:moveTo>
                      <a:pt x="37185" y="0"/>
                    </a:moveTo>
                    <a:cubicBezTo>
                      <a:pt x="37164" y="0"/>
                      <a:pt x="37142" y="1"/>
                      <a:pt x="37120" y="5"/>
                    </a:cubicBezTo>
                    <a:lnTo>
                      <a:pt x="391" y="5383"/>
                    </a:lnTo>
                    <a:cubicBezTo>
                      <a:pt x="207" y="5406"/>
                      <a:pt x="69" y="5544"/>
                      <a:pt x="23" y="5728"/>
                    </a:cubicBezTo>
                    <a:cubicBezTo>
                      <a:pt x="0" y="5912"/>
                      <a:pt x="92" y="6095"/>
                      <a:pt x="253" y="6187"/>
                    </a:cubicBezTo>
                    <a:lnTo>
                      <a:pt x="9447" y="11221"/>
                    </a:lnTo>
                    <a:lnTo>
                      <a:pt x="9653" y="11267"/>
                    </a:lnTo>
                    <a:lnTo>
                      <a:pt x="9814" y="11244"/>
                    </a:lnTo>
                    <a:lnTo>
                      <a:pt x="37327" y="855"/>
                    </a:lnTo>
                    <a:cubicBezTo>
                      <a:pt x="37788" y="679"/>
                      <a:pt x="37641" y="0"/>
                      <a:pt x="371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0" name="Google Shape;2210;p36"/>
              <p:cNvSpPr/>
              <p:nvPr/>
            </p:nvSpPr>
            <p:spPr>
              <a:xfrm>
                <a:off x="4423950" y="2187475"/>
                <a:ext cx="547625" cy="512875"/>
              </a:xfrm>
              <a:custGeom>
                <a:avLst/>
                <a:gdLst/>
                <a:ahLst/>
                <a:cxnLst/>
                <a:rect l="l" t="t" r="r" b="b"/>
                <a:pathLst>
                  <a:path w="21905" h="20515" extrusionOk="0">
                    <a:moveTo>
                      <a:pt x="19882" y="2104"/>
                    </a:moveTo>
                    <a:lnTo>
                      <a:pt x="8918" y="19572"/>
                    </a:lnTo>
                    <a:lnTo>
                      <a:pt x="1265" y="15918"/>
                    </a:lnTo>
                    <a:lnTo>
                      <a:pt x="19882" y="2104"/>
                    </a:lnTo>
                    <a:close/>
                    <a:moveTo>
                      <a:pt x="21443" y="0"/>
                    </a:moveTo>
                    <a:cubicBezTo>
                      <a:pt x="21354" y="0"/>
                      <a:pt x="21266" y="29"/>
                      <a:pt x="21192" y="81"/>
                    </a:cubicBezTo>
                    <a:lnTo>
                      <a:pt x="184" y="15688"/>
                    </a:lnTo>
                    <a:cubicBezTo>
                      <a:pt x="69" y="15780"/>
                      <a:pt x="0" y="15941"/>
                      <a:pt x="23" y="16102"/>
                    </a:cubicBezTo>
                    <a:cubicBezTo>
                      <a:pt x="23" y="16240"/>
                      <a:pt x="115" y="16378"/>
                      <a:pt x="253" y="16446"/>
                    </a:cubicBezTo>
                    <a:lnTo>
                      <a:pt x="8918" y="20515"/>
                    </a:lnTo>
                    <a:lnTo>
                      <a:pt x="9102" y="20515"/>
                    </a:lnTo>
                    <a:cubicBezTo>
                      <a:pt x="9240" y="20515"/>
                      <a:pt x="9378" y="20469"/>
                      <a:pt x="9470" y="20354"/>
                    </a:cubicBezTo>
                    <a:lnTo>
                      <a:pt x="21813" y="656"/>
                    </a:lnTo>
                    <a:cubicBezTo>
                      <a:pt x="21905" y="472"/>
                      <a:pt x="21882" y="265"/>
                      <a:pt x="21744" y="127"/>
                    </a:cubicBezTo>
                    <a:cubicBezTo>
                      <a:pt x="21656" y="40"/>
                      <a:pt x="21549" y="0"/>
                      <a:pt x="214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1" name="Google Shape;2211;p36"/>
              <p:cNvSpPr/>
              <p:nvPr/>
            </p:nvSpPr>
            <p:spPr>
              <a:xfrm>
                <a:off x="4261325" y="2186625"/>
                <a:ext cx="710825" cy="706225"/>
              </a:xfrm>
              <a:custGeom>
                <a:avLst/>
                <a:gdLst/>
                <a:ahLst/>
                <a:cxnLst/>
                <a:rect l="l" t="t" r="r" b="b"/>
                <a:pathLst>
                  <a:path w="28433" h="28249" extrusionOk="0">
                    <a:moveTo>
                      <a:pt x="25261" y="1908"/>
                    </a:moveTo>
                    <a:lnTo>
                      <a:pt x="6689" y="15699"/>
                    </a:lnTo>
                    <a:cubicBezTo>
                      <a:pt x="6620" y="15745"/>
                      <a:pt x="6551" y="15837"/>
                      <a:pt x="6528" y="15929"/>
                    </a:cubicBezTo>
                    <a:lnTo>
                      <a:pt x="3196" y="25973"/>
                    </a:lnTo>
                    <a:lnTo>
                      <a:pt x="920" y="11102"/>
                    </a:lnTo>
                    <a:lnTo>
                      <a:pt x="25261" y="1908"/>
                    </a:lnTo>
                    <a:close/>
                    <a:moveTo>
                      <a:pt x="27953" y="1"/>
                    </a:moveTo>
                    <a:cubicBezTo>
                      <a:pt x="27906" y="1"/>
                      <a:pt x="27859" y="8"/>
                      <a:pt x="27812" y="24"/>
                    </a:cubicBezTo>
                    <a:lnTo>
                      <a:pt x="300" y="10436"/>
                    </a:lnTo>
                    <a:cubicBezTo>
                      <a:pt x="116" y="10504"/>
                      <a:pt x="1" y="10711"/>
                      <a:pt x="24" y="10895"/>
                    </a:cubicBezTo>
                    <a:lnTo>
                      <a:pt x="2621" y="27881"/>
                    </a:lnTo>
                    <a:cubicBezTo>
                      <a:pt x="2644" y="28065"/>
                      <a:pt x="2805" y="28226"/>
                      <a:pt x="3012" y="28249"/>
                    </a:cubicBezTo>
                    <a:lnTo>
                      <a:pt x="3058" y="28249"/>
                    </a:lnTo>
                    <a:cubicBezTo>
                      <a:pt x="3242" y="28249"/>
                      <a:pt x="3402" y="28111"/>
                      <a:pt x="3448" y="27927"/>
                    </a:cubicBezTo>
                    <a:lnTo>
                      <a:pt x="7310" y="16297"/>
                    </a:lnTo>
                    <a:lnTo>
                      <a:pt x="28226" y="782"/>
                    </a:lnTo>
                    <a:cubicBezTo>
                      <a:pt x="28387" y="667"/>
                      <a:pt x="28433" y="414"/>
                      <a:pt x="28341" y="230"/>
                    </a:cubicBezTo>
                    <a:cubicBezTo>
                      <a:pt x="28269" y="88"/>
                      <a:pt x="28115" y="1"/>
                      <a:pt x="279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2" name="Google Shape;2212;p36"/>
              <p:cNvSpPr/>
              <p:nvPr/>
            </p:nvSpPr>
            <p:spPr>
              <a:xfrm>
                <a:off x="4325700" y="2577225"/>
                <a:ext cx="236750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9470" h="12625" extrusionOk="0">
                    <a:moveTo>
                      <a:pt x="4620" y="1017"/>
                    </a:moveTo>
                    <a:lnTo>
                      <a:pt x="8343" y="2764"/>
                    </a:lnTo>
                    <a:lnTo>
                      <a:pt x="1540" y="10395"/>
                    </a:lnTo>
                    <a:lnTo>
                      <a:pt x="4620" y="1017"/>
                    </a:lnTo>
                    <a:close/>
                    <a:moveTo>
                      <a:pt x="4379" y="0"/>
                    </a:moveTo>
                    <a:cubicBezTo>
                      <a:pt x="4321" y="0"/>
                      <a:pt x="4264" y="18"/>
                      <a:pt x="4206" y="52"/>
                    </a:cubicBezTo>
                    <a:cubicBezTo>
                      <a:pt x="4091" y="98"/>
                      <a:pt x="3999" y="190"/>
                      <a:pt x="3953" y="305"/>
                    </a:cubicBezTo>
                    <a:lnTo>
                      <a:pt x="69" y="12050"/>
                    </a:lnTo>
                    <a:cubicBezTo>
                      <a:pt x="0" y="12257"/>
                      <a:pt x="92" y="12464"/>
                      <a:pt x="276" y="12579"/>
                    </a:cubicBezTo>
                    <a:lnTo>
                      <a:pt x="483" y="12625"/>
                    </a:lnTo>
                    <a:cubicBezTo>
                      <a:pt x="598" y="12625"/>
                      <a:pt x="713" y="12579"/>
                      <a:pt x="781" y="12487"/>
                    </a:cubicBezTo>
                    <a:lnTo>
                      <a:pt x="9355" y="2925"/>
                    </a:lnTo>
                    <a:cubicBezTo>
                      <a:pt x="9424" y="2810"/>
                      <a:pt x="9470" y="2672"/>
                      <a:pt x="9470" y="2534"/>
                    </a:cubicBezTo>
                    <a:cubicBezTo>
                      <a:pt x="9447" y="2396"/>
                      <a:pt x="9332" y="2304"/>
                      <a:pt x="9217" y="2259"/>
                    </a:cubicBezTo>
                    <a:lnTo>
                      <a:pt x="4551" y="52"/>
                    </a:lnTo>
                    <a:cubicBezTo>
                      <a:pt x="4493" y="18"/>
                      <a:pt x="4436" y="0"/>
                      <a:pt x="4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61" name="Google Shape;4561;p69"/>
            <p:cNvSpPr/>
            <p:nvPr/>
          </p:nvSpPr>
          <p:spPr>
            <a:xfrm>
              <a:off x="14035" y="1820"/>
              <a:ext cx="5165" cy="7172"/>
            </a:xfrm>
            <a:custGeom>
              <a:avLst/>
              <a:gdLst/>
              <a:ahLst/>
              <a:cxnLst/>
              <a:rect l="l" t="t" r="r" b="b"/>
              <a:pathLst>
                <a:path w="92138" h="127940" extrusionOk="0">
                  <a:moveTo>
                    <a:pt x="85073" y="0"/>
                  </a:moveTo>
                  <a:cubicBezTo>
                    <a:pt x="85013" y="0"/>
                    <a:pt x="84958" y="40"/>
                    <a:pt x="84958" y="108"/>
                  </a:cubicBezTo>
                  <a:cubicBezTo>
                    <a:pt x="84899" y="167"/>
                    <a:pt x="84919" y="266"/>
                    <a:pt x="84998" y="326"/>
                  </a:cubicBezTo>
                  <a:cubicBezTo>
                    <a:pt x="85573" y="603"/>
                    <a:pt x="86128" y="940"/>
                    <a:pt x="86644" y="1337"/>
                  </a:cubicBezTo>
                  <a:lnTo>
                    <a:pt x="86743" y="1337"/>
                  </a:lnTo>
                  <a:cubicBezTo>
                    <a:pt x="86783" y="1337"/>
                    <a:pt x="86842" y="1317"/>
                    <a:pt x="86882" y="1297"/>
                  </a:cubicBezTo>
                  <a:cubicBezTo>
                    <a:pt x="86922" y="1218"/>
                    <a:pt x="86902" y="1119"/>
                    <a:pt x="86842" y="1059"/>
                  </a:cubicBezTo>
                  <a:cubicBezTo>
                    <a:pt x="86307" y="663"/>
                    <a:pt x="85732" y="326"/>
                    <a:pt x="85157" y="28"/>
                  </a:cubicBezTo>
                  <a:cubicBezTo>
                    <a:pt x="85131" y="9"/>
                    <a:pt x="85102" y="0"/>
                    <a:pt x="85073" y="0"/>
                  </a:cubicBezTo>
                  <a:close/>
                  <a:moveTo>
                    <a:pt x="88675" y="2762"/>
                  </a:moveTo>
                  <a:cubicBezTo>
                    <a:pt x="88636" y="2762"/>
                    <a:pt x="88595" y="2777"/>
                    <a:pt x="88568" y="2805"/>
                  </a:cubicBezTo>
                  <a:cubicBezTo>
                    <a:pt x="88488" y="2844"/>
                    <a:pt x="88488" y="2963"/>
                    <a:pt x="88548" y="3023"/>
                  </a:cubicBezTo>
                  <a:cubicBezTo>
                    <a:pt x="88984" y="3499"/>
                    <a:pt x="89381" y="4014"/>
                    <a:pt x="89738" y="4570"/>
                  </a:cubicBezTo>
                  <a:cubicBezTo>
                    <a:pt x="89777" y="4609"/>
                    <a:pt x="89817" y="4629"/>
                    <a:pt x="89877" y="4629"/>
                  </a:cubicBezTo>
                  <a:lnTo>
                    <a:pt x="89956" y="4609"/>
                  </a:lnTo>
                  <a:cubicBezTo>
                    <a:pt x="90035" y="4550"/>
                    <a:pt x="90055" y="4451"/>
                    <a:pt x="89996" y="4371"/>
                  </a:cubicBezTo>
                  <a:cubicBezTo>
                    <a:pt x="89658" y="3816"/>
                    <a:pt x="89242" y="3300"/>
                    <a:pt x="88786" y="2824"/>
                  </a:cubicBezTo>
                  <a:cubicBezTo>
                    <a:pt x="88765" y="2782"/>
                    <a:pt x="88721" y="2762"/>
                    <a:pt x="88675" y="2762"/>
                  </a:cubicBezTo>
                  <a:close/>
                  <a:moveTo>
                    <a:pt x="91110" y="6597"/>
                  </a:moveTo>
                  <a:cubicBezTo>
                    <a:pt x="91089" y="6597"/>
                    <a:pt x="91068" y="6602"/>
                    <a:pt x="91047" y="6612"/>
                  </a:cubicBezTo>
                  <a:cubicBezTo>
                    <a:pt x="90967" y="6632"/>
                    <a:pt x="90908" y="6731"/>
                    <a:pt x="90947" y="6810"/>
                  </a:cubicBezTo>
                  <a:cubicBezTo>
                    <a:pt x="91185" y="7425"/>
                    <a:pt x="91384" y="8040"/>
                    <a:pt x="91523" y="8675"/>
                  </a:cubicBezTo>
                  <a:cubicBezTo>
                    <a:pt x="91542" y="8754"/>
                    <a:pt x="91622" y="8794"/>
                    <a:pt x="91701" y="8794"/>
                  </a:cubicBezTo>
                  <a:lnTo>
                    <a:pt x="91721" y="8794"/>
                  </a:lnTo>
                  <a:cubicBezTo>
                    <a:pt x="91800" y="8774"/>
                    <a:pt x="91860" y="8694"/>
                    <a:pt x="91840" y="8595"/>
                  </a:cubicBezTo>
                  <a:cubicBezTo>
                    <a:pt x="91681" y="7941"/>
                    <a:pt x="91483" y="7306"/>
                    <a:pt x="91245" y="6692"/>
                  </a:cubicBezTo>
                  <a:cubicBezTo>
                    <a:pt x="91216" y="6633"/>
                    <a:pt x="91166" y="6597"/>
                    <a:pt x="91110" y="6597"/>
                  </a:cubicBezTo>
                  <a:close/>
                  <a:moveTo>
                    <a:pt x="91959" y="11054"/>
                  </a:moveTo>
                  <a:cubicBezTo>
                    <a:pt x="91879" y="11054"/>
                    <a:pt x="91800" y="11114"/>
                    <a:pt x="91780" y="11213"/>
                  </a:cubicBezTo>
                  <a:cubicBezTo>
                    <a:pt x="91800" y="11848"/>
                    <a:pt x="91741" y="12502"/>
                    <a:pt x="91622" y="13137"/>
                  </a:cubicBezTo>
                  <a:cubicBezTo>
                    <a:pt x="91622" y="13236"/>
                    <a:pt x="91681" y="13315"/>
                    <a:pt x="91760" y="13335"/>
                  </a:cubicBezTo>
                  <a:lnTo>
                    <a:pt x="91800" y="13335"/>
                  </a:lnTo>
                  <a:cubicBezTo>
                    <a:pt x="91879" y="13335"/>
                    <a:pt x="91939" y="13275"/>
                    <a:pt x="91939" y="13196"/>
                  </a:cubicBezTo>
                  <a:cubicBezTo>
                    <a:pt x="92058" y="12542"/>
                    <a:pt x="92117" y="11887"/>
                    <a:pt x="92137" y="11233"/>
                  </a:cubicBezTo>
                  <a:cubicBezTo>
                    <a:pt x="92137" y="11134"/>
                    <a:pt x="92058" y="11054"/>
                    <a:pt x="91959" y="11054"/>
                  </a:cubicBezTo>
                  <a:close/>
                  <a:moveTo>
                    <a:pt x="91092" y="15504"/>
                  </a:moveTo>
                  <a:cubicBezTo>
                    <a:pt x="91027" y="15504"/>
                    <a:pt x="90963" y="15554"/>
                    <a:pt x="90947" y="15616"/>
                  </a:cubicBezTo>
                  <a:cubicBezTo>
                    <a:pt x="90709" y="16211"/>
                    <a:pt x="90432" y="16786"/>
                    <a:pt x="90134" y="17381"/>
                  </a:cubicBezTo>
                  <a:cubicBezTo>
                    <a:pt x="90095" y="17460"/>
                    <a:pt x="90114" y="17539"/>
                    <a:pt x="90174" y="17599"/>
                  </a:cubicBezTo>
                  <a:lnTo>
                    <a:pt x="90253" y="17599"/>
                  </a:lnTo>
                  <a:cubicBezTo>
                    <a:pt x="90313" y="17599"/>
                    <a:pt x="90372" y="17579"/>
                    <a:pt x="90412" y="17519"/>
                  </a:cubicBezTo>
                  <a:cubicBezTo>
                    <a:pt x="90729" y="16944"/>
                    <a:pt x="91007" y="16349"/>
                    <a:pt x="91245" y="15735"/>
                  </a:cubicBezTo>
                  <a:cubicBezTo>
                    <a:pt x="91265" y="15635"/>
                    <a:pt x="91245" y="15536"/>
                    <a:pt x="91146" y="15516"/>
                  </a:cubicBezTo>
                  <a:cubicBezTo>
                    <a:pt x="91128" y="15508"/>
                    <a:pt x="91110" y="15504"/>
                    <a:pt x="91092" y="15504"/>
                  </a:cubicBezTo>
                  <a:close/>
                  <a:moveTo>
                    <a:pt x="88856" y="19462"/>
                  </a:moveTo>
                  <a:cubicBezTo>
                    <a:pt x="88802" y="19462"/>
                    <a:pt x="88752" y="19484"/>
                    <a:pt x="88726" y="19522"/>
                  </a:cubicBezTo>
                  <a:cubicBezTo>
                    <a:pt x="88330" y="20018"/>
                    <a:pt x="87893" y="20514"/>
                    <a:pt x="87457" y="20990"/>
                  </a:cubicBezTo>
                  <a:cubicBezTo>
                    <a:pt x="87378" y="21049"/>
                    <a:pt x="87378" y="21168"/>
                    <a:pt x="87457" y="21208"/>
                  </a:cubicBezTo>
                  <a:lnTo>
                    <a:pt x="87576" y="21267"/>
                  </a:lnTo>
                  <a:lnTo>
                    <a:pt x="87675" y="21208"/>
                  </a:lnTo>
                  <a:cubicBezTo>
                    <a:pt x="88131" y="20752"/>
                    <a:pt x="88568" y="20256"/>
                    <a:pt x="88964" y="19721"/>
                  </a:cubicBezTo>
                  <a:cubicBezTo>
                    <a:pt x="89024" y="19661"/>
                    <a:pt x="89004" y="19542"/>
                    <a:pt x="88944" y="19483"/>
                  </a:cubicBezTo>
                  <a:cubicBezTo>
                    <a:pt x="88916" y="19469"/>
                    <a:pt x="88886" y="19462"/>
                    <a:pt x="88856" y="19462"/>
                  </a:cubicBezTo>
                  <a:close/>
                  <a:moveTo>
                    <a:pt x="85625" y="22735"/>
                  </a:moveTo>
                  <a:cubicBezTo>
                    <a:pt x="85601" y="22735"/>
                    <a:pt x="85577" y="22741"/>
                    <a:pt x="85553" y="22755"/>
                  </a:cubicBezTo>
                  <a:cubicBezTo>
                    <a:pt x="85057" y="23151"/>
                    <a:pt x="84522" y="23548"/>
                    <a:pt x="83987" y="23925"/>
                  </a:cubicBezTo>
                  <a:cubicBezTo>
                    <a:pt x="83907" y="23965"/>
                    <a:pt x="83887" y="24084"/>
                    <a:pt x="83967" y="24143"/>
                  </a:cubicBezTo>
                  <a:cubicBezTo>
                    <a:pt x="83987" y="24183"/>
                    <a:pt x="84026" y="24222"/>
                    <a:pt x="84086" y="24222"/>
                  </a:cubicBezTo>
                  <a:lnTo>
                    <a:pt x="84185" y="24183"/>
                  </a:lnTo>
                  <a:cubicBezTo>
                    <a:pt x="84720" y="23826"/>
                    <a:pt x="85256" y="23429"/>
                    <a:pt x="85771" y="22993"/>
                  </a:cubicBezTo>
                  <a:cubicBezTo>
                    <a:pt x="85837" y="22878"/>
                    <a:pt x="85739" y="22735"/>
                    <a:pt x="85625" y="22735"/>
                  </a:cubicBezTo>
                  <a:close/>
                  <a:moveTo>
                    <a:pt x="81855" y="25254"/>
                  </a:moveTo>
                  <a:cubicBezTo>
                    <a:pt x="81829" y="25254"/>
                    <a:pt x="81805" y="25260"/>
                    <a:pt x="81785" y="25273"/>
                  </a:cubicBezTo>
                  <a:lnTo>
                    <a:pt x="81706" y="25273"/>
                  </a:lnTo>
                  <a:lnTo>
                    <a:pt x="80020" y="26106"/>
                  </a:lnTo>
                  <a:cubicBezTo>
                    <a:pt x="79834" y="26144"/>
                    <a:pt x="79893" y="26407"/>
                    <a:pt x="80064" y="26407"/>
                  </a:cubicBezTo>
                  <a:cubicBezTo>
                    <a:pt x="80075" y="26407"/>
                    <a:pt x="80087" y="26406"/>
                    <a:pt x="80100" y="26404"/>
                  </a:cubicBezTo>
                  <a:lnTo>
                    <a:pt x="80159" y="26424"/>
                  </a:lnTo>
                  <a:lnTo>
                    <a:pt x="81845" y="25611"/>
                  </a:lnTo>
                  <a:lnTo>
                    <a:pt x="81924" y="25551"/>
                  </a:lnTo>
                  <a:cubicBezTo>
                    <a:pt x="82023" y="25531"/>
                    <a:pt x="82043" y="25412"/>
                    <a:pt x="82003" y="25333"/>
                  </a:cubicBezTo>
                  <a:cubicBezTo>
                    <a:pt x="81964" y="25280"/>
                    <a:pt x="81907" y="25254"/>
                    <a:pt x="81855" y="25254"/>
                  </a:cubicBezTo>
                  <a:close/>
                  <a:moveTo>
                    <a:pt x="77650" y="27033"/>
                  </a:moveTo>
                  <a:cubicBezTo>
                    <a:pt x="77634" y="27033"/>
                    <a:pt x="77618" y="27035"/>
                    <a:pt x="77601" y="27038"/>
                  </a:cubicBezTo>
                  <a:cubicBezTo>
                    <a:pt x="77026" y="27257"/>
                    <a:pt x="76391" y="27455"/>
                    <a:pt x="75757" y="27653"/>
                  </a:cubicBezTo>
                  <a:cubicBezTo>
                    <a:pt x="75677" y="27693"/>
                    <a:pt x="75638" y="27772"/>
                    <a:pt x="75657" y="27851"/>
                  </a:cubicBezTo>
                  <a:cubicBezTo>
                    <a:pt x="75657" y="27931"/>
                    <a:pt x="75737" y="27990"/>
                    <a:pt x="75796" y="27990"/>
                  </a:cubicBezTo>
                  <a:lnTo>
                    <a:pt x="75856" y="27970"/>
                  </a:lnTo>
                  <a:lnTo>
                    <a:pt x="77720" y="27376"/>
                  </a:lnTo>
                  <a:cubicBezTo>
                    <a:pt x="77819" y="27316"/>
                    <a:pt x="77859" y="27237"/>
                    <a:pt x="77819" y="27138"/>
                  </a:cubicBezTo>
                  <a:cubicBezTo>
                    <a:pt x="77786" y="27072"/>
                    <a:pt x="77726" y="27033"/>
                    <a:pt x="77650" y="27033"/>
                  </a:cubicBezTo>
                  <a:close/>
                  <a:moveTo>
                    <a:pt x="73289" y="28343"/>
                  </a:moveTo>
                  <a:cubicBezTo>
                    <a:pt x="73279" y="28343"/>
                    <a:pt x="73268" y="28345"/>
                    <a:pt x="73258" y="28347"/>
                  </a:cubicBezTo>
                  <a:lnTo>
                    <a:pt x="71374" y="28823"/>
                  </a:lnTo>
                  <a:cubicBezTo>
                    <a:pt x="71275" y="28843"/>
                    <a:pt x="71215" y="28942"/>
                    <a:pt x="71235" y="29022"/>
                  </a:cubicBezTo>
                  <a:cubicBezTo>
                    <a:pt x="71252" y="29090"/>
                    <a:pt x="71299" y="29144"/>
                    <a:pt x="71363" y="29144"/>
                  </a:cubicBezTo>
                  <a:cubicBezTo>
                    <a:pt x="71373" y="29144"/>
                    <a:pt x="71383" y="29143"/>
                    <a:pt x="71394" y="29141"/>
                  </a:cubicBezTo>
                  <a:lnTo>
                    <a:pt x="71433" y="29141"/>
                  </a:lnTo>
                  <a:lnTo>
                    <a:pt x="73317" y="28684"/>
                  </a:lnTo>
                  <a:cubicBezTo>
                    <a:pt x="73416" y="28665"/>
                    <a:pt x="73456" y="28565"/>
                    <a:pt x="73456" y="28486"/>
                  </a:cubicBezTo>
                  <a:cubicBezTo>
                    <a:pt x="73439" y="28400"/>
                    <a:pt x="73361" y="28343"/>
                    <a:pt x="73289" y="28343"/>
                  </a:cubicBezTo>
                  <a:close/>
                  <a:moveTo>
                    <a:pt x="68816" y="29398"/>
                  </a:moveTo>
                  <a:lnTo>
                    <a:pt x="66912" y="29815"/>
                  </a:lnTo>
                  <a:cubicBezTo>
                    <a:pt x="66813" y="29835"/>
                    <a:pt x="66753" y="29934"/>
                    <a:pt x="66773" y="30013"/>
                  </a:cubicBezTo>
                  <a:cubicBezTo>
                    <a:pt x="66790" y="30082"/>
                    <a:pt x="66837" y="30136"/>
                    <a:pt x="66901" y="30136"/>
                  </a:cubicBezTo>
                  <a:cubicBezTo>
                    <a:pt x="66911" y="30136"/>
                    <a:pt x="66921" y="30135"/>
                    <a:pt x="66932" y="30132"/>
                  </a:cubicBezTo>
                  <a:lnTo>
                    <a:pt x="66971" y="30132"/>
                  </a:lnTo>
                  <a:lnTo>
                    <a:pt x="68895" y="29716"/>
                  </a:lnTo>
                  <a:cubicBezTo>
                    <a:pt x="68974" y="29716"/>
                    <a:pt x="69034" y="29616"/>
                    <a:pt x="69014" y="29517"/>
                  </a:cubicBezTo>
                  <a:cubicBezTo>
                    <a:pt x="68974" y="29438"/>
                    <a:pt x="68895" y="29398"/>
                    <a:pt x="68816" y="29398"/>
                  </a:cubicBezTo>
                  <a:close/>
                  <a:moveTo>
                    <a:pt x="64396" y="30405"/>
                  </a:moveTo>
                  <a:cubicBezTo>
                    <a:pt x="64381" y="30405"/>
                    <a:pt x="64367" y="30406"/>
                    <a:pt x="64354" y="30410"/>
                  </a:cubicBezTo>
                  <a:lnTo>
                    <a:pt x="64135" y="30469"/>
                  </a:lnTo>
                  <a:lnTo>
                    <a:pt x="62470" y="30886"/>
                  </a:lnTo>
                  <a:cubicBezTo>
                    <a:pt x="62370" y="30886"/>
                    <a:pt x="62311" y="30985"/>
                    <a:pt x="62351" y="31084"/>
                  </a:cubicBezTo>
                  <a:cubicBezTo>
                    <a:pt x="62351" y="31163"/>
                    <a:pt x="62410" y="31203"/>
                    <a:pt x="62489" y="31203"/>
                  </a:cubicBezTo>
                  <a:lnTo>
                    <a:pt x="62549" y="31183"/>
                  </a:lnTo>
                  <a:lnTo>
                    <a:pt x="64195" y="30787"/>
                  </a:lnTo>
                  <a:lnTo>
                    <a:pt x="64433" y="30707"/>
                  </a:lnTo>
                  <a:cubicBezTo>
                    <a:pt x="64512" y="30707"/>
                    <a:pt x="64572" y="30608"/>
                    <a:pt x="64552" y="30509"/>
                  </a:cubicBezTo>
                  <a:cubicBezTo>
                    <a:pt x="64535" y="30443"/>
                    <a:pt x="64465" y="30405"/>
                    <a:pt x="64396" y="30405"/>
                  </a:cubicBezTo>
                  <a:close/>
                  <a:moveTo>
                    <a:pt x="59994" y="31567"/>
                  </a:moveTo>
                  <a:cubicBezTo>
                    <a:pt x="59974" y="31567"/>
                    <a:pt x="59952" y="31571"/>
                    <a:pt x="59931" y="31580"/>
                  </a:cubicBezTo>
                  <a:lnTo>
                    <a:pt x="58087" y="32195"/>
                  </a:lnTo>
                  <a:cubicBezTo>
                    <a:pt x="57988" y="32234"/>
                    <a:pt x="57948" y="32333"/>
                    <a:pt x="57988" y="32413"/>
                  </a:cubicBezTo>
                  <a:cubicBezTo>
                    <a:pt x="57988" y="32478"/>
                    <a:pt x="58042" y="32517"/>
                    <a:pt x="58095" y="32517"/>
                  </a:cubicBezTo>
                  <a:cubicBezTo>
                    <a:pt x="58106" y="32517"/>
                    <a:pt x="58116" y="32515"/>
                    <a:pt x="58127" y="32512"/>
                  </a:cubicBezTo>
                  <a:lnTo>
                    <a:pt x="58186" y="32512"/>
                  </a:lnTo>
                  <a:lnTo>
                    <a:pt x="60030" y="31897"/>
                  </a:lnTo>
                  <a:cubicBezTo>
                    <a:pt x="60110" y="31877"/>
                    <a:pt x="60149" y="31778"/>
                    <a:pt x="60129" y="31699"/>
                  </a:cubicBezTo>
                  <a:cubicBezTo>
                    <a:pt x="60129" y="31621"/>
                    <a:pt x="60068" y="31567"/>
                    <a:pt x="59994" y="31567"/>
                  </a:cubicBezTo>
                  <a:close/>
                  <a:moveTo>
                    <a:pt x="55702" y="33154"/>
                  </a:moveTo>
                  <a:cubicBezTo>
                    <a:pt x="55683" y="33154"/>
                    <a:pt x="55665" y="33158"/>
                    <a:pt x="55648" y="33166"/>
                  </a:cubicBezTo>
                  <a:cubicBezTo>
                    <a:pt x="55033" y="33444"/>
                    <a:pt x="54438" y="33741"/>
                    <a:pt x="53863" y="34039"/>
                  </a:cubicBezTo>
                  <a:cubicBezTo>
                    <a:pt x="53783" y="34059"/>
                    <a:pt x="53744" y="34158"/>
                    <a:pt x="53783" y="34237"/>
                  </a:cubicBezTo>
                  <a:cubicBezTo>
                    <a:pt x="53803" y="34297"/>
                    <a:pt x="53863" y="34336"/>
                    <a:pt x="53942" y="34336"/>
                  </a:cubicBezTo>
                  <a:lnTo>
                    <a:pt x="54021" y="34316"/>
                  </a:lnTo>
                  <a:lnTo>
                    <a:pt x="55767" y="33464"/>
                  </a:lnTo>
                  <a:cubicBezTo>
                    <a:pt x="55846" y="33424"/>
                    <a:pt x="55886" y="33345"/>
                    <a:pt x="55846" y="33265"/>
                  </a:cubicBezTo>
                  <a:cubicBezTo>
                    <a:pt x="55830" y="33203"/>
                    <a:pt x="55767" y="33154"/>
                    <a:pt x="55702" y="33154"/>
                  </a:cubicBezTo>
                  <a:close/>
                  <a:moveTo>
                    <a:pt x="51683" y="35303"/>
                  </a:moveTo>
                  <a:cubicBezTo>
                    <a:pt x="51654" y="35303"/>
                    <a:pt x="51626" y="35316"/>
                    <a:pt x="51602" y="35348"/>
                  </a:cubicBezTo>
                  <a:cubicBezTo>
                    <a:pt x="51047" y="35705"/>
                    <a:pt x="50511" y="36081"/>
                    <a:pt x="49996" y="36518"/>
                  </a:cubicBezTo>
                  <a:cubicBezTo>
                    <a:pt x="49916" y="36557"/>
                    <a:pt x="49916" y="36676"/>
                    <a:pt x="49976" y="36736"/>
                  </a:cubicBezTo>
                  <a:lnTo>
                    <a:pt x="50095" y="36795"/>
                  </a:lnTo>
                  <a:lnTo>
                    <a:pt x="50194" y="36756"/>
                  </a:lnTo>
                  <a:cubicBezTo>
                    <a:pt x="50690" y="36359"/>
                    <a:pt x="51245" y="36002"/>
                    <a:pt x="51780" y="35625"/>
                  </a:cubicBezTo>
                  <a:cubicBezTo>
                    <a:pt x="51960" y="35593"/>
                    <a:pt x="51816" y="35303"/>
                    <a:pt x="51683" y="35303"/>
                  </a:cubicBezTo>
                  <a:close/>
                  <a:moveTo>
                    <a:pt x="48182" y="38228"/>
                  </a:moveTo>
                  <a:cubicBezTo>
                    <a:pt x="48145" y="38228"/>
                    <a:pt x="48106" y="38244"/>
                    <a:pt x="48072" y="38283"/>
                  </a:cubicBezTo>
                  <a:lnTo>
                    <a:pt x="47775" y="38580"/>
                  </a:lnTo>
                  <a:cubicBezTo>
                    <a:pt x="47418" y="38937"/>
                    <a:pt x="47100" y="39334"/>
                    <a:pt x="46783" y="39770"/>
                  </a:cubicBezTo>
                  <a:cubicBezTo>
                    <a:pt x="46704" y="39830"/>
                    <a:pt x="46723" y="39929"/>
                    <a:pt x="46803" y="39988"/>
                  </a:cubicBezTo>
                  <a:lnTo>
                    <a:pt x="46902" y="40028"/>
                  </a:lnTo>
                  <a:cubicBezTo>
                    <a:pt x="46942" y="40028"/>
                    <a:pt x="47001" y="40008"/>
                    <a:pt x="47021" y="39968"/>
                  </a:cubicBezTo>
                  <a:cubicBezTo>
                    <a:pt x="47338" y="39572"/>
                    <a:pt x="47675" y="39175"/>
                    <a:pt x="48013" y="38798"/>
                  </a:cubicBezTo>
                  <a:lnTo>
                    <a:pt x="48290" y="38501"/>
                  </a:lnTo>
                  <a:cubicBezTo>
                    <a:pt x="48395" y="38381"/>
                    <a:pt x="48296" y="38228"/>
                    <a:pt x="48182" y="38228"/>
                  </a:cubicBezTo>
                  <a:close/>
                  <a:moveTo>
                    <a:pt x="45430" y="41892"/>
                  </a:moveTo>
                  <a:cubicBezTo>
                    <a:pt x="45373" y="41892"/>
                    <a:pt x="45315" y="41918"/>
                    <a:pt x="45276" y="41971"/>
                  </a:cubicBezTo>
                  <a:cubicBezTo>
                    <a:pt x="44958" y="42546"/>
                    <a:pt x="44661" y="43122"/>
                    <a:pt x="44383" y="43716"/>
                  </a:cubicBezTo>
                  <a:cubicBezTo>
                    <a:pt x="44364" y="43796"/>
                    <a:pt x="44383" y="43895"/>
                    <a:pt x="44463" y="43935"/>
                  </a:cubicBezTo>
                  <a:lnTo>
                    <a:pt x="44542" y="43935"/>
                  </a:lnTo>
                  <a:cubicBezTo>
                    <a:pt x="44602" y="43935"/>
                    <a:pt x="44661" y="43895"/>
                    <a:pt x="44701" y="43855"/>
                  </a:cubicBezTo>
                  <a:cubicBezTo>
                    <a:pt x="44958" y="43260"/>
                    <a:pt x="45256" y="42685"/>
                    <a:pt x="45593" y="42150"/>
                  </a:cubicBezTo>
                  <a:cubicBezTo>
                    <a:pt x="45633" y="42051"/>
                    <a:pt x="45613" y="41952"/>
                    <a:pt x="45514" y="41912"/>
                  </a:cubicBezTo>
                  <a:cubicBezTo>
                    <a:pt x="45487" y="41899"/>
                    <a:pt x="45459" y="41892"/>
                    <a:pt x="45430" y="41892"/>
                  </a:cubicBezTo>
                  <a:close/>
                  <a:moveTo>
                    <a:pt x="43607" y="46032"/>
                  </a:moveTo>
                  <a:cubicBezTo>
                    <a:pt x="43538" y="46032"/>
                    <a:pt x="43464" y="46070"/>
                    <a:pt x="43431" y="46136"/>
                  </a:cubicBezTo>
                  <a:cubicBezTo>
                    <a:pt x="43233" y="46751"/>
                    <a:pt x="43055" y="47365"/>
                    <a:pt x="42876" y="48040"/>
                  </a:cubicBezTo>
                  <a:cubicBezTo>
                    <a:pt x="42876" y="48119"/>
                    <a:pt x="42936" y="48198"/>
                    <a:pt x="43015" y="48238"/>
                  </a:cubicBezTo>
                  <a:lnTo>
                    <a:pt x="43055" y="48238"/>
                  </a:lnTo>
                  <a:cubicBezTo>
                    <a:pt x="43134" y="48238"/>
                    <a:pt x="43194" y="48179"/>
                    <a:pt x="43213" y="48119"/>
                  </a:cubicBezTo>
                  <a:cubicBezTo>
                    <a:pt x="43372" y="47465"/>
                    <a:pt x="43550" y="46850"/>
                    <a:pt x="43749" y="46235"/>
                  </a:cubicBezTo>
                  <a:cubicBezTo>
                    <a:pt x="43769" y="46156"/>
                    <a:pt x="43729" y="46057"/>
                    <a:pt x="43650" y="46037"/>
                  </a:cubicBezTo>
                  <a:cubicBezTo>
                    <a:pt x="43636" y="46033"/>
                    <a:pt x="43622" y="46032"/>
                    <a:pt x="43607" y="46032"/>
                  </a:cubicBezTo>
                  <a:close/>
                  <a:moveTo>
                    <a:pt x="42528" y="50475"/>
                  </a:moveTo>
                  <a:cubicBezTo>
                    <a:pt x="42460" y="50475"/>
                    <a:pt x="42398" y="50529"/>
                    <a:pt x="42380" y="50598"/>
                  </a:cubicBezTo>
                  <a:cubicBezTo>
                    <a:pt x="42281" y="51233"/>
                    <a:pt x="42182" y="51887"/>
                    <a:pt x="42142" y="52561"/>
                  </a:cubicBezTo>
                  <a:cubicBezTo>
                    <a:pt x="42123" y="52641"/>
                    <a:pt x="42202" y="52720"/>
                    <a:pt x="42281" y="52720"/>
                  </a:cubicBezTo>
                  <a:cubicBezTo>
                    <a:pt x="42380" y="52720"/>
                    <a:pt x="42460" y="52680"/>
                    <a:pt x="42460" y="52581"/>
                  </a:cubicBezTo>
                  <a:cubicBezTo>
                    <a:pt x="42539" y="51927"/>
                    <a:pt x="42618" y="51292"/>
                    <a:pt x="42718" y="50638"/>
                  </a:cubicBezTo>
                  <a:cubicBezTo>
                    <a:pt x="42718" y="50558"/>
                    <a:pt x="42638" y="50479"/>
                    <a:pt x="42559" y="50479"/>
                  </a:cubicBezTo>
                  <a:cubicBezTo>
                    <a:pt x="42548" y="50476"/>
                    <a:pt x="42538" y="50475"/>
                    <a:pt x="42528" y="50475"/>
                  </a:cubicBezTo>
                  <a:close/>
                  <a:moveTo>
                    <a:pt x="42142" y="55000"/>
                  </a:moveTo>
                  <a:cubicBezTo>
                    <a:pt x="42063" y="55000"/>
                    <a:pt x="41964" y="55080"/>
                    <a:pt x="41964" y="55159"/>
                  </a:cubicBezTo>
                  <a:lnTo>
                    <a:pt x="41964" y="57142"/>
                  </a:lnTo>
                  <a:cubicBezTo>
                    <a:pt x="41964" y="57222"/>
                    <a:pt x="42023" y="57281"/>
                    <a:pt x="42123" y="57281"/>
                  </a:cubicBezTo>
                  <a:cubicBezTo>
                    <a:pt x="42202" y="57281"/>
                    <a:pt x="42281" y="57202"/>
                    <a:pt x="42281" y="57122"/>
                  </a:cubicBezTo>
                  <a:lnTo>
                    <a:pt x="42281" y="55179"/>
                  </a:lnTo>
                  <a:cubicBezTo>
                    <a:pt x="42301" y="55080"/>
                    <a:pt x="42222" y="55000"/>
                    <a:pt x="42142" y="55000"/>
                  </a:cubicBezTo>
                  <a:close/>
                  <a:moveTo>
                    <a:pt x="42221" y="59619"/>
                  </a:moveTo>
                  <a:cubicBezTo>
                    <a:pt x="42152" y="59619"/>
                    <a:pt x="42084" y="59658"/>
                    <a:pt x="42063" y="59740"/>
                  </a:cubicBezTo>
                  <a:cubicBezTo>
                    <a:pt x="42123" y="60395"/>
                    <a:pt x="42162" y="61029"/>
                    <a:pt x="42242" y="61703"/>
                  </a:cubicBezTo>
                  <a:cubicBezTo>
                    <a:pt x="42242" y="61783"/>
                    <a:pt x="42321" y="61842"/>
                    <a:pt x="42420" y="61842"/>
                  </a:cubicBezTo>
                  <a:cubicBezTo>
                    <a:pt x="42519" y="61822"/>
                    <a:pt x="42579" y="61743"/>
                    <a:pt x="42559" y="61684"/>
                  </a:cubicBezTo>
                  <a:cubicBezTo>
                    <a:pt x="42519" y="61009"/>
                    <a:pt x="42440" y="60355"/>
                    <a:pt x="42380" y="59720"/>
                  </a:cubicBezTo>
                  <a:cubicBezTo>
                    <a:pt x="42352" y="59653"/>
                    <a:pt x="42286" y="59619"/>
                    <a:pt x="42221" y="59619"/>
                  </a:cubicBezTo>
                  <a:close/>
                  <a:moveTo>
                    <a:pt x="42718" y="64103"/>
                  </a:moveTo>
                  <a:cubicBezTo>
                    <a:pt x="42618" y="64123"/>
                    <a:pt x="42559" y="64202"/>
                    <a:pt x="42559" y="64301"/>
                  </a:cubicBezTo>
                  <a:lnTo>
                    <a:pt x="42856" y="66245"/>
                  </a:lnTo>
                  <a:cubicBezTo>
                    <a:pt x="42876" y="66304"/>
                    <a:pt x="42956" y="66364"/>
                    <a:pt x="43035" y="66364"/>
                  </a:cubicBezTo>
                  <a:lnTo>
                    <a:pt x="43055" y="66364"/>
                  </a:lnTo>
                  <a:cubicBezTo>
                    <a:pt x="43134" y="66344"/>
                    <a:pt x="43194" y="66265"/>
                    <a:pt x="43174" y="66185"/>
                  </a:cubicBezTo>
                  <a:lnTo>
                    <a:pt x="42876" y="64262"/>
                  </a:lnTo>
                  <a:cubicBezTo>
                    <a:pt x="42876" y="64163"/>
                    <a:pt x="42797" y="64103"/>
                    <a:pt x="42718" y="64103"/>
                  </a:cubicBezTo>
                  <a:close/>
                  <a:moveTo>
                    <a:pt x="43471" y="68650"/>
                  </a:moveTo>
                  <a:cubicBezTo>
                    <a:pt x="43389" y="68650"/>
                    <a:pt x="43312" y="68709"/>
                    <a:pt x="43312" y="68803"/>
                  </a:cubicBezTo>
                  <a:lnTo>
                    <a:pt x="43610" y="70548"/>
                  </a:lnTo>
                  <a:lnTo>
                    <a:pt x="43650" y="70727"/>
                  </a:lnTo>
                  <a:cubicBezTo>
                    <a:pt x="43650" y="70806"/>
                    <a:pt x="43709" y="70866"/>
                    <a:pt x="43808" y="70866"/>
                  </a:cubicBezTo>
                  <a:lnTo>
                    <a:pt x="43828" y="70866"/>
                  </a:lnTo>
                  <a:cubicBezTo>
                    <a:pt x="43907" y="70846"/>
                    <a:pt x="43967" y="70766"/>
                    <a:pt x="43967" y="70667"/>
                  </a:cubicBezTo>
                  <a:lnTo>
                    <a:pt x="43927" y="70489"/>
                  </a:lnTo>
                  <a:lnTo>
                    <a:pt x="43630" y="68744"/>
                  </a:lnTo>
                  <a:cubicBezTo>
                    <a:pt x="43589" y="68679"/>
                    <a:pt x="43529" y="68650"/>
                    <a:pt x="43471" y="68650"/>
                  </a:cubicBezTo>
                  <a:close/>
                  <a:moveTo>
                    <a:pt x="44225" y="73106"/>
                  </a:moveTo>
                  <a:cubicBezTo>
                    <a:pt x="44126" y="73126"/>
                    <a:pt x="44086" y="73206"/>
                    <a:pt x="44106" y="73305"/>
                  </a:cubicBezTo>
                  <a:cubicBezTo>
                    <a:pt x="44205" y="73939"/>
                    <a:pt x="44324" y="74594"/>
                    <a:pt x="44423" y="75228"/>
                  </a:cubicBezTo>
                  <a:cubicBezTo>
                    <a:pt x="44423" y="75308"/>
                    <a:pt x="44502" y="75367"/>
                    <a:pt x="44562" y="75367"/>
                  </a:cubicBezTo>
                  <a:lnTo>
                    <a:pt x="44602" y="75367"/>
                  </a:lnTo>
                  <a:cubicBezTo>
                    <a:pt x="44681" y="75347"/>
                    <a:pt x="44740" y="75268"/>
                    <a:pt x="44740" y="75189"/>
                  </a:cubicBezTo>
                  <a:cubicBezTo>
                    <a:pt x="44641" y="74534"/>
                    <a:pt x="44522" y="73900"/>
                    <a:pt x="44423" y="73245"/>
                  </a:cubicBezTo>
                  <a:cubicBezTo>
                    <a:pt x="44403" y="73166"/>
                    <a:pt x="44304" y="73106"/>
                    <a:pt x="44225" y="73106"/>
                  </a:cubicBezTo>
                  <a:close/>
                  <a:moveTo>
                    <a:pt x="44939" y="77608"/>
                  </a:moveTo>
                  <a:cubicBezTo>
                    <a:pt x="44840" y="77628"/>
                    <a:pt x="44780" y="77727"/>
                    <a:pt x="44780" y="77806"/>
                  </a:cubicBezTo>
                  <a:cubicBezTo>
                    <a:pt x="44879" y="78481"/>
                    <a:pt x="44958" y="79135"/>
                    <a:pt x="45038" y="79750"/>
                  </a:cubicBezTo>
                  <a:cubicBezTo>
                    <a:pt x="45038" y="79829"/>
                    <a:pt x="45097" y="79889"/>
                    <a:pt x="45177" y="79889"/>
                  </a:cubicBezTo>
                  <a:lnTo>
                    <a:pt x="45216" y="79889"/>
                  </a:lnTo>
                  <a:cubicBezTo>
                    <a:pt x="45296" y="79869"/>
                    <a:pt x="45355" y="79790"/>
                    <a:pt x="45355" y="79690"/>
                  </a:cubicBezTo>
                  <a:cubicBezTo>
                    <a:pt x="45276" y="79076"/>
                    <a:pt x="45216" y="78421"/>
                    <a:pt x="45117" y="77767"/>
                  </a:cubicBezTo>
                  <a:cubicBezTo>
                    <a:pt x="45117" y="77668"/>
                    <a:pt x="45038" y="77608"/>
                    <a:pt x="44939" y="77608"/>
                  </a:cubicBezTo>
                  <a:close/>
                  <a:moveTo>
                    <a:pt x="45415" y="82150"/>
                  </a:moveTo>
                  <a:cubicBezTo>
                    <a:pt x="45335" y="82169"/>
                    <a:pt x="45276" y="82249"/>
                    <a:pt x="45256" y="82328"/>
                  </a:cubicBezTo>
                  <a:cubicBezTo>
                    <a:pt x="45315" y="83002"/>
                    <a:pt x="45335" y="83657"/>
                    <a:pt x="45355" y="84291"/>
                  </a:cubicBezTo>
                  <a:cubicBezTo>
                    <a:pt x="45355" y="84371"/>
                    <a:pt x="45434" y="84430"/>
                    <a:pt x="45514" y="84430"/>
                  </a:cubicBezTo>
                  <a:cubicBezTo>
                    <a:pt x="45593" y="84430"/>
                    <a:pt x="45672" y="84371"/>
                    <a:pt x="45672" y="84291"/>
                  </a:cubicBezTo>
                  <a:cubicBezTo>
                    <a:pt x="45653" y="83637"/>
                    <a:pt x="45633" y="82963"/>
                    <a:pt x="45573" y="82308"/>
                  </a:cubicBezTo>
                  <a:cubicBezTo>
                    <a:pt x="45573" y="82209"/>
                    <a:pt x="45494" y="82150"/>
                    <a:pt x="45415" y="82150"/>
                  </a:cubicBezTo>
                  <a:close/>
                  <a:moveTo>
                    <a:pt x="45514" y="86711"/>
                  </a:moveTo>
                  <a:cubicBezTo>
                    <a:pt x="45415" y="86711"/>
                    <a:pt x="45335" y="86790"/>
                    <a:pt x="45335" y="86889"/>
                  </a:cubicBezTo>
                  <a:cubicBezTo>
                    <a:pt x="45315" y="87524"/>
                    <a:pt x="45256" y="88198"/>
                    <a:pt x="45196" y="88813"/>
                  </a:cubicBezTo>
                  <a:cubicBezTo>
                    <a:pt x="45196" y="88912"/>
                    <a:pt x="45236" y="88991"/>
                    <a:pt x="45335" y="88991"/>
                  </a:cubicBezTo>
                  <a:lnTo>
                    <a:pt x="45355" y="88991"/>
                  </a:lnTo>
                  <a:cubicBezTo>
                    <a:pt x="45434" y="88991"/>
                    <a:pt x="45514" y="88932"/>
                    <a:pt x="45514" y="88852"/>
                  </a:cubicBezTo>
                  <a:cubicBezTo>
                    <a:pt x="45573" y="88218"/>
                    <a:pt x="45633" y="87563"/>
                    <a:pt x="45653" y="86889"/>
                  </a:cubicBezTo>
                  <a:cubicBezTo>
                    <a:pt x="45653" y="86810"/>
                    <a:pt x="45593" y="86731"/>
                    <a:pt x="45514" y="86711"/>
                  </a:cubicBezTo>
                  <a:close/>
                  <a:moveTo>
                    <a:pt x="45018" y="91252"/>
                  </a:moveTo>
                  <a:cubicBezTo>
                    <a:pt x="44919" y="91252"/>
                    <a:pt x="44859" y="91312"/>
                    <a:pt x="44840" y="91391"/>
                  </a:cubicBezTo>
                  <a:cubicBezTo>
                    <a:pt x="44721" y="92025"/>
                    <a:pt x="44602" y="92660"/>
                    <a:pt x="44423" y="93315"/>
                  </a:cubicBezTo>
                  <a:cubicBezTo>
                    <a:pt x="44403" y="93394"/>
                    <a:pt x="44463" y="93473"/>
                    <a:pt x="44542" y="93513"/>
                  </a:cubicBezTo>
                  <a:lnTo>
                    <a:pt x="44602" y="93513"/>
                  </a:lnTo>
                  <a:cubicBezTo>
                    <a:pt x="44661" y="93513"/>
                    <a:pt x="44721" y="93453"/>
                    <a:pt x="44740" y="93374"/>
                  </a:cubicBezTo>
                  <a:cubicBezTo>
                    <a:pt x="44879" y="92739"/>
                    <a:pt x="45038" y="92085"/>
                    <a:pt x="45157" y="91450"/>
                  </a:cubicBezTo>
                  <a:cubicBezTo>
                    <a:pt x="45157" y="91351"/>
                    <a:pt x="45097" y="91272"/>
                    <a:pt x="45018" y="91252"/>
                  </a:cubicBezTo>
                  <a:close/>
                  <a:moveTo>
                    <a:pt x="43854" y="95679"/>
                  </a:moveTo>
                  <a:cubicBezTo>
                    <a:pt x="43788" y="95679"/>
                    <a:pt x="43733" y="95720"/>
                    <a:pt x="43689" y="95793"/>
                  </a:cubicBezTo>
                  <a:cubicBezTo>
                    <a:pt x="43511" y="96408"/>
                    <a:pt x="43273" y="97023"/>
                    <a:pt x="43055" y="97618"/>
                  </a:cubicBezTo>
                  <a:cubicBezTo>
                    <a:pt x="43015" y="97697"/>
                    <a:pt x="43055" y="97796"/>
                    <a:pt x="43134" y="97836"/>
                  </a:cubicBezTo>
                  <a:lnTo>
                    <a:pt x="43213" y="97836"/>
                  </a:lnTo>
                  <a:cubicBezTo>
                    <a:pt x="43273" y="97836"/>
                    <a:pt x="43332" y="97796"/>
                    <a:pt x="43352" y="97737"/>
                  </a:cubicBezTo>
                  <a:cubicBezTo>
                    <a:pt x="43590" y="97122"/>
                    <a:pt x="43828" y="96507"/>
                    <a:pt x="44026" y="95893"/>
                  </a:cubicBezTo>
                  <a:cubicBezTo>
                    <a:pt x="44046" y="95793"/>
                    <a:pt x="44007" y="95714"/>
                    <a:pt x="43927" y="95694"/>
                  </a:cubicBezTo>
                  <a:cubicBezTo>
                    <a:pt x="43902" y="95684"/>
                    <a:pt x="43877" y="95679"/>
                    <a:pt x="43854" y="95679"/>
                  </a:cubicBezTo>
                  <a:close/>
                  <a:moveTo>
                    <a:pt x="42153" y="99929"/>
                  </a:moveTo>
                  <a:cubicBezTo>
                    <a:pt x="42092" y="99929"/>
                    <a:pt x="42030" y="99965"/>
                    <a:pt x="42004" y="100017"/>
                  </a:cubicBezTo>
                  <a:cubicBezTo>
                    <a:pt x="41746" y="100593"/>
                    <a:pt x="41448" y="101188"/>
                    <a:pt x="41111" y="101763"/>
                  </a:cubicBezTo>
                  <a:cubicBezTo>
                    <a:pt x="41091" y="101842"/>
                    <a:pt x="41111" y="101941"/>
                    <a:pt x="41191" y="101981"/>
                  </a:cubicBezTo>
                  <a:lnTo>
                    <a:pt x="41270" y="101981"/>
                  </a:lnTo>
                  <a:cubicBezTo>
                    <a:pt x="41329" y="101981"/>
                    <a:pt x="41389" y="101961"/>
                    <a:pt x="41409" y="101901"/>
                  </a:cubicBezTo>
                  <a:cubicBezTo>
                    <a:pt x="41706" y="101326"/>
                    <a:pt x="42043" y="100751"/>
                    <a:pt x="42301" y="100176"/>
                  </a:cubicBezTo>
                  <a:cubicBezTo>
                    <a:pt x="42341" y="100077"/>
                    <a:pt x="42301" y="99978"/>
                    <a:pt x="42242" y="99958"/>
                  </a:cubicBezTo>
                  <a:cubicBezTo>
                    <a:pt x="42215" y="99938"/>
                    <a:pt x="42184" y="99929"/>
                    <a:pt x="42153" y="99929"/>
                  </a:cubicBezTo>
                  <a:close/>
                  <a:moveTo>
                    <a:pt x="39901" y="103899"/>
                  </a:moveTo>
                  <a:cubicBezTo>
                    <a:pt x="39853" y="103899"/>
                    <a:pt x="39813" y="103923"/>
                    <a:pt x="39802" y="103984"/>
                  </a:cubicBezTo>
                  <a:cubicBezTo>
                    <a:pt x="39465" y="104539"/>
                    <a:pt x="39088" y="105074"/>
                    <a:pt x="38712" y="105630"/>
                  </a:cubicBezTo>
                  <a:cubicBezTo>
                    <a:pt x="38672" y="105709"/>
                    <a:pt x="38692" y="105788"/>
                    <a:pt x="38771" y="105848"/>
                  </a:cubicBezTo>
                  <a:lnTo>
                    <a:pt x="38870" y="105848"/>
                  </a:lnTo>
                  <a:cubicBezTo>
                    <a:pt x="38910" y="105848"/>
                    <a:pt x="38969" y="105828"/>
                    <a:pt x="38989" y="105808"/>
                  </a:cubicBezTo>
                  <a:cubicBezTo>
                    <a:pt x="39366" y="105273"/>
                    <a:pt x="39743" y="104717"/>
                    <a:pt x="40080" y="104162"/>
                  </a:cubicBezTo>
                  <a:cubicBezTo>
                    <a:pt x="40209" y="104062"/>
                    <a:pt x="40027" y="103899"/>
                    <a:pt x="39901" y="103899"/>
                  </a:cubicBezTo>
                  <a:close/>
                  <a:moveTo>
                    <a:pt x="37289" y="107605"/>
                  </a:moveTo>
                  <a:cubicBezTo>
                    <a:pt x="37242" y="107605"/>
                    <a:pt x="37198" y="107620"/>
                    <a:pt x="37165" y="107653"/>
                  </a:cubicBezTo>
                  <a:cubicBezTo>
                    <a:pt x="36768" y="108188"/>
                    <a:pt x="36332" y="108684"/>
                    <a:pt x="35915" y="109180"/>
                  </a:cubicBezTo>
                  <a:cubicBezTo>
                    <a:pt x="35856" y="109239"/>
                    <a:pt x="35876" y="109338"/>
                    <a:pt x="35935" y="109398"/>
                  </a:cubicBezTo>
                  <a:cubicBezTo>
                    <a:pt x="35955" y="109418"/>
                    <a:pt x="35995" y="109437"/>
                    <a:pt x="36034" y="109437"/>
                  </a:cubicBezTo>
                  <a:cubicBezTo>
                    <a:pt x="36094" y="109437"/>
                    <a:pt x="36134" y="109418"/>
                    <a:pt x="36173" y="109378"/>
                  </a:cubicBezTo>
                  <a:cubicBezTo>
                    <a:pt x="36590" y="108882"/>
                    <a:pt x="37026" y="108386"/>
                    <a:pt x="37423" y="107890"/>
                  </a:cubicBezTo>
                  <a:cubicBezTo>
                    <a:pt x="37482" y="107811"/>
                    <a:pt x="37462" y="107692"/>
                    <a:pt x="37403" y="107633"/>
                  </a:cubicBezTo>
                  <a:cubicBezTo>
                    <a:pt x="37367" y="107615"/>
                    <a:pt x="37327" y="107605"/>
                    <a:pt x="37289" y="107605"/>
                  </a:cubicBezTo>
                  <a:close/>
                  <a:moveTo>
                    <a:pt x="34266" y="111031"/>
                  </a:moveTo>
                  <a:cubicBezTo>
                    <a:pt x="34228" y="111031"/>
                    <a:pt x="34188" y="111046"/>
                    <a:pt x="34150" y="111083"/>
                  </a:cubicBezTo>
                  <a:cubicBezTo>
                    <a:pt x="33714" y="111520"/>
                    <a:pt x="33238" y="111996"/>
                    <a:pt x="32742" y="112452"/>
                  </a:cubicBezTo>
                  <a:cubicBezTo>
                    <a:pt x="32683" y="112511"/>
                    <a:pt x="32683" y="112591"/>
                    <a:pt x="32742" y="112670"/>
                  </a:cubicBezTo>
                  <a:lnTo>
                    <a:pt x="32861" y="112709"/>
                  </a:lnTo>
                  <a:lnTo>
                    <a:pt x="32961" y="112670"/>
                  </a:lnTo>
                  <a:cubicBezTo>
                    <a:pt x="33456" y="112214"/>
                    <a:pt x="33932" y="111777"/>
                    <a:pt x="34388" y="111301"/>
                  </a:cubicBezTo>
                  <a:cubicBezTo>
                    <a:pt x="34495" y="111195"/>
                    <a:pt x="34392" y="111031"/>
                    <a:pt x="34266" y="111031"/>
                  </a:cubicBezTo>
                  <a:close/>
                  <a:moveTo>
                    <a:pt x="30919" y="114115"/>
                  </a:moveTo>
                  <a:cubicBezTo>
                    <a:pt x="30883" y="114115"/>
                    <a:pt x="30846" y="114130"/>
                    <a:pt x="30819" y="114157"/>
                  </a:cubicBezTo>
                  <a:lnTo>
                    <a:pt x="29292" y="115367"/>
                  </a:lnTo>
                  <a:cubicBezTo>
                    <a:pt x="29232" y="115426"/>
                    <a:pt x="29193" y="115526"/>
                    <a:pt x="29252" y="115625"/>
                  </a:cubicBezTo>
                  <a:lnTo>
                    <a:pt x="29391" y="115664"/>
                  </a:lnTo>
                  <a:lnTo>
                    <a:pt x="29490" y="115645"/>
                  </a:lnTo>
                  <a:cubicBezTo>
                    <a:pt x="30025" y="115248"/>
                    <a:pt x="30521" y="114831"/>
                    <a:pt x="31017" y="114395"/>
                  </a:cubicBezTo>
                  <a:cubicBezTo>
                    <a:pt x="31077" y="114355"/>
                    <a:pt x="31096" y="114237"/>
                    <a:pt x="31037" y="114177"/>
                  </a:cubicBezTo>
                  <a:cubicBezTo>
                    <a:pt x="31005" y="114135"/>
                    <a:pt x="30962" y="114115"/>
                    <a:pt x="30919" y="114115"/>
                  </a:cubicBezTo>
                  <a:close/>
                  <a:moveTo>
                    <a:pt x="27278" y="116860"/>
                  </a:moveTo>
                  <a:cubicBezTo>
                    <a:pt x="27247" y="116860"/>
                    <a:pt x="27216" y="116876"/>
                    <a:pt x="27190" y="116914"/>
                  </a:cubicBezTo>
                  <a:lnTo>
                    <a:pt x="25563" y="117965"/>
                  </a:lnTo>
                  <a:cubicBezTo>
                    <a:pt x="25484" y="118024"/>
                    <a:pt x="25464" y="118143"/>
                    <a:pt x="25504" y="118223"/>
                  </a:cubicBezTo>
                  <a:cubicBezTo>
                    <a:pt x="25544" y="118262"/>
                    <a:pt x="25603" y="118282"/>
                    <a:pt x="25663" y="118302"/>
                  </a:cubicBezTo>
                  <a:lnTo>
                    <a:pt x="25722" y="118262"/>
                  </a:lnTo>
                  <a:lnTo>
                    <a:pt x="27368" y="117172"/>
                  </a:lnTo>
                  <a:cubicBezTo>
                    <a:pt x="27545" y="117139"/>
                    <a:pt x="27409" y="116860"/>
                    <a:pt x="27278" y="116860"/>
                  </a:cubicBezTo>
                  <a:close/>
                  <a:moveTo>
                    <a:pt x="23367" y="119328"/>
                  </a:moveTo>
                  <a:cubicBezTo>
                    <a:pt x="23353" y="119328"/>
                    <a:pt x="23338" y="119329"/>
                    <a:pt x="23322" y="119333"/>
                  </a:cubicBezTo>
                  <a:lnTo>
                    <a:pt x="21617" y="120245"/>
                  </a:lnTo>
                  <a:cubicBezTo>
                    <a:pt x="21538" y="120305"/>
                    <a:pt x="21518" y="120384"/>
                    <a:pt x="21538" y="120483"/>
                  </a:cubicBezTo>
                  <a:cubicBezTo>
                    <a:pt x="21557" y="120523"/>
                    <a:pt x="21617" y="120563"/>
                    <a:pt x="21696" y="120583"/>
                  </a:cubicBezTo>
                  <a:lnTo>
                    <a:pt x="21756" y="120543"/>
                  </a:lnTo>
                  <a:cubicBezTo>
                    <a:pt x="22351" y="120245"/>
                    <a:pt x="22926" y="119928"/>
                    <a:pt x="23501" y="119611"/>
                  </a:cubicBezTo>
                  <a:cubicBezTo>
                    <a:pt x="23573" y="119485"/>
                    <a:pt x="23499" y="119328"/>
                    <a:pt x="23367" y="119328"/>
                  </a:cubicBezTo>
                  <a:close/>
                  <a:moveTo>
                    <a:pt x="19343" y="121409"/>
                  </a:moveTo>
                  <a:cubicBezTo>
                    <a:pt x="19321" y="121409"/>
                    <a:pt x="19299" y="121411"/>
                    <a:pt x="19277" y="121415"/>
                  </a:cubicBezTo>
                  <a:cubicBezTo>
                    <a:pt x="18722" y="121713"/>
                    <a:pt x="18127" y="121991"/>
                    <a:pt x="17532" y="122229"/>
                  </a:cubicBezTo>
                  <a:cubicBezTo>
                    <a:pt x="17452" y="122288"/>
                    <a:pt x="17413" y="122367"/>
                    <a:pt x="17433" y="122466"/>
                  </a:cubicBezTo>
                  <a:cubicBezTo>
                    <a:pt x="17472" y="122506"/>
                    <a:pt x="17532" y="122546"/>
                    <a:pt x="17591" y="122566"/>
                  </a:cubicBezTo>
                  <a:lnTo>
                    <a:pt x="17651" y="122526"/>
                  </a:lnTo>
                  <a:cubicBezTo>
                    <a:pt x="18246" y="122288"/>
                    <a:pt x="18841" y="122010"/>
                    <a:pt x="19436" y="121713"/>
                  </a:cubicBezTo>
                  <a:cubicBezTo>
                    <a:pt x="19515" y="121673"/>
                    <a:pt x="19535" y="121594"/>
                    <a:pt x="19515" y="121515"/>
                  </a:cubicBezTo>
                  <a:cubicBezTo>
                    <a:pt x="19484" y="121438"/>
                    <a:pt x="19418" y="121409"/>
                    <a:pt x="19343" y="121409"/>
                  </a:cubicBezTo>
                  <a:close/>
                  <a:moveTo>
                    <a:pt x="15196" y="123240"/>
                  </a:moveTo>
                  <a:cubicBezTo>
                    <a:pt x="15167" y="123240"/>
                    <a:pt x="15139" y="123247"/>
                    <a:pt x="15112" y="123260"/>
                  </a:cubicBezTo>
                  <a:lnTo>
                    <a:pt x="13288" y="123954"/>
                  </a:lnTo>
                  <a:cubicBezTo>
                    <a:pt x="13208" y="123974"/>
                    <a:pt x="13169" y="124053"/>
                    <a:pt x="13189" y="124152"/>
                  </a:cubicBezTo>
                  <a:cubicBezTo>
                    <a:pt x="13208" y="124212"/>
                    <a:pt x="13288" y="124271"/>
                    <a:pt x="13367" y="124271"/>
                  </a:cubicBezTo>
                  <a:lnTo>
                    <a:pt x="13407" y="124251"/>
                  </a:lnTo>
                  <a:lnTo>
                    <a:pt x="15251" y="123557"/>
                  </a:lnTo>
                  <a:cubicBezTo>
                    <a:pt x="15330" y="123498"/>
                    <a:pt x="15370" y="123418"/>
                    <a:pt x="15350" y="123319"/>
                  </a:cubicBezTo>
                  <a:cubicBezTo>
                    <a:pt x="15311" y="123266"/>
                    <a:pt x="15253" y="123240"/>
                    <a:pt x="15196" y="123240"/>
                  </a:cubicBezTo>
                  <a:close/>
                  <a:moveTo>
                    <a:pt x="10871" y="124782"/>
                  </a:moveTo>
                  <a:cubicBezTo>
                    <a:pt x="10857" y="124782"/>
                    <a:pt x="10842" y="124783"/>
                    <a:pt x="10829" y="124787"/>
                  </a:cubicBezTo>
                  <a:lnTo>
                    <a:pt x="8965" y="125382"/>
                  </a:lnTo>
                  <a:cubicBezTo>
                    <a:pt x="8885" y="125421"/>
                    <a:pt x="8846" y="125501"/>
                    <a:pt x="8865" y="125580"/>
                  </a:cubicBezTo>
                  <a:cubicBezTo>
                    <a:pt x="8885" y="125659"/>
                    <a:pt x="8945" y="125699"/>
                    <a:pt x="9024" y="125699"/>
                  </a:cubicBezTo>
                  <a:lnTo>
                    <a:pt x="9064" y="125699"/>
                  </a:lnTo>
                  <a:lnTo>
                    <a:pt x="10928" y="125104"/>
                  </a:lnTo>
                  <a:cubicBezTo>
                    <a:pt x="11027" y="125084"/>
                    <a:pt x="11087" y="124985"/>
                    <a:pt x="11047" y="124886"/>
                  </a:cubicBezTo>
                  <a:cubicBezTo>
                    <a:pt x="11014" y="124820"/>
                    <a:pt x="10940" y="124782"/>
                    <a:pt x="10871" y="124782"/>
                  </a:cubicBezTo>
                  <a:close/>
                  <a:moveTo>
                    <a:pt x="6503" y="126092"/>
                  </a:moveTo>
                  <a:cubicBezTo>
                    <a:pt x="6491" y="126092"/>
                    <a:pt x="6479" y="126093"/>
                    <a:pt x="6466" y="126096"/>
                  </a:cubicBezTo>
                  <a:lnTo>
                    <a:pt x="4582" y="126591"/>
                  </a:lnTo>
                  <a:cubicBezTo>
                    <a:pt x="4503" y="126611"/>
                    <a:pt x="4443" y="126710"/>
                    <a:pt x="4463" y="126790"/>
                  </a:cubicBezTo>
                  <a:cubicBezTo>
                    <a:pt x="4483" y="126869"/>
                    <a:pt x="4562" y="126909"/>
                    <a:pt x="4641" y="126929"/>
                  </a:cubicBezTo>
                  <a:lnTo>
                    <a:pt x="4661" y="126929"/>
                  </a:lnTo>
                  <a:lnTo>
                    <a:pt x="6565" y="126433"/>
                  </a:lnTo>
                  <a:cubicBezTo>
                    <a:pt x="6644" y="126393"/>
                    <a:pt x="6684" y="126314"/>
                    <a:pt x="6664" y="126234"/>
                  </a:cubicBezTo>
                  <a:cubicBezTo>
                    <a:pt x="6647" y="126148"/>
                    <a:pt x="6584" y="126092"/>
                    <a:pt x="6503" y="126092"/>
                  </a:cubicBezTo>
                  <a:close/>
                  <a:moveTo>
                    <a:pt x="2103" y="127221"/>
                  </a:moveTo>
                  <a:cubicBezTo>
                    <a:pt x="2090" y="127221"/>
                    <a:pt x="2076" y="127223"/>
                    <a:pt x="2063" y="127226"/>
                  </a:cubicBezTo>
                  <a:lnTo>
                    <a:pt x="140" y="127623"/>
                  </a:lnTo>
                  <a:cubicBezTo>
                    <a:pt x="60" y="127642"/>
                    <a:pt x="1" y="127722"/>
                    <a:pt x="21" y="127821"/>
                  </a:cubicBezTo>
                  <a:cubicBezTo>
                    <a:pt x="40" y="127880"/>
                    <a:pt x="100" y="127940"/>
                    <a:pt x="179" y="127940"/>
                  </a:cubicBezTo>
                  <a:lnTo>
                    <a:pt x="199" y="127940"/>
                  </a:lnTo>
                  <a:lnTo>
                    <a:pt x="2123" y="127523"/>
                  </a:lnTo>
                  <a:cubicBezTo>
                    <a:pt x="2202" y="127523"/>
                    <a:pt x="2262" y="127424"/>
                    <a:pt x="2262" y="127345"/>
                  </a:cubicBezTo>
                  <a:cubicBezTo>
                    <a:pt x="2229" y="127262"/>
                    <a:pt x="2168" y="127221"/>
                    <a:pt x="2103" y="127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0" y="2260600"/>
            <a:ext cx="4284020" cy="4597400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31848" y="4318162"/>
            <a:ext cx="1757636" cy="9648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68%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1"/>
          <p:cNvSpPr txBox="1">
            <a:spLocks noChangeArrowheads="1"/>
          </p:cNvSpPr>
          <p:nvPr/>
        </p:nvSpPr>
        <p:spPr bwMode="auto">
          <a:xfrm>
            <a:off x="3293443" y="4086574"/>
            <a:ext cx="94530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难点分析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13" name="图片 12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14" name="图片 13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sp>
        <p:nvSpPr>
          <p:cNvPr id="30" name="textbox 30"/>
          <p:cNvSpPr/>
          <p:nvPr/>
        </p:nvSpPr>
        <p:spPr>
          <a:xfrm>
            <a:off x="685811" y="815996"/>
            <a:ext cx="6915150" cy="11055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plot</a:t>
            </a:r>
            <a:r>
              <a:rPr sz="2000" b="1" kern="0" spc="3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100" b="1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函数可以设置曲线的</a:t>
            </a:r>
            <a:r>
              <a:rPr sz="2100" b="1" kern="0" spc="-60" dirty="0">
                <a:solidFill>
                  <a:srgbClr val="CC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线段类型、顶点标记和线段颜色</a:t>
            </a:r>
            <a:r>
              <a:rPr sz="2100" b="1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3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56740" algn="l" rtl="0" eaLnBrk="0">
              <a:lnSpc>
                <a:spcPct val="86000"/>
              </a:lnSpc>
              <a:spcBef>
                <a:spcPts val="5"/>
              </a:spcBef>
            </a:pPr>
            <a:r>
              <a:rPr sz="21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常用的线段、颜色与顶</a:t>
            </a:r>
            <a:r>
              <a:rPr sz="21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点标记参数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0105" y="2260854"/>
            <a:ext cx="7217663" cy="2919983"/>
          </a:xfrm>
          <a:prstGeom prst="rect">
            <a:avLst/>
          </a:prstGeom>
        </p:spPr>
      </p:pic>
      <p:grpSp>
        <p:nvGrpSpPr>
          <p:cNvPr id="5" name="Google Shape;5325;p73"/>
          <p:cNvGrpSpPr/>
          <p:nvPr/>
        </p:nvGrpSpPr>
        <p:grpSpPr>
          <a:xfrm>
            <a:off x="8670290" y="2060575"/>
            <a:ext cx="2879725" cy="3684270"/>
            <a:chOff x="2085475" y="1288302"/>
            <a:chExt cx="2385152" cy="2958638"/>
          </a:xfrm>
        </p:grpSpPr>
        <p:sp>
          <p:nvSpPr>
            <p:cNvPr id="29" name="Google Shape;5326;p73"/>
            <p:cNvSpPr/>
            <p:nvPr/>
          </p:nvSpPr>
          <p:spPr>
            <a:xfrm>
              <a:off x="2981953" y="2561162"/>
              <a:ext cx="1488674" cy="1562265"/>
            </a:xfrm>
            <a:custGeom>
              <a:avLst/>
              <a:gdLst/>
              <a:ahLst/>
              <a:cxnLst/>
              <a:rect l="l" t="t" r="r" b="b"/>
              <a:pathLst>
                <a:path w="85852" h="90096" extrusionOk="0">
                  <a:moveTo>
                    <a:pt x="42274" y="1"/>
                  </a:moveTo>
                  <a:cubicBezTo>
                    <a:pt x="40828" y="1"/>
                    <a:pt x="39323" y="46"/>
                    <a:pt x="37765" y="142"/>
                  </a:cubicBezTo>
                  <a:cubicBezTo>
                    <a:pt x="36220" y="231"/>
                    <a:pt x="34745" y="357"/>
                    <a:pt x="33342" y="531"/>
                  </a:cubicBezTo>
                  <a:cubicBezTo>
                    <a:pt x="8743" y="3499"/>
                    <a:pt x="5318" y="18397"/>
                    <a:pt x="2675" y="39326"/>
                  </a:cubicBezTo>
                  <a:cubicBezTo>
                    <a:pt x="0" y="60513"/>
                    <a:pt x="11409" y="90096"/>
                    <a:pt x="44529" y="90096"/>
                  </a:cubicBezTo>
                  <a:cubicBezTo>
                    <a:pt x="45997" y="90096"/>
                    <a:pt x="47508" y="90038"/>
                    <a:pt x="49063" y="89918"/>
                  </a:cubicBezTo>
                  <a:cubicBezTo>
                    <a:pt x="85681" y="87101"/>
                    <a:pt x="85851" y="53231"/>
                    <a:pt x="81372" y="35244"/>
                  </a:cubicBezTo>
                  <a:cubicBezTo>
                    <a:pt x="77796" y="20906"/>
                    <a:pt x="73134" y="5891"/>
                    <a:pt x="54718" y="1367"/>
                  </a:cubicBezTo>
                  <a:cubicBezTo>
                    <a:pt x="54223" y="1245"/>
                    <a:pt x="53712" y="1127"/>
                    <a:pt x="53189" y="1022"/>
                  </a:cubicBezTo>
                  <a:lnTo>
                    <a:pt x="53185" y="1022"/>
                  </a:lnTo>
                  <a:cubicBezTo>
                    <a:pt x="50356" y="446"/>
                    <a:pt x="47222" y="94"/>
                    <a:pt x="43748" y="17"/>
                  </a:cubicBezTo>
                  <a:cubicBezTo>
                    <a:pt x="43264" y="6"/>
                    <a:pt x="42773" y="1"/>
                    <a:pt x="42274" y="1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5327;p73"/>
            <p:cNvSpPr/>
            <p:nvPr/>
          </p:nvSpPr>
          <p:spPr>
            <a:xfrm>
              <a:off x="2997403" y="2555058"/>
              <a:ext cx="1447491" cy="1574489"/>
            </a:xfrm>
            <a:custGeom>
              <a:avLst/>
              <a:gdLst/>
              <a:ahLst/>
              <a:cxnLst/>
              <a:rect l="l" t="t" r="r" b="b"/>
              <a:pathLst>
                <a:path w="83477" h="90801" extrusionOk="0">
                  <a:moveTo>
                    <a:pt x="41321" y="709"/>
                  </a:moveTo>
                  <a:cubicBezTo>
                    <a:pt x="41840" y="709"/>
                    <a:pt x="42346" y="717"/>
                    <a:pt x="42845" y="737"/>
                  </a:cubicBezTo>
                  <a:cubicBezTo>
                    <a:pt x="46197" y="806"/>
                    <a:pt x="49351" y="1143"/>
                    <a:pt x="52221" y="1731"/>
                  </a:cubicBezTo>
                  <a:lnTo>
                    <a:pt x="52250" y="1731"/>
                  </a:lnTo>
                  <a:cubicBezTo>
                    <a:pt x="52797" y="1840"/>
                    <a:pt x="53283" y="1954"/>
                    <a:pt x="53742" y="2063"/>
                  </a:cubicBezTo>
                  <a:cubicBezTo>
                    <a:pt x="71461" y="6421"/>
                    <a:pt x="76338" y="20451"/>
                    <a:pt x="80136" y="35681"/>
                  </a:cubicBezTo>
                  <a:cubicBezTo>
                    <a:pt x="83176" y="47895"/>
                    <a:pt x="83476" y="65051"/>
                    <a:pt x="75186" y="76536"/>
                  </a:cubicBezTo>
                  <a:cubicBezTo>
                    <a:pt x="69458" y="84477"/>
                    <a:pt x="60357" y="88977"/>
                    <a:pt x="48143" y="89913"/>
                  </a:cubicBezTo>
                  <a:cubicBezTo>
                    <a:pt x="46636" y="90030"/>
                    <a:pt x="45155" y="90088"/>
                    <a:pt x="43701" y="90088"/>
                  </a:cubicBezTo>
                  <a:cubicBezTo>
                    <a:pt x="31554" y="90088"/>
                    <a:pt x="21320" y="86038"/>
                    <a:pt x="13909" y="78254"/>
                  </a:cubicBezTo>
                  <a:cubicBezTo>
                    <a:pt x="3073" y="66879"/>
                    <a:pt x="722" y="50891"/>
                    <a:pt x="2136" y="39723"/>
                  </a:cubicBezTo>
                  <a:cubicBezTo>
                    <a:pt x="4832" y="18359"/>
                    <a:pt x="8404" y="4143"/>
                    <a:pt x="32487" y="1232"/>
                  </a:cubicBezTo>
                  <a:cubicBezTo>
                    <a:pt x="33841" y="1070"/>
                    <a:pt x="35386" y="936"/>
                    <a:pt x="36894" y="847"/>
                  </a:cubicBezTo>
                  <a:cubicBezTo>
                    <a:pt x="38398" y="758"/>
                    <a:pt x="39882" y="709"/>
                    <a:pt x="41321" y="709"/>
                  </a:cubicBezTo>
                  <a:close/>
                  <a:moveTo>
                    <a:pt x="41397" y="1"/>
                  </a:moveTo>
                  <a:cubicBezTo>
                    <a:pt x="39918" y="1"/>
                    <a:pt x="38395" y="46"/>
                    <a:pt x="36853" y="138"/>
                  </a:cubicBezTo>
                  <a:cubicBezTo>
                    <a:pt x="35268" y="231"/>
                    <a:pt x="33772" y="360"/>
                    <a:pt x="32410" y="527"/>
                  </a:cubicBezTo>
                  <a:cubicBezTo>
                    <a:pt x="20820" y="1925"/>
                    <a:pt x="13256" y="5999"/>
                    <a:pt x="8582" y="13353"/>
                  </a:cubicBezTo>
                  <a:cubicBezTo>
                    <a:pt x="4163" y="20317"/>
                    <a:pt x="2680" y="29755"/>
                    <a:pt x="1431" y="39634"/>
                  </a:cubicBezTo>
                  <a:cubicBezTo>
                    <a:pt x="0" y="50960"/>
                    <a:pt x="2392" y="67188"/>
                    <a:pt x="13398" y="78741"/>
                  </a:cubicBezTo>
                  <a:cubicBezTo>
                    <a:pt x="20946" y="86678"/>
                    <a:pt x="31364" y="90801"/>
                    <a:pt x="43712" y="90801"/>
                  </a:cubicBezTo>
                  <a:cubicBezTo>
                    <a:pt x="45184" y="90801"/>
                    <a:pt x="46680" y="90740"/>
                    <a:pt x="48200" y="90623"/>
                  </a:cubicBezTo>
                  <a:cubicBezTo>
                    <a:pt x="60633" y="89666"/>
                    <a:pt x="69908" y="85069"/>
                    <a:pt x="75766" y="76953"/>
                  </a:cubicBezTo>
                  <a:cubicBezTo>
                    <a:pt x="79783" y="71383"/>
                    <a:pt x="82114" y="64289"/>
                    <a:pt x="82690" y="55865"/>
                  </a:cubicBezTo>
                  <a:cubicBezTo>
                    <a:pt x="83136" y="49363"/>
                    <a:pt x="82475" y="42131"/>
                    <a:pt x="80825" y="35511"/>
                  </a:cubicBezTo>
                  <a:cubicBezTo>
                    <a:pt x="76974" y="20062"/>
                    <a:pt x="72012" y="5825"/>
                    <a:pt x="53916" y="1374"/>
                  </a:cubicBezTo>
                  <a:cubicBezTo>
                    <a:pt x="53446" y="1256"/>
                    <a:pt x="52955" y="1147"/>
                    <a:pt x="52400" y="1033"/>
                  </a:cubicBezTo>
                  <a:cubicBezTo>
                    <a:pt x="52371" y="1025"/>
                    <a:pt x="52347" y="1021"/>
                    <a:pt x="52319" y="1021"/>
                  </a:cubicBezTo>
                  <a:cubicBezTo>
                    <a:pt x="49420" y="425"/>
                    <a:pt x="46238" y="93"/>
                    <a:pt x="42861" y="16"/>
                  </a:cubicBezTo>
                  <a:cubicBezTo>
                    <a:pt x="42379" y="6"/>
                    <a:pt x="41890" y="1"/>
                    <a:pt x="4139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5328;p73"/>
            <p:cNvSpPr/>
            <p:nvPr/>
          </p:nvSpPr>
          <p:spPr>
            <a:xfrm>
              <a:off x="2981953" y="2570370"/>
              <a:ext cx="1488674" cy="1553057"/>
            </a:xfrm>
            <a:custGeom>
              <a:avLst/>
              <a:gdLst/>
              <a:ahLst/>
              <a:cxnLst/>
              <a:rect l="l" t="t" r="r" b="b"/>
              <a:pathLst>
                <a:path w="85852" h="89565" extrusionOk="0">
                  <a:moveTo>
                    <a:pt x="33342" y="0"/>
                  </a:moveTo>
                  <a:cubicBezTo>
                    <a:pt x="8743" y="2968"/>
                    <a:pt x="5318" y="17866"/>
                    <a:pt x="2675" y="38795"/>
                  </a:cubicBezTo>
                  <a:cubicBezTo>
                    <a:pt x="0" y="59982"/>
                    <a:pt x="11409" y="89565"/>
                    <a:pt x="44529" y="89565"/>
                  </a:cubicBezTo>
                  <a:cubicBezTo>
                    <a:pt x="45997" y="89565"/>
                    <a:pt x="47508" y="89507"/>
                    <a:pt x="49063" y="89387"/>
                  </a:cubicBezTo>
                  <a:cubicBezTo>
                    <a:pt x="85681" y="86570"/>
                    <a:pt x="85851" y="52700"/>
                    <a:pt x="81372" y="34713"/>
                  </a:cubicBezTo>
                  <a:cubicBezTo>
                    <a:pt x="77796" y="20375"/>
                    <a:pt x="73134" y="5360"/>
                    <a:pt x="54718" y="836"/>
                  </a:cubicBezTo>
                  <a:lnTo>
                    <a:pt x="54718" y="836"/>
                  </a:lnTo>
                  <a:cubicBezTo>
                    <a:pt x="55569" y="1594"/>
                    <a:pt x="56501" y="2291"/>
                    <a:pt x="57393" y="2911"/>
                  </a:cubicBezTo>
                  <a:cubicBezTo>
                    <a:pt x="63056" y="6892"/>
                    <a:pt x="68330" y="9892"/>
                    <a:pt x="71590" y="15997"/>
                  </a:cubicBezTo>
                  <a:cubicBezTo>
                    <a:pt x="76098" y="24445"/>
                    <a:pt x="78177" y="31276"/>
                    <a:pt x="77893" y="36169"/>
                  </a:cubicBezTo>
                  <a:cubicBezTo>
                    <a:pt x="77820" y="37470"/>
                    <a:pt x="77095" y="38828"/>
                    <a:pt x="75915" y="39387"/>
                  </a:cubicBezTo>
                  <a:cubicBezTo>
                    <a:pt x="75559" y="39552"/>
                    <a:pt x="75192" y="39623"/>
                    <a:pt x="74820" y="39623"/>
                  </a:cubicBezTo>
                  <a:cubicBezTo>
                    <a:pt x="73630" y="39623"/>
                    <a:pt x="72398" y="38891"/>
                    <a:pt x="71375" y="38159"/>
                  </a:cubicBezTo>
                  <a:cubicBezTo>
                    <a:pt x="67216" y="35183"/>
                    <a:pt x="63296" y="31888"/>
                    <a:pt x="59655" y="28296"/>
                  </a:cubicBezTo>
                  <a:cubicBezTo>
                    <a:pt x="57766" y="26427"/>
                    <a:pt x="55922" y="24445"/>
                    <a:pt x="54685" y="22082"/>
                  </a:cubicBezTo>
                  <a:cubicBezTo>
                    <a:pt x="53270" y="19394"/>
                    <a:pt x="52719" y="16325"/>
                    <a:pt x="51390" y="13597"/>
                  </a:cubicBezTo>
                  <a:cubicBezTo>
                    <a:pt x="50076" y="10890"/>
                    <a:pt x="47610" y="8367"/>
                    <a:pt x="44616" y="8367"/>
                  </a:cubicBezTo>
                  <a:cubicBezTo>
                    <a:pt x="44588" y="8367"/>
                    <a:pt x="44559" y="8367"/>
                    <a:pt x="44530" y="8367"/>
                  </a:cubicBezTo>
                  <a:cubicBezTo>
                    <a:pt x="43604" y="8381"/>
                    <a:pt x="42652" y="8633"/>
                    <a:pt x="41737" y="8633"/>
                  </a:cubicBezTo>
                  <a:cubicBezTo>
                    <a:pt x="41311" y="8633"/>
                    <a:pt x="40893" y="8579"/>
                    <a:pt x="40489" y="8420"/>
                  </a:cubicBezTo>
                  <a:cubicBezTo>
                    <a:pt x="39686" y="8108"/>
                    <a:pt x="39086" y="7423"/>
                    <a:pt x="38519" y="6766"/>
                  </a:cubicBezTo>
                  <a:cubicBezTo>
                    <a:pt x="37161" y="5177"/>
                    <a:pt x="34165" y="2562"/>
                    <a:pt x="33342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5329;p73"/>
            <p:cNvSpPr/>
            <p:nvPr/>
          </p:nvSpPr>
          <p:spPr>
            <a:xfrm>
              <a:off x="4075830" y="2670890"/>
              <a:ext cx="176174" cy="221952"/>
            </a:xfrm>
            <a:custGeom>
              <a:avLst/>
              <a:gdLst/>
              <a:ahLst/>
              <a:cxnLst/>
              <a:rect l="l" t="t" r="r" b="b"/>
              <a:pathLst>
                <a:path w="10160" h="12800" extrusionOk="0">
                  <a:moveTo>
                    <a:pt x="92" y="1"/>
                  </a:moveTo>
                  <a:cubicBezTo>
                    <a:pt x="71" y="1"/>
                    <a:pt x="53" y="6"/>
                    <a:pt x="41" y="17"/>
                  </a:cubicBezTo>
                  <a:cubicBezTo>
                    <a:pt x="1" y="49"/>
                    <a:pt x="74" y="158"/>
                    <a:pt x="195" y="248"/>
                  </a:cubicBezTo>
                  <a:cubicBezTo>
                    <a:pt x="1266" y="1022"/>
                    <a:pt x="2283" y="1873"/>
                    <a:pt x="3240" y="2785"/>
                  </a:cubicBezTo>
                  <a:cubicBezTo>
                    <a:pt x="5145" y="4622"/>
                    <a:pt x="6791" y="6713"/>
                    <a:pt x="8129" y="9000"/>
                  </a:cubicBezTo>
                  <a:cubicBezTo>
                    <a:pt x="8794" y="10143"/>
                    <a:pt x="9381" y="11331"/>
                    <a:pt x="9888" y="12555"/>
                  </a:cubicBezTo>
                  <a:cubicBezTo>
                    <a:pt x="9946" y="12697"/>
                    <a:pt x="10029" y="12799"/>
                    <a:pt x="10089" y="12799"/>
                  </a:cubicBezTo>
                  <a:cubicBezTo>
                    <a:pt x="10092" y="12799"/>
                    <a:pt x="10096" y="12799"/>
                    <a:pt x="10099" y="12798"/>
                  </a:cubicBezTo>
                  <a:cubicBezTo>
                    <a:pt x="10160" y="12790"/>
                    <a:pt x="10160" y="12644"/>
                    <a:pt x="10099" y="12474"/>
                  </a:cubicBezTo>
                  <a:cubicBezTo>
                    <a:pt x="9641" y="11217"/>
                    <a:pt x="9077" y="10001"/>
                    <a:pt x="8417" y="8838"/>
                  </a:cubicBezTo>
                  <a:cubicBezTo>
                    <a:pt x="7099" y="6499"/>
                    <a:pt x="5425" y="4383"/>
                    <a:pt x="3451" y="2562"/>
                  </a:cubicBezTo>
                  <a:cubicBezTo>
                    <a:pt x="2470" y="1654"/>
                    <a:pt x="1416" y="823"/>
                    <a:pt x="301" y="86"/>
                  </a:cubicBezTo>
                  <a:cubicBezTo>
                    <a:pt x="220" y="31"/>
                    <a:pt x="144" y="1"/>
                    <a:pt x="9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5330;p73"/>
            <p:cNvSpPr/>
            <p:nvPr/>
          </p:nvSpPr>
          <p:spPr>
            <a:xfrm>
              <a:off x="4274702" y="2918054"/>
              <a:ext cx="60465" cy="131160"/>
            </a:xfrm>
            <a:custGeom>
              <a:avLst/>
              <a:gdLst/>
              <a:ahLst/>
              <a:cxnLst/>
              <a:rect l="l" t="t" r="r" b="b"/>
              <a:pathLst>
                <a:path w="3487" h="7564" extrusionOk="0">
                  <a:moveTo>
                    <a:pt x="91" y="1"/>
                  </a:moveTo>
                  <a:cubicBezTo>
                    <a:pt x="82" y="1"/>
                    <a:pt x="74" y="2"/>
                    <a:pt x="65" y="4"/>
                  </a:cubicBezTo>
                  <a:cubicBezTo>
                    <a:pt x="16" y="24"/>
                    <a:pt x="0" y="97"/>
                    <a:pt x="28" y="162"/>
                  </a:cubicBezTo>
                  <a:lnTo>
                    <a:pt x="855" y="1982"/>
                  </a:lnTo>
                  <a:cubicBezTo>
                    <a:pt x="1135" y="2586"/>
                    <a:pt x="1395" y="3198"/>
                    <a:pt x="1666" y="3802"/>
                  </a:cubicBezTo>
                  <a:cubicBezTo>
                    <a:pt x="1942" y="4402"/>
                    <a:pt x="2209" y="5010"/>
                    <a:pt x="2461" y="5626"/>
                  </a:cubicBezTo>
                  <a:lnTo>
                    <a:pt x="3247" y="7459"/>
                  </a:lnTo>
                  <a:cubicBezTo>
                    <a:pt x="3275" y="7521"/>
                    <a:pt x="3330" y="7563"/>
                    <a:pt x="3381" y="7563"/>
                  </a:cubicBezTo>
                  <a:cubicBezTo>
                    <a:pt x="3389" y="7563"/>
                    <a:pt x="3397" y="7562"/>
                    <a:pt x="3405" y="7560"/>
                  </a:cubicBezTo>
                  <a:cubicBezTo>
                    <a:pt x="3462" y="7544"/>
                    <a:pt x="3486" y="7459"/>
                    <a:pt x="3462" y="7378"/>
                  </a:cubicBezTo>
                  <a:cubicBezTo>
                    <a:pt x="3247" y="6745"/>
                    <a:pt x="3024" y="6117"/>
                    <a:pt x="2773" y="5497"/>
                  </a:cubicBezTo>
                  <a:cubicBezTo>
                    <a:pt x="2518" y="4880"/>
                    <a:pt x="2266" y="4260"/>
                    <a:pt x="1991" y="3652"/>
                  </a:cubicBezTo>
                  <a:cubicBezTo>
                    <a:pt x="1719" y="3044"/>
                    <a:pt x="1439" y="2444"/>
                    <a:pt x="1139" y="1844"/>
                  </a:cubicBezTo>
                  <a:cubicBezTo>
                    <a:pt x="839" y="1248"/>
                    <a:pt x="531" y="660"/>
                    <a:pt x="203" y="77"/>
                  </a:cubicBezTo>
                  <a:cubicBezTo>
                    <a:pt x="186" y="29"/>
                    <a:pt x="139" y="1"/>
                    <a:pt x="9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5331;p73"/>
            <p:cNvSpPr/>
            <p:nvPr/>
          </p:nvSpPr>
          <p:spPr>
            <a:xfrm>
              <a:off x="4370228" y="3250167"/>
              <a:ext cx="28264" cy="371267"/>
            </a:xfrm>
            <a:custGeom>
              <a:avLst/>
              <a:gdLst/>
              <a:ahLst/>
              <a:cxnLst/>
              <a:rect l="l" t="t" r="r" b="b"/>
              <a:pathLst>
                <a:path w="1630" h="21411" extrusionOk="0">
                  <a:moveTo>
                    <a:pt x="72" y="1"/>
                  </a:moveTo>
                  <a:cubicBezTo>
                    <a:pt x="71" y="1"/>
                    <a:pt x="70" y="1"/>
                    <a:pt x="69" y="1"/>
                  </a:cubicBezTo>
                  <a:cubicBezTo>
                    <a:pt x="4" y="5"/>
                    <a:pt x="0" y="195"/>
                    <a:pt x="57" y="418"/>
                  </a:cubicBezTo>
                  <a:cubicBezTo>
                    <a:pt x="511" y="2084"/>
                    <a:pt x="831" y="3787"/>
                    <a:pt x="1014" y="5510"/>
                  </a:cubicBezTo>
                  <a:cubicBezTo>
                    <a:pt x="1204" y="7229"/>
                    <a:pt x="1285" y="8960"/>
                    <a:pt x="1265" y="10687"/>
                  </a:cubicBezTo>
                  <a:cubicBezTo>
                    <a:pt x="1265" y="12422"/>
                    <a:pt x="1180" y="14153"/>
                    <a:pt x="1058" y="15880"/>
                  </a:cubicBezTo>
                  <a:cubicBezTo>
                    <a:pt x="937" y="17611"/>
                    <a:pt x="783" y="19337"/>
                    <a:pt x="633" y="21073"/>
                  </a:cubicBezTo>
                  <a:cubicBezTo>
                    <a:pt x="616" y="21247"/>
                    <a:pt x="637" y="21389"/>
                    <a:pt x="685" y="21409"/>
                  </a:cubicBezTo>
                  <a:cubicBezTo>
                    <a:pt x="689" y="21410"/>
                    <a:pt x="692" y="21411"/>
                    <a:pt x="695" y="21411"/>
                  </a:cubicBezTo>
                  <a:cubicBezTo>
                    <a:pt x="745" y="21411"/>
                    <a:pt x="800" y="21271"/>
                    <a:pt x="823" y="21093"/>
                  </a:cubicBezTo>
                  <a:cubicBezTo>
                    <a:pt x="1030" y="19362"/>
                    <a:pt x="1233" y="17635"/>
                    <a:pt x="1370" y="15904"/>
                  </a:cubicBezTo>
                  <a:cubicBezTo>
                    <a:pt x="1508" y="14169"/>
                    <a:pt x="1610" y="12430"/>
                    <a:pt x="1618" y="10695"/>
                  </a:cubicBezTo>
                  <a:cubicBezTo>
                    <a:pt x="1630" y="8948"/>
                    <a:pt x="1537" y="7204"/>
                    <a:pt x="1342" y="5473"/>
                  </a:cubicBezTo>
                  <a:cubicBezTo>
                    <a:pt x="1139" y="3738"/>
                    <a:pt x="783" y="2028"/>
                    <a:pt x="276" y="358"/>
                  </a:cubicBezTo>
                  <a:cubicBezTo>
                    <a:pt x="216" y="157"/>
                    <a:pt x="136" y="1"/>
                    <a:pt x="7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5332;p73"/>
            <p:cNvSpPr/>
            <p:nvPr/>
          </p:nvSpPr>
          <p:spPr>
            <a:xfrm>
              <a:off x="3927382" y="2960502"/>
              <a:ext cx="246661" cy="279608"/>
            </a:xfrm>
            <a:custGeom>
              <a:avLst/>
              <a:gdLst/>
              <a:ahLst/>
              <a:cxnLst/>
              <a:rect l="l" t="t" r="r" b="b"/>
              <a:pathLst>
                <a:path w="14225" h="16125" extrusionOk="0">
                  <a:moveTo>
                    <a:pt x="65" y="0"/>
                  </a:moveTo>
                  <a:cubicBezTo>
                    <a:pt x="53" y="0"/>
                    <a:pt x="43" y="3"/>
                    <a:pt x="37" y="8"/>
                  </a:cubicBezTo>
                  <a:cubicBezTo>
                    <a:pt x="0" y="45"/>
                    <a:pt x="85" y="178"/>
                    <a:pt x="231" y="304"/>
                  </a:cubicBezTo>
                  <a:cubicBezTo>
                    <a:pt x="1541" y="1435"/>
                    <a:pt x="2809" y="2607"/>
                    <a:pt x="4042" y="3819"/>
                  </a:cubicBezTo>
                  <a:cubicBezTo>
                    <a:pt x="5274" y="5031"/>
                    <a:pt x="6458" y="6292"/>
                    <a:pt x="7593" y="7597"/>
                  </a:cubicBezTo>
                  <a:cubicBezTo>
                    <a:pt x="8732" y="8898"/>
                    <a:pt x="9827" y="10240"/>
                    <a:pt x="10872" y="11614"/>
                  </a:cubicBezTo>
                  <a:cubicBezTo>
                    <a:pt x="11918" y="12988"/>
                    <a:pt x="12916" y="14399"/>
                    <a:pt x="13860" y="15850"/>
                  </a:cubicBezTo>
                  <a:cubicBezTo>
                    <a:pt x="13969" y="16008"/>
                    <a:pt x="14085" y="16124"/>
                    <a:pt x="14150" y="16124"/>
                  </a:cubicBezTo>
                  <a:cubicBezTo>
                    <a:pt x="14155" y="16124"/>
                    <a:pt x="14160" y="16124"/>
                    <a:pt x="14164" y="16122"/>
                  </a:cubicBezTo>
                  <a:cubicBezTo>
                    <a:pt x="14225" y="16102"/>
                    <a:pt x="14176" y="15927"/>
                    <a:pt x="14055" y="15729"/>
                  </a:cubicBezTo>
                  <a:cubicBezTo>
                    <a:pt x="13143" y="14249"/>
                    <a:pt x="12174" y="12810"/>
                    <a:pt x="11136" y="11416"/>
                  </a:cubicBezTo>
                  <a:cubicBezTo>
                    <a:pt x="10098" y="10021"/>
                    <a:pt x="9012" y="8663"/>
                    <a:pt x="7860" y="7362"/>
                  </a:cubicBezTo>
                  <a:cubicBezTo>
                    <a:pt x="6713" y="6061"/>
                    <a:pt x="5505" y="4808"/>
                    <a:pt x="4261" y="3596"/>
                  </a:cubicBezTo>
                  <a:cubicBezTo>
                    <a:pt x="3008" y="2396"/>
                    <a:pt x="1703" y="1249"/>
                    <a:pt x="353" y="158"/>
                  </a:cubicBezTo>
                  <a:cubicBezTo>
                    <a:pt x="238" y="64"/>
                    <a:pt x="123" y="0"/>
                    <a:pt x="6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5333;p73"/>
            <p:cNvSpPr/>
            <p:nvPr/>
          </p:nvSpPr>
          <p:spPr>
            <a:xfrm>
              <a:off x="4080200" y="3044532"/>
              <a:ext cx="116282" cy="163447"/>
            </a:xfrm>
            <a:custGeom>
              <a:avLst/>
              <a:gdLst/>
              <a:ahLst/>
              <a:cxnLst/>
              <a:rect l="l" t="t" r="r" b="b"/>
              <a:pathLst>
                <a:path w="6706" h="9426" extrusionOk="0">
                  <a:moveTo>
                    <a:pt x="88" y="0"/>
                  </a:moveTo>
                  <a:cubicBezTo>
                    <a:pt x="67" y="0"/>
                    <a:pt x="49" y="6"/>
                    <a:pt x="37" y="19"/>
                  </a:cubicBezTo>
                  <a:cubicBezTo>
                    <a:pt x="0" y="51"/>
                    <a:pt x="37" y="140"/>
                    <a:pt x="114" y="209"/>
                  </a:cubicBezTo>
                  <a:cubicBezTo>
                    <a:pt x="823" y="817"/>
                    <a:pt x="1492" y="1466"/>
                    <a:pt x="2120" y="2155"/>
                  </a:cubicBezTo>
                  <a:cubicBezTo>
                    <a:pt x="3373" y="3533"/>
                    <a:pt x="4443" y="5062"/>
                    <a:pt x="5307" y="6711"/>
                  </a:cubicBezTo>
                  <a:cubicBezTo>
                    <a:pt x="5740" y="7534"/>
                    <a:pt x="6121" y="8386"/>
                    <a:pt x="6446" y="9253"/>
                  </a:cubicBezTo>
                  <a:cubicBezTo>
                    <a:pt x="6490" y="9353"/>
                    <a:pt x="6551" y="9426"/>
                    <a:pt x="6608" y="9426"/>
                  </a:cubicBezTo>
                  <a:cubicBezTo>
                    <a:pt x="6613" y="9426"/>
                    <a:pt x="6619" y="9425"/>
                    <a:pt x="6624" y="9423"/>
                  </a:cubicBezTo>
                  <a:cubicBezTo>
                    <a:pt x="6685" y="9407"/>
                    <a:pt x="6705" y="9302"/>
                    <a:pt x="6665" y="9180"/>
                  </a:cubicBezTo>
                  <a:cubicBezTo>
                    <a:pt x="6381" y="8280"/>
                    <a:pt x="6024" y="7405"/>
                    <a:pt x="5603" y="6557"/>
                  </a:cubicBezTo>
                  <a:cubicBezTo>
                    <a:pt x="5177" y="5714"/>
                    <a:pt x="4690" y="4903"/>
                    <a:pt x="4151" y="4125"/>
                  </a:cubicBezTo>
                  <a:cubicBezTo>
                    <a:pt x="3600" y="3359"/>
                    <a:pt x="3000" y="2629"/>
                    <a:pt x="2347" y="1944"/>
                  </a:cubicBezTo>
                  <a:cubicBezTo>
                    <a:pt x="1695" y="1259"/>
                    <a:pt x="989" y="631"/>
                    <a:pt x="235" y="63"/>
                  </a:cubicBezTo>
                  <a:cubicBezTo>
                    <a:pt x="184" y="23"/>
                    <a:pt x="130" y="0"/>
                    <a:pt x="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5334;p73"/>
            <p:cNvSpPr/>
            <p:nvPr/>
          </p:nvSpPr>
          <p:spPr>
            <a:xfrm>
              <a:off x="4137699" y="3052404"/>
              <a:ext cx="61592" cy="82521"/>
            </a:xfrm>
            <a:custGeom>
              <a:avLst/>
              <a:gdLst/>
              <a:ahLst/>
              <a:cxnLst/>
              <a:rect l="l" t="t" r="r" b="b"/>
              <a:pathLst>
                <a:path w="3552" h="4759" extrusionOk="0">
                  <a:moveTo>
                    <a:pt x="107" y="0"/>
                  </a:moveTo>
                  <a:cubicBezTo>
                    <a:pt x="81" y="0"/>
                    <a:pt x="55" y="10"/>
                    <a:pt x="37" y="31"/>
                  </a:cubicBezTo>
                  <a:cubicBezTo>
                    <a:pt x="0" y="71"/>
                    <a:pt x="4" y="136"/>
                    <a:pt x="45" y="173"/>
                  </a:cubicBezTo>
                  <a:cubicBezTo>
                    <a:pt x="389" y="485"/>
                    <a:pt x="726" y="821"/>
                    <a:pt x="1038" y="1170"/>
                  </a:cubicBezTo>
                  <a:cubicBezTo>
                    <a:pt x="1354" y="1515"/>
                    <a:pt x="1646" y="1879"/>
                    <a:pt x="1922" y="2260"/>
                  </a:cubicBezTo>
                  <a:cubicBezTo>
                    <a:pt x="2197" y="2633"/>
                    <a:pt x="2453" y="3027"/>
                    <a:pt x="2680" y="3436"/>
                  </a:cubicBezTo>
                  <a:cubicBezTo>
                    <a:pt x="2907" y="3845"/>
                    <a:pt x="3126" y="4263"/>
                    <a:pt x="3320" y="4693"/>
                  </a:cubicBezTo>
                  <a:cubicBezTo>
                    <a:pt x="3340" y="4732"/>
                    <a:pt x="3381" y="4758"/>
                    <a:pt x="3424" y="4758"/>
                  </a:cubicBezTo>
                  <a:cubicBezTo>
                    <a:pt x="3434" y="4758"/>
                    <a:pt x="3444" y="4757"/>
                    <a:pt x="3454" y="4754"/>
                  </a:cubicBezTo>
                  <a:cubicBezTo>
                    <a:pt x="3519" y="4737"/>
                    <a:pt x="3551" y="4672"/>
                    <a:pt x="3531" y="4612"/>
                  </a:cubicBezTo>
                  <a:cubicBezTo>
                    <a:pt x="3381" y="4154"/>
                    <a:pt x="3195" y="3708"/>
                    <a:pt x="2968" y="3278"/>
                  </a:cubicBezTo>
                  <a:cubicBezTo>
                    <a:pt x="2745" y="2852"/>
                    <a:pt x="2489" y="2443"/>
                    <a:pt x="2205" y="2050"/>
                  </a:cubicBezTo>
                  <a:cubicBezTo>
                    <a:pt x="1914" y="1665"/>
                    <a:pt x="1601" y="1296"/>
                    <a:pt x="1261" y="951"/>
                  </a:cubicBezTo>
                  <a:cubicBezTo>
                    <a:pt x="924" y="611"/>
                    <a:pt x="556" y="298"/>
                    <a:pt x="166" y="19"/>
                  </a:cubicBezTo>
                  <a:cubicBezTo>
                    <a:pt x="149" y="6"/>
                    <a:pt x="128" y="0"/>
                    <a:pt x="10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5335;p73"/>
            <p:cNvSpPr/>
            <p:nvPr/>
          </p:nvSpPr>
          <p:spPr>
            <a:xfrm>
              <a:off x="3574565" y="2631389"/>
              <a:ext cx="104196" cy="96792"/>
            </a:xfrm>
            <a:custGeom>
              <a:avLst/>
              <a:gdLst/>
              <a:ahLst/>
              <a:cxnLst/>
              <a:rect l="l" t="t" r="r" b="b"/>
              <a:pathLst>
                <a:path w="6009" h="5582" extrusionOk="0">
                  <a:moveTo>
                    <a:pt x="468" y="1"/>
                  </a:moveTo>
                  <a:cubicBezTo>
                    <a:pt x="358" y="1"/>
                    <a:pt x="248" y="6"/>
                    <a:pt x="139" y="16"/>
                  </a:cubicBezTo>
                  <a:cubicBezTo>
                    <a:pt x="62" y="24"/>
                    <a:pt x="1" y="57"/>
                    <a:pt x="5" y="114"/>
                  </a:cubicBezTo>
                  <a:cubicBezTo>
                    <a:pt x="9" y="170"/>
                    <a:pt x="70" y="211"/>
                    <a:pt x="147" y="211"/>
                  </a:cubicBezTo>
                  <a:cubicBezTo>
                    <a:pt x="173" y="210"/>
                    <a:pt x="200" y="210"/>
                    <a:pt x="226" y="210"/>
                  </a:cubicBezTo>
                  <a:cubicBezTo>
                    <a:pt x="879" y="210"/>
                    <a:pt x="1512" y="401"/>
                    <a:pt x="2085" y="701"/>
                  </a:cubicBezTo>
                  <a:cubicBezTo>
                    <a:pt x="2681" y="1014"/>
                    <a:pt x="3216" y="1435"/>
                    <a:pt x="3658" y="1950"/>
                  </a:cubicBezTo>
                  <a:cubicBezTo>
                    <a:pt x="4112" y="2461"/>
                    <a:pt x="4501" y="3024"/>
                    <a:pt x="4825" y="3624"/>
                  </a:cubicBezTo>
                  <a:cubicBezTo>
                    <a:pt x="5166" y="4224"/>
                    <a:pt x="5461" y="4853"/>
                    <a:pt x="5766" y="5477"/>
                  </a:cubicBezTo>
                  <a:cubicBezTo>
                    <a:pt x="5797" y="5540"/>
                    <a:pt x="5849" y="5582"/>
                    <a:pt x="5902" y="5582"/>
                  </a:cubicBezTo>
                  <a:cubicBezTo>
                    <a:pt x="5911" y="5582"/>
                    <a:pt x="5919" y="5580"/>
                    <a:pt x="5928" y="5578"/>
                  </a:cubicBezTo>
                  <a:cubicBezTo>
                    <a:pt x="5988" y="5558"/>
                    <a:pt x="6009" y="5469"/>
                    <a:pt x="5976" y="5384"/>
                  </a:cubicBezTo>
                  <a:cubicBezTo>
                    <a:pt x="5721" y="4731"/>
                    <a:pt x="5433" y="4090"/>
                    <a:pt x="5113" y="3470"/>
                  </a:cubicBezTo>
                  <a:cubicBezTo>
                    <a:pt x="4784" y="2850"/>
                    <a:pt x="4399" y="2246"/>
                    <a:pt x="3921" y="1715"/>
                  </a:cubicBezTo>
                  <a:cubicBezTo>
                    <a:pt x="3443" y="1180"/>
                    <a:pt x="2867" y="742"/>
                    <a:pt x="2227" y="422"/>
                  </a:cubicBezTo>
                  <a:cubicBezTo>
                    <a:pt x="1681" y="157"/>
                    <a:pt x="1074" y="1"/>
                    <a:pt x="46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5336;p73"/>
            <p:cNvSpPr/>
            <p:nvPr/>
          </p:nvSpPr>
          <p:spPr>
            <a:xfrm>
              <a:off x="3654780" y="2645955"/>
              <a:ext cx="43957" cy="65823"/>
            </a:xfrm>
            <a:custGeom>
              <a:avLst/>
              <a:gdLst/>
              <a:ahLst/>
              <a:cxnLst/>
              <a:rect l="l" t="t" r="r" b="b"/>
              <a:pathLst>
                <a:path w="2535" h="3796" extrusionOk="0">
                  <a:moveTo>
                    <a:pt x="106" y="0"/>
                  </a:moveTo>
                  <a:cubicBezTo>
                    <a:pt x="76" y="0"/>
                    <a:pt x="46" y="15"/>
                    <a:pt x="29" y="44"/>
                  </a:cubicBezTo>
                  <a:cubicBezTo>
                    <a:pt x="0" y="80"/>
                    <a:pt x="4" y="133"/>
                    <a:pt x="37" y="165"/>
                  </a:cubicBezTo>
                  <a:cubicBezTo>
                    <a:pt x="321" y="388"/>
                    <a:pt x="588" y="632"/>
                    <a:pt x="831" y="899"/>
                  </a:cubicBezTo>
                  <a:cubicBezTo>
                    <a:pt x="1079" y="1159"/>
                    <a:pt x="1298" y="1446"/>
                    <a:pt x="1484" y="1751"/>
                  </a:cubicBezTo>
                  <a:cubicBezTo>
                    <a:pt x="1679" y="2051"/>
                    <a:pt x="1845" y="2367"/>
                    <a:pt x="1975" y="2699"/>
                  </a:cubicBezTo>
                  <a:cubicBezTo>
                    <a:pt x="2116" y="3032"/>
                    <a:pt x="2226" y="3376"/>
                    <a:pt x="2299" y="3729"/>
                  </a:cubicBezTo>
                  <a:cubicBezTo>
                    <a:pt x="2320" y="3768"/>
                    <a:pt x="2361" y="3795"/>
                    <a:pt x="2407" y="3795"/>
                  </a:cubicBezTo>
                  <a:cubicBezTo>
                    <a:pt x="2413" y="3795"/>
                    <a:pt x="2419" y="3795"/>
                    <a:pt x="2425" y="3794"/>
                  </a:cubicBezTo>
                  <a:cubicBezTo>
                    <a:pt x="2481" y="3790"/>
                    <a:pt x="2534" y="3745"/>
                    <a:pt x="2530" y="3692"/>
                  </a:cubicBezTo>
                  <a:cubicBezTo>
                    <a:pt x="2493" y="3315"/>
                    <a:pt x="2412" y="2942"/>
                    <a:pt x="2287" y="2582"/>
                  </a:cubicBezTo>
                  <a:cubicBezTo>
                    <a:pt x="2027" y="1860"/>
                    <a:pt x="1606" y="1211"/>
                    <a:pt x="1054" y="676"/>
                  </a:cubicBezTo>
                  <a:cubicBezTo>
                    <a:pt x="779" y="417"/>
                    <a:pt x="475" y="190"/>
                    <a:pt x="142" y="7"/>
                  </a:cubicBezTo>
                  <a:cubicBezTo>
                    <a:pt x="131" y="3"/>
                    <a:pt x="118" y="0"/>
                    <a:pt x="10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5337;p73"/>
            <p:cNvSpPr/>
            <p:nvPr/>
          </p:nvSpPr>
          <p:spPr>
            <a:xfrm>
              <a:off x="3758525" y="2733574"/>
              <a:ext cx="116213" cy="134246"/>
            </a:xfrm>
            <a:custGeom>
              <a:avLst/>
              <a:gdLst/>
              <a:ahLst/>
              <a:cxnLst/>
              <a:rect l="l" t="t" r="r" b="b"/>
              <a:pathLst>
                <a:path w="6702" h="7742" extrusionOk="0">
                  <a:moveTo>
                    <a:pt x="112" y="0"/>
                  </a:moveTo>
                  <a:cubicBezTo>
                    <a:pt x="74" y="0"/>
                    <a:pt x="43" y="13"/>
                    <a:pt x="29" y="38"/>
                  </a:cubicBezTo>
                  <a:cubicBezTo>
                    <a:pt x="1" y="82"/>
                    <a:pt x="49" y="155"/>
                    <a:pt x="135" y="200"/>
                  </a:cubicBezTo>
                  <a:cubicBezTo>
                    <a:pt x="885" y="565"/>
                    <a:pt x="1594" y="1011"/>
                    <a:pt x="2251" y="1522"/>
                  </a:cubicBezTo>
                  <a:cubicBezTo>
                    <a:pt x="3572" y="2543"/>
                    <a:pt x="4667" y="3824"/>
                    <a:pt x="5474" y="5288"/>
                  </a:cubicBezTo>
                  <a:cubicBezTo>
                    <a:pt x="5875" y="6017"/>
                    <a:pt x="6203" y="6787"/>
                    <a:pt x="6455" y="7582"/>
                  </a:cubicBezTo>
                  <a:cubicBezTo>
                    <a:pt x="6481" y="7672"/>
                    <a:pt x="6538" y="7741"/>
                    <a:pt x="6595" y="7741"/>
                  </a:cubicBezTo>
                  <a:cubicBezTo>
                    <a:pt x="6600" y="7741"/>
                    <a:pt x="6604" y="7741"/>
                    <a:pt x="6609" y="7740"/>
                  </a:cubicBezTo>
                  <a:cubicBezTo>
                    <a:pt x="6669" y="7732"/>
                    <a:pt x="6702" y="7635"/>
                    <a:pt x="6669" y="7521"/>
                  </a:cubicBezTo>
                  <a:cubicBezTo>
                    <a:pt x="6467" y="6690"/>
                    <a:pt x="6163" y="5888"/>
                    <a:pt x="5765" y="5129"/>
                  </a:cubicBezTo>
                  <a:cubicBezTo>
                    <a:pt x="4963" y="3605"/>
                    <a:pt x="3828" y="2288"/>
                    <a:pt x="2441" y="1270"/>
                  </a:cubicBezTo>
                  <a:cubicBezTo>
                    <a:pt x="1748" y="763"/>
                    <a:pt x="1002" y="346"/>
                    <a:pt x="212" y="22"/>
                  </a:cubicBezTo>
                  <a:cubicBezTo>
                    <a:pt x="176" y="8"/>
                    <a:pt x="142" y="0"/>
                    <a:pt x="11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5338;p73"/>
            <p:cNvSpPr/>
            <p:nvPr/>
          </p:nvSpPr>
          <p:spPr>
            <a:xfrm>
              <a:off x="3821088" y="2746873"/>
              <a:ext cx="74181" cy="103277"/>
            </a:xfrm>
            <a:custGeom>
              <a:avLst/>
              <a:gdLst/>
              <a:ahLst/>
              <a:cxnLst/>
              <a:rect l="l" t="t" r="r" b="b"/>
              <a:pathLst>
                <a:path w="4278" h="5956" extrusionOk="0">
                  <a:moveTo>
                    <a:pt x="107" y="0"/>
                  </a:moveTo>
                  <a:cubicBezTo>
                    <a:pt x="78" y="0"/>
                    <a:pt x="49" y="13"/>
                    <a:pt x="29" y="37"/>
                  </a:cubicBezTo>
                  <a:cubicBezTo>
                    <a:pt x="1" y="90"/>
                    <a:pt x="17" y="155"/>
                    <a:pt x="70" y="187"/>
                  </a:cubicBezTo>
                  <a:cubicBezTo>
                    <a:pt x="552" y="528"/>
                    <a:pt x="1002" y="905"/>
                    <a:pt x="1420" y="1322"/>
                  </a:cubicBezTo>
                  <a:cubicBezTo>
                    <a:pt x="2251" y="2157"/>
                    <a:pt x="2932" y="3126"/>
                    <a:pt x="3434" y="4192"/>
                  </a:cubicBezTo>
                  <a:cubicBezTo>
                    <a:pt x="3678" y="4727"/>
                    <a:pt x="3884" y="5279"/>
                    <a:pt x="4042" y="5850"/>
                  </a:cubicBezTo>
                  <a:cubicBezTo>
                    <a:pt x="4054" y="5909"/>
                    <a:pt x="4107" y="5956"/>
                    <a:pt x="4169" y="5956"/>
                  </a:cubicBezTo>
                  <a:cubicBezTo>
                    <a:pt x="4171" y="5956"/>
                    <a:pt x="4174" y="5956"/>
                    <a:pt x="4176" y="5956"/>
                  </a:cubicBezTo>
                  <a:cubicBezTo>
                    <a:pt x="4237" y="5952"/>
                    <a:pt x="4278" y="5875"/>
                    <a:pt x="4257" y="5797"/>
                  </a:cubicBezTo>
                  <a:cubicBezTo>
                    <a:pt x="4152" y="5198"/>
                    <a:pt x="3973" y="4614"/>
                    <a:pt x="3730" y="4054"/>
                  </a:cubicBezTo>
                  <a:cubicBezTo>
                    <a:pt x="3487" y="3499"/>
                    <a:pt x="3187" y="2968"/>
                    <a:pt x="2838" y="2469"/>
                  </a:cubicBezTo>
                  <a:cubicBezTo>
                    <a:pt x="2486" y="1975"/>
                    <a:pt x="2080" y="1517"/>
                    <a:pt x="1638" y="1099"/>
                  </a:cubicBezTo>
                  <a:cubicBezTo>
                    <a:pt x="1193" y="690"/>
                    <a:pt x="702" y="329"/>
                    <a:pt x="175" y="25"/>
                  </a:cubicBezTo>
                  <a:cubicBezTo>
                    <a:pt x="155" y="8"/>
                    <a:pt x="131" y="0"/>
                    <a:pt x="10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5339;p73"/>
            <p:cNvSpPr/>
            <p:nvPr/>
          </p:nvSpPr>
          <p:spPr>
            <a:xfrm>
              <a:off x="3740544" y="2561439"/>
              <a:ext cx="552869" cy="759821"/>
            </a:xfrm>
            <a:custGeom>
              <a:avLst/>
              <a:gdLst/>
              <a:ahLst/>
              <a:cxnLst/>
              <a:rect l="l" t="t" r="r" b="b"/>
              <a:pathLst>
                <a:path w="31884" h="43819" extrusionOk="0">
                  <a:moveTo>
                    <a:pt x="0" y="1"/>
                  </a:moveTo>
                  <a:lnTo>
                    <a:pt x="0" y="1"/>
                  </a:lnTo>
                  <a:cubicBezTo>
                    <a:pt x="11590" y="3000"/>
                    <a:pt x="19921" y="10216"/>
                    <a:pt x="24809" y="21526"/>
                  </a:cubicBezTo>
                  <a:cubicBezTo>
                    <a:pt x="28859" y="30883"/>
                    <a:pt x="29094" y="40089"/>
                    <a:pt x="29094" y="42120"/>
                  </a:cubicBezTo>
                  <a:cubicBezTo>
                    <a:pt x="29094" y="42379"/>
                    <a:pt x="29090" y="42525"/>
                    <a:pt x="29090" y="42537"/>
                  </a:cubicBezTo>
                  <a:cubicBezTo>
                    <a:pt x="29070" y="43222"/>
                    <a:pt x="29609" y="43798"/>
                    <a:pt x="30298" y="43818"/>
                  </a:cubicBezTo>
                  <a:lnTo>
                    <a:pt x="30339" y="43818"/>
                  </a:lnTo>
                  <a:cubicBezTo>
                    <a:pt x="31008" y="43818"/>
                    <a:pt x="31555" y="43287"/>
                    <a:pt x="31579" y="42618"/>
                  </a:cubicBezTo>
                  <a:cubicBezTo>
                    <a:pt x="31596" y="42172"/>
                    <a:pt x="31883" y="31673"/>
                    <a:pt x="27128" y="20622"/>
                  </a:cubicBezTo>
                  <a:cubicBezTo>
                    <a:pt x="24197" y="13816"/>
                    <a:pt x="18915" y="5992"/>
                    <a:pt x="9441" y="1006"/>
                  </a:cubicBezTo>
                  <a:lnTo>
                    <a:pt x="9433" y="1006"/>
                  </a:lnTo>
                  <a:cubicBezTo>
                    <a:pt x="6608" y="430"/>
                    <a:pt x="3474" y="78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5340;p73"/>
            <p:cNvSpPr/>
            <p:nvPr/>
          </p:nvSpPr>
          <p:spPr>
            <a:xfrm>
              <a:off x="3687743" y="2554209"/>
              <a:ext cx="611634" cy="773225"/>
            </a:xfrm>
            <a:custGeom>
              <a:avLst/>
              <a:gdLst/>
              <a:ahLst/>
              <a:cxnLst/>
              <a:rect l="l" t="t" r="r" b="b"/>
              <a:pathLst>
                <a:path w="35273" h="44592" extrusionOk="0">
                  <a:moveTo>
                    <a:pt x="5944" y="912"/>
                  </a:moveTo>
                  <a:lnTo>
                    <a:pt x="5944" y="912"/>
                  </a:lnTo>
                  <a:cubicBezTo>
                    <a:pt x="8100" y="1054"/>
                    <a:pt x="10249" y="1338"/>
                    <a:pt x="12369" y="1763"/>
                  </a:cubicBezTo>
                  <a:cubicBezTo>
                    <a:pt x="20197" y="5898"/>
                    <a:pt x="26075" y="12429"/>
                    <a:pt x="29845" y="21181"/>
                  </a:cubicBezTo>
                  <a:cubicBezTo>
                    <a:pt x="34559" y="32131"/>
                    <a:pt x="34284" y="42585"/>
                    <a:pt x="34272" y="43023"/>
                  </a:cubicBezTo>
                  <a:cubicBezTo>
                    <a:pt x="34255" y="43506"/>
                    <a:pt x="33862" y="43883"/>
                    <a:pt x="33384" y="43883"/>
                  </a:cubicBezTo>
                  <a:lnTo>
                    <a:pt x="33360" y="43883"/>
                  </a:lnTo>
                  <a:cubicBezTo>
                    <a:pt x="32861" y="43858"/>
                    <a:pt x="32476" y="43441"/>
                    <a:pt x="32492" y="42942"/>
                  </a:cubicBezTo>
                  <a:cubicBezTo>
                    <a:pt x="32496" y="42893"/>
                    <a:pt x="32496" y="42756"/>
                    <a:pt x="32496" y="42537"/>
                  </a:cubicBezTo>
                  <a:cubicBezTo>
                    <a:pt x="32496" y="40741"/>
                    <a:pt x="32289" y="31295"/>
                    <a:pt x="28183" y="21801"/>
                  </a:cubicBezTo>
                  <a:cubicBezTo>
                    <a:pt x="23659" y="11351"/>
                    <a:pt x="16188" y="4330"/>
                    <a:pt x="5944" y="912"/>
                  </a:cubicBezTo>
                  <a:close/>
                  <a:moveTo>
                    <a:pt x="1" y="0"/>
                  </a:moveTo>
                  <a:lnTo>
                    <a:pt x="2952" y="766"/>
                  </a:lnTo>
                  <a:cubicBezTo>
                    <a:pt x="14424" y="3734"/>
                    <a:pt x="22694" y="10909"/>
                    <a:pt x="27530" y="22089"/>
                  </a:cubicBezTo>
                  <a:cubicBezTo>
                    <a:pt x="31580" y="31450"/>
                    <a:pt x="31787" y="40765"/>
                    <a:pt x="31787" y="42537"/>
                  </a:cubicBezTo>
                  <a:cubicBezTo>
                    <a:pt x="31787" y="42752"/>
                    <a:pt x="31783" y="42885"/>
                    <a:pt x="31783" y="42942"/>
                  </a:cubicBezTo>
                  <a:cubicBezTo>
                    <a:pt x="31762" y="43830"/>
                    <a:pt x="32460" y="44564"/>
                    <a:pt x="33343" y="44592"/>
                  </a:cubicBezTo>
                  <a:lnTo>
                    <a:pt x="33384" y="44592"/>
                  </a:lnTo>
                  <a:cubicBezTo>
                    <a:pt x="33386" y="44592"/>
                    <a:pt x="33389" y="44592"/>
                    <a:pt x="33391" y="44592"/>
                  </a:cubicBezTo>
                  <a:cubicBezTo>
                    <a:pt x="34251" y="44592"/>
                    <a:pt x="34953" y="43904"/>
                    <a:pt x="34977" y="43043"/>
                  </a:cubicBezTo>
                  <a:cubicBezTo>
                    <a:pt x="34993" y="42602"/>
                    <a:pt x="35273" y="31989"/>
                    <a:pt x="30498" y="20897"/>
                  </a:cubicBezTo>
                  <a:cubicBezTo>
                    <a:pt x="26663" y="11995"/>
                    <a:pt x="20679" y="5343"/>
                    <a:pt x="12701" y="1135"/>
                  </a:cubicBezTo>
                  <a:lnTo>
                    <a:pt x="12636" y="1070"/>
                  </a:lnTo>
                  <a:lnTo>
                    <a:pt x="12507" y="1070"/>
                  </a:lnTo>
                  <a:cubicBezTo>
                    <a:pt x="9608" y="474"/>
                    <a:pt x="6426" y="142"/>
                    <a:pt x="3049" y="6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5341;p73"/>
            <p:cNvSpPr/>
            <p:nvPr/>
          </p:nvSpPr>
          <p:spPr>
            <a:xfrm>
              <a:off x="3844306" y="2582091"/>
              <a:ext cx="87723" cy="24918"/>
            </a:xfrm>
            <a:custGeom>
              <a:avLst/>
              <a:gdLst/>
              <a:ahLst/>
              <a:cxnLst/>
              <a:rect l="l" t="t" r="r" b="b"/>
              <a:pathLst>
                <a:path w="5059" h="1437" extrusionOk="0">
                  <a:moveTo>
                    <a:pt x="3645" y="0"/>
                  </a:moveTo>
                  <a:cubicBezTo>
                    <a:pt x="2029" y="0"/>
                    <a:pt x="434" y="720"/>
                    <a:pt x="352" y="759"/>
                  </a:cubicBezTo>
                  <a:cubicBezTo>
                    <a:pt x="1" y="913"/>
                    <a:pt x="112" y="1436"/>
                    <a:pt x="494" y="1436"/>
                  </a:cubicBezTo>
                  <a:cubicBezTo>
                    <a:pt x="495" y="1436"/>
                    <a:pt x="497" y="1436"/>
                    <a:pt x="498" y="1436"/>
                  </a:cubicBezTo>
                  <a:cubicBezTo>
                    <a:pt x="547" y="1436"/>
                    <a:pt x="599" y="1424"/>
                    <a:pt x="644" y="1404"/>
                  </a:cubicBezTo>
                  <a:cubicBezTo>
                    <a:pt x="664" y="1397"/>
                    <a:pt x="2179" y="711"/>
                    <a:pt x="3640" y="711"/>
                  </a:cubicBezTo>
                  <a:cubicBezTo>
                    <a:pt x="3960" y="711"/>
                    <a:pt x="4278" y="744"/>
                    <a:pt x="4576" y="824"/>
                  </a:cubicBezTo>
                  <a:cubicBezTo>
                    <a:pt x="4606" y="832"/>
                    <a:pt x="4636" y="836"/>
                    <a:pt x="4665" y="836"/>
                  </a:cubicBezTo>
                  <a:cubicBezTo>
                    <a:pt x="4824" y="836"/>
                    <a:pt x="4969" y="730"/>
                    <a:pt x="5010" y="569"/>
                  </a:cubicBezTo>
                  <a:cubicBezTo>
                    <a:pt x="5059" y="378"/>
                    <a:pt x="4945" y="188"/>
                    <a:pt x="4759" y="135"/>
                  </a:cubicBezTo>
                  <a:cubicBezTo>
                    <a:pt x="4399" y="39"/>
                    <a:pt x="4021" y="0"/>
                    <a:pt x="364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5342;p73"/>
            <p:cNvSpPr/>
            <p:nvPr/>
          </p:nvSpPr>
          <p:spPr>
            <a:xfrm>
              <a:off x="3934717" y="2629117"/>
              <a:ext cx="64730" cy="28230"/>
            </a:xfrm>
            <a:custGeom>
              <a:avLst/>
              <a:gdLst/>
              <a:ahLst/>
              <a:cxnLst/>
              <a:rect l="l" t="t" r="r" b="b"/>
              <a:pathLst>
                <a:path w="3733" h="1628" extrusionOk="0">
                  <a:moveTo>
                    <a:pt x="3315" y="1"/>
                  </a:moveTo>
                  <a:cubicBezTo>
                    <a:pt x="1856" y="1"/>
                    <a:pt x="367" y="934"/>
                    <a:pt x="299" y="974"/>
                  </a:cubicBezTo>
                  <a:cubicBezTo>
                    <a:pt x="0" y="1164"/>
                    <a:pt x="135" y="1627"/>
                    <a:pt x="489" y="1627"/>
                  </a:cubicBezTo>
                  <a:cubicBezTo>
                    <a:pt x="490" y="1627"/>
                    <a:pt x="492" y="1627"/>
                    <a:pt x="493" y="1627"/>
                  </a:cubicBezTo>
                  <a:cubicBezTo>
                    <a:pt x="562" y="1627"/>
                    <a:pt x="627" y="1607"/>
                    <a:pt x="684" y="1570"/>
                  </a:cubicBezTo>
                  <a:cubicBezTo>
                    <a:pt x="696" y="1562"/>
                    <a:pt x="2050" y="711"/>
                    <a:pt x="3327" y="711"/>
                  </a:cubicBezTo>
                  <a:lnTo>
                    <a:pt x="3376" y="711"/>
                  </a:lnTo>
                  <a:cubicBezTo>
                    <a:pt x="3570" y="711"/>
                    <a:pt x="3732" y="553"/>
                    <a:pt x="3732" y="358"/>
                  </a:cubicBezTo>
                  <a:cubicBezTo>
                    <a:pt x="3732" y="164"/>
                    <a:pt x="3578" y="1"/>
                    <a:pt x="3380" y="1"/>
                  </a:cubicBezTo>
                  <a:cubicBezTo>
                    <a:pt x="3358" y="1"/>
                    <a:pt x="3337" y="1"/>
                    <a:pt x="331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5343;p73"/>
            <p:cNvSpPr/>
            <p:nvPr/>
          </p:nvSpPr>
          <p:spPr>
            <a:xfrm>
              <a:off x="3995216" y="2673265"/>
              <a:ext cx="57586" cy="30466"/>
            </a:xfrm>
            <a:custGeom>
              <a:avLst/>
              <a:gdLst/>
              <a:ahLst/>
              <a:cxnLst/>
              <a:rect l="l" t="t" r="r" b="b"/>
              <a:pathLst>
                <a:path w="3321" h="1757" extrusionOk="0">
                  <a:moveTo>
                    <a:pt x="2698" y="0"/>
                  </a:moveTo>
                  <a:cubicBezTo>
                    <a:pt x="1308" y="0"/>
                    <a:pt x="249" y="1107"/>
                    <a:pt x="203" y="1161"/>
                  </a:cubicBezTo>
                  <a:cubicBezTo>
                    <a:pt x="0" y="1388"/>
                    <a:pt x="154" y="1748"/>
                    <a:pt x="458" y="1757"/>
                  </a:cubicBezTo>
                  <a:cubicBezTo>
                    <a:pt x="555" y="1757"/>
                    <a:pt x="649" y="1716"/>
                    <a:pt x="718" y="1647"/>
                  </a:cubicBezTo>
                  <a:cubicBezTo>
                    <a:pt x="729" y="1636"/>
                    <a:pt x="1612" y="709"/>
                    <a:pt x="2699" y="709"/>
                  </a:cubicBezTo>
                  <a:cubicBezTo>
                    <a:pt x="2761" y="709"/>
                    <a:pt x="2823" y="712"/>
                    <a:pt x="2886" y="719"/>
                  </a:cubicBezTo>
                  <a:cubicBezTo>
                    <a:pt x="2906" y="722"/>
                    <a:pt x="2925" y="723"/>
                    <a:pt x="2944" y="723"/>
                  </a:cubicBezTo>
                  <a:cubicBezTo>
                    <a:pt x="3123" y="723"/>
                    <a:pt x="3278" y="589"/>
                    <a:pt x="3296" y="403"/>
                  </a:cubicBezTo>
                  <a:cubicBezTo>
                    <a:pt x="3320" y="200"/>
                    <a:pt x="3162" y="21"/>
                    <a:pt x="2959" y="13"/>
                  </a:cubicBezTo>
                  <a:cubicBezTo>
                    <a:pt x="2871" y="4"/>
                    <a:pt x="2784" y="0"/>
                    <a:pt x="269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5344;p73"/>
            <p:cNvSpPr/>
            <p:nvPr/>
          </p:nvSpPr>
          <p:spPr>
            <a:xfrm>
              <a:off x="4046942" y="2722008"/>
              <a:ext cx="52107" cy="32200"/>
            </a:xfrm>
            <a:custGeom>
              <a:avLst/>
              <a:gdLst/>
              <a:ahLst/>
              <a:cxnLst/>
              <a:rect l="l" t="t" r="r" b="b"/>
              <a:pathLst>
                <a:path w="3005" h="1857" extrusionOk="0">
                  <a:moveTo>
                    <a:pt x="2578" y="1"/>
                  </a:moveTo>
                  <a:cubicBezTo>
                    <a:pt x="1586" y="1"/>
                    <a:pt x="305" y="1106"/>
                    <a:pt x="163" y="1232"/>
                  </a:cubicBezTo>
                  <a:cubicBezTo>
                    <a:pt x="13" y="1362"/>
                    <a:pt x="1" y="1589"/>
                    <a:pt x="130" y="1735"/>
                  </a:cubicBezTo>
                  <a:cubicBezTo>
                    <a:pt x="199" y="1812"/>
                    <a:pt x="293" y="1856"/>
                    <a:pt x="394" y="1856"/>
                  </a:cubicBezTo>
                  <a:cubicBezTo>
                    <a:pt x="483" y="1856"/>
                    <a:pt x="568" y="1824"/>
                    <a:pt x="633" y="1763"/>
                  </a:cubicBezTo>
                  <a:cubicBezTo>
                    <a:pt x="1097" y="1350"/>
                    <a:pt x="2020" y="711"/>
                    <a:pt x="2563" y="711"/>
                  </a:cubicBezTo>
                  <a:cubicBezTo>
                    <a:pt x="2580" y="711"/>
                    <a:pt x="2596" y="712"/>
                    <a:pt x="2611" y="713"/>
                  </a:cubicBezTo>
                  <a:cubicBezTo>
                    <a:pt x="2621" y="714"/>
                    <a:pt x="2631" y="714"/>
                    <a:pt x="2641" y="714"/>
                  </a:cubicBezTo>
                  <a:cubicBezTo>
                    <a:pt x="2823" y="714"/>
                    <a:pt x="2977" y="573"/>
                    <a:pt x="2988" y="385"/>
                  </a:cubicBezTo>
                  <a:cubicBezTo>
                    <a:pt x="3005" y="190"/>
                    <a:pt x="2855" y="20"/>
                    <a:pt x="2660" y="4"/>
                  </a:cubicBezTo>
                  <a:cubicBezTo>
                    <a:pt x="2633" y="2"/>
                    <a:pt x="2606" y="1"/>
                    <a:pt x="257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5345;p73"/>
            <p:cNvSpPr/>
            <p:nvPr/>
          </p:nvSpPr>
          <p:spPr>
            <a:xfrm>
              <a:off x="4098476" y="2789062"/>
              <a:ext cx="52245" cy="31854"/>
            </a:xfrm>
            <a:custGeom>
              <a:avLst/>
              <a:gdLst/>
              <a:ahLst/>
              <a:cxnLst/>
              <a:rect l="l" t="t" r="r" b="b"/>
              <a:pathLst>
                <a:path w="3013" h="1837" extrusionOk="0">
                  <a:moveTo>
                    <a:pt x="2613" y="1"/>
                  </a:moveTo>
                  <a:cubicBezTo>
                    <a:pt x="2539" y="1"/>
                    <a:pt x="2463" y="24"/>
                    <a:pt x="2400" y="73"/>
                  </a:cubicBezTo>
                  <a:cubicBezTo>
                    <a:pt x="1711" y="592"/>
                    <a:pt x="292" y="1139"/>
                    <a:pt x="280" y="1147"/>
                  </a:cubicBezTo>
                  <a:cubicBezTo>
                    <a:pt x="93" y="1212"/>
                    <a:pt x="0" y="1423"/>
                    <a:pt x="73" y="1605"/>
                  </a:cubicBezTo>
                  <a:cubicBezTo>
                    <a:pt x="126" y="1743"/>
                    <a:pt x="260" y="1832"/>
                    <a:pt x="410" y="1836"/>
                  </a:cubicBezTo>
                  <a:cubicBezTo>
                    <a:pt x="450" y="1832"/>
                    <a:pt x="495" y="1824"/>
                    <a:pt x="535" y="1808"/>
                  </a:cubicBezTo>
                  <a:cubicBezTo>
                    <a:pt x="596" y="1784"/>
                    <a:pt x="2059" y="1220"/>
                    <a:pt x="2826" y="640"/>
                  </a:cubicBezTo>
                  <a:cubicBezTo>
                    <a:pt x="2980" y="523"/>
                    <a:pt x="3012" y="300"/>
                    <a:pt x="2895" y="142"/>
                  </a:cubicBezTo>
                  <a:cubicBezTo>
                    <a:pt x="2825" y="49"/>
                    <a:pt x="2720" y="1"/>
                    <a:pt x="261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5346;p73"/>
            <p:cNvSpPr/>
            <p:nvPr/>
          </p:nvSpPr>
          <p:spPr>
            <a:xfrm>
              <a:off x="4143179" y="2869970"/>
              <a:ext cx="54638" cy="30085"/>
            </a:xfrm>
            <a:custGeom>
              <a:avLst/>
              <a:gdLst/>
              <a:ahLst/>
              <a:cxnLst/>
              <a:rect l="l" t="t" r="r" b="b"/>
              <a:pathLst>
                <a:path w="3151" h="1735" extrusionOk="0">
                  <a:moveTo>
                    <a:pt x="2757" y="0"/>
                  </a:moveTo>
                  <a:cubicBezTo>
                    <a:pt x="2671" y="0"/>
                    <a:pt x="2585" y="32"/>
                    <a:pt x="2518" y="97"/>
                  </a:cubicBezTo>
                  <a:cubicBezTo>
                    <a:pt x="1764" y="786"/>
                    <a:pt x="446" y="1025"/>
                    <a:pt x="430" y="1029"/>
                  </a:cubicBezTo>
                  <a:cubicBezTo>
                    <a:pt x="0" y="1102"/>
                    <a:pt x="53" y="1735"/>
                    <a:pt x="491" y="1735"/>
                  </a:cubicBezTo>
                  <a:lnTo>
                    <a:pt x="556" y="1731"/>
                  </a:lnTo>
                  <a:cubicBezTo>
                    <a:pt x="617" y="1719"/>
                    <a:pt x="2088" y="1451"/>
                    <a:pt x="2992" y="620"/>
                  </a:cubicBezTo>
                  <a:cubicBezTo>
                    <a:pt x="3138" y="486"/>
                    <a:pt x="3150" y="263"/>
                    <a:pt x="3020" y="117"/>
                  </a:cubicBezTo>
                  <a:cubicBezTo>
                    <a:pt x="2950" y="40"/>
                    <a:pt x="2853" y="0"/>
                    <a:pt x="275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5347;p73"/>
            <p:cNvSpPr/>
            <p:nvPr/>
          </p:nvSpPr>
          <p:spPr>
            <a:xfrm>
              <a:off x="4169535" y="2930729"/>
              <a:ext cx="55835" cy="26270"/>
            </a:xfrm>
            <a:custGeom>
              <a:avLst/>
              <a:gdLst/>
              <a:ahLst/>
              <a:cxnLst/>
              <a:rect l="l" t="t" r="r" b="b"/>
              <a:pathLst>
                <a:path w="3220" h="1515" extrusionOk="0">
                  <a:moveTo>
                    <a:pt x="2820" y="1"/>
                  </a:moveTo>
                  <a:cubicBezTo>
                    <a:pt x="2746" y="1"/>
                    <a:pt x="2671" y="24"/>
                    <a:pt x="2607" y="71"/>
                  </a:cubicBezTo>
                  <a:cubicBezTo>
                    <a:pt x="1841" y="627"/>
                    <a:pt x="430" y="805"/>
                    <a:pt x="418" y="809"/>
                  </a:cubicBezTo>
                  <a:cubicBezTo>
                    <a:pt x="1" y="878"/>
                    <a:pt x="33" y="1494"/>
                    <a:pt x="459" y="1514"/>
                  </a:cubicBezTo>
                  <a:lnTo>
                    <a:pt x="503" y="1514"/>
                  </a:lnTo>
                  <a:cubicBezTo>
                    <a:pt x="572" y="1502"/>
                    <a:pt x="2113" y="1312"/>
                    <a:pt x="3029" y="643"/>
                  </a:cubicBezTo>
                  <a:cubicBezTo>
                    <a:pt x="3187" y="525"/>
                    <a:pt x="3219" y="302"/>
                    <a:pt x="3106" y="144"/>
                  </a:cubicBezTo>
                  <a:cubicBezTo>
                    <a:pt x="3036" y="50"/>
                    <a:pt x="2929" y="1"/>
                    <a:pt x="282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5348;p73"/>
            <p:cNvSpPr/>
            <p:nvPr/>
          </p:nvSpPr>
          <p:spPr>
            <a:xfrm>
              <a:off x="4193569" y="2995477"/>
              <a:ext cx="55141" cy="24085"/>
            </a:xfrm>
            <a:custGeom>
              <a:avLst/>
              <a:gdLst/>
              <a:ahLst/>
              <a:cxnLst/>
              <a:rect l="l" t="t" r="r" b="b"/>
              <a:pathLst>
                <a:path w="3180" h="1389" extrusionOk="0">
                  <a:moveTo>
                    <a:pt x="2774" y="0"/>
                  </a:moveTo>
                  <a:cubicBezTo>
                    <a:pt x="2715" y="0"/>
                    <a:pt x="2655" y="15"/>
                    <a:pt x="2599" y="46"/>
                  </a:cubicBezTo>
                  <a:cubicBezTo>
                    <a:pt x="1886" y="452"/>
                    <a:pt x="341" y="679"/>
                    <a:pt x="325" y="679"/>
                  </a:cubicBezTo>
                  <a:cubicBezTo>
                    <a:pt x="131" y="707"/>
                    <a:pt x="1" y="890"/>
                    <a:pt x="25" y="1084"/>
                  </a:cubicBezTo>
                  <a:cubicBezTo>
                    <a:pt x="50" y="1259"/>
                    <a:pt x="200" y="1388"/>
                    <a:pt x="378" y="1388"/>
                  </a:cubicBezTo>
                  <a:lnTo>
                    <a:pt x="427" y="1384"/>
                  </a:lnTo>
                  <a:cubicBezTo>
                    <a:pt x="500" y="1372"/>
                    <a:pt x="2121" y="1133"/>
                    <a:pt x="2952" y="663"/>
                  </a:cubicBezTo>
                  <a:cubicBezTo>
                    <a:pt x="3122" y="565"/>
                    <a:pt x="3179" y="351"/>
                    <a:pt x="3086" y="180"/>
                  </a:cubicBezTo>
                  <a:cubicBezTo>
                    <a:pt x="3020" y="65"/>
                    <a:pt x="2899" y="0"/>
                    <a:pt x="277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5349;p73"/>
            <p:cNvSpPr/>
            <p:nvPr/>
          </p:nvSpPr>
          <p:spPr>
            <a:xfrm>
              <a:off x="4214377" y="3070212"/>
              <a:ext cx="54777" cy="26045"/>
            </a:xfrm>
            <a:custGeom>
              <a:avLst/>
              <a:gdLst/>
              <a:ahLst/>
              <a:cxnLst/>
              <a:rect l="l" t="t" r="r" b="b"/>
              <a:pathLst>
                <a:path w="3159" h="1502" extrusionOk="0">
                  <a:moveTo>
                    <a:pt x="2757" y="1"/>
                  </a:moveTo>
                  <a:cubicBezTo>
                    <a:pt x="2679" y="1"/>
                    <a:pt x="2600" y="26"/>
                    <a:pt x="2535" y="78"/>
                  </a:cubicBezTo>
                  <a:cubicBezTo>
                    <a:pt x="1764" y="686"/>
                    <a:pt x="366" y="792"/>
                    <a:pt x="354" y="792"/>
                  </a:cubicBezTo>
                  <a:cubicBezTo>
                    <a:pt x="155" y="800"/>
                    <a:pt x="1" y="962"/>
                    <a:pt x="9" y="1160"/>
                  </a:cubicBezTo>
                  <a:cubicBezTo>
                    <a:pt x="17" y="1350"/>
                    <a:pt x="171" y="1501"/>
                    <a:pt x="363" y="1501"/>
                  </a:cubicBezTo>
                  <a:cubicBezTo>
                    <a:pt x="368" y="1501"/>
                    <a:pt x="373" y="1501"/>
                    <a:pt x="378" y="1501"/>
                  </a:cubicBezTo>
                  <a:lnTo>
                    <a:pt x="402" y="1501"/>
                  </a:lnTo>
                  <a:cubicBezTo>
                    <a:pt x="467" y="1497"/>
                    <a:pt x="2036" y="1379"/>
                    <a:pt x="2976" y="633"/>
                  </a:cubicBezTo>
                  <a:cubicBezTo>
                    <a:pt x="3135" y="512"/>
                    <a:pt x="3159" y="289"/>
                    <a:pt x="3037" y="135"/>
                  </a:cubicBezTo>
                  <a:cubicBezTo>
                    <a:pt x="2965" y="47"/>
                    <a:pt x="2861" y="1"/>
                    <a:pt x="275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5350;p73"/>
            <p:cNvSpPr/>
            <p:nvPr/>
          </p:nvSpPr>
          <p:spPr>
            <a:xfrm>
              <a:off x="4226757" y="3139191"/>
              <a:ext cx="56043" cy="21658"/>
            </a:xfrm>
            <a:custGeom>
              <a:avLst/>
              <a:gdLst/>
              <a:ahLst/>
              <a:cxnLst/>
              <a:rect l="l" t="t" r="r" b="b"/>
              <a:pathLst>
                <a:path w="3232" h="1249" extrusionOk="0">
                  <a:moveTo>
                    <a:pt x="2823" y="1"/>
                  </a:moveTo>
                  <a:cubicBezTo>
                    <a:pt x="2756" y="1"/>
                    <a:pt x="2688" y="20"/>
                    <a:pt x="2627" y="61"/>
                  </a:cubicBezTo>
                  <a:cubicBezTo>
                    <a:pt x="2015" y="477"/>
                    <a:pt x="1153" y="537"/>
                    <a:pt x="704" y="537"/>
                  </a:cubicBezTo>
                  <a:cubicBezTo>
                    <a:pt x="523" y="537"/>
                    <a:pt x="409" y="527"/>
                    <a:pt x="406" y="527"/>
                  </a:cubicBezTo>
                  <a:cubicBezTo>
                    <a:pt x="394" y="526"/>
                    <a:pt x="382" y="525"/>
                    <a:pt x="370" y="525"/>
                  </a:cubicBezTo>
                  <a:cubicBezTo>
                    <a:pt x="190" y="525"/>
                    <a:pt x="36" y="665"/>
                    <a:pt x="21" y="847"/>
                  </a:cubicBezTo>
                  <a:cubicBezTo>
                    <a:pt x="0" y="1042"/>
                    <a:pt x="146" y="1220"/>
                    <a:pt x="341" y="1236"/>
                  </a:cubicBezTo>
                  <a:cubicBezTo>
                    <a:pt x="357" y="1236"/>
                    <a:pt x="495" y="1248"/>
                    <a:pt x="702" y="1248"/>
                  </a:cubicBezTo>
                  <a:cubicBezTo>
                    <a:pt x="1237" y="1248"/>
                    <a:pt x="2250" y="1171"/>
                    <a:pt x="3020" y="648"/>
                  </a:cubicBezTo>
                  <a:cubicBezTo>
                    <a:pt x="3187" y="543"/>
                    <a:pt x="3231" y="320"/>
                    <a:pt x="3118" y="158"/>
                  </a:cubicBezTo>
                  <a:cubicBezTo>
                    <a:pt x="3049" y="56"/>
                    <a:pt x="2937" y="1"/>
                    <a:pt x="282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5351;p73"/>
            <p:cNvSpPr/>
            <p:nvPr/>
          </p:nvSpPr>
          <p:spPr>
            <a:xfrm>
              <a:off x="4234838" y="3203210"/>
              <a:ext cx="56251" cy="19993"/>
            </a:xfrm>
            <a:custGeom>
              <a:avLst/>
              <a:gdLst/>
              <a:ahLst/>
              <a:cxnLst/>
              <a:rect l="l" t="t" r="r" b="b"/>
              <a:pathLst>
                <a:path w="3244" h="1153" extrusionOk="0">
                  <a:moveTo>
                    <a:pt x="2836" y="1"/>
                  </a:moveTo>
                  <a:cubicBezTo>
                    <a:pt x="2770" y="1"/>
                    <a:pt x="2703" y="19"/>
                    <a:pt x="2644" y="58"/>
                  </a:cubicBezTo>
                  <a:cubicBezTo>
                    <a:pt x="2163" y="371"/>
                    <a:pt x="1556" y="442"/>
                    <a:pt x="1103" y="442"/>
                  </a:cubicBezTo>
                  <a:cubicBezTo>
                    <a:pt x="730" y="442"/>
                    <a:pt x="462" y="394"/>
                    <a:pt x="455" y="394"/>
                  </a:cubicBezTo>
                  <a:cubicBezTo>
                    <a:pt x="430" y="389"/>
                    <a:pt x="405" y="387"/>
                    <a:pt x="381" y="387"/>
                  </a:cubicBezTo>
                  <a:cubicBezTo>
                    <a:pt x="215" y="387"/>
                    <a:pt x="69" y="504"/>
                    <a:pt x="37" y="674"/>
                  </a:cubicBezTo>
                  <a:cubicBezTo>
                    <a:pt x="1" y="864"/>
                    <a:pt x="126" y="1051"/>
                    <a:pt x="317" y="1087"/>
                  </a:cubicBezTo>
                  <a:cubicBezTo>
                    <a:pt x="576" y="1132"/>
                    <a:pt x="844" y="1152"/>
                    <a:pt x="1107" y="1152"/>
                  </a:cubicBezTo>
                  <a:cubicBezTo>
                    <a:pt x="1659" y="1152"/>
                    <a:pt x="2409" y="1063"/>
                    <a:pt x="3033" y="649"/>
                  </a:cubicBezTo>
                  <a:cubicBezTo>
                    <a:pt x="3195" y="544"/>
                    <a:pt x="3244" y="325"/>
                    <a:pt x="3134" y="159"/>
                  </a:cubicBezTo>
                  <a:cubicBezTo>
                    <a:pt x="3065" y="56"/>
                    <a:pt x="2951" y="1"/>
                    <a:pt x="283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5352;p73"/>
            <p:cNvSpPr/>
            <p:nvPr/>
          </p:nvSpPr>
          <p:spPr>
            <a:xfrm>
              <a:off x="4237647" y="3259964"/>
              <a:ext cx="57239" cy="19681"/>
            </a:xfrm>
            <a:custGeom>
              <a:avLst/>
              <a:gdLst/>
              <a:ahLst/>
              <a:cxnLst/>
              <a:rect l="l" t="t" r="r" b="b"/>
              <a:pathLst>
                <a:path w="3301" h="1135" extrusionOk="0">
                  <a:moveTo>
                    <a:pt x="2895" y="0"/>
                  </a:moveTo>
                  <a:cubicBezTo>
                    <a:pt x="2828" y="0"/>
                    <a:pt x="2760" y="20"/>
                    <a:pt x="2701" y="60"/>
                  </a:cubicBezTo>
                  <a:cubicBezTo>
                    <a:pt x="2266" y="342"/>
                    <a:pt x="1802" y="421"/>
                    <a:pt x="1415" y="421"/>
                  </a:cubicBezTo>
                  <a:cubicBezTo>
                    <a:pt x="910" y="421"/>
                    <a:pt x="536" y="285"/>
                    <a:pt x="532" y="283"/>
                  </a:cubicBezTo>
                  <a:cubicBezTo>
                    <a:pt x="491" y="269"/>
                    <a:pt x="449" y="262"/>
                    <a:pt x="408" y="262"/>
                  </a:cubicBezTo>
                  <a:cubicBezTo>
                    <a:pt x="263" y="262"/>
                    <a:pt x="127" y="348"/>
                    <a:pt x="74" y="490"/>
                  </a:cubicBezTo>
                  <a:cubicBezTo>
                    <a:pt x="1" y="672"/>
                    <a:pt x="98" y="879"/>
                    <a:pt x="280" y="948"/>
                  </a:cubicBezTo>
                  <a:cubicBezTo>
                    <a:pt x="635" y="1070"/>
                    <a:pt x="1008" y="1135"/>
                    <a:pt x="1381" y="1135"/>
                  </a:cubicBezTo>
                  <a:cubicBezTo>
                    <a:pt x="1393" y="1135"/>
                    <a:pt x="1404" y="1134"/>
                    <a:pt x="1415" y="1134"/>
                  </a:cubicBezTo>
                  <a:cubicBezTo>
                    <a:pt x="1423" y="1134"/>
                    <a:pt x="1430" y="1134"/>
                    <a:pt x="1437" y="1134"/>
                  </a:cubicBezTo>
                  <a:cubicBezTo>
                    <a:pt x="2021" y="1134"/>
                    <a:pt x="2597" y="968"/>
                    <a:pt x="3090" y="652"/>
                  </a:cubicBezTo>
                  <a:cubicBezTo>
                    <a:pt x="3256" y="547"/>
                    <a:pt x="3301" y="324"/>
                    <a:pt x="3191" y="161"/>
                  </a:cubicBezTo>
                  <a:cubicBezTo>
                    <a:pt x="3122" y="57"/>
                    <a:pt x="3010" y="0"/>
                    <a:pt x="289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5353;p73"/>
            <p:cNvSpPr/>
            <p:nvPr/>
          </p:nvSpPr>
          <p:spPr>
            <a:xfrm>
              <a:off x="4215018" y="3291193"/>
              <a:ext cx="113958" cy="155418"/>
            </a:xfrm>
            <a:custGeom>
              <a:avLst/>
              <a:gdLst/>
              <a:ahLst/>
              <a:cxnLst/>
              <a:rect l="l" t="t" r="r" b="b"/>
              <a:pathLst>
                <a:path w="6572" h="8963" extrusionOk="0">
                  <a:moveTo>
                    <a:pt x="3265" y="4784"/>
                  </a:moveTo>
                  <a:cubicBezTo>
                    <a:pt x="4614" y="4784"/>
                    <a:pt x="4809" y="7046"/>
                    <a:pt x="3345" y="7109"/>
                  </a:cubicBezTo>
                  <a:cubicBezTo>
                    <a:pt x="3325" y="7109"/>
                    <a:pt x="3305" y="7110"/>
                    <a:pt x="3286" y="7110"/>
                  </a:cubicBezTo>
                  <a:cubicBezTo>
                    <a:pt x="1845" y="7110"/>
                    <a:pt x="1862" y="4914"/>
                    <a:pt x="3142" y="4790"/>
                  </a:cubicBezTo>
                  <a:cubicBezTo>
                    <a:pt x="3184" y="4786"/>
                    <a:pt x="3225" y="4784"/>
                    <a:pt x="3265" y="4784"/>
                  </a:cubicBezTo>
                  <a:close/>
                  <a:moveTo>
                    <a:pt x="3464" y="0"/>
                  </a:moveTo>
                  <a:cubicBezTo>
                    <a:pt x="2728" y="0"/>
                    <a:pt x="1735" y="35"/>
                    <a:pt x="1735" y="35"/>
                  </a:cubicBezTo>
                  <a:cubicBezTo>
                    <a:pt x="1735" y="35"/>
                    <a:pt x="0" y="8860"/>
                    <a:pt x="604" y="8888"/>
                  </a:cubicBezTo>
                  <a:cubicBezTo>
                    <a:pt x="913" y="8905"/>
                    <a:pt x="2266" y="8962"/>
                    <a:pt x="3563" y="8962"/>
                  </a:cubicBezTo>
                  <a:cubicBezTo>
                    <a:pt x="4788" y="8962"/>
                    <a:pt x="5963" y="8911"/>
                    <a:pt x="6162" y="8726"/>
                  </a:cubicBezTo>
                  <a:cubicBezTo>
                    <a:pt x="6572" y="8345"/>
                    <a:pt x="4480" y="120"/>
                    <a:pt x="4220" y="35"/>
                  </a:cubicBezTo>
                  <a:cubicBezTo>
                    <a:pt x="4137" y="9"/>
                    <a:pt x="3833" y="0"/>
                    <a:pt x="34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5354;p73"/>
            <p:cNvSpPr/>
            <p:nvPr/>
          </p:nvSpPr>
          <p:spPr>
            <a:xfrm>
              <a:off x="4211932" y="3285020"/>
              <a:ext cx="120704" cy="167973"/>
            </a:xfrm>
            <a:custGeom>
              <a:avLst/>
              <a:gdLst/>
              <a:ahLst/>
              <a:cxnLst/>
              <a:rect l="l" t="t" r="r" b="b"/>
              <a:pathLst>
                <a:path w="6961" h="9687" extrusionOk="0">
                  <a:moveTo>
                    <a:pt x="3454" y="5494"/>
                  </a:moveTo>
                  <a:cubicBezTo>
                    <a:pt x="3680" y="5494"/>
                    <a:pt x="3890" y="5603"/>
                    <a:pt x="4017" y="5790"/>
                  </a:cubicBezTo>
                  <a:cubicBezTo>
                    <a:pt x="4208" y="6062"/>
                    <a:pt x="4212" y="6528"/>
                    <a:pt x="4098" y="6751"/>
                  </a:cubicBezTo>
                  <a:cubicBezTo>
                    <a:pt x="3989" y="6974"/>
                    <a:pt x="3790" y="7092"/>
                    <a:pt x="3507" y="7108"/>
                  </a:cubicBezTo>
                  <a:lnTo>
                    <a:pt x="3462" y="7108"/>
                  </a:lnTo>
                  <a:cubicBezTo>
                    <a:pt x="2813" y="7108"/>
                    <a:pt x="2736" y="6504"/>
                    <a:pt x="2728" y="6382"/>
                  </a:cubicBezTo>
                  <a:cubicBezTo>
                    <a:pt x="2708" y="6054"/>
                    <a:pt x="2854" y="5539"/>
                    <a:pt x="3357" y="5494"/>
                  </a:cubicBezTo>
                  <a:lnTo>
                    <a:pt x="3442" y="5494"/>
                  </a:lnTo>
                  <a:cubicBezTo>
                    <a:pt x="3446" y="5494"/>
                    <a:pt x="3450" y="5494"/>
                    <a:pt x="3454" y="5494"/>
                  </a:cubicBezTo>
                  <a:close/>
                  <a:moveTo>
                    <a:pt x="3430" y="4782"/>
                  </a:moveTo>
                  <a:cubicBezTo>
                    <a:pt x="3382" y="4782"/>
                    <a:pt x="3333" y="4785"/>
                    <a:pt x="3284" y="4789"/>
                  </a:cubicBezTo>
                  <a:cubicBezTo>
                    <a:pt x="2392" y="4878"/>
                    <a:pt x="1966" y="5762"/>
                    <a:pt x="2019" y="6439"/>
                  </a:cubicBezTo>
                  <a:cubicBezTo>
                    <a:pt x="2067" y="7112"/>
                    <a:pt x="2542" y="7821"/>
                    <a:pt x="3462" y="7821"/>
                  </a:cubicBezTo>
                  <a:lnTo>
                    <a:pt x="3539" y="7821"/>
                  </a:lnTo>
                  <a:cubicBezTo>
                    <a:pt x="4074" y="7797"/>
                    <a:pt x="4475" y="7594"/>
                    <a:pt x="4735" y="7075"/>
                  </a:cubicBezTo>
                  <a:cubicBezTo>
                    <a:pt x="4990" y="6561"/>
                    <a:pt x="4901" y="5831"/>
                    <a:pt x="4601" y="5393"/>
                  </a:cubicBezTo>
                  <a:cubicBezTo>
                    <a:pt x="4329" y="4999"/>
                    <a:pt x="3909" y="4782"/>
                    <a:pt x="3430" y="4782"/>
                  </a:cubicBezTo>
                  <a:close/>
                  <a:moveTo>
                    <a:pt x="3620" y="712"/>
                  </a:moveTo>
                  <a:cubicBezTo>
                    <a:pt x="3859" y="712"/>
                    <a:pt x="4056" y="715"/>
                    <a:pt x="4180" y="723"/>
                  </a:cubicBezTo>
                  <a:cubicBezTo>
                    <a:pt x="4634" y="1777"/>
                    <a:pt x="6093" y="7817"/>
                    <a:pt x="6044" y="8835"/>
                  </a:cubicBezTo>
                  <a:cubicBezTo>
                    <a:pt x="5715" y="8930"/>
                    <a:pt x="4800" y="8965"/>
                    <a:pt x="3767" y="8965"/>
                  </a:cubicBezTo>
                  <a:cubicBezTo>
                    <a:pt x="2827" y="8965"/>
                    <a:pt x="1791" y="8936"/>
                    <a:pt x="1009" y="8900"/>
                  </a:cubicBezTo>
                  <a:cubicBezTo>
                    <a:pt x="932" y="8020"/>
                    <a:pt x="1528" y="4234"/>
                    <a:pt x="2205" y="739"/>
                  </a:cubicBezTo>
                  <a:cubicBezTo>
                    <a:pt x="2710" y="722"/>
                    <a:pt x="3224" y="712"/>
                    <a:pt x="3620" y="712"/>
                  </a:cubicBezTo>
                  <a:close/>
                  <a:moveTo>
                    <a:pt x="3548" y="0"/>
                  </a:moveTo>
                  <a:cubicBezTo>
                    <a:pt x="3049" y="0"/>
                    <a:pt x="2439" y="17"/>
                    <a:pt x="1897" y="38"/>
                  </a:cubicBezTo>
                  <a:lnTo>
                    <a:pt x="1617" y="46"/>
                  </a:lnTo>
                  <a:lnTo>
                    <a:pt x="1561" y="322"/>
                  </a:lnTo>
                  <a:cubicBezTo>
                    <a:pt x="807" y="4165"/>
                    <a:pt x="0" y="8859"/>
                    <a:pt x="446" y="9435"/>
                  </a:cubicBezTo>
                  <a:cubicBezTo>
                    <a:pt x="523" y="9532"/>
                    <a:pt x="636" y="9593"/>
                    <a:pt x="762" y="9601"/>
                  </a:cubicBezTo>
                  <a:cubicBezTo>
                    <a:pt x="1334" y="9629"/>
                    <a:pt x="2509" y="9686"/>
                    <a:pt x="3661" y="9686"/>
                  </a:cubicBezTo>
                  <a:cubicBezTo>
                    <a:pt x="4994" y="9686"/>
                    <a:pt x="6296" y="9609"/>
                    <a:pt x="6583" y="9346"/>
                  </a:cubicBezTo>
                  <a:cubicBezTo>
                    <a:pt x="6762" y="9183"/>
                    <a:pt x="6960" y="9001"/>
                    <a:pt x="6259" y="5815"/>
                  </a:cubicBezTo>
                  <a:cubicBezTo>
                    <a:pt x="6008" y="4643"/>
                    <a:pt x="5667" y="3277"/>
                    <a:pt x="5359" y="2142"/>
                  </a:cubicBezTo>
                  <a:cubicBezTo>
                    <a:pt x="4812" y="152"/>
                    <a:pt x="4775" y="135"/>
                    <a:pt x="4512" y="54"/>
                  </a:cubicBezTo>
                  <a:cubicBezTo>
                    <a:pt x="4385" y="15"/>
                    <a:pt x="4014" y="0"/>
                    <a:pt x="354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5355;p73"/>
            <p:cNvSpPr/>
            <p:nvPr/>
          </p:nvSpPr>
          <p:spPr>
            <a:xfrm>
              <a:off x="3454798" y="2454937"/>
              <a:ext cx="150164" cy="162597"/>
            </a:xfrm>
            <a:custGeom>
              <a:avLst/>
              <a:gdLst/>
              <a:ahLst/>
              <a:cxnLst/>
              <a:rect l="l" t="t" r="r" b="b"/>
              <a:pathLst>
                <a:path w="8660" h="9377" extrusionOk="0">
                  <a:moveTo>
                    <a:pt x="6648" y="0"/>
                  </a:moveTo>
                  <a:cubicBezTo>
                    <a:pt x="5402" y="0"/>
                    <a:pt x="3800" y="300"/>
                    <a:pt x="2506" y="1542"/>
                  </a:cubicBezTo>
                  <a:cubicBezTo>
                    <a:pt x="0" y="3945"/>
                    <a:pt x="912" y="8786"/>
                    <a:pt x="1050" y="9228"/>
                  </a:cubicBezTo>
                  <a:cubicBezTo>
                    <a:pt x="1648" y="9327"/>
                    <a:pt x="2253" y="9377"/>
                    <a:pt x="2858" y="9377"/>
                  </a:cubicBezTo>
                  <a:cubicBezTo>
                    <a:pt x="3463" y="9377"/>
                    <a:pt x="4068" y="9327"/>
                    <a:pt x="4666" y="9228"/>
                  </a:cubicBezTo>
                  <a:cubicBezTo>
                    <a:pt x="4666" y="9228"/>
                    <a:pt x="3620" y="4120"/>
                    <a:pt x="5311" y="2085"/>
                  </a:cubicBezTo>
                  <a:cubicBezTo>
                    <a:pt x="6719" y="397"/>
                    <a:pt x="8099" y="255"/>
                    <a:pt x="8525" y="255"/>
                  </a:cubicBezTo>
                  <a:cubicBezTo>
                    <a:pt x="8612" y="255"/>
                    <a:pt x="8659" y="261"/>
                    <a:pt x="8659" y="261"/>
                  </a:cubicBezTo>
                  <a:cubicBezTo>
                    <a:pt x="8659" y="261"/>
                    <a:pt x="7809" y="0"/>
                    <a:pt x="6648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5356;p73"/>
            <p:cNvSpPr/>
            <p:nvPr/>
          </p:nvSpPr>
          <p:spPr>
            <a:xfrm>
              <a:off x="3450081" y="2448695"/>
              <a:ext cx="163464" cy="175047"/>
            </a:xfrm>
            <a:custGeom>
              <a:avLst/>
              <a:gdLst/>
              <a:ahLst/>
              <a:cxnLst/>
              <a:rect l="l" t="t" r="r" b="b"/>
              <a:pathLst>
                <a:path w="9427" h="10095" extrusionOk="0">
                  <a:moveTo>
                    <a:pt x="6943" y="720"/>
                  </a:moveTo>
                  <a:cubicBezTo>
                    <a:pt x="6996" y="720"/>
                    <a:pt x="7048" y="721"/>
                    <a:pt x="7099" y="722"/>
                  </a:cubicBezTo>
                  <a:cubicBezTo>
                    <a:pt x="6552" y="1014"/>
                    <a:pt x="5931" y="1480"/>
                    <a:pt x="5311" y="2218"/>
                  </a:cubicBezTo>
                  <a:cubicBezTo>
                    <a:pt x="3783" y="4054"/>
                    <a:pt x="4318" y="8051"/>
                    <a:pt x="4525" y="9292"/>
                  </a:cubicBezTo>
                  <a:cubicBezTo>
                    <a:pt x="4066" y="9351"/>
                    <a:pt x="3605" y="9381"/>
                    <a:pt x="3144" y="9381"/>
                  </a:cubicBezTo>
                  <a:cubicBezTo>
                    <a:pt x="2631" y="9381"/>
                    <a:pt x="2118" y="9344"/>
                    <a:pt x="1610" y="9271"/>
                  </a:cubicBezTo>
                  <a:cubicBezTo>
                    <a:pt x="1383" y="8189"/>
                    <a:pt x="925" y="4176"/>
                    <a:pt x="3025" y="2161"/>
                  </a:cubicBezTo>
                  <a:cubicBezTo>
                    <a:pt x="4236" y="996"/>
                    <a:pt x="5755" y="720"/>
                    <a:pt x="6943" y="720"/>
                  </a:cubicBezTo>
                  <a:close/>
                  <a:moveTo>
                    <a:pt x="6917" y="1"/>
                  </a:moveTo>
                  <a:cubicBezTo>
                    <a:pt x="5604" y="1"/>
                    <a:pt x="3912" y="323"/>
                    <a:pt x="2526" y="1650"/>
                  </a:cubicBezTo>
                  <a:cubicBezTo>
                    <a:pt x="1" y="4082"/>
                    <a:pt x="738" y="8902"/>
                    <a:pt x="982" y="9693"/>
                  </a:cubicBezTo>
                  <a:cubicBezTo>
                    <a:pt x="1022" y="9815"/>
                    <a:pt x="1124" y="9908"/>
                    <a:pt x="1249" y="9936"/>
                  </a:cubicBezTo>
                  <a:cubicBezTo>
                    <a:pt x="1851" y="10042"/>
                    <a:pt x="2461" y="10094"/>
                    <a:pt x="3074" y="10094"/>
                  </a:cubicBezTo>
                  <a:cubicBezTo>
                    <a:pt x="3097" y="10094"/>
                    <a:pt x="3120" y="10094"/>
                    <a:pt x="3142" y="10094"/>
                  </a:cubicBezTo>
                  <a:cubicBezTo>
                    <a:pt x="3763" y="10094"/>
                    <a:pt x="4387" y="10042"/>
                    <a:pt x="4999" y="9936"/>
                  </a:cubicBezTo>
                  <a:cubicBezTo>
                    <a:pt x="5198" y="9900"/>
                    <a:pt x="5327" y="9709"/>
                    <a:pt x="5287" y="9515"/>
                  </a:cubicBezTo>
                  <a:cubicBezTo>
                    <a:pt x="5279" y="9466"/>
                    <a:pt x="4326" y="4508"/>
                    <a:pt x="5858" y="2676"/>
                  </a:cubicBezTo>
                  <a:cubicBezTo>
                    <a:pt x="7172" y="1098"/>
                    <a:pt x="8422" y="969"/>
                    <a:pt x="8786" y="969"/>
                  </a:cubicBezTo>
                  <a:cubicBezTo>
                    <a:pt x="8846" y="969"/>
                    <a:pt x="8882" y="972"/>
                    <a:pt x="8891" y="973"/>
                  </a:cubicBezTo>
                  <a:cubicBezTo>
                    <a:pt x="8903" y="974"/>
                    <a:pt x="8916" y="975"/>
                    <a:pt x="8928" y="975"/>
                  </a:cubicBezTo>
                  <a:cubicBezTo>
                    <a:pt x="9319" y="975"/>
                    <a:pt x="9426" y="414"/>
                    <a:pt x="9041" y="284"/>
                  </a:cubicBezTo>
                  <a:cubicBezTo>
                    <a:pt x="8966" y="259"/>
                    <a:pt x="8094" y="1"/>
                    <a:pt x="691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5357;p73"/>
            <p:cNvSpPr/>
            <p:nvPr/>
          </p:nvSpPr>
          <p:spPr>
            <a:xfrm>
              <a:off x="3511101" y="2441082"/>
              <a:ext cx="223547" cy="186717"/>
            </a:xfrm>
            <a:custGeom>
              <a:avLst/>
              <a:gdLst/>
              <a:ahLst/>
              <a:cxnLst/>
              <a:rect l="l" t="t" r="r" b="b"/>
              <a:pathLst>
                <a:path w="12892" h="10768" extrusionOk="0">
                  <a:moveTo>
                    <a:pt x="5082" y="1"/>
                  </a:moveTo>
                  <a:cubicBezTo>
                    <a:pt x="3472" y="1"/>
                    <a:pt x="1720" y="494"/>
                    <a:pt x="0" y="1749"/>
                  </a:cubicBezTo>
                  <a:cubicBezTo>
                    <a:pt x="0" y="1749"/>
                    <a:pt x="1621" y="897"/>
                    <a:pt x="3801" y="897"/>
                  </a:cubicBezTo>
                  <a:cubicBezTo>
                    <a:pt x="4312" y="897"/>
                    <a:pt x="4853" y="944"/>
                    <a:pt x="5412" y="1060"/>
                  </a:cubicBezTo>
                  <a:cubicBezTo>
                    <a:pt x="7569" y="1505"/>
                    <a:pt x="8963" y="6163"/>
                    <a:pt x="8696" y="10177"/>
                  </a:cubicBezTo>
                  <a:cubicBezTo>
                    <a:pt x="8696" y="10177"/>
                    <a:pt x="9886" y="10768"/>
                    <a:pt x="11390" y="10768"/>
                  </a:cubicBezTo>
                  <a:cubicBezTo>
                    <a:pt x="11836" y="10768"/>
                    <a:pt x="12308" y="10716"/>
                    <a:pt x="12786" y="10582"/>
                  </a:cubicBezTo>
                  <a:cubicBezTo>
                    <a:pt x="12786" y="10582"/>
                    <a:pt x="12892" y="5255"/>
                    <a:pt x="11128" y="2855"/>
                  </a:cubicBezTo>
                  <a:cubicBezTo>
                    <a:pt x="10028" y="1356"/>
                    <a:pt x="7750" y="1"/>
                    <a:pt x="5082" y="1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" name="Google Shape;5358;p73"/>
            <p:cNvSpPr/>
            <p:nvPr/>
          </p:nvSpPr>
          <p:spPr>
            <a:xfrm>
              <a:off x="3503714" y="2434684"/>
              <a:ext cx="237610" cy="199323"/>
            </a:xfrm>
            <a:custGeom>
              <a:avLst/>
              <a:gdLst/>
              <a:ahLst/>
              <a:cxnLst/>
              <a:rect l="l" t="t" r="r" b="b"/>
              <a:pathLst>
                <a:path w="13703" h="11495" extrusionOk="0">
                  <a:moveTo>
                    <a:pt x="5539" y="711"/>
                  </a:moveTo>
                  <a:cubicBezTo>
                    <a:pt x="8073" y="711"/>
                    <a:pt x="10223" y="1997"/>
                    <a:pt x="11270" y="3431"/>
                  </a:cubicBezTo>
                  <a:cubicBezTo>
                    <a:pt x="12718" y="5409"/>
                    <a:pt x="12851" y="9573"/>
                    <a:pt x="12859" y="10671"/>
                  </a:cubicBezTo>
                  <a:cubicBezTo>
                    <a:pt x="12505" y="10749"/>
                    <a:pt x="12155" y="10780"/>
                    <a:pt x="11819" y="10780"/>
                  </a:cubicBezTo>
                  <a:cubicBezTo>
                    <a:pt x="10774" y="10780"/>
                    <a:pt x="9880" y="10475"/>
                    <a:pt x="9487" y="10319"/>
                  </a:cubicBezTo>
                  <a:cubicBezTo>
                    <a:pt x="9697" y="6289"/>
                    <a:pt x="8307" y="1579"/>
                    <a:pt x="5911" y="1080"/>
                  </a:cubicBezTo>
                  <a:cubicBezTo>
                    <a:pt x="5359" y="966"/>
                    <a:pt x="4797" y="909"/>
                    <a:pt x="4235" y="909"/>
                  </a:cubicBezTo>
                  <a:cubicBezTo>
                    <a:pt x="4079" y="909"/>
                    <a:pt x="3923" y="913"/>
                    <a:pt x="3767" y="922"/>
                  </a:cubicBezTo>
                  <a:cubicBezTo>
                    <a:pt x="4372" y="777"/>
                    <a:pt x="4965" y="711"/>
                    <a:pt x="5539" y="711"/>
                  </a:cubicBezTo>
                  <a:close/>
                  <a:moveTo>
                    <a:pt x="5523" y="0"/>
                  </a:moveTo>
                  <a:cubicBezTo>
                    <a:pt x="3845" y="0"/>
                    <a:pt x="2018" y="518"/>
                    <a:pt x="220" y="1830"/>
                  </a:cubicBezTo>
                  <a:cubicBezTo>
                    <a:pt x="53" y="1935"/>
                    <a:pt x="1" y="2154"/>
                    <a:pt x="106" y="2320"/>
                  </a:cubicBezTo>
                  <a:cubicBezTo>
                    <a:pt x="172" y="2428"/>
                    <a:pt x="287" y="2487"/>
                    <a:pt x="406" y="2487"/>
                  </a:cubicBezTo>
                  <a:cubicBezTo>
                    <a:pt x="471" y="2487"/>
                    <a:pt x="537" y="2469"/>
                    <a:pt x="597" y="2434"/>
                  </a:cubicBezTo>
                  <a:cubicBezTo>
                    <a:pt x="613" y="2424"/>
                    <a:pt x="2168" y="1621"/>
                    <a:pt x="4242" y="1621"/>
                  </a:cubicBezTo>
                  <a:cubicBezTo>
                    <a:pt x="4727" y="1621"/>
                    <a:pt x="5241" y="1665"/>
                    <a:pt x="5769" y="1773"/>
                  </a:cubicBezTo>
                  <a:cubicBezTo>
                    <a:pt x="7589" y="2154"/>
                    <a:pt x="9049" y="6403"/>
                    <a:pt x="8769" y="10521"/>
                  </a:cubicBezTo>
                  <a:cubicBezTo>
                    <a:pt x="8757" y="10663"/>
                    <a:pt x="8834" y="10797"/>
                    <a:pt x="8960" y="10862"/>
                  </a:cubicBezTo>
                  <a:cubicBezTo>
                    <a:pt x="9029" y="10894"/>
                    <a:pt x="10253" y="11494"/>
                    <a:pt x="11810" y="11494"/>
                  </a:cubicBezTo>
                  <a:cubicBezTo>
                    <a:pt x="12316" y="11494"/>
                    <a:pt x="12819" y="11429"/>
                    <a:pt x="13309" y="11291"/>
                  </a:cubicBezTo>
                  <a:cubicBezTo>
                    <a:pt x="13459" y="11247"/>
                    <a:pt x="13565" y="11113"/>
                    <a:pt x="13573" y="10955"/>
                  </a:cubicBezTo>
                  <a:cubicBezTo>
                    <a:pt x="13573" y="10732"/>
                    <a:pt x="13703" y="5547"/>
                    <a:pt x="11846" y="3010"/>
                  </a:cubicBezTo>
                  <a:cubicBezTo>
                    <a:pt x="10685" y="1426"/>
                    <a:pt x="8308" y="0"/>
                    <a:pt x="55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" name="Google Shape;5359;p73"/>
            <p:cNvSpPr/>
            <p:nvPr/>
          </p:nvSpPr>
          <p:spPr>
            <a:xfrm>
              <a:off x="3666103" y="2489236"/>
              <a:ext cx="37749" cy="129460"/>
            </a:xfrm>
            <a:custGeom>
              <a:avLst/>
              <a:gdLst/>
              <a:ahLst/>
              <a:cxnLst/>
              <a:rect l="l" t="t" r="r" b="b"/>
              <a:pathLst>
                <a:path w="2177" h="7466" extrusionOk="0">
                  <a:moveTo>
                    <a:pt x="96" y="0"/>
                  </a:moveTo>
                  <a:cubicBezTo>
                    <a:pt x="84" y="0"/>
                    <a:pt x="73" y="2"/>
                    <a:pt x="61" y="5"/>
                  </a:cubicBezTo>
                  <a:cubicBezTo>
                    <a:pt x="12" y="26"/>
                    <a:pt x="0" y="99"/>
                    <a:pt x="32" y="163"/>
                  </a:cubicBezTo>
                  <a:cubicBezTo>
                    <a:pt x="304" y="723"/>
                    <a:pt x="555" y="1295"/>
                    <a:pt x="770" y="1878"/>
                  </a:cubicBezTo>
                  <a:cubicBezTo>
                    <a:pt x="997" y="2454"/>
                    <a:pt x="1188" y="3046"/>
                    <a:pt x="1346" y="3650"/>
                  </a:cubicBezTo>
                  <a:cubicBezTo>
                    <a:pt x="1508" y="4250"/>
                    <a:pt x="1638" y="4858"/>
                    <a:pt x="1735" y="5470"/>
                  </a:cubicBezTo>
                  <a:cubicBezTo>
                    <a:pt x="1832" y="6082"/>
                    <a:pt x="1901" y="6702"/>
                    <a:pt x="1942" y="7323"/>
                  </a:cubicBezTo>
                  <a:cubicBezTo>
                    <a:pt x="1942" y="7391"/>
                    <a:pt x="1986" y="7452"/>
                    <a:pt x="2055" y="7464"/>
                  </a:cubicBezTo>
                  <a:cubicBezTo>
                    <a:pt x="2059" y="7465"/>
                    <a:pt x="2062" y="7465"/>
                    <a:pt x="2065" y="7465"/>
                  </a:cubicBezTo>
                  <a:cubicBezTo>
                    <a:pt x="2122" y="7465"/>
                    <a:pt x="2169" y="7399"/>
                    <a:pt x="2169" y="7318"/>
                  </a:cubicBezTo>
                  <a:cubicBezTo>
                    <a:pt x="2177" y="6686"/>
                    <a:pt x="2140" y="6050"/>
                    <a:pt x="2059" y="5425"/>
                  </a:cubicBezTo>
                  <a:cubicBezTo>
                    <a:pt x="1970" y="4797"/>
                    <a:pt x="1849" y="4173"/>
                    <a:pt x="1691" y="3561"/>
                  </a:cubicBezTo>
                  <a:cubicBezTo>
                    <a:pt x="1516" y="2948"/>
                    <a:pt x="1309" y="2344"/>
                    <a:pt x="1066" y="1761"/>
                  </a:cubicBezTo>
                  <a:cubicBezTo>
                    <a:pt x="819" y="1177"/>
                    <a:pt x="527" y="609"/>
                    <a:pt x="199" y="66"/>
                  </a:cubicBezTo>
                  <a:cubicBezTo>
                    <a:pt x="179" y="24"/>
                    <a:pt x="140" y="0"/>
                    <a:pt x="9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" name="Google Shape;5360;p73"/>
            <p:cNvSpPr/>
            <p:nvPr/>
          </p:nvSpPr>
          <p:spPr>
            <a:xfrm>
              <a:off x="3496345" y="2537840"/>
              <a:ext cx="16386" cy="69013"/>
            </a:xfrm>
            <a:custGeom>
              <a:avLst/>
              <a:gdLst/>
              <a:ahLst/>
              <a:cxnLst/>
              <a:rect l="l" t="t" r="r" b="b"/>
              <a:pathLst>
                <a:path w="945" h="3980" extrusionOk="0">
                  <a:moveTo>
                    <a:pt x="410" y="1"/>
                  </a:moveTo>
                  <a:cubicBezTo>
                    <a:pt x="381" y="1"/>
                    <a:pt x="355" y="13"/>
                    <a:pt x="345" y="36"/>
                  </a:cubicBezTo>
                  <a:cubicBezTo>
                    <a:pt x="203" y="348"/>
                    <a:pt x="105" y="677"/>
                    <a:pt x="57" y="1013"/>
                  </a:cubicBezTo>
                  <a:cubicBezTo>
                    <a:pt x="8" y="1353"/>
                    <a:pt x="0" y="1698"/>
                    <a:pt x="28" y="2043"/>
                  </a:cubicBezTo>
                  <a:cubicBezTo>
                    <a:pt x="65" y="2383"/>
                    <a:pt x="142" y="2720"/>
                    <a:pt x="255" y="3044"/>
                  </a:cubicBezTo>
                  <a:cubicBezTo>
                    <a:pt x="373" y="3368"/>
                    <a:pt x="531" y="3672"/>
                    <a:pt x="730" y="3952"/>
                  </a:cubicBezTo>
                  <a:cubicBezTo>
                    <a:pt x="751" y="3971"/>
                    <a:pt x="778" y="3980"/>
                    <a:pt x="805" y="3980"/>
                  </a:cubicBezTo>
                  <a:cubicBezTo>
                    <a:pt x="826" y="3980"/>
                    <a:pt x="846" y="3975"/>
                    <a:pt x="864" y="3964"/>
                  </a:cubicBezTo>
                  <a:cubicBezTo>
                    <a:pt x="912" y="3928"/>
                    <a:pt x="945" y="3871"/>
                    <a:pt x="924" y="3830"/>
                  </a:cubicBezTo>
                  <a:cubicBezTo>
                    <a:pt x="778" y="3547"/>
                    <a:pt x="661" y="3247"/>
                    <a:pt x="568" y="2939"/>
                  </a:cubicBezTo>
                  <a:cubicBezTo>
                    <a:pt x="474" y="2634"/>
                    <a:pt x="410" y="2322"/>
                    <a:pt x="381" y="2006"/>
                  </a:cubicBezTo>
                  <a:cubicBezTo>
                    <a:pt x="341" y="1690"/>
                    <a:pt x="337" y="1370"/>
                    <a:pt x="365" y="1054"/>
                  </a:cubicBezTo>
                  <a:cubicBezTo>
                    <a:pt x="389" y="733"/>
                    <a:pt x="442" y="413"/>
                    <a:pt x="523" y="101"/>
                  </a:cubicBezTo>
                  <a:cubicBezTo>
                    <a:pt x="535" y="72"/>
                    <a:pt x="515" y="32"/>
                    <a:pt x="462" y="12"/>
                  </a:cubicBezTo>
                  <a:cubicBezTo>
                    <a:pt x="445" y="4"/>
                    <a:pt x="427" y="1"/>
                    <a:pt x="41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" name="Google Shape;5361;p73"/>
            <p:cNvSpPr/>
            <p:nvPr/>
          </p:nvSpPr>
          <p:spPr>
            <a:xfrm>
              <a:off x="2090261" y="2785958"/>
              <a:ext cx="852036" cy="1139411"/>
            </a:xfrm>
            <a:custGeom>
              <a:avLst/>
              <a:gdLst/>
              <a:ahLst/>
              <a:cxnLst/>
              <a:rect l="l" t="t" r="r" b="b"/>
              <a:pathLst>
                <a:path w="49137" h="65710" extrusionOk="0">
                  <a:moveTo>
                    <a:pt x="49137" y="0"/>
                  </a:moveTo>
                  <a:lnTo>
                    <a:pt x="49137" y="0"/>
                  </a:lnTo>
                  <a:cubicBezTo>
                    <a:pt x="45934" y="523"/>
                    <a:pt x="36996" y="6008"/>
                    <a:pt x="30262" y="11951"/>
                  </a:cubicBezTo>
                  <a:cubicBezTo>
                    <a:pt x="29958" y="12215"/>
                    <a:pt x="29662" y="12474"/>
                    <a:pt x="29374" y="12742"/>
                  </a:cubicBezTo>
                  <a:cubicBezTo>
                    <a:pt x="22560" y="18984"/>
                    <a:pt x="20160" y="20241"/>
                    <a:pt x="15936" y="23164"/>
                  </a:cubicBezTo>
                  <a:cubicBezTo>
                    <a:pt x="11708" y="26087"/>
                    <a:pt x="7391" y="30736"/>
                    <a:pt x="4893" y="36379"/>
                  </a:cubicBezTo>
                  <a:cubicBezTo>
                    <a:pt x="2396" y="42026"/>
                    <a:pt x="0" y="46635"/>
                    <a:pt x="1148" y="52205"/>
                  </a:cubicBezTo>
                  <a:cubicBezTo>
                    <a:pt x="1525" y="54030"/>
                    <a:pt x="2068" y="55477"/>
                    <a:pt x="2741" y="56673"/>
                  </a:cubicBezTo>
                  <a:cubicBezTo>
                    <a:pt x="4123" y="59125"/>
                    <a:pt x="6061" y="60483"/>
                    <a:pt x="8254" y="61712"/>
                  </a:cubicBezTo>
                  <a:cubicBezTo>
                    <a:pt x="11107" y="63306"/>
                    <a:pt x="15499" y="65710"/>
                    <a:pt x="21177" y="65710"/>
                  </a:cubicBezTo>
                  <a:cubicBezTo>
                    <a:pt x="21994" y="65710"/>
                    <a:pt x="22838" y="65660"/>
                    <a:pt x="23707" y="65551"/>
                  </a:cubicBezTo>
                  <a:cubicBezTo>
                    <a:pt x="30619" y="64687"/>
                    <a:pt x="30051" y="64245"/>
                    <a:pt x="30242" y="61152"/>
                  </a:cubicBezTo>
                  <a:cubicBezTo>
                    <a:pt x="30428" y="58063"/>
                    <a:pt x="30526" y="54411"/>
                    <a:pt x="30526" y="54411"/>
                  </a:cubicBezTo>
                  <a:cubicBezTo>
                    <a:pt x="30526" y="54411"/>
                    <a:pt x="35532" y="50166"/>
                    <a:pt x="38167" y="46915"/>
                  </a:cubicBezTo>
                  <a:cubicBezTo>
                    <a:pt x="40802" y="43660"/>
                    <a:pt x="42817" y="40778"/>
                    <a:pt x="42817" y="40778"/>
                  </a:cubicBezTo>
                  <a:cubicBezTo>
                    <a:pt x="42817" y="40778"/>
                    <a:pt x="41585" y="27858"/>
                    <a:pt x="44353" y="15527"/>
                  </a:cubicBezTo>
                  <a:cubicBezTo>
                    <a:pt x="47118" y="3199"/>
                    <a:pt x="49137" y="1"/>
                    <a:pt x="49137" y="0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" name="Google Shape;5362;p73"/>
            <p:cNvSpPr/>
            <p:nvPr/>
          </p:nvSpPr>
          <p:spPr>
            <a:xfrm>
              <a:off x="2085475" y="2779767"/>
              <a:ext cx="863289" cy="1151636"/>
            </a:xfrm>
            <a:custGeom>
              <a:avLst/>
              <a:gdLst/>
              <a:ahLst/>
              <a:cxnLst/>
              <a:rect l="l" t="t" r="r" b="b"/>
              <a:pathLst>
                <a:path w="49786" h="66415" extrusionOk="0">
                  <a:moveTo>
                    <a:pt x="48732" y="884"/>
                  </a:moveTo>
                  <a:lnTo>
                    <a:pt x="48732" y="884"/>
                  </a:lnTo>
                  <a:cubicBezTo>
                    <a:pt x="48022" y="2384"/>
                    <a:pt x="46368" y="6507"/>
                    <a:pt x="44285" y="15811"/>
                  </a:cubicBezTo>
                  <a:cubicBezTo>
                    <a:pt x="41686" y="27388"/>
                    <a:pt x="42606" y="39635"/>
                    <a:pt x="42728" y="41037"/>
                  </a:cubicBezTo>
                  <a:cubicBezTo>
                    <a:pt x="42339" y="41585"/>
                    <a:pt x="40482" y="44187"/>
                    <a:pt x="38163" y="47045"/>
                  </a:cubicBezTo>
                  <a:cubicBezTo>
                    <a:pt x="35577" y="50231"/>
                    <a:pt x="30623" y="54452"/>
                    <a:pt x="30571" y="54492"/>
                  </a:cubicBezTo>
                  <a:cubicBezTo>
                    <a:pt x="30494" y="54561"/>
                    <a:pt x="30449" y="54654"/>
                    <a:pt x="30445" y="54756"/>
                  </a:cubicBezTo>
                  <a:cubicBezTo>
                    <a:pt x="30445" y="54792"/>
                    <a:pt x="30348" y="58440"/>
                    <a:pt x="30161" y="61489"/>
                  </a:cubicBezTo>
                  <a:cubicBezTo>
                    <a:pt x="30145" y="61740"/>
                    <a:pt x="30137" y="61971"/>
                    <a:pt x="30125" y="62190"/>
                  </a:cubicBezTo>
                  <a:cubicBezTo>
                    <a:pt x="30019" y="64501"/>
                    <a:pt x="30003" y="64801"/>
                    <a:pt x="23939" y="65555"/>
                  </a:cubicBezTo>
                  <a:cubicBezTo>
                    <a:pt x="23076" y="65663"/>
                    <a:pt x="22240" y="65712"/>
                    <a:pt x="21432" y="65712"/>
                  </a:cubicBezTo>
                  <a:cubicBezTo>
                    <a:pt x="15760" y="65712"/>
                    <a:pt x="11429" y="63286"/>
                    <a:pt x="8700" y="61761"/>
                  </a:cubicBezTo>
                  <a:cubicBezTo>
                    <a:pt x="6410" y="60475"/>
                    <a:pt x="4618" y="59154"/>
                    <a:pt x="3325" y="56855"/>
                  </a:cubicBezTo>
                  <a:cubicBezTo>
                    <a:pt x="2636" y="55631"/>
                    <a:pt x="2125" y="54204"/>
                    <a:pt x="1768" y="52489"/>
                  </a:cubicBezTo>
                  <a:cubicBezTo>
                    <a:pt x="739" y="47499"/>
                    <a:pt x="2652" y="43235"/>
                    <a:pt x="4865" y="38289"/>
                  </a:cubicBezTo>
                  <a:lnTo>
                    <a:pt x="5494" y="36878"/>
                  </a:lnTo>
                  <a:cubicBezTo>
                    <a:pt x="7719" y="31835"/>
                    <a:pt x="11696" y="27072"/>
                    <a:pt x="16415" y="23817"/>
                  </a:cubicBezTo>
                  <a:cubicBezTo>
                    <a:pt x="17173" y="23290"/>
                    <a:pt x="17874" y="22812"/>
                    <a:pt x="18551" y="22357"/>
                  </a:cubicBezTo>
                  <a:cubicBezTo>
                    <a:pt x="21628" y="20282"/>
                    <a:pt x="24283" y="18494"/>
                    <a:pt x="29894" y="13358"/>
                  </a:cubicBezTo>
                  <a:cubicBezTo>
                    <a:pt x="30177" y="13095"/>
                    <a:pt x="30469" y="12835"/>
                    <a:pt x="30769" y="12572"/>
                  </a:cubicBezTo>
                  <a:cubicBezTo>
                    <a:pt x="37170" y="6925"/>
                    <a:pt x="45221" y="1967"/>
                    <a:pt x="48732" y="884"/>
                  </a:cubicBezTo>
                  <a:close/>
                  <a:moveTo>
                    <a:pt x="49409" y="1"/>
                  </a:moveTo>
                  <a:cubicBezTo>
                    <a:pt x="49391" y="1"/>
                    <a:pt x="49374" y="2"/>
                    <a:pt x="49356" y="5"/>
                  </a:cubicBezTo>
                  <a:cubicBezTo>
                    <a:pt x="45870" y="576"/>
                    <a:pt x="36789" y="6313"/>
                    <a:pt x="30303" y="12041"/>
                  </a:cubicBezTo>
                  <a:cubicBezTo>
                    <a:pt x="29999" y="12304"/>
                    <a:pt x="29699" y="12568"/>
                    <a:pt x="29411" y="12835"/>
                  </a:cubicBezTo>
                  <a:cubicBezTo>
                    <a:pt x="23841" y="17931"/>
                    <a:pt x="21206" y="19710"/>
                    <a:pt x="18158" y="21770"/>
                  </a:cubicBezTo>
                  <a:cubicBezTo>
                    <a:pt x="17473" y="22224"/>
                    <a:pt x="16775" y="22702"/>
                    <a:pt x="16009" y="23229"/>
                  </a:cubicBezTo>
                  <a:cubicBezTo>
                    <a:pt x="11189" y="26561"/>
                    <a:pt x="7119" y="31430"/>
                    <a:pt x="4845" y="36590"/>
                  </a:cubicBezTo>
                  <a:lnTo>
                    <a:pt x="4217" y="37993"/>
                  </a:lnTo>
                  <a:cubicBezTo>
                    <a:pt x="1951" y="43056"/>
                    <a:pt x="1" y="47418"/>
                    <a:pt x="1075" y="52631"/>
                  </a:cubicBezTo>
                  <a:cubicBezTo>
                    <a:pt x="1444" y="54423"/>
                    <a:pt x="1975" y="55915"/>
                    <a:pt x="2705" y="57204"/>
                  </a:cubicBezTo>
                  <a:cubicBezTo>
                    <a:pt x="4079" y="59644"/>
                    <a:pt x="5960" y="61039"/>
                    <a:pt x="8356" y="62377"/>
                  </a:cubicBezTo>
                  <a:cubicBezTo>
                    <a:pt x="10970" y="63840"/>
                    <a:pt x="15572" y="66414"/>
                    <a:pt x="21490" y="66414"/>
                  </a:cubicBezTo>
                  <a:cubicBezTo>
                    <a:pt x="21521" y="66414"/>
                    <a:pt x="21551" y="66415"/>
                    <a:pt x="21581" y="66415"/>
                  </a:cubicBezTo>
                  <a:cubicBezTo>
                    <a:pt x="22402" y="66415"/>
                    <a:pt x="23219" y="66362"/>
                    <a:pt x="24028" y="66260"/>
                  </a:cubicBezTo>
                  <a:cubicBezTo>
                    <a:pt x="30319" y="65474"/>
                    <a:pt x="30704" y="65068"/>
                    <a:pt x="30834" y="62219"/>
                  </a:cubicBezTo>
                  <a:cubicBezTo>
                    <a:pt x="30846" y="62008"/>
                    <a:pt x="30854" y="61781"/>
                    <a:pt x="30871" y="61538"/>
                  </a:cubicBezTo>
                  <a:cubicBezTo>
                    <a:pt x="31037" y="58830"/>
                    <a:pt x="31134" y="55668"/>
                    <a:pt x="31154" y="54934"/>
                  </a:cubicBezTo>
                  <a:cubicBezTo>
                    <a:pt x="31937" y="54261"/>
                    <a:pt x="36319" y="50450"/>
                    <a:pt x="38715" y="47495"/>
                  </a:cubicBezTo>
                  <a:cubicBezTo>
                    <a:pt x="41330" y="44272"/>
                    <a:pt x="43360" y="41370"/>
                    <a:pt x="43381" y="41341"/>
                  </a:cubicBezTo>
                  <a:cubicBezTo>
                    <a:pt x="43429" y="41273"/>
                    <a:pt x="43454" y="41187"/>
                    <a:pt x="43450" y="41106"/>
                  </a:cubicBezTo>
                  <a:cubicBezTo>
                    <a:pt x="43433" y="40973"/>
                    <a:pt x="42254" y="28094"/>
                    <a:pt x="44978" y="15965"/>
                  </a:cubicBezTo>
                  <a:cubicBezTo>
                    <a:pt x="47686" y="3884"/>
                    <a:pt x="49693" y="576"/>
                    <a:pt x="49713" y="548"/>
                  </a:cubicBezTo>
                  <a:cubicBezTo>
                    <a:pt x="49786" y="430"/>
                    <a:pt x="49786" y="276"/>
                    <a:pt x="49705" y="163"/>
                  </a:cubicBezTo>
                  <a:cubicBezTo>
                    <a:pt x="49641" y="60"/>
                    <a:pt x="49528" y="1"/>
                    <a:pt x="4940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" name="Google Shape;5363;p73"/>
            <p:cNvSpPr/>
            <p:nvPr/>
          </p:nvSpPr>
          <p:spPr>
            <a:xfrm>
              <a:off x="2137773" y="2785958"/>
              <a:ext cx="804524" cy="1139411"/>
            </a:xfrm>
            <a:custGeom>
              <a:avLst/>
              <a:gdLst/>
              <a:ahLst/>
              <a:cxnLst/>
              <a:rect l="l" t="t" r="r" b="b"/>
              <a:pathLst>
                <a:path w="46397" h="65710" extrusionOk="0">
                  <a:moveTo>
                    <a:pt x="46397" y="0"/>
                  </a:moveTo>
                  <a:cubicBezTo>
                    <a:pt x="43194" y="523"/>
                    <a:pt x="34256" y="6004"/>
                    <a:pt x="27522" y="11951"/>
                  </a:cubicBezTo>
                  <a:cubicBezTo>
                    <a:pt x="29261" y="12020"/>
                    <a:pt x="31000" y="12729"/>
                    <a:pt x="31953" y="14164"/>
                  </a:cubicBezTo>
                  <a:cubicBezTo>
                    <a:pt x="32594" y="15125"/>
                    <a:pt x="32821" y="16309"/>
                    <a:pt x="32918" y="17456"/>
                  </a:cubicBezTo>
                  <a:cubicBezTo>
                    <a:pt x="33039" y="18944"/>
                    <a:pt x="32958" y="20505"/>
                    <a:pt x="32237" y="21806"/>
                  </a:cubicBezTo>
                  <a:cubicBezTo>
                    <a:pt x="30453" y="25041"/>
                    <a:pt x="26002" y="25167"/>
                    <a:pt x="22362" y="25799"/>
                  </a:cubicBezTo>
                  <a:cubicBezTo>
                    <a:pt x="19102" y="26366"/>
                    <a:pt x="16013" y="27656"/>
                    <a:pt x="13318" y="29569"/>
                  </a:cubicBezTo>
                  <a:cubicBezTo>
                    <a:pt x="13641" y="29579"/>
                    <a:pt x="13964" y="29584"/>
                    <a:pt x="14287" y="29584"/>
                  </a:cubicBezTo>
                  <a:cubicBezTo>
                    <a:pt x="17340" y="29584"/>
                    <a:pt x="20381" y="29135"/>
                    <a:pt x="23306" y="28247"/>
                  </a:cubicBezTo>
                  <a:lnTo>
                    <a:pt x="23306" y="28247"/>
                  </a:lnTo>
                  <a:cubicBezTo>
                    <a:pt x="20675" y="31693"/>
                    <a:pt x="19171" y="35865"/>
                    <a:pt x="18993" y="40194"/>
                  </a:cubicBezTo>
                  <a:cubicBezTo>
                    <a:pt x="18851" y="43940"/>
                    <a:pt x="19690" y="47852"/>
                    <a:pt x="18352" y="51350"/>
                  </a:cubicBezTo>
                  <a:cubicBezTo>
                    <a:pt x="16686" y="55706"/>
                    <a:pt x="11882" y="58141"/>
                    <a:pt x="7163" y="58141"/>
                  </a:cubicBezTo>
                  <a:cubicBezTo>
                    <a:pt x="6314" y="58141"/>
                    <a:pt x="5467" y="58062"/>
                    <a:pt x="4642" y="57901"/>
                  </a:cubicBezTo>
                  <a:cubicBezTo>
                    <a:pt x="3082" y="57601"/>
                    <a:pt x="1545" y="57054"/>
                    <a:pt x="1" y="56673"/>
                  </a:cubicBezTo>
                  <a:lnTo>
                    <a:pt x="1" y="56673"/>
                  </a:lnTo>
                  <a:cubicBezTo>
                    <a:pt x="1383" y="59125"/>
                    <a:pt x="3321" y="60483"/>
                    <a:pt x="5514" y="61712"/>
                  </a:cubicBezTo>
                  <a:cubicBezTo>
                    <a:pt x="8367" y="63306"/>
                    <a:pt x="12759" y="65710"/>
                    <a:pt x="18437" y="65710"/>
                  </a:cubicBezTo>
                  <a:cubicBezTo>
                    <a:pt x="19254" y="65710"/>
                    <a:pt x="20098" y="65660"/>
                    <a:pt x="20967" y="65551"/>
                  </a:cubicBezTo>
                  <a:cubicBezTo>
                    <a:pt x="27879" y="64687"/>
                    <a:pt x="27311" y="64245"/>
                    <a:pt x="27502" y="61152"/>
                  </a:cubicBezTo>
                  <a:cubicBezTo>
                    <a:pt x="27688" y="58063"/>
                    <a:pt x="27786" y="54411"/>
                    <a:pt x="27786" y="54411"/>
                  </a:cubicBezTo>
                  <a:cubicBezTo>
                    <a:pt x="27786" y="54411"/>
                    <a:pt x="32792" y="50166"/>
                    <a:pt x="35427" y="46915"/>
                  </a:cubicBezTo>
                  <a:cubicBezTo>
                    <a:pt x="38062" y="43660"/>
                    <a:pt x="40077" y="40778"/>
                    <a:pt x="40077" y="40778"/>
                  </a:cubicBezTo>
                  <a:cubicBezTo>
                    <a:pt x="40077" y="40778"/>
                    <a:pt x="38845" y="27858"/>
                    <a:pt x="41613" y="15527"/>
                  </a:cubicBezTo>
                  <a:cubicBezTo>
                    <a:pt x="44378" y="3199"/>
                    <a:pt x="46397" y="1"/>
                    <a:pt x="46397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" name="Google Shape;5364;p73"/>
            <p:cNvSpPr/>
            <p:nvPr/>
          </p:nvSpPr>
          <p:spPr>
            <a:xfrm>
              <a:off x="2499433" y="3272449"/>
              <a:ext cx="126963" cy="636257"/>
            </a:xfrm>
            <a:custGeom>
              <a:avLst/>
              <a:gdLst/>
              <a:ahLst/>
              <a:cxnLst/>
              <a:rect l="l" t="t" r="r" b="b"/>
              <a:pathLst>
                <a:path w="7322" h="36693" extrusionOk="0">
                  <a:moveTo>
                    <a:pt x="4267" y="1"/>
                  </a:moveTo>
                  <a:cubicBezTo>
                    <a:pt x="3111" y="1"/>
                    <a:pt x="1893" y="2218"/>
                    <a:pt x="1059" y="5672"/>
                  </a:cubicBezTo>
                  <a:cubicBezTo>
                    <a:pt x="455" y="8165"/>
                    <a:pt x="49" y="11303"/>
                    <a:pt x="17" y="14712"/>
                  </a:cubicBezTo>
                  <a:cubicBezTo>
                    <a:pt x="1" y="16139"/>
                    <a:pt x="9" y="17432"/>
                    <a:pt x="37" y="18620"/>
                  </a:cubicBezTo>
                  <a:cubicBezTo>
                    <a:pt x="183" y="24847"/>
                    <a:pt x="901" y="28134"/>
                    <a:pt x="2032" y="31929"/>
                  </a:cubicBezTo>
                  <a:cubicBezTo>
                    <a:pt x="3018" y="35243"/>
                    <a:pt x="3854" y="36693"/>
                    <a:pt x="4801" y="36693"/>
                  </a:cubicBezTo>
                  <a:cubicBezTo>
                    <a:pt x="5142" y="36693"/>
                    <a:pt x="5497" y="36505"/>
                    <a:pt x="5879" y="36149"/>
                  </a:cubicBezTo>
                  <a:cubicBezTo>
                    <a:pt x="7322" y="34799"/>
                    <a:pt x="6880" y="27705"/>
                    <a:pt x="6929" y="26355"/>
                  </a:cubicBezTo>
                  <a:cubicBezTo>
                    <a:pt x="6973" y="25001"/>
                    <a:pt x="6929" y="24725"/>
                    <a:pt x="6065" y="18859"/>
                  </a:cubicBezTo>
                  <a:cubicBezTo>
                    <a:pt x="5988" y="18357"/>
                    <a:pt x="5936" y="17809"/>
                    <a:pt x="5887" y="17230"/>
                  </a:cubicBezTo>
                  <a:cubicBezTo>
                    <a:pt x="5559" y="13054"/>
                    <a:pt x="5895" y="7184"/>
                    <a:pt x="5664" y="3507"/>
                  </a:cubicBezTo>
                  <a:cubicBezTo>
                    <a:pt x="5554" y="1760"/>
                    <a:pt x="5315" y="516"/>
                    <a:pt x="4821" y="179"/>
                  </a:cubicBezTo>
                  <a:cubicBezTo>
                    <a:pt x="4639" y="59"/>
                    <a:pt x="4454" y="1"/>
                    <a:pt x="4267" y="1"/>
                  </a:cubicBezTo>
                  <a:close/>
                </a:path>
              </a:pathLst>
            </a:custGeom>
            <a:solidFill>
              <a:srgbClr val="547F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" name="Google Shape;5365;p73"/>
            <p:cNvSpPr/>
            <p:nvPr/>
          </p:nvSpPr>
          <p:spPr>
            <a:xfrm>
              <a:off x="2493260" y="3266328"/>
              <a:ext cx="133917" cy="648551"/>
            </a:xfrm>
            <a:custGeom>
              <a:avLst/>
              <a:gdLst/>
              <a:ahLst/>
              <a:cxnLst/>
              <a:rect l="l" t="t" r="r" b="b"/>
              <a:pathLst>
                <a:path w="7723" h="37402" extrusionOk="0">
                  <a:moveTo>
                    <a:pt x="4617" y="711"/>
                  </a:moveTo>
                  <a:cubicBezTo>
                    <a:pt x="4747" y="715"/>
                    <a:pt x="4873" y="755"/>
                    <a:pt x="4978" y="832"/>
                  </a:cubicBezTo>
                  <a:cubicBezTo>
                    <a:pt x="5169" y="958"/>
                    <a:pt x="5513" y="1525"/>
                    <a:pt x="5667" y="3889"/>
                  </a:cubicBezTo>
                  <a:cubicBezTo>
                    <a:pt x="5773" y="5555"/>
                    <a:pt x="5756" y="7679"/>
                    <a:pt x="5744" y="9929"/>
                  </a:cubicBezTo>
                  <a:cubicBezTo>
                    <a:pt x="5728" y="12588"/>
                    <a:pt x="5712" y="15333"/>
                    <a:pt x="5890" y="17615"/>
                  </a:cubicBezTo>
                  <a:cubicBezTo>
                    <a:pt x="5939" y="18251"/>
                    <a:pt x="6000" y="18791"/>
                    <a:pt x="6073" y="19261"/>
                  </a:cubicBezTo>
                  <a:lnTo>
                    <a:pt x="6089" y="19391"/>
                  </a:lnTo>
                  <a:cubicBezTo>
                    <a:pt x="6940" y="25159"/>
                    <a:pt x="6969" y="25382"/>
                    <a:pt x="6928" y="26696"/>
                  </a:cubicBezTo>
                  <a:cubicBezTo>
                    <a:pt x="6924" y="26935"/>
                    <a:pt x="6928" y="27344"/>
                    <a:pt x="6940" y="27859"/>
                  </a:cubicBezTo>
                  <a:cubicBezTo>
                    <a:pt x="6981" y="30064"/>
                    <a:pt x="7070" y="35233"/>
                    <a:pt x="5992" y="36242"/>
                  </a:cubicBezTo>
                  <a:cubicBezTo>
                    <a:pt x="5585" y="36617"/>
                    <a:pt x="5315" y="36690"/>
                    <a:pt x="5154" y="36690"/>
                  </a:cubicBezTo>
                  <a:cubicBezTo>
                    <a:pt x="5085" y="36690"/>
                    <a:pt x="5037" y="36676"/>
                    <a:pt x="5006" y="36668"/>
                  </a:cubicBezTo>
                  <a:cubicBezTo>
                    <a:pt x="3985" y="36392"/>
                    <a:pt x="3040" y="33222"/>
                    <a:pt x="2728" y="32180"/>
                  </a:cubicBezTo>
                  <a:cubicBezTo>
                    <a:pt x="1553" y="28228"/>
                    <a:pt x="888" y="24952"/>
                    <a:pt x="746" y="18969"/>
                  </a:cubicBezTo>
                  <a:cubicBezTo>
                    <a:pt x="722" y="17777"/>
                    <a:pt x="709" y="16504"/>
                    <a:pt x="726" y="15073"/>
                  </a:cubicBezTo>
                  <a:cubicBezTo>
                    <a:pt x="762" y="11863"/>
                    <a:pt x="1115" y="8766"/>
                    <a:pt x="1759" y="6110"/>
                  </a:cubicBezTo>
                  <a:cubicBezTo>
                    <a:pt x="2611" y="2592"/>
                    <a:pt x="3669" y="1039"/>
                    <a:pt x="4386" y="755"/>
                  </a:cubicBezTo>
                  <a:cubicBezTo>
                    <a:pt x="4459" y="727"/>
                    <a:pt x="4536" y="711"/>
                    <a:pt x="4617" y="711"/>
                  </a:cubicBezTo>
                  <a:close/>
                  <a:moveTo>
                    <a:pt x="4619" y="0"/>
                  </a:moveTo>
                  <a:cubicBezTo>
                    <a:pt x="4455" y="0"/>
                    <a:pt x="4290" y="33"/>
                    <a:pt x="4127" y="98"/>
                  </a:cubicBezTo>
                  <a:cubicBezTo>
                    <a:pt x="2971" y="548"/>
                    <a:pt x="1857" y="2681"/>
                    <a:pt x="1070" y="5944"/>
                  </a:cubicBezTo>
                  <a:cubicBezTo>
                    <a:pt x="418" y="8652"/>
                    <a:pt x="53" y="11802"/>
                    <a:pt x="16" y="15061"/>
                  </a:cubicBezTo>
                  <a:cubicBezTo>
                    <a:pt x="0" y="16504"/>
                    <a:pt x="8" y="17789"/>
                    <a:pt x="36" y="18985"/>
                  </a:cubicBezTo>
                  <a:cubicBezTo>
                    <a:pt x="178" y="25050"/>
                    <a:pt x="851" y="28374"/>
                    <a:pt x="2047" y="32383"/>
                  </a:cubicBezTo>
                  <a:cubicBezTo>
                    <a:pt x="3020" y="35646"/>
                    <a:pt x="3823" y="37085"/>
                    <a:pt x="4820" y="37357"/>
                  </a:cubicBezTo>
                  <a:cubicBezTo>
                    <a:pt x="4929" y="37385"/>
                    <a:pt x="5043" y="37402"/>
                    <a:pt x="5161" y="37402"/>
                  </a:cubicBezTo>
                  <a:cubicBezTo>
                    <a:pt x="5582" y="37402"/>
                    <a:pt x="6016" y="37191"/>
                    <a:pt x="6478" y="36761"/>
                  </a:cubicBezTo>
                  <a:cubicBezTo>
                    <a:pt x="7629" y="35683"/>
                    <a:pt x="7723" y="31840"/>
                    <a:pt x="7650" y="27847"/>
                  </a:cubicBezTo>
                  <a:cubicBezTo>
                    <a:pt x="7641" y="27340"/>
                    <a:pt x="7633" y="26939"/>
                    <a:pt x="7637" y="26716"/>
                  </a:cubicBezTo>
                  <a:cubicBezTo>
                    <a:pt x="7682" y="25342"/>
                    <a:pt x="7633" y="25005"/>
                    <a:pt x="6790" y="19281"/>
                  </a:cubicBezTo>
                  <a:lnTo>
                    <a:pt x="6770" y="19155"/>
                  </a:lnTo>
                  <a:cubicBezTo>
                    <a:pt x="6705" y="18705"/>
                    <a:pt x="6648" y="18178"/>
                    <a:pt x="6600" y="17558"/>
                  </a:cubicBezTo>
                  <a:cubicBezTo>
                    <a:pt x="6421" y="15308"/>
                    <a:pt x="6437" y="12576"/>
                    <a:pt x="6458" y="9933"/>
                  </a:cubicBezTo>
                  <a:cubicBezTo>
                    <a:pt x="6466" y="7675"/>
                    <a:pt x="6482" y="5539"/>
                    <a:pt x="6377" y="3844"/>
                  </a:cubicBezTo>
                  <a:cubicBezTo>
                    <a:pt x="6239" y="1696"/>
                    <a:pt x="5939" y="613"/>
                    <a:pt x="5371" y="240"/>
                  </a:cubicBezTo>
                  <a:cubicBezTo>
                    <a:pt x="5133" y="81"/>
                    <a:pt x="4878" y="0"/>
                    <a:pt x="461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" name="Google Shape;5366;p73"/>
            <p:cNvSpPr/>
            <p:nvPr/>
          </p:nvSpPr>
          <p:spPr>
            <a:xfrm>
              <a:off x="2381487" y="3274720"/>
              <a:ext cx="201543" cy="47442"/>
            </a:xfrm>
            <a:custGeom>
              <a:avLst/>
              <a:gdLst/>
              <a:ahLst/>
              <a:cxnLst/>
              <a:rect l="l" t="t" r="r" b="b"/>
              <a:pathLst>
                <a:path w="11623" h="2736" extrusionOk="0">
                  <a:moveTo>
                    <a:pt x="10629" y="0"/>
                  </a:moveTo>
                  <a:cubicBezTo>
                    <a:pt x="8825" y="0"/>
                    <a:pt x="7558" y="532"/>
                    <a:pt x="5094" y="1542"/>
                  </a:cubicBezTo>
                  <a:lnTo>
                    <a:pt x="5094" y="1542"/>
                  </a:lnTo>
                  <a:lnTo>
                    <a:pt x="11623" y="48"/>
                  </a:lnTo>
                  <a:cubicBezTo>
                    <a:pt x="11270" y="16"/>
                    <a:pt x="10941" y="0"/>
                    <a:pt x="10629" y="0"/>
                  </a:cubicBezTo>
                  <a:close/>
                  <a:moveTo>
                    <a:pt x="5094" y="1542"/>
                  </a:moveTo>
                  <a:lnTo>
                    <a:pt x="0" y="2708"/>
                  </a:lnTo>
                  <a:cubicBezTo>
                    <a:pt x="0" y="2708"/>
                    <a:pt x="148" y="2736"/>
                    <a:pt x="446" y="2736"/>
                  </a:cubicBezTo>
                  <a:cubicBezTo>
                    <a:pt x="1109" y="2736"/>
                    <a:pt x="2517" y="2597"/>
                    <a:pt x="4703" y="1702"/>
                  </a:cubicBezTo>
                  <a:cubicBezTo>
                    <a:pt x="4837" y="1648"/>
                    <a:pt x="4967" y="1594"/>
                    <a:pt x="5094" y="1542"/>
                  </a:cubicBezTo>
                  <a:close/>
                </a:path>
              </a:pathLst>
            </a:custGeom>
            <a:solidFill>
              <a:srgbClr val="88CA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" name="Google Shape;5367;p73"/>
            <p:cNvSpPr/>
            <p:nvPr/>
          </p:nvSpPr>
          <p:spPr>
            <a:xfrm>
              <a:off x="2374811" y="3268565"/>
              <a:ext cx="214617" cy="59736"/>
            </a:xfrm>
            <a:custGeom>
              <a:avLst/>
              <a:gdLst/>
              <a:ahLst/>
              <a:cxnLst/>
              <a:rect l="l" t="t" r="r" b="b"/>
              <a:pathLst>
                <a:path w="12377" h="3445" extrusionOk="0">
                  <a:moveTo>
                    <a:pt x="11008" y="1"/>
                  </a:moveTo>
                  <a:cubicBezTo>
                    <a:pt x="9174" y="1"/>
                    <a:pt x="7878" y="532"/>
                    <a:pt x="5469" y="1514"/>
                  </a:cubicBezTo>
                  <a:lnTo>
                    <a:pt x="4958" y="1725"/>
                  </a:lnTo>
                  <a:cubicBezTo>
                    <a:pt x="2788" y="2609"/>
                    <a:pt x="1407" y="2732"/>
                    <a:pt x="804" y="2732"/>
                  </a:cubicBezTo>
                  <a:cubicBezTo>
                    <a:pt x="573" y="2732"/>
                    <a:pt x="457" y="2714"/>
                    <a:pt x="454" y="2714"/>
                  </a:cubicBezTo>
                  <a:cubicBezTo>
                    <a:pt x="432" y="2710"/>
                    <a:pt x="410" y="2708"/>
                    <a:pt x="388" y="2708"/>
                  </a:cubicBezTo>
                  <a:cubicBezTo>
                    <a:pt x="219" y="2708"/>
                    <a:pt x="69" y="2829"/>
                    <a:pt x="37" y="2998"/>
                  </a:cubicBezTo>
                  <a:cubicBezTo>
                    <a:pt x="0" y="3192"/>
                    <a:pt x="126" y="3379"/>
                    <a:pt x="321" y="3415"/>
                  </a:cubicBezTo>
                  <a:cubicBezTo>
                    <a:pt x="456" y="3436"/>
                    <a:pt x="595" y="3445"/>
                    <a:pt x="732" y="3445"/>
                  </a:cubicBezTo>
                  <a:cubicBezTo>
                    <a:pt x="758" y="3445"/>
                    <a:pt x="785" y="3444"/>
                    <a:pt x="811" y="3444"/>
                  </a:cubicBezTo>
                  <a:cubicBezTo>
                    <a:pt x="1512" y="3444"/>
                    <a:pt x="2976" y="3298"/>
                    <a:pt x="5226" y="2382"/>
                  </a:cubicBezTo>
                  <a:lnTo>
                    <a:pt x="5736" y="2175"/>
                  </a:lnTo>
                  <a:cubicBezTo>
                    <a:pt x="8116" y="1202"/>
                    <a:pt x="9311" y="713"/>
                    <a:pt x="11004" y="713"/>
                  </a:cubicBezTo>
                  <a:cubicBezTo>
                    <a:pt x="11307" y="713"/>
                    <a:pt x="11626" y="729"/>
                    <a:pt x="11971" y="760"/>
                  </a:cubicBezTo>
                  <a:cubicBezTo>
                    <a:pt x="11979" y="760"/>
                    <a:pt x="11987" y="761"/>
                    <a:pt x="11995" y="761"/>
                  </a:cubicBezTo>
                  <a:cubicBezTo>
                    <a:pt x="12180" y="761"/>
                    <a:pt x="12341" y="622"/>
                    <a:pt x="12360" y="436"/>
                  </a:cubicBezTo>
                  <a:cubicBezTo>
                    <a:pt x="12377" y="241"/>
                    <a:pt x="12231" y="67"/>
                    <a:pt x="12036" y="51"/>
                  </a:cubicBezTo>
                  <a:cubicBezTo>
                    <a:pt x="11671" y="17"/>
                    <a:pt x="11331" y="1"/>
                    <a:pt x="1100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" name="Google Shape;5368;p73"/>
            <p:cNvSpPr/>
            <p:nvPr/>
          </p:nvSpPr>
          <p:spPr>
            <a:xfrm>
              <a:off x="2551523" y="2936954"/>
              <a:ext cx="209641" cy="155418"/>
            </a:xfrm>
            <a:custGeom>
              <a:avLst/>
              <a:gdLst/>
              <a:ahLst/>
              <a:cxnLst/>
              <a:rect l="l" t="t" r="r" b="b"/>
              <a:pathLst>
                <a:path w="12090" h="8963" extrusionOk="0">
                  <a:moveTo>
                    <a:pt x="11986" y="0"/>
                  </a:moveTo>
                  <a:cubicBezTo>
                    <a:pt x="11931" y="0"/>
                    <a:pt x="11854" y="22"/>
                    <a:pt x="11773" y="65"/>
                  </a:cubicBezTo>
                  <a:cubicBezTo>
                    <a:pt x="10687" y="604"/>
                    <a:pt x="9624" y="1192"/>
                    <a:pt x="8591" y="1832"/>
                  </a:cubicBezTo>
                  <a:cubicBezTo>
                    <a:pt x="7557" y="2477"/>
                    <a:pt x="6548" y="3158"/>
                    <a:pt x="5575" y="3880"/>
                  </a:cubicBezTo>
                  <a:cubicBezTo>
                    <a:pt x="4602" y="4605"/>
                    <a:pt x="3661" y="5375"/>
                    <a:pt x="2749" y="6178"/>
                  </a:cubicBezTo>
                  <a:cubicBezTo>
                    <a:pt x="1837" y="6989"/>
                    <a:pt x="969" y="7836"/>
                    <a:pt x="138" y="8720"/>
                  </a:cubicBezTo>
                  <a:cubicBezTo>
                    <a:pt x="53" y="8805"/>
                    <a:pt x="1" y="8906"/>
                    <a:pt x="37" y="8947"/>
                  </a:cubicBezTo>
                  <a:cubicBezTo>
                    <a:pt x="47" y="8957"/>
                    <a:pt x="61" y="8962"/>
                    <a:pt x="79" y="8962"/>
                  </a:cubicBezTo>
                  <a:cubicBezTo>
                    <a:pt x="128" y="8962"/>
                    <a:pt x="204" y="8922"/>
                    <a:pt x="276" y="8854"/>
                  </a:cubicBezTo>
                  <a:cubicBezTo>
                    <a:pt x="1140" y="8010"/>
                    <a:pt x="2044" y="7200"/>
                    <a:pt x="2956" y="6413"/>
                  </a:cubicBezTo>
                  <a:cubicBezTo>
                    <a:pt x="3868" y="5631"/>
                    <a:pt x="4808" y="4873"/>
                    <a:pt x="5781" y="4163"/>
                  </a:cubicBezTo>
                  <a:cubicBezTo>
                    <a:pt x="6758" y="3446"/>
                    <a:pt x="7756" y="2761"/>
                    <a:pt x="8769" y="2112"/>
                  </a:cubicBezTo>
                  <a:cubicBezTo>
                    <a:pt x="9783" y="1463"/>
                    <a:pt x="10816" y="847"/>
                    <a:pt x="11878" y="264"/>
                  </a:cubicBezTo>
                  <a:cubicBezTo>
                    <a:pt x="12004" y="191"/>
                    <a:pt x="12089" y="101"/>
                    <a:pt x="12069" y="41"/>
                  </a:cubicBezTo>
                  <a:cubicBezTo>
                    <a:pt x="12060" y="14"/>
                    <a:pt x="12030" y="0"/>
                    <a:pt x="1198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" name="Google Shape;5369;p73"/>
            <p:cNvSpPr/>
            <p:nvPr/>
          </p:nvSpPr>
          <p:spPr>
            <a:xfrm>
              <a:off x="2630749" y="3184292"/>
              <a:ext cx="65458" cy="66291"/>
            </a:xfrm>
            <a:custGeom>
              <a:avLst/>
              <a:gdLst/>
              <a:ahLst/>
              <a:cxnLst/>
              <a:rect l="l" t="t" r="r" b="b"/>
              <a:pathLst>
                <a:path w="3775" h="3823" extrusionOk="0">
                  <a:moveTo>
                    <a:pt x="3655" y="0"/>
                  </a:moveTo>
                  <a:cubicBezTo>
                    <a:pt x="3641" y="0"/>
                    <a:pt x="3626" y="3"/>
                    <a:pt x="3612" y="10"/>
                  </a:cubicBezTo>
                  <a:cubicBezTo>
                    <a:pt x="3215" y="200"/>
                    <a:pt x="2842" y="427"/>
                    <a:pt x="2489" y="687"/>
                  </a:cubicBezTo>
                  <a:cubicBezTo>
                    <a:pt x="2141" y="950"/>
                    <a:pt x="1808" y="1234"/>
                    <a:pt x="1504" y="1546"/>
                  </a:cubicBezTo>
                  <a:cubicBezTo>
                    <a:pt x="1200" y="1862"/>
                    <a:pt x="921" y="2203"/>
                    <a:pt x="665" y="2559"/>
                  </a:cubicBezTo>
                  <a:cubicBezTo>
                    <a:pt x="418" y="2916"/>
                    <a:pt x="199" y="3297"/>
                    <a:pt x="17" y="3694"/>
                  </a:cubicBezTo>
                  <a:cubicBezTo>
                    <a:pt x="0" y="3735"/>
                    <a:pt x="21" y="3784"/>
                    <a:pt x="57" y="3804"/>
                  </a:cubicBezTo>
                  <a:cubicBezTo>
                    <a:pt x="74" y="3817"/>
                    <a:pt x="94" y="3822"/>
                    <a:pt x="113" y="3822"/>
                  </a:cubicBezTo>
                  <a:cubicBezTo>
                    <a:pt x="142" y="3822"/>
                    <a:pt x="171" y="3808"/>
                    <a:pt x="191" y="3784"/>
                  </a:cubicBezTo>
                  <a:cubicBezTo>
                    <a:pt x="414" y="3423"/>
                    <a:pt x="657" y="3074"/>
                    <a:pt x="921" y="2742"/>
                  </a:cubicBezTo>
                  <a:cubicBezTo>
                    <a:pt x="1176" y="2409"/>
                    <a:pt x="1456" y="2089"/>
                    <a:pt x="1756" y="1793"/>
                  </a:cubicBezTo>
                  <a:cubicBezTo>
                    <a:pt x="2047" y="1489"/>
                    <a:pt x="2364" y="1209"/>
                    <a:pt x="2692" y="946"/>
                  </a:cubicBezTo>
                  <a:cubicBezTo>
                    <a:pt x="3024" y="682"/>
                    <a:pt x="3365" y="435"/>
                    <a:pt x="3722" y="208"/>
                  </a:cubicBezTo>
                  <a:cubicBezTo>
                    <a:pt x="3762" y="172"/>
                    <a:pt x="3774" y="115"/>
                    <a:pt x="3754" y="66"/>
                  </a:cubicBezTo>
                  <a:cubicBezTo>
                    <a:pt x="3736" y="24"/>
                    <a:pt x="3696" y="0"/>
                    <a:pt x="365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" name="Google Shape;5370;p73"/>
            <p:cNvSpPr/>
            <p:nvPr/>
          </p:nvSpPr>
          <p:spPr>
            <a:xfrm>
              <a:off x="2570510" y="3626306"/>
              <a:ext cx="25247" cy="226668"/>
            </a:xfrm>
            <a:custGeom>
              <a:avLst/>
              <a:gdLst/>
              <a:ahLst/>
              <a:cxnLst/>
              <a:rect l="l" t="t" r="r" b="b"/>
              <a:pathLst>
                <a:path w="1456" h="13072" extrusionOk="0">
                  <a:moveTo>
                    <a:pt x="70" y="0"/>
                  </a:moveTo>
                  <a:cubicBezTo>
                    <a:pt x="67" y="0"/>
                    <a:pt x="64" y="0"/>
                    <a:pt x="61" y="1"/>
                  </a:cubicBezTo>
                  <a:cubicBezTo>
                    <a:pt x="12" y="13"/>
                    <a:pt x="0" y="118"/>
                    <a:pt x="41" y="232"/>
                  </a:cubicBezTo>
                  <a:cubicBezTo>
                    <a:pt x="389" y="1229"/>
                    <a:pt x="649" y="2255"/>
                    <a:pt x="807" y="3301"/>
                  </a:cubicBezTo>
                  <a:cubicBezTo>
                    <a:pt x="973" y="4346"/>
                    <a:pt x="1062" y="5400"/>
                    <a:pt x="1074" y="6458"/>
                  </a:cubicBezTo>
                  <a:cubicBezTo>
                    <a:pt x="1107" y="7512"/>
                    <a:pt x="1078" y="8575"/>
                    <a:pt x="1018" y="9637"/>
                  </a:cubicBezTo>
                  <a:cubicBezTo>
                    <a:pt x="957" y="10695"/>
                    <a:pt x="884" y="11753"/>
                    <a:pt x="807" y="12819"/>
                  </a:cubicBezTo>
                  <a:cubicBezTo>
                    <a:pt x="803" y="12945"/>
                    <a:pt x="831" y="13062"/>
                    <a:pt x="892" y="13070"/>
                  </a:cubicBezTo>
                  <a:cubicBezTo>
                    <a:pt x="895" y="13071"/>
                    <a:pt x="899" y="13071"/>
                    <a:pt x="902" y="13071"/>
                  </a:cubicBezTo>
                  <a:cubicBezTo>
                    <a:pt x="960" y="13071"/>
                    <a:pt x="1019" y="12973"/>
                    <a:pt x="1034" y="12839"/>
                  </a:cubicBezTo>
                  <a:cubicBezTo>
                    <a:pt x="1160" y="11777"/>
                    <a:pt x="1281" y="10723"/>
                    <a:pt x="1350" y="9657"/>
                  </a:cubicBezTo>
                  <a:cubicBezTo>
                    <a:pt x="1415" y="8587"/>
                    <a:pt x="1455" y="7517"/>
                    <a:pt x="1431" y="6446"/>
                  </a:cubicBezTo>
                  <a:cubicBezTo>
                    <a:pt x="1403" y="5372"/>
                    <a:pt x="1297" y="4302"/>
                    <a:pt x="1115" y="3244"/>
                  </a:cubicBezTo>
                  <a:cubicBezTo>
                    <a:pt x="928" y="2186"/>
                    <a:pt x="629" y="1152"/>
                    <a:pt x="219" y="159"/>
                  </a:cubicBezTo>
                  <a:cubicBezTo>
                    <a:pt x="181" y="63"/>
                    <a:pt x="121" y="0"/>
                    <a:pt x="70" y="0"/>
                  </a:cubicBezTo>
                  <a:close/>
                </a:path>
              </a:pathLst>
            </a:custGeom>
            <a:solidFill>
              <a:srgbClr val="4F1E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" name="Google Shape;5371;p73"/>
            <p:cNvSpPr/>
            <p:nvPr/>
          </p:nvSpPr>
          <p:spPr>
            <a:xfrm>
              <a:off x="2563262" y="3699273"/>
              <a:ext cx="6971" cy="128593"/>
            </a:xfrm>
            <a:custGeom>
              <a:avLst/>
              <a:gdLst/>
              <a:ahLst/>
              <a:cxnLst/>
              <a:rect l="l" t="t" r="r" b="b"/>
              <a:pathLst>
                <a:path w="402" h="7416" extrusionOk="0">
                  <a:moveTo>
                    <a:pt x="286" y="0"/>
                  </a:moveTo>
                  <a:cubicBezTo>
                    <a:pt x="236" y="0"/>
                    <a:pt x="195" y="48"/>
                    <a:pt x="191" y="110"/>
                  </a:cubicBezTo>
                  <a:cubicBezTo>
                    <a:pt x="151" y="710"/>
                    <a:pt x="114" y="1306"/>
                    <a:pt x="90" y="1902"/>
                  </a:cubicBezTo>
                  <a:lnTo>
                    <a:pt x="29" y="3690"/>
                  </a:lnTo>
                  <a:lnTo>
                    <a:pt x="5" y="5477"/>
                  </a:lnTo>
                  <a:cubicBezTo>
                    <a:pt x="1" y="6077"/>
                    <a:pt x="5" y="6673"/>
                    <a:pt x="17" y="7273"/>
                  </a:cubicBezTo>
                  <a:cubicBezTo>
                    <a:pt x="1" y="7342"/>
                    <a:pt x="53" y="7411"/>
                    <a:pt x="130" y="7415"/>
                  </a:cubicBezTo>
                  <a:cubicBezTo>
                    <a:pt x="203" y="7415"/>
                    <a:pt x="260" y="7350"/>
                    <a:pt x="248" y="7277"/>
                  </a:cubicBezTo>
                  <a:cubicBezTo>
                    <a:pt x="280" y="6677"/>
                    <a:pt x="313" y="6081"/>
                    <a:pt x="333" y="5489"/>
                  </a:cubicBezTo>
                  <a:lnTo>
                    <a:pt x="382" y="3698"/>
                  </a:lnTo>
                  <a:lnTo>
                    <a:pt x="402" y="1910"/>
                  </a:lnTo>
                  <a:cubicBezTo>
                    <a:pt x="402" y="1314"/>
                    <a:pt x="398" y="714"/>
                    <a:pt x="382" y="118"/>
                  </a:cubicBezTo>
                  <a:cubicBezTo>
                    <a:pt x="386" y="61"/>
                    <a:pt x="345" y="13"/>
                    <a:pt x="292" y="1"/>
                  </a:cubicBezTo>
                  <a:cubicBezTo>
                    <a:pt x="290" y="0"/>
                    <a:pt x="288" y="0"/>
                    <a:pt x="286" y="0"/>
                  </a:cubicBezTo>
                  <a:close/>
                </a:path>
              </a:pathLst>
            </a:custGeom>
            <a:solidFill>
              <a:srgbClr val="4F1E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" name="Google Shape;5372;p73"/>
            <p:cNvSpPr/>
            <p:nvPr/>
          </p:nvSpPr>
          <p:spPr>
            <a:xfrm>
              <a:off x="2297769" y="3851639"/>
              <a:ext cx="229460" cy="57482"/>
            </a:xfrm>
            <a:custGeom>
              <a:avLst/>
              <a:gdLst/>
              <a:ahLst/>
              <a:cxnLst/>
              <a:rect l="l" t="t" r="r" b="b"/>
              <a:pathLst>
                <a:path w="13233" h="3315" extrusionOk="0">
                  <a:moveTo>
                    <a:pt x="93" y="0"/>
                  </a:moveTo>
                  <a:cubicBezTo>
                    <a:pt x="69" y="0"/>
                    <a:pt x="49" y="7"/>
                    <a:pt x="37" y="23"/>
                  </a:cubicBezTo>
                  <a:cubicBezTo>
                    <a:pt x="0" y="71"/>
                    <a:pt x="61" y="156"/>
                    <a:pt x="167" y="221"/>
                  </a:cubicBezTo>
                  <a:cubicBezTo>
                    <a:pt x="1107" y="829"/>
                    <a:pt x="2100" y="1352"/>
                    <a:pt x="3134" y="1782"/>
                  </a:cubicBezTo>
                  <a:cubicBezTo>
                    <a:pt x="4164" y="2212"/>
                    <a:pt x="5230" y="2552"/>
                    <a:pt x="6320" y="2808"/>
                  </a:cubicBezTo>
                  <a:cubicBezTo>
                    <a:pt x="7415" y="3055"/>
                    <a:pt x="8526" y="3213"/>
                    <a:pt x="9644" y="3282"/>
                  </a:cubicBezTo>
                  <a:cubicBezTo>
                    <a:pt x="10013" y="3303"/>
                    <a:pt x="10383" y="3314"/>
                    <a:pt x="10752" y="3314"/>
                  </a:cubicBezTo>
                  <a:cubicBezTo>
                    <a:pt x="11499" y="3314"/>
                    <a:pt x="12246" y="3270"/>
                    <a:pt x="12989" y="3180"/>
                  </a:cubicBezTo>
                  <a:cubicBezTo>
                    <a:pt x="13127" y="3168"/>
                    <a:pt x="13232" y="3112"/>
                    <a:pt x="13232" y="3051"/>
                  </a:cubicBezTo>
                  <a:cubicBezTo>
                    <a:pt x="13232" y="2996"/>
                    <a:pt x="13138" y="2952"/>
                    <a:pt x="13013" y="2952"/>
                  </a:cubicBezTo>
                  <a:cubicBezTo>
                    <a:pt x="12999" y="2952"/>
                    <a:pt x="12984" y="2952"/>
                    <a:pt x="12969" y="2953"/>
                  </a:cubicBezTo>
                  <a:cubicBezTo>
                    <a:pt x="12417" y="2994"/>
                    <a:pt x="11866" y="3014"/>
                    <a:pt x="11315" y="3014"/>
                  </a:cubicBezTo>
                  <a:cubicBezTo>
                    <a:pt x="10764" y="3014"/>
                    <a:pt x="10214" y="2994"/>
                    <a:pt x="9665" y="2953"/>
                  </a:cubicBezTo>
                  <a:cubicBezTo>
                    <a:pt x="8566" y="2876"/>
                    <a:pt x="7472" y="2710"/>
                    <a:pt x="6401" y="2463"/>
                  </a:cubicBezTo>
                  <a:cubicBezTo>
                    <a:pt x="5323" y="2224"/>
                    <a:pt x="4269" y="1899"/>
                    <a:pt x="3247" y="1490"/>
                  </a:cubicBezTo>
                  <a:cubicBezTo>
                    <a:pt x="2222" y="1089"/>
                    <a:pt x="1225" y="610"/>
                    <a:pt x="268" y="59"/>
                  </a:cubicBezTo>
                  <a:cubicBezTo>
                    <a:pt x="202" y="25"/>
                    <a:pt x="139" y="0"/>
                    <a:pt x="9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" name="Google Shape;5373;p73"/>
            <p:cNvSpPr/>
            <p:nvPr/>
          </p:nvSpPr>
          <p:spPr>
            <a:xfrm>
              <a:off x="2393295" y="3846611"/>
              <a:ext cx="116074" cy="17236"/>
            </a:xfrm>
            <a:custGeom>
              <a:avLst/>
              <a:gdLst/>
              <a:ahLst/>
              <a:cxnLst/>
              <a:rect l="l" t="t" r="r" b="b"/>
              <a:pathLst>
                <a:path w="6694" h="994" extrusionOk="0">
                  <a:moveTo>
                    <a:pt x="122" y="1"/>
                  </a:moveTo>
                  <a:cubicBezTo>
                    <a:pt x="82" y="1"/>
                    <a:pt x="44" y="21"/>
                    <a:pt x="21" y="57"/>
                  </a:cubicBezTo>
                  <a:cubicBezTo>
                    <a:pt x="0" y="114"/>
                    <a:pt x="33" y="175"/>
                    <a:pt x="90" y="187"/>
                  </a:cubicBezTo>
                  <a:cubicBezTo>
                    <a:pt x="600" y="398"/>
                    <a:pt x="1123" y="568"/>
                    <a:pt x="1663" y="690"/>
                  </a:cubicBezTo>
                  <a:cubicBezTo>
                    <a:pt x="2198" y="811"/>
                    <a:pt x="2745" y="900"/>
                    <a:pt x="3292" y="953"/>
                  </a:cubicBezTo>
                  <a:cubicBezTo>
                    <a:pt x="3629" y="980"/>
                    <a:pt x="3968" y="994"/>
                    <a:pt x="4306" y="994"/>
                  </a:cubicBezTo>
                  <a:cubicBezTo>
                    <a:pt x="4521" y="994"/>
                    <a:pt x="4736" y="988"/>
                    <a:pt x="4950" y="977"/>
                  </a:cubicBezTo>
                  <a:cubicBezTo>
                    <a:pt x="5502" y="945"/>
                    <a:pt x="6049" y="868"/>
                    <a:pt x="6588" y="750"/>
                  </a:cubicBezTo>
                  <a:cubicBezTo>
                    <a:pt x="6649" y="742"/>
                    <a:pt x="6693" y="685"/>
                    <a:pt x="6693" y="625"/>
                  </a:cubicBezTo>
                  <a:cubicBezTo>
                    <a:pt x="6683" y="567"/>
                    <a:pt x="6630" y="525"/>
                    <a:pt x="6573" y="525"/>
                  </a:cubicBezTo>
                  <a:cubicBezTo>
                    <a:pt x="6566" y="525"/>
                    <a:pt x="6559" y="526"/>
                    <a:pt x="6551" y="527"/>
                  </a:cubicBezTo>
                  <a:cubicBezTo>
                    <a:pt x="6016" y="592"/>
                    <a:pt x="5477" y="633"/>
                    <a:pt x="4934" y="649"/>
                  </a:cubicBezTo>
                  <a:cubicBezTo>
                    <a:pt x="4798" y="653"/>
                    <a:pt x="4662" y="655"/>
                    <a:pt x="4526" y="655"/>
                  </a:cubicBezTo>
                  <a:cubicBezTo>
                    <a:pt x="4125" y="655"/>
                    <a:pt x="3724" y="638"/>
                    <a:pt x="3325" y="604"/>
                  </a:cubicBezTo>
                  <a:cubicBezTo>
                    <a:pt x="2790" y="564"/>
                    <a:pt x="2254" y="491"/>
                    <a:pt x="1727" y="386"/>
                  </a:cubicBezTo>
                  <a:cubicBezTo>
                    <a:pt x="1196" y="284"/>
                    <a:pt x="673" y="159"/>
                    <a:pt x="150" y="4"/>
                  </a:cubicBezTo>
                  <a:cubicBezTo>
                    <a:pt x="141" y="2"/>
                    <a:pt x="132" y="1"/>
                    <a:pt x="12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" name="Google Shape;5374;p73"/>
            <p:cNvSpPr/>
            <p:nvPr/>
          </p:nvSpPr>
          <p:spPr>
            <a:xfrm>
              <a:off x="2431044" y="3808619"/>
              <a:ext cx="51465" cy="11652"/>
            </a:xfrm>
            <a:custGeom>
              <a:avLst/>
              <a:gdLst/>
              <a:ahLst/>
              <a:cxnLst/>
              <a:rect l="l" t="t" r="r" b="b"/>
              <a:pathLst>
                <a:path w="2968" h="672" extrusionOk="0">
                  <a:moveTo>
                    <a:pt x="119" y="1"/>
                  </a:moveTo>
                  <a:cubicBezTo>
                    <a:pt x="93" y="1"/>
                    <a:pt x="65" y="24"/>
                    <a:pt x="37" y="59"/>
                  </a:cubicBezTo>
                  <a:cubicBezTo>
                    <a:pt x="8" y="100"/>
                    <a:pt x="0" y="148"/>
                    <a:pt x="21" y="164"/>
                  </a:cubicBezTo>
                  <a:cubicBezTo>
                    <a:pt x="223" y="327"/>
                    <a:pt x="454" y="452"/>
                    <a:pt x="702" y="533"/>
                  </a:cubicBezTo>
                  <a:cubicBezTo>
                    <a:pt x="949" y="614"/>
                    <a:pt x="1208" y="663"/>
                    <a:pt x="1472" y="671"/>
                  </a:cubicBezTo>
                  <a:cubicBezTo>
                    <a:pt x="1731" y="671"/>
                    <a:pt x="1995" y="635"/>
                    <a:pt x="2246" y="566"/>
                  </a:cubicBezTo>
                  <a:cubicBezTo>
                    <a:pt x="2498" y="493"/>
                    <a:pt x="2733" y="375"/>
                    <a:pt x="2939" y="221"/>
                  </a:cubicBezTo>
                  <a:cubicBezTo>
                    <a:pt x="2968" y="205"/>
                    <a:pt x="2968" y="160"/>
                    <a:pt x="2935" y="104"/>
                  </a:cubicBezTo>
                  <a:cubicBezTo>
                    <a:pt x="2912" y="56"/>
                    <a:pt x="2871" y="23"/>
                    <a:pt x="2841" y="23"/>
                  </a:cubicBezTo>
                  <a:cubicBezTo>
                    <a:pt x="2836" y="23"/>
                    <a:pt x="2830" y="24"/>
                    <a:pt x="2826" y="27"/>
                  </a:cubicBezTo>
                  <a:cubicBezTo>
                    <a:pt x="2611" y="124"/>
                    <a:pt x="2392" y="197"/>
                    <a:pt x="2165" y="246"/>
                  </a:cubicBezTo>
                  <a:cubicBezTo>
                    <a:pt x="1945" y="293"/>
                    <a:pt x="1721" y="316"/>
                    <a:pt x="1497" y="316"/>
                  </a:cubicBezTo>
                  <a:cubicBezTo>
                    <a:pt x="1259" y="316"/>
                    <a:pt x="1021" y="290"/>
                    <a:pt x="787" y="237"/>
                  </a:cubicBezTo>
                  <a:cubicBezTo>
                    <a:pt x="560" y="185"/>
                    <a:pt x="337" y="108"/>
                    <a:pt x="130" y="2"/>
                  </a:cubicBezTo>
                  <a:cubicBezTo>
                    <a:pt x="126" y="1"/>
                    <a:pt x="123" y="1"/>
                    <a:pt x="11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" name="Google Shape;5375;p73"/>
            <p:cNvSpPr/>
            <p:nvPr/>
          </p:nvSpPr>
          <p:spPr>
            <a:xfrm>
              <a:off x="2126328" y="3603504"/>
              <a:ext cx="53078" cy="137402"/>
            </a:xfrm>
            <a:custGeom>
              <a:avLst/>
              <a:gdLst/>
              <a:ahLst/>
              <a:cxnLst/>
              <a:rect l="l" t="t" r="r" b="b"/>
              <a:pathLst>
                <a:path w="3061" h="7924" extrusionOk="0">
                  <a:moveTo>
                    <a:pt x="300" y="0"/>
                  </a:moveTo>
                  <a:cubicBezTo>
                    <a:pt x="254" y="0"/>
                    <a:pt x="213" y="47"/>
                    <a:pt x="195" y="120"/>
                  </a:cubicBezTo>
                  <a:cubicBezTo>
                    <a:pt x="49" y="821"/>
                    <a:pt x="0" y="1535"/>
                    <a:pt x="53" y="2248"/>
                  </a:cubicBezTo>
                  <a:cubicBezTo>
                    <a:pt x="101" y="2962"/>
                    <a:pt x="243" y="3667"/>
                    <a:pt x="470" y="4348"/>
                  </a:cubicBezTo>
                  <a:cubicBezTo>
                    <a:pt x="709" y="5021"/>
                    <a:pt x="1026" y="5666"/>
                    <a:pt x="1415" y="6270"/>
                  </a:cubicBezTo>
                  <a:cubicBezTo>
                    <a:pt x="1808" y="6865"/>
                    <a:pt x="2286" y="7405"/>
                    <a:pt x="2830" y="7871"/>
                  </a:cubicBezTo>
                  <a:cubicBezTo>
                    <a:pt x="2870" y="7903"/>
                    <a:pt x="2915" y="7924"/>
                    <a:pt x="2954" y="7924"/>
                  </a:cubicBezTo>
                  <a:cubicBezTo>
                    <a:pt x="2978" y="7924"/>
                    <a:pt x="2999" y="7916"/>
                    <a:pt x="3016" y="7899"/>
                  </a:cubicBezTo>
                  <a:cubicBezTo>
                    <a:pt x="3061" y="7855"/>
                    <a:pt x="3049" y="7769"/>
                    <a:pt x="2980" y="7701"/>
                  </a:cubicBezTo>
                  <a:cubicBezTo>
                    <a:pt x="2489" y="7214"/>
                    <a:pt x="2059" y="6675"/>
                    <a:pt x="1695" y="6091"/>
                  </a:cubicBezTo>
                  <a:cubicBezTo>
                    <a:pt x="1326" y="5507"/>
                    <a:pt x="1026" y="4883"/>
                    <a:pt x="807" y="4230"/>
                  </a:cubicBezTo>
                  <a:cubicBezTo>
                    <a:pt x="576" y="3582"/>
                    <a:pt x="426" y="2905"/>
                    <a:pt x="361" y="2220"/>
                  </a:cubicBezTo>
                  <a:cubicBezTo>
                    <a:pt x="288" y="1535"/>
                    <a:pt x="296" y="841"/>
                    <a:pt x="385" y="156"/>
                  </a:cubicBezTo>
                  <a:cubicBezTo>
                    <a:pt x="401" y="96"/>
                    <a:pt x="373" y="31"/>
                    <a:pt x="316" y="2"/>
                  </a:cubicBezTo>
                  <a:cubicBezTo>
                    <a:pt x="311" y="1"/>
                    <a:pt x="305" y="0"/>
                    <a:pt x="3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" name="Google Shape;5376;p73"/>
            <p:cNvSpPr/>
            <p:nvPr/>
          </p:nvSpPr>
          <p:spPr>
            <a:xfrm>
              <a:off x="2388509" y="3327278"/>
              <a:ext cx="109745" cy="20999"/>
            </a:xfrm>
            <a:custGeom>
              <a:avLst/>
              <a:gdLst/>
              <a:ahLst/>
              <a:cxnLst/>
              <a:rect l="l" t="t" r="r" b="b"/>
              <a:pathLst>
                <a:path w="6329" h="1211" extrusionOk="0">
                  <a:moveTo>
                    <a:pt x="6199" y="0"/>
                  </a:moveTo>
                  <a:cubicBezTo>
                    <a:pt x="6180" y="0"/>
                    <a:pt x="6161" y="4"/>
                    <a:pt x="6142" y="13"/>
                  </a:cubicBezTo>
                  <a:cubicBezTo>
                    <a:pt x="5676" y="216"/>
                    <a:pt x="5194" y="386"/>
                    <a:pt x="4699" y="520"/>
                  </a:cubicBezTo>
                  <a:cubicBezTo>
                    <a:pt x="4209" y="662"/>
                    <a:pt x="3702" y="759"/>
                    <a:pt x="3195" y="816"/>
                  </a:cubicBezTo>
                  <a:cubicBezTo>
                    <a:pt x="2838" y="861"/>
                    <a:pt x="2477" y="885"/>
                    <a:pt x="2116" y="885"/>
                  </a:cubicBezTo>
                  <a:cubicBezTo>
                    <a:pt x="1965" y="885"/>
                    <a:pt x="1814" y="881"/>
                    <a:pt x="1663" y="872"/>
                  </a:cubicBezTo>
                  <a:cubicBezTo>
                    <a:pt x="1152" y="860"/>
                    <a:pt x="637" y="804"/>
                    <a:pt x="135" y="714"/>
                  </a:cubicBezTo>
                  <a:cubicBezTo>
                    <a:pt x="128" y="713"/>
                    <a:pt x="121" y="713"/>
                    <a:pt x="115" y="713"/>
                  </a:cubicBezTo>
                  <a:cubicBezTo>
                    <a:pt x="70" y="713"/>
                    <a:pt x="31" y="737"/>
                    <a:pt x="13" y="779"/>
                  </a:cubicBezTo>
                  <a:cubicBezTo>
                    <a:pt x="1" y="832"/>
                    <a:pt x="33" y="889"/>
                    <a:pt x="90" y="901"/>
                  </a:cubicBezTo>
                  <a:cubicBezTo>
                    <a:pt x="593" y="1051"/>
                    <a:pt x="1116" y="1148"/>
                    <a:pt x="1643" y="1189"/>
                  </a:cubicBezTo>
                  <a:cubicBezTo>
                    <a:pt x="1860" y="1204"/>
                    <a:pt x="2077" y="1211"/>
                    <a:pt x="2294" y="1211"/>
                  </a:cubicBezTo>
                  <a:cubicBezTo>
                    <a:pt x="2608" y="1211"/>
                    <a:pt x="2922" y="1195"/>
                    <a:pt x="3236" y="1164"/>
                  </a:cubicBezTo>
                  <a:cubicBezTo>
                    <a:pt x="3763" y="1099"/>
                    <a:pt x="4282" y="994"/>
                    <a:pt x="4792" y="840"/>
                  </a:cubicBezTo>
                  <a:cubicBezTo>
                    <a:pt x="5295" y="682"/>
                    <a:pt x="5782" y="475"/>
                    <a:pt x="6244" y="216"/>
                  </a:cubicBezTo>
                  <a:cubicBezTo>
                    <a:pt x="6305" y="191"/>
                    <a:pt x="6329" y="122"/>
                    <a:pt x="6305" y="62"/>
                  </a:cubicBezTo>
                  <a:cubicBezTo>
                    <a:pt x="6285" y="22"/>
                    <a:pt x="6243" y="0"/>
                    <a:pt x="619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5377;p73"/>
            <p:cNvSpPr/>
            <p:nvPr/>
          </p:nvSpPr>
          <p:spPr>
            <a:xfrm>
              <a:off x="2426258" y="3367489"/>
              <a:ext cx="38044" cy="7508"/>
            </a:xfrm>
            <a:custGeom>
              <a:avLst/>
              <a:gdLst/>
              <a:ahLst/>
              <a:cxnLst/>
              <a:rect l="l" t="t" r="r" b="b"/>
              <a:pathLst>
                <a:path w="2194" h="433" extrusionOk="0">
                  <a:moveTo>
                    <a:pt x="2121" y="1"/>
                  </a:moveTo>
                  <a:lnTo>
                    <a:pt x="1602" y="29"/>
                  </a:lnTo>
                  <a:cubicBezTo>
                    <a:pt x="1428" y="49"/>
                    <a:pt x="1257" y="61"/>
                    <a:pt x="1083" y="70"/>
                  </a:cubicBezTo>
                  <a:lnTo>
                    <a:pt x="568" y="110"/>
                  </a:lnTo>
                  <a:lnTo>
                    <a:pt x="45" y="159"/>
                  </a:lnTo>
                  <a:cubicBezTo>
                    <a:pt x="25" y="159"/>
                    <a:pt x="9" y="187"/>
                    <a:pt x="5" y="244"/>
                  </a:cubicBezTo>
                  <a:cubicBezTo>
                    <a:pt x="1" y="297"/>
                    <a:pt x="13" y="345"/>
                    <a:pt x="33" y="349"/>
                  </a:cubicBezTo>
                  <a:cubicBezTo>
                    <a:pt x="212" y="386"/>
                    <a:pt x="386" y="410"/>
                    <a:pt x="568" y="418"/>
                  </a:cubicBezTo>
                  <a:cubicBezTo>
                    <a:pt x="687" y="426"/>
                    <a:pt x="806" y="432"/>
                    <a:pt x="922" y="432"/>
                  </a:cubicBezTo>
                  <a:cubicBezTo>
                    <a:pt x="985" y="432"/>
                    <a:pt x="1047" y="431"/>
                    <a:pt x="1107" y="426"/>
                  </a:cubicBezTo>
                  <a:cubicBezTo>
                    <a:pt x="1286" y="410"/>
                    <a:pt x="1464" y="386"/>
                    <a:pt x="1643" y="357"/>
                  </a:cubicBezTo>
                  <a:cubicBezTo>
                    <a:pt x="1821" y="329"/>
                    <a:pt x="1995" y="284"/>
                    <a:pt x="2170" y="224"/>
                  </a:cubicBezTo>
                  <a:cubicBezTo>
                    <a:pt x="2190" y="215"/>
                    <a:pt x="2194" y="171"/>
                    <a:pt x="2182" y="110"/>
                  </a:cubicBezTo>
                  <a:cubicBezTo>
                    <a:pt x="2174" y="49"/>
                    <a:pt x="2149" y="1"/>
                    <a:pt x="212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" name="Google Shape;5378;p73"/>
            <p:cNvSpPr/>
            <p:nvPr/>
          </p:nvSpPr>
          <p:spPr>
            <a:xfrm>
              <a:off x="2723258" y="2771271"/>
              <a:ext cx="219039" cy="840522"/>
            </a:xfrm>
            <a:custGeom>
              <a:avLst/>
              <a:gdLst/>
              <a:ahLst/>
              <a:cxnLst/>
              <a:rect l="l" t="t" r="r" b="b"/>
              <a:pathLst>
                <a:path w="12632" h="48473" extrusionOk="0">
                  <a:moveTo>
                    <a:pt x="12632" y="0"/>
                  </a:moveTo>
                  <a:cubicBezTo>
                    <a:pt x="10114" y="264"/>
                    <a:pt x="8160" y="1095"/>
                    <a:pt x="6628" y="2514"/>
                  </a:cubicBezTo>
                  <a:cubicBezTo>
                    <a:pt x="3973" y="4938"/>
                    <a:pt x="2566" y="9081"/>
                    <a:pt x="1662" y="14926"/>
                  </a:cubicBezTo>
                  <a:cubicBezTo>
                    <a:pt x="1123" y="18372"/>
                    <a:pt x="689" y="21745"/>
                    <a:pt x="430" y="25049"/>
                  </a:cubicBezTo>
                  <a:cubicBezTo>
                    <a:pt x="0" y="30566"/>
                    <a:pt x="49" y="35872"/>
                    <a:pt x="924" y="40899"/>
                  </a:cubicBezTo>
                  <a:cubicBezTo>
                    <a:pt x="2187" y="48103"/>
                    <a:pt x="5360" y="48472"/>
                    <a:pt x="5997" y="48472"/>
                  </a:cubicBezTo>
                  <a:cubicBezTo>
                    <a:pt x="6070" y="48472"/>
                    <a:pt x="6109" y="48468"/>
                    <a:pt x="6109" y="48468"/>
                  </a:cubicBezTo>
                  <a:cubicBezTo>
                    <a:pt x="6004" y="46234"/>
                    <a:pt x="6454" y="25381"/>
                    <a:pt x="7848" y="16374"/>
                  </a:cubicBezTo>
                  <a:cubicBezTo>
                    <a:pt x="9243" y="7370"/>
                    <a:pt x="12632" y="4"/>
                    <a:pt x="12632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" name="Google Shape;5379;p73"/>
            <p:cNvSpPr/>
            <p:nvPr/>
          </p:nvSpPr>
          <p:spPr>
            <a:xfrm>
              <a:off x="2716287" y="2765115"/>
              <a:ext cx="232547" cy="852781"/>
            </a:xfrm>
            <a:custGeom>
              <a:avLst/>
              <a:gdLst/>
              <a:ahLst/>
              <a:cxnLst/>
              <a:rect l="l" t="t" r="r" b="b"/>
              <a:pathLst>
                <a:path w="13411" h="49180" extrusionOk="0">
                  <a:moveTo>
                    <a:pt x="12454" y="789"/>
                  </a:moveTo>
                  <a:lnTo>
                    <a:pt x="12454" y="789"/>
                  </a:lnTo>
                  <a:cubicBezTo>
                    <a:pt x="11639" y="2702"/>
                    <a:pt x="9061" y="9160"/>
                    <a:pt x="7902" y="16680"/>
                  </a:cubicBezTo>
                  <a:cubicBezTo>
                    <a:pt x="6584" y="25160"/>
                    <a:pt x="6086" y="44748"/>
                    <a:pt x="6146" y="48450"/>
                  </a:cubicBezTo>
                  <a:cubicBezTo>
                    <a:pt x="5814" y="48405"/>
                    <a:pt x="5250" y="48247"/>
                    <a:pt x="4618" y="47728"/>
                  </a:cubicBezTo>
                  <a:cubicBezTo>
                    <a:pt x="3657" y="46946"/>
                    <a:pt x="2376" y="45178"/>
                    <a:pt x="1683" y="41193"/>
                  </a:cubicBezTo>
                  <a:cubicBezTo>
                    <a:pt x="876" y="36592"/>
                    <a:pt x="714" y="31436"/>
                    <a:pt x="1185" y="25432"/>
                  </a:cubicBezTo>
                  <a:cubicBezTo>
                    <a:pt x="1424" y="22412"/>
                    <a:pt x="1825" y="19108"/>
                    <a:pt x="2413" y="15330"/>
                  </a:cubicBezTo>
                  <a:cubicBezTo>
                    <a:pt x="3386" y="9075"/>
                    <a:pt x="4882" y="5309"/>
                    <a:pt x="7273" y="3128"/>
                  </a:cubicBezTo>
                  <a:cubicBezTo>
                    <a:pt x="8635" y="1871"/>
                    <a:pt x="10338" y="1101"/>
                    <a:pt x="12454" y="789"/>
                  </a:cubicBezTo>
                  <a:close/>
                  <a:moveTo>
                    <a:pt x="13031" y="1"/>
                  </a:moveTo>
                  <a:cubicBezTo>
                    <a:pt x="13020" y="1"/>
                    <a:pt x="13009" y="1"/>
                    <a:pt x="12997" y="3"/>
                  </a:cubicBezTo>
                  <a:cubicBezTo>
                    <a:pt x="10427" y="270"/>
                    <a:pt x="8396" y="1121"/>
                    <a:pt x="6791" y="2609"/>
                  </a:cubicBezTo>
                  <a:cubicBezTo>
                    <a:pt x="4278" y="4904"/>
                    <a:pt x="2705" y="8795"/>
                    <a:pt x="1712" y="15225"/>
                  </a:cubicBezTo>
                  <a:cubicBezTo>
                    <a:pt x="1120" y="19015"/>
                    <a:pt x="718" y="22335"/>
                    <a:pt x="475" y="25375"/>
                  </a:cubicBezTo>
                  <a:cubicBezTo>
                    <a:pt x="1" y="31440"/>
                    <a:pt x="167" y="36653"/>
                    <a:pt x="978" y="41315"/>
                  </a:cubicBezTo>
                  <a:cubicBezTo>
                    <a:pt x="2275" y="48729"/>
                    <a:pt x="5595" y="49179"/>
                    <a:pt x="6390" y="49179"/>
                  </a:cubicBezTo>
                  <a:lnTo>
                    <a:pt x="6556" y="49175"/>
                  </a:lnTo>
                  <a:cubicBezTo>
                    <a:pt x="6738" y="49151"/>
                    <a:pt x="6872" y="48989"/>
                    <a:pt x="6868" y="48806"/>
                  </a:cubicBezTo>
                  <a:cubicBezTo>
                    <a:pt x="6754" y="46411"/>
                    <a:pt x="7237" y="25594"/>
                    <a:pt x="8603" y="16785"/>
                  </a:cubicBezTo>
                  <a:cubicBezTo>
                    <a:pt x="9973" y="7940"/>
                    <a:pt x="13322" y="582"/>
                    <a:pt x="13358" y="505"/>
                  </a:cubicBezTo>
                  <a:cubicBezTo>
                    <a:pt x="13411" y="388"/>
                    <a:pt x="13395" y="254"/>
                    <a:pt x="13322" y="148"/>
                  </a:cubicBezTo>
                  <a:cubicBezTo>
                    <a:pt x="13255" y="56"/>
                    <a:pt x="13145" y="1"/>
                    <a:pt x="1303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" name="Google Shape;5380;p73"/>
            <p:cNvSpPr/>
            <p:nvPr/>
          </p:nvSpPr>
          <p:spPr>
            <a:xfrm>
              <a:off x="2723258" y="2771271"/>
              <a:ext cx="219039" cy="840522"/>
            </a:xfrm>
            <a:custGeom>
              <a:avLst/>
              <a:gdLst/>
              <a:ahLst/>
              <a:cxnLst/>
              <a:rect l="l" t="t" r="r" b="b"/>
              <a:pathLst>
                <a:path w="12632" h="48473" extrusionOk="0">
                  <a:moveTo>
                    <a:pt x="12632" y="0"/>
                  </a:moveTo>
                  <a:cubicBezTo>
                    <a:pt x="10114" y="264"/>
                    <a:pt x="8160" y="1095"/>
                    <a:pt x="6628" y="2514"/>
                  </a:cubicBezTo>
                  <a:cubicBezTo>
                    <a:pt x="6875" y="2574"/>
                    <a:pt x="7111" y="2684"/>
                    <a:pt x="7317" y="2834"/>
                  </a:cubicBezTo>
                  <a:cubicBezTo>
                    <a:pt x="7929" y="3284"/>
                    <a:pt x="8079" y="4172"/>
                    <a:pt x="7897" y="4913"/>
                  </a:cubicBezTo>
                  <a:cubicBezTo>
                    <a:pt x="7715" y="5651"/>
                    <a:pt x="7269" y="6296"/>
                    <a:pt x="6875" y="6948"/>
                  </a:cubicBezTo>
                  <a:cubicBezTo>
                    <a:pt x="4086" y="11562"/>
                    <a:pt x="3697" y="17168"/>
                    <a:pt x="3146" y="22531"/>
                  </a:cubicBezTo>
                  <a:cubicBezTo>
                    <a:pt x="3026" y="23731"/>
                    <a:pt x="2481" y="25273"/>
                    <a:pt x="1339" y="25273"/>
                  </a:cubicBezTo>
                  <a:cubicBezTo>
                    <a:pt x="1288" y="25273"/>
                    <a:pt x="1237" y="25270"/>
                    <a:pt x="1184" y="25264"/>
                  </a:cubicBezTo>
                  <a:cubicBezTo>
                    <a:pt x="924" y="25231"/>
                    <a:pt x="677" y="25122"/>
                    <a:pt x="430" y="25049"/>
                  </a:cubicBezTo>
                  <a:lnTo>
                    <a:pt x="430" y="25049"/>
                  </a:lnTo>
                  <a:cubicBezTo>
                    <a:pt x="0" y="30566"/>
                    <a:pt x="49" y="35872"/>
                    <a:pt x="924" y="40899"/>
                  </a:cubicBezTo>
                  <a:cubicBezTo>
                    <a:pt x="2187" y="48103"/>
                    <a:pt x="5360" y="48472"/>
                    <a:pt x="5997" y="48472"/>
                  </a:cubicBezTo>
                  <a:cubicBezTo>
                    <a:pt x="6070" y="48472"/>
                    <a:pt x="6109" y="48468"/>
                    <a:pt x="6109" y="48468"/>
                  </a:cubicBezTo>
                  <a:cubicBezTo>
                    <a:pt x="6004" y="46234"/>
                    <a:pt x="6454" y="25381"/>
                    <a:pt x="7848" y="16374"/>
                  </a:cubicBezTo>
                  <a:cubicBezTo>
                    <a:pt x="9243" y="7370"/>
                    <a:pt x="12632" y="4"/>
                    <a:pt x="12632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" name="Google Shape;5381;p73"/>
            <p:cNvSpPr/>
            <p:nvPr/>
          </p:nvSpPr>
          <p:spPr>
            <a:xfrm>
              <a:off x="2809074" y="2821054"/>
              <a:ext cx="67158" cy="296427"/>
            </a:xfrm>
            <a:custGeom>
              <a:avLst/>
              <a:gdLst/>
              <a:ahLst/>
              <a:cxnLst/>
              <a:rect l="l" t="t" r="r" b="b"/>
              <a:pathLst>
                <a:path w="3873" h="17095" extrusionOk="0">
                  <a:moveTo>
                    <a:pt x="3811" y="1"/>
                  </a:moveTo>
                  <a:cubicBezTo>
                    <a:pt x="3763" y="1"/>
                    <a:pt x="3679" y="80"/>
                    <a:pt x="3613" y="202"/>
                  </a:cubicBezTo>
                  <a:cubicBezTo>
                    <a:pt x="2891" y="1438"/>
                    <a:pt x="2287" y="2744"/>
                    <a:pt x="1813" y="4094"/>
                  </a:cubicBezTo>
                  <a:cubicBezTo>
                    <a:pt x="1343" y="5448"/>
                    <a:pt x="970" y="6834"/>
                    <a:pt x="694" y="8237"/>
                  </a:cubicBezTo>
                  <a:cubicBezTo>
                    <a:pt x="431" y="9643"/>
                    <a:pt x="244" y="11062"/>
                    <a:pt x="139" y="12489"/>
                  </a:cubicBezTo>
                  <a:cubicBezTo>
                    <a:pt x="29" y="13912"/>
                    <a:pt x="1" y="15343"/>
                    <a:pt x="29" y="16766"/>
                  </a:cubicBezTo>
                  <a:cubicBezTo>
                    <a:pt x="37" y="16940"/>
                    <a:pt x="78" y="17090"/>
                    <a:pt x="139" y="17094"/>
                  </a:cubicBezTo>
                  <a:cubicBezTo>
                    <a:pt x="140" y="17094"/>
                    <a:pt x="142" y="17095"/>
                    <a:pt x="144" y="17095"/>
                  </a:cubicBezTo>
                  <a:cubicBezTo>
                    <a:pt x="202" y="17095"/>
                    <a:pt x="252" y="16955"/>
                    <a:pt x="260" y="16766"/>
                  </a:cubicBezTo>
                  <a:cubicBezTo>
                    <a:pt x="281" y="15347"/>
                    <a:pt x="345" y="13928"/>
                    <a:pt x="467" y="12517"/>
                  </a:cubicBezTo>
                  <a:cubicBezTo>
                    <a:pt x="581" y="11103"/>
                    <a:pt x="771" y="9696"/>
                    <a:pt x="1039" y="8306"/>
                  </a:cubicBezTo>
                  <a:cubicBezTo>
                    <a:pt x="1298" y="6911"/>
                    <a:pt x="1655" y="5537"/>
                    <a:pt x="2109" y="4195"/>
                  </a:cubicBezTo>
                  <a:cubicBezTo>
                    <a:pt x="2555" y="2853"/>
                    <a:pt x="3114" y="1548"/>
                    <a:pt x="3779" y="299"/>
                  </a:cubicBezTo>
                  <a:cubicBezTo>
                    <a:pt x="3848" y="166"/>
                    <a:pt x="3872" y="44"/>
                    <a:pt x="3832" y="7"/>
                  </a:cubicBezTo>
                  <a:cubicBezTo>
                    <a:pt x="3826" y="3"/>
                    <a:pt x="3819" y="1"/>
                    <a:pt x="3811" y="1"/>
                  </a:cubicBezTo>
                  <a:close/>
                </a:path>
              </a:pathLst>
            </a:custGeom>
            <a:solidFill>
              <a:srgbClr val="4F1E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" name="Google Shape;5382;p73"/>
            <p:cNvSpPr/>
            <p:nvPr/>
          </p:nvSpPr>
          <p:spPr>
            <a:xfrm>
              <a:off x="2795722" y="3142520"/>
              <a:ext cx="15138" cy="51465"/>
            </a:xfrm>
            <a:custGeom>
              <a:avLst/>
              <a:gdLst/>
              <a:ahLst/>
              <a:cxnLst/>
              <a:rect l="l" t="t" r="r" b="b"/>
              <a:pathLst>
                <a:path w="873" h="2968" extrusionOk="0">
                  <a:moveTo>
                    <a:pt x="737" y="1"/>
                  </a:moveTo>
                  <a:cubicBezTo>
                    <a:pt x="726" y="1"/>
                    <a:pt x="717" y="4"/>
                    <a:pt x="710" y="11"/>
                  </a:cubicBezTo>
                  <a:cubicBezTo>
                    <a:pt x="532" y="201"/>
                    <a:pt x="382" y="420"/>
                    <a:pt x="272" y="655"/>
                  </a:cubicBezTo>
                  <a:cubicBezTo>
                    <a:pt x="167" y="894"/>
                    <a:pt x="90" y="1146"/>
                    <a:pt x="41" y="1405"/>
                  </a:cubicBezTo>
                  <a:cubicBezTo>
                    <a:pt x="5" y="1665"/>
                    <a:pt x="1" y="1928"/>
                    <a:pt x="25" y="2192"/>
                  </a:cubicBezTo>
                  <a:cubicBezTo>
                    <a:pt x="53" y="2451"/>
                    <a:pt x="126" y="2702"/>
                    <a:pt x="240" y="2941"/>
                  </a:cubicBezTo>
                  <a:cubicBezTo>
                    <a:pt x="248" y="2957"/>
                    <a:pt x="273" y="2968"/>
                    <a:pt x="305" y="2968"/>
                  </a:cubicBezTo>
                  <a:cubicBezTo>
                    <a:pt x="322" y="2968"/>
                    <a:pt x="341" y="2965"/>
                    <a:pt x="361" y="2958"/>
                  </a:cubicBezTo>
                  <a:cubicBezTo>
                    <a:pt x="414" y="2937"/>
                    <a:pt x="463" y="2897"/>
                    <a:pt x="451" y="2864"/>
                  </a:cubicBezTo>
                  <a:cubicBezTo>
                    <a:pt x="402" y="2633"/>
                    <a:pt x="370" y="2398"/>
                    <a:pt x="353" y="2159"/>
                  </a:cubicBezTo>
                  <a:cubicBezTo>
                    <a:pt x="341" y="1928"/>
                    <a:pt x="353" y="1693"/>
                    <a:pt x="390" y="1462"/>
                  </a:cubicBezTo>
                  <a:cubicBezTo>
                    <a:pt x="418" y="1227"/>
                    <a:pt x="475" y="996"/>
                    <a:pt x="564" y="777"/>
                  </a:cubicBezTo>
                  <a:cubicBezTo>
                    <a:pt x="641" y="554"/>
                    <a:pt x="742" y="335"/>
                    <a:pt x="860" y="128"/>
                  </a:cubicBezTo>
                  <a:cubicBezTo>
                    <a:pt x="872" y="108"/>
                    <a:pt x="856" y="71"/>
                    <a:pt x="815" y="39"/>
                  </a:cubicBezTo>
                  <a:cubicBezTo>
                    <a:pt x="788" y="14"/>
                    <a:pt x="759" y="1"/>
                    <a:pt x="737" y="1"/>
                  </a:cubicBezTo>
                  <a:close/>
                </a:path>
              </a:pathLst>
            </a:custGeom>
            <a:solidFill>
              <a:srgbClr val="4F1E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" name="Google Shape;5383;p73"/>
            <p:cNvSpPr/>
            <p:nvPr/>
          </p:nvSpPr>
          <p:spPr>
            <a:xfrm>
              <a:off x="2499433" y="3147896"/>
              <a:ext cx="396271" cy="447441"/>
            </a:xfrm>
            <a:custGeom>
              <a:avLst/>
              <a:gdLst/>
              <a:ahLst/>
              <a:cxnLst/>
              <a:rect l="l" t="t" r="r" b="b"/>
              <a:pathLst>
                <a:path w="22853" h="25804" extrusionOk="0">
                  <a:moveTo>
                    <a:pt x="20136" y="1"/>
                  </a:moveTo>
                  <a:cubicBezTo>
                    <a:pt x="20116" y="219"/>
                    <a:pt x="20087" y="548"/>
                    <a:pt x="20063" y="892"/>
                  </a:cubicBezTo>
                  <a:cubicBezTo>
                    <a:pt x="19986" y="1788"/>
                    <a:pt x="19500" y="2595"/>
                    <a:pt x="18746" y="3081"/>
                  </a:cubicBezTo>
                  <a:cubicBezTo>
                    <a:pt x="18105" y="3499"/>
                    <a:pt x="17347" y="3973"/>
                    <a:pt x="16824" y="4257"/>
                  </a:cubicBezTo>
                  <a:cubicBezTo>
                    <a:pt x="16707" y="4318"/>
                    <a:pt x="16601" y="4379"/>
                    <a:pt x="16508" y="4415"/>
                  </a:cubicBezTo>
                  <a:cubicBezTo>
                    <a:pt x="15969" y="4662"/>
                    <a:pt x="14813" y="5007"/>
                    <a:pt x="13990" y="5242"/>
                  </a:cubicBezTo>
                  <a:cubicBezTo>
                    <a:pt x="13921" y="5262"/>
                    <a:pt x="13851" y="5271"/>
                    <a:pt x="13783" y="5271"/>
                  </a:cubicBezTo>
                  <a:cubicBezTo>
                    <a:pt x="13376" y="5271"/>
                    <a:pt x="13023" y="4938"/>
                    <a:pt x="13034" y="4504"/>
                  </a:cubicBezTo>
                  <a:cubicBezTo>
                    <a:pt x="13038" y="4006"/>
                    <a:pt x="13074" y="3527"/>
                    <a:pt x="13074" y="3527"/>
                  </a:cubicBezTo>
                  <a:lnTo>
                    <a:pt x="13074" y="3527"/>
                  </a:lnTo>
                  <a:cubicBezTo>
                    <a:pt x="10447" y="4512"/>
                    <a:pt x="8793" y="7910"/>
                    <a:pt x="6596" y="9969"/>
                  </a:cubicBezTo>
                  <a:cubicBezTo>
                    <a:pt x="6308" y="10236"/>
                    <a:pt x="5996" y="10480"/>
                    <a:pt x="5664" y="10694"/>
                  </a:cubicBezTo>
                  <a:cubicBezTo>
                    <a:pt x="4849" y="11238"/>
                    <a:pt x="3860" y="11732"/>
                    <a:pt x="2895" y="12142"/>
                  </a:cubicBezTo>
                  <a:cubicBezTo>
                    <a:pt x="2251" y="12421"/>
                    <a:pt x="1622" y="12657"/>
                    <a:pt x="1059" y="12855"/>
                  </a:cubicBezTo>
                  <a:cubicBezTo>
                    <a:pt x="455" y="15348"/>
                    <a:pt x="49" y="18486"/>
                    <a:pt x="13" y="21895"/>
                  </a:cubicBezTo>
                  <a:cubicBezTo>
                    <a:pt x="1" y="23322"/>
                    <a:pt x="9" y="24615"/>
                    <a:pt x="33" y="25803"/>
                  </a:cubicBezTo>
                  <a:cubicBezTo>
                    <a:pt x="905" y="25600"/>
                    <a:pt x="2218" y="25276"/>
                    <a:pt x="3487" y="24895"/>
                  </a:cubicBezTo>
                  <a:cubicBezTo>
                    <a:pt x="4188" y="24684"/>
                    <a:pt x="4987" y="24538"/>
                    <a:pt x="5887" y="24413"/>
                  </a:cubicBezTo>
                  <a:cubicBezTo>
                    <a:pt x="7772" y="24161"/>
                    <a:pt x="10123" y="24036"/>
                    <a:pt x="13074" y="23760"/>
                  </a:cubicBezTo>
                  <a:cubicBezTo>
                    <a:pt x="17436" y="23355"/>
                    <a:pt x="20087" y="21401"/>
                    <a:pt x="21283" y="19325"/>
                  </a:cubicBezTo>
                  <a:cubicBezTo>
                    <a:pt x="22479" y="17254"/>
                    <a:pt x="21936" y="16200"/>
                    <a:pt x="21936" y="16200"/>
                  </a:cubicBezTo>
                  <a:cubicBezTo>
                    <a:pt x="22471" y="15563"/>
                    <a:pt x="22767" y="14756"/>
                    <a:pt x="22779" y="13925"/>
                  </a:cubicBezTo>
                  <a:cubicBezTo>
                    <a:pt x="22783" y="12543"/>
                    <a:pt x="21936" y="11566"/>
                    <a:pt x="21936" y="11566"/>
                  </a:cubicBezTo>
                  <a:cubicBezTo>
                    <a:pt x="21936" y="11566"/>
                    <a:pt x="22852" y="10585"/>
                    <a:pt x="22771" y="8680"/>
                  </a:cubicBezTo>
                  <a:cubicBezTo>
                    <a:pt x="22690" y="6774"/>
                    <a:pt x="21936" y="5960"/>
                    <a:pt x="21936" y="5960"/>
                  </a:cubicBezTo>
                  <a:cubicBezTo>
                    <a:pt x="21936" y="5960"/>
                    <a:pt x="22374" y="4415"/>
                    <a:pt x="21936" y="2291"/>
                  </a:cubicBezTo>
                  <a:cubicBezTo>
                    <a:pt x="21502" y="167"/>
                    <a:pt x="20136" y="1"/>
                    <a:pt x="20136" y="1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" name="Google Shape;5384;p73"/>
            <p:cNvSpPr/>
            <p:nvPr/>
          </p:nvSpPr>
          <p:spPr>
            <a:xfrm>
              <a:off x="2493260" y="3140942"/>
              <a:ext cx="408340" cy="462111"/>
            </a:xfrm>
            <a:custGeom>
              <a:avLst/>
              <a:gdLst/>
              <a:ahLst/>
              <a:cxnLst/>
              <a:rect l="l" t="t" r="r" b="b"/>
              <a:pathLst>
                <a:path w="23549" h="26650" extrusionOk="0">
                  <a:moveTo>
                    <a:pt x="20808" y="892"/>
                  </a:moveTo>
                  <a:cubicBezTo>
                    <a:pt x="21165" y="1095"/>
                    <a:pt x="21704" y="1585"/>
                    <a:pt x="21943" y="2761"/>
                  </a:cubicBezTo>
                  <a:cubicBezTo>
                    <a:pt x="22349" y="4763"/>
                    <a:pt x="21951" y="6247"/>
                    <a:pt x="21947" y="6263"/>
                  </a:cubicBezTo>
                  <a:lnTo>
                    <a:pt x="21903" y="6450"/>
                  </a:lnTo>
                  <a:lnTo>
                    <a:pt x="22028" y="6600"/>
                  </a:lnTo>
                  <a:cubicBezTo>
                    <a:pt x="22041" y="6604"/>
                    <a:pt x="22701" y="7374"/>
                    <a:pt x="22774" y="9097"/>
                  </a:cubicBezTo>
                  <a:cubicBezTo>
                    <a:pt x="22843" y="10820"/>
                    <a:pt x="22065" y="11687"/>
                    <a:pt x="22033" y="11720"/>
                  </a:cubicBezTo>
                  <a:lnTo>
                    <a:pt x="21818" y="11955"/>
                  </a:lnTo>
                  <a:lnTo>
                    <a:pt x="22024" y="12198"/>
                  </a:lnTo>
                  <a:cubicBezTo>
                    <a:pt x="22033" y="12210"/>
                    <a:pt x="22782" y="13110"/>
                    <a:pt x="22778" y="14322"/>
                  </a:cubicBezTo>
                  <a:cubicBezTo>
                    <a:pt x="22774" y="15530"/>
                    <a:pt x="22045" y="16341"/>
                    <a:pt x="22033" y="16357"/>
                  </a:cubicBezTo>
                  <a:lnTo>
                    <a:pt x="21862" y="16540"/>
                  </a:lnTo>
                  <a:lnTo>
                    <a:pt x="21976" y="16763"/>
                  </a:lnTo>
                  <a:cubicBezTo>
                    <a:pt x="21984" y="16775"/>
                    <a:pt x="22397" y="17695"/>
                    <a:pt x="21331" y="19552"/>
                  </a:cubicBezTo>
                  <a:cubicBezTo>
                    <a:pt x="19973" y="21915"/>
                    <a:pt x="17079" y="23468"/>
                    <a:pt x="13394" y="23808"/>
                  </a:cubicBezTo>
                  <a:cubicBezTo>
                    <a:pt x="12283" y="23914"/>
                    <a:pt x="11262" y="23995"/>
                    <a:pt x="10313" y="24072"/>
                  </a:cubicBezTo>
                  <a:cubicBezTo>
                    <a:pt x="8736" y="24197"/>
                    <a:pt x="7378" y="24303"/>
                    <a:pt x="6198" y="24465"/>
                  </a:cubicBezTo>
                  <a:cubicBezTo>
                    <a:pt x="5189" y="24599"/>
                    <a:pt x="4411" y="24753"/>
                    <a:pt x="3742" y="24955"/>
                  </a:cubicBezTo>
                  <a:cubicBezTo>
                    <a:pt x="2671" y="25280"/>
                    <a:pt x="1577" y="25559"/>
                    <a:pt x="738" y="25758"/>
                  </a:cubicBezTo>
                  <a:cubicBezTo>
                    <a:pt x="718" y="24692"/>
                    <a:pt x="718" y="23561"/>
                    <a:pt x="726" y="22304"/>
                  </a:cubicBezTo>
                  <a:cubicBezTo>
                    <a:pt x="762" y="19171"/>
                    <a:pt x="1103" y="16142"/>
                    <a:pt x="1719" y="13532"/>
                  </a:cubicBezTo>
                  <a:cubicBezTo>
                    <a:pt x="2311" y="13313"/>
                    <a:pt x="2874" y="13094"/>
                    <a:pt x="3385" y="12871"/>
                  </a:cubicBezTo>
                  <a:cubicBezTo>
                    <a:pt x="4524" y="12385"/>
                    <a:pt x="5477" y="11890"/>
                    <a:pt x="6219" y="11391"/>
                  </a:cubicBezTo>
                  <a:cubicBezTo>
                    <a:pt x="6563" y="11164"/>
                    <a:pt x="6892" y="10909"/>
                    <a:pt x="7191" y="10625"/>
                  </a:cubicBezTo>
                  <a:cubicBezTo>
                    <a:pt x="7998" y="9875"/>
                    <a:pt x="8732" y="8943"/>
                    <a:pt x="9441" y="8043"/>
                  </a:cubicBezTo>
                  <a:cubicBezTo>
                    <a:pt x="10544" y="6648"/>
                    <a:pt x="11679" y="5209"/>
                    <a:pt x="13045" y="4492"/>
                  </a:cubicBezTo>
                  <a:lnTo>
                    <a:pt x="13045" y="4492"/>
                  </a:lnTo>
                  <a:cubicBezTo>
                    <a:pt x="13037" y="4617"/>
                    <a:pt x="13033" y="4759"/>
                    <a:pt x="13033" y="4897"/>
                  </a:cubicBezTo>
                  <a:cubicBezTo>
                    <a:pt x="13025" y="5246"/>
                    <a:pt x="13183" y="5582"/>
                    <a:pt x="13459" y="5797"/>
                  </a:cubicBezTo>
                  <a:cubicBezTo>
                    <a:pt x="13655" y="5948"/>
                    <a:pt x="13893" y="6027"/>
                    <a:pt x="14136" y="6027"/>
                  </a:cubicBezTo>
                  <a:cubicBezTo>
                    <a:pt x="14239" y="6027"/>
                    <a:pt x="14342" y="6013"/>
                    <a:pt x="14444" y="5984"/>
                  </a:cubicBezTo>
                  <a:cubicBezTo>
                    <a:pt x="15307" y="5736"/>
                    <a:pt x="16454" y="5396"/>
                    <a:pt x="17010" y="5144"/>
                  </a:cubicBezTo>
                  <a:lnTo>
                    <a:pt x="17350" y="4966"/>
                  </a:lnTo>
                  <a:cubicBezTo>
                    <a:pt x="17971" y="4634"/>
                    <a:pt x="18834" y="4078"/>
                    <a:pt x="19292" y="3782"/>
                  </a:cubicBezTo>
                  <a:cubicBezTo>
                    <a:pt x="20135" y="3231"/>
                    <a:pt x="20679" y="2327"/>
                    <a:pt x="20772" y="1322"/>
                  </a:cubicBezTo>
                  <a:lnTo>
                    <a:pt x="20808" y="892"/>
                  </a:lnTo>
                  <a:close/>
                  <a:moveTo>
                    <a:pt x="20168" y="0"/>
                  </a:moveTo>
                  <a:lnTo>
                    <a:pt x="20062" y="1265"/>
                  </a:lnTo>
                  <a:cubicBezTo>
                    <a:pt x="19993" y="2047"/>
                    <a:pt x="19568" y="2753"/>
                    <a:pt x="18907" y="3182"/>
                  </a:cubicBezTo>
                  <a:cubicBezTo>
                    <a:pt x="18137" y="3685"/>
                    <a:pt x="17448" y="4107"/>
                    <a:pt x="17014" y="4346"/>
                  </a:cubicBezTo>
                  <a:lnTo>
                    <a:pt x="16718" y="4496"/>
                  </a:lnTo>
                  <a:cubicBezTo>
                    <a:pt x="16317" y="4678"/>
                    <a:pt x="15437" y="4962"/>
                    <a:pt x="14245" y="5303"/>
                  </a:cubicBezTo>
                  <a:cubicBezTo>
                    <a:pt x="14210" y="5313"/>
                    <a:pt x="14174" y="5318"/>
                    <a:pt x="14139" y="5318"/>
                  </a:cubicBezTo>
                  <a:cubicBezTo>
                    <a:pt x="14051" y="5318"/>
                    <a:pt x="13966" y="5287"/>
                    <a:pt x="13897" y="5230"/>
                  </a:cubicBezTo>
                  <a:cubicBezTo>
                    <a:pt x="13795" y="5153"/>
                    <a:pt x="13738" y="5035"/>
                    <a:pt x="13742" y="4913"/>
                  </a:cubicBezTo>
                  <a:cubicBezTo>
                    <a:pt x="13751" y="4427"/>
                    <a:pt x="13783" y="3961"/>
                    <a:pt x="13783" y="3953"/>
                  </a:cubicBezTo>
                  <a:lnTo>
                    <a:pt x="13819" y="3401"/>
                  </a:lnTo>
                  <a:lnTo>
                    <a:pt x="13305" y="3596"/>
                  </a:lnTo>
                  <a:cubicBezTo>
                    <a:pt x="11521" y="4265"/>
                    <a:pt x="10183" y="5959"/>
                    <a:pt x="8886" y="7601"/>
                  </a:cubicBezTo>
                  <a:cubicBezTo>
                    <a:pt x="8189" y="8485"/>
                    <a:pt x="7471" y="9397"/>
                    <a:pt x="6705" y="10110"/>
                  </a:cubicBezTo>
                  <a:cubicBezTo>
                    <a:pt x="6433" y="10366"/>
                    <a:pt x="6137" y="10597"/>
                    <a:pt x="5825" y="10800"/>
                  </a:cubicBezTo>
                  <a:cubicBezTo>
                    <a:pt x="5120" y="11270"/>
                    <a:pt x="4208" y="11752"/>
                    <a:pt x="3109" y="12218"/>
                  </a:cubicBezTo>
                  <a:cubicBezTo>
                    <a:pt x="2554" y="12458"/>
                    <a:pt x="1946" y="12697"/>
                    <a:pt x="1297" y="12924"/>
                  </a:cubicBezTo>
                  <a:lnTo>
                    <a:pt x="1115" y="12989"/>
                  </a:lnTo>
                  <a:lnTo>
                    <a:pt x="1070" y="13175"/>
                  </a:lnTo>
                  <a:cubicBezTo>
                    <a:pt x="418" y="15883"/>
                    <a:pt x="53" y="19033"/>
                    <a:pt x="16" y="22292"/>
                  </a:cubicBezTo>
                  <a:cubicBezTo>
                    <a:pt x="0" y="23735"/>
                    <a:pt x="8" y="25020"/>
                    <a:pt x="36" y="26216"/>
                  </a:cubicBezTo>
                  <a:lnTo>
                    <a:pt x="49" y="26650"/>
                  </a:lnTo>
                  <a:lnTo>
                    <a:pt x="470" y="26553"/>
                  </a:lnTo>
                  <a:cubicBezTo>
                    <a:pt x="1350" y="26346"/>
                    <a:pt x="2659" y="26022"/>
                    <a:pt x="3944" y="25641"/>
                  </a:cubicBezTo>
                  <a:cubicBezTo>
                    <a:pt x="4581" y="25450"/>
                    <a:pt x="5327" y="25296"/>
                    <a:pt x="6287" y="25170"/>
                  </a:cubicBezTo>
                  <a:cubicBezTo>
                    <a:pt x="7455" y="25012"/>
                    <a:pt x="8809" y="24903"/>
                    <a:pt x="10370" y="24781"/>
                  </a:cubicBezTo>
                  <a:cubicBezTo>
                    <a:pt x="11322" y="24704"/>
                    <a:pt x="12352" y="24619"/>
                    <a:pt x="13459" y="24518"/>
                  </a:cubicBezTo>
                  <a:cubicBezTo>
                    <a:pt x="17375" y="24153"/>
                    <a:pt x="20468" y="22475"/>
                    <a:pt x="21947" y="19904"/>
                  </a:cubicBezTo>
                  <a:cubicBezTo>
                    <a:pt x="22924" y="18202"/>
                    <a:pt x="22819" y="17123"/>
                    <a:pt x="22693" y="16674"/>
                  </a:cubicBezTo>
                  <a:cubicBezTo>
                    <a:pt x="23200" y="15997"/>
                    <a:pt x="23480" y="15174"/>
                    <a:pt x="23488" y="14326"/>
                  </a:cubicBezTo>
                  <a:cubicBezTo>
                    <a:pt x="23492" y="13220"/>
                    <a:pt x="23014" y="12364"/>
                    <a:pt x="22738" y="11971"/>
                  </a:cubicBezTo>
                  <a:cubicBezTo>
                    <a:pt x="23026" y="11545"/>
                    <a:pt x="23549" y="10637"/>
                    <a:pt x="23484" y="9073"/>
                  </a:cubicBezTo>
                  <a:cubicBezTo>
                    <a:pt x="23419" y="7508"/>
                    <a:pt x="22916" y="6616"/>
                    <a:pt x="22677" y="6276"/>
                  </a:cubicBezTo>
                  <a:cubicBezTo>
                    <a:pt x="22778" y="5797"/>
                    <a:pt x="23001" y="4411"/>
                    <a:pt x="22641" y="2623"/>
                  </a:cubicBezTo>
                  <a:cubicBezTo>
                    <a:pt x="22162" y="276"/>
                    <a:pt x="20602" y="57"/>
                    <a:pt x="20533" y="49"/>
                  </a:cubicBezTo>
                  <a:lnTo>
                    <a:pt x="20168" y="0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" name="Google Shape;5385;p73"/>
            <p:cNvSpPr/>
            <p:nvPr/>
          </p:nvSpPr>
          <p:spPr>
            <a:xfrm>
              <a:off x="2499433" y="3147896"/>
              <a:ext cx="396271" cy="447441"/>
            </a:xfrm>
            <a:custGeom>
              <a:avLst/>
              <a:gdLst/>
              <a:ahLst/>
              <a:cxnLst/>
              <a:rect l="l" t="t" r="r" b="b"/>
              <a:pathLst>
                <a:path w="22853" h="25804" extrusionOk="0">
                  <a:moveTo>
                    <a:pt x="20136" y="1"/>
                  </a:moveTo>
                  <a:cubicBezTo>
                    <a:pt x="20116" y="219"/>
                    <a:pt x="20087" y="548"/>
                    <a:pt x="20063" y="892"/>
                  </a:cubicBezTo>
                  <a:cubicBezTo>
                    <a:pt x="19986" y="1788"/>
                    <a:pt x="19500" y="2595"/>
                    <a:pt x="18746" y="3081"/>
                  </a:cubicBezTo>
                  <a:cubicBezTo>
                    <a:pt x="18105" y="3495"/>
                    <a:pt x="17347" y="3973"/>
                    <a:pt x="16824" y="4257"/>
                  </a:cubicBezTo>
                  <a:cubicBezTo>
                    <a:pt x="16585" y="6665"/>
                    <a:pt x="16617" y="9024"/>
                    <a:pt x="16171" y="11469"/>
                  </a:cubicBezTo>
                  <a:cubicBezTo>
                    <a:pt x="15726" y="13909"/>
                    <a:pt x="14716" y="16358"/>
                    <a:pt x="12795" y="17922"/>
                  </a:cubicBezTo>
                  <a:cubicBezTo>
                    <a:pt x="10561" y="19747"/>
                    <a:pt x="7500" y="20087"/>
                    <a:pt x="4630" y="20355"/>
                  </a:cubicBezTo>
                  <a:cubicBezTo>
                    <a:pt x="4415" y="20374"/>
                    <a:pt x="4190" y="20389"/>
                    <a:pt x="3965" y="20389"/>
                  </a:cubicBezTo>
                  <a:cubicBezTo>
                    <a:pt x="3300" y="20389"/>
                    <a:pt x="2643" y="20260"/>
                    <a:pt x="2279" y="19739"/>
                  </a:cubicBezTo>
                  <a:cubicBezTo>
                    <a:pt x="1055" y="17991"/>
                    <a:pt x="2315" y="14801"/>
                    <a:pt x="2895" y="12142"/>
                  </a:cubicBezTo>
                  <a:lnTo>
                    <a:pt x="2895" y="12142"/>
                  </a:lnTo>
                  <a:cubicBezTo>
                    <a:pt x="2251" y="12421"/>
                    <a:pt x="1622" y="12657"/>
                    <a:pt x="1059" y="12855"/>
                  </a:cubicBezTo>
                  <a:cubicBezTo>
                    <a:pt x="455" y="15348"/>
                    <a:pt x="49" y="18486"/>
                    <a:pt x="13" y="21895"/>
                  </a:cubicBezTo>
                  <a:cubicBezTo>
                    <a:pt x="1" y="23322"/>
                    <a:pt x="9" y="24615"/>
                    <a:pt x="33" y="25803"/>
                  </a:cubicBezTo>
                  <a:cubicBezTo>
                    <a:pt x="905" y="25600"/>
                    <a:pt x="2218" y="25276"/>
                    <a:pt x="3487" y="24895"/>
                  </a:cubicBezTo>
                  <a:cubicBezTo>
                    <a:pt x="4188" y="24684"/>
                    <a:pt x="4987" y="24538"/>
                    <a:pt x="5887" y="24413"/>
                  </a:cubicBezTo>
                  <a:cubicBezTo>
                    <a:pt x="7772" y="24161"/>
                    <a:pt x="10123" y="24036"/>
                    <a:pt x="13074" y="23760"/>
                  </a:cubicBezTo>
                  <a:cubicBezTo>
                    <a:pt x="17436" y="23355"/>
                    <a:pt x="20087" y="21401"/>
                    <a:pt x="21283" y="19325"/>
                  </a:cubicBezTo>
                  <a:cubicBezTo>
                    <a:pt x="22479" y="17254"/>
                    <a:pt x="21936" y="16200"/>
                    <a:pt x="21936" y="16200"/>
                  </a:cubicBezTo>
                  <a:cubicBezTo>
                    <a:pt x="22471" y="15563"/>
                    <a:pt x="22767" y="14756"/>
                    <a:pt x="22779" y="13925"/>
                  </a:cubicBezTo>
                  <a:cubicBezTo>
                    <a:pt x="22783" y="12543"/>
                    <a:pt x="21936" y="11566"/>
                    <a:pt x="21936" y="11566"/>
                  </a:cubicBezTo>
                  <a:cubicBezTo>
                    <a:pt x="21936" y="11566"/>
                    <a:pt x="22852" y="10585"/>
                    <a:pt x="22771" y="8680"/>
                  </a:cubicBezTo>
                  <a:cubicBezTo>
                    <a:pt x="22690" y="6774"/>
                    <a:pt x="21936" y="5960"/>
                    <a:pt x="21936" y="5960"/>
                  </a:cubicBezTo>
                  <a:cubicBezTo>
                    <a:pt x="21936" y="5960"/>
                    <a:pt x="22374" y="4415"/>
                    <a:pt x="21936" y="2291"/>
                  </a:cubicBezTo>
                  <a:cubicBezTo>
                    <a:pt x="21502" y="167"/>
                    <a:pt x="20136" y="1"/>
                    <a:pt x="20136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" name="Google Shape;5386;p73"/>
            <p:cNvSpPr/>
            <p:nvPr/>
          </p:nvSpPr>
          <p:spPr>
            <a:xfrm>
              <a:off x="2657661" y="3495320"/>
              <a:ext cx="145535" cy="29946"/>
            </a:xfrm>
            <a:custGeom>
              <a:avLst/>
              <a:gdLst/>
              <a:ahLst/>
              <a:cxnLst/>
              <a:rect l="l" t="t" r="r" b="b"/>
              <a:pathLst>
                <a:path w="8393" h="1727" extrusionOk="0">
                  <a:moveTo>
                    <a:pt x="8262" y="1"/>
                  </a:moveTo>
                  <a:cubicBezTo>
                    <a:pt x="8228" y="1"/>
                    <a:pt x="8190" y="11"/>
                    <a:pt x="8153" y="31"/>
                  </a:cubicBezTo>
                  <a:cubicBezTo>
                    <a:pt x="7573" y="388"/>
                    <a:pt x="6945" y="667"/>
                    <a:pt x="6296" y="866"/>
                  </a:cubicBezTo>
                  <a:cubicBezTo>
                    <a:pt x="5640" y="1069"/>
                    <a:pt x="4967" y="1202"/>
                    <a:pt x="4290" y="1279"/>
                  </a:cubicBezTo>
                  <a:cubicBezTo>
                    <a:pt x="3605" y="1361"/>
                    <a:pt x="2916" y="1405"/>
                    <a:pt x="2226" y="1409"/>
                  </a:cubicBezTo>
                  <a:cubicBezTo>
                    <a:pt x="1767" y="1420"/>
                    <a:pt x="1306" y="1422"/>
                    <a:pt x="843" y="1422"/>
                  </a:cubicBezTo>
                  <a:cubicBezTo>
                    <a:pt x="611" y="1422"/>
                    <a:pt x="379" y="1421"/>
                    <a:pt x="147" y="1421"/>
                  </a:cubicBezTo>
                  <a:cubicBezTo>
                    <a:pt x="74" y="1421"/>
                    <a:pt x="13" y="1454"/>
                    <a:pt x="5" y="1506"/>
                  </a:cubicBezTo>
                  <a:cubicBezTo>
                    <a:pt x="1" y="1555"/>
                    <a:pt x="58" y="1608"/>
                    <a:pt x="139" y="1612"/>
                  </a:cubicBezTo>
                  <a:cubicBezTo>
                    <a:pt x="832" y="1669"/>
                    <a:pt x="1525" y="1713"/>
                    <a:pt x="2226" y="1725"/>
                  </a:cubicBezTo>
                  <a:cubicBezTo>
                    <a:pt x="2297" y="1726"/>
                    <a:pt x="2367" y="1727"/>
                    <a:pt x="2437" y="1727"/>
                  </a:cubicBezTo>
                  <a:cubicBezTo>
                    <a:pt x="3068" y="1727"/>
                    <a:pt x="3699" y="1694"/>
                    <a:pt x="4330" y="1628"/>
                  </a:cubicBezTo>
                  <a:cubicBezTo>
                    <a:pt x="5032" y="1547"/>
                    <a:pt x="5725" y="1397"/>
                    <a:pt x="6398" y="1182"/>
                  </a:cubicBezTo>
                  <a:cubicBezTo>
                    <a:pt x="7067" y="959"/>
                    <a:pt x="7703" y="635"/>
                    <a:pt x="8283" y="225"/>
                  </a:cubicBezTo>
                  <a:cubicBezTo>
                    <a:pt x="8352" y="173"/>
                    <a:pt x="8392" y="104"/>
                    <a:pt x="8356" y="47"/>
                  </a:cubicBezTo>
                  <a:cubicBezTo>
                    <a:pt x="8338" y="16"/>
                    <a:pt x="8303" y="1"/>
                    <a:pt x="826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" name="Google Shape;5387;p73"/>
            <p:cNvSpPr/>
            <p:nvPr/>
          </p:nvSpPr>
          <p:spPr>
            <a:xfrm>
              <a:off x="2685717" y="3466761"/>
              <a:ext cx="106502" cy="26946"/>
            </a:xfrm>
            <a:custGeom>
              <a:avLst/>
              <a:gdLst/>
              <a:ahLst/>
              <a:cxnLst/>
              <a:rect l="l" t="t" r="r" b="b"/>
              <a:pathLst>
                <a:path w="6142" h="1554" extrusionOk="0">
                  <a:moveTo>
                    <a:pt x="6013" y="0"/>
                  </a:moveTo>
                  <a:cubicBezTo>
                    <a:pt x="5993" y="0"/>
                    <a:pt x="5974" y="5"/>
                    <a:pt x="5955" y="16"/>
                  </a:cubicBezTo>
                  <a:cubicBezTo>
                    <a:pt x="5505" y="247"/>
                    <a:pt x="5043" y="446"/>
                    <a:pt x="4569" y="620"/>
                  </a:cubicBezTo>
                  <a:cubicBezTo>
                    <a:pt x="4099" y="794"/>
                    <a:pt x="3616" y="932"/>
                    <a:pt x="3122" y="1029"/>
                  </a:cubicBezTo>
                  <a:cubicBezTo>
                    <a:pt x="2631" y="1143"/>
                    <a:pt x="2133" y="1212"/>
                    <a:pt x="1630" y="1236"/>
                  </a:cubicBezTo>
                  <a:cubicBezTo>
                    <a:pt x="1363" y="1255"/>
                    <a:pt x="1095" y="1264"/>
                    <a:pt x="826" y="1264"/>
                  </a:cubicBezTo>
                  <a:cubicBezTo>
                    <a:pt x="590" y="1264"/>
                    <a:pt x="354" y="1257"/>
                    <a:pt x="118" y="1244"/>
                  </a:cubicBezTo>
                  <a:cubicBezTo>
                    <a:pt x="115" y="1244"/>
                    <a:pt x="111" y="1244"/>
                    <a:pt x="108" y="1244"/>
                  </a:cubicBezTo>
                  <a:cubicBezTo>
                    <a:pt x="60" y="1244"/>
                    <a:pt x="20" y="1272"/>
                    <a:pt x="8" y="1317"/>
                  </a:cubicBezTo>
                  <a:cubicBezTo>
                    <a:pt x="0" y="1374"/>
                    <a:pt x="41" y="1423"/>
                    <a:pt x="98" y="1431"/>
                  </a:cubicBezTo>
                  <a:cubicBezTo>
                    <a:pt x="562" y="1512"/>
                    <a:pt x="1037" y="1553"/>
                    <a:pt x="1512" y="1553"/>
                  </a:cubicBezTo>
                  <a:cubicBezTo>
                    <a:pt x="1556" y="1553"/>
                    <a:pt x="1599" y="1553"/>
                    <a:pt x="1642" y="1552"/>
                  </a:cubicBezTo>
                  <a:cubicBezTo>
                    <a:pt x="2161" y="1536"/>
                    <a:pt x="2680" y="1479"/>
                    <a:pt x="3191" y="1378"/>
                  </a:cubicBezTo>
                  <a:cubicBezTo>
                    <a:pt x="3702" y="1268"/>
                    <a:pt x="4200" y="1118"/>
                    <a:pt x="4687" y="928"/>
                  </a:cubicBezTo>
                  <a:cubicBezTo>
                    <a:pt x="5169" y="733"/>
                    <a:pt x="5631" y="494"/>
                    <a:pt x="6065" y="210"/>
                  </a:cubicBezTo>
                  <a:cubicBezTo>
                    <a:pt x="6118" y="182"/>
                    <a:pt x="6142" y="117"/>
                    <a:pt x="6118" y="60"/>
                  </a:cubicBezTo>
                  <a:cubicBezTo>
                    <a:pt x="6093" y="22"/>
                    <a:pt x="6053" y="0"/>
                    <a:pt x="601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" name="Google Shape;5388;p73"/>
            <p:cNvSpPr/>
            <p:nvPr/>
          </p:nvSpPr>
          <p:spPr>
            <a:xfrm>
              <a:off x="2753412" y="3429948"/>
              <a:ext cx="45847" cy="23756"/>
            </a:xfrm>
            <a:custGeom>
              <a:avLst/>
              <a:gdLst/>
              <a:ahLst/>
              <a:cxnLst/>
              <a:rect l="l" t="t" r="r" b="b"/>
              <a:pathLst>
                <a:path w="2644" h="1370" extrusionOk="0">
                  <a:moveTo>
                    <a:pt x="2526" y="0"/>
                  </a:moveTo>
                  <a:cubicBezTo>
                    <a:pt x="2522" y="0"/>
                    <a:pt x="2517" y="1"/>
                    <a:pt x="2514" y="2"/>
                  </a:cubicBezTo>
                  <a:cubicBezTo>
                    <a:pt x="2299" y="75"/>
                    <a:pt x="2080" y="157"/>
                    <a:pt x="1869" y="250"/>
                  </a:cubicBezTo>
                  <a:lnTo>
                    <a:pt x="1241" y="534"/>
                  </a:lnTo>
                  <a:lnTo>
                    <a:pt x="624" y="846"/>
                  </a:lnTo>
                  <a:cubicBezTo>
                    <a:pt x="418" y="951"/>
                    <a:pt x="219" y="1069"/>
                    <a:pt x="25" y="1198"/>
                  </a:cubicBezTo>
                  <a:cubicBezTo>
                    <a:pt x="4" y="1206"/>
                    <a:pt x="0" y="1251"/>
                    <a:pt x="20" y="1296"/>
                  </a:cubicBezTo>
                  <a:cubicBezTo>
                    <a:pt x="39" y="1339"/>
                    <a:pt x="73" y="1370"/>
                    <a:pt x="95" y="1370"/>
                  </a:cubicBezTo>
                  <a:cubicBezTo>
                    <a:pt x="97" y="1370"/>
                    <a:pt x="99" y="1369"/>
                    <a:pt x="102" y="1369"/>
                  </a:cubicBezTo>
                  <a:cubicBezTo>
                    <a:pt x="325" y="1300"/>
                    <a:pt x="543" y="1215"/>
                    <a:pt x="758" y="1129"/>
                  </a:cubicBezTo>
                  <a:lnTo>
                    <a:pt x="1391" y="850"/>
                  </a:lnTo>
                  <a:lnTo>
                    <a:pt x="2007" y="546"/>
                  </a:lnTo>
                  <a:cubicBezTo>
                    <a:pt x="2218" y="440"/>
                    <a:pt x="2412" y="331"/>
                    <a:pt x="2611" y="209"/>
                  </a:cubicBezTo>
                  <a:cubicBezTo>
                    <a:pt x="2635" y="193"/>
                    <a:pt x="2643" y="140"/>
                    <a:pt x="2615" y="88"/>
                  </a:cubicBezTo>
                  <a:cubicBezTo>
                    <a:pt x="2594" y="38"/>
                    <a:pt x="2556" y="0"/>
                    <a:pt x="252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" name="Google Shape;5389;p73"/>
            <p:cNvSpPr/>
            <p:nvPr/>
          </p:nvSpPr>
          <p:spPr>
            <a:xfrm>
              <a:off x="2535778" y="3539294"/>
              <a:ext cx="94555" cy="23253"/>
            </a:xfrm>
            <a:custGeom>
              <a:avLst/>
              <a:gdLst/>
              <a:ahLst/>
              <a:cxnLst/>
              <a:rect l="l" t="t" r="r" b="b"/>
              <a:pathLst>
                <a:path w="5453" h="1341" extrusionOk="0">
                  <a:moveTo>
                    <a:pt x="3985" y="0"/>
                  </a:moveTo>
                  <a:cubicBezTo>
                    <a:pt x="3519" y="4"/>
                    <a:pt x="3057" y="45"/>
                    <a:pt x="2603" y="126"/>
                  </a:cubicBezTo>
                  <a:cubicBezTo>
                    <a:pt x="2149" y="215"/>
                    <a:pt x="1703" y="349"/>
                    <a:pt x="1273" y="515"/>
                  </a:cubicBezTo>
                  <a:cubicBezTo>
                    <a:pt x="844" y="689"/>
                    <a:pt x="434" y="908"/>
                    <a:pt x="53" y="1168"/>
                  </a:cubicBezTo>
                  <a:cubicBezTo>
                    <a:pt x="13" y="1196"/>
                    <a:pt x="1" y="1249"/>
                    <a:pt x="21" y="1289"/>
                  </a:cubicBezTo>
                  <a:cubicBezTo>
                    <a:pt x="40" y="1323"/>
                    <a:pt x="74" y="1341"/>
                    <a:pt x="108" y="1341"/>
                  </a:cubicBezTo>
                  <a:cubicBezTo>
                    <a:pt x="124" y="1341"/>
                    <a:pt x="140" y="1337"/>
                    <a:pt x="155" y="1330"/>
                  </a:cubicBezTo>
                  <a:cubicBezTo>
                    <a:pt x="552" y="1131"/>
                    <a:pt x="961" y="957"/>
                    <a:pt x="1379" y="811"/>
                  </a:cubicBezTo>
                  <a:cubicBezTo>
                    <a:pt x="1796" y="661"/>
                    <a:pt x="2230" y="547"/>
                    <a:pt x="2668" y="474"/>
                  </a:cubicBezTo>
                  <a:cubicBezTo>
                    <a:pt x="3102" y="385"/>
                    <a:pt x="3544" y="341"/>
                    <a:pt x="3990" y="333"/>
                  </a:cubicBezTo>
                  <a:cubicBezTo>
                    <a:pt x="4099" y="329"/>
                    <a:pt x="4209" y="327"/>
                    <a:pt x="4319" y="327"/>
                  </a:cubicBezTo>
                  <a:cubicBezTo>
                    <a:pt x="4655" y="327"/>
                    <a:pt x="4990" y="346"/>
                    <a:pt x="5323" y="385"/>
                  </a:cubicBezTo>
                  <a:cubicBezTo>
                    <a:pt x="5380" y="385"/>
                    <a:pt x="5429" y="349"/>
                    <a:pt x="5441" y="292"/>
                  </a:cubicBezTo>
                  <a:cubicBezTo>
                    <a:pt x="5453" y="231"/>
                    <a:pt x="5416" y="174"/>
                    <a:pt x="5360" y="162"/>
                  </a:cubicBezTo>
                  <a:cubicBezTo>
                    <a:pt x="4906" y="57"/>
                    <a:pt x="4448" y="0"/>
                    <a:pt x="398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" name="Google Shape;5390;p73"/>
            <p:cNvSpPr/>
            <p:nvPr/>
          </p:nvSpPr>
          <p:spPr>
            <a:xfrm>
              <a:off x="2789462" y="2690328"/>
              <a:ext cx="1096668" cy="1550387"/>
            </a:xfrm>
            <a:custGeom>
              <a:avLst/>
              <a:gdLst/>
              <a:ahLst/>
              <a:cxnLst/>
              <a:rect l="l" t="t" r="r" b="b"/>
              <a:pathLst>
                <a:path w="63245" h="89411" extrusionOk="0">
                  <a:moveTo>
                    <a:pt x="29877" y="1"/>
                  </a:moveTo>
                  <a:cubicBezTo>
                    <a:pt x="21249" y="1"/>
                    <a:pt x="14014" y="1807"/>
                    <a:pt x="10484" y="4344"/>
                  </a:cubicBezTo>
                  <a:cubicBezTo>
                    <a:pt x="8757" y="5588"/>
                    <a:pt x="7371" y="7465"/>
                    <a:pt x="6260" y="9735"/>
                  </a:cubicBezTo>
                  <a:cubicBezTo>
                    <a:pt x="3978" y="14414"/>
                    <a:pt x="2851" y="20770"/>
                    <a:pt x="2247" y="26798"/>
                  </a:cubicBezTo>
                  <a:cubicBezTo>
                    <a:pt x="1351" y="35757"/>
                    <a:pt x="2162" y="47853"/>
                    <a:pt x="1707" y="56002"/>
                  </a:cubicBezTo>
                  <a:cubicBezTo>
                    <a:pt x="1258" y="64150"/>
                    <a:pt x="1614" y="74896"/>
                    <a:pt x="1797" y="75525"/>
                  </a:cubicBezTo>
                  <a:cubicBezTo>
                    <a:pt x="1979" y="76153"/>
                    <a:pt x="1" y="80097"/>
                    <a:pt x="1797" y="82335"/>
                  </a:cubicBezTo>
                  <a:cubicBezTo>
                    <a:pt x="3588" y="84577"/>
                    <a:pt x="12458" y="89324"/>
                    <a:pt x="25443" y="89409"/>
                  </a:cubicBezTo>
                  <a:cubicBezTo>
                    <a:pt x="25579" y="89410"/>
                    <a:pt x="25715" y="89411"/>
                    <a:pt x="25853" y="89411"/>
                  </a:cubicBezTo>
                  <a:cubicBezTo>
                    <a:pt x="33566" y="89411"/>
                    <a:pt x="43646" y="87860"/>
                    <a:pt x="50820" y="86223"/>
                  </a:cubicBezTo>
                  <a:cubicBezTo>
                    <a:pt x="55733" y="85108"/>
                    <a:pt x="59272" y="83953"/>
                    <a:pt x="59746" y="83231"/>
                  </a:cubicBezTo>
                  <a:cubicBezTo>
                    <a:pt x="60824" y="81565"/>
                    <a:pt x="60605" y="80604"/>
                    <a:pt x="60439" y="75525"/>
                  </a:cubicBezTo>
                  <a:cubicBezTo>
                    <a:pt x="60423" y="75136"/>
                    <a:pt x="60403" y="74714"/>
                    <a:pt x="60378" y="74272"/>
                  </a:cubicBezTo>
                  <a:cubicBezTo>
                    <a:pt x="60018" y="68098"/>
                    <a:pt x="62527" y="60120"/>
                    <a:pt x="62888" y="47403"/>
                  </a:cubicBezTo>
                  <a:cubicBezTo>
                    <a:pt x="63245" y="34679"/>
                    <a:pt x="62349" y="18289"/>
                    <a:pt x="57691" y="11507"/>
                  </a:cubicBezTo>
                  <a:cubicBezTo>
                    <a:pt x="53037" y="4721"/>
                    <a:pt x="47954" y="2451"/>
                    <a:pt x="43539" y="1482"/>
                  </a:cubicBezTo>
                  <a:cubicBezTo>
                    <a:pt x="38829" y="450"/>
                    <a:pt x="34180" y="1"/>
                    <a:pt x="29877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" name="Google Shape;5391;p73"/>
            <p:cNvSpPr/>
            <p:nvPr/>
          </p:nvSpPr>
          <p:spPr>
            <a:xfrm>
              <a:off x="2791439" y="2683860"/>
              <a:ext cx="1098628" cy="1563080"/>
            </a:xfrm>
            <a:custGeom>
              <a:avLst/>
              <a:gdLst/>
              <a:ahLst/>
              <a:cxnLst/>
              <a:rect l="l" t="t" r="r" b="b"/>
              <a:pathLst>
                <a:path w="63358" h="90143" extrusionOk="0">
                  <a:moveTo>
                    <a:pt x="29565" y="777"/>
                  </a:moveTo>
                  <a:cubicBezTo>
                    <a:pt x="34316" y="777"/>
                    <a:pt x="39152" y="1283"/>
                    <a:pt x="43348" y="2195"/>
                  </a:cubicBezTo>
                  <a:cubicBezTo>
                    <a:pt x="46968" y="2990"/>
                    <a:pt x="52343" y="4875"/>
                    <a:pt x="57285" y="12071"/>
                  </a:cubicBezTo>
                  <a:cubicBezTo>
                    <a:pt x="59056" y="14657"/>
                    <a:pt x="63106" y="23304"/>
                    <a:pt x="62417" y="47760"/>
                  </a:cubicBezTo>
                  <a:cubicBezTo>
                    <a:pt x="62231" y="54364"/>
                    <a:pt x="61448" y="59784"/>
                    <a:pt x="60820" y="64142"/>
                  </a:cubicBezTo>
                  <a:cubicBezTo>
                    <a:pt x="60212" y="68350"/>
                    <a:pt x="59737" y="71662"/>
                    <a:pt x="59908" y="74661"/>
                  </a:cubicBezTo>
                  <a:cubicBezTo>
                    <a:pt x="59936" y="75103"/>
                    <a:pt x="59956" y="75521"/>
                    <a:pt x="59964" y="75910"/>
                  </a:cubicBezTo>
                  <a:cubicBezTo>
                    <a:pt x="59989" y="76595"/>
                    <a:pt x="60017" y="77207"/>
                    <a:pt x="60037" y="77754"/>
                  </a:cubicBezTo>
                  <a:cubicBezTo>
                    <a:pt x="60171" y="81233"/>
                    <a:pt x="60204" y="82060"/>
                    <a:pt x="59332" y="83409"/>
                  </a:cubicBezTo>
                  <a:cubicBezTo>
                    <a:pt x="59012" y="83896"/>
                    <a:pt x="56154" y="84990"/>
                    <a:pt x="50624" y="86247"/>
                  </a:cubicBezTo>
                  <a:cubicBezTo>
                    <a:pt x="44146" y="87727"/>
                    <a:pt x="33793" y="89429"/>
                    <a:pt x="25714" y="89429"/>
                  </a:cubicBezTo>
                  <a:lnTo>
                    <a:pt x="25337" y="89429"/>
                  </a:lnTo>
                  <a:cubicBezTo>
                    <a:pt x="12831" y="89344"/>
                    <a:pt x="3803" y="84792"/>
                    <a:pt x="1958" y="82485"/>
                  </a:cubicBezTo>
                  <a:cubicBezTo>
                    <a:pt x="779" y="81006"/>
                    <a:pt x="1423" y="78606"/>
                    <a:pt x="1808" y="77171"/>
                  </a:cubicBezTo>
                  <a:cubicBezTo>
                    <a:pt x="2011" y="76404"/>
                    <a:pt x="2096" y="76060"/>
                    <a:pt x="2027" y="75809"/>
                  </a:cubicBezTo>
                  <a:cubicBezTo>
                    <a:pt x="1857" y="75140"/>
                    <a:pt x="1504" y="64446"/>
                    <a:pt x="1950" y="56395"/>
                  </a:cubicBezTo>
                  <a:cubicBezTo>
                    <a:pt x="2137" y="52945"/>
                    <a:pt x="2100" y="48839"/>
                    <a:pt x="2064" y="44485"/>
                  </a:cubicBezTo>
                  <a:cubicBezTo>
                    <a:pt x="2019" y="38534"/>
                    <a:pt x="1970" y="32372"/>
                    <a:pt x="2481" y="27207"/>
                  </a:cubicBezTo>
                  <a:cubicBezTo>
                    <a:pt x="3227" y="19773"/>
                    <a:pt x="4528" y="14231"/>
                    <a:pt x="6466" y="10267"/>
                  </a:cubicBezTo>
                  <a:cubicBezTo>
                    <a:pt x="7613" y="7911"/>
                    <a:pt x="9004" y="6144"/>
                    <a:pt x="10581" y="5009"/>
                  </a:cubicBezTo>
                  <a:cubicBezTo>
                    <a:pt x="14675" y="2066"/>
                    <a:pt x="22000" y="777"/>
                    <a:pt x="29565" y="777"/>
                  </a:cubicBezTo>
                  <a:close/>
                  <a:moveTo>
                    <a:pt x="29705" y="0"/>
                  </a:moveTo>
                  <a:cubicBezTo>
                    <a:pt x="20930" y="0"/>
                    <a:pt x="13703" y="1882"/>
                    <a:pt x="10163" y="4429"/>
                  </a:cubicBezTo>
                  <a:cubicBezTo>
                    <a:pt x="8489" y="5637"/>
                    <a:pt x="7030" y="7494"/>
                    <a:pt x="5826" y="9958"/>
                  </a:cubicBezTo>
                  <a:cubicBezTo>
                    <a:pt x="3856" y="13996"/>
                    <a:pt x="2530" y="19615"/>
                    <a:pt x="1776" y="27134"/>
                  </a:cubicBezTo>
                  <a:cubicBezTo>
                    <a:pt x="1253" y="32336"/>
                    <a:pt x="1306" y="38518"/>
                    <a:pt x="1354" y="44497"/>
                  </a:cubicBezTo>
                  <a:cubicBezTo>
                    <a:pt x="1391" y="48835"/>
                    <a:pt x="1427" y="52929"/>
                    <a:pt x="1241" y="56354"/>
                  </a:cubicBezTo>
                  <a:cubicBezTo>
                    <a:pt x="803" y="64300"/>
                    <a:pt x="1131" y="75261"/>
                    <a:pt x="1334" y="75987"/>
                  </a:cubicBezTo>
                  <a:cubicBezTo>
                    <a:pt x="1358" y="76113"/>
                    <a:pt x="1225" y="76599"/>
                    <a:pt x="1119" y="76984"/>
                  </a:cubicBezTo>
                  <a:cubicBezTo>
                    <a:pt x="698" y="78549"/>
                    <a:pt x="0" y="81168"/>
                    <a:pt x="1403" y="82927"/>
                  </a:cubicBezTo>
                  <a:cubicBezTo>
                    <a:pt x="3385" y="85400"/>
                    <a:pt x="12429" y="90050"/>
                    <a:pt x="25325" y="90143"/>
                  </a:cubicBezTo>
                  <a:lnTo>
                    <a:pt x="25714" y="90143"/>
                  </a:lnTo>
                  <a:cubicBezTo>
                    <a:pt x="33854" y="90143"/>
                    <a:pt x="44268" y="88432"/>
                    <a:pt x="50783" y="86944"/>
                  </a:cubicBezTo>
                  <a:cubicBezTo>
                    <a:pt x="53896" y="86235"/>
                    <a:pt x="59219" y="84893"/>
                    <a:pt x="59928" y="83799"/>
                  </a:cubicBezTo>
                  <a:cubicBezTo>
                    <a:pt x="60921" y="82262"/>
                    <a:pt x="60885" y="81306"/>
                    <a:pt x="60743" y="77730"/>
                  </a:cubicBezTo>
                  <a:cubicBezTo>
                    <a:pt x="60727" y="77183"/>
                    <a:pt x="60698" y="76575"/>
                    <a:pt x="60678" y="75890"/>
                  </a:cubicBezTo>
                  <a:cubicBezTo>
                    <a:pt x="60670" y="75500"/>
                    <a:pt x="60641" y="75075"/>
                    <a:pt x="60617" y="74629"/>
                  </a:cubicBezTo>
                  <a:cubicBezTo>
                    <a:pt x="60451" y="71698"/>
                    <a:pt x="60921" y="68414"/>
                    <a:pt x="61525" y="64251"/>
                  </a:cubicBezTo>
                  <a:cubicBezTo>
                    <a:pt x="62154" y="59877"/>
                    <a:pt x="62940" y="54429"/>
                    <a:pt x="63126" y="47785"/>
                  </a:cubicBezTo>
                  <a:cubicBezTo>
                    <a:pt x="63358" y="39572"/>
                    <a:pt x="63313" y="19603"/>
                    <a:pt x="57873" y="11677"/>
                  </a:cubicBezTo>
                  <a:cubicBezTo>
                    <a:pt x="52789" y="4267"/>
                    <a:pt x="47235" y="2325"/>
                    <a:pt x="43502" y="1506"/>
                  </a:cubicBezTo>
                  <a:cubicBezTo>
                    <a:pt x="38699" y="454"/>
                    <a:pt x="34015" y="0"/>
                    <a:pt x="2970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" name="Google Shape;5392;p73"/>
            <p:cNvSpPr/>
            <p:nvPr/>
          </p:nvSpPr>
          <p:spPr>
            <a:xfrm>
              <a:off x="3165965" y="3038255"/>
              <a:ext cx="63759" cy="1146833"/>
            </a:xfrm>
            <a:custGeom>
              <a:avLst/>
              <a:gdLst/>
              <a:ahLst/>
              <a:cxnLst/>
              <a:rect l="l" t="t" r="r" b="b"/>
              <a:pathLst>
                <a:path w="3677" h="66138" extrusionOk="0">
                  <a:moveTo>
                    <a:pt x="2900" y="0"/>
                  </a:moveTo>
                  <a:cubicBezTo>
                    <a:pt x="2571" y="0"/>
                    <a:pt x="2276" y="228"/>
                    <a:pt x="2205" y="563"/>
                  </a:cubicBezTo>
                  <a:cubicBezTo>
                    <a:pt x="276" y="9469"/>
                    <a:pt x="73" y="27055"/>
                    <a:pt x="33" y="42840"/>
                  </a:cubicBezTo>
                  <a:cubicBezTo>
                    <a:pt x="0" y="56907"/>
                    <a:pt x="1111" y="65432"/>
                    <a:pt x="1127" y="65521"/>
                  </a:cubicBezTo>
                  <a:cubicBezTo>
                    <a:pt x="1168" y="65874"/>
                    <a:pt x="1468" y="66137"/>
                    <a:pt x="1824" y="66137"/>
                  </a:cubicBezTo>
                  <a:lnTo>
                    <a:pt x="1922" y="66133"/>
                  </a:lnTo>
                  <a:cubicBezTo>
                    <a:pt x="2311" y="66081"/>
                    <a:pt x="2586" y="65724"/>
                    <a:pt x="2534" y="65331"/>
                  </a:cubicBezTo>
                  <a:cubicBezTo>
                    <a:pt x="2522" y="65250"/>
                    <a:pt x="1419" y="56814"/>
                    <a:pt x="1455" y="42840"/>
                  </a:cubicBezTo>
                  <a:cubicBezTo>
                    <a:pt x="1492" y="27132"/>
                    <a:pt x="1695" y="9640"/>
                    <a:pt x="3596" y="863"/>
                  </a:cubicBezTo>
                  <a:cubicBezTo>
                    <a:pt x="3677" y="478"/>
                    <a:pt x="3430" y="97"/>
                    <a:pt x="3049" y="16"/>
                  </a:cubicBezTo>
                  <a:cubicBezTo>
                    <a:pt x="2999" y="5"/>
                    <a:pt x="2949" y="0"/>
                    <a:pt x="29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" name="Google Shape;5393;p73"/>
            <p:cNvSpPr/>
            <p:nvPr/>
          </p:nvSpPr>
          <p:spPr>
            <a:xfrm>
              <a:off x="3159844" y="3032116"/>
              <a:ext cx="76573" cy="1159162"/>
            </a:xfrm>
            <a:custGeom>
              <a:avLst/>
              <a:gdLst/>
              <a:ahLst/>
              <a:cxnLst/>
              <a:rect l="l" t="t" r="r" b="b"/>
              <a:pathLst>
                <a:path w="4416" h="66849" extrusionOk="0">
                  <a:moveTo>
                    <a:pt x="3252" y="710"/>
                  </a:moveTo>
                  <a:lnTo>
                    <a:pt x="3325" y="718"/>
                  </a:lnTo>
                  <a:cubicBezTo>
                    <a:pt x="3515" y="759"/>
                    <a:pt x="3637" y="945"/>
                    <a:pt x="3596" y="1140"/>
                  </a:cubicBezTo>
                  <a:cubicBezTo>
                    <a:pt x="1691" y="9945"/>
                    <a:pt x="1488" y="27461"/>
                    <a:pt x="1456" y="43190"/>
                  </a:cubicBezTo>
                  <a:cubicBezTo>
                    <a:pt x="1419" y="57233"/>
                    <a:pt x="2522" y="65652"/>
                    <a:pt x="2534" y="65733"/>
                  </a:cubicBezTo>
                  <a:cubicBezTo>
                    <a:pt x="2558" y="65924"/>
                    <a:pt x="2425" y="66106"/>
                    <a:pt x="2230" y="66131"/>
                  </a:cubicBezTo>
                  <a:cubicBezTo>
                    <a:pt x="2213" y="66133"/>
                    <a:pt x="2196" y="66134"/>
                    <a:pt x="2179" y="66134"/>
                  </a:cubicBezTo>
                  <a:cubicBezTo>
                    <a:pt x="2005" y="66134"/>
                    <a:pt x="1855" y="66004"/>
                    <a:pt x="1829" y="65827"/>
                  </a:cubicBezTo>
                  <a:cubicBezTo>
                    <a:pt x="1817" y="65742"/>
                    <a:pt x="710" y="57172"/>
                    <a:pt x="738" y="43194"/>
                  </a:cubicBezTo>
                  <a:cubicBezTo>
                    <a:pt x="779" y="27429"/>
                    <a:pt x="981" y="9864"/>
                    <a:pt x="2903" y="994"/>
                  </a:cubicBezTo>
                  <a:cubicBezTo>
                    <a:pt x="2939" y="828"/>
                    <a:pt x="3085" y="710"/>
                    <a:pt x="3252" y="710"/>
                  </a:cubicBezTo>
                  <a:close/>
                  <a:moveTo>
                    <a:pt x="3246" y="0"/>
                  </a:moveTo>
                  <a:cubicBezTo>
                    <a:pt x="2756" y="0"/>
                    <a:pt x="2315" y="341"/>
                    <a:pt x="2210" y="840"/>
                  </a:cubicBezTo>
                  <a:cubicBezTo>
                    <a:pt x="272" y="9783"/>
                    <a:pt x="69" y="27388"/>
                    <a:pt x="29" y="43194"/>
                  </a:cubicBezTo>
                  <a:cubicBezTo>
                    <a:pt x="0" y="57293"/>
                    <a:pt x="1115" y="65839"/>
                    <a:pt x="1123" y="65920"/>
                  </a:cubicBezTo>
                  <a:cubicBezTo>
                    <a:pt x="1196" y="66447"/>
                    <a:pt x="1646" y="66840"/>
                    <a:pt x="2177" y="66848"/>
                  </a:cubicBezTo>
                  <a:lnTo>
                    <a:pt x="2319" y="66836"/>
                  </a:lnTo>
                  <a:cubicBezTo>
                    <a:pt x="2903" y="66759"/>
                    <a:pt x="3312" y="66224"/>
                    <a:pt x="3239" y="65640"/>
                  </a:cubicBezTo>
                  <a:cubicBezTo>
                    <a:pt x="3227" y="65555"/>
                    <a:pt x="2129" y="57188"/>
                    <a:pt x="2165" y="43198"/>
                  </a:cubicBezTo>
                  <a:cubicBezTo>
                    <a:pt x="2198" y="27506"/>
                    <a:pt x="2400" y="10034"/>
                    <a:pt x="4293" y="1290"/>
                  </a:cubicBezTo>
                  <a:cubicBezTo>
                    <a:pt x="4415" y="714"/>
                    <a:pt x="4050" y="147"/>
                    <a:pt x="3475" y="25"/>
                  </a:cubicBezTo>
                  <a:cubicBezTo>
                    <a:pt x="3398" y="8"/>
                    <a:pt x="3321" y="0"/>
                    <a:pt x="324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" name="Google Shape;5394;p73"/>
            <p:cNvSpPr/>
            <p:nvPr/>
          </p:nvSpPr>
          <p:spPr>
            <a:xfrm>
              <a:off x="3188109" y="3091541"/>
              <a:ext cx="37836" cy="16525"/>
            </a:xfrm>
            <a:custGeom>
              <a:avLst/>
              <a:gdLst/>
              <a:ahLst/>
              <a:cxnLst/>
              <a:rect l="l" t="t" r="r" b="b"/>
              <a:pathLst>
                <a:path w="2182" h="953" extrusionOk="0">
                  <a:moveTo>
                    <a:pt x="404" y="0"/>
                  </a:moveTo>
                  <a:cubicBezTo>
                    <a:pt x="278" y="0"/>
                    <a:pt x="157" y="67"/>
                    <a:pt x="93" y="186"/>
                  </a:cubicBezTo>
                  <a:cubicBezTo>
                    <a:pt x="0" y="356"/>
                    <a:pt x="61" y="571"/>
                    <a:pt x="235" y="668"/>
                  </a:cubicBezTo>
                  <a:cubicBezTo>
                    <a:pt x="260" y="680"/>
                    <a:pt x="754" y="952"/>
                    <a:pt x="1516" y="952"/>
                  </a:cubicBezTo>
                  <a:lnTo>
                    <a:pt x="1845" y="936"/>
                  </a:lnTo>
                  <a:cubicBezTo>
                    <a:pt x="2039" y="911"/>
                    <a:pt x="2181" y="737"/>
                    <a:pt x="2165" y="547"/>
                  </a:cubicBezTo>
                  <a:cubicBezTo>
                    <a:pt x="2146" y="361"/>
                    <a:pt x="1992" y="224"/>
                    <a:pt x="1813" y="224"/>
                  </a:cubicBezTo>
                  <a:cubicBezTo>
                    <a:pt x="1800" y="224"/>
                    <a:pt x="1788" y="225"/>
                    <a:pt x="1776" y="226"/>
                  </a:cubicBezTo>
                  <a:cubicBezTo>
                    <a:pt x="1689" y="235"/>
                    <a:pt x="1606" y="239"/>
                    <a:pt x="1526" y="239"/>
                  </a:cubicBezTo>
                  <a:cubicBezTo>
                    <a:pt x="955" y="239"/>
                    <a:pt x="583" y="48"/>
                    <a:pt x="576" y="44"/>
                  </a:cubicBezTo>
                  <a:cubicBezTo>
                    <a:pt x="521" y="15"/>
                    <a:pt x="462" y="0"/>
                    <a:pt x="40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" name="Google Shape;5395;p73"/>
            <p:cNvSpPr/>
            <p:nvPr/>
          </p:nvSpPr>
          <p:spPr>
            <a:xfrm>
              <a:off x="3183670" y="3125041"/>
              <a:ext cx="37767" cy="16629"/>
            </a:xfrm>
            <a:custGeom>
              <a:avLst/>
              <a:gdLst/>
              <a:ahLst/>
              <a:cxnLst/>
              <a:rect l="l" t="t" r="r" b="b"/>
              <a:pathLst>
                <a:path w="2178" h="959" extrusionOk="0">
                  <a:moveTo>
                    <a:pt x="405" y="1"/>
                  </a:moveTo>
                  <a:cubicBezTo>
                    <a:pt x="283" y="1"/>
                    <a:pt x="164" y="63"/>
                    <a:pt x="98" y="175"/>
                  </a:cubicBezTo>
                  <a:cubicBezTo>
                    <a:pt x="1" y="338"/>
                    <a:pt x="49" y="552"/>
                    <a:pt x="211" y="654"/>
                  </a:cubicBezTo>
                  <a:cubicBezTo>
                    <a:pt x="236" y="670"/>
                    <a:pt x="730" y="958"/>
                    <a:pt x="1468" y="958"/>
                  </a:cubicBezTo>
                  <a:cubicBezTo>
                    <a:pt x="1485" y="958"/>
                    <a:pt x="1501" y="959"/>
                    <a:pt x="1518" y="959"/>
                  </a:cubicBezTo>
                  <a:cubicBezTo>
                    <a:pt x="1627" y="959"/>
                    <a:pt x="1736" y="948"/>
                    <a:pt x="1845" y="933"/>
                  </a:cubicBezTo>
                  <a:cubicBezTo>
                    <a:pt x="2040" y="909"/>
                    <a:pt x="2178" y="731"/>
                    <a:pt x="2153" y="532"/>
                  </a:cubicBezTo>
                  <a:cubicBezTo>
                    <a:pt x="2127" y="356"/>
                    <a:pt x="1973" y="225"/>
                    <a:pt x="1797" y="225"/>
                  </a:cubicBezTo>
                  <a:cubicBezTo>
                    <a:pt x="1782" y="225"/>
                    <a:pt x="1767" y="226"/>
                    <a:pt x="1752" y="228"/>
                  </a:cubicBezTo>
                  <a:cubicBezTo>
                    <a:pt x="1654" y="243"/>
                    <a:pt x="1555" y="250"/>
                    <a:pt x="1456" y="250"/>
                  </a:cubicBezTo>
                  <a:cubicBezTo>
                    <a:pt x="1153" y="250"/>
                    <a:pt x="852" y="180"/>
                    <a:pt x="576" y="46"/>
                  </a:cubicBezTo>
                  <a:cubicBezTo>
                    <a:pt x="522" y="15"/>
                    <a:pt x="463" y="1"/>
                    <a:pt x="40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" name="Google Shape;5396;p73"/>
            <p:cNvSpPr/>
            <p:nvPr/>
          </p:nvSpPr>
          <p:spPr>
            <a:xfrm>
              <a:off x="3179525" y="3159635"/>
              <a:ext cx="37975" cy="17167"/>
            </a:xfrm>
            <a:custGeom>
              <a:avLst/>
              <a:gdLst/>
              <a:ahLst/>
              <a:cxnLst/>
              <a:rect l="l" t="t" r="r" b="b"/>
              <a:pathLst>
                <a:path w="2190" h="990" extrusionOk="0">
                  <a:moveTo>
                    <a:pt x="405" y="1"/>
                  </a:moveTo>
                  <a:cubicBezTo>
                    <a:pt x="293" y="1"/>
                    <a:pt x="183" y="55"/>
                    <a:pt x="118" y="155"/>
                  </a:cubicBezTo>
                  <a:cubicBezTo>
                    <a:pt x="0" y="313"/>
                    <a:pt x="37" y="536"/>
                    <a:pt x="203" y="645"/>
                  </a:cubicBezTo>
                  <a:cubicBezTo>
                    <a:pt x="570" y="872"/>
                    <a:pt x="995" y="990"/>
                    <a:pt x="1426" y="990"/>
                  </a:cubicBezTo>
                  <a:cubicBezTo>
                    <a:pt x="1433" y="990"/>
                    <a:pt x="1440" y="990"/>
                    <a:pt x="1448" y="990"/>
                  </a:cubicBezTo>
                  <a:cubicBezTo>
                    <a:pt x="1590" y="990"/>
                    <a:pt x="1727" y="977"/>
                    <a:pt x="1865" y="957"/>
                  </a:cubicBezTo>
                  <a:cubicBezTo>
                    <a:pt x="2056" y="925"/>
                    <a:pt x="2190" y="742"/>
                    <a:pt x="2157" y="552"/>
                  </a:cubicBezTo>
                  <a:cubicBezTo>
                    <a:pt x="2132" y="377"/>
                    <a:pt x="1982" y="251"/>
                    <a:pt x="1810" y="251"/>
                  </a:cubicBezTo>
                  <a:cubicBezTo>
                    <a:pt x="1791" y="251"/>
                    <a:pt x="1771" y="253"/>
                    <a:pt x="1752" y="256"/>
                  </a:cubicBezTo>
                  <a:cubicBezTo>
                    <a:pt x="1643" y="274"/>
                    <a:pt x="1539" y="282"/>
                    <a:pt x="1443" y="282"/>
                  </a:cubicBezTo>
                  <a:cubicBezTo>
                    <a:pt x="944" y="282"/>
                    <a:pt x="626" y="76"/>
                    <a:pt x="609" y="65"/>
                  </a:cubicBezTo>
                  <a:cubicBezTo>
                    <a:pt x="546" y="22"/>
                    <a:pt x="475" y="1"/>
                    <a:pt x="40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" name="Google Shape;5397;p73"/>
            <p:cNvSpPr/>
            <p:nvPr/>
          </p:nvSpPr>
          <p:spPr>
            <a:xfrm>
              <a:off x="3176005" y="3196586"/>
              <a:ext cx="38686" cy="14514"/>
            </a:xfrm>
            <a:custGeom>
              <a:avLst/>
              <a:gdLst/>
              <a:ahLst/>
              <a:cxnLst/>
              <a:rect l="l" t="t" r="r" b="b"/>
              <a:pathLst>
                <a:path w="2231" h="837" extrusionOk="0">
                  <a:moveTo>
                    <a:pt x="409" y="0"/>
                  </a:moveTo>
                  <a:cubicBezTo>
                    <a:pt x="274" y="0"/>
                    <a:pt x="146" y="77"/>
                    <a:pt x="86" y="209"/>
                  </a:cubicBezTo>
                  <a:cubicBezTo>
                    <a:pt x="1" y="387"/>
                    <a:pt x="78" y="598"/>
                    <a:pt x="260" y="679"/>
                  </a:cubicBezTo>
                  <a:cubicBezTo>
                    <a:pt x="276" y="691"/>
                    <a:pt x="605" y="837"/>
                    <a:pt x="1099" y="837"/>
                  </a:cubicBezTo>
                  <a:cubicBezTo>
                    <a:pt x="1387" y="837"/>
                    <a:pt x="1675" y="788"/>
                    <a:pt x="1947" y="695"/>
                  </a:cubicBezTo>
                  <a:cubicBezTo>
                    <a:pt x="2129" y="630"/>
                    <a:pt x="2230" y="427"/>
                    <a:pt x="2170" y="245"/>
                  </a:cubicBezTo>
                  <a:cubicBezTo>
                    <a:pt x="2118" y="94"/>
                    <a:pt x="1981" y="2"/>
                    <a:pt x="1835" y="2"/>
                  </a:cubicBezTo>
                  <a:cubicBezTo>
                    <a:pt x="1797" y="2"/>
                    <a:pt x="1758" y="9"/>
                    <a:pt x="1720" y="22"/>
                  </a:cubicBezTo>
                  <a:cubicBezTo>
                    <a:pt x="1484" y="101"/>
                    <a:pt x="1272" y="127"/>
                    <a:pt x="1095" y="127"/>
                  </a:cubicBezTo>
                  <a:cubicBezTo>
                    <a:pt x="773" y="127"/>
                    <a:pt x="568" y="41"/>
                    <a:pt x="552" y="30"/>
                  </a:cubicBezTo>
                  <a:cubicBezTo>
                    <a:pt x="505" y="10"/>
                    <a:pt x="457" y="0"/>
                    <a:pt x="40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" name="Google Shape;5398;p73"/>
            <p:cNvSpPr/>
            <p:nvPr/>
          </p:nvSpPr>
          <p:spPr>
            <a:xfrm>
              <a:off x="3173058" y="3233937"/>
              <a:ext cx="38755" cy="15277"/>
            </a:xfrm>
            <a:custGeom>
              <a:avLst/>
              <a:gdLst/>
              <a:ahLst/>
              <a:cxnLst/>
              <a:rect l="l" t="t" r="r" b="b"/>
              <a:pathLst>
                <a:path w="2235" h="881" extrusionOk="0">
                  <a:moveTo>
                    <a:pt x="1828" y="0"/>
                  </a:moveTo>
                  <a:cubicBezTo>
                    <a:pt x="1782" y="0"/>
                    <a:pt x="1736" y="10"/>
                    <a:pt x="1691" y="29"/>
                  </a:cubicBezTo>
                  <a:cubicBezTo>
                    <a:pt x="1441" y="138"/>
                    <a:pt x="1230" y="173"/>
                    <a:pt x="1062" y="173"/>
                  </a:cubicBezTo>
                  <a:cubicBezTo>
                    <a:pt x="781" y="173"/>
                    <a:pt x="622" y="75"/>
                    <a:pt x="605" y="65"/>
                  </a:cubicBezTo>
                  <a:cubicBezTo>
                    <a:pt x="544" y="22"/>
                    <a:pt x="474" y="1"/>
                    <a:pt x="404" y="1"/>
                  </a:cubicBezTo>
                  <a:cubicBezTo>
                    <a:pt x="291" y="1"/>
                    <a:pt x="180" y="55"/>
                    <a:pt x="110" y="154"/>
                  </a:cubicBezTo>
                  <a:cubicBezTo>
                    <a:pt x="1" y="317"/>
                    <a:pt x="41" y="536"/>
                    <a:pt x="199" y="649"/>
                  </a:cubicBezTo>
                  <a:cubicBezTo>
                    <a:pt x="219" y="661"/>
                    <a:pt x="540" y="880"/>
                    <a:pt x="1071" y="880"/>
                  </a:cubicBezTo>
                  <a:cubicBezTo>
                    <a:pt x="1383" y="876"/>
                    <a:pt x="1687" y="811"/>
                    <a:pt x="1971" y="685"/>
                  </a:cubicBezTo>
                  <a:cubicBezTo>
                    <a:pt x="2149" y="608"/>
                    <a:pt x="2234" y="398"/>
                    <a:pt x="2157" y="219"/>
                  </a:cubicBezTo>
                  <a:cubicBezTo>
                    <a:pt x="2099" y="82"/>
                    <a:pt x="1966" y="0"/>
                    <a:pt x="182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" name="Google Shape;5399;p73"/>
            <p:cNvSpPr/>
            <p:nvPr/>
          </p:nvSpPr>
          <p:spPr>
            <a:xfrm>
              <a:off x="3169884" y="3266883"/>
              <a:ext cx="39466" cy="17617"/>
            </a:xfrm>
            <a:custGeom>
              <a:avLst/>
              <a:gdLst/>
              <a:ahLst/>
              <a:cxnLst/>
              <a:rect l="l" t="t" r="r" b="b"/>
              <a:pathLst>
                <a:path w="2276" h="1016" extrusionOk="0">
                  <a:moveTo>
                    <a:pt x="480" y="1"/>
                  </a:moveTo>
                  <a:cubicBezTo>
                    <a:pt x="229" y="1"/>
                    <a:pt x="0" y="288"/>
                    <a:pt x="179" y="557"/>
                  </a:cubicBezTo>
                  <a:cubicBezTo>
                    <a:pt x="334" y="756"/>
                    <a:pt x="694" y="1015"/>
                    <a:pt x="1205" y="1015"/>
                  </a:cubicBezTo>
                  <a:cubicBezTo>
                    <a:pt x="1493" y="1011"/>
                    <a:pt x="1781" y="938"/>
                    <a:pt x="2036" y="800"/>
                  </a:cubicBezTo>
                  <a:cubicBezTo>
                    <a:pt x="2206" y="711"/>
                    <a:pt x="2275" y="500"/>
                    <a:pt x="2186" y="326"/>
                  </a:cubicBezTo>
                  <a:cubicBezTo>
                    <a:pt x="2125" y="204"/>
                    <a:pt x="2000" y="132"/>
                    <a:pt x="1870" y="132"/>
                  </a:cubicBezTo>
                  <a:cubicBezTo>
                    <a:pt x="1818" y="132"/>
                    <a:pt x="1766" y="144"/>
                    <a:pt x="1716" y="168"/>
                  </a:cubicBezTo>
                  <a:cubicBezTo>
                    <a:pt x="1510" y="272"/>
                    <a:pt x="1338" y="308"/>
                    <a:pt x="1200" y="308"/>
                  </a:cubicBezTo>
                  <a:cubicBezTo>
                    <a:pt x="910" y="308"/>
                    <a:pt x="764" y="151"/>
                    <a:pt x="739" y="123"/>
                  </a:cubicBezTo>
                  <a:cubicBezTo>
                    <a:pt x="661" y="37"/>
                    <a:pt x="569" y="1"/>
                    <a:pt x="4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" name="Google Shape;5400;p73"/>
            <p:cNvSpPr/>
            <p:nvPr/>
          </p:nvSpPr>
          <p:spPr>
            <a:xfrm>
              <a:off x="3168202" y="3314585"/>
              <a:ext cx="35738" cy="14271"/>
            </a:xfrm>
            <a:custGeom>
              <a:avLst/>
              <a:gdLst/>
              <a:ahLst/>
              <a:cxnLst/>
              <a:rect l="l" t="t" r="r" b="b"/>
              <a:pathLst>
                <a:path w="2061" h="823" extrusionOk="0">
                  <a:moveTo>
                    <a:pt x="405" y="0"/>
                  </a:moveTo>
                  <a:cubicBezTo>
                    <a:pt x="268" y="0"/>
                    <a:pt x="139" y="80"/>
                    <a:pt x="82" y="214"/>
                  </a:cubicBezTo>
                  <a:cubicBezTo>
                    <a:pt x="1" y="392"/>
                    <a:pt x="82" y="603"/>
                    <a:pt x="264" y="680"/>
                  </a:cubicBezTo>
                  <a:cubicBezTo>
                    <a:pt x="479" y="774"/>
                    <a:pt x="716" y="822"/>
                    <a:pt x="953" y="822"/>
                  </a:cubicBezTo>
                  <a:cubicBezTo>
                    <a:pt x="963" y="822"/>
                    <a:pt x="972" y="822"/>
                    <a:pt x="982" y="822"/>
                  </a:cubicBezTo>
                  <a:cubicBezTo>
                    <a:pt x="1258" y="818"/>
                    <a:pt x="1529" y="777"/>
                    <a:pt x="1793" y="696"/>
                  </a:cubicBezTo>
                  <a:cubicBezTo>
                    <a:pt x="1967" y="627"/>
                    <a:pt x="2060" y="441"/>
                    <a:pt x="2007" y="263"/>
                  </a:cubicBezTo>
                  <a:cubicBezTo>
                    <a:pt x="1962" y="108"/>
                    <a:pt x="1822" y="8"/>
                    <a:pt x="1666" y="8"/>
                  </a:cubicBezTo>
                  <a:cubicBezTo>
                    <a:pt x="1642" y="8"/>
                    <a:pt x="1618" y="10"/>
                    <a:pt x="1594" y="15"/>
                  </a:cubicBezTo>
                  <a:cubicBezTo>
                    <a:pt x="1419" y="66"/>
                    <a:pt x="1199" y="112"/>
                    <a:pt x="982" y="112"/>
                  </a:cubicBezTo>
                  <a:cubicBezTo>
                    <a:pt x="832" y="112"/>
                    <a:pt x="683" y="90"/>
                    <a:pt x="552" y="32"/>
                  </a:cubicBezTo>
                  <a:cubicBezTo>
                    <a:pt x="504" y="10"/>
                    <a:pt x="454" y="0"/>
                    <a:pt x="40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" name="Google Shape;5401;p73"/>
            <p:cNvSpPr/>
            <p:nvPr/>
          </p:nvSpPr>
          <p:spPr>
            <a:xfrm>
              <a:off x="3166174" y="3359686"/>
              <a:ext cx="36206" cy="16612"/>
            </a:xfrm>
            <a:custGeom>
              <a:avLst/>
              <a:gdLst/>
              <a:ahLst/>
              <a:cxnLst/>
              <a:rect l="l" t="t" r="r" b="b"/>
              <a:pathLst>
                <a:path w="2088" h="958" extrusionOk="0">
                  <a:moveTo>
                    <a:pt x="408" y="0"/>
                  </a:moveTo>
                  <a:cubicBezTo>
                    <a:pt x="334" y="0"/>
                    <a:pt x="261" y="23"/>
                    <a:pt x="199" y="70"/>
                  </a:cubicBezTo>
                  <a:cubicBezTo>
                    <a:pt x="37" y="183"/>
                    <a:pt x="0" y="410"/>
                    <a:pt x="122" y="568"/>
                  </a:cubicBezTo>
                  <a:cubicBezTo>
                    <a:pt x="138" y="588"/>
                    <a:pt x="422" y="957"/>
                    <a:pt x="1050" y="957"/>
                  </a:cubicBezTo>
                  <a:cubicBezTo>
                    <a:pt x="1310" y="953"/>
                    <a:pt x="1569" y="901"/>
                    <a:pt x="1812" y="799"/>
                  </a:cubicBezTo>
                  <a:cubicBezTo>
                    <a:pt x="1995" y="730"/>
                    <a:pt x="2088" y="524"/>
                    <a:pt x="2019" y="341"/>
                  </a:cubicBezTo>
                  <a:cubicBezTo>
                    <a:pt x="1966" y="200"/>
                    <a:pt x="1829" y="112"/>
                    <a:pt x="1685" y="112"/>
                  </a:cubicBezTo>
                  <a:cubicBezTo>
                    <a:pt x="1644" y="112"/>
                    <a:pt x="1602" y="119"/>
                    <a:pt x="1561" y="134"/>
                  </a:cubicBezTo>
                  <a:cubicBezTo>
                    <a:pt x="1344" y="219"/>
                    <a:pt x="1175" y="247"/>
                    <a:pt x="1045" y="247"/>
                  </a:cubicBezTo>
                  <a:cubicBezTo>
                    <a:pt x="802" y="247"/>
                    <a:pt x="699" y="148"/>
                    <a:pt x="685" y="134"/>
                  </a:cubicBezTo>
                  <a:cubicBezTo>
                    <a:pt x="616" y="46"/>
                    <a:pt x="512" y="0"/>
                    <a:pt x="40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" name="Google Shape;5402;p73"/>
            <p:cNvSpPr/>
            <p:nvPr/>
          </p:nvSpPr>
          <p:spPr>
            <a:xfrm>
              <a:off x="3166243" y="3410579"/>
              <a:ext cx="36067" cy="16109"/>
            </a:xfrm>
            <a:custGeom>
              <a:avLst/>
              <a:gdLst/>
              <a:ahLst/>
              <a:cxnLst/>
              <a:rect l="l" t="t" r="r" b="b"/>
              <a:pathLst>
                <a:path w="2080" h="929" extrusionOk="0">
                  <a:moveTo>
                    <a:pt x="402" y="1"/>
                  </a:moveTo>
                  <a:cubicBezTo>
                    <a:pt x="297" y="1"/>
                    <a:pt x="193" y="47"/>
                    <a:pt x="122" y="134"/>
                  </a:cubicBezTo>
                  <a:cubicBezTo>
                    <a:pt x="0" y="288"/>
                    <a:pt x="25" y="511"/>
                    <a:pt x="183" y="629"/>
                  </a:cubicBezTo>
                  <a:cubicBezTo>
                    <a:pt x="203" y="649"/>
                    <a:pt x="568" y="929"/>
                    <a:pt x="1168" y="929"/>
                  </a:cubicBezTo>
                  <a:cubicBezTo>
                    <a:pt x="1379" y="929"/>
                    <a:pt x="1585" y="897"/>
                    <a:pt x="1788" y="832"/>
                  </a:cubicBezTo>
                  <a:cubicBezTo>
                    <a:pt x="1975" y="775"/>
                    <a:pt x="2080" y="576"/>
                    <a:pt x="2023" y="386"/>
                  </a:cubicBezTo>
                  <a:cubicBezTo>
                    <a:pt x="1974" y="235"/>
                    <a:pt x="1835" y="137"/>
                    <a:pt x="1685" y="137"/>
                  </a:cubicBezTo>
                  <a:cubicBezTo>
                    <a:pt x="1649" y="137"/>
                    <a:pt x="1613" y="143"/>
                    <a:pt x="1577" y="155"/>
                  </a:cubicBezTo>
                  <a:cubicBezTo>
                    <a:pt x="1421" y="203"/>
                    <a:pt x="1282" y="221"/>
                    <a:pt x="1160" y="221"/>
                  </a:cubicBezTo>
                  <a:cubicBezTo>
                    <a:pt x="827" y="221"/>
                    <a:pt x="631" y="85"/>
                    <a:pt x="617" y="74"/>
                  </a:cubicBezTo>
                  <a:cubicBezTo>
                    <a:pt x="552" y="25"/>
                    <a:pt x="477" y="1"/>
                    <a:pt x="40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" name="Google Shape;5403;p73"/>
            <p:cNvSpPr/>
            <p:nvPr/>
          </p:nvSpPr>
          <p:spPr>
            <a:xfrm>
              <a:off x="3162654" y="3474321"/>
              <a:ext cx="39726" cy="14860"/>
            </a:xfrm>
            <a:custGeom>
              <a:avLst/>
              <a:gdLst/>
              <a:ahLst/>
              <a:cxnLst/>
              <a:rect l="l" t="t" r="r" b="b"/>
              <a:pathLst>
                <a:path w="2291" h="857" extrusionOk="0">
                  <a:moveTo>
                    <a:pt x="1888" y="0"/>
                  </a:moveTo>
                  <a:cubicBezTo>
                    <a:pt x="1844" y="0"/>
                    <a:pt x="1799" y="8"/>
                    <a:pt x="1756" y="26"/>
                  </a:cubicBezTo>
                  <a:cubicBezTo>
                    <a:pt x="1528" y="119"/>
                    <a:pt x="1315" y="149"/>
                    <a:pt x="1135" y="149"/>
                  </a:cubicBezTo>
                  <a:cubicBezTo>
                    <a:pt x="802" y="149"/>
                    <a:pt x="577" y="46"/>
                    <a:pt x="556" y="38"/>
                  </a:cubicBezTo>
                  <a:cubicBezTo>
                    <a:pt x="507" y="14"/>
                    <a:pt x="455" y="2"/>
                    <a:pt x="403" y="2"/>
                  </a:cubicBezTo>
                  <a:cubicBezTo>
                    <a:pt x="273" y="2"/>
                    <a:pt x="147" y="76"/>
                    <a:pt x="86" y="204"/>
                  </a:cubicBezTo>
                  <a:cubicBezTo>
                    <a:pt x="1" y="378"/>
                    <a:pt x="74" y="589"/>
                    <a:pt x="248" y="674"/>
                  </a:cubicBezTo>
                  <a:cubicBezTo>
                    <a:pt x="523" y="796"/>
                    <a:pt x="817" y="857"/>
                    <a:pt x="1115" y="857"/>
                  </a:cubicBezTo>
                  <a:cubicBezTo>
                    <a:pt x="1125" y="857"/>
                    <a:pt x="1134" y="857"/>
                    <a:pt x="1144" y="857"/>
                  </a:cubicBezTo>
                  <a:cubicBezTo>
                    <a:pt x="1444" y="857"/>
                    <a:pt x="1744" y="800"/>
                    <a:pt x="2019" y="687"/>
                  </a:cubicBezTo>
                  <a:cubicBezTo>
                    <a:pt x="2202" y="614"/>
                    <a:pt x="2291" y="407"/>
                    <a:pt x="2218" y="224"/>
                  </a:cubicBezTo>
                  <a:cubicBezTo>
                    <a:pt x="2162" y="85"/>
                    <a:pt x="2029" y="0"/>
                    <a:pt x="18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" name="Google Shape;5404;p73"/>
            <p:cNvSpPr/>
            <p:nvPr/>
          </p:nvSpPr>
          <p:spPr>
            <a:xfrm>
              <a:off x="3161596" y="3521312"/>
              <a:ext cx="37350" cy="17357"/>
            </a:xfrm>
            <a:custGeom>
              <a:avLst/>
              <a:gdLst/>
              <a:ahLst/>
              <a:cxnLst/>
              <a:rect l="l" t="t" r="r" b="b"/>
              <a:pathLst>
                <a:path w="2154" h="1001" extrusionOk="0">
                  <a:moveTo>
                    <a:pt x="407" y="1"/>
                  </a:moveTo>
                  <a:cubicBezTo>
                    <a:pt x="353" y="1"/>
                    <a:pt x="297" y="13"/>
                    <a:pt x="244" y="40"/>
                  </a:cubicBezTo>
                  <a:cubicBezTo>
                    <a:pt x="70" y="129"/>
                    <a:pt x="1" y="344"/>
                    <a:pt x="90" y="518"/>
                  </a:cubicBezTo>
                  <a:cubicBezTo>
                    <a:pt x="212" y="733"/>
                    <a:pt x="410" y="891"/>
                    <a:pt x="649" y="960"/>
                  </a:cubicBezTo>
                  <a:cubicBezTo>
                    <a:pt x="747" y="984"/>
                    <a:pt x="848" y="1001"/>
                    <a:pt x="949" y="1001"/>
                  </a:cubicBezTo>
                  <a:cubicBezTo>
                    <a:pt x="1241" y="1001"/>
                    <a:pt x="1570" y="883"/>
                    <a:pt x="1934" y="660"/>
                  </a:cubicBezTo>
                  <a:cubicBezTo>
                    <a:pt x="2101" y="555"/>
                    <a:pt x="2153" y="336"/>
                    <a:pt x="2048" y="170"/>
                  </a:cubicBezTo>
                  <a:cubicBezTo>
                    <a:pt x="1982" y="62"/>
                    <a:pt x="1867" y="3"/>
                    <a:pt x="1749" y="3"/>
                  </a:cubicBezTo>
                  <a:cubicBezTo>
                    <a:pt x="1685" y="3"/>
                    <a:pt x="1620" y="21"/>
                    <a:pt x="1561" y="56"/>
                  </a:cubicBezTo>
                  <a:cubicBezTo>
                    <a:pt x="1260" y="241"/>
                    <a:pt x="1065" y="285"/>
                    <a:pt x="947" y="285"/>
                  </a:cubicBezTo>
                  <a:cubicBezTo>
                    <a:pt x="909" y="285"/>
                    <a:pt x="880" y="281"/>
                    <a:pt x="856" y="275"/>
                  </a:cubicBezTo>
                  <a:cubicBezTo>
                    <a:pt x="803" y="267"/>
                    <a:pt x="755" y="239"/>
                    <a:pt x="726" y="194"/>
                  </a:cubicBezTo>
                  <a:cubicBezTo>
                    <a:pt x="661" y="71"/>
                    <a:pt x="537" y="1"/>
                    <a:pt x="40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" name="Google Shape;5405;p73"/>
            <p:cNvSpPr/>
            <p:nvPr/>
          </p:nvSpPr>
          <p:spPr>
            <a:xfrm>
              <a:off x="3160694" y="3583736"/>
              <a:ext cx="38183" cy="17219"/>
            </a:xfrm>
            <a:custGeom>
              <a:avLst/>
              <a:gdLst/>
              <a:ahLst/>
              <a:cxnLst/>
              <a:rect l="l" t="t" r="r" b="b"/>
              <a:pathLst>
                <a:path w="2202" h="993" extrusionOk="0">
                  <a:moveTo>
                    <a:pt x="408" y="0"/>
                  </a:moveTo>
                  <a:cubicBezTo>
                    <a:pt x="343" y="0"/>
                    <a:pt x="277" y="18"/>
                    <a:pt x="219" y="56"/>
                  </a:cubicBezTo>
                  <a:cubicBezTo>
                    <a:pt x="53" y="157"/>
                    <a:pt x="0" y="376"/>
                    <a:pt x="105" y="542"/>
                  </a:cubicBezTo>
                  <a:cubicBezTo>
                    <a:pt x="255" y="757"/>
                    <a:pt x="478" y="911"/>
                    <a:pt x="738" y="968"/>
                  </a:cubicBezTo>
                  <a:cubicBezTo>
                    <a:pt x="823" y="984"/>
                    <a:pt x="908" y="992"/>
                    <a:pt x="993" y="992"/>
                  </a:cubicBezTo>
                  <a:cubicBezTo>
                    <a:pt x="1305" y="992"/>
                    <a:pt x="1638" y="883"/>
                    <a:pt x="1986" y="656"/>
                  </a:cubicBezTo>
                  <a:cubicBezTo>
                    <a:pt x="2153" y="550"/>
                    <a:pt x="2201" y="332"/>
                    <a:pt x="2100" y="165"/>
                  </a:cubicBezTo>
                  <a:cubicBezTo>
                    <a:pt x="2032" y="59"/>
                    <a:pt x="1918" y="0"/>
                    <a:pt x="1799" y="0"/>
                  </a:cubicBezTo>
                  <a:cubicBezTo>
                    <a:pt x="1733" y="0"/>
                    <a:pt x="1666" y="18"/>
                    <a:pt x="1605" y="56"/>
                  </a:cubicBezTo>
                  <a:cubicBezTo>
                    <a:pt x="1335" y="231"/>
                    <a:pt x="1137" y="284"/>
                    <a:pt x="997" y="284"/>
                  </a:cubicBezTo>
                  <a:cubicBezTo>
                    <a:pt x="806" y="284"/>
                    <a:pt x="722" y="185"/>
                    <a:pt x="705" y="161"/>
                  </a:cubicBezTo>
                  <a:cubicBezTo>
                    <a:pt x="638" y="57"/>
                    <a:pt x="524" y="0"/>
                    <a:pt x="40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" name="Google Shape;5406;p73"/>
            <p:cNvSpPr/>
            <p:nvPr/>
          </p:nvSpPr>
          <p:spPr>
            <a:xfrm>
              <a:off x="3160833" y="3649472"/>
              <a:ext cx="37767" cy="18120"/>
            </a:xfrm>
            <a:custGeom>
              <a:avLst/>
              <a:gdLst/>
              <a:ahLst/>
              <a:cxnLst/>
              <a:rect l="l" t="t" r="r" b="b"/>
              <a:pathLst>
                <a:path w="2178" h="1045" extrusionOk="0">
                  <a:moveTo>
                    <a:pt x="399" y="1"/>
                  </a:moveTo>
                  <a:cubicBezTo>
                    <a:pt x="320" y="1"/>
                    <a:pt x="241" y="27"/>
                    <a:pt x="174" y="80"/>
                  </a:cubicBezTo>
                  <a:cubicBezTo>
                    <a:pt x="24" y="201"/>
                    <a:pt x="0" y="424"/>
                    <a:pt x="126" y="578"/>
                  </a:cubicBezTo>
                  <a:cubicBezTo>
                    <a:pt x="162" y="623"/>
                    <a:pt x="487" y="1008"/>
                    <a:pt x="1006" y="1044"/>
                  </a:cubicBezTo>
                  <a:lnTo>
                    <a:pt x="1083" y="1044"/>
                  </a:lnTo>
                  <a:cubicBezTo>
                    <a:pt x="1411" y="1044"/>
                    <a:pt x="1731" y="902"/>
                    <a:pt x="2031" y="611"/>
                  </a:cubicBezTo>
                  <a:cubicBezTo>
                    <a:pt x="2173" y="477"/>
                    <a:pt x="2177" y="250"/>
                    <a:pt x="2039" y="112"/>
                  </a:cubicBezTo>
                  <a:cubicBezTo>
                    <a:pt x="1970" y="39"/>
                    <a:pt x="1877" y="2"/>
                    <a:pt x="1783" y="2"/>
                  </a:cubicBezTo>
                  <a:cubicBezTo>
                    <a:pt x="1694" y="2"/>
                    <a:pt x="1605" y="35"/>
                    <a:pt x="1537" y="100"/>
                  </a:cubicBezTo>
                  <a:cubicBezTo>
                    <a:pt x="1381" y="252"/>
                    <a:pt x="1282" y="336"/>
                    <a:pt x="1097" y="336"/>
                  </a:cubicBezTo>
                  <a:cubicBezTo>
                    <a:pt x="1084" y="336"/>
                    <a:pt x="1071" y="336"/>
                    <a:pt x="1058" y="335"/>
                  </a:cubicBezTo>
                  <a:cubicBezTo>
                    <a:pt x="843" y="319"/>
                    <a:pt x="681" y="136"/>
                    <a:pt x="673" y="132"/>
                  </a:cubicBezTo>
                  <a:cubicBezTo>
                    <a:pt x="602" y="45"/>
                    <a:pt x="501" y="1"/>
                    <a:pt x="39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" name="Google Shape;5407;p73"/>
            <p:cNvSpPr/>
            <p:nvPr/>
          </p:nvSpPr>
          <p:spPr>
            <a:xfrm>
              <a:off x="3159775" y="3718538"/>
              <a:ext cx="38599" cy="17028"/>
            </a:xfrm>
            <a:custGeom>
              <a:avLst/>
              <a:gdLst/>
              <a:ahLst/>
              <a:cxnLst/>
              <a:rect l="l" t="t" r="r" b="b"/>
              <a:pathLst>
                <a:path w="2226" h="982" extrusionOk="0">
                  <a:moveTo>
                    <a:pt x="1819" y="1"/>
                  </a:moveTo>
                  <a:cubicBezTo>
                    <a:pt x="1748" y="1"/>
                    <a:pt x="1676" y="21"/>
                    <a:pt x="1614" y="65"/>
                  </a:cubicBezTo>
                  <a:cubicBezTo>
                    <a:pt x="1396" y="221"/>
                    <a:pt x="1211" y="271"/>
                    <a:pt x="1061" y="271"/>
                  </a:cubicBezTo>
                  <a:cubicBezTo>
                    <a:pt x="830" y="271"/>
                    <a:pt x="686" y="149"/>
                    <a:pt x="649" y="110"/>
                  </a:cubicBezTo>
                  <a:cubicBezTo>
                    <a:pt x="579" y="37"/>
                    <a:pt x="486" y="1"/>
                    <a:pt x="393" y="1"/>
                  </a:cubicBezTo>
                  <a:cubicBezTo>
                    <a:pt x="305" y="1"/>
                    <a:pt x="216" y="34"/>
                    <a:pt x="146" y="102"/>
                  </a:cubicBezTo>
                  <a:cubicBezTo>
                    <a:pt x="4" y="235"/>
                    <a:pt x="0" y="458"/>
                    <a:pt x="130" y="600"/>
                  </a:cubicBezTo>
                  <a:cubicBezTo>
                    <a:pt x="381" y="848"/>
                    <a:pt x="718" y="981"/>
                    <a:pt x="1067" y="981"/>
                  </a:cubicBezTo>
                  <a:cubicBezTo>
                    <a:pt x="1350" y="981"/>
                    <a:pt x="1679" y="892"/>
                    <a:pt x="2023" y="645"/>
                  </a:cubicBezTo>
                  <a:cubicBezTo>
                    <a:pt x="2185" y="535"/>
                    <a:pt x="2226" y="313"/>
                    <a:pt x="2112" y="150"/>
                  </a:cubicBezTo>
                  <a:cubicBezTo>
                    <a:pt x="2043" y="53"/>
                    <a:pt x="1932" y="1"/>
                    <a:pt x="181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" name="Google Shape;5408;p73"/>
            <p:cNvSpPr/>
            <p:nvPr/>
          </p:nvSpPr>
          <p:spPr>
            <a:xfrm>
              <a:off x="3159567" y="3777060"/>
              <a:ext cx="38599" cy="15519"/>
            </a:xfrm>
            <a:custGeom>
              <a:avLst/>
              <a:gdLst/>
              <a:ahLst/>
              <a:cxnLst/>
              <a:rect l="l" t="t" r="r" b="b"/>
              <a:pathLst>
                <a:path w="2226" h="895" extrusionOk="0">
                  <a:moveTo>
                    <a:pt x="400" y="0"/>
                  </a:moveTo>
                  <a:cubicBezTo>
                    <a:pt x="289" y="0"/>
                    <a:pt x="181" y="51"/>
                    <a:pt x="114" y="148"/>
                  </a:cubicBezTo>
                  <a:cubicBezTo>
                    <a:pt x="0" y="310"/>
                    <a:pt x="37" y="529"/>
                    <a:pt x="195" y="647"/>
                  </a:cubicBezTo>
                  <a:cubicBezTo>
                    <a:pt x="447" y="806"/>
                    <a:pt x="744" y="895"/>
                    <a:pt x="1043" y="895"/>
                  </a:cubicBezTo>
                  <a:cubicBezTo>
                    <a:pt x="1056" y="895"/>
                    <a:pt x="1070" y="894"/>
                    <a:pt x="1083" y="894"/>
                  </a:cubicBezTo>
                  <a:cubicBezTo>
                    <a:pt x="1395" y="890"/>
                    <a:pt x="1703" y="817"/>
                    <a:pt x="1983" y="679"/>
                  </a:cubicBezTo>
                  <a:cubicBezTo>
                    <a:pt x="2153" y="586"/>
                    <a:pt x="2226" y="379"/>
                    <a:pt x="2145" y="201"/>
                  </a:cubicBezTo>
                  <a:cubicBezTo>
                    <a:pt x="2081" y="74"/>
                    <a:pt x="1957" y="1"/>
                    <a:pt x="1826" y="1"/>
                  </a:cubicBezTo>
                  <a:cubicBezTo>
                    <a:pt x="1772" y="1"/>
                    <a:pt x="1718" y="13"/>
                    <a:pt x="1666" y="39"/>
                  </a:cubicBezTo>
                  <a:cubicBezTo>
                    <a:pt x="1442" y="149"/>
                    <a:pt x="1244" y="184"/>
                    <a:pt x="1082" y="184"/>
                  </a:cubicBezTo>
                  <a:cubicBezTo>
                    <a:pt x="795" y="184"/>
                    <a:pt x="620" y="73"/>
                    <a:pt x="604" y="63"/>
                  </a:cubicBezTo>
                  <a:cubicBezTo>
                    <a:pt x="541" y="21"/>
                    <a:pt x="470" y="0"/>
                    <a:pt x="4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5409;p73"/>
            <p:cNvSpPr/>
            <p:nvPr/>
          </p:nvSpPr>
          <p:spPr>
            <a:xfrm>
              <a:off x="3159706" y="3835080"/>
              <a:ext cx="38738" cy="17513"/>
            </a:xfrm>
            <a:custGeom>
              <a:avLst/>
              <a:gdLst/>
              <a:ahLst/>
              <a:cxnLst/>
              <a:rect l="l" t="t" r="r" b="b"/>
              <a:pathLst>
                <a:path w="2234" h="1010" extrusionOk="0">
                  <a:moveTo>
                    <a:pt x="407" y="0"/>
                  </a:moveTo>
                  <a:cubicBezTo>
                    <a:pt x="338" y="0"/>
                    <a:pt x="268" y="20"/>
                    <a:pt x="207" y="61"/>
                  </a:cubicBezTo>
                  <a:cubicBezTo>
                    <a:pt x="41" y="175"/>
                    <a:pt x="0" y="398"/>
                    <a:pt x="114" y="560"/>
                  </a:cubicBezTo>
                  <a:cubicBezTo>
                    <a:pt x="284" y="783"/>
                    <a:pt x="527" y="937"/>
                    <a:pt x="803" y="990"/>
                  </a:cubicBezTo>
                  <a:cubicBezTo>
                    <a:pt x="880" y="1002"/>
                    <a:pt x="953" y="1010"/>
                    <a:pt x="1030" y="1010"/>
                  </a:cubicBezTo>
                  <a:cubicBezTo>
                    <a:pt x="1346" y="1010"/>
                    <a:pt x="1679" y="888"/>
                    <a:pt x="2031" y="649"/>
                  </a:cubicBezTo>
                  <a:cubicBezTo>
                    <a:pt x="2193" y="540"/>
                    <a:pt x="2234" y="321"/>
                    <a:pt x="2120" y="159"/>
                  </a:cubicBezTo>
                  <a:cubicBezTo>
                    <a:pt x="2051" y="59"/>
                    <a:pt x="1941" y="5"/>
                    <a:pt x="1829" y="5"/>
                  </a:cubicBezTo>
                  <a:cubicBezTo>
                    <a:pt x="1759" y="5"/>
                    <a:pt x="1688" y="26"/>
                    <a:pt x="1626" y="69"/>
                  </a:cubicBezTo>
                  <a:cubicBezTo>
                    <a:pt x="1368" y="243"/>
                    <a:pt x="1172" y="298"/>
                    <a:pt x="1029" y="298"/>
                  </a:cubicBezTo>
                  <a:cubicBezTo>
                    <a:pt x="827" y="298"/>
                    <a:pt x="728" y="190"/>
                    <a:pt x="702" y="155"/>
                  </a:cubicBezTo>
                  <a:cubicBezTo>
                    <a:pt x="631" y="54"/>
                    <a:pt x="520" y="0"/>
                    <a:pt x="40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" name="Google Shape;5410;p73"/>
            <p:cNvSpPr/>
            <p:nvPr/>
          </p:nvSpPr>
          <p:spPr>
            <a:xfrm>
              <a:off x="3160694" y="3896585"/>
              <a:ext cx="37402" cy="18797"/>
            </a:xfrm>
            <a:custGeom>
              <a:avLst/>
              <a:gdLst/>
              <a:ahLst/>
              <a:cxnLst/>
              <a:rect l="l" t="t" r="r" b="b"/>
              <a:pathLst>
                <a:path w="2157" h="1084" extrusionOk="0">
                  <a:moveTo>
                    <a:pt x="1767" y="1"/>
                  </a:moveTo>
                  <a:cubicBezTo>
                    <a:pt x="1678" y="1"/>
                    <a:pt x="1589" y="33"/>
                    <a:pt x="1520" y="98"/>
                  </a:cubicBezTo>
                  <a:cubicBezTo>
                    <a:pt x="1303" y="305"/>
                    <a:pt x="1123" y="368"/>
                    <a:pt x="983" y="368"/>
                  </a:cubicBezTo>
                  <a:cubicBezTo>
                    <a:pt x="823" y="368"/>
                    <a:pt x="718" y="285"/>
                    <a:pt x="677" y="244"/>
                  </a:cubicBezTo>
                  <a:cubicBezTo>
                    <a:pt x="606" y="155"/>
                    <a:pt x="502" y="109"/>
                    <a:pt x="396" y="109"/>
                  </a:cubicBezTo>
                  <a:cubicBezTo>
                    <a:pt x="308" y="109"/>
                    <a:pt x="220" y="141"/>
                    <a:pt x="150" y="207"/>
                  </a:cubicBezTo>
                  <a:cubicBezTo>
                    <a:pt x="0" y="349"/>
                    <a:pt x="4" y="593"/>
                    <a:pt x="162" y="730"/>
                  </a:cubicBezTo>
                  <a:cubicBezTo>
                    <a:pt x="377" y="945"/>
                    <a:pt x="661" y="1071"/>
                    <a:pt x="965" y="1083"/>
                  </a:cubicBezTo>
                  <a:lnTo>
                    <a:pt x="993" y="1083"/>
                  </a:lnTo>
                  <a:cubicBezTo>
                    <a:pt x="1350" y="1083"/>
                    <a:pt x="1691" y="921"/>
                    <a:pt x="2019" y="609"/>
                  </a:cubicBezTo>
                  <a:cubicBezTo>
                    <a:pt x="2157" y="471"/>
                    <a:pt x="2157" y="248"/>
                    <a:pt x="2023" y="110"/>
                  </a:cubicBezTo>
                  <a:cubicBezTo>
                    <a:pt x="1954" y="37"/>
                    <a:pt x="1861" y="1"/>
                    <a:pt x="176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" name="Google Shape;5411;p73"/>
            <p:cNvSpPr/>
            <p:nvPr/>
          </p:nvSpPr>
          <p:spPr>
            <a:xfrm>
              <a:off x="3162862" y="3953235"/>
              <a:ext cx="38616" cy="17115"/>
            </a:xfrm>
            <a:custGeom>
              <a:avLst/>
              <a:gdLst/>
              <a:ahLst/>
              <a:cxnLst/>
              <a:rect l="l" t="t" r="r" b="b"/>
              <a:pathLst>
                <a:path w="2227" h="987" extrusionOk="0">
                  <a:moveTo>
                    <a:pt x="1821" y="0"/>
                  </a:moveTo>
                  <a:cubicBezTo>
                    <a:pt x="1750" y="0"/>
                    <a:pt x="1678" y="22"/>
                    <a:pt x="1614" y="66"/>
                  </a:cubicBezTo>
                  <a:cubicBezTo>
                    <a:pt x="1390" y="223"/>
                    <a:pt x="1204" y="273"/>
                    <a:pt x="1057" y="273"/>
                  </a:cubicBezTo>
                  <a:cubicBezTo>
                    <a:pt x="832" y="273"/>
                    <a:pt x="698" y="154"/>
                    <a:pt x="662" y="115"/>
                  </a:cubicBezTo>
                  <a:cubicBezTo>
                    <a:pt x="591" y="39"/>
                    <a:pt x="496" y="2"/>
                    <a:pt x="400" y="2"/>
                  </a:cubicBezTo>
                  <a:cubicBezTo>
                    <a:pt x="315" y="2"/>
                    <a:pt x="229" y="31"/>
                    <a:pt x="159" y="90"/>
                  </a:cubicBezTo>
                  <a:cubicBezTo>
                    <a:pt x="17" y="220"/>
                    <a:pt x="1" y="443"/>
                    <a:pt x="130" y="593"/>
                  </a:cubicBezTo>
                  <a:cubicBezTo>
                    <a:pt x="370" y="844"/>
                    <a:pt x="706" y="986"/>
                    <a:pt x="1059" y="986"/>
                  </a:cubicBezTo>
                  <a:cubicBezTo>
                    <a:pt x="1343" y="986"/>
                    <a:pt x="1671" y="897"/>
                    <a:pt x="2024" y="646"/>
                  </a:cubicBezTo>
                  <a:cubicBezTo>
                    <a:pt x="2186" y="532"/>
                    <a:pt x="2226" y="309"/>
                    <a:pt x="2109" y="151"/>
                  </a:cubicBezTo>
                  <a:cubicBezTo>
                    <a:pt x="2040" y="52"/>
                    <a:pt x="1931" y="0"/>
                    <a:pt x="182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" name="Google Shape;5412;p73"/>
            <p:cNvSpPr/>
            <p:nvPr/>
          </p:nvSpPr>
          <p:spPr>
            <a:xfrm>
              <a:off x="3165463" y="4011670"/>
              <a:ext cx="38686" cy="16317"/>
            </a:xfrm>
            <a:custGeom>
              <a:avLst/>
              <a:gdLst/>
              <a:ahLst/>
              <a:cxnLst/>
              <a:rect l="l" t="t" r="r" b="b"/>
              <a:pathLst>
                <a:path w="2231" h="941" extrusionOk="0">
                  <a:moveTo>
                    <a:pt x="406" y="1"/>
                  </a:moveTo>
                  <a:cubicBezTo>
                    <a:pt x="290" y="1"/>
                    <a:pt x="177" y="57"/>
                    <a:pt x="110" y="162"/>
                  </a:cubicBezTo>
                  <a:cubicBezTo>
                    <a:pt x="1" y="328"/>
                    <a:pt x="49" y="547"/>
                    <a:pt x="212" y="656"/>
                  </a:cubicBezTo>
                  <a:cubicBezTo>
                    <a:pt x="499" y="835"/>
                    <a:pt x="832" y="932"/>
                    <a:pt x="1172" y="940"/>
                  </a:cubicBezTo>
                  <a:cubicBezTo>
                    <a:pt x="1488" y="940"/>
                    <a:pt x="1797" y="835"/>
                    <a:pt x="2048" y="640"/>
                  </a:cubicBezTo>
                  <a:cubicBezTo>
                    <a:pt x="2198" y="523"/>
                    <a:pt x="2230" y="300"/>
                    <a:pt x="2113" y="146"/>
                  </a:cubicBezTo>
                  <a:cubicBezTo>
                    <a:pt x="2043" y="52"/>
                    <a:pt x="1936" y="2"/>
                    <a:pt x="1828" y="2"/>
                  </a:cubicBezTo>
                  <a:cubicBezTo>
                    <a:pt x="1754" y="2"/>
                    <a:pt x="1681" y="25"/>
                    <a:pt x="1618" y="73"/>
                  </a:cubicBezTo>
                  <a:cubicBezTo>
                    <a:pt x="1469" y="187"/>
                    <a:pt x="1308" y="225"/>
                    <a:pt x="1160" y="225"/>
                  </a:cubicBezTo>
                  <a:cubicBezTo>
                    <a:pt x="866" y="225"/>
                    <a:pt x="621" y="74"/>
                    <a:pt x="605" y="61"/>
                  </a:cubicBezTo>
                  <a:cubicBezTo>
                    <a:pt x="543" y="20"/>
                    <a:pt x="474" y="1"/>
                    <a:pt x="40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" name="Google Shape;5413;p73"/>
            <p:cNvSpPr/>
            <p:nvPr/>
          </p:nvSpPr>
          <p:spPr>
            <a:xfrm>
              <a:off x="3168913" y="4063985"/>
              <a:ext cx="38668" cy="16230"/>
            </a:xfrm>
            <a:custGeom>
              <a:avLst/>
              <a:gdLst/>
              <a:ahLst/>
              <a:cxnLst/>
              <a:rect l="l" t="t" r="r" b="b"/>
              <a:pathLst>
                <a:path w="2230" h="936" extrusionOk="0">
                  <a:moveTo>
                    <a:pt x="1821" y="1"/>
                  </a:moveTo>
                  <a:cubicBezTo>
                    <a:pt x="1762" y="1"/>
                    <a:pt x="1702" y="16"/>
                    <a:pt x="1646" y="47"/>
                  </a:cubicBezTo>
                  <a:cubicBezTo>
                    <a:pt x="1417" y="180"/>
                    <a:pt x="1221" y="223"/>
                    <a:pt x="1064" y="223"/>
                  </a:cubicBezTo>
                  <a:cubicBezTo>
                    <a:pt x="808" y="223"/>
                    <a:pt x="655" y="109"/>
                    <a:pt x="625" y="84"/>
                  </a:cubicBezTo>
                  <a:cubicBezTo>
                    <a:pt x="559" y="29"/>
                    <a:pt x="477" y="2"/>
                    <a:pt x="396" y="2"/>
                  </a:cubicBezTo>
                  <a:cubicBezTo>
                    <a:pt x="299" y="2"/>
                    <a:pt x="201" y="41"/>
                    <a:pt x="130" y="116"/>
                  </a:cubicBezTo>
                  <a:cubicBezTo>
                    <a:pt x="0" y="266"/>
                    <a:pt x="17" y="489"/>
                    <a:pt x="167" y="619"/>
                  </a:cubicBezTo>
                  <a:cubicBezTo>
                    <a:pt x="418" y="822"/>
                    <a:pt x="731" y="935"/>
                    <a:pt x="1057" y="935"/>
                  </a:cubicBezTo>
                  <a:cubicBezTo>
                    <a:pt x="1063" y="935"/>
                    <a:pt x="1069" y="935"/>
                    <a:pt x="1075" y="935"/>
                  </a:cubicBezTo>
                  <a:cubicBezTo>
                    <a:pt x="1342" y="935"/>
                    <a:pt x="1650" y="862"/>
                    <a:pt x="1999" y="660"/>
                  </a:cubicBezTo>
                  <a:cubicBezTo>
                    <a:pt x="2169" y="562"/>
                    <a:pt x="2230" y="347"/>
                    <a:pt x="2133" y="177"/>
                  </a:cubicBezTo>
                  <a:cubicBezTo>
                    <a:pt x="2064" y="65"/>
                    <a:pt x="1944" y="1"/>
                    <a:pt x="182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" name="Google Shape;5414;p73"/>
            <p:cNvSpPr/>
            <p:nvPr/>
          </p:nvSpPr>
          <p:spPr>
            <a:xfrm>
              <a:off x="2897993" y="2690328"/>
              <a:ext cx="988137" cy="1495107"/>
            </a:xfrm>
            <a:custGeom>
              <a:avLst/>
              <a:gdLst/>
              <a:ahLst/>
              <a:cxnLst/>
              <a:rect l="l" t="t" r="r" b="b"/>
              <a:pathLst>
                <a:path w="56986" h="86223" extrusionOk="0">
                  <a:moveTo>
                    <a:pt x="23618" y="1"/>
                  </a:moveTo>
                  <a:cubicBezTo>
                    <a:pt x="14990" y="1"/>
                    <a:pt x="7755" y="1807"/>
                    <a:pt x="4225" y="4344"/>
                  </a:cubicBezTo>
                  <a:cubicBezTo>
                    <a:pt x="2498" y="5588"/>
                    <a:pt x="1112" y="7465"/>
                    <a:pt x="1" y="9735"/>
                  </a:cubicBezTo>
                  <a:cubicBezTo>
                    <a:pt x="70" y="10080"/>
                    <a:pt x="159" y="10437"/>
                    <a:pt x="248" y="10789"/>
                  </a:cubicBezTo>
                  <a:cubicBezTo>
                    <a:pt x="893" y="13234"/>
                    <a:pt x="3666" y="15958"/>
                    <a:pt x="5879" y="17203"/>
                  </a:cubicBezTo>
                  <a:cubicBezTo>
                    <a:pt x="9694" y="19339"/>
                    <a:pt x="16480" y="21954"/>
                    <a:pt x="17347" y="26243"/>
                  </a:cubicBezTo>
                  <a:cubicBezTo>
                    <a:pt x="23112" y="22436"/>
                    <a:pt x="26732" y="20352"/>
                    <a:pt x="33575" y="19396"/>
                  </a:cubicBezTo>
                  <a:lnTo>
                    <a:pt x="33575" y="19396"/>
                  </a:lnTo>
                  <a:cubicBezTo>
                    <a:pt x="31742" y="30588"/>
                    <a:pt x="34069" y="41996"/>
                    <a:pt x="36384" y="53091"/>
                  </a:cubicBezTo>
                  <a:cubicBezTo>
                    <a:pt x="37564" y="58762"/>
                    <a:pt x="38751" y="64429"/>
                    <a:pt x="39935" y="70093"/>
                  </a:cubicBezTo>
                  <a:cubicBezTo>
                    <a:pt x="40499" y="72809"/>
                    <a:pt x="41074" y="75561"/>
                    <a:pt x="42323" y="78038"/>
                  </a:cubicBezTo>
                  <a:cubicBezTo>
                    <a:pt x="43434" y="80252"/>
                    <a:pt x="45104" y="82432"/>
                    <a:pt x="44832" y="84893"/>
                  </a:cubicBezTo>
                  <a:cubicBezTo>
                    <a:pt x="44784" y="85319"/>
                    <a:pt x="44678" y="85773"/>
                    <a:pt x="44561" y="86223"/>
                  </a:cubicBezTo>
                  <a:cubicBezTo>
                    <a:pt x="49474" y="85108"/>
                    <a:pt x="53013" y="83953"/>
                    <a:pt x="53487" y="83231"/>
                  </a:cubicBezTo>
                  <a:cubicBezTo>
                    <a:pt x="54565" y="81565"/>
                    <a:pt x="54346" y="80604"/>
                    <a:pt x="54180" y="75525"/>
                  </a:cubicBezTo>
                  <a:cubicBezTo>
                    <a:pt x="54164" y="75136"/>
                    <a:pt x="54144" y="74714"/>
                    <a:pt x="54119" y="74272"/>
                  </a:cubicBezTo>
                  <a:cubicBezTo>
                    <a:pt x="53759" y="68098"/>
                    <a:pt x="56268" y="60120"/>
                    <a:pt x="56629" y="47403"/>
                  </a:cubicBezTo>
                  <a:cubicBezTo>
                    <a:pt x="56986" y="34679"/>
                    <a:pt x="56090" y="18289"/>
                    <a:pt x="51432" y="11507"/>
                  </a:cubicBezTo>
                  <a:cubicBezTo>
                    <a:pt x="46778" y="4721"/>
                    <a:pt x="41695" y="2451"/>
                    <a:pt x="37280" y="1482"/>
                  </a:cubicBezTo>
                  <a:cubicBezTo>
                    <a:pt x="32570" y="450"/>
                    <a:pt x="27921" y="1"/>
                    <a:pt x="23618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" name="Google Shape;5415;p73"/>
            <p:cNvSpPr/>
            <p:nvPr/>
          </p:nvSpPr>
          <p:spPr>
            <a:xfrm>
              <a:off x="2789462" y="3999914"/>
              <a:ext cx="1054706" cy="240801"/>
            </a:xfrm>
            <a:custGeom>
              <a:avLst/>
              <a:gdLst/>
              <a:ahLst/>
              <a:cxnLst/>
              <a:rect l="l" t="t" r="r" b="b"/>
              <a:pathLst>
                <a:path w="60825" h="13887" extrusionOk="0">
                  <a:moveTo>
                    <a:pt x="60439" y="1"/>
                  </a:moveTo>
                  <a:lnTo>
                    <a:pt x="60439" y="1"/>
                  </a:lnTo>
                  <a:cubicBezTo>
                    <a:pt x="47856" y="5168"/>
                    <a:pt x="37146" y="6890"/>
                    <a:pt x="28457" y="6890"/>
                  </a:cubicBezTo>
                  <a:cubicBezTo>
                    <a:pt x="11081" y="6890"/>
                    <a:pt x="1793" y="1"/>
                    <a:pt x="1793" y="1"/>
                  </a:cubicBezTo>
                  <a:lnTo>
                    <a:pt x="1793" y="1"/>
                  </a:lnTo>
                  <a:cubicBezTo>
                    <a:pt x="1975" y="629"/>
                    <a:pt x="1" y="4573"/>
                    <a:pt x="1793" y="6811"/>
                  </a:cubicBezTo>
                  <a:cubicBezTo>
                    <a:pt x="3588" y="9053"/>
                    <a:pt x="12454" y="13796"/>
                    <a:pt x="25443" y="13885"/>
                  </a:cubicBezTo>
                  <a:cubicBezTo>
                    <a:pt x="25576" y="13886"/>
                    <a:pt x="25710" y="13886"/>
                    <a:pt x="25845" y="13886"/>
                  </a:cubicBezTo>
                  <a:cubicBezTo>
                    <a:pt x="38843" y="13886"/>
                    <a:pt x="58591" y="9480"/>
                    <a:pt x="59746" y="7711"/>
                  </a:cubicBezTo>
                  <a:cubicBezTo>
                    <a:pt x="60824" y="6041"/>
                    <a:pt x="60605" y="5080"/>
                    <a:pt x="60439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" name="Google Shape;5416;p73"/>
            <p:cNvSpPr/>
            <p:nvPr/>
          </p:nvSpPr>
          <p:spPr>
            <a:xfrm>
              <a:off x="2791439" y="3993741"/>
              <a:ext cx="1056387" cy="253199"/>
            </a:xfrm>
            <a:custGeom>
              <a:avLst/>
              <a:gdLst/>
              <a:ahLst/>
              <a:cxnLst/>
              <a:rect l="l" t="t" r="r" b="b"/>
              <a:pathLst>
                <a:path w="60922" h="14602" extrusionOk="0">
                  <a:moveTo>
                    <a:pt x="59985" y="876"/>
                  </a:moveTo>
                  <a:cubicBezTo>
                    <a:pt x="60001" y="1362"/>
                    <a:pt x="60021" y="1804"/>
                    <a:pt x="60037" y="2213"/>
                  </a:cubicBezTo>
                  <a:cubicBezTo>
                    <a:pt x="60171" y="5692"/>
                    <a:pt x="60204" y="6519"/>
                    <a:pt x="59332" y="7868"/>
                  </a:cubicBezTo>
                  <a:cubicBezTo>
                    <a:pt x="58384" y="9328"/>
                    <a:pt x="39395" y="13888"/>
                    <a:pt x="25746" y="13888"/>
                  </a:cubicBezTo>
                  <a:lnTo>
                    <a:pt x="25337" y="13888"/>
                  </a:lnTo>
                  <a:cubicBezTo>
                    <a:pt x="12831" y="13803"/>
                    <a:pt x="3803" y="9251"/>
                    <a:pt x="1958" y="6944"/>
                  </a:cubicBezTo>
                  <a:cubicBezTo>
                    <a:pt x="779" y="5465"/>
                    <a:pt x="1423" y="3065"/>
                    <a:pt x="1808" y="1630"/>
                  </a:cubicBezTo>
                  <a:cubicBezTo>
                    <a:pt x="1873" y="1370"/>
                    <a:pt x="1930" y="1163"/>
                    <a:pt x="1970" y="985"/>
                  </a:cubicBezTo>
                  <a:cubicBezTo>
                    <a:pt x="3499" y="1990"/>
                    <a:pt x="8485" y="4905"/>
                    <a:pt x="16783" y="6514"/>
                  </a:cubicBezTo>
                  <a:cubicBezTo>
                    <a:pt x="19927" y="7128"/>
                    <a:pt x="23769" y="7580"/>
                    <a:pt x="28256" y="7580"/>
                  </a:cubicBezTo>
                  <a:cubicBezTo>
                    <a:pt x="36675" y="7580"/>
                    <a:pt x="47365" y="5987"/>
                    <a:pt x="59985" y="876"/>
                  </a:cubicBezTo>
                  <a:close/>
                  <a:moveTo>
                    <a:pt x="1680" y="0"/>
                  </a:moveTo>
                  <a:cubicBezTo>
                    <a:pt x="1610" y="0"/>
                    <a:pt x="1539" y="22"/>
                    <a:pt x="1476" y="65"/>
                  </a:cubicBezTo>
                  <a:cubicBezTo>
                    <a:pt x="1354" y="146"/>
                    <a:pt x="1298" y="300"/>
                    <a:pt x="1334" y="446"/>
                  </a:cubicBezTo>
                  <a:cubicBezTo>
                    <a:pt x="1358" y="572"/>
                    <a:pt x="1225" y="1058"/>
                    <a:pt x="1119" y="1443"/>
                  </a:cubicBezTo>
                  <a:cubicBezTo>
                    <a:pt x="698" y="3008"/>
                    <a:pt x="0" y="5627"/>
                    <a:pt x="1403" y="7386"/>
                  </a:cubicBezTo>
                  <a:cubicBezTo>
                    <a:pt x="3385" y="9859"/>
                    <a:pt x="12429" y="14509"/>
                    <a:pt x="25325" y="14602"/>
                  </a:cubicBezTo>
                  <a:lnTo>
                    <a:pt x="25702" y="14602"/>
                  </a:lnTo>
                  <a:cubicBezTo>
                    <a:pt x="38435" y="14602"/>
                    <a:pt x="58639" y="10240"/>
                    <a:pt x="59928" y="8258"/>
                  </a:cubicBezTo>
                  <a:cubicBezTo>
                    <a:pt x="60921" y="6721"/>
                    <a:pt x="60889" y="5765"/>
                    <a:pt x="60747" y="2185"/>
                  </a:cubicBezTo>
                  <a:cubicBezTo>
                    <a:pt x="60727" y="1638"/>
                    <a:pt x="60698" y="1030"/>
                    <a:pt x="60678" y="349"/>
                  </a:cubicBezTo>
                  <a:cubicBezTo>
                    <a:pt x="60674" y="231"/>
                    <a:pt x="60613" y="126"/>
                    <a:pt x="60516" y="57"/>
                  </a:cubicBezTo>
                  <a:cubicBezTo>
                    <a:pt x="60457" y="23"/>
                    <a:pt x="60390" y="5"/>
                    <a:pt x="60321" y="5"/>
                  </a:cubicBezTo>
                  <a:cubicBezTo>
                    <a:pt x="60276" y="5"/>
                    <a:pt x="60231" y="12"/>
                    <a:pt x="60187" y="28"/>
                  </a:cubicBezTo>
                  <a:cubicBezTo>
                    <a:pt x="47459" y="5256"/>
                    <a:pt x="36703" y="6873"/>
                    <a:pt x="28265" y="6873"/>
                  </a:cubicBezTo>
                  <a:cubicBezTo>
                    <a:pt x="23846" y="6873"/>
                    <a:pt x="20063" y="6430"/>
                    <a:pt x="16966" y="5829"/>
                  </a:cubicBezTo>
                  <a:cubicBezTo>
                    <a:pt x="7200" y="3936"/>
                    <a:pt x="1942" y="114"/>
                    <a:pt x="1893" y="73"/>
                  </a:cubicBezTo>
                  <a:cubicBezTo>
                    <a:pt x="1831" y="25"/>
                    <a:pt x="1756" y="0"/>
                    <a:pt x="168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" name="Google Shape;5417;p73"/>
            <p:cNvSpPr/>
            <p:nvPr/>
          </p:nvSpPr>
          <p:spPr>
            <a:xfrm>
              <a:off x="3524106" y="2951208"/>
              <a:ext cx="29114" cy="248673"/>
            </a:xfrm>
            <a:custGeom>
              <a:avLst/>
              <a:gdLst/>
              <a:ahLst/>
              <a:cxnLst/>
              <a:rect l="l" t="t" r="r" b="b"/>
              <a:pathLst>
                <a:path w="1679" h="14341" extrusionOk="0">
                  <a:moveTo>
                    <a:pt x="461" y="1"/>
                  </a:moveTo>
                  <a:cubicBezTo>
                    <a:pt x="414" y="1"/>
                    <a:pt x="365" y="95"/>
                    <a:pt x="353" y="220"/>
                  </a:cubicBezTo>
                  <a:cubicBezTo>
                    <a:pt x="240" y="1387"/>
                    <a:pt x="134" y="2547"/>
                    <a:pt x="77" y="3718"/>
                  </a:cubicBezTo>
                  <a:cubicBezTo>
                    <a:pt x="21" y="4886"/>
                    <a:pt x="0" y="6057"/>
                    <a:pt x="57" y="7233"/>
                  </a:cubicBezTo>
                  <a:cubicBezTo>
                    <a:pt x="114" y="8409"/>
                    <a:pt x="252" y="9576"/>
                    <a:pt x="475" y="10731"/>
                  </a:cubicBezTo>
                  <a:cubicBezTo>
                    <a:pt x="702" y="11883"/>
                    <a:pt x="1014" y="13018"/>
                    <a:pt x="1415" y="14120"/>
                  </a:cubicBezTo>
                  <a:cubicBezTo>
                    <a:pt x="1464" y="14245"/>
                    <a:pt x="1531" y="14341"/>
                    <a:pt x="1589" y="14341"/>
                  </a:cubicBezTo>
                  <a:cubicBezTo>
                    <a:pt x="1593" y="14341"/>
                    <a:pt x="1597" y="14340"/>
                    <a:pt x="1602" y="14339"/>
                  </a:cubicBezTo>
                  <a:cubicBezTo>
                    <a:pt x="1662" y="14323"/>
                    <a:pt x="1679" y="14193"/>
                    <a:pt x="1630" y="14043"/>
                  </a:cubicBezTo>
                  <a:cubicBezTo>
                    <a:pt x="1281" y="12937"/>
                    <a:pt x="1006" y="11810"/>
                    <a:pt x="799" y="10671"/>
                  </a:cubicBezTo>
                  <a:cubicBezTo>
                    <a:pt x="588" y="9527"/>
                    <a:pt x="462" y="8372"/>
                    <a:pt x="414" y="7213"/>
                  </a:cubicBezTo>
                  <a:cubicBezTo>
                    <a:pt x="345" y="6057"/>
                    <a:pt x="357" y="4890"/>
                    <a:pt x="394" y="3726"/>
                  </a:cubicBezTo>
                  <a:cubicBezTo>
                    <a:pt x="426" y="2567"/>
                    <a:pt x="487" y="1404"/>
                    <a:pt x="544" y="236"/>
                  </a:cubicBezTo>
                  <a:cubicBezTo>
                    <a:pt x="548" y="114"/>
                    <a:pt x="519" y="13"/>
                    <a:pt x="467" y="1"/>
                  </a:cubicBezTo>
                  <a:cubicBezTo>
                    <a:pt x="465" y="1"/>
                    <a:pt x="463" y="1"/>
                    <a:pt x="4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" name="Google Shape;5418;p73"/>
            <p:cNvSpPr/>
            <p:nvPr/>
          </p:nvSpPr>
          <p:spPr>
            <a:xfrm>
              <a:off x="3483756" y="3099794"/>
              <a:ext cx="21033" cy="113906"/>
            </a:xfrm>
            <a:custGeom>
              <a:avLst/>
              <a:gdLst/>
              <a:ahLst/>
              <a:cxnLst/>
              <a:rect l="l" t="t" r="r" b="b"/>
              <a:pathLst>
                <a:path w="1213" h="6569" extrusionOk="0">
                  <a:moveTo>
                    <a:pt x="318" y="1"/>
                  </a:moveTo>
                  <a:cubicBezTo>
                    <a:pt x="267" y="1"/>
                    <a:pt x="223" y="39"/>
                    <a:pt x="215" y="87"/>
                  </a:cubicBezTo>
                  <a:cubicBezTo>
                    <a:pt x="102" y="622"/>
                    <a:pt x="37" y="1165"/>
                    <a:pt x="17" y="1708"/>
                  </a:cubicBezTo>
                  <a:cubicBezTo>
                    <a:pt x="0" y="2256"/>
                    <a:pt x="25" y="2803"/>
                    <a:pt x="86" y="3346"/>
                  </a:cubicBezTo>
                  <a:cubicBezTo>
                    <a:pt x="154" y="3889"/>
                    <a:pt x="260" y="4428"/>
                    <a:pt x="402" y="4960"/>
                  </a:cubicBezTo>
                  <a:cubicBezTo>
                    <a:pt x="548" y="5482"/>
                    <a:pt x="742" y="5997"/>
                    <a:pt x="977" y="6488"/>
                  </a:cubicBezTo>
                  <a:cubicBezTo>
                    <a:pt x="994" y="6538"/>
                    <a:pt x="1041" y="6569"/>
                    <a:pt x="1092" y="6569"/>
                  </a:cubicBezTo>
                  <a:cubicBezTo>
                    <a:pt x="1102" y="6569"/>
                    <a:pt x="1113" y="6568"/>
                    <a:pt x="1123" y="6565"/>
                  </a:cubicBezTo>
                  <a:cubicBezTo>
                    <a:pt x="1184" y="6536"/>
                    <a:pt x="1213" y="6468"/>
                    <a:pt x="1188" y="6403"/>
                  </a:cubicBezTo>
                  <a:cubicBezTo>
                    <a:pt x="1006" y="5900"/>
                    <a:pt x="852" y="5389"/>
                    <a:pt x="722" y="4874"/>
                  </a:cubicBezTo>
                  <a:cubicBezTo>
                    <a:pt x="592" y="4356"/>
                    <a:pt x="499" y="3833"/>
                    <a:pt x="438" y="3306"/>
                  </a:cubicBezTo>
                  <a:cubicBezTo>
                    <a:pt x="369" y="2779"/>
                    <a:pt x="333" y="2248"/>
                    <a:pt x="333" y="1716"/>
                  </a:cubicBezTo>
                  <a:cubicBezTo>
                    <a:pt x="329" y="1181"/>
                    <a:pt x="353" y="650"/>
                    <a:pt x="410" y="119"/>
                  </a:cubicBezTo>
                  <a:cubicBezTo>
                    <a:pt x="418" y="67"/>
                    <a:pt x="386" y="14"/>
                    <a:pt x="333" y="2"/>
                  </a:cubicBezTo>
                  <a:cubicBezTo>
                    <a:pt x="328" y="1"/>
                    <a:pt x="323" y="1"/>
                    <a:pt x="31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" name="Google Shape;5419;p73"/>
            <p:cNvSpPr/>
            <p:nvPr/>
          </p:nvSpPr>
          <p:spPr>
            <a:xfrm>
              <a:off x="3442920" y="3135133"/>
              <a:ext cx="21103" cy="91625"/>
            </a:xfrm>
            <a:custGeom>
              <a:avLst/>
              <a:gdLst/>
              <a:ahLst/>
              <a:cxnLst/>
              <a:rect l="l" t="t" r="r" b="b"/>
              <a:pathLst>
                <a:path w="1217" h="5284" extrusionOk="0">
                  <a:moveTo>
                    <a:pt x="229" y="0"/>
                  </a:moveTo>
                  <a:cubicBezTo>
                    <a:pt x="185" y="0"/>
                    <a:pt x="145" y="30"/>
                    <a:pt x="138" y="72"/>
                  </a:cubicBezTo>
                  <a:cubicBezTo>
                    <a:pt x="53" y="510"/>
                    <a:pt x="4" y="951"/>
                    <a:pt x="0" y="1393"/>
                  </a:cubicBezTo>
                  <a:cubicBezTo>
                    <a:pt x="0" y="1843"/>
                    <a:pt x="37" y="2285"/>
                    <a:pt x="102" y="2727"/>
                  </a:cubicBezTo>
                  <a:cubicBezTo>
                    <a:pt x="179" y="3165"/>
                    <a:pt x="288" y="3599"/>
                    <a:pt x="434" y="4020"/>
                  </a:cubicBezTo>
                  <a:cubicBezTo>
                    <a:pt x="580" y="4442"/>
                    <a:pt x="766" y="4847"/>
                    <a:pt x="989" y="5232"/>
                  </a:cubicBezTo>
                  <a:cubicBezTo>
                    <a:pt x="1009" y="5264"/>
                    <a:pt x="1046" y="5283"/>
                    <a:pt x="1084" y="5283"/>
                  </a:cubicBezTo>
                  <a:cubicBezTo>
                    <a:pt x="1100" y="5283"/>
                    <a:pt x="1116" y="5280"/>
                    <a:pt x="1131" y="5273"/>
                  </a:cubicBezTo>
                  <a:cubicBezTo>
                    <a:pt x="1188" y="5248"/>
                    <a:pt x="1216" y="5184"/>
                    <a:pt x="1192" y="5127"/>
                  </a:cubicBezTo>
                  <a:cubicBezTo>
                    <a:pt x="1022" y="4730"/>
                    <a:pt x="872" y="4328"/>
                    <a:pt x="746" y="3919"/>
                  </a:cubicBezTo>
                  <a:cubicBezTo>
                    <a:pt x="616" y="3509"/>
                    <a:pt x="519" y="3092"/>
                    <a:pt x="454" y="2666"/>
                  </a:cubicBezTo>
                  <a:cubicBezTo>
                    <a:pt x="373" y="2245"/>
                    <a:pt x="329" y="1819"/>
                    <a:pt x="316" y="1389"/>
                  </a:cubicBezTo>
                  <a:cubicBezTo>
                    <a:pt x="296" y="959"/>
                    <a:pt x="300" y="530"/>
                    <a:pt x="333" y="100"/>
                  </a:cubicBezTo>
                  <a:cubicBezTo>
                    <a:pt x="333" y="51"/>
                    <a:pt x="296" y="11"/>
                    <a:pt x="252" y="3"/>
                  </a:cubicBezTo>
                  <a:cubicBezTo>
                    <a:pt x="244" y="1"/>
                    <a:pt x="236" y="0"/>
                    <a:pt x="22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" name="Google Shape;5420;p73"/>
            <p:cNvSpPr/>
            <p:nvPr/>
          </p:nvSpPr>
          <p:spPr>
            <a:xfrm>
              <a:off x="3237164" y="4075984"/>
              <a:ext cx="163950" cy="14704"/>
            </a:xfrm>
            <a:custGeom>
              <a:avLst/>
              <a:gdLst/>
              <a:ahLst/>
              <a:cxnLst/>
              <a:rect l="l" t="t" r="r" b="b"/>
              <a:pathLst>
                <a:path w="9455" h="848" extrusionOk="0">
                  <a:moveTo>
                    <a:pt x="136" y="1"/>
                  </a:moveTo>
                  <a:cubicBezTo>
                    <a:pt x="77" y="1"/>
                    <a:pt x="27" y="22"/>
                    <a:pt x="17" y="65"/>
                  </a:cubicBezTo>
                  <a:cubicBezTo>
                    <a:pt x="1" y="113"/>
                    <a:pt x="57" y="174"/>
                    <a:pt x="143" y="195"/>
                  </a:cubicBezTo>
                  <a:cubicBezTo>
                    <a:pt x="888" y="369"/>
                    <a:pt x="1642" y="519"/>
                    <a:pt x="2400" y="616"/>
                  </a:cubicBezTo>
                  <a:cubicBezTo>
                    <a:pt x="3163" y="713"/>
                    <a:pt x="3933" y="795"/>
                    <a:pt x="4699" y="823"/>
                  </a:cubicBezTo>
                  <a:cubicBezTo>
                    <a:pt x="5080" y="839"/>
                    <a:pt x="5463" y="847"/>
                    <a:pt x="5847" y="847"/>
                  </a:cubicBezTo>
                  <a:cubicBezTo>
                    <a:pt x="6230" y="847"/>
                    <a:pt x="6614" y="839"/>
                    <a:pt x="6998" y="823"/>
                  </a:cubicBezTo>
                  <a:cubicBezTo>
                    <a:pt x="7768" y="790"/>
                    <a:pt x="8534" y="718"/>
                    <a:pt x="9292" y="612"/>
                  </a:cubicBezTo>
                  <a:cubicBezTo>
                    <a:pt x="9385" y="596"/>
                    <a:pt x="9454" y="547"/>
                    <a:pt x="9454" y="486"/>
                  </a:cubicBezTo>
                  <a:cubicBezTo>
                    <a:pt x="9454" y="430"/>
                    <a:pt x="9381" y="384"/>
                    <a:pt x="9290" y="384"/>
                  </a:cubicBezTo>
                  <a:cubicBezTo>
                    <a:pt x="9282" y="384"/>
                    <a:pt x="9275" y="384"/>
                    <a:pt x="9268" y="385"/>
                  </a:cubicBezTo>
                  <a:cubicBezTo>
                    <a:pt x="8510" y="446"/>
                    <a:pt x="7743" y="474"/>
                    <a:pt x="6989" y="495"/>
                  </a:cubicBezTo>
                  <a:cubicBezTo>
                    <a:pt x="6772" y="500"/>
                    <a:pt x="6554" y="503"/>
                    <a:pt x="6336" y="503"/>
                  </a:cubicBezTo>
                  <a:cubicBezTo>
                    <a:pt x="5796" y="503"/>
                    <a:pt x="5254" y="488"/>
                    <a:pt x="4711" y="470"/>
                  </a:cubicBezTo>
                  <a:cubicBezTo>
                    <a:pt x="3953" y="446"/>
                    <a:pt x="3191" y="377"/>
                    <a:pt x="2437" y="304"/>
                  </a:cubicBezTo>
                  <a:cubicBezTo>
                    <a:pt x="1683" y="227"/>
                    <a:pt x="929" y="126"/>
                    <a:pt x="179" y="4"/>
                  </a:cubicBezTo>
                  <a:cubicBezTo>
                    <a:pt x="165" y="2"/>
                    <a:pt x="150" y="1"/>
                    <a:pt x="13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" name="Google Shape;5421;p73"/>
            <p:cNvSpPr/>
            <p:nvPr/>
          </p:nvSpPr>
          <p:spPr>
            <a:xfrm>
              <a:off x="3267457" y="4045258"/>
              <a:ext cx="98509" cy="9641"/>
            </a:xfrm>
            <a:custGeom>
              <a:avLst/>
              <a:gdLst/>
              <a:ahLst/>
              <a:cxnLst/>
              <a:rect l="l" t="t" r="r" b="b"/>
              <a:pathLst>
                <a:path w="5681" h="556" extrusionOk="0">
                  <a:moveTo>
                    <a:pt x="114" y="0"/>
                  </a:moveTo>
                  <a:cubicBezTo>
                    <a:pt x="62" y="0"/>
                    <a:pt x="21" y="33"/>
                    <a:pt x="13" y="82"/>
                  </a:cubicBezTo>
                  <a:cubicBezTo>
                    <a:pt x="1" y="134"/>
                    <a:pt x="37" y="183"/>
                    <a:pt x="86" y="195"/>
                  </a:cubicBezTo>
                  <a:cubicBezTo>
                    <a:pt x="540" y="280"/>
                    <a:pt x="994" y="357"/>
                    <a:pt x="1452" y="402"/>
                  </a:cubicBezTo>
                  <a:cubicBezTo>
                    <a:pt x="1906" y="446"/>
                    <a:pt x="2356" y="507"/>
                    <a:pt x="2818" y="523"/>
                  </a:cubicBezTo>
                  <a:cubicBezTo>
                    <a:pt x="3280" y="540"/>
                    <a:pt x="3734" y="556"/>
                    <a:pt x="4197" y="556"/>
                  </a:cubicBezTo>
                  <a:cubicBezTo>
                    <a:pt x="4659" y="556"/>
                    <a:pt x="5113" y="536"/>
                    <a:pt x="5575" y="499"/>
                  </a:cubicBezTo>
                  <a:cubicBezTo>
                    <a:pt x="5632" y="495"/>
                    <a:pt x="5676" y="450"/>
                    <a:pt x="5676" y="394"/>
                  </a:cubicBezTo>
                  <a:cubicBezTo>
                    <a:pt x="5680" y="329"/>
                    <a:pt x="5632" y="276"/>
                    <a:pt x="5571" y="276"/>
                  </a:cubicBezTo>
                  <a:lnTo>
                    <a:pt x="4201" y="223"/>
                  </a:lnTo>
                  <a:cubicBezTo>
                    <a:pt x="3747" y="215"/>
                    <a:pt x="3297" y="191"/>
                    <a:pt x="2839" y="171"/>
                  </a:cubicBezTo>
                  <a:cubicBezTo>
                    <a:pt x="2384" y="150"/>
                    <a:pt x="1930" y="122"/>
                    <a:pt x="1476" y="94"/>
                  </a:cubicBezTo>
                  <a:lnTo>
                    <a:pt x="114" y="0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" name="Google Shape;5422;p73"/>
            <p:cNvSpPr/>
            <p:nvPr/>
          </p:nvSpPr>
          <p:spPr>
            <a:xfrm>
              <a:off x="2928303" y="2862410"/>
              <a:ext cx="172221" cy="139431"/>
            </a:xfrm>
            <a:custGeom>
              <a:avLst/>
              <a:gdLst/>
              <a:ahLst/>
              <a:cxnLst/>
              <a:rect l="l" t="t" r="r" b="b"/>
              <a:pathLst>
                <a:path w="9932" h="8041" extrusionOk="0">
                  <a:moveTo>
                    <a:pt x="125" y="1"/>
                  </a:moveTo>
                  <a:cubicBezTo>
                    <a:pt x="76" y="1"/>
                    <a:pt x="32" y="90"/>
                    <a:pt x="24" y="209"/>
                  </a:cubicBezTo>
                  <a:cubicBezTo>
                    <a:pt x="0" y="1320"/>
                    <a:pt x="511" y="2378"/>
                    <a:pt x="1257" y="3192"/>
                  </a:cubicBezTo>
                  <a:cubicBezTo>
                    <a:pt x="2003" y="4007"/>
                    <a:pt x="2939" y="4591"/>
                    <a:pt x="3880" y="5110"/>
                  </a:cubicBezTo>
                  <a:lnTo>
                    <a:pt x="6746" y="6573"/>
                  </a:lnTo>
                  <a:cubicBezTo>
                    <a:pt x="7702" y="7052"/>
                    <a:pt x="8667" y="7526"/>
                    <a:pt x="9628" y="7992"/>
                  </a:cubicBezTo>
                  <a:cubicBezTo>
                    <a:pt x="9693" y="8024"/>
                    <a:pt x="9758" y="8040"/>
                    <a:pt x="9808" y="8040"/>
                  </a:cubicBezTo>
                  <a:cubicBezTo>
                    <a:pt x="9848" y="8040"/>
                    <a:pt x="9879" y="8030"/>
                    <a:pt x="9896" y="8008"/>
                  </a:cubicBezTo>
                  <a:cubicBezTo>
                    <a:pt x="9932" y="7956"/>
                    <a:pt x="9855" y="7862"/>
                    <a:pt x="9733" y="7789"/>
                  </a:cubicBezTo>
                  <a:cubicBezTo>
                    <a:pt x="8793" y="7279"/>
                    <a:pt x="7844" y="6776"/>
                    <a:pt x="6896" y="6281"/>
                  </a:cubicBezTo>
                  <a:lnTo>
                    <a:pt x="4050" y="4794"/>
                  </a:lnTo>
                  <a:cubicBezTo>
                    <a:pt x="3118" y="4303"/>
                    <a:pt x="2189" y="3736"/>
                    <a:pt x="1484" y="2982"/>
                  </a:cubicBezTo>
                  <a:cubicBezTo>
                    <a:pt x="783" y="2228"/>
                    <a:pt x="256" y="1255"/>
                    <a:pt x="219" y="205"/>
                  </a:cubicBezTo>
                  <a:cubicBezTo>
                    <a:pt x="219" y="103"/>
                    <a:pt x="183" y="10"/>
                    <a:pt x="134" y="2"/>
                  </a:cubicBezTo>
                  <a:cubicBezTo>
                    <a:pt x="131" y="1"/>
                    <a:pt x="128" y="1"/>
                    <a:pt x="12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" name="Google Shape;5423;p73"/>
            <p:cNvSpPr/>
            <p:nvPr/>
          </p:nvSpPr>
          <p:spPr>
            <a:xfrm>
              <a:off x="2879301" y="3762165"/>
              <a:ext cx="102289" cy="194503"/>
            </a:xfrm>
            <a:custGeom>
              <a:avLst/>
              <a:gdLst/>
              <a:ahLst/>
              <a:cxnLst/>
              <a:rect l="l" t="t" r="r" b="b"/>
              <a:pathLst>
                <a:path w="5899" h="11217" extrusionOk="0">
                  <a:moveTo>
                    <a:pt x="5793" y="0"/>
                  </a:moveTo>
                  <a:cubicBezTo>
                    <a:pt x="5736" y="0"/>
                    <a:pt x="5679" y="97"/>
                    <a:pt x="5660" y="225"/>
                  </a:cubicBezTo>
                  <a:cubicBezTo>
                    <a:pt x="5518" y="1242"/>
                    <a:pt x="5291" y="2252"/>
                    <a:pt x="4979" y="3233"/>
                  </a:cubicBezTo>
                  <a:cubicBezTo>
                    <a:pt x="4675" y="4214"/>
                    <a:pt x="4281" y="5166"/>
                    <a:pt x="3803" y="6078"/>
                  </a:cubicBezTo>
                  <a:cubicBezTo>
                    <a:pt x="3341" y="6995"/>
                    <a:pt x="2798" y="7870"/>
                    <a:pt x="2173" y="8685"/>
                  </a:cubicBezTo>
                  <a:cubicBezTo>
                    <a:pt x="1553" y="9512"/>
                    <a:pt x="864" y="10282"/>
                    <a:pt x="114" y="10992"/>
                  </a:cubicBezTo>
                  <a:cubicBezTo>
                    <a:pt x="41" y="11065"/>
                    <a:pt x="1" y="11150"/>
                    <a:pt x="29" y="11194"/>
                  </a:cubicBezTo>
                  <a:cubicBezTo>
                    <a:pt x="40" y="11209"/>
                    <a:pt x="57" y="11216"/>
                    <a:pt x="79" y="11216"/>
                  </a:cubicBezTo>
                  <a:cubicBezTo>
                    <a:pt x="124" y="11216"/>
                    <a:pt x="186" y="11188"/>
                    <a:pt x="248" y="11134"/>
                  </a:cubicBezTo>
                  <a:cubicBezTo>
                    <a:pt x="1046" y="10457"/>
                    <a:pt x="1772" y="9698"/>
                    <a:pt x="2421" y="8880"/>
                  </a:cubicBezTo>
                  <a:cubicBezTo>
                    <a:pt x="3065" y="8053"/>
                    <a:pt x="3637" y="7169"/>
                    <a:pt x="4123" y="6245"/>
                  </a:cubicBezTo>
                  <a:cubicBezTo>
                    <a:pt x="4598" y="5308"/>
                    <a:pt x="4991" y="4335"/>
                    <a:pt x="5295" y="3330"/>
                  </a:cubicBezTo>
                  <a:cubicBezTo>
                    <a:pt x="5595" y="2325"/>
                    <a:pt x="5789" y="1295"/>
                    <a:pt x="5883" y="249"/>
                  </a:cubicBezTo>
                  <a:cubicBezTo>
                    <a:pt x="5899" y="123"/>
                    <a:pt x="5866" y="18"/>
                    <a:pt x="5806" y="2"/>
                  </a:cubicBezTo>
                  <a:cubicBezTo>
                    <a:pt x="5801" y="1"/>
                    <a:pt x="5797" y="0"/>
                    <a:pt x="579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" name="Google Shape;5424;p73"/>
            <p:cNvSpPr/>
            <p:nvPr/>
          </p:nvSpPr>
          <p:spPr>
            <a:xfrm>
              <a:off x="2948609" y="3804787"/>
              <a:ext cx="52887" cy="105757"/>
            </a:xfrm>
            <a:custGeom>
              <a:avLst/>
              <a:gdLst/>
              <a:ahLst/>
              <a:cxnLst/>
              <a:rect l="l" t="t" r="r" b="b"/>
              <a:pathLst>
                <a:path w="3050" h="6099" extrusionOk="0">
                  <a:moveTo>
                    <a:pt x="2935" y="1"/>
                  </a:moveTo>
                  <a:cubicBezTo>
                    <a:pt x="2880" y="1"/>
                    <a:pt x="2828" y="38"/>
                    <a:pt x="2814" y="94"/>
                  </a:cubicBezTo>
                  <a:cubicBezTo>
                    <a:pt x="2644" y="608"/>
                    <a:pt x="2453" y="1119"/>
                    <a:pt x="2259" y="1622"/>
                  </a:cubicBezTo>
                  <a:cubicBezTo>
                    <a:pt x="2068" y="2125"/>
                    <a:pt x="1833" y="2615"/>
                    <a:pt x="1610" y="3106"/>
                  </a:cubicBezTo>
                  <a:cubicBezTo>
                    <a:pt x="1387" y="3600"/>
                    <a:pt x="1132" y="4074"/>
                    <a:pt x="868" y="4545"/>
                  </a:cubicBezTo>
                  <a:cubicBezTo>
                    <a:pt x="605" y="5019"/>
                    <a:pt x="325" y="5485"/>
                    <a:pt x="29" y="5939"/>
                  </a:cubicBezTo>
                  <a:cubicBezTo>
                    <a:pt x="1" y="5980"/>
                    <a:pt x="5" y="6041"/>
                    <a:pt x="41" y="6077"/>
                  </a:cubicBezTo>
                  <a:cubicBezTo>
                    <a:pt x="59" y="6091"/>
                    <a:pt x="80" y="6098"/>
                    <a:pt x="102" y="6098"/>
                  </a:cubicBezTo>
                  <a:cubicBezTo>
                    <a:pt x="135" y="6098"/>
                    <a:pt x="168" y="6082"/>
                    <a:pt x="187" y="6053"/>
                  </a:cubicBezTo>
                  <a:cubicBezTo>
                    <a:pt x="528" y="5619"/>
                    <a:pt x="844" y="5169"/>
                    <a:pt x="1136" y="4703"/>
                  </a:cubicBezTo>
                  <a:cubicBezTo>
                    <a:pt x="1424" y="4237"/>
                    <a:pt x="1687" y="3754"/>
                    <a:pt x="1930" y="3260"/>
                  </a:cubicBezTo>
                  <a:cubicBezTo>
                    <a:pt x="2169" y="2761"/>
                    <a:pt x="2384" y="2254"/>
                    <a:pt x="2567" y="1739"/>
                  </a:cubicBezTo>
                  <a:cubicBezTo>
                    <a:pt x="2753" y="1221"/>
                    <a:pt x="2907" y="690"/>
                    <a:pt x="3029" y="154"/>
                  </a:cubicBezTo>
                  <a:cubicBezTo>
                    <a:pt x="3049" y="94"/>
                    <a:pt x="3021" y="33"/>
                    <a:pt x="2964" y="4"/>
                  </a:cubicBezTo>
                  <a:cubicBezTo>
                    <a:pt x="2954" y="2"/>
                    <a:pt x="2945" y="1"/>
                    <a:pt x="29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" name="Google Shape;5425;p73"/>
            <p:cNvSpPr/>
            <p:nvPr/>
          </p:nvSpPr>
          <p:spPr>
            <a:xfrm>
              <a:off x="2837893" y="2947844"/>
              <a:ext cx="68493" cy="530517"/>
            </a:xfrm>
            <a:custGeom>
              <a:avLst/>
              <a:gdLst/>
              <a:ahLst/>
              <a:cxnLst/>
              <a:rect l="l" t="t" r="r" b="b"/>
              <a:pathLst>
                <a:path w="3950" h="30595" extrusionOk="0">
                  <a:moveTo>
                    <a:pt x="3888" y="0"/>
                  </a:moveTo>
                  <a:cubicBezTo>
                    <a:pt x="3837" y="0"/>
                    <a:pt x="3731" y="184"/>
                    <a:pt x="3645" y="426"/>
                  </a:cubicBezTo>
                  <a:cubicBezTo>
                    <a:pt x="2753" y="2773"/>
                    <a:pt x="2028" y="5177"/>
                    <a:pt x="1468" y="7626"/>
                  </a:cubicBezTo>
                  <a:cubicBezTo>
                    <a:pt x="913" y="10074"/>
                    <a:pt x="520" y="12555"/>
                    <a:pt x="285" y="15052"/>
                  </a:cubicBezTo>
                  <a:cubicBezTo>
                    <a:pt x="62" y="17553"/>
                    <a:pt x="1" y="20067"/>
                    <a:pt x="106" y="22572"/>
                  </a:cubicBezTo>
                  <a:cubicBezTo>
                    <a:pt x="208" y="25081"/>
                    <a:pt x="487" y="27578"/>
                    <a:pt x="937" y="30047"/>
                  </a:cubicBezTo>
                  <a:cubicBezTo>
                    <a:pt x="990" y="30347"/>
                    <a:pt x="1071" y="30586"/>
                    <a:pt x="1136" y="30594"/>
                  </a:cubicBezTo>
                  <a:cubicBezTo>
                    <a:pt x="1137" y="30595"/>
                    <a:pt x="1139" y="30595"/>
                    <a:pt x="1140" y="30595"/>
                  </a:cubicBezTo>
                  <a:cubicBezTo>
                    <a:pt x="1201" y="30595"/>
                    <a:pt x="1212" y="30336"/>
                    <a:pt x="1160" y="30015"/>
                  </a:cubicBezTo>
                  <a:cubicBezTo>
                    <a:pt x="763" y="27546"/>
                    <a:pt x="524" y="25061"/>
                    <a:pt x="435" y="22564"/>
                  </a:cubicBezTo>
                  <a:cubicBezTo>
                    <a:pt x="256" y="17570"/>
                    <a:pt x="706" y="12575"/>
                    <a:pt x="1772" y="7690"/>
                  </a:cubicBezTo>
                  <a:cubicBezTo>
                    <a:pt x="2308" y="5250"/>
                    <a:pt x="2993" y="2846"/>
                    <a:pt x="3828" y="491"/>
                  </a:cubicBezTo>
                  <a:cubicBezTo>
                    <a:pt x="3909" y="248"/>
                    <a:pt x="3949" y="41"/>
                    <a:pt x="3901" y="4"/>
                  </a:cubicBezTo>
                  <a:cubicBezTo>
                    <a:pt x="3897" y="1"/>
                    <a:pt x="3893" y="0"/>
                    <a:pt x="38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" name="Google Shape;5426;p73"/>
            <p:cNvSpPr/>
            <p:nvPr/>
          </p:nvSpPr>
          <p:spPr>
            <a:xfrm>
              <a:off x="2868411" y="2985853"/>
              <a:ext cx="51396" cy="222247"/>
            </a:xfrm>
            <a:custGeom>
              <a:avLst/>
              <a:gdLst/>
              <a:ahLst/>
              <a:cxnLst/>
              <a:rect l="l" t="t" r="r" b="b"/>
              <a:pathLst>
                <a:path w="2964" h="12817" extrusionOk="0">
                  <a:moveTo>
                    <a:pt x="2891" y="1"/>
                  </a:moveTo>
                  <a:cubicBezTo>
                    <a:pt x="2844" y="1"/>
                    <a:pt x="2783" y="68"/>
                    <a:pt x="2745" y="164"/>
                  </a:cubicBezTo>
                  <a:cubicBezTo>
                    <a:pt x="2343" y="1149"/>
                    <a:pt x="1987" y="2150"/>
                    <a:pt x="1670" y="3163"/>
                  </a:cubicBezTo>
                  <a:cubicBezTo>
                    <a:pt x="1358" y="4181"/>
                    <a:pt x="1087" y="5211"/>
                    <a:pt x="856" y="6248"/>
                  </a:cubicBezTo>
                  <a:cubicBezTo>
                    <a:pt x="629" y="7290"/>
                    <a:pt x="442" y="8336"/>
                    <a:pt x="296" y="9390"/>
                  </a:cubicBezTo>
                  <a:cubicBezTo>
                    <a:pt x="150" y="10444"/>
                    <a:pt x="53" y="11506"/>
                    <a:pt x="4" y="12568"/>
                  </a:cubicBezTo>
                  <a:cubicBezTo>
                    <a:pt x="0" y="12694"/>
                    <a:pt x="33" y="12807"/>
                    <a:pt x="94" y="12816"/>
                  </a:cubicBezTo>
                  <a:cubicBezTo>
                    <a:pt x="97" y="12816"/>
                    <a:pt x="100" y="12817"/>
                    <a:pt x="103" y="12817"/>
                  </a:cubicBezTo>
                  <a:cubicBezTo>
                    <a:pt x="161" y="12817"/>
                    <a:pt x="216" y="12719"/>
                    <a:pt x="231" y="12585"/>
                  </a:cubicBezTo>
                  <a:cubicBezTo>
                    <a:pt x="333" y="11531"/>
                    <a:pt x="466" y="10481"/>
                    <a:pt x="621" y="9439"/>
                  </a:cubicBezTo>
                  <a:cubicBezTo>
                    <a:pt x="779" y="8393"/>
                    <a:pt x="977" y="7359"/>
                    <a:pt x="1200" y="6325"/>
                  </a:cubicBezTo>
                  <a:cubicBezTo>
                    <a:pt x="1423" y="5292"/>
                    <a:pt x="1674" y="4270"/>
                    <a:pt x="1970" y="3257"/>
                  </a:cubicBezTo>
                  <a:cubicBezTo>
                    <a:pt x="2258" y="2243"/>
                    <a:pt x="2578" y="1234"/>
                    <a:pt x="2923" y="229"/>
                  </a:cubicBezTo>
                  <a:cubicBezTo>
                    <a:pt x="2960" y="127"/>
                    <a:pt x="2964" y="34"/>
                    <a:pt x="2911" y="6"/>
                  </a:cubicBezTo>
                  <a:cubicBezTo>
                    <a:pt x="2905" y="2"/>
                    <a:pt x="2898" y="1"/>
                    <a:pt x="289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" name="Google Shape;5427;p73"/>
            <p:cNvSpPr/>
            <p:nvPr/>
          </p:nvSpPr>
          <p:spPr>
            <a:xfrm>
              <a:off x="3153463" y="3086737"/>
              <a:ext cx="94902" cy="122299"/>
            </a:xfrm>
            <a:custGeom>
              <a:avLst/>
              <a:gdLst/>
              <a:ahLst/>
              <a:cxnLst/>
              <a:rect l="l" t="t" r="r" b="b"/>
              <a:pathLst>
                <a:path w="5473" h="7053" extrusionOk="0">
                  <a:moveTo>
                    <a:pt x="2832" y="4057"/>
                  </a:moveTo>
                  <a:cubicBezTo>
                    <a:pt x="2874" y="4057"/>
                    <a:pt x="2918" y="4060"/>
                    <a:pt x="2963" y="4067"/>
                  </a:cubicBezTo>
                  <a:cubicBezTo>
                    <a:pt x="3924" y="4209"/>
                    <a:pt x="4041" y="5640"/>
                    <a:pt x="2825" y="5810"/>
                  </a:cubicBezTo>
                  <a:cubicBezTo>
                    <a:pt x="2779" y="5816"/>
                    <a:pt x="2735" y="5819"/>
                    <a:pt x="2693" y="5819"/>
                  </a:cubicBezTo>
                  <a:cubicBezTo>
                    <a:pt x="1667" y="5819"/>
                    <a:pt x="1849" y="4057"/>
                    <a:pt x="2832" y="4057"/>
                  </a:cubicBezTo>
                  <a:close/>
                  <a:moveTo>
                    <a:pt x="2501" y="1"/>
                  </a:moveTo>
                  <a:cubicBezTo>
                    <a:pt x="1930" y="1"/>
                    <a:pt x="0" y="6086"/>
                    <a:pt x="389" y="6552"/>
                  </a:cubicBezTo>
                  <a:cubicBezTo>
                    <a:pt x="627" y="6837"/>
                    <a:pt x="2066" y="7052"/>
                    <a:pt x="3273" y="7052"/>
                  </a:cubicBezTo>
                  <a:cubicBezTo>
                    <a:pt x="4039" y="7052"/>
                    <a:pt x="4712" y="6965"/>
                    <a:pt x="4925" y="6754"/>
                  </a:cubicBezTo>
                  <a:cubicBezTo>
                    <a:pt x="5472" y="6215"/>
                    <a:pt x="4317" y="301"/>
                    <a:pt x="3916" y="167"/>
                  </a:cubicBezTo>
                  <a:cubicBezTo>
                    <a:pt x="3518" y="33"/>
                    <a:pt x="2505" y="1"/>
                    <a:pt x="2505" y="1"/>
                  </a:cubicBezTo>
                  <a:cubicBezTo>
                    <a:pt x="2504" y="1"/>
                    <a:pt x="2503" y="1"/>
                    <a:pt x="25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" name="Google Shape;5428;p73"/>
            <p:cNvSpPr/>
            <p:nvPr/>
          </p:nvSpPr>
          <p:spPr>
            <a:xfrm>
              <a:off x="3145851" y="3080547"/>
              <a:ext cx="109467" cy="134714"/>
            </a:xfrm>
            <a:custGeom>
              <a:avLst/>
              <a:gdLst/>
              <a:ahLst/>
              <a:cxnLst/>
              <a:rect l="l" t="t" r="r" b="b"/>
              <a:pathLst>
                <a:path w="6313" h="7769" extrusionOk="0">
                  <a:moveTo>
                    <a:pt x="3268" y="4764"/>
                  </a:moveTo>
                  <a:lnTo>
                    <a:pt x="3345" y="4772"/>
                  </a:lnTo>
                  <a:cubicBezTo>
                    <a:pt x="3605" y="4797"/>
                    <a:pt x="3799" y="5020"/>
                    <a:pt x="3795" y="5279"/>
                  </a:cubicBezTo>
                  <a:cubicBezTo>
                    <a:pt x="3791" y="5563"/>
                    <a:pt x="3580" y="5766"/>
                    <a:pt x="3215" y="5814"/>
                  </a:cubicBezTo>
                  <a:cubicBezTo>
                    <a:pt x="3188" y="5817"/>
                    <a:pt x="3163" y="5819"/>
                    <a:pt x="3140" y="5819"/>
                  </a:cubicBezTo>
                  <a:cubicBezTo>
                    <a:pt x="2977" y="5819"/>
                    <a:pt x="2910" y="5749"/>
                    <a:pt x="2871" y="5688"/>
                  </a:cubicBezTo>
                  <a:cubicBezTo>
                    <a:pt x="2757" y="5510"/>
                    <a:pt x="2802" y="5149"/>
                    <a:pt x="2919" y="4975"/>
                  </a:cubicBezTo>
                  <a:cubicBezTo>
                    <a:pt x="3037" y="4797"/>
                    <a:pt x="3175" y="4764"/>
                    <a:pt x="3268" y="4764"/>
                  </a:cubicBezTo>
                  <a:close/>
                  <a:moveTo>
                    <a:pt x="3270" y="4052"/>
                  </a:moveTo>
                  <a:cubicBezTo>
                    <a:pt x="2888" y="4052"/>
                    <a:pt x="2527" y="4249"/>
                    <a:pt x="2324" y="4582"/>
                  </a:cubicBezTo>
                  <a:cubicBezTo>
                    <a:pt x="2032" y="5036"/>
                    <a:pt x="2007" y="5660"/>
                    <a:pt x="2271" y="6070"/>
                  </a:cubicBezTo>
                  <a:cubicBezTo>
                    <a:pt x="2453" y="6359"/>
                    <a:pt x="2771" y="6532"/>
                    <a:pt x="3111" y="6532"/>
                  </a:cubicBezTo>
                  <a:cubicBezTo>
                    <a:pt x="3119" y="6532"/>
                    <a:pt x="3127" y="6532"/>
                    <a:pt x="3134" y="6532"/>
                  </a:cubicBezTo>
                  <a:cubicBezTo>
                    <a:pt x="3191" y="6528"/>
                    <a:pt x="3252" y="6524"/>
                    <a:pt x="3309" y="6515"/>
                  </a:cubicBezTo>
                  <a:cubicBezTo>
                    <a:pt x="4132" y="6402"/>
                    <a:pt x="4500" y="5814"/>
                    <a:pt x="4505" y="5283"/>
                  </a:cubicBezTo>
                  <a:cubicBezTo>
                    <a:pt x="4509" y="4671"/>
                    <a:pt x="4059" y="4152"/>
                    <a:pt x="3451" y="4067"/>
                  </a:cubicBezTo>
                  <a:cubicBezTo>
                    <a:pt x="3390" y="4057"/>
                    <a:pt x="3330" y="4052"/>
                    <a:pt x="3270" y="4052"/>
                  </a:cubicBezTo>
                  <a:close/>
                  <a:moveTo>
                    <a:pt x="3029" y="719"/>
                  </a:moveTo>
                  <a:cubicBezTo>
                    <a:pt x="3373" y="731"/>
                    <a:pt x="3888" y="775"/>
                    <a:pt x="4156" y="832"/>
                  </a:cubicBezTo>
                  <a:cubicBezTo>
                    <a:pt x="4565" y="1578"/>
                    <a:pt x="5400" y="6317"/>
                    <a:pt x="5113" y="6860"/>
                  </a:cubicBezTo>
                  <a:cubicBezTo>
                    <a:pt x="4967" y="6995"/>
                    <a:pt x="4387" y="7054"/>
                    <a:pt x="3709" y="7054"/>
                  </a:cubicBezTo>
                  <a:cubicBezTo>
                    <a:pt x="2691" y="7054"/>
                    <a:pt x="1453" y="6920"/>
                    <a:pt x="1132" y="6706"/>
                  </a:cubicBezTo>
                  <a:cubicBezTo>
                    <a:pt x="1034" y="5928"/>
                    <a:pt x="2494" y="1339"/>
                    <a:pt x="3029" y="719"/>
                  </a:cubicBezTo>
                  <a:close/>
                  <a:moveTo>
                    <a:pt x="2954" y="1"/>
                  </a:moveTo>
                  <a:cubicBezTo>
                    <a:pt x="2649" y="1"/>
                    <a:pt x="2415" y="296"/>
                    <a:pt x="2170" y="787"/>
                  </a:cubicBezTo>
                  <a:cubicBezTo>
                    <a:pt x="1643" y="1833"/>
                    <a:pt x="1" y="6471"/>
                    <a:pt x="552" y="7140"/>
                  </a:cubicBezTo>
                  <a:cubicBezTo>
                    <a:pt x="945" y="7610"/>
                    <a:pt x="2619" y="7723"/>
                    <a:pt x="3126" y="7752"/>
                  </a:cubicBezTo>
                  <a:cubicBezTo>
                    <a:pt x="3321" y="7760"/>
                    <a:pt x="3519" y="7768"/>
                    <a:pt x="3726" y="7768"/>
                  </a:cubicBezTo>
                  <a:cubicBezTo>
                    <a:pt x="4496" y="7768"/>
                    <a:pt x="5291" y="7679"/>
                    <a:pt x="5611" y="7363"/>
                  </a:cubicBezTo>
                  <a:cubicBezTo>
                    <a:pt x="6313" y="6670"/>
                    <a:pt x="5307" y="2263"/>
                    <a:pt x="5259" y="2077"/>
                  </a:cubicBezTo>
                  <a:cubicBezTo>
                    <a:pt x="4853" y="317"/>
                    <a:pt x="4646" y="244"/>
                    <a:pt x="4472" y="183"/>
                  </a:cubicBezTo>
                  <a:cubicBezTo>
                    <a:pt x="4034" y="37"/>
                    <a:pt x="3061" y="9"/>
                    <a:pt x="2960" y="1"/>
                  </a:cubicBezTo>
                  <a:cubicBezTo>
                    <a:pt x="2958" y="1"/>
                    <a:pt x="2956" y="1"/>
                    <a:pt x="295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" name="Google Shape;5429;p73"/>
            <p:cNvSpPr/>
            <p:nvPr/>
          </p:nvSpPr>
          <p:spPr>
            <a:xfrm>
              <a:off x="2809004" y="3649472"/>
              <a:ext cx="295820" cy="244945"/>
            </a:xfrm>
            <a:custGeom>
              <a:avLst/>
              <a:gdLst/>
              <a:ahLst/>
              <a:cxnLst/>
              <a:rect l="l" t="t" r="r" b="b"/>
              <a:pathLst>
                <a:path w="17060" h="14126" extrusionOk="0">
                  <a:moveTo>
                    <a:pt x="5697" y="1"/>
                  </a:moveTo>
                  <a:cubicBezTo>
                    <a:pt x="5616" y="1"/>
                    <a:pt x="5537" y="28"/>
                    <a:pt x="5473" y="80"/>
                  </a:cubicBezTo>
                  <a:cubicBezTo>
                    <a:pt x="5380" y="157"/>
                    <a:pt x="5332" y="270"/>
                    <a:pt x="5340" y="388"/>
                  </a:cubicBezTo>
                  <a:cubicBezTo>
                    <a:pt x="5352" y="465"/>
                    <a:pt x="5984" y="8394"/>
                    <a:pt x="167" y="13510"/>
                  </a:cubicBezTo>
                  <a:cubicBezTo>
                    <a:pt x="17" y="13635"/>
                    <a:pt x="1" y="13862"/>
                    <a:pt x="131" y="14008"/>
                  </a:cubicBezTo>
                  <a:cubicBezTo>
                    <a:pt x="199" y="14085"/>
                    <a:pt x="297" y="14126"/>
                    <a:pt x="398" y="14126"/>
                  </a:cubicBezTo>
                  <a:cubicBezTo>
                    <a:pt x="483" y="14126"/>
                    <a:pt x="568" y="14098"/>
                    <a:pt x="633" y="14041"/>
                  </a:cubicBezTo>
                  <a:cubicBezTo>
                    <a:pt x="5863" y="9448"/>
                    <a:pt x="6110" y="2710"/>
                    <a:pt x="6069" y="829"/>
                  </a:cubicBezTo>
                  <a:lnTo>
                    <a:pt x="6069" y="829"/>
                  </a:lnTo>
                  <a:cubicBezTo>
                    <a:pt x="9386" y="1696"/>
                    <a:pt x="13274" y="1825"/>
                    <a:pt x="15311" y="1825"/>
                  </a:cubicBezTo>
                  <a:cubicBezTo>
                    <a:pt x="16122" y="1825"/>
                    <a:pt x="16639" y="1805"/>
                    <a:pt x="16711" y="1802"/>
                  </a:cubicBezTo>
                  <a:cubicBezTo>
                    <a:pt x="16905" y="1794"/>
                    <a:pt x="17059" y="1628"/>
                    <a:pt x="17051" y="1434"/>
                  </a:cubicBezTo>
                  <a:cubicBezTo>
                    <a:pt x="17043" y="1240"/>
                    <a:pt x="16885" y="1093"/>
                    <a:pt x="16697" y="1093"/>
                  </a:cubicBezTo>
                  <a:cubicBezTo>
                    <a:pt x="16692" y="1093"/>
                    <a:pt x="16687" y="1093"/>
                    <a:pt x="16682" y="1093"/>
                  </a:cubicBezTo>
                  <a:cubicBezTo>
                    <a:pt x="16664" y="1093"/>
                    <a:pt x="16190" y="1111"/>
                    <a:pt x="15419" y="1111"/>
                  </a:cubicBezTo>
                  <a:cubicBezTo>
                    <a:pt x="13351" y="1111"/>
                    <a:pt x="9140" y="980"/>
                    <a:pt x="5798" y="15"/>
                  </a:cubicBezTo>
                  <a:cubicBezTo>
                    <a:pt x="5765" y="5"/>
                    <a:pt x="5731" y="1"/>
                    <a:pt x="569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" name="Google Shape;5430;p73"/>
            <p:cNvSpPr/>
            <p:nvPr/>
          </p:nvSpPr>
          <p:spPr>
            <a:xfrm>
              <a:off x="2810478" y="3659530"/>
              <a:ext cx="166273" cy="296965"/>
            </a:xfrm>
            <a:custGeom>
              <a:avLst/>
              <a:gdLst/>
              <a:ahLst/>
              <a:cxnLst/>
              <a:rect l="l" t="t" r="r" b="b"/>
              <a:pathLst>
                <a:path w="9589" h="17126" extrusionOk="0">
                  <a:moveTo>
                    <a:pt x="8227" y="0"/>
                  </a:moveTo>
                  <a:cubicBezTo>
                    <a:pt x="8214" y="0"/>
                    <a:pt x="8202" y="1"/>
                    <a:pt x="8190" y="2"/>
                  </a:cubicBezTo>
                  <a:cubicBezTo>
                    <a:pt x="7995" y="22"/>
                    <a:pt x="7853" y="197"/>
                    <a:pt x="7869" y="391"/>
                  </a:cubicBezTo>
                  <a:cubicBezTo>
                    <a:pt x="7886" y="497"/>
                    <a:pt x="8838" y="11077"/>
                    <a:pt x="220" y="16469"/>
                  </a:cubicBezTo>
                  <a:cubicBezTo>
                    <a:pt x="50" y="16574"/>
                    <a:pt x="1" y="16793"/>
                    <a:pt x="106" y="16955"/>
                  </a:cubicBezTo>
                  <a:cubicBezTo>
                    <a:pt x="171" y="17061"/>
                    <a:pt x="285" y="17121"/>
                    <a:pt x="406" y="17126"/>
                  </a:cubicBezTo>
                  <a:cubicBezTo>
                    <a:pt x="471" y="17126"/>
                    <a:pt x="536" y="17105"/>
                    <a:pt x="593" y="17069"/>
                  </a:cubicBezTo>
                  <a:cubicBezTo>
                    <a:pt x="9588" y="11454"/>
                    <a:pt x="8591" y="432"/>
                    <a:pt x="8579" y="322"/>
                  </a:cubicBezTo>
                  <a:cubicBezTo>
                    <a:pt x="8560" y="137"/>
                    <a:pt x="8406" y="0"/>
                    <a:pt x="822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" name="Google Shape;5431;p73"/>
            <p:cNvSpPr/>
            <p:nvPr/>
          </p:nvSpPr>
          <p:spPr>
            <a:xfrm>
              <a:off x="3270768" y="3655229"/>
              <a:ext cx="445465" cy="324258"/>
            </a:xfrm>
            <a:custGeom>
              <a:avLst/>
              <a:gdLst/>
              <a:ahLst/>
              <a:cxnLst/>
              <a:rect l="l" t="t" r="r" b="b"/>
              <a:pathLst>
                <a:path w="25690" h="18700" extrusionOk="0">
                  <a:moveTo>
                    <a:pt x="12260" y="0"/>
                  </a:moveTo>
                  <a:cubicBezTo>
                    <a:pt x="12230" y="0"/>
                    <a:pt x="12200" y="4"/>
                    <a:pt x="12170" y="11"/>
                  </a:cubicBezTo>
                  <a:cubicBezTo>
                    <a:pt x="9261" y="790"/>
                    <a:pt x="6670" y="1010"/>
                    <a:pt x="4671" y="1010"/>
                  </a:cubicBezTo>
                  <a:cubicBezTo>
                    <a:pt x="2101" y="1010"/>
                    <a:pt x="510" y="646"/>
                    <a:pt x="483" y="639"/>
                  </a:cubicBezTo>
                  <a:cubicBezTo>
                    <a:pt x="452" y="631"/>
                    <a:pt x="421" y="627"/>
                    <a:pt x="390" y="627"/>
                  </a:cubicBezTo>
                  <a:cubicBezTo>
                    <a:pt x="232" y="627"/>
                    <a:pt x="86" y="736"/>
                    <a:pt x="45" y="899"/>
                  </a:cubicBezTo>
                  <a:cubicBezTo>
                    <a:pt x="0" y="1093"/>
                    <a:pt x="122" y="1288"/>
                    <a:pt x="317" y="1329"/>
                  </a:cubicBezTo>
                  <a:cubicBezTo>
                    <a:pt x="435" y="1359"/>
                    <a:pt x="2053" y="1730"/>
                    <a:pt x="4657" y="1730"/>
                  </a:cubicBezTo>
                  <a:cubicBezTo>
                    <a:pt x="6610" y="1730"/>
                    <a:pt x="9118" y="1521"/>
                    <a:pt x="11963" y="802"/>
                  </a:cubicBezTo>
                  <a:cubicBezTo>
                    <a:pt x="12308" y="3092"/>
                    <a:pt x="14485" y="14224"/>
                    <a:pt x="24660" y="15549"/>
                  </a:cubicBezTo>
                  <a:lnTo>
                    <a:pt x="24960" y="18379"/>
                  </a:lnTo>
                  <a:cubicBezTo>
                    <a:pt x="24980" y="18561"/>
                    <a:pt x="25130" y="18699"/>
                    <a:pt x="25312" y="18699"/>
                  </a:cubicBezTo>
                  <a:lnTo>
                    <a:pt x="25349" y="18695"/>
                  </a:lnTo>
                  <a:cubicBezTo>
                    <a:pt x="25544" y="18675"/>
                    <a:pt x="25689" y="18500"/>
                    <a:pt x="25669" y="18306"/>
                  </a:cubicBezTo>
                  <a:lnTo>
                    <a:pt x="25333" y="15193"/>
                  </a:lnTo>
                  <a:cubicBezTo>
                    <a:pt x="25321" y="15026"/>
                    <a:pt x="25187" y="14893"/>
                    <a:pt x="25021" y="14880"/>
                  </a:cubicBezTo>
                  <a:cubicBezTo>
                    <a:pt x="14047" y="13664"/>
                    <a:pt x="12624" y="453"/>
                    <a:pt x="12616" y="319"/>
                  </a:cubicBezTo>
                  <a:cubicBezTo>
                    <a:pt x="12604" y="218"/>
                    <a:pt x="12547" y="120"/>
                    <a:pt x="12462" y="64"/>
                  </a:cubicBezTo>
                  <a:cubicBezTo>
                    <a:pt x="12402" y="21"/>
                    <a:pt x="12332" y="0"/>
                    <a:pt x="1226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" name="Google Shape;5432;p73"/>
            <p:cNvSpPr/>
            <p:nvPr/>
          </p:nvSpPr>
          <p:spPr>
            <a:xfrm>
              <a:off x="3428580" y="3665425"/>
              <a:ext cx="288208" cy="305982"/>
            </a:xfrm>
            <a:custGeom>
              <a:avLst/>
              <a:gdLst/>
              <a:ahLst/>
              <a:cxnLst/>
              <a:rect l="l" t="t" r="r" b="b"/>
              <a:pathLst>
                <a:path w="16621" h="17646" extrusionOk="0">
                  <a:moveTo>
                    <a:pt x="387" y="0"/>
                  </a:moveTo>
                  <a:cubicBezTo>
                    <a:pt x="373" y="0"/>
                    <a:pt x="359" y="1"/>
                    <a:pt x="345" y="3"/>
                  </a:cubicBezTo>
                  <a:cubicBezTo>
                    <a:pt x="142" y="23"/>
                    <a:pt x="0" y="209"/>
                    <a:pt x="33" y="412"/>
                  </a:cubicBezTo>
                  <a:cubicBezTo>
                    <a:pt x="57" y="680"/>
                    <a:pt x="799" y="7101"/>
                    <a:pt x="5663" y="12756"/>
                  </a:cubicBezTo>
                  <a:cubicBezTo>
                    <a:pt x="9393" y="17081"/>
                    <a:pt x="13394" y="17645"/>
                    <a:pt x="15218" y="17645"/>
                  </a:cubicBezTo>
                  <a:cubicBezTo>
                    <a:pt x="15246" y="17645"/>
                    <a:pt x="15274" y="17645"/>
                    <a:pt x="15302" y="17645"/>
                  </a:cubicBezTo>
                  <a:cubicBezTo>
                    <a:pt x="15610" y="17645"/>
                    <a:pt x="15915" y="17625"/>
                    <a:pt x="16220" y="17580"/>
                  </a:cubicBezTo>
                  <a:cubicBezTo>
                    <a:pt x="16621" y="17461"/>
                    <a:pt x="16528" y="16874"/>
                    <a:pt x="16123" y="16874"/>
                  </a:cubicBezTo>
                  <a:cubicBezTo>
                    <a:pt x="16114" y="16874"/>
                    <a:pt x="16106" y="16874"/>
                    <a:pt x="16098" y="16875"/>
                  </a:cubicBezTo>
                  <a:cubicBezTo>
                    <a:pt x="16092" y="16877"/>
                    <a:pt x="15781" y="16928"/>
                    <a:pt x="15250" y="16928"/>
                  </a:cubicBezTo>
                  <a:cubicBezTo>
                    <a:pt x="14684" y="16928"/>
                    <a:pt x="13869" y="16870"/>
                    <a:pt x="12908" y="16631"/>
                  </a:cubicBezTo>
                  <a:cubicBezTo>
                    <a:pt x="11193" y="16210"/>
                    <a:pt x="8631" y="15111"/>
                    <a:pt x="6198" y="12290"/>
                  </a:cubicBezTo>
                  <a:cubicBezTo>
                    <a:pt x="1488" y="6813"/>
                    <a:pt x="746" y="396"/>
                    <a:pt x="738" y="335"/>
                  </a:cubicBezTo>
                  <a:cubicBezTo>
                    <a:pt x="727" y="147"/>
                    <a:pt x="572" y="0"/>
                    <a:pt x="38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" name="Google Shape;5433;p73"/>
            <p:cNvSpPr/>
            <p:nvPr/>
          </p:nvSpPr>
          <p:spPr>
            <a:xfrm>
              <a:off x="2852666" y="4027883"/>
              <a:ext cx="33969" cy="136119"/>
            </a:xfrm>
            <a:custGeom>
              <a:avLst/>
              <a:gdLst/>
              <a:ahLst/>
              <a:cxnLst/>
              <a:rect l="l" t="t" r="r" b="b"/>
              <a:pathLst>
                <a:path w="1959" h="7850" extrusionOk="0">
                  <a:moveTo>
                    <a:pt x="1563" y="0"/>
                  </a:moveTo>
                  <a:cubicBezTo>
                    <a:pt x="1409" y="0"/>
                    <a:pt x="1264" y="102"/>
                    <a:pt x="1220" y="261"/>
                  </a:cubicBezTo>
                  <a:cubicBezTo>
                    <a:pt x="1172" y="443"/>
                    <a:pt x="0" y="4728"/>
                    <a:pt x="880" y="7598"/>
                  </a:cubicBezTo>
                  <a:cubicBezTo>
                    <a:pt x="929" y="7744"/>
                    <a:pt x="1062" y="7849"/>
                    <a:pt x="1220" y="7849"/>
                  </a:cubicBezTo>
                  <a:lnTo>
                    <a:pt x="1326" y="7833"/>
                  </a:lnTo>
                  <a:cubicBezTo>
                    <a:pt x="1516" y="7776"/>
                    <a:pt x="1618" y="7578"/>
                    <a:pt x="1561" y="7387"/>
                  </a:cubicBezTo>
                  <a:cubicBezTo>
                    <a:pt x="738" y="4724"/>
                    <a:pt x="1893" y="492"/>
                    <a:pt x="1906" y="451"/>
                  </a:cubicBezTo>
                  <a:cubicBezTo>
                    <a:pt x="1958" y="261"/>
                    <a:pt x="1849" y="66"/>
                    <a:pt x="1658" y="13"/>
                  </a:cubicBezTo>
                  <a:cubicBezTo>
                    <a:pt x="1627" y="4"/>
                    <a:pt x="1595" y="0"/>
                    <a:pt x="156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" name="Google Shape;5434;p73"/>
            <p:cNvSpPr/>
            <p:nvPr/>
          </p:nvSpPr>
          <p:spPr>
            <a:xfrm>
              <a:off x="2927592" y="4057361"/>
              <a:ext cx="28351" cy="140801"/>
            </a:xfrm>
            <a:custGeom>
              <a:avLst/>
              <a:gdLst/>
              <a:ahLst/>
              <a:cxnLst/>
              <a:rect l="l" t="t" r="r" b="b"/>
              <a:pathLst>
                <a:path w="1635" h="8120" extrusionOk="0">
                  <a:moveTo>
                    <a:pt x="1237" y="0"/>
                  </a:moveTo>
                  <a:cubicBezTo>
                    <a:pt x="1071" y="0"/>
                    <a:pt x="924" y="118"/>
                    <a:pt x="892" y="288"/>
                  </a:cubicBezTo>
                  <a:cubicBezTo>
                    <a:pt x="852" y="466"/>
                    <a:pt x="1" y="4722"/>
                    <a:pt x="896" y="7864"/>
                  </a:cubicBezTo>
                  <a:cubicBezTo>
                    <a:pt x="941" y="8014"/>
                    <a:pt x="1079" y="8120"/>
                    <a:pt x="1237" y="8120"/>
                  </a:cubicBezTo>
                  <a:cubicBezTo>
                    <a:pt x="1269" y="8120"/>
                    <a:pt x="1306" y="8115"/>
                    <a:pt x="1338" y="8107"/>
                  </a:cubicBezTo>
                  <a:cubicBezTo>
                    <a:pt x="1525" y="8051"/>
                    <a:pt x="1634" y="7852"/>
                    <a:pt x="1582" y="7665"/>
                  </a:cubicBezTo>
                  <a:cubicBezTo>
                    <a:pt x="730" y="4694"/>
                    <a:pt x="1578" y="470"/>
                    <a:pt x="1586" y="429"/>
                  </a:cubicBezTo>
                  <a:cubicBezTo>
                    <a:pt x="1626" y="235"/>
                    <a:pt x="1501" y="44"/>
                    <a:pt x="1310" y="8"/>
                  </a:cubicBezTo>
                  <a:cubicBezTo>
                    <a:pt x="1285" y="3"/>
                    <a:pt x="1261" y="0"/>
                    <a:pt x="123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" name="Google Shape;5435;p73"/>
            <p:cNvSpPr/>
            <p:nvPr/>
          </p:nvSpPr>
          <p:spPr>
            <a:xfrm>
              <a:off x="3033661" y="4085105"/>
              <a:ext cx="20825" cy="141807"/>
            </a:xfrm>
            <a:custGeom>
              <a:avLst/>
              <a:gdLst/>
              <a:ahLst/>
              <a:cxnLst/>
              <a:rect l="l" t="t" r="r" b="b"/>
              <a:pathLst>
                <a:path w="1201" h="8178" extrusionOk="0">
                  <a:moveTo>
                    <a:pt x="371" y="1"/>
                  </a:moveTo>
                  <a:cubicBezTo>
                    <a:pt x="183" y="1"/>
                    <a:pt x="29" y="157"/>
                    <a:pt x="25" y="350"/>
                  </a:cubicBezTo>
                  <a:cubicBezTo>
                    <a:pt x="25" y="394"/>
                    <a:pt x="1" y="4513"/>
                    <a:pt x="471" y="7869"/>
                  </a:cubicBezTo>
                  <a:cubicBezTo>
                    <a:pt x="495" y="8044"/>
                    <a:pt x="645" y="8173"/>
                    <a:pt x="820" y="8178"/>
                  </a:cubicBezTo>
                  <a:lnTo>
                    <a:pt x="872" y="8173"/>
                  </a:lnTo>
                  <a:cubicBezTo>
                    <a:pt x="1063" y="8145"/>
                    <a:pt x="1201" y="7967"/>
                    <a:pt x="1176" y="7772"/>
                  </a:cubicBezTo>
                  <a:cubicBezTo>
                    <a:pt x="714" y="4468"/>
                    <a:pt x="735" y="394"/>
                    <a:pt x="735" y="354"/>
                  </a:cubicBezTo>
                  <a:cubicBezTo>
                    <a:pt x="735" y="159"/>
                    <a:pt x="581" y="1"/>
                    <a:pt x="386" y="1"/>
                  </a:cubicBezTo>
                  <a:lnTo>
                    <a:pt x="378" y="1"/>
                  </a:lnTo>
                  <a:cubicBezTo>
                    <a:pt x="375" y="1"/>
                    <a:pt x="373" y="1"/>
                    <a:pt x="37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" name="Google Shape;5436;p73"/>
            <p:cNvSpPr/>
            <p:nvPr/>
          </p:nvSpPr>
          <p:spPr>
            <a:xfrm>
              <a:off x="3131164" y="4103538"/>
              <a:ext cx="17097" cy="138495"/>
            </a:xfrm>
            <a:custGeom>
              <a:avLst/>
              <a:gdLst/>
              <a:ahLst/>
              <a:cxnLst/>
              <a:rect l="l" t="t" r="r" b="b"/>
              <a:pathLst>
                <a:path w="986" h="7987" extrusionOk="0">
                  <a:moveTo>
                    <a:pt x="353" y="0"/>
                  </a:moveTo>
                  <a:cubicBezTo>
                    <a:pt x="155" y="4"/>
                    <a:pt x="0" y="162"/>
                    <a:pt x="0" y="361"/>
                  </a:cubicBezTo>
                  <a:cubicBezTo>
                    <a:pt x="9" y="397"/>
                    <a:pt x="94" y="4013"/>
                    <a:pt x="264" y="7646"/>
                  </a:cubicBezTo>
                  <a:cubicBezTo>
                    <a:pt x="272" y="7836"/>
                    <a:pt x="430" y="7986"/>
                    <a:pt x="621" y="7986"/>
                  </a:cubicBezTo>
                  <a:lnTo>
                    <a:pt x="641" y="7986"/>
                  </a:lnTo>
                  <a:cubicBezTo>
                    <a:pt x="836" y="7974"/>
                    <a:pt x="986" y="7808"/>
                    <a:pt x="981" y="7613"/>
                  </a:cubicBezTo>
                  <a:cubicBezTo>
                    <a:pt x="807" y="3989"/>
                    <a:pt x="718" y="381"/>
                    <a:pt x="718" y="345"/>
                  </a:cubicBezTo>
                  <a:cubicBezTo>
                    <a:pt x="710" y="154"/>
                    <a:pt x="552" y="0"/>
                    <a:pt x="36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" name="Google Shape;5437;p73"/>
            <p:cNvSpPr/>
            <p:nvPr/>
          </p:nvSpPr>
          <p:spPr>
            <a:xfrm>
              <a:off x="3216286" y="4111601"/>
              <a:ext cx="20895" cy="135339"/>
            </a:xfrm>
            <a:custGeom>
              <a:avLst/>
              <a:gdLst/>
              <a:ahLst/>
              <a:cxnLst/>
              <a:rect l="l" t="t" r="r" b="b"/>
              <a:pathLst>
                <a:path w="1205" h="7805" extrusionOk="0">
                  <a:moveTo>
                    <a:pt x="364" y="1"/>
                  </a:moveTo>
                  <a:cubicBezTo>
                    <a:pt x="359" y="1"/>
                    <a:pt x="354" y="1"/>
                    <a:pt x="349" y="1"/>
                  </a:cubicBezTo>
                  <a:cubicBezTo>
                    <a:pt x="151" y="9"/>
                    <a:pt x="1" y="176"/>
                    <a:pt x="9" y="370"/>
                  </a:cubicBezTo>
                  <a:cubicBezTo>
                    <a:pt x="9" y="423"/>
                    <a:pt x="211" y="5287"/>
                    <a:pt x="475" y="7493"/>
                  </a:cubicBezTo>
                  <a:cubicBezTo>
                    <a:pt x="499" y="7667"/>
                    <a:pt x="649" y="7801"/>
                    <a:pt x="828" y="7805"/>
                  </a:cubicBezTo>
                  <a:lnTo>
                    <a:pt x="868" y="7801"/>
                  </a:lnTo>
                  <a:cubicBezTo>
                    <a:pt x="1063" y="7776"/>
                    <a:pt x="1205" y="7598"/>
                    <a:pt x="1184" y="7404"/>
                  </a:cubicBezTo>
                  <a:cubicBezTo>
                    <a:pt x="921" y="5227"/>
                    <a:pt x="718" y="390"/>
                    <a:pt x="718" y="342"/>
                  </a:cubicBezTo>
                  <a:cubicBezTo>
                    <a:pt x="710" y="148"/>
                    <a:pt x="552" y="1"/>
                    <a:pt x="36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" name="Google Shape;5438;p73"/>
            <p:cNvSpPr/>
            <p:nvPr/>
          </p:nvSpPr>
          <p:spPr>
            <a:xfrm>
              <a:off x="3312384" y="4112676"/>
              <a:ext cx="22577" cy="130692"/>
            </a:xfrm>
            <a:custGeom>
              <a:avLst/>
              <a:gdLst/>
              <a:ahLst/>
              <a:cxnLst/>
              <a:rect l="l" t="t" r="r" b="b"/>
              <a:pathLst>
                <a:path w="1302" h="7537" extrusionOk="0">
                  <a:moveTo>
                    <a:pt x="393" y="0"/>
                  </a:moveTo>
                  <a:cubicBezTo>
                    <a:pt x="203" y="4"/>
                    <a:pt x="45" y="158"/>
                    <a:pt x="41" y="349"/>
                  </a:cubicBezTo>
                  <a:cubicBezTo>
                    <a:pt x="41" y="389"/>
                    <a:pt x="0" y="4180"/>
                    <a:pt x="568" y="7248"/>
                  </a:cubicBezTo>
                  <a:cubicBezTo>
                    <a:pt x="600" y="7414"/>
                    <a:pt x="746" y="7536"/>
                    <a:pt x="916" y="7536"/>
                  </a:cubicBezTo>
                  <a:lnTo>
                    <a:pt x="981" y="7532"/>
                  </a:lnTo>
                  <a:cubicBezTo>
                    <a:pt x="1176" y="7496"/>
                    <a:pt x="1301" y="7309"/>
                    <a:pt x="1265" y="7115"/>
                  </a:cubicBezTo>
                  <a:cubicBezTo>
                    <a:pt x="714" y="4119"/>
                    <a:pt x="750" y="397"/>
                    <a:pt x="750" y="361"/>
                  </a:cubicBezTo>
                  <a:cubicBezTo>
                    <a:pt x="754" y="162"/>
                    <a:pt x="596" y="0"/>
                    <a:pt x="39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" name="Google Shape;5439;p73"/>
            <p:cNvSpPr/>
            <p:nvPr/>
          </p:nvSpPr>
          <p:spPr>
            <a:xfrm>
              <a:off x="3416060" y="4103503"/>
              <a:ext cx="27917" cy="128958"/>
            </a:xfrm>
            <a:custGeom>
              <a:avLst/>
              <a:gdLst/>
              <a:ahLst/>
              <a:cxnLst/>
              <a:rect l="l" t="t" r="r" b="b"/>
              <a:pathLst>
                <a:path w="1610" h="7437" extrusionOk="0">
                  <a:moveTo>
                    <a:pt x="394" y="1"/>
                  </a:moveTo>
                  <a:cubicBezTo>
                    <a:pt x="367" y="1"/>
                    <a:pt x="340" y="4"/>
                    <a:pt x="313" y="10"/>
                  </a:cubicBezTo>
                  <a:cubicBezTo>
                    <a:pt x="118" y="55"/>
                    <a:pt x="1" y="245"/>
                    <a:pt x="45" y="440"/>
                  </a:cubicBezTo>
                  <a:cubicBezTo>
                    <a:pt x="57" y="472"/>
                    <a:pt x="897" y="4092"/>
                    <a:pt x="730" y="7060"/>
                  </a:cubicBezTo>
                  <a:cubicBezTo>
                    <a:pt x="722" y="7254"/>
                    <a:pt x="872" y="7421"/>
                    <a:pt x="1063" y="7437"/>
                  </a:cubicBezTo>
                  <a:lnTo>
                    <a:pt x="1083" y="7437"/>
                  </a:lnTo>
                  <a:cubicBezTo>
                    <a:pt x="1274" y="7437"/>
                    <a:pt x="1432" y="7287"/>
                    <a:pt x="1440" y="7096"/>
                  </a:cubicBezTo>
                  <a:cubicBezTo>
                    <a:pt x="1610" y="4032"/>
                    <a:pt x="775" y="428"/>
                    <a:pt x="738" y="278"/>
                  </a:cubicBezTo>
                  <a:cubicBezTo>
                    <a:pt x="700" y="111"/>
                    <a:pt x="555" y="1"/>
                    <a:pt x="39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" name="Google Shape;5440;p73"/>
            <p:cNvSpPr/>
            <p:nvPr/>
          </p:nvSpPr>
          <p:spPr>
            <a:xfrm>
              <a:off x="3514239" y="4090325"/>
              <a:ext cx="36102" cy="125628"/>
            </a:xfrm>
            <a:custGeom>
              <a:avLst/>
              <a:gdLst/>
              <a:ahLst/>
              <a:cxnLst/>
              <a:rect l="l" t="t" r="r" b="b"/>
              <a:pathLst>
                <a:path w="2082" h="7245" extrusionOk="0">
                  <a:moveTo>
                    <a:pt x="437" y="1"/>
                  </a:moveTo>
                  <a:cubicBezTo>
                    <a:pt x="217" y="1"/>
                    <a:pt x="0" y="200"/>
                    <a:pt x="83" y="470"/>
                  </a:cubicBezTo>
                  <a:cubicBezTo>
                    <a:pt x="99" y="495"/>
                    <a:pt x="1368" y="3438"/>
                    <a:pt x="1206" y="6875"/>
                  </a:cubicBezTo>
                  <a:cubicBezTo>
                    <a:pt x="1194" y="7070"/>
                    <a:pt x="1344" y="7236"/>
                    <a:pt x="1538" y="7244"/>
                  </a:cubicBezTo>
                  <a:lnTo>
                    <a:pt x="1558" y="7244"/>
                  </a:lnTo>
                  <a:cubicBezTo>
                    <a:pt x="1749" y="7244"/>
                    <a:pt x="1903" y="7094"/>
                    <a:pt x="1915" y="6904"/>
                  </a:cubicBezTo>
                  <a:cubicBezTo>
                    <a:pt x="2081" y="3308"/>
                    <a:pt x="792" y="308"/>
                    <a:pt x="740" y="178"/>
                  </a:cubicBezTo>
                  <a:cubicBezTo>
                    <a:pt x="665" y="54"/>
                    <a:pt x="550" y="1"/>
                    <a:pt x="43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" name="Google Shape;5441;p73"/>
            <p:cNvSpPr/>
            <p:nvPr/>
          </p:nvSpPr>
          <p:spPr>
            <a:xfrm>
              <a:off x="3605708" y="4069308"/>
              <a:ext cx="46211" cy="128143"/>
            </a:xfrm>
            <a:custGeom>
              <a:avLst/>
              <a:gdLst/>
              <a:ahLst/>
              <a:cxnLst/>
              <a:rect l="l" t="t" r="r" b="b"/>
              <a:pathLst>
                <a:path w="2665" h="7390" extrusionOk="0">
                  <a:moveTo>
                    <a:pt x="400" y="0"/>
                  </a:moveTo>
                  <a:cubicBezTo>
                    <a:pt x="331" y="0"/>
                    <a:pt x="262" y="20"/>
                    <a:pt x="199" y="61"/>
                  </a:cubicBezTo>
                  <a:cubicBezTo>
                    <a:pt x="41" y="170"/>
                    <a:pt x="1" y="393"/>
                    <a:pt x="110" y="555"/>
                  </a:cubicBezTo>
                  <a:cubicBezTo>
                    <a:pt x="126" y="580"/>
                    <a:pt x="1914" y="3283"/>
                    <a:pt x="1262" y="6981"/>
                  </a:cubicBezTo>
                  <a:cubicBezTo>
                    <a:pt x="1221" y="7175"/>
                    <a:pt x="1355" y="7362"/>
                    <a:pt x="1549" y="7390"/>
                  </a:cubicBezTo>
                  <a:lnTo>
                    <a:pt x="1610" y="7390"/>
                  </a:lnTo>
                  <a:cubicBezTo>
                    <a:pt x="1780" y="7390"/>
                    <a:pt x="1926" y="7268"/>
                    <a:pt x="1959" y="7102"/>
                  </a:cubicBezTo>
                  <a:cubicBezTo>
                    <a:pt x="2664" y="3109"/>
                    <a:pt x="779" y="271"/>
                    <a:pt x="698" y="154"/>
                  </a:cubicBezTo>
                  <a:cubicBezTo>
                    <a:pt x="627" y="55"/>
                    <a:pt x="515" y="0"/>
                    <a:pt x="4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" name="Google Shape;5442;p73"/>
            <p:cNvSpPr/>
            <p:nvPr/>
          </p:nvSpPr>
          <p:spPr>
            <a:xfrm>
              <a:off x="3714031" y="4037247"/>
              <a:ext cx="40576" cy="134420"/>
            </a:xfrm>
            <a:custGeom>
              <a:avLst/>
              <a:gdLst/>
              <a:ahLst/>
              <a:cxnLst/>
              <a:rect l="l" t="t" r="r" b="b"/>
              <a:pathLst>
                <a:path w="2340" h="7752" extrusionOk="0">
                  <a:moveTo>
                    <a:pt x="401" y="0"/>
                  </a:moveTo>
                  <a:cubicBezTo>
                    <a:pt x="348" y="0"/>
                    <a:pt x="294" y="12"/>
                    <a:pt x="244" y="37"/>
                  </a:cubicBezTo>
                  <a:cubicBezTo>
                    <a:pt x="70" y="126"/>
                    <a:pt x="1" y="341"/>
                    <a:pt x="86" y="515"/>
                  </a:cubicBezTo>
                  <a:cubicBezTo>
                    <a:pt x="102" y="544"/>
                    <a:pt x="1594" y="3564"/>
                    <a:pt x="799" y="7330"/>
                  </a:cubicBezTo>
                  <a:cubicBezTo>
                    <a:pt x="759" y="7524"/>
                    <a:pt x="885" y="7711"/>
                    <a:pt x="1079" y="7751"/>
                  </a:cubicBezTo>
                  <a:lnTo>
                    <a:pt x="1148" y="7751"/>
                  </a:lnTo>
                  <a:cubicBezTo>
                    <a:pt x="1314" y="7751"/>
                    <a:pt x="1460" y="7638"/>
                    <a:pt x="1501" y="7476"/>
                  </a:cubicBezTo>
                  <a:cubicBezTo>
                    <a:pt x="2340" y="3466"/>
                    <a:pt x="783" y="325"/>
                    <a:pt x="718" y="195"/>
                  </a:cubicBezTo>
                  <a:cubicBezTo>
                    <a:pt x="655" y="71"/>
                    <a:pt x="530" y="0"/>
                    <a:pt x="4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" name="Google Shape;5443;p73"/>
            <p:cNvSpPr/>
            <p:nvPr/>
          </p:nvSpPr>
          <p:spPr>
            <a:xfrm>
              <a:off x="2921194" y="2624540"/>
              <a:ext cx="754966" cy="457845"/>
            </a:xfrm>
            <a:custGeom>
              <a:avLst/>
              <a:gdLst/>
              <a:ahLst/>
              <a:cxnLst/>
              <a:rect l="l" t="t" r="r" b="b"/>
              <a:pathLst>
                <a:path w="43539" h="26404" extrusionOk="0">
                  <a:moveTo>
                    <a:pt x="22073" y="1"/>
                  </a:moveTo>
                  <a:cubicBezTo>
                    <a:pt x="16054" y="1"/>
                    <a:pt x="10184" y="928"/>
                    <a:pt x="6183" y="3298"/>
                  </a:cubicBezTo>
                  <a:cubicBezTo>
                    <a:pt x="1" y="6954"/>
                    <a:pt x="406" y="13457"/>
                    <a:pt x="5198" y="16606"/>
                  </a:cubicBezTo>
                  <a:cubicBezTo>
                    <a:pt x="9993" y="19760"/>
                    <a:pt x="15190" y="22699"/>
                    <a:pt x="16496" y="26396"/>
                  </a:cubicBezTo>
                  <a:cubicBezTo>
                    <a:pt x="16498" y="26401"/>
                    <a:pt x="16501" y="26404"/>
                    <a:pt x="16506" y="26404"/>
                  </a:cubicBezTo>
                  <a:cubicBezTo>
                    <a:pt x="16696" y="26404"/>
                    <a:pt x="19158" y="22988"/>
                    <a:pt x="24632" y="20920"/>
                  </a:cubicBezTo>
                  <a:cubicBezTo>
                    <a:pt x="30258" y="18795"/>
                    <a:pt x="38066" y="17547"/>
                    <a:pt x="40802" y="12281"/>
                  </a:cubicBezTo>
                  <a:cubicBezTo>
                    <a:pt x="43539" y="7015"/>
                    <a:pt x="40527" y="2065"/>
                    <a:pt x="31766" y="744"/>
                  </a:cubicBezTo>
                  <a:cubicBezTo>
                    <a:pt x="28676" y="276"/>
                    <a:pt x="25353" y="1"/>
                    <a:pt x="22073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" name="Google Shape;5444;p73"/>
            <p:cNvSpPr/>
            <p:nvPr/>
          </p:nvSpPr>
          <p:spPr>
            <a:xfrm>
              <a:off x="2941152" y="2618592"/>
              <a:ext cx="716523" cy="470001"/>
            </a:xfrm>
            <a:custGeom>
              <a:avLst/>
              <a:gdLst/>
              <a:ahLst/>
              <a:cxnLst/>
              <a:rect l="l" t="t" r="r" b="b"/>
              <a:pathLst>
                <a:path w="41322" h="27105" extrusionOk="0">
                  <a:moveTo>
                    <a:pt x="20959" y="710"/>
                  </a:moveTo>
                  <a:cubicBezTo>
                    <a:pt x="24170" y="714"/>
                    <a:pt x="27381" y="957"/>
                    <a:pt x="30559" y="1435"/>
                  </a:cubicBezTo>
                  <a:cubicBezTo>
                    <a:pt x="35156" y="2129"/>
                    <a:pt x="38391" y="3892"/>
                    <a:pt x="39668" y="6409"/>
                  </a:cubicBezTo>
                  <a:cubicBezTo>
                    <a:pt x="40580" y="8201"/>
                    <a:pt x="40466" y="10293"/>
                    <a:pt x="39335" y="12462"/>
                  </a:cubicBezTo>
                  <a:cubicBezTo>
                    <a:pt x="37264" y="16451"/>
                    <a:pt x="32188" y="18056"/>
                    <a:pt x="27283" y="19613"/>
                  </a:cubicBezTo>
                  <a:cubicBezTo>
                    <a:pt x="25897" y="20050"/>
                    <a:pt x="24591" y="20464"/>
                    <a:pt x="23359" y="20930"/>
                  </a:cubicBezTo>
                  <a:cubicBezTo>
                    <a:pt x="18892" y="22617"/>
                    <a:pt x="16439" y="25146"/>
                    <a:pt x="15487" y="26131"/>
                  </a:cubicBezTo>
                  <a:cubicBezTo>
                    <a:pt x="14096" y="23018"/>
                    <a:pt x="10184" y="20492"/>
                    <a:pt x="6053" y="17829"/>
                  </a:cubicBezTo>
                  <a:lnTo>
                    <a:pt x="4241" y="16653"/>
                  </a:lnTo>
                  <a:cubicBezTo>
                    <a:pt x="2016" y="15186"/>
                    <a:pt x="719" y="12896"/>
                    <a:pt x="775" y="10524"/>
                  </a:cubicBezTo>
                  <a:cubicBezTo>
                    <a:pt x="836" y="7938"/>
                    <a:pt x="2413" y="5599"/>
                    <a:pt x="5210" y="3945"/>
                  </a:cubicBezTo>
                  <a:cubicBezTo>
                    <a:pt x="9223" y="1577"/>
                    <a:pt x="15110" y="710"/>
                    <a:pt x="20959" y="710"/>
                  </a:cubicBezTo>
                  <a:close/>
                  <a:moveTo>
                    <a:pt x="20988" y="1"/>
                  </a:moveTo>
                  <a:cubicBezTo>
                    <a:pt x="15015" y="1"/>
                    <a:pt x="8978" y="891"/>
                    <a:pt x="4849" y="3329"/>
                  </a:cubicBezTo>
                  <a:cubicBezTo>
                    <a:pt x="1829" y="5112"/>
                    <a:pt x="131" y="7662"/>
                    <a:pt x="66" y="10512"/>
                  </a:cubicBezTo>
                  <a:cubicBezTo>
                    <a:pt x="1" y="13127"/>
                    <a:pt x="1420" y="15648"/>
                    <a:pt x="3852" y="17245"/>
                  </a:cubicBezTo>
                  <a:lnTo>
                    <a:pt x="5668" y="18425"/>
                  </a:lnTo>
                  <a:cubicBezTo>
                    <a:pt x="9913" y="21161"/>
                    <a:pt x="13914" y="23739"/>
                    <a:pt x="15008" y="26857"/>
                  </a:cubicBezTo>
                  <a:cubicBezTo>
                    <a:pt x="15053" y="26978"/>
                    <a:pt x="15154" y="27068"/>
                    <a:pt x="15276" y="27096"/>
                  </a:cubicBezTo>
                  <a:lnTo>
                    <a:pt x="15369" y="27104"/>
                  </a:lnTo>
                  <a:cubicBezTo>
                    <a:pt x="15539" y="27104"/>
                    <a:pt x="15661" y="26978"/>
                    <a:pt x="15965" y="26658"/>
                  </a:cubicBezTo>
                  <a:cubicBezTo>
                    <a:pt x="16865" y="25726"/>
                    <a:pt x="19240" y="23245"/>
                    <a:pt x="23606" y="21591"/>
                  </a:cubicBezTo>
                  <a:cubicBezTo>
                    <a:pt x="24823" y="21137"/>
                    <a:pt x="26120" y="20727"/>
                    <a:pt x="27498" y="20290"/>
                  </a:cubicBezTo>
                  <a:cubicBezTo>
                    <a:pt x="32310" y="18765"/>
                    <a:pt x="37754" y="17039"/>
                    <a:pt x="39972" y="12790"/>
                  </a:cubicBezTo>
                  <a:cubicBezTo>
                    <a:pt x="41208" y="10411"/>
                    <a:pt x="41322" y="8092"/>
                    <a:pt x="40300" y="6085"/>
                  </a:cubicBezTo>
                  <a:cubicBezTo>
                    <a:pt x="38918" y="3361"/>
                    <a:pt x="35496" y="1460"/>
                    <a:pt x="30668" y="730"/>
                  </a:cubicBezTo>
                  <a:cubicBezTo>
                    <a:pt x="27696" y="283"/>
                    <a:pt x="24352" y="1"/>
                    <a:pt x="2098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" name="Google Shape;5445;p73"/>
            <p:cNvSpPr/>
            <p:nvPr/>
          </p:nvSpPr>
          <p:spPr>
            <a:xfrm>
              <a:off x="3016165" y="2644984"/>
              <a:ext cx="584150" cy="385121"/>
            </a:xfrm>
            <a:custGeom>
              <a:avLst/>
              <a:gdLst/>
              <a:ahLst/>
              <a:cxnLst/>
              <a:rect l="l" t="t" r="r" b="b"/>
              <a:pathLst>
                <a:path w="33688" h="22210" extrusionOk="0">
                  <a:moveTo>
                    <a:pt x="16722" y="0"/>
                  </a:moveTo>
                  <a:cubicBezTo>
                    <a:pt x="8491" y="0"/>
                    <a:pt x="1615" y="1886"/>
                    <a:pt x="815" y="6018"/>
                  </a:cubicBezTo>
                  <a:cubicBezTo>
                    <a:pt x="0" y="10230"/>
                    <a:pt x="3770" y="12496"/>
                    <a:pt x="6458" y="14973"/>
                  </a:cubicBezTo>
                  <a:lnTo>
                    <a:pt x="6462" y="14973"/>
                  </a:lnTo>
                  <a:cubicBezTo>
                    <a:pt x="6924" y="15387"/>
                    <a:pt x="7354" y="15837"/>
                    <a:pt x="7755" y="16315"/>
                  </a:cubicBezTo>
                  <a:cubicBezTo>
                    <a:pt x="10265" y="19396"/>
                    <a:pt x="10950" y="22209"/>
                    <a:pt x="10950" y="22209"/>
                  </a:cubicBezTo>
                  <a:cubicBezTo>
                    <a:pt x="10950" y="22209"/>
                    <a:pt x="12847" y="18914"/>
                    <a:pt x="19155" y="16862"/>
                  </a:cubicBezTo>
                  <a:cubicBezTo>
                    <a:pt x="25462" y="14811"/>
                    <a:pt x="31150" y="12963"/>
                    <a:pt x="32658" y="9298"/>
                  </a:cubicBezTo>
                  <a:cubicBezTo>
                    <a:pt x="33688" y="6793"/>
                    <a:pt x="33051" y="3890"/>
                    <a:pt x="29253" y="2021"/>
                  </a:cubicBezTo>
                  <a:cubicBezTo>
                    <a:pt x="27497" y="1154"/>
                    <a:pt x="25057" y="505"/>
                    <a:pt x="21806" y="226"/>
                  </a:cubicBezTo>
                  <a:cubicBezTo>
                    <a:pt x="20082" y="76"/>
                    <a:pt x="18375" y="0"/>
                    <a:pt x="16722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" name="Google Shape;5446;p73"/>
            <p:cNvSpPr/>
            <p:nvPr/>
          </p:nvSpPr>
          <p:spPr>
            <a:xfrm>
              <a:off x="3011813" y="2639019"/>
              <a:ext cx="598559" cy="397207"/>
            </a:xfrm>
            <a:custGeom>
              <a:avLst/>
              <a:gdLst/>
              <a:ahLst/>
              <a:cxnLst/>
              <a:rect l="l" t="t" r="r" b="b"/>
              <a:pathLst>
                <a:path w="34519" h="22907" extrusionOk="0">
                  <a:moveTo>
                    <a:pt x="16941" y="698"/>
                  </a:moveTo>
                  <a:cubicBezTo>
                    <a:pt x="18552" y="698"/>
                    <a:pt x="20252" y="772"/>
                    <a:pt x="22020" y="926"/>
                  </a:cubicBezTo>
                  <a:cubicBezTo>
                    <a:pt x="25045" y="1186"/>
                    <a:pt x="27509" y="1778"/>
                    <a:pt x="29346" y="2686"/>
                  </a:cubicBezTo>
                  <a:cubicBezTo>
                    <a:pt x="33882" y="4915"/>
                    <a:pt x="33116" y="8199"/>
                    <a:pt x="32581" y="9504"/>
                  </a:cubicBezTo>
                  <a:cubicBezTo>
                    <a:pt x="31137" y="13015"/>
                    <a:pt x="25385" y="14888"/>
                    <a:pt x="19292" y="16866"/>
                  </a:cubicBezTo>
                  <a:cubicBezTo>
                    <a:pt x="14497" y="18435"/>
                    <a:pt x="12198" y="20693"/>
                    <a:pt x="11326" y="21767"/>
                  </a:cubicBezTo>
                  <a:cubicBezTo>
                    <a:pt x="10970" y="20721"/>
                    <a:pt x="10090" y="18658"/>
                    <a:pt x="8282" y="16436"/>
                  </a:cubicBezTo>
                  <a:cubicBezTo>
                    <a:pt x="7873" y="15946"/>
                    <a:pt x="7427" y="15484"/>
                    <a:pt x="6948" y="15054"/>
                  </a:cubicBezTo>
                  <a:lnTo>
                    <a:pt x="6920" y="15029"/>
                  </a:lnTo>
                  <a:cubicBezTo>
                    <a:pt x="6486" y="14632"/>
                    <a:pt x="6020" y="14231"/>
                    <a:pt x="5566" y="13846"/>
                  </a:cubicBezTo>
                  <a:cubicBezTo>
                    <a:pt x="3211" y="11835"/>
                    <a:pt x="774" y="9751"/>
                    <a:pt x="1419" y="6435"/>
                  </a:cubicBezTo>
                  <a:cubicBezTo>
                    <a:pt x="2106" y="2868"/>
                    <a:pt x="8244" y="698"/>
                    <a:pt x="16941" y="698"/>
                  </a:cubicBezTo>
                  <a:close/>
                  <a:moveTo>
                    <a:pt x="17065" y="0"/>
                  </a:moveTo>
                  <a:cubicBezTo>
                    <a:pt x="8936" y="0"/>
                    <a:pt x="1586" y="1826"/>
                    <a:pt x="718" y="6302"/>
                  </a:cubicBezTo>
                  <a:cubicBezTo>
                    <a:pt x="0" y="10031"/>
                    <a:pt x="2708" y="12346"/>
                    <a:pt x="5108" y="14389"/>
                  </a:cubicBezTo>
                  <a:cubicBezTo>
                    <a:pt x="5582" y="14798"/>
                    <a:pt x="6036" y="15184"/>
                    <a:pt x="6462" y="15581"/>
                  </a:cubicBezTo>
                  <a:lnTo>
                    <a:pt x="6498" y="15609"/>
                  </a:lnTo>
                  <a:cubicBezTo>
                    <a:pt x="6940" y="16006"/>
                    <a:pt x="7350" y="16432"/>
                    <a:pt x="7731" y="16886"/>
                  </a:cubicBezTo>
                  <a:cubicBezTo>
                    <a:pt x="10159" y="19862"/>
                    <a:pt x="10848" y="22614"/>
                    <a:pt x="10852" y="22638"/>
                  </a:cubicBezTo>
                  <a:cubicBezTo>
                    <a:pt x="10889" y="22780"/>
                    <a:pt x="11006" y="22886"/>
                    <a:pt x="11152" y="22906"/>
                  </a:cubicBezTo>
                  <a:lnTo>
                    <a:pt x="11201" y="22906"/>
                  </a:lnTo>
                  <a:cubicBezTo>
                    <a:pt x="11326" y="22906"/>
                    <a:pt x="11440" y="22841"/>
                    <a:pt x="11505" y="22736"/>
                  </a:cubicBezTo>
                  <a:cubicBezTo>
                    <a:pt x="11525" y="22703"/>
                    <a:pt x="13438" y="19533"/>
                    <a:pt x="19519" y="17551"/>
                  </a:cubicBezTo>
                  <a:cubicBezTo>
                    <a:pt x="26034" y="15427"/>
                    <a:pt x="31669" y="13594"/>
                    <a:pt x="33233" y="9780"/>
                  </a:cubicBezTo>
                  <a:cubicBezTo>
                    <a:pt x="34518" y="6671"/>
                    <a:pt x="33181" y="3784"/>
                    <a:pt x="29662" y="2049"/>
                  </a:cubicBezTo>
                  <a:cubicBezTo>
                    <a:pt x="27748" y="1105"/>
                    <a:pt x="25199" y="488"/>
                    <a:pt x="22085" y="221"/>
                  </a:cubicBezTo>
                  <a:cubicBezTo>
                    <a:pt x="20412" y="76"/>
                    <a:pt x="18722" y="0"/>
                    <a:pt x="1706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" name="Google Shape;5447;p73"/>
            <p:cNvSpPr/>
            <p:nvPr/>
          </p:nvSpPr>
          <p:spPr>
            <a:xfrm>
              <a:off x="3128216" y="2680028"/>
              <a:ext cx="472099" cy="350077"/>
            </a:xfrm>
            <a:custGeom>
              <a:avLst/>
              <a:gdLst/>
              <a:ahLst/>
              <a:cxnLst/>
              <a:rect l="l" t="t" r="r" b="b"/>
              <a:pathLst>
                <a:path w="27226" h="20189" extrusionOk="0">
                  <a:moveTo>
                    <a:pt x="22791" y="0"/>
                  </a:moveTo>
                  <a:lnTo>
                    <a:pt x="22791" y="0"/>
                  </a:lnTo>
                  <a:cubicBezTo>
                    <a:pt x="22965" y="187"/>
                    <a:pt x="23119" y="394"/>
                    <a:pt x="23253" y="613"/>
                  </a:cubicBezTo>
                  <a:cubicBezTo>
                    <a:pt x="24611" y="2899"/>
                    <a:pt x="24595" y="6069"/>
                    <a:pt x="22904" y="8177"/>
                  </a:cubicBezTo>
                  <a:cubicBezTo>
                    <a:pt x="21044" y="10496"/>
                    <a:pt x="17837" y="11315"/>
                    <a:pt x="15056" y="11862"/>
                  </a:cubicBezTo>
                  <a:cubicBezTo>
                    <a:pt x="12024" y="12462"/>
                    <a:pt x="9365" y="13528"/>
                    <a:pt x="7098" y="15729"/>
                  </a:cubicBezTo>
                  <a:cubicBezTo>
                    <a:pt x="6587" y="16230"/>
                    <a:pt x="5965" y="16809"/>
                    <a:pt x="5296" y="16809"/>
                  </a:cubicBezTo>
                  <a:cubicBezTo>
                    <a:pt x="5186" y="16809"/>
                    <a:pt x="5075" y="16793"/>
                    <a:pt x="4962" y="16759"/>
                  </a:cubicBezTo>
                  <a:cubicBezTo>
                    <a:pt x="4581" y="16645"/>
                    <a:pt x="4301" y="16337"/>
                    <a:pt x="4038" y="16049"/>
                  </a:cubicBezTo>
                  <a:cubicBezTo>
                    <a:pt x="3109" y="15020"/>
                    <a:pt x="2124" y="14010"/>
                    <a:pt x="908" y="13354"/>
                  </a:cubicBezTo>
                  <a:cubicBezTo>
                    <a:pt x="616" y="13196"/>
                    <a:pt x="312" y="13062"/>
                    <a:pt x="0" y="12952"/>
                  </a:cubicBezTo>
                  <a:lnTo>
                    <a:pt x="0" y="12952"/>
                  </a:lnTo>
                  <a:cubicBezTo>
                    <a:pt x="462" y="13366"/>
                    <a:pt x="892" y="13816"/>
                    <a:pt x="1293" y="14294"/>
                  </a:cubicBezTo>
                  <a:cubicBezTo>
                    <a:pt x="3803" y="17375"/>
                    <a:pt x="4488" y="20188"/>
                    <a:pt x="4488" y="20188"/>
                  </a:cubicBezTo>
                  <a:cubicBezTo>
                    <a:pt x="4488" y="20188"/>
                    <a:pt x="6385" y="16893"/>
                    <a:pt x="12693" y="14841"/>
                  </a:cubicBezTo>
                  <a:cubicBezTo>
                    <a:pt x="19000" y="12790"/>
                    <a:pt x="24688" y="10942"/>
                    <a:pt x="26196" y="7277"/>
                  </a:cubicBezTo>
                  <a:cubicBezTo>
                    <a:pt x="27226" y="4772"/>
                    <a:pt x="26589" y="1869"/>
                    <a:pt x="22791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" name="Google Shape;5448;p73"/>
            <p:cNvSpPr/>
            <p:nvPr/>
          </p:nvSpPr>
          <p:spPr>
            <a:xfrm>
              <a:off x="3484033" y="2724765"/>
              <a:ext cx="84723" cy="127484"/>
            </a:xfrm>
            <a:custGeom>
              <a:avLst/>
              <a:gdLst/>
              <a:ahLst/>
              <a:cxnLst/>
              <a:rect l="l" t="t" r="r" b="b"/>
              <a:pathLst>
                <a:path w="4886" h="7352" extrusionOk="0">
                  <a:moveTo>
                    <a:pt x="3714" y="0"/>
                  </a:moveTo>
                  <a:cubicBezTo>
                    <a:pt x="3691" y="0"/>
                    <a:pt x="3671" y="8"/>
                    <a:pt x="3657" y="23"/>
                  </a:cubicBezTo>
                  <a:cubicBezTo>
                    <a:pt x="3617" y="72"/>
                    <a:pt x="3641" y="161"/>
                    <a:pt x="3710" y="238"/>
                  </a:cubicBezTo>
                  <a:cubicBezTo>
                    <a:pt x="4257" y="777"/>
                    <a:pt x="4513" y="1555"/>
                    <a:pt x="4529" y="2321"/>
                  </a:cubicBezTo>
                  <a:cubicBezTo>
                    <a:pt x="4549" y="3092"/>
                    <a:pt x="4334" y="3854"/>
                    <a:pt x="3921" y="4502"/>
                  </a:cubicBezTo>
                  <a:cubicBezTo>
                    <a:pt x="3503" y="5159"/>
                    <a:pt x="2919" y="5690"/>
                    <a:pt x="2263" y="6120"/>
                  </a:cubicBezTo>
                  <a:cubicBezTo>
                    <a:pt x="1602" y="6550"/>
                    <a:pt x="880" y="6886"/>
                    <a:pt x="130" y="7158"/>
                  </a:cubicBezTo>
                  <a:cubicBezTo>
                    <a:pt x="53" y="7186"/>
                    <a:pt x="1" y="7239"/>
                    <a:pt x="13" y="7291"/>
                  </a:cubicBezTo>
                  <a:cubicBezTo>
                    <a:pt x="19" y="7327"/>
                    <a:pt x="61" y="7351"/>
                    <a:pt x="119" y="7351"/>
                  </a:cubicBezTo>
                  <a:cubicBezTo>
                    <a:pt x="141" y="7351"/>
                    <a:pt x="166" y="7348"/>
                    <a:pt x="191" y="7340"/>
                  </a:cubicBezTo>
                  <a:cubicBezTo>
                    <a:pt x="965" y="7117"/>
                    <a:pt x="1736" y="6813"/>
                    <a:pt x="2429" y="6383"/>
                  </a:cubicBezTo>
                  <a:cubicBezTo>
                    <a:pt x="3122" y="5954"/>
                    <a:pt x="3759" y="5394"/>
                    <a:pt x="4213" y="4697"/>
                  </a:cubicBezTo>
                  <a:cubicBezTo>
                    <a:pt x="4663" y="3983"/>
                    <a:pt x="4886" y="3152"/>
                    <a:pt x="4857" y="2309"/>
                  </a:cubicBezTo>
                  <a:cubicBezTo>
                    <a:pt x="4825" y="1478"/>
                    <a:pt x="4500" y="627"/>
                    <a:pt x="3868" y="72"/>
                  </a:cubicBezTo>
                  <a:cubicBezTo>
                    <a:pt x="3815" y="26"/>
                    <a:pt x="3758" y="0"/>
                    <a:pt x="37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" name="Google Shape;5449;p73"/>
            <p:cNvSpPr/>
            <p:nvPr/>
          </p:nvSpPr>
          <p:spPr>
            <a:xfrm>
              <a:off x="3500350" y="2749457"/>
              <a:ext cx="42258" cy="75429"/>
            </a:xfrm>
            <a:custGeom>
              <a:avLst/>
              <a:gdLst/>
              <a:ahLst/>
              <a:cxnLst/>
              <a:rect l="l" t="t" r="r" b="b"/>
              <a:pathLst>
                <a:path w="2437" h="4350" extrusionOk="0">
                  <a:moveTo>
                    <a:pt x="1821" y="0"/>
                  </a:moveTo>
                  <a:cubicBezTo>
                    <a:pt x="1793" y="0"/>
                    <a:pt x="1766" y="11"/>
                    <a:pt x="1747" y="34"/>
                  </a:cubicBezTo>
                  <a:cubicBezTo>
                    <a:pt x="1703" y="75"/>
                    <a:pt x="1699" y="139"/>
                    <a:pt x="1731" y="188"/>
                  </a:cubicBezTo>
                  <a:cubicBezTo>
                    <a:pt x="1991" y="484"/>
                    <a:pt x="2096" y="885"/>
                    <a:pt x="2096" y="1283"/>
                  </a:cubicBezTo>
                  <a:cubicBezTo>
                    <a:pt x="2096" y="1680"/>
                    <a:pt x="1995" y="2073"/>
                    <a:pt x="1792" y="2418"/>
                  </a:cubicBezTo>
                  <a:cubicBezTo>
                    <a:pt x="1589" y="2774"/>
                    <a:pt x="1326" y="3095"/>
                    <a:pt x="1018" y="3362"/>
                  </a:cubicBezTo>
                  <a:cubicBezTo>
                    <a:pt x="714" y="3646"/>
                    <a:pt x="377" y="3909"/>
                    <a:pt x="45" y="4181"/>
                  </a:cubicBezTo>
                  <a:cubicBezTo>
                    <a:pt x="8" y="4209"/>
                    <a:pt x="0" y="4262"/>
                    <a:pt x="29" y="4303"/>
                  </a:cubicBezTo>
                  <a:cubicBezTo>
                    <a:pt x="45" y="4332"/>
                    <a:pt x="75" y="4349"/>
                    <a:pt x="106" y="4349"/>
                  </a:cubicBezTo>
                  <a:cubicBezTo>
                    <a:pt x="123" y="4349"/>
                    <a:pt x="139" y="4345"/>
                    <a:pt x="154" y="4335"/>
                  </a:cubicBezTo>
                  <a:cubicBezTo>
                    <a:pt x="519" y="4112"/>
                    <a:pt x="892" y="3881"/>
                    <a:pt x="1224" y="3597"/>
                  </a:cubicBezTo>
                  <a:cubicBezTo>
                    <a:pt x="1569" y="3314"/>
                    <a:pt x="1865" y="2973"/>
                    <a:pt x="2100" y="2592"/>
                  </a:cubicBezTo>
                  <a:cubicBezTo>
                    <a:pt x="2327" y="2191"/>
                    <a:pt x="2436" y="1733"/>
                    <a:pt x="2424" y="1270"/>
                  </a:cubicBezTo>
                  <a:cubicBezTo>
                    <a:pt x="2416" y="816"/>
                    <a:pt x="2238" y="342"/>
                    <a:pt x="1893" y="30"/>
                  </a:cubicBezTo>
                  <a:cubicBezTo>
                    <a:pt x="1873" y="10"/>
                    <a:pt x="1847" y="0"/>
                    <a:pt x="182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" name="Google Shape;5450;p73"/>
            <p:cNvSpPr/>
            <p:nvPr/>
          </p:nvSpPr>
          <p:spPr>
            <a:xfrm>
              <a:off x="3049475" y="2734631"/>
              <a:ext cx="88451" cy="135894"/>
            </a:xfrm>
            <a:custGeom>
              <a:avLst/>
              <a:gdLst/>
              <a:ahLst/>
              <a:cxnLst/>
              <a:rect l="l" t="t" r="r" b="b"/>
              <a:pathLst>
                <a:path w="5101" h="7837" extrusionOk="0">
                  <a:moveTo>
                    <a:pt x="280" y="1"/>
                  </a:moveTo>
                  <a:cubicBezTo>
                    <a:pt x="229" y="1"/>
                    <a:pt x="183" y="61"/>
                    <a:pt x="171" y="147"/>
                  </a:cubicBezTo>
                  <a:cubicBezTo>
                    <a:pt x="82" y="950"/>
                    <a:pt x="1" y="1765"/>
                    <a:pt x="90" y="2575"/>
                  </a:cubicBezTo>
                  <a:cubicBezTo>
                    <a:pt x="183" y="3386"/>
                    <a:pt x="463" y="4217"/>
                    <a:pt x="990" y="4870"/>
                  </a:cubicBezTo>
                  <a:cubicBezTo>
                    <a:pt x="1517" y="5527"/>
                    <a:pt x="2206" y="6001"/>
                    <a:pt x="2879" y="6431"/>
                  </a:cubicBezTo>
                  <a:cubicBezTo>
                    <a:pt x="3552" y="6864"/>
                    <a:pt x="4245" y="7258"/>
                    <a:pt x="4845" y="7772"/>
                  </a:cubicBezTo>
                  <a:cubicBezTo>
                    <a:pt x="4896" y="7813"/>
                    <a:pt x="4947" y="7837"/>
                    <a:pt x="4991" y="7837"/>
                  </a:cubicBezTo>
                  <a:cubicBezTo>
                    <a:pt x="5014" y="7837"/>
                    <a:pt x="5034" y="7831"/>
                    <a:pt x="5052" y="7817"/>
                  </a:cubicBezTo>
                  <a:cubicBezTo>
                    <a:pt x="5101" y="7776"/>
                    <a:pt x="5076" y="7679"/>
                    <a:pt x="4995" y="7602"/>
                  </a:cubicBezTo>
                  <a:cubicBezTo>
                    <a:pt x="4407" y="7030"/>
                    <a:pt x="3718" y="6589"/>
                    <a:pt x="3058" y="6155"/>
                  </a:cubicBezTo>
                  <a:cubicBezTo>
                    <a:pt x="2393" y="5717"/>
                    <a:pt x="1760" y="5231"/>
                    <a:pt x="1262" y="4651"/>
                  </a:cubicBezTo>
                  <a:cubicBezTo>
                    <a:pt x="763" y="4067"/>
                    <a:pt x="512" y="3317"/>
                    <a:pt x="406" y="2543"/>
                  </a:cubicBezTo>
                  <a:cubicBezTo>
                    <a:pt x="301" y="1765"/>
                    <a:pt x="329" y="966"/>
                    <a:pt x="366" y="163"/>
                  </a:cubicBezTo>
                  <a:cubicBezTo>
                    <a:pt x="370" y="82"/>
                    <a:pt x="333" y="5"/>
                    <a:pt x="285" y="1"/>
                  </a:cubicBezTo>
                  <a:cubicBezTo>
                    <a:pt x="283" y="1"/>
                    <a:pt x="281" y="1"/>
                    <a:pt x="2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" name="Google Shape;5451;p73"/>
            <p:cNvSpPr/>
            <p:nvPr/>
          </p:nvSpPr>
          <p:spPr>
            <a:xfrm>
              <a:off x="3205535" y="2894125"/>
              <a:ext cx="203155" cy="83544"/>
            </a:xfrm>
            <a:custGeom>
              <a:avLst/>
              <a:gdLst/>
              <a:ahLst/>
              <a:cxnLst/>
              <a:rect l="l" t="t" r="r" b="b"/>
              <a:pathLst>
                <a:path w="11716" h="4818" extrusionOk="0">
                  <a:moveTo>
                    <a:pt x="11534" y="0"/>
                  </a:moveTo>
                  <a:cubicBezTo>
                    <a:pt x="11512" y="0"/>
                    <a:pt x="11489" y="2"/>
                    <a:pt x="11465" y="5"/>
                  </a:cubicBezTo>
                  <a:cubicBezTo>
                    <a:pt x="10439" y="115"/>
                    <a:pt x="9421" y="297"/>
                    <a:pt x="8420" y="553"/>
                  </a:cubicBezTo>
                  <a:cubicBezTo>
                    <a:pt x="7423" y="812"/>
                    <a:pt x="6438" y="1136"/>
                    <a:pt x="5477" y="1517"/>
                  </a:cubicBezTo>
                  <a:cubicBezTo>
                    <a:pt x="4524" y="1915"/>
                    <a:pt x="3596" y="2365"/>
                    <a:pt x="2696" y="2875"/>
                  </a:cubicBezTo>
                  <a:cubicBezTo>
                    <a:pt x="1800" y="3386"/>
                    <a:pt x="945" y="3966"/>
                    <a:pt x="130" y="4602"/>
                  </a:cubicBezTo>
                  <a:cubicBezTo>
                    <a:pt x="45" y="4667"/>
                    <a:pt x="0" y="4744"/>
                    <a:pt x="25" y="4789"/>
                  </a:cubicBezTo>
                  <a:cubicBezTo>
                    <a:pt x="34" y="4808"/>
                    <a:pt x="56" y="4817"/>
                    <a:pt x="84" y="4817"/>
                  </a:cubicBezTo>
                  <a:cubicBezTo>
                    <a:pt x="128" y="4817"/>
                    <a:pt x="187" y="4796"/>
                    <a:pt x="244" y="4756"/>
                  </a:cubicBezTo>
                  <a:cubicBezTo>
                    <a:pt x="1083" y="4173"/>
                    <a:pt x="1950" y="3638"/>
                    <a:pt x="2846" y="3147"/>
                  </a:cubicBezTo>
                  <a:cubicBezTo>
                    <a:pt x="4638" y="2174"/>
                    <a:pt x="6539" y="1412"/>
                    <a:pt x="8509" y="873"/>
                  </a:cubicBezTo>
                  <a:cubicBezTo>
                    <a:pt x="9490" y="601"/>
                    <a:pt x="10488" y="386"/>
                    <a:pt x="11497" y="228"/>
                  </a:cubicBezTo>
                  <a:cubicBezTo>
                    <a:pt x="11619" y="208"/>
                    <a:pt x="11716" y="159"/>
                    <a:pt x="11716" y="95"/>
                  </a:cubicBezTo>
                  <a:cubicBezTo>
                    <a:pt x="11716" y="38"/>
                    <a:pt x="11639" y="0"/>
                    <a:pt x="115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" name="Google Shape;5452;p73"/>
            <p:cNvSpPr/>
            <p:nvPr/>
          </p:nvSpPr>
          <p:spPr>
            <a:xfrm>
              <a:off x="3524106" y="2724487"/>
              <a:ext cx="103624" cy="169585"/>
            </a:xfrm>
            <a:custGeom>
              <a:avLst/>
              <a:gdLst/>
              <a:ahLst/>
              <a:cxnLst/>
              <a:rect l="l" t="t" r="r" b="b"/>
              <a:pathLst>
                <a:path w="5976" h="9780" extrusionOk="0">
                  <a:moveTo>
                    <a:pt x="5251" y="1"/>
                  </a:moveTo>
                  <a:cubicBezTo>
                    <a:pt x="5242" y="1"/>
                    <a:pt x="5234" y="2"/>
                    <a:pt x="5226" y="6"/>
                  </a:cubicBezTo>
                  <a:cubicBezTo>
                    <a:pt x="5169" y="31"/>
                    <a:pt x="5165" y="140"/>
                    <a:pt x="5218" y="258"/>
                  </a:cubicBezTo>
                  <a:cubicBezTo>
                    <a:pt x="5595" y="1133"/>
                    <a:pt x="5655" y="2123"/>
                    <a:pt x="5489" y="3055"/>
                  </a:cubicBezTo>
                  <a:cubicBezTo>
                    <a:pt x="5327" y="3999"/>
                    <a:pt x="4958" y="4895"/>
                    <a:pt x="4411" y="5682"/>
                  </a:cubicBezTo>
                  <a:cubicBezTo>
                    <a:pt x="3880" y="6480"/>
                    <a:pt x="3199" y="7170"/>
                    <a:pt x="2465" y="7802"/>
                  </a:cubicBezTo>
                  <a:cubicBezTo>
                    <a:pt x="1731" y="8438"/>
                    <a:pt x="941" y="9006"/>
                    <a:pt x="138" y="9565"/>
                  </a:cubicBezTo>
                  <a:cubicBezTo>
                    <a:pt x="53" y="9626"/>
                    <a:pt x="0" y="9703"/>
                    <a:pt x="29" y="9748"/>
                  </a:cubicBezTo>
                  <a:cubicBezTo>
                    <a:pt x="39" y="9769"/>
                    <a:pt x="64" y="9779"/>
                    <a:pt x="96" y="9779"/>
                  </a:cubicBezTo>
                  <a:cubicBezTo>
                    <a:pt x="137" y="9779"/>
                    <a:pt x="191" y="9762"/>
                    <a:pt x="244" y="9728"/>
                  </a:cubicBezTo>
                  <a:cubicBezTo>
                    <a:pt x="1075" y="9213"/>
                    <a:pt x="1906" y="8674"/>
                    <a:pt x="2668" y="8045"/>
                  </a:cubicBezTo>
                  <a:cubicBezTo>
                    <a:pt x="3426" y="7417"/>
                    <a:pt x="4135" y="6707"/>
                    <a:pt x="4703" y="5885"/>
                  </a:cubicBezTo>
                  <a:cubicBezTo>
                    <a:pt x="5270" y="5049"/>
                    <a:pt x="5651" y="4105"/>
                    <a:pt x="5818" y="3112"/>
                  </a:cubicBezTo>
                  <a:cubicBezTo>
                    <a:pt x="5976" y="2119"/>
                    <a:pt x="5870" y="1069"/>
                    <a:pt x="5420" y="161"/>
                  </a:cubicBezTo>
                  <a:cubicBezTo>
                    <a:pt x="5372" y="70"/>
                    <a:pt x="5305" y="1"/>
                    <a:pt x="525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" name="Google Shape;5453;p73"/>
            <p:cNvSpPr/>
            <p:nvPr/>
          </p:nvSpPr>
          <p:spPr>
            <a:xfrm>
              <a:off x="3446284" y="2907893"/>
              <a:ext cx="49159" cy="22108"/>
            </a:xfrm>
            <a:custGeom>
              <a:avLst/>
              <a:gdLst/>
              <a:ahLst/>
              <a:cxnLst/>
              <a:rect l="l" t="t" r="r" b="b"/>
              <a:pathLst>
                <a:path w="2835" h="1275" extrusionOk="0">
                  <a:moveTo>
                    <a:pt x="2705" y="1"/>
                  </a:moveTo>
                  <a:cubicBezTo>
                    <a:pt x="2702" y="1"/>
                    <a:pt x="2699" y="1"/>
                    <a:pt x="2697" y="2"/>
                  </a:cubicBezTo>
                  <a:lnTo>
                    <a:pt x="2036" y="294"/>
                  </a:lnTo>
                  <a:cubicBezTo>
                    <a:pt x="1821" y="395"/>
                    <a:pt x="1598" y="476"/>
                    <a:pt x="1379" y="569"/>
                  </a:cubicBezTo>
                  <a:cubicBezTo>
                    <a:pt x="1160" y="667"/>
                    <a:pt x="937" y="752"/>
                    <a:pt x="710" y="833"/>
                  </a:cubicBezTo>
                  <a:lnTo>
                    <a:pt x="37" y="1088"/>
                  </a:lnTo>
                  <a:cubicBezTo>
                    <a:pt x="9" y="1092"/>
                    <a:pt x="1" y="1129"/>
                    <a:pt x="9" y="1186"/>
                  </a:cubicBezTo>
                  <a:cubicBezTo>
                    <a:pt x="21" y="1238"/>
                    <a:pt x="49" y="1275"/>
                    <a:pt x="82" y="1275"/>
                  </a:cubicBezTo>
                  <a:cubicBezTo>
                    <a:pt x="325" y="1242"/>
                    <a:pt x="568" y="1194"/>
                    <a:pt x="803" y="1133"/>
                  </a:cubicBezTo>
                  <a:cubicBezTo>
                    <a:pt x="1043" y="1064"/>
                    <a:pt x="1282" y="995"/>
                    <a:pt x="1509" y="902"/>
                  </a:cubicBezTo>
                  <a:cubicBezTo>
                    <a:pt x="1736" y="804"/>
                    <a:pt x="1959" y="703"/>
                    <a:pt x="2178" y="590"/>
                  </a:cubicBezTo>
                  <a:cubicBezTo>
                    <a:pt x="2397" y="476"/>
                    <a:pt x="2607" y="346"/>
                    <a:pt x="2806" y="200"/>
                  </a:cubicBezTo>
                  <a:cubicBezTo>
                    <a:pt x="2834" y="184"/>
                    <a:pt x="2834" y="132"/>
                    <a:pt x="2802" y="79"/>
                  </a:cubicBezTo>
                  <a:cubicBezTo>
                    <a:pt x="2776" y="35"/>
                    <a:pt x="2734" y="1"/>
                    <a:pt x="270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" name="Google Shape;5454;p73"/>
            <p:cNvSpPr/>
            <p:nvPr/>
          </p:nvSpPr>
          <p:spPr>
            <a:xfrm>
              <a:off x="3232308" y="2948191"/>
              <a:ext cx="181741" cy="79539"/>
            </a:xfrm>
            <a:custGeom>
              <a:avLst/>
              <a:gdLst/>
              <a:ahLst/>
              <a:cxnLst/>
              <a:rect l="l" t="t" r="r" b="b"/>
              <a:pathLst>
                <a:path w="10481" h="4587" extrusionOk="0">
                  <a:moveTo>
                    <a:pt x="10311" y="1"/>
                  </a:moveTo>
                  <a:cubicBezTo>
                    <a:pt x="10293" y="1"/>
                    <a:pt x="10273" y="2"/>
                    <a:pt x="10253" y="5"/>
                  </a:cubicBezTo>
                  <a:cubicBezTo>
                    <a:pt x="9321" y="118"/>
                    <a:pt x="8384" y="244"/>
                    <a:pt x="7456" y="422"/>
                  </a:cubicBezTo>
                  <a:cubicBezTo>
                    <a:pt x="6524" y="601"/>
                    <a:pt x="5607" y="844"/>
                    <a:pt x="4707" y="1152"/>
                  </a:cubicBezTo>
                  <a:cubicBezTo>
                    <a:pt x="3812" y="1472"/>
                    <a:pt x="2956" y="1902"/>
                    <a:pt x="2162" y="2429"/>
                  </a:cubicBezTo>
                  <a:cubicBezTo>
                    <a:pt x="1359" y="2952"/>
                    <a:pt x="658" y="3609"/>
                    <a:pt x="82" y="4375"/>
                  </a:cubicBezTo>
                  <a:cubicBezTo>
                    <a:pt x="25" y="4456"/>
                    <a:pt x="1" y="4529"/>
                    <a:pt x="41" y="4569"/>
                  </a:cubicBezTo>
                  <a:cubicBezTo>
                    <a:pt x="53" y="4581"/>
                    <a:pt x="69" y="4587"/>
                    <a:pt x="87" y="4587"/>
                  </a:cubicBezTo>
                  <a:cubicBezTo>
                    <a:pt x="130" y="4587"/>
                    <a:pt x="186" y="4554"/>
                    <a:pt x="232" y="4496"/>
                  </a:cubicBezTo>
                  <a:cubicBezTo>
                    <a:pt x="836" y="3787"/>
                    <a:pt x="1545" y="3179"/>
                    <a:pt x="2332" y="2684"/>
                  </a:cubicBezTo>
                  <a:cubicBezTo>
                    <a:pt x="3114" y="2190"/>
                    <a:pt x="3953" y="1788"/>
                    <a:pt x="4829" y="1484"/>
                  </a:cubicBezTo>
                  <a:cubicBezTo>
                    <a:pt x="5709" y="1176"/>
                    <a:pt x="6609" y="929"/>
                    <a:pt x="7521" y="747"/>
                  </a:cubicBezTo>
                  <a:cubicBezTo>
                    <a:pt x="8437" y="552"/>
                    <a:pt x="9361" y="390"/>
                    <a:pt x="10281" y="228"/>
                  </a:cubicBezTo>
                  <a:cubicBezTo>
                    <a:pt x="10399" y="207"/>
                    <a:pt x="10480" y="155"/>
                    <a:pt x="10480" y="90"/>
                  </a:cubicBezTo>
                  <a:cubicBezTo>
                    <a:pt x="10480" y="35"/>
                    <a:pt x="10408" y="1"/>
                    <a:pt x="1031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" name="Google Shape;5455;p73"/>
            <p:cNvSpPr/>
            <p:nvPr/>
          </p:nvSpPr>
          <p:spPr>
            <a:xfrm>
              <a:off x="3079560" y="2994627"/>
              <a:ext cx="85018" cy="447389"/>
            </a:xfrm>
            <a:custGeom>
              <a:avLst/>
              <a:gdLst/>
              <a:ahLst/>
              <a:cxnLst/>
              <a:rect l="l" t="t" r="r" b="b"/>
              <a:pathLst>
                <a:path w="4903" h="25801" extrusionOk="0">
                  <a:moveTo>
                    <a:pt x="4415" y="1"/>
                  </a:moveTo>
                  <a:cubicBezTo>
                    <a:pt x="4243" y="1"/>
                    <a:pt x="4084" y="111"/>
                    <a:pt x="4026" y="286"/>
                  </a:cubicBezTo>
                  <a:lnTo>
                    <a:pt x="3990" y="351"/>
                  </a:lnTo>
                  <a:cubicBezTo>
                    <a:pt x="2831" y="2435"/>
                    <a:pt x="2470" y="5844"/>
                    <a:pt x="2940" y="10218"/>
                  </a:cubicBezTo>
                  <a:cubicBezTo>
                    <a:pt x="3402" y="14499"/>
                    <a:pt x="2186" y="17912"/>
                    <a:pt x="1209" y="20652"/>
                  </a:cubicBezTo>
                  <a:cubicBezTo>
                    <a:pt x="560" y="22464"/>
                    <a:pt x="1" y="24025"/>
                    <a:pt x="90" y="25399"/>
                  </a:cubicBezTo>
                  <a:cubicBezTo>
                    <a:pt x="102" y="25626"/>
                    <a:pt x="289" y="25801"/>
                    <a:pt x="516" y="25801"/>
                  </a:cubicBezTo>
                  <a:lnTo>
                    <a:pt x="540" y="25801"/>
                  </a:lnTo>
                  <a:cubicBezTo>
                    <a:pt x="775" y="25784"/>
                    <a:pt x="954" y="25586"/>
                    <a:pt x="941" y="25351"/>
                  </a:cubicBezTo>
                  <a:cubicBezTo>
                    <a:pt x="864" y="24147"/>
                    <a:pt x="1395" y="22663"/>
                    <a:pt x="2012" y="20940"/>
                  </a:cubicBezTo>
                  <a:cubicBezTo>
                    <a:pt x="3017" y="18119"/>
                    <a:pt x="4274" y="14600"/>
                    <a:pt x="3787" y="10129"/>
                  </a:cubicBezTo>
                  <a:cubicBezTo>
                    <a:pt x="3341" y="5990"/>
                    <a:pt x="3678" y="2662"/>
                    <a:pt x="4736" y="764"/>
                  </a:cubicBezTo>
                  <a:cubicBezTo>
                    <a:pt x="4772" y="708"/>
                    <a:pt x="4801" y="647"/>
                    <a:pt x="4821" y="586"/>
                  </a:cubicBezTo>
                  <a:cubicBezTo>
                    <a:pt x="4902" y="359"/>
                    <a:pt x="4784" y="112"/>
                    <a:pt x="4557" y="27"/>
                  </a:cubicBezTo>
                  <a:cubicBezTo>
                    <a:pt x="4510" y="9"/>
                    <a:pt x="4462" y="1"/>
                    <a:pt x="441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" name="Google Shape;5456;p73"/>
            <p:cNvSpPr/>
            <p:nvPr/>
          </p:nvSpPr>
          <p:spPr>
            <a:xfrm>
              <a:off x="3256081" y="3006904"/>
              <a:ext cx="94902" cy="435113"/>
            </a:xfrm>
            <a:custGeom>
              <a:avLst/>
              <a:gdLst/>
              <a:ahLst/>
              <a:cxnLst/>
              <a:rect l="l" t="t" r="r" b="b"/>
              <a:pathLst>
                <a:path w="5473" h="25093" extrusionOk="0">
                  <a:moveTo>
                    <a:pt x="471" y="0"/>
                  </a:moveTo>
                  <a:cubicBezTo>
                    <a:pt x="358" y="0"/>
                    <a:pt x="245" y="46"/>
                    <a:pt x="162" y="137"/>
                  </a:cubicBezTo>
                  <a:cubicBezTo>
                    <a:pt x="0" y="308"/>
                    <a:pt x="8" y="575"/>
                    <a:pt x="174" y="737"/>
                  </a:cubicBezTo>
                  <a:cubicBezTo>
                    <a:pt x="203" y="766"/>
                    <a:pt x="2826" y="3320"/>
                    <a:pt x="2639" y="9449"/>
                  </a:cubicBezTo>
                  <a:cubicBezTo>
                    <a:pt x="2420" y="16426"/>
                    <a:pt x="3028" y="21169"/>
                    <a:pt x="4593" y="24833"/>
                  </a:cubicBezTo>
                  <a:cubicBezTo>
                    <a:pt x="4662" y="24991"/>
                    <a:pt x="4816" y="25093"/>
                    <a:pt x="4990" y="25093"/>
                  </a:cubicBezTo>
                  <a:cubicBezTo>
                    <a:pt x="5047" y="25093"/>
                    <a:pt x="5104" y="25081"/>
                    <a:pt x="5157" y="25056"/>
                  </a:cubicBezTo>
                  <a:cubicBezTo>
                    <a:pt x="5375" y="24967"/>
                    <a:pt x="5473" y="24716"/>
                    <a:pt x="5380" y="24501"/>
                  </a:cubicBezTo>
                  <a:cubicBezTo>
                    <a:pt x="3863" y="20958"/>
                    <a:pt x="3276" y="16324"/>
                    <a:pt x="3490" y="9481"/>
                  </a:cubicBezTo>
                  <a:cubicBezTo>
                    <a:pt x="3693" y="2922"/>
                    <a:pt x="880" y="227"/>
                    <a:pt x="758" y="113"/>
                  </a:cubicBezTo>
                  <a:cubicBezTo>
                    <a:pt x="677" y="38"/>
                    <a:pt x="574" y="0"/>
                    <a:pt x="47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" name="Google Shape;5457;p73"/>
            <p:cNvSpPr/>
            <p:nvPr/>
          </p:nvSpPr>
          <p:spPr>
            <a:xfrm>
              <a:off x="3057903" y="2637337"/>
              <a:ext cx="458487" cy="256615"/>
            </a:xfrm>
            <a:custGeom>
              <a:avLst/>
              <a:gdLst/>
              <a:ahLst/>
              <a:cxnLst/>
              <a:rect l="l" t="t" r="r" b="b"/>
              <a:pathLst>
                <a:path w="26441" h="14799" extrusionOk="0">
                  <a:moveTo>
                    <a:pt x="15342" y="0"/>
                  </a:moveTo>
                  <a:cubicBezTo>
                    <a:pt x="14596" y="0"/>
                    <a:pt x="13822" y="14"/>
                    <a:pt x="13022" y="38"/>
                  </a:cubicBezTo>
                  <a:cubicBezTo>
                    <a:pt x="5515" y="273"/>
                    <a:pt x="1684" y="1530"/>
                    <a:pt x="938" y="4469"/>
                  </a:cubicBezTo>
                  <a:cubicBezTo>
                    <a:pt x="1" y="8190"/>
                    <a:pt x="3880" y="14799"/>
                    <a:pt x="12818" y="14799"/>
                  </a:cubicBezTo>
                  <a:cubicBezTo>
                    <a:pt x="13043" y="14799"/>
                    <a:pt x="13272" y="14795"/>
                    <a:pt x="13505" y="14786"/>
                  </a:cubicBezTo>
                  <a:cubicBezTo>
                    <a:pt x="23266" y="14425"/>
                    <a:pt x="26440" y="7404"/>
                    <a:pt x="26116" y="3987"/>
                  </a:cubicBezTo>
                  <a:cubicBezTo>
                    <a:pt x="25826" y="937"/>
                    <a:pt x="21598" y="0"/>
                    <a:pt x="153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" name="Google Shape;5458;p73"/>
            <p:cNvSpPr/>
            <p:nvPr/>
          </p:nvSpPr>
          <p:spPr>
            <a:xfrm>
              <a:off x="3059810" y="2631146"/>
              <a:ext cx="459666" cy="268978"/>
            </a:xfrm>
            <a:custGeom>
              <a:avLst/>
              <a:gdLst/>
              <a:ahLst/>
              <a:cxnLst/>
              <a:rect l="l" t="t" r="r" b="b"/>
              <a:pathLst>
                <a:path w="26509" h="15512" extrusionOk="0">
                  <a:moveTo>
                    <a:pt x="15200" y="715"/>
                  </a:moveTo>
                  <a:cubicBezTo>
                    <a:pt x="22168" y="715"/>
                    <a:pt x="25415" y="1866"/>
                    <a:pt x="25653" y="4376"/>
                  </a:cubicBezTo>
                  <a:cubicBezTo>
                    <a:pt x="25791" y="5835"/>
                    <a:pt x="25244" y="8341"/>
                    <a:pt x="23245" y="10619"/>
                  </a:cubicBezTo>
                  <a:cubicBezTo>
                    <a:pt x="21677" y="12411"/>
                    <a:pt x="18685" y="14596"/>
                    <a:pt x="13387" y="14786"/>
                  </a:cubicBezTo>
                  <a:cubicBezTo>
                    <a:pt x="13152" y="14795"/>
                    <a:pt x="12922" y="14799"/>
                    <a:pt x="12696" y="14799"/>
                  </a:cubicBezTo>
                  <a:cubicBezTo>
                    <a:pt x="7113" y="14799"/>
                    <a:pt x="4161" y="12221"/>
                    <a:pt x="2879" y="10631"/>
                  </a:cubicBezTo>
                  <a:cubicBezTo>
                    <a:pt x="1399" y="8803"/>
                    <a:pt x="743" y="6610"/>
                    <a:pt x="1172" y="4911"/>
                  </a:cubicBezTo>
                  <a:cubicBezTo>
                    <a:pt x="1849" y="2232"/>
                    <a:pt x="5364" y="983"/>
                    <a:pt x="12924" y="752"/>
                  </a:cubicBezTo>
                  <a:cubicBezTo>
                    <a:pt x="13723" y="728"/>
                    <a:pt x="14481" y="715"/>
                    <a:pt x="15200" y="715"/>
                  </a:cubicBezTo>
                  <a:close/>
                  <a:moveTo>
                    <a:pt x="15420" y="0"/>
                  </a:moveTo>
                  <a:cubicBezTo>
                    <a:pt x="14588" y="0"/>
                    <a:pt x="13744" y="17"/>
                    <a:pt x="12904" y="43"/>
                  </a:cubicBezTo>
                  <a:cubicBezTo>
                    <a:pt x="4967" y="286"/>
                    <a:pt x="1253" y="1688"/>
                    <a:pt x="483" y="4741"/>
                  </a:cubicBezTo>
                  <a:cubicBezTo>
                    <a:pt x="1" y="6650"/>
                    <a:pt x="706" y="9078"/>
                    <a:pt x="2328" y="11085"/>
                  </a:cubicBezTo>
                  <a:cubicBezTo>
                    <a:pt x="3690" y="12767"/>
                    <a:pt x="6815" y="15512"/>
                    <a:pt x="12689" y="15512"/>
                  </a:cubicBezTo>
                  <a:lnTo>
                    <a:pt x="13411" y="15504"/>
                  </a:lnTo>
                  <a:cubicBezTo>
                    <a:pt x="18965" y="15293"/>
                    <a:pt x="22114" y="12982"/>
                    <a:pt x="23781" y="11085"/>
                  </a:cubicBezTo>
                  <a:cubicBezTo>
                    <a:pt x="25925" y="8641"/>
                    <a:pt x="26509" y="5908"/>
                    <a:pt x="26355" y="4307"/>
                  </a:cubicBezTo>
                  <a:cubicBezTo>
                    <a:pt x="26020" y="733"/>
                    <a:pt x="20963" y="0"/>
                    <a:pt x="1542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" name="Google Shape;5459;p73"/>
            <p:cNvSpPr/>
            <p:nvPr/>
          </p:nvSpPr>
          <p:spPr>
            <a:xfrm>
              <a:off x="3064804" y="2688819"/>
              <a:ext cx="60898" cy="54482"/>
            </a:xfrm>
            <a:custGeom>
              <a:avLst/>
              <a:gdLst/>
              <a:ahLst/>
              <a:cxnLst/>
              <a:rect l="l" t="t" r="r" b="b"/>
              <a:pathLst>
                <a:path w="3512" h="3142" extrusionOk="0">
                  <a:moveTo>
                    <a:pt x="3117" y="1"/>
                  </a:moveTo>
                  <a:cubicBezTo>
                    <a:pt x="3083" y="1"/>
                    <a:pt x="3048" y="6"/>
                    <a:pt x="3013" y="16"/>
                  </a:cubicBezTo>
                  <a:cubicBezTo>
                    <a:pt x="2932" y="41"/>
                    <a:pt x="1010" y="624"/>
                    <a:pt x="86" y="2635"/>
                  </a:cubicBezTo>
                  <a:cubicBezTo>
                    <a:pt x="1" y="2813"/>
                    <a:pt x="78" y="3024"/>
                    <a:pt x="256" y="3105"/>
                  </a:cubicBezTo>
                  <a:cubicBezTo>
                    <a:pt x="305" y="3130"/>
                    <a:pt x="353" y="3142"/>
                    <a:pt x="410" y="3142"/>
                  </a:cubicBezTo>
                  <a:cubicBezTo>
                    <a:pt x="548" y="3142"/>
                    <a:pt x="674" y="3061"/>
                    <a:pt x="726" y="2935"/>
                  </a:cubicBezTo>
                  <a:cubicBezTo>
                    <a:pt x="1517" y="1224"/>
                    <a:pt x="3199" y="705"/>
                    <a:pt x="3215" y="697"/>
                  </a:cubicBezTo>
                  <a:cubicBezTo>
                    <a:pt x="3406" y="641"/>
                    <a:pt x="3511" y="442"/>
                    <a:pt x="3455" y="255"/>
                  </a:cubicBezTo>
                  <a:cubicBezTo>
                    <a:pt x="3411" y="100"/>
                    <a:pt x="3271" y="1"/>
                    <a:pt x="311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" name="Google Shape;5460;p73"/>
            <p:cNvSpPr/>
            <p:nvPr/>
          </p:nvSpPr>
          <p:spPr>
            <a:xfrm>
              <a:off x="3071133" y="2721245"/>
              <a:ext cx="50910" cy="56216"/>
            </a:xfrm>
            <a:custGeom>
              <a:avLst/>
              <a:gdLst/>
              <a:ahLst/>
              <a:cxnLst/>
              <a:rect l="l" t="t" r="r" b="b"/>
              <a:pathLst>
                <a:path w="2936" h="3242" extrusionOk="0">
                  <a:moveTo>
                    <a:pt x="2526" y="0"/>
                  </a:moveTo>
                  <a:cubicBezTo>
                    <a:pt x="2465" y="0"/>
                    <a:pt x="2404" y="15"/>
                    <a:pt x="2348" y="48"/>
                  </a:cubicBezTo>
                  <a:cubicBezTo>
                    <a:pt x="2279" y="88"/>
                    <a:pt x="653" y="1061"/>
                    <a:pt x="69" y="2772"/>
                  </a:cubicBezTo>
                  <a:cubicBezTo>
                    <a:pt x="0" y="2954"/>
                    <a:pt x="98" y="3161"/>
                    <a:pt x="288" y="3222"/>
                  </a:cubicBezTo>
                  <a:cubicBezTo>
                    <a:pt x="325" y="3234"/>
                    <a:pt x="361" y="3242"/>
                    <a:pt x="402" y="3242"/>
                  </a:cubicBezTo>
                  <a:cubicBezTo>
                    <a:pt x="556" y="3238"/>
                    <a:pt x="690" y="3141"/>
                    <a:pt x="738" y="2999"/>
                  </a:cubicBezTo>
                  <a:cubicBezTo>
                    <a:pt x="1233" y="1547"/>
                    <a:pt x="2692" y="668"/>
                    <a:pt x="2708" y="664"/>
                  </a:cubicBezTo>
                  <a:cubicBezTo>
                    <a:pt x="2879" y="562"/>
                    <a:pt x="2935" y="348"/>
                    <a:pt x="2834" y="177"/>
                  </a:cubicBezTo>
                  <a:cubicBezTo>
                    <a:pt x="2769" y="63"/>
                    <a:pt x="2649" y="0"/>
                    <a:pt x="252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" name="Google Shape;5461;p73"/>
            <p:cNvSpPr/>
            <p:nvPr/>
          </p:nvSpPr>
          <p:spPr>
            <a:xfrm>
              <a:off x="3088421" y="2759185"/>
              <a:ext cx="48379" cy="53147"/>
            </a:xfrm>
            <a:custGeom>
              <a:avLst/>
              <a:gdLst/>
              <a:ahLst/>
              <a:cxnLst/>
              <a:rect l="l" t="t" r="r" b="b"/>
              <a:pathLst>
                <a:path w="2790" h="3065" extrusionOk="0">
                  <a:moveTo>
                    <a:pt x="2378" y="0"/>
                  </a:moveTo>
                  <a:cubicBezTo>
                    <a:pt x="2299" y="0"/>
                    <a:pt x="2220" y="26"/>
                    <a:pt x="2153" y="81"/>
                  </a:cubicBezTo>
                  <a:cubicBezTo>
                    <a:pt x="2080" y="122"/>
                    <a:pt x="512" y="1188"/>
                    <a:pt x="62" y="2607"/>
                  </a:cubicBezTo>
                  <a:cubicBezTo>
                    <a:pt x="1" y="2793"/>
                    <a:pt x="106" y="2992"/>
                    <a:pt x="293" y="3052"/>
                  </a:cubicBezTo>
                  <a:cubicBezTo>
                    <a:pt x="329" y="3061"/>
                    <a:pt x="362" y="3065"/>
                    <a:pt x="398" y="3065"/>
                  </a:cubicBezTo>
                  <a:cubicBezTo>
                    <a:pt x="552" y="3065"/>
                    <a:pt x="690" y="2963"/>
                    <a:pt x="739" y="2817"/>
                  </a:cubicBezTo>
                  <a:cubicBezTo>
                    <a:pt x="1107" y="1642"/>
                    <a:pt x="2534" y="681"/>
                    <a:pt x="2542" y="669"/>
                  </a:cubicBezTo>
                  <a:cubicBezTo>
                    <a:pt x="2729" y="572"/>
                    <a:pt x="2790" y="332"/>
                    <a:pt x="2672" y="158"/>
                  </a:cubicBezTo>
                  <a:cubicBezTo>
                    <a:pt x="2605" y="55"/>
                    <a:pt x="2493" y="0"/>
                    <a:pt x="237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" name="Google Shape;5462;p73"/>
            <p:cNvSpPr/>
            <p:nvPr/>
          </p:nvSpPr>
          <p:spPr>
            <a:xfrm>
              <a:off x="3118367" y="2792426"/>
              <a:ext cx="39102" cy="54274"/>
            </a:xfrm>
            <a:custGeom>
              <a:avLst/>
              <a:gdLst/>
              <a:ahLst/>
              <a:cxnLst/>
              <a:rect l="l" t="t" r="r" b="b"/>
              <a:pathLst>
                <a:path w="2255" h="3130" extrusionOk="0">
                  <a:moveTo>
                    <a:pt x="1860" y="0"/>
                  </a:moveTo>
                  <a:cubicBezTo>
                    <a:pt x="1768" y="0"/>
                    <a:pt x="1676" y="36"/>
                    <a:pt x="1606" y="106"/>
                  </a:cubicBezTo>
                  <a:cubicBezTo>
                    <a:pt x="1561" y="154"/>
                    <a:pt x="451" y="1306"/>
                    <a:pt x="53" y="2680"/>
                  </a:cubicBezTo>
                  <a:cubicBezTo>
                    <a:pt x="1" y="2866"/>
                    <a:pt x="110" y="3065"/>
                    <a:pt x="297" y="3114"/>
                  </a:cubicBezTo>
                  <a:cubicBezTo>
                    <a:pt x="329" y="3126"/>
                    <a:pt x="361" y="3130"/>
                    <a:pt x="394" y="3130"/>
                  </a:cubicBezTo>
                  <a:cubicBezTo>
                    <a:pt x="552" y="3130"/>
                    <a:pt x="694" y="3029"/>
                    <a:pt x="738" y="2879"/>
                  </a:cubicBezTo>
                  <a:cubicBezTo>
                    <a:pt x="1083" y="1675"/>
                    <a:pt x="2109" y="613"/>
                    <a:pt x="2117" y="600"/>
                  </a:cubicBezTo>
                  <a:cubicBezTo>
                    <a:pt x="2255" y="458"/>
                    <a:pt x="2251" y="236"/>
                    <a:pt x="2109" y="102"/>
                  </a:cubicBezTo>
                  <a:cubicBezTo>
                    <a:pt x="2039" y="34"/>
                    <a:pt x="1949" y="0"/>
                    <a:pt x="186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" name="Google Shape;5463;p73"/>
            <p:cNvSpPr/>
            <p:nvPr/>
          </p:nvSpPr>
          <p:spPr>
            <a:xfrm>
              <a:off x="3157035" y="2818262"/>
              <a:ext cx="28836" cy="55228"/>
            </a:xfrm>
            <a:custGeom>
              <a:avLst/>
              <a:gdLst/>
              <a:ahLst/>
              <a:cxnLst/>
              <a:rect l="l" t="t" r="r" b="b"/>
              <a:pathLst>
                <a:path w="1663" h="3185" extrusionOk="0">
                  <a:moveTo>
                    <a:pt x="1258" y="0"/>
                  </a:moveTo>
                  <a:cubicBezTo>
                    <a:pt x="1114" y="0"/>
                    <a:pt x="978" y="92"/>
                    <a:pt x="925" y="237"/>
                  </a:cubicBezTo>
                  <a:cubicBezTo>
                    <a:pt x="920" y="250"/>
                    <a:pt x="381" y="1762"/>
                    <a:pt x="65" y="2714"/>
                  </a:cubicBezTo>
                  <a:cubicBezTo>
                    <a:pt x="0" y="2901"/>
                    <a:pt x="98" y="3103"/>
                    <a:pt x="288" y="3164"/>
                  </a:cubicBezTo>
                  <a:cubicBezTo>
                    <a:pt x="325" y="3180"/>
                    <a:pt x="361" y="3184"/>
                    <a:pt x="402" y="3184"/>
                  </a:cubicBezTo>
                  <a:cubicBezTo>
                    <a:pt x="552" y="3184"/>
                    <a:pt x="689" y="3087"/>
                    <a:pt x="738" y="2941"/>
                  </a:cubicBezTo>
                  <a:cubicBezTo>
                    <a:pt x="1054" y="1993"/>
                    <a:pt x="1589" y="489"/>
                    <a:pt x="1597" y="472"/>
                  </a:cubicBezTo>
                  <a:cubicBezTo>
                    <a:pt x="1662" y="290"/>
                    <a:pt x="1565" y="87"/>
                    <a:pt x="1379" y="22"/>
                  </a:cubicBezTo>
                  <a:cubicBezTo>
                    <a:pt x="1339" y="7"/>
                    <a:pt x="1298" y="0"/>
                    <a:pt x="125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" name="Google Shape;5464;p73"/>
            <p:cNvSpPr/>
            <p:nvPr/>
          </p:nvSpPr>
          <p:spPr>
            <a:xfrm>
              <a:off x="3209957" y="2839677"/>
              <a:ext cx="21536" cy="53286"/>
            </a:xfrm>
            <a:custGeom>
              <a:avLst/>
              <a:gdLst/>
              <a:ahLst/>
              <a:cxnLst/>
              <a:rect l="l" t="t" r="r" b="b"/>
              <a:pathLst>
                <a:path w="1242" h="3073" extrusionOk="0">
                  <a:moveTo>
                    <a:pt x="840" y="0"/>
                  </a:moveTo>
                  <a:cubicBezTo>
                    <a:pt x="694" y="0"/>
                    <a:pt x="555" y="95"/>
                    <a:pt x="503" y="243"/>
                  </a:cubicBezTo>
                  <a:cubicBezTo>
                    <a:pt x="483" y="300"/>
                    <a:pt x="49" y="1617"/>
                    <a:pt x="9" y="2699"/>
                  </a:cubicBezTo>
                  <a:cubicBezTo>
                    <a:pt x="1" y="2898"/>
                    <a:pt x="151" y="3060"/>
                    <a:pt x="349" y="3072"/>
                  </a:cubicBezTo>
                  <a:lnTo>
                    <a:pt x="362" y="3072"/>
                  </a:lnTo>
                  <a:cubicBezTo>
                    <a:pt x="552" y="3068"/>
                    <a:pt x="706" y="2918"/>
                    <a:pt x="718" y="2732"/>
                  </a:cubicBezTo>
                  <a:cubicBezTo>
                    <a:pt x="751" y="1747"/>
                    <a:pt x="1172" y="482"/>
                    <a:pt x="1180" y="470"/>
                  </a:cubicBezTo>
                  <a:cubicBezTo>
                    <a:pt x="1241" y="283"/>
                    <a:pt x="1140" y="85"/>
                    <a:pt x="953" y="20"/>
                  </a:cubicBezTo>
                  <a:cubicBezTo>
                    <a:pt x="916" y="7"/>
                    <a:pt x="878" y="0"/>
                    <a:pt x="84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" name="Google Shape;5465;p73"/>
            <p:cNvSpPr/>
            <p:nvPr/>
          </p:nvSpPr>
          <p:spPr>
            <a:xfrm>
              <a:off x="3267821" y="2846457"/>
              <a:ext cx="14843" cy="53667"/>
            </a:xfrm>
            <a:custGeom>
              <a:avLst/>
              <a:gdLst/>
              <a:ahLst/>
              <a:cxnLst/>
              <a:rect l="l" t="t" r="r" b="b"/>
              <a:pathLst>
                <a:path w="856" h="3095" extrusionOk="0">
                  <a:moveTo>
                    <a:pt x="473" y="1"/>
                  </a:moveTo>
                  <a:cubicBezTo>
                    <a:pt x="291" y="1"/>
                    <a:pt x="137" y="142"/>
                    <a:pt x="122" y="330"/>
                  </a:cubicBezTo>
                  <a:cubicBezTo>
                    <a:pt x="118" y="391"/>
                    <a:pt x="0" y="1891"/>
                    <a:pt x="126" y="2787"/>
                  </a:cubicBezTo>
                  <a:cubicBezTo>
                    <a:pt x="146" y="2961"/>
                    <a:pt x="300" y="3095"/>
                    <a:pt x="478" y="3095"/>
                  </a:cubicBezTo>
                  <a:lnTo>
                    <a:pt x="527" y="3091"/>
                  </a:lnTo>
                  <a:cubicBezTo>
                    <a:pt x="722" y="3062"/>
                    <a:pt x="855" y="2884"/>
                    <a:pt x="831" y="2689"/>
                  </a:cubicBezTo>
                  <a:cubicBezTo>
                    <a:pt x="714" y="1871"/>
                    <a:pt x="831" y="399"/>
                    <a:pt x="831" y="383"/>
                  </a:cubicBezTo>
                  <a:cubicBezTo>
                    <a:pt x="847" y="188"/>
                    <a:pt x="701" y="18"/>
                    <a:pt x="503" y="2"/>
                  </a:cubicBezTo>
                  <a:cubicBezTo>
                    <a:pt x="493" y="1"/>
                    <a:pt x="483" y="1"/>
                    <a:pt x="47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" name="Google Shape;5466;p73"/>
            <p:cNvSpPr/>
            <p:nvPr/>
          </p:nvSpPr>
          <p:spPr>
            <a:xfrm>
              <a:off x="3319979" y="2841550"/>
              <a:ext cx="20531" cy="54430"/>
            </a:xfrm>
            <a:custGeom>
              <a:avLst/>
              <a:gdLst/>
              <a:ahLst/>
              <a:cxnLst/>
              <a:rect l="l" t="t" r="r" b="b"/>
              <a:pathLst>
                <a:path w="1184" h="3139" extrusionOk="0">
                  <a:moveTo>
                    <a:pt x="399" y="0"/>
                  </a:moveTo>
                  <a:cubicBezTo>
                    <a:pt x="367" y="0"/>
                    <a:pt x="336" y="4"/>
                    <a:pt x="304" y="13"/>
                  </a:cubicBezTo>
                  <a:cubicBezTo>
                    <a:pt x="114" y="66"/>
                    <a:pt x="0" y="265"/>
                    <a:pt x="57" y="455"/>
                  </a:cubicBezTo>
                  <a:cubicBezTo>
                    <a:pt x="170" y="860"/>
                    <a:pt x="442" y="2060"/>
                    <a:pt x="357" y="2745"/>
                  </a:cubicBezTo>
                  <a:cubicBezTo>
                    <a:pt x="332" y="2940"/>
                    <a:pt x="470" y="3114"/>
                    <a:pt x="665" y="3139"/>
                  </a:cubicBezTo>
                  <a:lnTo>
                    <a:pt x="714" y="3139"/>
                  </a:lnTo>
                  <a:cubicBezTo>
                    <a:pt x="716" y="3139"/>
                    <a:pt x="719" y="3139"/>
                    <a:pt x="721" y="3139"/>
                  </a:cubicBezTo>
                  <a:cubicBezTo>
                    <a:pt x="892" y="3139"/>
                    <a:pt x="1042" y="3006"/>
                    <a:pt x="1062" y="2831"/>
                  </a:cubicBezTo>
                  <a:cubicBezTo>
                    <a:pt x="1184" y="1862"/>
                    <a:pt x="762" y="333"/>
                    <a:pt x="742" y="269"/>
                  </a:cubicBezTo>
                  <a:cubicBezTo>
                    <a:pt x="701" y="106"/>
                    <a:pt x="556" y="0"/>
                    <a:pt x="39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" name="Google Shape;5467;p73"/>
            <p:cNvSpPr/>
            <p:nvPr/>
          </p:nvSpPr>
          <p:spPr>
            <a:xfrm>
              <a:off x="3365809" y="2826863"/>
              <a:ext cx="27363" cy="54361"/>
            </a:xfrm>
            <a:custGeom>
              <a:avLst/>
              <a:gdLst/>
              <a:ahLst/>
              <a:cxnLst/>
              <a:rect l="l" t="t" r="r" b="b"/>
              <a:pathLst>
                <a:path w="1578" h="3135" extrusionOk="0">
                  <a:moveTo>
                    <a:pt x="405" y="0"/>
                  </a:moveTo>
                  <a:cubicBezTo>
                    <a:pt x="342" y="0"/>
                    <a:pt x="278" y="17"/>
                    <a:pt x="219" y="53"/>
                  </a:cubicBezTo>
                  <a:cubicBezTo>
                    <a:pt x="53" y="155"/>
                    <a:pt x="0" y="374"/>
                    <a:pt x="101" y="540"/>
                  </a:cubicBezTo>
                  <a:cubicBezTo>
                    <a:pt x="110" y="556"/>
                    <a:pt x="827" y="1744"/>
                    <a:pt x="860" y="2790"/>
                  </a:cubicBezTo>
                  <a:cubicBezTo>
                    <a:pt x="868" y="2984"/>
                    <a:pt x="1022" y="3134"/>
                    <a:pt x="1216" y="3134"/>
                  </a:cubicBezTo>
                  <a:lnTo>
                    <a:pt x="1224" y="3134"/>
                  </a:lnTo>
                  <a:cubicBezTo>
                    <a:pt x="1423" y="3130"/>
                    <a:pt x="1577" y="2968"/>
                    <a:pt x="1569" y="2770"/>
                  </a:cubicBezTo>
                  <a:cubicBezTo>
                    <a:pt x="1528" y="1533"/>
                    <a:pt x="746" y="228"/>
                    <a:pt x="710" y="171"/>
                  </a:cubicBezTo>
                  <a:cubicBezTo>
                    <a:pt x="643" y="62"/>
                    <a:pt x="526" y="0"/>
                    <a:pt x="40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" name="Google Shape;5468;p73"/>
            <p:cNvSpPr/>
            <p:nvPr/>
          </p:nvSpPr>
          <p:spPr>
            <a:xfrm>
              <a:off x="3406506" y="2800020"/>
              <a:ext cx="39171" cy="52037"/>
            </a:xfrm>
            <a:custGeom>
              <a:avLst/>
              <a:gdLst/>
              <a:ahLst/>
              <a:cxnLst/>
              <a:rect l="l" t="t" r="r" b="b"/>
              <a:pathLst>
                <a:path w="2259" h="3001" extrusionOk="0">
                  <a:moveTo>
                    <a:pt x="396" y="1"/>
                  </a:moveTo>
                  <a:cubicBezTo>
                    <a:pt x="297" y="1"/>
                    <a:pt x="199" y="42"/>
                    <a:pt x="130" y="122"/>
                  </a:cubicBezTo>
                  <a:cubicBezTo>
                    <a:pt x="0" y="272"/>
                    <a:pt x="17" y="495"/>
                    <a:pt x="166" y="625"/>
                  </a:cubicBezTo>
                  <a:cubicBezTo>
                    <a:pt x="175" y="637"/>
                    <a:pt x="1346" y="1654"/>
                    <a:pt x="1525" y="2704"/>
                  </a:cubicBezTo>
                  <a:cubicBezTo>
                    <a:pt x="1553" y="2874"/>
                    <a:pt x="1699" y="3000"/>
                    <a:pt x="1873" y="3000"/>
                  </a:cubicBezTo>
                  <a:lnTo>
                    <a:pt x="1934" y="2996"/>
                  </a:lnTo>
                  <a:cubicBezTo>
                    <a:pt x="2129" y="2964"/>
                    <a:pt x="2258" y="2777"/>
                    <a:pt x="2222" y="2587"/>
                  </a:cubicBezTo>
                  <a:cubicBezTo>
                    <a:pt x="2007" y="1277"/>
                    <a:pt x="681" y="134"/>
                    <a:pt x="629" y="85"/>
                  </a:cubicBezTo>
                  <a:cubicBezTo>
                    <a:pt x="561" y="29"/>
                    <a:pt x="478" y="1"/>
                    <a:pt x="39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" name="Google Shape;5469;p73"/>
            <p:cNvSpPr/>
            <p:nvPr/>
          </p:nvSpPr>
          <p:spPr>
            <a:xfrm>
              <a:off x="3436244" y="2762011"/>
              <a:ext cx="51881" cy="46038"/>
            </a:xfrm>
            <a:custGeom>
              <a:avLst/>
              <a:gdLst/>
              <a:ahLst/>
              <a:cxnLst/>
              <a:rect l="l" t="t" r="r" b="b"/>
              <a:pathLst>
                <a:path w="2992" h="2655" extrusionOk="0">
                  <a:moveTo>
                    <a:pt x="406" y="1"/>
                  </a:moveTo>
                  <a:cubicBezTo>
                    <a:pt x="277" y="1"/>
                    <a:pt x="152" y="71"/>
                    <a:pt x="89" y="194"/>
                  </a:cubicBezTo>
                  <a:cubicBezTo>
                    <a:pt x="0" y="368"/>
                    <a:pt x="69" y="579"/>
                    <a:pt x="243" y="668"/>
                  </a:cubicBezTo>
                  <a:cubicBezTo>
                    <a:pt x="260" y="680"/>
                    <a:pt x="1820" y="1491"/>
                    <a:pt x="2266" y="2448"/>
                  </a:cubicBezTo>
                  <a:cubicBezTo>
                    <a:pt x="2323" y="2573"/>
                    <a:pt x="2449" y="2654"/>
                    <a:pt x="2586" y="2654"/>
                  </a:cubicBezTo>
                  <a:cubicBezTo>
                    <a:pt x="2639" y="2650"/>
                    <a:pt x="2688" y="2642"/>
                    <a:pt x="2736" y="2618"/>
                  </a:cubicBezTo>
                  <a:cubicBezTo>
                    <a:pt x="2915" y="2537"/>
                    <a:pt x="2992" y="2326"/>
                    <a:pt x="2911" y="2148"/>
                  </a:cubicBezTo>
                  <a:cubicBezTo>
                    <a:pt x="2363" y="968"/>
                    <a:pt x="641" y="76"/>
                    <a:pt x="568" y="40"/>
                  </a:cubicBezTo>
                  <a:cubicBezTo>
                    <a:pt x="516" y="13"/>
                    <a:pt x="461" y="1"/>
                    <a:pt x="40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" name="Google Shape;5470;p73"/>
            <p:cNvSpPr/>
            <p:nvPr/>
          </p:nvSpPr>
          <p:spPr>
            <a:xfrm>
              <a:off x="3455856" y="2716286"/>
              <a:ext cx="59823" cy="27016"/>
            </a:xfrm>
            <a:custGeom>
              <a:avLst/>
              <a:gdLst/>
              <a:ahLst/>
              <a:cxnLst/>
              <a:rect l="l" t="t" r="r" b="b"/>
              <a:pathLst>
                <a:path w="3450" h="1558" extrusionOk="0">
                  <a:moveTo>
                    <a:pt x="363" y="0"/>
                  </a:moveTo>
                  <a:cubicBezTo>
                    <a:pt x="178" y="0"/>
                    <a:pt x="20" y="147"/>
                    <a:pt x="12" y="338"/>
                  </a:cubicBezTo>
                  <a:cubicBezTo>
                    <a:pt x="0" y="532"/>
                    <a:pt x="150" y="698"/>
                    <a:pt x="345" y="711"/>
                  </a:cubicBezTo>
                  <a:cubicBezTo>
                    <a:pt x="855" y="743"/>
                    <a:pt x="2303" y="934"/>
                    <a:pt x="2801" y="1452"/>
                  </a:cubicBezTo>
                  <a:cubicBezTo>
                    <a:pt x="2870" y="1517"/>
                    <a:pt x="2963" y="1558"/>
                    <a:pt x="3061" y="1558"/>
                  </a:cubicBezTo>
                  <a:cubicBezTo>
                    <a:pt x="3154" y="1554"/>
                    <a:pt x="3243" y="1517"/>
                    <a:pt x="3308" y="1456"/>
                  </a:cubicBezTo>
                  <a:cubicBezTo>
                    <a:pt x="3446" y="1315"/>
                    <a:pt x="3450" y="1092"/>
                    <a:pt x="3316" y="950"/>
                  </a:cubicBezTo>
                  <a:cubicBezTo>
                    <a:pt x="2530" y="155"/>
                    <a:pt x="604" y="17"/>
                    <a:pt x="385" y="1"/>
                  </a:cubicBezTo>
                  <a:cubicBezTo>
                    <a:pt x="378" y="1"/>
                    <a:pt x="370" y="0"/>
                    <a:pt x="36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" name="Google Shape;5471;p73"/>
            <p:cNvSpPr/>
            <p:nvPr/>
          </p:nvSpPr>
          <p:spPr>
            <a:xfrm>
              <a:off x="3452613" y="2675502"/>
              <a:ext cx="60829" cy="17201"/>
            </a:xfrm>
            <a:custGeom>
              <a:avLst/>
              <a:gdLst/>
              <a:ahLst/>
              <a:cxnLst/>
              <a:rect l="l" t="t" r="r" b="b"/>
              <a:pathLst>
                <a:path w="3508" h="992" extrusionOk="0">
                  <a:moveTo>
                    <a:pt x="1752" y="1"/>
                  </a:moveTo>
                  <a:cubicBezTo>
                    <a:pt x="916" y="1"/>
                    <a:pt x="288" y="297"/>
                    <a:pt x="248" y="318"/>
                  </a:cubicBezTo>
                  <a:cubicBezTo>
                    <a:pt x="74" y="403"/>
                    <a:pt x="1" y="614"/>
                    <a:pt x="86" y="788"/>
                  </a:cubicBezTo>
                  <a:cubicBezTo>
                    <a:pt x="147" y="915"/>
                    <a:pt x="275" y="988"/>
                    <a:pt x="407" y="988"/>
                  </a:cubicBezTo>
                  <a:cubicBezTo>
                    <a:pt x="457" y="988"/>
                    <a:pt x="508" y="977"/>
                    <a:pt x="556" y="955"/>
                  </a:cubicBezTo>
                  <a:cubicBezTo>
                    <a:pt x="567" y="952"/>
                    <a:pt x="1078" y="710"/>
                    <a:pt x="1755" y="710"/>
                  </a:cubicBezTo>
                  <a:cubicBezTo>
                    <a:pt x="2095" y="710"/>
                    <a:pt x="2477" y="771"/>
                    <a:pt x="2859" y="955"/>
                  </a:cubicBezTo>
                  <a:cubicBezTo>
                    <a:pt x="2903" y="979"/>
                    <a:pt x="2956" y="991"/>
                    <a:pt x="3009" y="991"/>
                  </a:cubicBezTo>
                  <a:cubicBezTo>
                    <a:pt x="3390" y="991"/>
                    <a:pt x="3507" y="480"/>
                    <a:pt x="3167" y="318"/>
                  </a:cubicBezTo>
                  <a:cubicBezTo>
                    <a:pt x="2674" y="80"/>
                    <a:pt x="2185" y="1"/>
                    <a:pt x="175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" name="Google Shape;5472;p73"/>
            <p:cNvSpPr/>
            <p:nvPr/>
          </p:nvSpPr>
          <p:spPr>
            <a:xfrm>
              <a:off x="3426880" y="2647134"/>
              <a:ext cx="39032" cy="28056"/>
            </a:xfrm>
            <a:custGeom>
              <a:avLst/>
              <a:gdLst/>
              <a:ahLst/>
              <a:cxnLst/>
              <a:rect l="l" t="t" r="r" b="b"/>
              <a:pathLst>
                <a:path w="2251" h="1618" extrusionOk="0">
                  <a:moveTo>
                    <a:pt x="1885" y="0"/>
                  </a:moveTo>
                  <a:cubicBezTo>
                    <a:pt x="1883" y="0"/>
                    <a:pt x="1880" y="0"/>
                    <a:pt x="1878" y="0"/>
                  </a:cubicBezTo>
                  <a:cubicBezTo>
                    <a:pt x="804" y="29"/>
                    <a:pt x="135" y="1026"/>
                    <a:pt x="106" y="1066"/>
                  </a:cubicBezTo>
                  <a:cubicBezTo>
                    <a:pt x="1" y="1228"/>
                    <a:pt x="45" y="1447"/>
                    <a:pt x="208" y="1557"/>
                  </a:cubicBezTo>
                  <a:cubicBezTo>
                    <a:pt x="264" y="1597"/>
                    <a:pt x="333" y="1618"/>
                    <a:pt x="406" y="1618"/>
                  </a:cubicBezTo>
                  <a:cubicBezTo>
                    <a:pt x="524" y="1618"/>
                    <a:pt x="633" y="1557"/>
                    <a:pt x="698" y="1460"/>
                  </a:cubicBezTo>
                  <a:cubicBezTo>
                    <a:pt x="702" y="1451"/>
                    <a:pt x="1201" y="730"/>
                    <a:pt x="1898" y="710"/>
                  </a:cubicBezTo>
                  <a:cubicBezTo>
                    <a:pt x="2097" y="706"/>
                    <a:pt x="2251" y="543"/>
                    <a:pt x="2243" y="345"/>
                  </a:cubicBezTo>
                  <a:cubicBezTo>
                    <a:pt x="2239" y="153"/>
                    <a:pt x="2081" y="0"/>
                    <a:pt x="188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" name="Google Shape;5473;p73"/>
            <p:cNvSpPr/>
            <p:nvPr/>
          </p:nvSpPr>
          <p:spPr>
            <a:xfrm>
              <a:off x="3090346" y="2667144"/>
              <a:ext cx="45049" cy="16768"/>
            </a:xfrm>
            <a:custGeom>
              <a:avLst/>
              <a:gdLst/>
              <a:ahLst/>
              <a:cxnLst/>
              <a:rect l="l" t="t" r="r" b="b"/>
              <a:pathLst>
                <a:path w="2598" h="967" extrusionOk="0">
                  <a:moveTo>
                    <a:pt x="1435" y="1"/>
                  </a:moveTo>
                  <a:cubicBezTo>
                    <a:pt x="844" y="1"/>
                    <a:pt x="348" y="286"/>
                    <a:pt x="319" y="302"/>
                  </a:cubicBezTo>
                  <a:cubicBezTo>
                    <a:pt x="1" y="479"/>
                    <a:pt x="128" y="966"/>
                    <a:pt x="493" y="966"/>
                  </a:cubicBezTo>
                  <a:cubicBezTo>
                    <a:pt x="495" y="966"/>
                    <a:pt x="496" y="966"/>
                    <a:pt x="498" y="966"/>
                  </a:cubicBezTo>
                  <a:cubicBezTo>
                    <a:pt x="559" y="966"/>
                    <a:pt x="619" y="950"/>
                    <a:pt x="672" y="914"/>
                  </a:cubicBezTo>
                  <a:cubicBezTo>
                    <a:pt x="680" y="914"/>
                    <a:pt x="1039" y="713"/>
                    <a:pt x="1431" y="713"/>
                  </a:cubicBezTo>
                  <a:cubicBezTo>
                    <a:pt x="1617" y="713"/>
                    <a:pt x="1810" y="758"/>
                    <a:pt x="1977" y="889"/>
                  </a:cubicBezTo>
                  <a:cubicBezTo>
                    <a:pt x="2041" y="941"/>
                    <a:pt x="2120" y="967"/>
                    <a:pt x="2197" y="967"/>
                  </a:cubicBezTo>
                  <a:cubicBezTo>
                    <a:pt x="2302" y="967"/>
                    <a:pt x="2406" y="921"/>
                    <a:pt x="2476" y="833"/>
                  </a:cubicBezTo>
                  <a:cubicBezTo>
                    <a:pt x="2598" y="679"/>
                    <a:pt x="2569" y="456"/>
                    <a:pt x="2415" y="334"/>
                  </a:cubicBezTo>
                  <a:cubicBezTo>
                    <a:pt x="2099" y="83"/>
                    <a:pt x="1753" y="1"/>
                    <a:pt x="14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" name="Google Shape;5474;p73"/>
            <p:cNvSpPr/>
            <p:nvPr/>
          </p:nvSpPr>
          <p:spPr>
            <a:xfrm>
              <a:off x="3122737" y="3240058"/>
              <a:ext cx="821881" cy="823841"/>
            </a:xfrm>
            <a:custGeom>
              <a:avLst/>
              <a:gdLst/>
              <a:ahLst/>
              <a:cxnLst/>
              <a:rect l="l" t="t" r="r" b="b"/>
              <a:pathLst>
                <a:path w="47398" h="47511" extrusionOk="0">
                  <a:moveTo>
                    <a:pt x="24254" y="0"/>
                  </a:moveTo>
                  <a:cubicBezTo>
                    <a:pt x="15830" y="0"/>
                    <a:pt x="8452" y="4621"/>
                    <a:pt x="4402" y="11533"/>
                  </a:cubicBezTo>
                  <a:cubicBezTo>
                    <a:pt x="118" y="18899"/>
                    <a:pt x="0" y="27971"/>
                    <a:pt x="4098" y="35443"/>
                  </a:cubicBezTo>
                  <a:cubicBezTo>
                    <a:pt x="8075" y="42646"/>
                    <a:pt x="15607" y="47511"/>
                    <a:pt x="24254" y="47511"/>
                  </a:cubicBezTo>
                  <a:cubicBezTo>
                    <a:pt x="37032" y="47511"/>
                    <a:pt x="47397" y="36882"/>
                    <a:pt x="47397" y="23755"/>
                  </a:cubicBezTo>
                  <a:cubicBezTo>
                    <a:pt x="47397" y="10641"/>
                    <a:pt x="37032" y="0"/>
                    <a:pt x="24254" y="0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" name="Google Shape;5475;p73"/>
            <p:cNvSpPr/>
            <p:nvPr/>
          </p:nvSpPr>
          <p:spPr>
            <a:xfrm>
              <a:off x="3116338" y="3233937"/>
              <a:ext cx="834470" cy="836152"/>
            </a:xfrm>
            <a:custGeom>
              <a:avLst/>
              <a:gdLst/>
              <a:ahLst/>
              <a:cxnLst/>
              <a:rect l="l" t="t" r="r" b="b"/>
              <a:pathLst>
                <a:path w="48124" h="48221" extrusionOk="0">
                  <a:moveTo>
                    <a:pt x="24623" y="714"/>
                  </a:moveTo>
                  <a:cubicBezTo>
                    <a:pt x="37190" y="714"/>
                    <a:pt x="47410" y="11209"/>
                    <a:pt x="47410" y="24108"/>
                  </a:cubicBezTo>
                  <a:cubicBezTo>
                    <a:pt x="47410" y="37012"/>
                    <a:pt x="37190" y="47511"/>
                    <a:pt x="24623" y="47511"/>
                  </a:cubicBezTo>
                  <a:cubicBezTo>
                    <a:pt x="16422" y="47511"/>
                    <a:pt x="8821" y="42955"/>
                    <a:pt x="4780" y="35629"/>
                  </a:cubicBezTo>
                  <a:cubicBezTo>
                    <a:pt x="750" y="28264"/>
                    <a:pt x="864" y="19325"/>
                    <a:pt x="5080" y="12065"/>
                  </a:cubicBezTo>
                  <a:cubicBezTo>
                    <a:pt x="9247" y="4954"/>
                    <a:pt x="16556" y="714"/>
                    <a:pt x="24623" y="714"/>
                  </a:cubicBezTo>
                  <a:close/>
                  <a:moveTo>
                    <a:pt x="24623" y="0"/>
                  </a:moveTo>
                  <a:cubicBezTo>
                    <a:pt x="16296" y="0"/>
                    <a:pt x="8760" y="4379"/>
                    <a:pt x="4471" y="11704"/>
                  </a:cubicBezTo>
                  <a:cubicBezTo>
                    <a:pt x="118" y="19179"/>
                    <a:pt x="0" y="28385"/>
                    <a:pt x="4155" y="35966"/>
                  </a:cubicBezTo>
                  <a:cubicBezTo>
                    <a:pt x="8327" y="43526"/>
                    <a:pt x="16167" y="48220"/>
                    <a:pt x="24623" y="48220"/>
                  </a:cubicBezTo>
                  <a:cubicBezTo>
                    <a:pt x="37579" y="48220"/>
                    <a:pt x="48123" y="37401"/>
                    <a:pt x="48123" y="24108"/>
                  </a:cubicBezTo>
                  <a:cubicBezTo>
                    <a:pt x="48123" y="10816"/>
                    <a:pt x="37579" y="0"/>
                    <a:pt x="246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" name="Google Shape;5476;p73"/>
            <p:cNvSpPr/>
            <p:nvPr/>
          </p:nvSpPr>
          <p:spPr>
            <a:xfrm>
              <a:off x="3193796" y="3240058"/>
              <a:ext cx="750822" cy="823841"/>
            </a:xfrm>
            <a:custGeom>
              <a:avLst/>
              <a:gdLst/>
              <a:ahLst/>
              <a:cxnLst/>
              <a:rect l="l" t="t" r="r" b="b"/>
              <a:pathLst>
                <a:path w="43300" h="47511" extrusionOk="0">
                  <a:moveTo>
                    <a:pt x="20156" y="0"/>
                  </a:moveTo>
                  <a:cubicBezTo>
                    <a:pt x="11732" y="0"/>
                    <a:pt x="4354" y="4621"/>
                    <a:pt x="304" y="11533"/>
                  </a:cubicBezTo>
                  <a:cubicBezTo>
                    <a:pt x="2684" y="8642"/>
                    <a:pt x="5884" y="6299"/>
                    <a:pt x="10372" y="6299"/>
                  </a:cubicBezTo>
                  <a:cubicBezTo>
                    <a:pt x="12146" y="6299"/>
                    <a:pt x="14120" y="6665"/>
                    <a:pt x="16325" y="7508"/>
                  </a:cubicBezTo>
                  <a:cubicBezTo>
                    <a:pt x="22248" y="9766"/>
                    <a:pt x="21579" y="19698"/>
                    <a:pt x="21782" y="26042"/>
                  </a:cubicBezTo>
                  <a:cubicBezTo>
                    <a:pt x="21838" y="27797"/>
                    <a:pt x="21842" y="29605"/>
                    <a:pt x="21251" y="31255"/>
                  </a:cubicBezTo>
                  <a:cubicBezTo>
                    <a:pt x="20655" y="32909"/>
                    <a:pt x="19357" y="34417"/>
                    <a:pt x="17635" y="34778"/>
                  </a:cubicBezTo>
                  <a:cubicBezTo>
                    <a:pt x="16548" y="35013"/>
                    <a:pt x="15352" y="34790"/>
                    <a:pt x="14355" y="35288"/>
                  </a:cubicBezTo>
                  <a:cubicBezTo>
                    <a:pt x="13710" y="35621"/>
                    <a:pt x="13248" y="36201"/>
                    <a:pt x="12721" y="36699"/>
                  </a:cubicBezTo>
                  <a:cubicBezTo>
                    <a:pt x="11325" y="38007"/>
                    <a:pt x="9498" y="38584"/>
                    <a:pt x="7604" y="38584"/>
                  </a:cubicBezTo>
                  <a:cubicBezTo>
                    <a:pt x="5235" y="38584"/>
                    <a:pt x="2763" y="37681"/>
                    <a:pt x="904" y="36176"/>
                  </a:cubicBezTo>
                  <a:cubicBezTo>
                    <a:pt x="604" y="35937"/>
                    <a:pt x="313" y="35682"/>
                    <a:pt x="0" y="35443"/>
                  </a:cubicBezTo>
                  <a:lnTo>
                    <a:pt x="0" y="35443"/>
                  </a:lnTo>
                  <a:cubicBezTo>
                    <a:pt x="3977" y="42646"/>
                    <a:pt x="11509" y="47511"/>
                    <a:pt x="20156" y="47511"/>
                  </a:cubicBezTo>
                  <a:cubicBezTo>
                    <a:pt x="32934" y="47511"/>
                    <a:pt x="43299" y="36882"/>
                    <a:pt x="43299" y="23755"/>
                  </a:cubicBezTo>
                  <a:cubicBezTo>
                    <a:pt x="43299" y="10641"/>
                    <a:pt x="32934" y="0"/>
                    <a:pt x="20156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" name="Google Shape;5477;p73"/>
            <p:cNvSpPr/>
            <p:nvPr/>
          </p:nvSpPr>
          <p:spPr>
            <a:xfrm>
              <a:off x="3566485" y="3284899"/>
              <a:ext cx="53026" cy="198439"/>
            </a:xfrm>
            <a:custGeom>
              <a:avLst/>
              <a:gdLst/>
              <a:ahLst/>
              <a:cxnLst/>
              <a:rect l="l" t="t" r="r" b="b"/>
              <a:pathLst>
                <a:path w="3058" h="11444" extrusionOk="0">
                  <a:moveTo>
                    <a:pt x="86" y="0"/>
                  </a:moveTo>
                  <a:cubicBezTo>
                    <a:pt x="29" y="0"/>
                    <a:pt x="1" y="86"/>
                    <a:pt x="9" y="191"/>
                  </a:cubicBezTo>
                  <a:cubicBezTo>
                    <a:pt x="86" y="1140"/>
                    <a:pt x="208" y="2088"/>
                    <a:pt x="382" y="3033"/>
                  </a:cubicBezTo>
                  <a:cubicBezTo>
                    <a:pt x="552" y="3981"/>
                    <a:pt x="751" y="4918"/>
                    <a:pt x="978" y="5842"/>
                  </a:cubicBezTo>
                  <a:cubicBezTo>
                    <a:pt x="1213" y="6766"/>
                    <a:pt x="1480" y="7686"/>
                    <a:pt x="1784" y="8594"/>
                  </a:cubicBezTo>
                  <a:cubicBezTo>
                    <a:pt x="2089" y="9503"/>
                    <a:pt x="2429" y="10394"/>
                    <a:pt x="2802" y="11274"/>
                  </a:cubicBezTo>
                  <a:cubicBezTo>
                    <a:pt x="2842" y="11375"/>
                    <a:pt x="2907" y="11444"/>
                    <a:pt x="2963" y="11444"/>
                  </a:cubicBezTo>
                  <a:cubicBezTo>
                    <a:pt x="2971" y="11444"/>
                    <a:pt x="2978" y="11443"/>
                    <a:pt x="2984" y="11440"/>
                  </a:cubicBezTo>
                  <a:cubicBezTo>
                    <a:pt x="3045" y="11420"/>
                    <a:pt x="3057" y="11315"/>
                    <a:pt x="3017" y="11193"/>
                  </a:cubicBezTo>
                  <a:cubicBezTo>
                    <a:pt x="2684" y="10301"/>
                    <a:pt x="2388" y="9393"/>
                    <a:pt x="2097" y="8493"/>
                  </a:cubicBezTo>
                  <a:cubicBezTo>
                    <a:pt x="1809" y="7589"/>
                    <a:pt x="1566" y="6673"/>
                    <a:pt x="1322" y="5757"/>
                  </a:cubicBezTo>
                  <a:cubicBezTo>
                    <a:pt x="1079" y="4837"/>
                    <a:pt x="872" y="3912"/>
                    <a:pt x="690" y="2980"/>
                  </a:cubicBezTo>
                  <a:cubicBezTo>
                    <a:pt x="508" y="2048"/>
                    <a:pt x="341" y="1107"/>
                    <a:pt x="199" y="171"/>
                  </a:cubicBezTo>
                  <a:cubicBezTo>
                    <a:pt x="183" y="77"/>
                    <a:pt x="143" y="0"/>
                    <a:pt x="8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" name="Google Shape;5478;p73"/>
            <p:cNvSpPr/>
            <p:nvPr/>
          </p:nvSpPr>
          <p:spPr>
            <a:xfrm>
              <a:off x="3553983" y="3342884"/>
              <a:ext cx="40211" cy="126911"/>
            </a:xfrm>
            <a:custGeom>
              <a:avLst/>
              <a:gdLst/>
              <a:ahLst/>
              <a:cxnLst/>
              <a:rect l="l" t="t" r="r" b="b"/>
              <a:pathLst>
                <a:path w="2319" h="7319" extrusionOk="0">
                  <a:moveTo>
                    <a:pt x="97" y="1"/>
                  </a:moveTo>
                  <a:cubicBezTo>
                    <a:pt x="94" y="1"/>
                    <a:pt x="92" y="1"/>
                    <a:pt x="89" y="1"/>
                  </a:cubicBezTo>
                  <a:cubicBezTo>
                    <a:pt x="33" y="5"/>
                    <a:pt x="0" y="66"/>
                    <a:pt x="12" y="139"/>
                  </a:cubicBezTo>
                  <a:cubicBezTo>
                    <a:pt x="118" y="739"/>
                    <a:pt x="239" y="1347"/>
                    <a:pt x="385" y="1947"/>
                  </a:cubicBezTo>
                  <a:cubicBezTo>
                    <a:pt x="535" y="2543"/>
                    <a:pt x="681" y="3147"/>
                    <a:pt x="860" y="3734"/>
                  </a:cubicBezTo>
                  <a:cubicBezTo>
                    <a:pt x="1034" y="4322"/>
                    <a:pt x="1216" y="4910"/>
                    <a:pt x="1419" y="5494"/>
                  </a:cubicBezTo>
                  <a:cubicBezTo>
                    <a:pt x="1622" y="6073"/>
                    <a:pt x="1845" y="6653"/>
                    <a:pt x="2080" y="7221"/>
                  </a:cubicBezTo>
                  <a:cubicBezTo>
                    <a:pt x="2098" y="7280"/>
                    <a:pt x="2154" y="7319"/>
                    <a:pt x="2213" y="7319"/>
                  </a:cubicBezTo>
                  <a:cubicBezTo>
                    <a:pt x="2219" y="7319"/>
                    <a:pt x="2224" y="7319"/>
                    <a:pt x="2230" y="7318"/>
                  </a:cubicBezTo>
                  <a:cubicBezTo>
                    <a:pt x="2287" y="7298"/>
                    <a:pt x="2319" y="7221"/>
                    <a:pt x="2291" y="7140"/>
                  </a:cubicBezTo>
                  <a:lnTo>
                    <a:pt x="1735" y="5392"/>
                  </a:lnTo>
                  <a:cubicBezTo>
                    <a:pt x="1549" y="4809"/>
                    <a:pt x="1387" y="4221"/>
                    <a:pt x="1204" y="3633"/>
                  </a:cubicBezTo>
                  <a:cubicBezTo>
                    <a:pt x="1022" y="3045"/>
                    <a:pt x="852" y="2457"/>
                    <a:pt x="689" y="1866"/>
                  </a:cubicBezTo>
                  <a:lnTo>
                    <a:pt x="199" y="90"/>
                  </a:lnTo>
                  <a:cubicBezTo>
                    <a:pt x="191" y="40"/>
                    <a:pt x="147" y="1"/>
                    <a:pt x="9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" name="Google Shape;5479;p73"/>
            <p:cNvSpPr/>
            <p:nvPr/>
          </p:nvSpPr>
          <p:spPr>
            <a:xfrm>
              <a:off x="3623013" y="3555386"/>
              <a:ext cx="42188" cy="215051"/>
            </a:xfrm>
            <a:custGeom>
              <a:avLst/>
              <a:gdLst/>
              <a:ahLst/>
              <a:cxnLst/>
              <a:rect l="l" t="t" r="r" b="b"/>
              <a:pathLst>
                <a:path w="2433" h="12402" extrusionOk="0">
                  <a:moveTo>
                    <a:pt x="89" y="0"/>
                  </a:moveTo>
                  <a:cubicBezTo>
                    <a:pt x="33" y="0"/>
                    <a:pt x="0" y="94"/>
                    <a:pt x="8" y="211"/>
                  </a:cubicBezTo>
                  <a:cubicBezTo>
                    <a:pt x="93" y="1225"/>
                    <a:pt x="203" y="2234"/>
                    <a:pt x="345" y="3239"/>
                  </a:cubicBezTo>
                  <a:cubicBezTo>
                    <a:pt x="487" y="4249"/>
                    <a:pt x="641" y="5258"/>
                    <a:pt x="819" y="6255"/>
                  </a:cubicBezTo>
                  <a:cubicBezTo>
                    <a:pt x="1005" y="7257"/>
                    <a:pt x="1208" y="8254"/>
                    <a:pt x="1431" y="9247"/>
                  </a:cubicBezTo>
                  <a:cubicBezTo>
                    <a:pt x="1654" y="10240"/>
                    <a:pt x="1905" y="11225"/>
                    <a:pt x="2181" y="12206"/>
                  </a:cubicBezTo>
                  <a:cubicBezTo>
                    <a:pt x="2212" y="12323"/>
                    <a:pt x="2269" y="12402"/>
                    <a:pt x="2330" y="12402"/>
                  </a:cubicBezTo>
                  <a:cubicBezTo>
                    <a:pt x="2333" y="12402"/>
                    <a:pt x="2336" y="12401"/>
                    <a:pt x="2339" y="12401"/>
                  </a:cubicBezTo>
                  <a:cubicBezTo>
                    <a:pt x="2404" y="12397"/>
                    <a:pt x="2432" y="12279"/>
                    <a:pt x="2400" y="12150"/>
                  </a:cubicBezTo>
                  <a:cubicBezTo>
                    <a:pt x="2177" y="11161"/>
                    <a:pt x="1958" y="10167"/>
                    <a:pt x="1751" y="9178"/>
                  </a:cubicBezTo>
                  <a:cubicBezTo>
                    <a:pt x="1541" y="8185"/>
                    <a:pt x="1346" y="7192"/>
                    <a:pt x="1168" y="6195"/>
                  </a:cubicBezTo>
                  <a:cubicBezTo>
                    <a:pt x="981" y="5193"/>
                    <a:pt x="811" y="4196"/>
                    <a:pt x="653" y="3195"/>
                  </a:cubicBezTo>
                  <a:cubicBezTo>
                    <a:pt x="495" y="2194"/>
                    <a:pt x="345" y="1192"/>
                    <a:pt x="203" y="191"/>
                  </a:cubicBezTo>
                  <a:cubicBezTo>
                    <a:pt x="187" y="86"/>
                    <a:pt x="146" y="0"/>
                    <a:pt x="8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" name="Google Shape;5480;p73"/>
            <p:cNvSpPr/>
            <p:nvPr/>
          </p:nvSpPr>
          <p:spPr>
            <a:xfrm>
              <a:off x="3375779" y="3273090"/>
              <a:ext cx="98786" cy="234697"/>
            </a:xfrm>
            <a:custGeom>
              <a:avLst/>
              <a:gdLst/>
              <a:ahLst/>
              <a:cxnLst/>
              <a:rect l="l" t="t" r="r" b="b"/>
              <a:pathLst>
                <a:path w="5697" h="13535" extrusionOk="0">
                  <a:moveTo>
                    <a:pt x="5617" y="1"/>
                  </a:moveTo>
                  <a:cubicBezTo>
                    <a:pt x="5569" y="1"/>
                    <a:pt x="5498" y="29"/>
                    <a:pt x="5425" y="81"/>
                  </a:cubicBezTo>
                  <a:cubicBezTo>
                    <a:pt x="4423" y="791"/>
                    <a:pt x="3674" y="1800"/>
                    <a:pt x="3106" y="2875"/>
                  </a:cubicBezTo>
                  <a:cubicBezTo>
                    <a:pt x="2543" y="3949"/>
                    <a:pt x="2105" y="5080"/>
                    <a:pt x="1707" y="6219"/>
                  </a:cubicBezTo>
                  <a:cubicBezTo>
                    <a:pt x="1314" y="7358"/>
                    <a:pt x="982" y="8521"/>
                    <a:pt x="690" y="9689"/>
                  </a:cubicBezTo>
                  <a:cubicBezTo>
                    <a:pt x="406" y="10861"/>
                    <a:pt x="183" y="12048"/>
                    <a:pt x="21" y="13244"/>
                  </a:cubicBezTo>
                  <a:cubicBezTo>
                    <a:pt x="1" y="13390"/>
                    <a:pt x="21" y="13512"/>
                    <a:pt x="82" y="13532"/>
                  </a:cubicBezTo>
                  <a:cubicBezTo>
                    <a:pt x="86" y="13534"/>
                    <a:pt x="91" y="13534"/>
                    <a:pt x="96" y="13534"/>
                  </a:cubicBezTo>
                  <a:cubicBezTo>
                    <a:pt x="153" y="13534"/>
                    <a:pt x="218" y="13423"/>
                    <a:pt x="244" y="13277"/>
                  </a:cubicBezTo>
                  <a:cubicBezTo>
                    <a:pt x="451" y="12097"/>
                    <a:pt x="714" y="10933"/>
                    <a:pt x="1010" y="9770"/>
                  </a:cubicBezTo>
                  <a:cubicBezTo>
                    <a:pt x="1306" y="8611"/>
                    <a:pt x="1659" y="7467"/>
                    <a:pt x="2044" y="6336"/>
                  </a:cubicBezTo>
                  <a:cubicBezTo>
                    <a:pt x="2429" y="5205"/>
                    <a:pt x="2847" y="4074"/>
                    <a:pt x="3386" y="3020"/>
                  </a:cubicBezTo>
                  <a:cubicBezTo>
                    <a:pt x="3929" y="1966"/>
                    <a:pt x="4606" y="969"/>
                    <a:pt x="5542" y="235"/>
                  </a:cubicBezTo>
                  <a:cubicBezTo>
                    <a:pt x="5636" y="163"/>
                    <a:pt x="5696" y="77"/>
                    <a:pt x="5672" y="29"/>
                  </a:cubicBezTo>
                  <a:cubicBezTo>
                    <a:pt x="5663" y="10"/>
                    <a:pt x="5644" y="1"/>
                    <a:pt x="561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" name="Google Shape;5481;p73"/>
            <p:cNvSpPr/>
            <p:nvPr/>
          </p:nvSpPr>
          <p:spPr>
            <a:xfrm>
              <a:off x="3340215" y="3646091"/>
              <a:ext cx="10075" cy="53182"/>
            </a:xfrm>
            <a:custGeom>
              <a:avLst/>
              <a:gdLst/>
              <a:ahLst/>
              <a:cxnLst/>
              <a:rect l="l" t="t" r="r" b="b"/>
              <a:pathLst>
                <a:path w="581" h="3067" extrusionOk="0">
                  <a:moveTo>
                    <a:pt x="335" y="1"/>
                  </a:moveTo>
                  <a:cubicBezTo>
                    <a:pt x="306" y="1"/>
                    <a:pt x="281" y="11"/>
                    <a:pt x="276" y="27"/>
                  </a:cubicBezTo>
                  <a:cubicBezTo>
                    <a:pt x="175" y="262"/>
                    <a:pt x="102" y="514"/>
                    <a:pt x="57" y="765"/>
                  </a:cubicBezTo>
                  <a:cubicBezTo>
                    <a:pt x="17" y="1024"/>
                    <a:pt x="1" y="1280"/>
                    <a:pt x="1" y="1543"/>
                  </a:cubicBezTo>
                  <a:cubicBezTo>
                    <a:pt x="13" y="1799"/>
                    <a:pt x="45" y="2058"/>
                    <a:pt x="102" y="2314"/>
                  </a:cubicBezTo>
                  <a:cubicBezTo>
                    <a:pt x="159" y="2565"/>
                    <a:pt x="244" y="2808"/>
                    <a:pt x="361" y="3043"/>
                  </a:cubicBezTo>
                  <a:cubicBezTo>
                    <a:pt x="366" y="3058"/>
                    <a:pt x="386" y="3067"/>
                    <a:pt x="415" y="3067"/>
                  </a:cubicBezTo>
                  <a:cubicBezTo>
                    <a:pt x="433" y="3067"/>
                    <a:pt x="455" y="3063"/>
                    <a:pt x="479" y="3055"/>
                  </a:cubicBezTo>
                  <a:cubicBezTo>
                    <a:pt x="540" y="3035"/>
                    <a:pt x="580" y="2991"/>
                    <a:pt x="572" y="2962"/>
                  </a:cubicBezTo>
                  <a:cubicBezTo>
                    <a:pt x="511" y="2723"/>
                    <a:pt x="463" y="2488"/>
                    <a:pt x="426" y="2245"/>
                  </a:cubicBezTo>
                  <a:cubicBezTo>
                    <a:pt x="382" y="2010"/>
                    <a:pt x="357" y="1770"/>
                    <a:pt x="357" y="1531"/>
                  </a:cubicBezTo>
                  <a:cubicBezTo>
                    <a:pt x="341" y="1288"/>
                    <a:pt x="345" y="1049"/>
                    <a:pt x="365" y="806"/>
                  </a:cubicBezTo>
                  <a:cubicBezTo>
                    <a:pt x="386" y="562"/>
                    <a:pt x="418" y="327"/>
                    <a:pt x="459" y="84"/>
                  </a:cubicBezTo>
                  <a:cubicBezTo>
                    <a:pt x="463" y="56"/>
                    <a:pt x="438" y="31"/>
                    <a:pt x="386" y="11"/>
                  </a:cubicBezTo>
                  <a:cubicBezTo>
                    <a:pt x="369" y="4"/>
                    <a:pt x="351" y="1"/>
                    <a:pt x="3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" name="Google Shape;5482;p73"/>
            <p:cNvSpPr/>
            <p:nvPr/>
          </p:nvSpPr>
          <p:spPr>
            <a:xfrm>
              <a:off x="3354486" y="3802325"/>
              <a:ext cx="101942" cy="217600"/>
            </a:xfrm>
            <a:custGeom>
              <a:avLst/>
              <a:gdLst/>
              <a:ahLst/>
              <a:cxnLst/>
              <a:rect l="l" t="t" r="r" b="b"/>
              <a:pathLst>
                <a:path w="5879" h="12549" extrusionOk="0">
                  <a:moveTo>
                    <a:pt x="77" y="0"/>
                  </a:moveTo>
                  <a:cubicBezTo>
                    <a:pt x="76" y="0"/>
                    <a:pt x="75" y="0"/>
                    <a:pt x="73" y="1"/>
                  </a:cubicBezTo>
                  <a:cubicBezTo>
                    <a:pt x="25" y="5"/>
                    <a:pt x="0" y="110"/>
                    <a:pt x="21" y="240"/>
                  </a:cubicBezTo>
                  <a:cubicBezTo>
                    <a:pt x="223" y="1354"/>
                    <a:pt x="430" y="2469"/>
                    <a:pt x="698" y="3580"/>
                  </a:cubicBezTo>
                  <a:cubicBezTo>
                    <a:pt x="965" y="4687"/>
                    <a:pt x="1298" y="5777"/>
                    <a:pt x="1703" y="6847"/>
                  </a:cubicBezTo>
                  <a:cubicBezTo>
                    <a:pt x="2117" y="7914"/>
                    <a:pt x="2644" y="8939"/>
                    <a:pt x="3272" y="9896"/>
                  </a:cubicBezTo>
                  <a:cubicBezTo>
                    <a:pt x="3900" y="10857"/>
                    <a:pt x="4675" y="11716"/>
                    <a:pt x="5562" y="12446"/>
                  </a:cubicBezTo>
                  <a:cubicBezTo>
                    <a:pt x="5645" y="12508"/>
                    <a:pt x="5726" y="12548"/>
                    <a:pt x="5781" y="12548"/>
                  </a:cubicBezTo>
                  <a:cubicBezTo>
                    <a:pt x="5801" y="12548"/>
                    <a:pt x="5818" y="12543"/>
                    <a:pt x="5830" y="12531"/>
                  </a:cubicBezTo>
                  <a:cubicBezTo>
                    <a:pt x="5879" y="12486"/>
                    <a:pt x="5826" y="12369"/>
                    <a:pt x="5708" y="12271"/>
                  </a:cubicBezTo>
                  <a:cubicBezTo>
                    <a:pt x="4877" y="11521"/>
                    <a:pt x="4148" y="10662"/>
                    <a:pt x="3548" y="9713"/>
                  </a:cubicBezTo>
                  <a:cubicBezTo>
                    <a:pt x="2939" y="8769"/>
                    <a:pt x="2433" y="7768"/>
                    <a:pt x="2031" y="6722"/>
                  </a:cubicBezTo>
                  <a:cubicBezTo>
                    <a:pt x="1622" y="5668"/>
                    <a:pt x="1277" y="4593"/>
                    <a:pt x="1002" y="3503"/>
                  </a:cubicBezTo>
                  <a:cubicBezTo>
                    <a:pt x="714" y="2408"/>
                    <a:pt x="463" y="1302"/>
                    <a:pt x="207" y="199"/>
                  </a:cubicBezTo>
                  <a:cubicBezTo>
                    <a:pt x="183" y="88"/>
                    <a:pt x="129" y="0"/>
                    <a:pt x="7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" name="Google Shape;5483;p73"/>
            <p:cNvSpPr/>
            <p:nvPr/>
          </p:nvSpPr>
          <p:spPr>
            <a:xfrm>
              <a:off x="3343596" y="3865720"/>
              <a:ext cx="63759" cy="143645"/>
            </a:xfrm>
            <a:custGeom>
              <a:avLst/>
              <a:gdLst/>
              <a:ahLst/>
              <a:cxnLst/>
              <a:rect l="l" t="t" r="r" b="b"/>
              <a:pathLst>
                <a:path w="3677" h="8284" extrusionOk="0">
                  <a:moveTo>
                    <a:pt x="117" y="1"/>
                  </a:moveTo>
                  <a:cubicBezTo>
                    <a:pt x="66" y="1"/>
                    <a:pt x="24" y="61"/>
                    <a:pt x="24" y="147"/>
                  </a:cubicBezTo>
                  <a:cubicBezTo>
                    <a:pt x="0" y="897"/>
                    <a:pt x="57" y="1651"/>
                    <a:pt x="203" y="2389"/>
                  </a:cubicBezTo>
                  <a:cubicBezTo>
                    <a:pt x="353" y="3131"/>
                    <a:pt x="572" y="3852"/>
                    <a:pt x="860" y="4549"/>
                  </a:cubicBezTo>
                  <a:cubicBezTo>
                    <a:pt x="1155" y="5243"/>
                    <a:pt x="1524" y="5903"/>
                    <a:pt x="1954" y="6524"/>
                  </a:cubicBezTo>
                  <a:cubicBezTo>
                    <a:pt x="2384" y="7144"/>
                    <a:pt x="2882" y="7715"/>
                    <a:pt x="3438" y="8222"/>
                  </a:cubicBezTo>
                  <a:cubicBezTo>
                    <a:pt x="3482" y="8261"/>
                    <a:pt x="3532" y="8284"/>
                    <a:pt x="3573" y="8284"/>
                  </a:cubicBezTo>
                  <a:cubicBezTo>
                    <a:pt x="3596" y="8284"/>
                    <a:pt x="3617" y="8277"/>
                    <a:pt x="3632" y="8263"/>
                  </a:cubicBezTo>
                  <a:cubicBezTo>
                    <a:pt x="3677" y="8222"/>
                    <a:pt x="3661" y="8133"/>
                    <a:pt x="3596" y="8060"/>
                  </a:cubicBezTo>
                  <a:cubicBezTo>
                    <a:pt x="3089" y="7529"/>
                    <a:pt x="2627" y="6953"/>
                    <a:pt x="2222" y="6341"/>
                  </a:cubicBezTo>
                  <a:cubicBezTo>
                    <a:pt x="1411" y="5117"/>
                    <a:pt x="831" y="3755"/>
                    <a:pt x="511" y="2324"/>
                  </a:cubicBezTo>
                  <a:cubicBezTo>
                    <a:pt x="345" y="1606"/>
                    <a:pt x="247" y="877"/>
                    <a:pt x="215" y="147"/>
                  </a:cubicBezTo>
                  <a:cubicBezTo>
                    <a:pt x="211" y="70"/>
                    <a:pt x="170" y="9"/>
                    <a:pt x="122" y="1"/>
                  </a:cubicBezTo>
                  <a:cubicBezTo>
                    <a:pt x="120" y="1"/>
                    <a:pt x="118" y="1"/>
                    <a:pt x="11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" name="Google Shape;5484;p73"/>
            <p:cNvSpPr/>
            <p:nvPr/>
          </p:nvSpPr>
          <p:spPr>
            <a:xfrm>
              <a:off x="3181849" y="3668026"/>
              <a:ext cx="163586" cy="82070"/>
            </a:xfrm>
            <a:custGeom>
              <a:avLst/>
              <a:gdLst/>
              <a:ahLst/>
              <a:cxnLst/>
              <a:rect l="l" t="t" r="r" b="b"/>
              <a:pathLst>
                <a:path w="9434" h="4733" extrusionOk="0">
                  <a:moveTo>
                    <a:pt x="96" y="1"/>
                  </a:moveTo>
                  <a:cubicBezTo>
                    <a:pt x="76" y="1"/>
                    <a:pt x="59" y="7"/>
                    <a:pt x="45" y="19"/>
                  </a:cubicBezTo>
                  <a:cubicBezTo>
                    <a:pt x="0" y="51"/>
                    <a:pt x="29" y="132"/>
                    <a:pt x="98" y="205"/>
                  </a:cubicBezTo>
                  <a:cubicBezTo>
                    <a:pt x="718" y="809"/>
                    <a:pt x="1354" y="1405"/>
                    <a:pt x="2027" y="1957"/>
                  </a:cubicBezTo>
                  <a:cubicBezTo>
                    <a:pt x="2704" y="2520"/>
                    <a:pt x="3422" y="3023"/>
                    <a:pt x="4180" y="3469"/>
                  </a:cubicBezTo>
                  <a:cubicBezTo>
                    <a:pt x="4946" y="3907"/>
                    <a:pt x="5765" y="4243"/>
                    <a:pt x="6616" y="4478"/>
                  </a:cubicBezTo>
                  <a:cubicBezTo>
                    <a:pt x="7236" y="4641"/>
                    <a:pt x="7881" y="4732"/>
                    <a:pt x="8523" y="4732"/>
                  </a:cubicBezTo>
                  <a:cubicBezTo>
                    <a:pt x="8762" y="4732"/>
                    <a:pt x="9001" y="4719"/>
                    <a:pt x="9239" y="4693"/>
                  </a:cubicBezTo>
                  <a:cubicBezTo>
                    <a:pt x="9352" y="4681"/>
                    <a:pt x="9434" y="4628"/>
                    <a:pt x="9434" y="4567"/>
                  </a:cubicBezTo>
                  <a:cubicBezTo>
                    <a:pt x="9434" y="4509"/>
                    <a:pt x="9344" y="4466"/>
                    <a:pt x="9241" y="4466"/>
                  </a:cubicBezTo>
                  <a:cubicBezTo>
                    <a:pt x="9236" y="4466"/>
                    <a:pt x="9231" y="4466"/>
                    <a:pt x="9227" y="4466"/>
                  </a:cubicBezTo>
                  <a:cubicBezTo>
                    <a:pt x="9116" y="4471"/>
                    <a:pt x="9006" y="4473"/>
                    <a:pt x="8896" y="4473"/>
                  </a:cubicBezTo>
                  <a:cubicBezTo>
                    <a:pt x="8152" y="4473"/>
                    <a:pt x="7414" y="4366"/>
                    <a:pt x="6701" y="4158"/>
                  </a:cubicBezTo>
                  <a:cubicBezTo>
                    <a:pt x="5882" y="3923"/>
                    <a:pt x="5092" y="3590"/>
                    <a:pt x="4354" y="3161"/>
                  </a:cubicBezTo>
                  <a:cubicBezTo>
                    <a:pt x="3608" y="2735"/>
                    <a:pt x="2895" y="2253"/>
                    <a:pt x="2222" y="1717"/>
                  </a:cubicBezTo>
                  <a:cubicBezTo>
                    <a:pt x="1545" y="1190"/>
                    <a:pt x="884" y="627"/>
                    <a:pt x="227" y="64"/>
                  </a:cubicBezTo>
                  <a:cubicBezTo>
                    <a:pt x="182" y="23"/>
                    <a:pt x="134" y="1"/>
                    <a:pt x="9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" name="Google Shape;5485;p73"/>
            <p:cNvSpPr/>
            <p:nvPr/>
          </p:nvSpPr>
          <p:spPr>
            <a:xfrm>
              <a:off x="3665531" y="3786441"/>
              <a:ext cx="15138" cy="31784"/>
            </a:xfrm>
            <a:custGeom>
              <a:avLst/>
              <a:gdLst/>
              <a:ahLst/>
              <a:cxnLst/>
              <a:rect l="l" t="t" r="r" b="b"/>
              <a:pathLst>
                <a:path w="873" h="1833" extrusionOk="0">
                  <a:moveTo>
                    <a:pt x="138" y="0"/>
                  </a:moveTo>
                  <a:cubicBezTo>
                    <a:pt x="124" y="0"/>
                    <a:pt x="107" y="2"/>
                    <a:pt x="90" y="4"/>
                  </a:cubicBezTo>
                  <a:cubicBezTo>
                    <a:pt x="41" y="17"/>
                    <a:pt x="1" y="41"/>
                    <a:pt x="1" y="57"/>
                  </a:cubicBezTo>
                  <a:cubicBezTo>
                    <a:pt x="9" y="215"/>
                    <a:pt x="29" y="373"/>
                    <a:pt x="65" y="531"/>
                  </a:cubicBezTo>
                  <a:cubicBezTo>
                    <a:pt x="106" y="685"/>
                    <a:pt x="147" y="839"/>
                    <a:pt x="207" y="989"/>
                  </a:cubicBezTo>
                  <a:cubicBezTo>
                    <a:pt x="268" y="1135"/>
                    <a:pt x="333" y="1281"/>
                    <a:pt x="406" y="1423"/>
                  </a:cubicBezTo>
                  <a:cubicBezTo>
                    <a:pt x="479" y="1565"/>
                    <a:pt x="568" y="1699"/>
                    <a:pt x="670" y="1825"/>
                  </a:cubicBezTo>
                  <a:cubicBezTo>
                    <a:pt x="672" y="1830"/>
                    <a:pt x="679" y="1833"/>
                    <a:pt x="689" y="1833"/>
                  </a:cubicBezTo>
                  <a:cubicBezTo>
                    <a:pt x="707" y="1833"/>
                    <a:pt x="738" y="1823"/>
                    <a:pt x="775" y="1804"/>
                  </a:cubicBezTo>
                  <a:cubicBezTo>
                    <a:pt x="832" y="1772"/>
                    <a:pt x="872" y="1731"/>
                    <a:pt x="864" y="1711"/>
                  </a:cubicBezTo>
                  <a:cubicBezTo>
                    <a:pt x="815" y="1565"/>
                    <a:pt x="763" y="1419"/>
                    <a:pt x="702" y="1281"/>
                  </a:cubicBezTo>
                  <a:cubicBezTo>
                    <a:pt x="641" y="1144"/>
                    <a:pt x="597" y="1002"/>
                    <a:pt x="536" y="860"/>
                  </a:cubicBezTo>
                  <a:cubicBezTo>
                    <a:pt x="475" y="718"/>
                    <a:pt x="418" y="584"/>
                    <a:pt x="365" y="434"/>
                  </a:cubicBezTo>
                  <a:lnTo>
                    <a:pt x="187" y="17"/>
                  </a:lnTo>
                  <a:cubicBezTo>
                    <a:pt x="184" y="6"/>
                    <a:pt x="165" y="0"/>
                    <a:pt x="13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" name="Google Shape;5486;p73"/>
            <p:cNvSpPr/>
            <p:nvPr/>
          </p:nvSpPr>
          <p:spPr>
            <a:xfrm>
              <a:off x="3535845" y="3888279"/>
              <a:ext cx="108063" cy="20583"/>
            </a:xfrm>
            <a:custGeom>
              <a:avLst/>
              <a:gdLst/>
              <a:ahLst/>
              <a:cxnLst/>
              <a:rect l="l" t="t" r="r" b="b"/>
              <a:pathLst>
                <a:path w="6232" h="1187" extrusionOk="0">
                  <a:moveTo>
                    <a:pt x="134" y="1"/>
                  </a:moveTo>
                  <a:cubicBezTo>
                    <a:pt x="53" y="1"/>
                    <a:pt x="0" y="163"/>
                    <a:pt x="94" y="188"/>
                  </a:cubicBezTo>
                  <a:cubicBezTo>
                    <a:pt x="560" y="403"/>
                    <a:pt x="1046" y="585"/>
                    <a:pt x="1541" y="727"/>
                  </a:cubicBezTo>
                  <a:cubicBezTo>
                    <a:pt x="2035" y="865"/>
                    <a:pt x="2538" y="978"/>
                    <a:pt x="3045" y="1063"/>
                  </a:cubicBezTo>
                  <a:cubicBezTo>
                    <a:pt x="3556" y="1128"/>
                    <a:pt x="4074" y="1169"/>
                    <a:pt x="4585" y="1185"/>
                  </a:cubicBezTo>
                  <a:cubicBezTo>
                    <a:pt x="4637" y="1186"/>
                    <a:pt x="4688" y="1186"/>
                    <a:pt x="4740" y="1186"/>
                  </a:cubicBezTo>
                  <a:cubicBezTo>
                    <a:pt x="5203" y="1186"/>
                    <a:pt x="5666" y="1153"/>
                    <a:pt x="6126" y="1088"/>
                  </a:cubicBezTo>
                  <a:cubicBezTo>
                    <a:pt x="6186" y="1084"/>
                    <a:pt x="6231" y="1031"/>
                    <a:pt x="6231" y="970"/>
                  </a:cubicBezTo>
                  <a:cubicBezTo>
                    <a:pt x="6227" y="908"/>
                    <a:pt x="6175" y="860"/>
                    <a:pt x="6113" y="860"/>
                  </a:cubicBezTo>
                  <a:cubicBezTo>
                    <a:pt x="6110" y="860"/>
                    <a:pt x="6108" y="861"/>
                    <a:pt x="6105" y="861"/>
                  </a:cubicBezTo>
                  <a:cubicBezTo>
                    <a:pt x="5879" y="870"/>
                    <a:pt x="5652" y="874"/>
                    <a:pt x="5424" y="874"/>
                  </a:cubicBezTo>
                  <a:cubicBezTo>
                    <a:pt x="5147" y="874"/>
                    <a:pt x="4870" y="868"/>
                    <a:pt x="4593" y="857"/>
                  </a:cubicBezTo>
                  <a:cubicBezTo>
                    <a:pt x="4095" y="836"/>
                    <a:pt x="3596" y="788"/>
                    <a:pt x="3102" y="707"/>
                  </a:cubicBezTo>
                  <a:cubicBezTo>
                    <a:pt x="2603" y="642"/>
                    <a:pt x="2108" y="549"/>
                    <a:pt x="1622" y="423"/>
                  </a:cubicBezTo>
                  <a:cubicBezTo>
                    <a:pt x="1127" y="309"/>
                    <a:pt x="641" y="168"/>
                    <a:pt x="167" y="9"/>
                  </a:cubicBezTo>
                  <a:cubicBezTo>
                    <a:pt x="155" y="3"/>
                    <a:pt x="145" y="1"/>
                    <a:pt x="1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" name="Google Shape;5487;p73"/>
            <p:cNvSpPr/>
            <p:nvPr/>
          </p:nvSpPr>
          <p:spPr>
            <a:xfrm>
              <a:off x="3342955" y="3236867"/>
              <a:ext cx="287879" cy="825627"/>
            </a:xfrm>
            <a:custGeom>
              <a:avLst/>
              <a:gdLst/>
              <a:ahLst/>
              <a:cxnLst/>
              <a:rect l="l" t="t" r="r" b="b"/>
              <a:pathLst>
                <a:path w="16602" h="47614" extrusionOk="0">
                  <a:moveTo>
                    <a:pt x="14337" y="1"/>
                  </a:moveTo>
                  <a:cubicBezTo>
                    <a:pt x="14329" y="1"/>
                    <a:pt x="14322" y="1"/>
                    <a:pt x="14315" y="2"/>
                  </a:cubicBezTo>
                  <a:cubicBezTo>
                    <a:pt x="12097" y="111"/>
                    <a:pt x="9847" y="1562"/>
                    <a:pt x="7800" y="4226"/>
                  </a:cubicBezTo>
                  <a:cubicBezTo>
                    <a:pt x="3422" y="9929"/>
                    <a:pt x="1" y="21677"/>
                    <a:pt x="2299" y="32221"/>
                  </a:cubicBezTo>
                  <a:cubicBezTo>
                    <a:pt x="5360" y="46268"/>
                    <a:pt x="11769" y="47614"/>
                    <a:pt x="15061" y="47614"/>
                  </a:cubicBezTo>
                  <a:cubicBezTo>
                    <a:pt x="15527" y="47614"/>
                    <a:pt x="15936" y="47585"/>
                    <a:pt x="16256" y="47565"/>
                  </a:cubicBezTo>
                  <a:cubicBezTo>
                    <a:pt x="16451" y="47553"/>
                    <a:pt x="16601" y="47383"/>
                    <a:pt x="16589" y="47188"/>
                  </a:cubicBezTo>
                  <a:cubicBezTo>
                    <a:pt x="16577" y="46997"/>
                    <a:pt x="16419" y="46855"/>
                    <a:pt x="16231" y="46855"/>
                  </a:cubicBezTo>
                  <a:cubicBezTo>
                    <a:pt x="16223" y="46855"/>
                    <a:pt x="16216" y="46855"/>
                    <a:pt x="16208" y="46856"/>
                  </a:cubicBezTo>
                  <a:cubicBezTo>
                    <a:pt x="15892" y="46877"/>
                    <a:pt x="15567" y="46890"/>
                    <a:pt x="15234" y="46890"/>
                  </a:cubicBezTo>
                  <a:cubicBezTo>
                    <a:pt x="11108" y="46890"/>
                    <a:pt x="5787" y="44885"/>
                    <a:pt x="2992" y="32067"/>
                  </a:cubicBezTo>
                  <a:cubicBezTo>
                    <a:pt x="738" y="21734"/>
                    <a:pt x="4079" y="10233"/>
                    <a:pt x="8364" y="4655"/>
                  </a:cubicBezTo>
                  <a:cubicBezTo>
                    <a:pt x="10277" y="2170"/>
                    <a:pt x="12345" y="808"/>
                    <a:pt x="14343" y="715"/>
                  </a:cubicBezTo>
                  <a:cubicBezTo>
                    <a:pt x="14542" y="707"/>
                    <a:pt x="14692" y="541"/>
                    <a:pt x="14684" y="342"/>
                  </a:cubicBezTo>
                  <a:cubicBezTo>
                    <a:pt x="14680" y="151"/>
                    <a:pt x="14525" y="1"/>
                    <a:pt x="1433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" name="Google Shape;5488;p73"/>
            <p:cNvSpPr/>
            <p:nvPr/>
          </p:nvSpPr>
          <p:spPr>
            <a:xfrm>
              <a:off x="3139383" y="3583442"/>
              <a:ext cx="812119" cy="169620"/>
            </a:xfrm>
            <a:custGeom>
              <a:avLst/>
              <a:gdLst/>
              <a:ahLst/>
              <a:cxnLst/>
              <a:rect l="l" t="t" r="r" b="b"/>
              <a:pathLst>
                <a:path w="46835" h="9782" extrusionOk="0">
                  <a:moveTo>
                    <a:pt x="407" y="0"/>
                  </a:moveTo>
                  <a:cubicBezTo>
                    <a:pt x="373" y="0"/>
                    <a:pt x="339" y="5"/>
                    <a:pt x="305" y="16"/>
                  </a:cubicBezTo>
                  <a:cubicBezTo>
                    <a:pt x="110" y="73"/>
                    <a:pt x="1" y="280"/>
                    <a:pt x="70" y="474"/>
                  </a:cubicBezTo>
                  <a:cubicBezTo>
                    <a:pt x="130" y="689"/>
                    <a:pt x="1764" y="5752"/>
                    <a:pt x="14197" y="8764"/>
                  </a:cubicBezTo>
                  <a:cubicBezTo>
                    <a:pt x="17148" y="9478"/>
                    <a:pt x="20379" y="9782"/>
                    <a:pt x="23626" y="9782"/>
                  </a:cubicBezTo>
                  <a:cubicBezTo>
                    <a:pt x="34077" y="9782"/>
                    <a:pt x="44706" y="6660"/>
                    <a:pt x="46713" y="4175"/>
                  </a:cubicBezTo>
                  <a:cubicBezTo>
                    <a:pt x="46835" y="4025"/>
                    <a:pt x="46814" y="3802"/>
                    <a:pt x="46664" y="3681"/>
                  </a:cubicBezTo>
                  <a:cubicBezTo>
                    <a:pt x="46597" y="3626"/>
                    <a:pt x="46518" y="3600"/>
                    <a:pt x="46438" y="3600"/>
                  </a:cubicBezTo>
                  <a:cubicBezTo>
                    <a:pt x="46335" y="3600"/>
                    <a:pt x="46233" y="3645"/>
                    <a:pt x="46162" y="3729"/>
                  </a:cubicBezTo>
                  <a:cubicBezTo>
                    <a:pt x="44414" y="5897"/>
                    <a:pt x="33935" y="9065"/>
                    <a:pt x="23545" y="9065"/>
                  </a:cubicBezTo>
                  <a:cubicBezTo>
                    <a:pt x="20395" y="9065"/>
                    <a:pt x="17252" y="8774"/>
                    <a:pt x="14363" y="8075"/>
                  </a:cubicBezTo>
                  <a:cubicBezTo>
                    <a:pt x="8096" y="6555"/>
                    <a:pt x="4728" y="4508"/>
                    <a:pt x="3005" y="3057"/>
                  </a:cubicBezTo>
                  <a:cubicBezTo>
                    <a:pt x="1144" y="1500"/>
                    <a:pt x="755" y="280"/>
                    <a:pt x="751" y="272"/>
                  </a:cubicBezTo>
                  <a:cubicBezTo>
                    <a:pt x="707" y="109"/>
                    <a:pt x="563" y="0"/>
                    <a:pt x="40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" name="Google Shape;5489;p73"/>
            <p:cNvSpPr/>
            <p:nvPr/>
          </p:nvSpPr>
          <p:spPr>
            <a:xfrm>
              <a:off x="3247776" y="3297991"/>
              <a:ext cx="561799" cy="345985"/>
            </a:xfrm>
            <a:custGeom>
              <a:avLst/>
              <a:gdLst/>
              <a:ahLst/>
              <a:cxnLst/>
              <a:rect l="l" t="t" r="r" b="b"/>
              <a:pathLst>
                <a:path w="32399" h="19953" extrusionOk="0">
                  <a:moveTo>
                    <a:pt x="4644" y="0"/>
                  </a:moveTo>
                  <a:cubicBezTo>
                    <a:pt x="4518" y="0"/>
                    <a:pt x="4398" y="66"/>
                    <a:pt x="4334" y="182"/>
                  </a:cubicBezTo>
                  <a:cubicBezTo>
                    <a:pt x="3426" y="1897"/>
                    <a:pt x="2701" y="3701"/>
                    <a:pt x="2170" y="5569"/>
                  </a:cubicBezTo>
                  <a:cubicBezTo>
                    <a:pt x="1014" y="9627"/>
                    <a:pt x="1140" y="13118"/>
                    <a:pt x="2530" y="15667"/>
                  </a:cubicBezTo>
                  <a:cubicBezTo>
                    <a:pt x="3990" y="18355"/>
                    <a:pt x="6985" y="19948"/>
                    <a:pt x="10545" y="19948"/>
                  </a:cubicBezTo>
                  <a:lnTo>
                    <a:pt x="10606" y="19952"/>
                  </a:lnTo>
                  <a:cubicBezTo>
                    <a:pt x="14838" y="19932"/>
                    <a:pt x="18766" y="17670"/>
                    <a:pt x="20614" y="14188"/>
                  </a:cubicBezTo>
                  <a:cubicBezTo>
                    <a:pt x="23813" y="8172"/>
                    <a:pt x="27380" y="2618"/>
                    <a:pt x="31815" y="2618"/>
                  </a:cubicBezTo>
                  <a:lnTo>
                    <a:pt x="31965" y="2618"/>
                  </a:lnTo>
                  <a:cubicBezTo>
                    <a:pt x="32391" y="2574"/>
                    <a:pt x="32399" y="1961"/>
                    <a:pt x="31977" y="1905"/>
                  </a:cubicBezTo>
                  <a:lnTo>
                    <a:pt x="31815" y="1905"/>
                  </a:lnTo>
                  <a:cubicBezTo>
                    <a:pt x="27003" y="1905"/>
                    <a:pt x="23290" y="7641"/>
                    <a:pt x="19986" y="13851"/>
                  </a:cubicBezTo>
                  <a:cubicBezTo>
                    <a:pt x="18259" y="17106"/>
                    <a:pt x="14574" y="19219"/>
                    <a:pt x="10602" y="19239"/>
                  </a:cubicBezTo>
                  <a:lnTo>
                    <a:pt x="10545" y="19239"/>
                  </a:lnTo>
                  <a:cubicBezTo>
                    <a:pt x="7249" y="19239"/>
                    <a:pt x="4492" y="17779"/>
                    <a:pt x="3155" y="15327"/>
                  </a:cubicBezTo>
                  <a:cubicBezTo>
                    <a:pt x="1" y="9542"/>
                    <a:pt x="4906" y="616"/>
                    <a:pt x="4959" y="530"/>
                  </a:cubicBezTo>
                  <a:cubicBezTo>
                    <a:pt x="5048" y="356"/>
                    <a:pt x="4987" y="141"/>
                    <a:pt x="4817" y="44"/>
                  </a:cubicBezTo>
                  <a:cubicBezTo>
                    <a:pt x="4761" y="14"/>
                    <a:pt x="4702" y="0"/>
                    <a:pt x="464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" name="Google Shape;5490;p73"/>
            <p:cNvSpPr/>
            <p:nvPr/>
          </p:nvSpPr>
          <p:spPr>
            <a:xfrm>
              <a:off x="3227748" y="3751466"/>
              <a:ext cx="537332" cy="258869"/>
            </a:xfrm>
            <a:custGeom>
              <a:avLst/>
              <a:gdLst/>
              <a:ahLst/>
              <a:cxnLst/>
              <a:rect l="l" t="t" r="r" b="b"/>
              <a:pathLst>
                <a:path w="30988" h="14929" extrusionOk="0">
                  <a:moveTo>
                    <a:pt x="10498" y="1"/>
                  </a:moveTo>
                  <a:cubicBezTo>
                    <a:pt x="9524" y="1"/>
                    <a:pt x="8491" y="153"/>
                    <a:pt x="7391" y="485"/>
                  </a:cubicBezTo>
                  <a:cubicBezTo>
                    <a:pt x="0" y="2711"/>
                    <a:pt x="718" y="10218"/>
                    <a:pt x="730" y="10291"/>
                  </a:cubicBezTo>
                  <a:cubicBezTo>
                    <a:pt x="741" y="10480"/>
                    <a:pt x="896" y="10626"/>
                    <a:pt x="1081" y="10626"/>
                  </a:cubicBezTo>
                  <a:cubicBezTo>
                    <a:pt x="1095" y="10626"/>
                    <a:pt x="1109" y="10625"/>
                    <a:pt x="1123" y="10624"/>
                  </a:cubicBezTo>
                  <a:cubicBezTo>
                    <a:pt x="1326" y="10603"/>
                    <a:pt x="1468" y="10417"/>
                    <a:pt x="1435" y="10214"/>
                  </a:cubicBezTo>
                  <a:cubicBezTo>
                    <a:pt x="1427" y="10149"/>
                    <a:pt x="750" y="3225"/>
                    <a:pt x="7597" y="1166"/>
                  </a:cubicBezTo>
                  <a:cubicBezTo>
                    <a:pt x="8627" y="856"/>
                    <a:pt x="9594" y="712"/>
                    <a:pt x="10505" y="712"/>
                  </a:cubicBezTo>
                  <a:cubicBezTo>
                    <a:pt x="15652" y="712"/>
                    <a:pt x="19019" y="5304"/>
                    <a:pt x="21891" y="10429"/>
                  </a:cubicBezTo>
                  <a:cubicBezTo>
                    <a:pt x="24011" y="14215"/>
                    <a:pt x="26910" y="14929"/>
                    <a:pt x="28795" y="14929"/>
                  </a:cubicBezTo>
                  <a:cubicBezTo>
                    <a:pt x="29918" y="14929"/>
                    <a:pt x="30688" y="14673"/>
                    <a:pt x="30704" y="14669"/>
                  </a:cubicBezTo>
                  <a:cubicBezTo>
                    <a:pt x="30891" y="14604"/>
                    <a:pt x="30988" y="14402"/>
                    <a:pt x="30923" y="14215"/>
                  </a:cubicBezTo>
                  <a:cubicBezTo>
                    <a:pt x="30872" y="14068"/>
                    <a:pt x="30734" y="13976"/>
                    <a:pt x="30587" y="13976"/>
                  </a:cubicBezTo>
                  <a:cubicBezTo>
                    <a:pt x="30548" y="13976"/>
                    <a:pt x="30508" y="13983"/>
                    <a:pt x="30469" y="13996"/>
                  </a:cubicBezTo>
                  <a:cubicBezTo>
                    <a:pt x="30398" y="14020"/>
                    <a:pt x="29725" y="14241"/>
                    <a:pt x="28750" y="14241"/>
                  </a:cubicBezTo>
                  <a:cubicBezTo>
                    <a:pt x="27062" y="14241"/>
                    <a:pt x="24467" y="13579"/>
                    <a:pt x="22511" y="10084"/>
                  </a:cubicBezTo>
                  <a:cubicBezTo>
                    <a:pt x="19658" y="4985"/>
                    <a:pt x="16059" y="1"/>
                    <a:pt x="1049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" name="Google Shape;5491;p73"/>
            <p:cNvSpPr/>
            <p:nvPr/>
          </p:nvSpPr>
          <p:spPr>
            <a:xfrm>
              <a:off x="3603748" y="2818869"/>
              <a:ext cx="831661" cy="1402477"/>
            </a:xfrm>
            <a:custGeom>
              <a:avLst/>
              <a:gdLst/>
              <a:ahLst/>
              <a:cxnLst/>
              <a:rect l="l" t="t" r="r" b="b"/>
              <a:pathLst>
                <a:path w="47962" h="80881" extrusionOk="0">
                  <a:moveTo>
                    <a:pt x="7570" y="1"/>
                  </a:moveTo>
                  <a:cubicBezTo>
                    <a:pt x="7459" y="1"/>
                    <a:pt x="7355" y="14"/>
                    <a:pt x="7257" y="40"/>
                  </a:cubicBezTo>
                  <a:cubicBezTo>
                    <a:pt x="0" y="1966"/>
                    <a:pt x="576" y="16977"/>
                    <a:pt x="4630" y="28936"/>
                  </a:cubicBezTo>
                  <a:cubicBezTo>
                    <a:pt x="8684" y="40894"/>
                    <a:pt x="16414" y="48649"/>
                    <a:pt x="15239" y="49578"/>
                  </a:cubicBezTo>
                  <a:cubicBezTo>
                    <a:pt x="14533" y="50129"/>
                    <a:pt x="12973" y="50903"/>
                    <a:pt x="12332" y="52237"/>
                  </a:cubicBezTo>
                  <a:cubicBezTo>
                    <a:pt x="11987" y="52951"/>
                    <a:pt x="11919" y="53818"/>
                    <a:pt x="12381" y="54892"/>
                  </a:cubicBezTo>
                  <a:cubicBezTo>
                    <a:pt x="12514" y="55208"/>
                    <a:pt x="12681" y="55508"/>
                    <a:pt x="12871" y="55796"/>
                  </a:cubicBezTo>
                  <a:cubicBezTo>
                    <a:pt x="15271" y="59518"/>
                    <a:pt x="19459" y="67402"/>
                    <a:pt x="22118" y="71201"/>
                  </a:cubicBezTo>
                  <a:cubicBezTo>
                    <a:pt x="22925" y="72356"/>
                    <a:pt x="23744" y="73755"/>
                    <a:pt x="24575" y="75121"/>
                  </a:cubicBezTo>
                  <a:cubicBezTo>
                    <a:pt x="26365" y="78066"/>
                    <a:pt x="28223" y="80880"/>
                    <a:pt x="30187" y="80880"/>
                  </a:cubicBezTo>
                  <a:cubicBezTo>
                    <a:pt x="30326" y="80880"/>
                    <a:pt x="30466" y="80866"/>
                    <a:pt x="30607" y="80837"/>
                  </a:cubicBezTo>
                  <a:cubicBezTo>
                    <a:pt x="30907" y="80776"/>
                    <a:pt x="31203" y="80699"/>
                    <a:pt x="31499" y="80610"/>
                  </a:cubicBezTo>
                  <a:lnTo>
                    <a:pt x="31503" y="80610"/>
                  </a:lnTo>
                  <a:cubicBezTo>
                    <a:pt x="33785" y="79876"/>
                    <a:pt x="34462" y="78254"/>
                    <a:pt x="37060" y="73653"/>
                  </a:cubicBezTo>
                  <a:cubicBezTo>
                    <a:pt x="39975" y="68493"/>
                    <a:pt x="44410" y="69429"/>
                    <a:pt x="46181" y="61674"/>
                  </a:cubicBezTo>
                  <a:cubicBezTo>
                    <a:pt x="47961" y="53915"/>
                    <a:pt x="42249" y="44470"/>
                    <a:pt x="38455" y="38296"/>
                  </a:cubicBezTo>
                  <a:cubicBezTo>
                    <a:pt x="34661" y="32126"/>
                    <a:pt x="30473" y="24456"/>
                    <a:pt x="23760" y="16316"/>
                  </a:cubicBezTo>
                  <a:cubicBezTo>
                    <a:pt x="17299" y="8478"/>
                    <a:pt x="10406" y="1"/>
                    <a:pt x="7570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" name="Google Shape;5492;p73"/>
            <p:cNvSpPr/>
            <p:nvPr/>
          </p:nvSpPr>
          <p:spPr>
            <a:xfrm>
              <a:off x="3602066" y="2812800"/>
              <a:ext cx="840366" cy="1414823"/>
            </a:xfrm>
            <a:custGeom>
              <a:avLst/>
              <a:gdLst/>
              <a:ahLst/>
              <a:cxnLst/>
              <a:rect l="l" t="t" r="r" b="b"/>
              <a:pathLst>
                <a:path w="48464" h="81593" extrusionOk="0">
                  <a:moveTo>
                    <a:pt x="7687" y="709"/>
                  </a:moveTo>
                  <a:cubicBezTo>
                    <a:pt x="10234" y="709"/>
                    <a:pt x="17276" y="9248"/>
                    <a:pt x="22969" y="16160"/>
                  </a:cubicBezTo>
                  <a:lnTo>
                    <a:pt x="23581" y="16905"/>
                  </a:lnTo>
                  <a:cubicBezTo>
                    <a:pt x="29029" y="23505"/>
                    <a:pt x="32771" y="29740"/>
                    <a:pt x="36071" y="35241"/>
                  </a:cubicBezTo>
                  <a:cubicBezTo>
                    <a:pt x="36817" y="36489"/>
                    <a:pt x="37542" y="37693"/>
                    <a:pt x="38252" y="38845"/>
                  </a:cubicBezTo>
                  <a:cubicBezTo>
                    <a:pt x="41783" y="44593"/>
                    <a:pt x="47709" y="54205"/>
                    <a:pt x="45934" y="61947"/>
                  </a:cubicBezTo>
                  <a:cubicBezTo>
                    <a:pt x="44908" y="66447"/>
                    <a:pt x="42983" y="67923"/>
                    <a:pt x="40940" y="69483"/>
                  </a:cubicBezTo>
                  <a:cubicBezTo>
                    <a:pt x="39525" y="70562"/>
                    <a:pt x="38061" y="71680"/>
                    <a:pt x="36849" y="73825"/>
                  </a:cubicBezTo>
                  <a:cubicBezTo>
                    <a:pt x="36570" y="74315"/>
                    <a:pt x="36318" y="74778"/>
                    <a:pt x="36079" y="75203"/>
                  </a:cubicBezTo>
                  <a:cubicBezTo>
                    <a:pt x="34125" y="78698"/>
                    <a:pt x="33395" y="80007"/>
                    <a:pt x="31494" y="80619"/>
                  </a:cubicBezTo>
                  <a:lnTo>
                    <a:pt x="31458" y="80635"/>
                  </a:lnTo>
                  <a:cubicBezTo>
                    <a:pt x="31214" y="80712"/>
                    <a:pt x="30947" y="80781"/>
                    <a:pt x="30631" y="80846"/>
                  </a:cubicBezTo>
                  <a:cubicBezTo>
                    <a:pt x="30519" y="80869"/>
                    <a:pt x="30407" y="80880"/>
                    <a:pt x="30294" y="80880"/>
                  </a:cubicBezTo>
                  <a:cubicBezTo>
                    <a:pt x="28532" y="80880"/>
                    <a:pt x="26702" y="78131"/>
                    <a:pt x="24976" y="75292"/>
                  </a:cubicBezTo>
                  <a:lnTo>
                    <a:pt x="24570" y="74619"/>
                  </a:lnTo>
                  <a:cubicBezTo>
                    <a:pt x="23889" y="73497"/>
                    <a:pt x="23188" y="72329"/>
                    <a:pt x="22503" y="71352"/>
                  </a:cubicBezTo>
                  <a:cubicBezTo>
                    <a:pt x="20991" y="69187"/>
                    <a:pt x="18992" y="65721"/>
                    <a:pt x="17067" y="62369"/>
                  </a:cubicBezTo>
                  <a:cubicBezTo>
                    <a:pt x="15640" y="59888"/>
                    <a:pt x="14294" y="57553"/>
                    <a:pt x="13268" y="55956"/>
                  </a:cubicBezTo>
                  <a:cubicBezTo>
                    <a:pt x="13090" y="55684"/>
                    <a:pt x="12932" y="55400"/>
                    <a:pt x="12802" y="55104"/>
                  </a:cubicBezTo>
                  <a:cubicBezTo>
                    <a:pt x="12429" y="54245"/>
                    <a:pt x="12409" y="53483"/>
                    <a:pt x="12733" y="52778"/>
                  </a:cubicBezTo>
                  <a:lnTo>
                    <a:pt x="12753" y="52749"/>
                  </a:lnTo>
                  <a:cubicBezTo>
                    <a:pt x="13199" y="51813"/>
                    <a:pt x="14205" y="51140"/>
                    <a:pt x="14934" y="50653"/>
                  </a:cubicBezTo>
                  <a:cubicBezTo>
                    <a:pt x="15169" y="50491"/>
                    <a:pt x="15380" y="50353"/>
                    <a:pt x="15550" y="50216"/>
                  </a:cubicBezTo>
                  <a:cubicBezTo>
                    <a:pt x="16284" y="49640"/>
                    <a:pt x="15413" y="48310"/>
                    <a:pt x="13499" y="45408"/>
                  </a:cubicBezTo>
                  <a:cubicBezTo>
                    <a:pt x="11091" y="41759"/>
                    <a:pt x="7459" y="36242"/>
                    <a:pt x="5067" y="29188"/>
                  </a:cubicBezTo>
                  <a:cubicBezTo>
                    <a:pt x="1682" y="19204"/>
                    <a:pt x="1163" y="8782"/>
                    <a:pt x="3811" y="3852"/>
                  </a:cubicBezTo>
                  <a:cubicBezTo>
                    <a:pt x="4698" y="2194"/>
                    <a:pt x="5923" y="1144"/>
                    <a:pt x="7443" y="739"/>
                  </a:cubicBezTo>
                  <a:cubicBezTo>
                    <a:pt x="7519" y="719"/>
                    <a:pt x="7600" y="709"/>
                    <a:pt x="7687" y="709"/>
                  </a:cubicBezTo>
                  <a:close/>
                  <a:moveTo>
                    <a:pt x="7653" y="0"/>
                  </a:moveTo>
                  <a:cubicBezTo>
                    <a:pt x="7515" y="0"/>
                    <a:pt x="7384" y="17"/>
                    <a:pt x="7260" y="50"/>
                  </a:cubicBezTo>
                  <a:cubicBezTo>
                    <a:pt x="5538" y="504"/>
                    <a:pt x="4171" y="1671"/>
                    <a:pt x="3182" y="3504"/>
                  </a:cubicBezTo>
                  <a:cubicBezTo>
                    <a:pt x="0" y="9450"/>
                    <a:pt x="1577" y="21097"/>
                    <a:pt x="4394" y="29407"/>
                  </a:cubicBezTo>
                  <a:cubicBezTo>
                    <a:pt x="6815" y="36550"/>
                    <a:pt x="10479" y="42112"/>
                    <a:pt x="12907" y="45793"/>
                  </a:cubicBezTo>
                  <a:cubicBezTo>
                    <a:pt x="14042" y="47520"/>
                    <a:pt x="15218" y="49303"/>
                    <a:pt x="15113" y="49652"/>
                  </a:cubicBezTo>
                  <a:cubicBezTo>
                    <a:pt x="14963" y="49770"/>
                    <a:pt x="14768" y="49899"/>
                    <a:pt x="14537" y="50053"/>
                  </a:cubicBezTo>
                  <a:cubicBezTo>
                    <a:pt x="13747" y="50584"/>
                    <a:pt x="12672" y="51306"/>
                    <a:pt x="12133" y="52392"/>
                  </a:cubicBezTo>
                  <a:lnTo>
                    <a:pt x="12105" y="52433"/>
                  </a:lnTo>
                  <a:cubicBezTo>
                    <a:pt x="11679" y="53333"/>
                    <a:pt x="11695" y="54326"/>
                    <a:pt x="12145" y="55388"/>
                  </a:cubicBezTo>
                  <a:cubicBezTo>
                    <a:pt x="12295" y="55721"/>
                    <a:pt x="12470" y="56037"/>
                    <a:pt x="12668" y="56341"/>
                  </a:cubicBezTo>
                  <a:cubicBezTo>
                    <a:pt x="13686" y="57922"/>
                    <a:pt x="15032" y="60253"/>
                    <a:pt x="16450" y="62722"/>
                  </a:cubicBezTo>
                  <a:cubicBezTo>
                    <a:pt x="18384" y="66086"/>
                    <a:pt x="20387" y="69568"/>
                    <a:pt x="21923" y="71758"/>
                  </a:cubicBezTo>
                  <a:cubicBezTo>
                    <a:pt x="22592" y="72714"/>
                    <a:pt x="23253" y="73821"/>
                    <a:pt x="23962" y="74988"/>
                  </a:cubicBezTo>
                  <a:lnTo>
                    <a:pt x="24368" y="75665"/>
                  </a:lnTo>
                  <a:cubicBezTo>
                    <a:pt x="26273" y="78795"/>
                    <a:pt x="28166" y="81592"/>
                    <a:pt x="30282" y="81592"/>
                  </a:cubicBezTo>
                  <a:cubicBezTo>
                    <a:pt x="30448" y="81592"/>
                    <a:pt x="30610" y="81576"/>
                    <a:pt x="30773" y="81543"/>
                  </a:cubicBezTo>
                  <a:cubicBezTo>
                    <a:pt x="31089" y="81479"/>
                    <a:pt x="31401" y="81397"/>
                    <a:pt x="31705" y="81304"/>
                  </a:cubicBezTo>
                  <a:lnTo>
                    <a:pt x="31741" y="81288"/>
                  </a:lnTo>
                  <a:cubicBezTo>
                    <a:pt x="33886" y="80583"/>
                    <a:pt x="34713" y="79103"/>
                    <a:pt x="36699" y="75552"/>
                  </a:cubicBezTo>
                  <a:lnTo>
                    <a:pt x="37465" y="74174"/>
                  </a:lnTo>
                  <a:cubicBezTo>
                    <a:pt x="38609" y="72155"/>
                    <a:pt x="40011" y="71081"/>
                    <a:pt x="41369" y="70043"/>
                  </a:cubicBezTo>
                  <a:cubicBezTo>
                    <a:pt x="43421" y="68478"/>
                    <a:pt x="45541" y="66856"/>
                    <a:pt x="46631" y="62101"/>
                  </a:cubicBezTo>
                  <a:cubicBezTo>
                    <a:pt x="48464" y="54075"/>
                    <a:pt x="42448" y="44301"/>
                    <a:pt x="38856" y="38464"/>
                  </a:cubicBezTo>
                  <a:cubicBezTo>
                    <a:pt x="38147" y="37320"/>
                    <a:pt x="37425" y="36116"/>
                    <a:pt x="36683" y="34872"/>
                  </a:cubicBezTo>
                  <a:cubicBezTo>
                    <a:pt x="33367" y="29347"/>
                    <a:pt x="29613" y="23092"/>
                    <a:pt x="24132" y="16447"/>
                  </a:cubicBezTo>
                  <a:lnTo>
                    <a:pt x="23516" y="15701"/>
                  </a:lnTo>
                  <a:cubicBezTo>
                    <a:pt x="15755" y="6282"/>
                    <a:pt x="10358" y="0"/>
                    <a:pt x="765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" name="Google Shape;5493;p73"/>
            <p:cNvSpPr/>
            <p:nvPr/>
          </p:nvSpPr>
          <p:spPr>
            <a:xfrm>
              <a:off x="3609297" y="2813338"/>
              <a:ext cx="260950" cy="838649"/>
            </a:xfrm>
            <a:custGeom>
              <a:avLst/>
              <a:gdLst/>
              <a:ahLst/>
              <a:cxnLst/>
              <a:rect l="l" t="t" r="r" b="b"/>
              <a:pathLst>
                <a:path w="15049" h="48365" extrusionOk="0">
                  <a:moveTo>
                    <a:pt x="7567" y="0"/>
                  </a:moveTo>
                  <a:cubicBezTo>
                    <a:pt x="7458" y="0"/>
                    <a:pt x="7354" y="13"/>
                    <a:pt x="7257" y="39"/>
                  </a:cubicBezTo>
                  <a:cubicBezTo>
                    <a:pt x="1" y="1969"/>
                    <a:pt x="576" y="16984"/>
                    <a:pt x="4630" y="28943"/>
                  </a:cubicBezTo>
                  <a:cubicBezTo>
                    <a:pt x="7930" y="38668"/>
                    <a:pt x="13654" y="45616"/>
                    <a:pt x="15048" y="48364"/>
                  </a:cubicBezTo>
                  <a:cubicBezTo>
                    <a:pt x="14201" y="46001"/>
                    <a:pt x="13390" y="43561"/>
                    <a:pt x="12701" y="41149"/>
                  </a:cubicBezTo>
                  <a:cubicBezTo>
                    <a:pt x="8927" y="27994"/>
                    <a:pt x="8141" y="15829"/>
                    <a:pt x="7853" y="9545"/>
                  </a:cubicBezTo>
                  <a:cubicBezTo>
                    <a:pt x="7596" y="3933"/>
                    <a:pt x="9916" y="1943"/>
                    <a:pt x="10816" y="1943"/>
                  </a:cubicBezTo>
                  <a:cubicBezTo>
                    <a:pt x="10924" y="1943"/>
                    <a:pt x="11011" y="1971"/>
                    <a:pt x="11072" y="2025"/>
                  </a:cubicBezTo>
                  <a:cubicBezTo>
                    <a:pt x="11635" y="2532"/>
                    <a:pt x="14197" y="5110"/>
                    <a:pt x="14197" y="5110"/>
                  </a:cubicBezTo>
                  <a:cubicBezTo>
                    <a:pt x="11359" y="2069"/>
                    <a:pt x="8967" y="0"/>
                    <a:pt x="7567" y="0"/>
                  </a:cubicBezTo>
                  <a:close/>
                </a:path>
              </a:pathLst>
            </a:custGeom>
            <a:solidFill>
              <a:srgbClr val="88CA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" name="Google Shape;5494;p73"/>
            <p:cNvSpPr/>
            <p:nvPr/>
          </p:nvSpPr>
          <p:spPr>
            <a:xfrm>
              <a:off x="3607615" y="2807217"/>
              <a:ext cx="269446" cy="850961"/>
            </a:xfrm>
            <a:custGeom>
              <a:avLst/>
              <a:gdLst/>
              <a:ahLst/>
              <a:cxnLst/>
              <a:rect l="l" t="t" r="r" b="b"/>
              <a:pathLst>
                <a:path w="15539" h="49075" extrusionOk="0">
                  <a:moveTo>
                    <a:pt x="7651" y="707"/>
                  </a:moveTo>
                  <a:cubicBezTo>
                    <a:pt x="7661" y="707"/>
                    <a:pt x="7672" y="708"/>
                    <a:pt x="7682" y="708"/>
                  </a:cubicBezTo>
                  <a:cubicBezTo>
                    <a:pt x="8274" y="708"/>
                    <a:pt x="9146" y="1178"/>
                    <a:pt x="10297" y="2111"/>
                  </a:cubicBezTo>
                  <a:cubicBezTo>
                    <a:pt x="9170" y="2662"/>
                    <a:pt x="7366" y="4912"/>
                    <a:pt x="7597" y="9918"/>
                  </a:cubicBezTo>
                  <a:cubicBezTo>
                    <a:pt x="7954" y="17487"/>
                    <a:pt x="8842" y="29008"/>
                    <a:pt x="12454" y="41603"/>
                  </a:cubicBezTo>
                  <a:cubicBezTo>
                    <a:pt x="12839" y="42945"/>
                    <a:pt x="13277" y="44335"/>
                    <a:pt x="13763" y="45807"/>
                  </a:cubicBezTo>
                  <a:lnTo>
                    <a:pt x="13500" y="45405"/>
                  </a:lnTo>
                  <a:cubicBezTo>
                    <a:pt x="11092" y="41757"/>
                    <a:pt x="7459" y="36236"/>
                    <a:pt x="5068" y="29186"/>
                  </a:cubicBezTo>
                  <a:cubicBezTo>
                    <a:pt x="2299" y="21014"/>
                    <a:pt x="726" y="9602"/>
                    <a:pt x="3811" y="3842"/>
                  </a:cubicBezTo>
                  <a:cubicBezTo>
                    <a:pt x="4699" y="2184"/>
                    <a:pt x="5923" y="1142"/>
                    <a:pt x="7443" y="737"/>
                  </a:cubicBezTo>
                  <a:cubicBezTo>
                    <a:pt x="7510" y="719"/>
                    <a:pt x="7580" y="707"/>
                    <a:pt x="7651" y="707"/>
                  </a:cubicBezTo>
                  <a:close/>
                  <a:moveTo>
                    <a:pt x="7660" y="1"/>
                  </a:moveTo>
                  <a:cubicBezTo>
                    <a:pt x="7519" y="1"/>
                    <a:pt x="7386" y="18"/>
                    <a:pt x="7261" y="51"/>
                  </a:cubicBezTo>
                  <a:cubicBezTo>
                    <a:pt x="5542" y="509"/>
                    <a:pt x="4172" y="1673"/>
                    <a:pt x="3183" y="3509"/>
                  </a:cubicBezTo>
                  <a:cubicBezTo>
                    <a:pt x="0" y="9452"/>
                    <a:pt x="1577" y="21103"/>
                    <a:pt x="4395" y="29413"/>
                  </a:cubicBezTo>
                  <a:cubicBezTo>
                    <a:pt x="6815" y="36552"/>
                    <a:pt x="10479" y="42114"/>
                    <a:pt x="12908" y="45795"/>
                  </a:cubicBezTo>
                  <a:cubicBezTo>
                    <a:pt x="13771" y="47112"/>
                    <a:pt x="14460" y="48154"/>
                    <a:pt x="14825" y="48880"/>
                  </a:cubicBezTo>
                  <a:cubicBezTo>
                    <a:pt x="14886" y="49001"/>
                    <a:pt x="15012" y="49074"/>
                    <a:pt x="15145" y="49074"/>
                  </a:cubicBezTo>
                  <a:cubicBezTo>
                    <a:pt x="15194" y="49074"/>
                    <a:pt x="15239" y="49066"/>
                    <a:pt x="15283" y="49050"/>
                  </a:cubicBezTo>
                  <a:cubicBezTo>
                    <a:pt x="15453" y="48973"/>
                    <a:pt x="15539" y="48778"/>
                    <a:pt x="15482" y="48604"/>
                  </a:cubicBezTo>
                  <a:cubicBezTo>
                    <a:pt x="14541" y="45977"/>
                    <a:pt x="13775" y="43626"/>
                    <a:pt x="13139" y="41412"/>
                  </a:cubicBezTo>
                  <a:cubicBezTo>
                    <a:pt x="9547" y="28886"/>
                    <a:pt x="8659" y="17418"/>
                    <a:pt x="8311" y="9882"/>
                  </a:cubicBezTo>
                  <a:cubicBezTo>
                    <a:pt x="8128" y="5990"/>
                    <a:pt x="9239" y="3732"/>
                    <a:pt x="10333" y="2913"/>
                  </a:cubicBezTo>
                  <a:cubicBezTo>
                    <a:pt x="10686" y="2650"/>
                    <a:pt x="10913" y="2646"/>
                    <a:pt x="10929" y="2646"/>
                  </a:cubicBezTo>
                  <a:cubicBezTo>
                    <a:pt x="11481" y="3144"/>
                    <a:pt x="14014" y="5690"/>
                    <a:pt x="14043" y="5719"/>
                  </a:cubicBezTo>
                  <a:cubicBezTo>
                    <a:pt x="14111" y="5791"/>
                    <a:pt x="14202" y="5826"/>
                    <a:pt x="14295" y="5826"/>
                  </a:cubicBezTo>
                  <a:cubicBezTo>
                    <a:pt x="14385" y="5826"/>
                    <a:pt x="14476" y="5793"/>
                    <a:pt x="14545" y="5727"/>
                  </a:cubicBezTo>
                  <a:cubicBezTo>
                    <a:pt x="14687" y="5589"/>
                    <a:pt x="14691" y="5362"/>
                    <a:pt x="14554" y="5220"/>
                  </a:cubicBezTo>
                  <a:cubicBezTo>
                    <a:pt x="11212" y="1643"/>
                    <a:pt x="9047" y="1"/>
                    <a:pt x="766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" name="Google Shape;5495;p73"/>
            <p:cNvSpPr/>
            <p:nvPr/>
          </p:nvSpPr>
          <p:spPr>
            <a:xfrm>
              <a:off x="3603748" y="2818956"/>
              <a:ext cx="831592" cy="1402390"/>
            </a:xfrm>
            <a:custGeom>
              <a:avLst/>
              <a:gdLst/>
              <a:ahLst/>
              <a:cxnLst/>
              <a:rect l="l" t="t" r="r" b="b"/>
              <a:pathLst>
                <a:path w="47958" h="80876" extrusionOk="0">
                  <a:moveTo>
                    <a:pt x="7568" y="0"/>
                  </a:moveTo>
                  <a:cubicBezTo>
                    <a:pt x="7458" y="0"/>
                    <a:pt x="7354" y="13"/>
                    <a:pt x="7257" y="39"/>
                  </a:cubicBezTo>
                  <a:cubicBezTo>
                    <a:pt x="0" y="1965"/>
                    <a:pt x="576" y="16980"/>
                    <a:pt x="4630" y="28939"/>
                  </a:cubicBezTo>
                  <a:cubicBezTo>
                    <a:pt x="8684" y="40898"/>
                    <a:pt x="16414" y="48648"/>
                    <a:pt x="15239" y="49577"/>
                  </a:cubicBezTo>
                  <a:lnTo>
                    <a:pt x="14983" y="49763"/>
                  </a:lnTo>
                  <a:lnTo>
                    <a:pt x="14983" y="49763"/>
                  </a:lnTo>
                  <a:lnTo>
                    <a:pt x="15502" y="49447"/>
                  </a:lnTo>
                  <a:cubicBezTo>
                    <a:pt x="15572" y="49401"/>
                    <a:pt x="15778" y="49243"/>
                    <a:pt x="15789" y="49243"/>
                  </a:cubicBezTo>
                  <a:cubicBezTo>
                    <a:pt x="15794" y="49243"/>
                    <a:pt x="15749" y="49283"/>
                    <a:pt x="15612" y="49398"/>
                  </a:cubicBezTo>
                  <a:cubicBezTo>
                    <a:pt x="15745" y="49289"/>
                    <a:pt x="15895" y="49200"/>
                    <a:pt x="16053" y="49131"/>
                  </a:cubicBezTo>
                  <a:cubicBezTo>
                    <a:pt x="15328" y="43379"/>
                    <a:pt x="13743" y="37703"/>
                    <a:pt x="13082" y="31902"/>
                  </a:cubicBezTo>
                  <a:cubicBezTo>
                    <a:pt x="12669" y="28181"/>
                    <a:pt x="12369" y="24447"/>
                    <a:pt x="12206" y="20714"/>
                  </a:cubicBezTo>
                  <a:cubicBezTo>
                    <a:pt x="12150" y="19421"/>
                    <a:pt x="12170" y="17957"/>
                    <a:pt x="13110" y="17065"/>
                  </a:cubicBezTo>
                  <a:cubicBezTo>
                    <a:pt x="13592" y="16608"/>
                    <a:pt x="14148" y="16415"/>
                    <a:pt x="14736" y="16415"/>
                  </a:cubicBezTo>
                  <a:cubicBezTo>
                    <a:pt x="16337" y="16415"/>
                    <a:pt x="18165" y="17845"/>
                    <a:pt x="19313" y="19250"/>
                  </a:cubicBezTo>
                  <a:cubicBezTo>
                    <a:pt x="25783" y="27163"/>
                    <a:pt x="31117" y="35956"/>
                    <a:pt x="35901" y="44996"/>
                  </a:cubicBezTo>
                  <a:cubicBezTo>
                    <a:pt x="38731" y="50331"/>
                    <a:pt x="41329" y="57060"/>
                    <a:pt x="37964" y="62083"/>
                  </a:cubicBezTo>
                  <a:cubicBezTo>
                    <a:pt x="36955" y="63591"/>
                    <a:pt x="35488" y="64758"/>
                    <a:pt x="34446" y="66246"/>
                  </a:cubicBezTo>
                  <a:cubicBezTo>
                    <a:pt x="32780" y="68634"/>
                    <a:pt x="32155" y="71893"/>
                    <a:pt x="29703" y="73454"/>
                  </a:cubicBezTo>
                  <a:cubicBezTo>
                    <a:pt x="28183" y="74423"/>
                    <a:pt x="26273" y="74508"/>
                    <a:pt x="24575" y="75116"/>
                  </a:cubicBezTo>
                  <a:cubicBezTo>
                    <a:pt x="26365" y="78057"/>
                    <a:pt x="28223" y="80875"/>
                    <a:pt x="30188" y="80875"/>
                  </a:cubicBezTo>
                  <a:cubicBezTo>
                    <a:pt x="30327" y="80875"/>
                    <a:pt x="30466" y="80861"/>
                    <a:pt x="30607" y="80832"/>
                  </a:cubicBezTo>
                  <a:cubicBezTo>
                    <a:pt x="30907" y="80771"/>
                    <a:pt x="31203" y="80694"/>
                    <a:pt x="31499" y="80605"/>
                  </a:cubicBezTo>
                  <a:lnTo>
                    <a:pt x="31503" y="80605"/>
                  </a:lnTo>
                  <a:cubicBezTo>
                    <a:pt x="33785" y="79867"/>
                    <a:pt x="34462" y="78245"/>
                    <a:pt x="37060" y="73644"/>
                  </a:cubicBezTo>
                  <a:cubicBezTo>
                    <a:pt x="39975" y="68488"/>
                    <a:pt x="44410" y="69424"/>
                    <a:pt x="46181" y="61665"/>
                  </a:cubicBezTo>
                  <a:cubicBezTo>
                    <a:pt x="47957" y="53910"/>
                    <a:pt x="42257" y="44473"/>
                    <a:pt x="38455" y="38299"/>
                  </a:cubicBezTo>
                  <a:cubicBezTo>
                    <a:pt x="34661" y="32125"/>
                    <a:pt x="30473" y="24455"/>
                    <a:pt x="23760" y="16315"/>
                  </a:cubicBezTo>
                  <a:cubicBezTo>
                    <a:pt x="17297" y="8479"/>
                    <a:pt x="10403" y="0"/>
                    <a:pt x="7568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" name="Google Shape;5496;p73"/>
            <p:cNvSpPr/>
            <p:nvPr/>
          </p:nvSpPr>
          <p:spPr>
            <a:xfrm>
              <a:off x="3867975" y="3520168"/>
              <a:ext cx="235651" cy="158453"/>
            </a:xfrm>
            <a:custGeom>
              <a:avLst/>
              <a:gdLst/>
              <a:ahLst/>
              <a:cxnLst/>
              <a:rect l="l" t="t" r="r" b="b"/>
              <a:pathLst>
                <a:path w="13590" h="9138" extrusionOk="0">
                  <a:moveTo>
                    <a:pt x="13589" y="1"/>
                  </a:moveTo>
                  <a:cubicBezTo>
                    <a:pt x="7002" y="1796"/>
                    <a:pt x="3455" y="6442"/>
                    <a:pt x="1" y="9138"/>
                  </a:cubicBezTo>
                  <a:lnTo>
                    <a:pt x="13589" y="1"/>
                  </a:lnTo>
                  <a:close/>
                </a:path>
              </a:pathLst>
            </a:custGeom>
            <a:solidFill>
              <a:srgbClr val="88CA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5497;p73"/>
            <p:cNvSpPr/>
            <p:nvPr/>
          </p:nvSpPr>
          <p:spPr>
            <a:xfrm>
              <a:off x="3859618" y="3513943"/>
              <a:ext cx="250962" cy="170868"/>
            </a:xfrm>
            <a:custGeom>
              <a:avLst/>
              <a:gdLst/>
              <a:ahLst/>
              <a:cxnLst/>
              <a:rect l="l" t="t" r="r" b="b"/>
              <a:pathLst>
                <a:path w="14473" h="9854" extrusionOk="0">
                  <a:moveTo>
                    <a:pt x="14080" y="0"/>
                  </a:moveTo>
                  <a:cubicBezTo>
                    <a:pt x="14048" y="0"/>
                    <a:pt x="14015" y="5"/>
                    <a:pt x="13982" y="15"/>
                  </a:cubicBezTo>
                  <a:cubicBezTo>
                    <a:pt x="8947" y="1389"/>
                    <a:pt x="5724" y="4332"/>
                    <a:pt x="2883" y="6935"/>
                  </a:cubicBezTo>
                  <a:cubicBezTo>
                    <a:pt x="1970" y="7766"/>
                    <a:pt x="1111" y="8556"/>
                    <a:pt x="264" y="9217"/>
                  </a:cubicBezTo>
                  <a:cubicBezTo>
                    <a:pt x="0" y="9428"/>
                    <a:pt x="146" y="9849"/>
                    <a:pt x="483" y="9854"/>
                  </a:cubicBezTo>
                  <a:cubicBezTo>
                    <a:pt x="560" y="9849"/>
                    <a:pt x="637" y="9825"/>
                    <a:pt x="697" y="9777"/>
                  </a:cubicBezTo>
                  <a:cubicBezTo>
                    <a:pt x="1569" y="9095"/>
                    <a:pt x="2441" y="8301"/>
                    <a:pt x="3365" y="7454"/>
                  </a:cubicBezTo>
                  <a:cubicBezTo>
                    <a:pt x="6146" y="4912"/>
                    <a:pt x="9304" y="2030"/>
                    <a:pt x="14168" y="700"/>
                  </a:cubicBezTo>
                  <a:cubicBezTo>
                    <a:pt x="14359" y="651"/>
                    <a:pt x="14472" y="453"/>
                    <a:pt x="14420" y="262"/>
                  </a:cubicBezTo>
                  <a:cubicBezTo>
                    <a:pt x="14380" y="105"/>
                    <a:pt x="14235" y="0"/>
                    <a:pt x="1408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" name="Google Shape;5498;p73"/>
            <p:cNvSpPr/>
            <p:nvPr/>
          </p:nvSpPr>
          <p:spPr>
            <a:xfrm>
              <a:off x="3810060" y="3715954"/>
              <a:ext cx="386196" cy="505374"/>
            </a:xfrm>
            <a:custGeom>
              <a:avLst/>
              <a:gdLst/>
              <a:ahLst/>
              <a:cxnLst/>
              <a:rect l="l" t="t" r="r" b="b"/>
              <a:pathLst>
                <a:path w="22272" h="29145" extrusionOk="0">
                  <a:moveTo>
                    <a:pt x="1598" y="1"/>
                  </a:moveTo>
                  <a:cubicBezTo>
                    <a:pt x="1196" y="1"/>
                    <a:pt x="809" y="159"/>
                    <a:pt x="434" y="502"/>
                  </a:cubicBezTo>
                  <a:cubicBezTo>
                    <a:pt x="4" y="1406"/>
                    <a:pt x="0" y="2553"/>
                    <a:pt x="973" y="4061"/>
                  </a:cubicBezTo>
                  <a:cubicBezTo>
                    <a:pt x="1346" y="4641"/>
                    <a:pt x="1768" y="5326"/>
                    <a:pt x="2218" y="6088"/>
                  </a:cubicBezTo>
                  <a:cubicBezTo>
                    <a:pt x="3750" y="8646"/>
                    <a:pt x="5635" y="12015"/>
                    <a:pt x="7378" y="14958"/>
                  </a:cubicBezTo>
                  <a:cubicBezTo>
                    <a:pt x="8408" y="16693"/>
                    <a:pt x="9389" y="18278"/>
                    <a:pt x="10220" y="19466"/>
                  </a:cubicBezTo>
                  <a:cubicBezTo>
                    <a:pt x="12754" y="23094"/>
                    <a:pt x="15413" y="29144"/>
                    <a:pt x="18293" y="29144"/>
                  </a:cubicBezTo>
                  <a:cubicBezTo>
                    <a:pt x="18431" y="29144"/>
                    <a:pt x="18570" y="29130"/>
                    <a:pt x="18709" y="29102"/>
                  </a:cubicBezTo>
                  <a:cubicBezTo>
                    <a:pt x="19009" y="29041"/>
                    <a:pt x="19305" y="28964"/>
                    <a:pt x="19601" y="28875"/>
                  </a:cubicBezTo>
                  <a:lnTo>
                    <a:pt x="19605" y="28875"/>
                  </a:lnTo>
                  <a:cubicBezTo>
                    <a:pt x="22272" y="25992"/>
                    <a:pt x="19588" y="20735"/>
                    <a:pt x="13256" y="13511"/>
                  </a:cubicBezTo>
                  <a:cubicBezTo>
                    <a:pt x="12616" y="12781"/>
                    <a:pt x="12004" y="12039"/>
                    <a:pt x="11420" y="11301"/>
                  </a:cubicBezTo>
                  <a:cubicBezTo>
                    <a:pt x="9138" y="8407"/>
                    <a:pt x="7240" y="5508"/>
                    <a:pt x="5619" y="3380"/>
                  </a:cubicBezTo>
                  <a:cubicBezTo>
                    <a:pt x="4074" y="1343"/>
                    <a:pt x="2769" y="1"/>
                    <a:pt x="1598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" name="Google Shape;5499;p73"/>
            <p:cNvSpPr/>
            <p:nvPr/>
          </p:nvSpPr>
          <p:spPr>
            <a:xfrm>
              <a:off x="3802396" y="3709833"/>
              <a:ext cx="397953" cy="517790"/>
            </a:xfrm>
            <a:custGeom>
              <a:avLst/>
              <a:gdLst/>
              <a:ahLst/>
              <a:cxnLst/>
              <a:rect l="l" t="t" r="r" b="b"/>
              <a:pathLst>
                <a:path w="22950" h="29861" extrusionOk="0">
                  <a:moveTo>
                    <a:pt x="2049" y="713"/>
                  </a:moveTo>
                  <a:cubicBezTo>
                    <a:pt x="2082" y="713"/>
                    <a:pt x="2116" y="714"/>
                    <a:pt x="2149" y="717"/>
                  </a:cubicBezTo>
                  <a:cubicBezTo>
                    <a:pt x="3256" y="815"/>
                    <a:pt x="4602" y="2404"/>
                    <a:pt x="5777" y="3952"/>
                  </a:cubicBezTo>
                  <a:cubicBezTo>
                    <a:pt x="6442" y="4824"/>
                    <a:pt x="7155" y="5829"/>
                    <a:pt x="7909" y="6895"/>
                  </a:cubicBezTo>
                  <a:cubicBezTo>
                    <a:pt x="9000" y="8432"/>
                    <a:pt x="10232" y="10163"/>
                    <a:pt x="11586" y="11881"/>
                  </a:cubicBezTo>
                  <a:cubicBezTo>
                    <a:pt x="12243" y="12708"/>
                    <a:pt x="12847" y="13438"/>
                    <a:pt x="13431" y="14099"/>
                  </a:cubicBezTo>
                  <a:cubicBezTo>
                    <a:pt x="20051" y="21655"/>
                    <a:pt x="22094" y="26370"/>
                    <a:pt x="19844" y="28924"/>
                  </a:cubicBezTo>
                  <a:cubicBezTo>
                    <a:pt x="19621" y="28993"/>
                    <a:pt x="19370" y="29053"/>
                    <a:pt x="19078" y="29114"/>
                  </a:cubicBezTo>
                  <a:cubicBezTo>
                    <a:pt x="18967" y="29137"/>
                    <a:pt x="18857" y="29148"/>
                    <a:pt x="18745" y="29148"/>
                  </a:cubicBezTo>
                  <a:cubicBezTo>
                    <a:pt x="16804" y="29148"/>
                    <a:pt x="14758" y="25772"/>
                    <a:pt x="12948" y="22774"/>
                  </a:cubicBezTo>
                  <a:cubicBezTo>
                    <a:pt x="12259" y="21639"/>
                    <a:pt x="11611" y="20561"/>
                    <a:pt x="10950" y="19620"/>
                  </a:cubicBezTo>
                  <a:cubicBezTo>
                    <a:pt x="10220" y="18578"/>
                    <a:pt x="9300" y="17111"/>
                    <a:pt x="8128" y="15133"/>
                  </a:cubicBezTo>
                  <a:cubicBezTo>
                    <a:pt x="7249" y="13653"/>
                    <a:pt x="6337" y="12060"/>
                    <a:pt x="5449" y="10523"/>
                  </a:cubicBezTo>
                  <a:cubicBezTo>
                    <a:pt x="4561" y="8987"/>
                    <a:pt x="3726" y="7532"/>
                    <a:pt x="2972" y="6263"/>
                  </a:cubicBezTo>
                  <a:cubicBezTo>
                    <a:pt x="2510" y="5489"/>
                    <a:pt x="2084" y="4803"/>
                    <a:pt x="1715" y="4224"/>
                  </a:cubicBezTo>
                  <a:cubicBezTo>
                    <a:pt x="937" y="3028"/>
                    <a:pt x="763" y="1998"/>
                    <a:pt x="1168" y="1078"/>
                  </a:cubicBezTo>
                  <a:cubicBezTo>
                    <a:pt x="1450" y="833"/>
                    <a:pt x="1742" y="713"/>
                    <a:pt x="2049" y="713"/>
                  </a:cubicBezTo>
                  <a:close/>
                  <a:moveTo>
                    <a:pt x="2043" y="0"/>
                  </a:moveTo>
                  <a:cubicBezTo>
                    <a:pt x="1556" y="0"/>
                    <a:pt x="1092" y="193"/>
                    <a:pt x="669" y="571"/>
                  </a:cubicBezTo>
                  <a:cubicBezTo>
                    <a:pt x="621" y="604"/>
                    <a:pt x="580" y="648"/>
                    <a:pt x="552" y="705"/>
                  </a:cubicBezTo>
                  <a:cubicBezTo>
                    <a:pt x="0" y="1868"/>
                    <a:pt x="187" y="3182"/>
                    <a:pt x="1115" y="4609"/>
                  </a:cubicBezTo>
                  <a:cubicBezTo>
                    <a:pt x="1480" y="5185"/>
                    <a:pt x="1902" y="5857"/>
                    <a:pt x="2356" y="6628"/>
                  </a:cubicBezTo>
                  <a:cubicBezTo>
                    <a:pt x="3110" y="7892"/>
                    <a:pt x="3945" y="9340"/>
                    <a:pt x="4829" y="10880"/>
                  </a:cubicBezTo>
                  <a:cubicBezTo>
                    <a:pt x="5716" y="12421"/>
                    <a:pt x="6632" y="14010"/>
                    <a:pt x="7516" y="15493"/>
                  </a:cubicBezTo>
                  <a:cubicBezTo>
                    <a:pt x="8712" y="17516"/>
                    <a:pt x="9620" y="18955"/>
                    <a:pt x="10370" y="20026"/>
                  </a:cubicBezTo>
                  <a:cubicBezTo>
                    <a:pt x="11019" y="20950"/>
                    <a:pt x="11659" y="22016"/>
                    <a:pt x="12340" y="23147"/>
                  </a:cubicBezTo>
                  <a:cubicBezTo>
                    <a:pt x="14335" y="26451"/>
                    <a:pt x="16394" y="29860"/>
                    <a:pt x="18729" y="29860"/>
                  </a:cubicBezTo>
                  <a:cubicBezTo>
                    <a:pt x="18895" y="29860"/>
                    <a:pt x="19057" y="29840"/>
                    <a:pt x="19220" y="29803"/>
                  </a:cubicBezTo>
                  <a:cubicBezTo>
                    <a:pt x="19536" y="29742"/>
                    <a:pt x="19848" y="29661"/>
                    <a:pt x="20152" y="29568"/>
                  </a:cubicBezTo>
                  <a:cubicBezTo>
                    <a:pt x="20201" y="29552"/>
                    <a:pt x="20245" y="29524"/>
                    <a:pt x="20282" y="29491"/>
                  </a:cubicBezTo>
                  <a:lnTo>
                    <a:pt x="20286" y="29491"/>
                  </a:lnTo>
                  <a:lnTo>
                    <a:pt x="20310" y="29471"/>
                  </a:lnTo>
                  <a:cubicBezTo>
                    <a:pt x="22949" y="26613"/>
                    <a:pt x="20934" y="21582"/>
                    <a:pt x="13966" y="13637"/>
                  </a:cubicBezTo>
                  <a:cubicBezTo>
                    <a:pt x="13390" y="12976"/>
                    <a:pt x="12790" y="12258"/>
                    <a:pt x="12142" y="11440"/>
                  </a:cubicBezTo>
                  <a:cubicBezTo>
                    <a:pt x="10800" y="9737"/>
                    <a:pt x="9572" y="8010"/>
                    <a:pt x="8493" y="6486"/>
                  </a:cubicBezTo>
                  <a:cubicBezTo>
                    <a:pt x="7727" y="5412"/>
                    <a:pt x="7014" y="4402"/>
                    <a:pt x="6341" y="3522"/>
                  </a:cubicBezTo>
                  <a:cubicBezTo>
                    <a:pt x="4520" y="1123"/>
                    <a:pt x="3325" y="109"/>
                    <a:pt x="2210" y="8"/>
                  </a:cubicBezTo>
                  <a:cubicBezTo>
                    <a:pt x="2154" y="3"/>
                    <a:pt x="2099" y="0"/>
                    <a:pt x="204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" name="Google Shape;5500;p73"/>
            <p:cNvSpPr/>
            <p:nvPr/>
          </p:nvSpPr>
          <p:spPr>
            <a:xfrm>
              <a:off x="3846682" y="2950324"/>
              <a:ext cx="193601" cy="233431"/>
            </a:xfrm>
            <a:custGeom>
              <a:avLst/>
              <a:gdLst/>
              <a:ahLst/>
              <a:cxnLst/>
              <a:rect l="l" t="t" r="r" b="b"/>
              <a:pathLst>
                <a:path w="11165" h="13462" extrusionOk="0">
                  <a:moveTo>
                    <a:pt x="75" y="0"/>
                  </a:moveTo>
                  <a:cubicBezTo>
                    <a:pt x="64" y="0"/>
                    <a:pt x="53" y="2"/>
                    <a:pt x="45" y="7"/>
                  </a:cubicBezTo>
                  <a:cubicBezTo>
                    <a:pt x="0" y="40"/>
                    <a:pt x="57" y="157"/>
                    <a:pt x="175" y="271"/>
                  </a:cubicBezTo>
                  <a:cubicBezTo>
                    <a:pt x="1176" y="1252"/>
                    <a:pt x="2149" y="2257"/>
                    <a:pt x="3102" y="3291"/>
                  </a:cubicBezTo>
                  <a:cubicBezTo>
                    <a:pt x="4058" y="4321"/>
                    <a:pt x="4978" y="5379"/>
                    <a:pt x="5862" y="6465"/>
                  </a:cubicBezTo>
                  <a:cubicBezTo>
                    <a:pt x="6754" y="7552"/>
                    <a:pt x="7613" y="8658"/>
                    <a:pt x="8444" y="9789"/>
                  </a:cubicBezTo>
                  <a:cubicBezTo>
                    <a:pt x="9271" y="10916"/>
                    <a:pt x="10070" y="12067"/>
                    <a:pt x="10840" y="13243"/>
                  </a:cubicBezTo>
                  <a:cubicBezTo>
                    <a:pt x="10927" y="13370"/>
                    <a:pt x="11021" y="13462"/>
                    <a:pt x="11084" y="13462"/>
                  </a:cubicBezTo>
                  <a:cubicBezTo>
                    <a:pt x="11091" y="13462"/>
                    <a:pt x="11097" y="13460"/>
                    <a:pt x="11104" y="13458"/>
                  </a:cubicBezTo>
                  <a:cubicBezTo>
                    <a:pt x="11165" y="13434"/>
                    <a:pt x="11128" y="13284"/>
                    <a:pt x="11031" y="13121"/>
                  </a:cubicBezTo>
                  <a:cubicBezTo>
                    <a:pt x="10301" y="11917"/>
                    <a:pt x="9539" y="10730"/>
                    <a:pt x="8712" y="9591"/>
                  </a:cubicBezTo>
                  <a:cubicBezTo>
                    <a:pt x="7885" y="8451"/>
                    <a:pt x="7030" y="7333"/>
                    <a:pt x="6138" y="6242"/>
                  </a:cubicBezTo>
                  <a:cubicBezTo>
                    <a:pt x="5238" y="5156"/>
                    <a:pt x="4301" y="4102"/>
                    <a:pt x="3329" y="3080"/>
                  </a:cubicBezTo>
                  <a:cubicBezTo>
                    <a:pt x="2356" y="2055"/>
                    <a:pt x="1350" y="1074"/>
                    <a:pt x="304" y="129"/>
                  </a:cubicBezTo>
                  <a:cubicBezTo>
                    <a:pt x="217" y="52"/>
                    <a:pt x="131" y="0"/>
                    <a:pt x="7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" name="Google Shape;5501;p73"/>
            <p:cNvSpPr/>
            <p:nvPr/>
          </p:nvSpPr>
          <p:spPr>
            <a:xfrm>
              <a:off x="3790795" y="2898772"/>
              <a:ext cx="42622" cy="41252"/>
            </a:xfrm>
            <a:custGeom>
              <a:avLst/>
              <a:gdLst/>
              <a:ahLst/>
              <a:cxnLst/>
              <a:rect l="l" t="t" r="r" b="b"/>
              <a:pathLst>
                <a:path w="2458" h="2379" extrusionOk="0">
                  <a:moveTo>
                    <a:pt x="127" y="1"/>
                  </a:moveTo>
                  <a:cubicBezTo>
                    <a:pt x="104" y="1"/>
                    <a:pt x="74" y="13"/>
                    <a:pt x="49" y="37"/>
                  </a:cubicBezTo>
                  <a:cubicBezTo>
                    <a:pt x="17" y="74"/>
                    <a:pt x="1" y="122"/>
                    <a:pt x="21" y="143"/>
                  </a:cubicBezTo>
                  <a:cubicBezTo>
                    <a:pt x="187" y="349"/>
                    <a:pt x="365" y="548"/>
                    <a:pt x="544" y="743"/>
                  </a:cubicBezTo>
                  <a:lnTo>
                    <a:pt x="1095" y="1310"/>
                  </a:lnTo>
                  <a:lnTo>
                    <a:pt x="1675" y="1853"/>
                  </a:lnTo>
                  <a:cubicBezTo>
                    <a:pt x="1865" y="2028"/>
                    <a:pt x="2068" y="2202"/>
                    <a:pt x="2275" y="2368"/>
                  </a:cubicBezTo>
                  <a:cubicBezTo>
                    <a:pt x="2284" y="2375"/>
                    <a:pt x="2295" y="2379"/>
                    <a:pt x="2308" y="2379"/>
                  </a:cubicBezTo>
                  <a:cubicBezTo>
                    <a:pt x="2333" y="2379"/>
                    <a:pt x="2363" y="2364"/>
                    <a:pt x="2392" y="2332"/>
                  </a:cubicBezTo>
                  <a:cubicBezTo>
                    <a:pt x="2437" y="2287"/>
                    <a:pt x="2457" y="2230"/>
                    <a:pt x="2433" y="2206"/>
                  </a:cubicBezTo>
                  <a:cubicBezTo>
                    <a:pt x="2259" y="2003"/>
                    <a:pt x="2088" y="1805"/>
                    <a:pt x="1902" y="1614"/>
                  </a:cubicBezTo>
                  <a:lnTo>
                    <a:pt x="1342" y="1055"/>
                  </a:lnTo>
                  <a:lnTo>
                    <a:pt x="763" y="520"/>
                  </a:lnTo>
                  <a:cubicBezTo>
                    <a:pt x="564" y="341"/>
                    <a:pt x="361" y="175"/>
                    <a:pt x="155" y="9"/>
                  </a:cubicBezTo>
                  <a:cubicBezTo>
                    <a:pt x="148" y="4"/>
                    <a:pt x="138" y="1"/>
                    <a:pt x="12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" name="Google Shape;5502;p73"/>
            <p:cNvSpPr/>
            <p:nvPr/>
          </p:nvSpPr>
          <p:spPr>
            <a:xfrm>
              <a:off x="4057623" y="3206210"/>
              <a:ext cx="34611" cy="44252"/>
            </a:xfrm>
            <a:custGeom>
              <a:avLst/>
              <a:gdLst/>
              <a:ahLst/>
              <a:cxnLst/>
              <a:rect l="l" t="t" r="r" b="b"/>
              <a:pathLst>
                <a:path w="1996" h="2552" extrusionOk="0">
                  <a:moveTo>
                    <a:pt x="138" y="1"/>
                  </a:moveTo>
                  <a:cubicBezTo>
                    <a:pt x="118" y="1"/>
                    <a:pt x="91" y="13"/>
                    <a:pt x="62" y="39"/>
                  </a:cubicBezTo>
                  <a:cubicBezTo>
                    <a:pt x="21" y="75"/>
                    <a:pt x="1" y="120"/>
                    <a:pt x="21" y="144"/>
                  </a:cubicBezTo>
                  <a:lnTo>
                    <a:pt x="475" y="736"/>
                  </a:lnTo>
                  <a:cubicBezTo>
                    <a:pt x="625" y="931"/>
                    <a:pt x="763" y="1137"/>
                    <a:pt x="913" y="1332"/>
                  </a:cubicBezTo>
                  <a:cubicBezTo>
                    <a:pt x="1067" y="1522"/>
                    <a:pt x="1213" y="1725"/>
                    <a:pt x="1351" y="1928"/>
                  </a:cubicBezTo>
                  <a:lnTo>
                    <a:pt x="1780" y="2532"/>
                  </a:lnTo>
                  <a:cubicBezTo>
                    <a:pt x="1791" y="2544"/>
                    <a:pt x="1808" y="2552"/>
                    <a:pt x="1830" y="2552"/>
                  </a:cubicBezTo>
                  <a:cubicBezTo>
                    <a:pt x="1850" y="2552"/>
                    <a:pt x="1875" y="2545"/>
                    <a:pt x="1902" y="2532"/>
                  </a:cubicBezTo>
                  <a:cubicBezTo>
                    <a:pt x="1959" y="2499"/>
                    <a:pt x="1995" y="2451"/>
                    <a:pt x="1979" y="2418"/>
                  </a:cubicBezTo>
                  <a:cubicBezTo>
                    <a:pt x="1874" y="2187"/>
                    <a:pt x="1760" y="1964"/>
                    <a:pt x="1631" y="1745"/>
                  </a:cubicBezTo>
                  <a:cubicBezTo>
                    <a:pt x="1493" y="1535"/>
                    <a:pt x="1359" y="1320"/>
                    <a:pt x="1205" y="1117"/>
                  </a:cubicBezTo>
                  <a:cubicBezTo>
                    <a:pt x="1047" y="914"/>
                    <a:pt x="881" y="724"/>
                    <a:pt x="710" y="533"/>
                  </a:cubicBezTo>
                  <a:cubicBezTo>
                    <a:pt x="540" y="347"/>
                    <a:pt x="354" y="172"/>
                    <a:pt x="159" y="6"/>
                  </a:cubicBezTo>
                  <a:cubicBezTo>
                    <a:pt x="153" y="3"/>
                    <a:pt x="146" y="1"/>
                    <a:pt x="13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" name="Google Shape;5503;p73"/>
            <p:cNvSpPr/>
            <p:nvPr/>
          </p:nvSpPr>
          <p:spPr>
            <a:xfrm>
              <a:off x="4124625" y="3304909"/>
              <a:ext cx="130397" cy="209519"/>
            </a:xfrm>
            <a:custGeom>
              <a:avLst/>
              <a:gdLst/>
              <a:ahLst/>
              <a:cxnLst/>
              <a:rect l="l" t="t" r="r" b="b"/>
              <a:pathLst>
                <a:path w="7520" h="12083" extrusionOk="0">
                  <a:moveTo>
                    <a:pt x="66" y="1"/>
                  </a:moveTo>
                  <a:cubicBezTo>
                    <a:pt x="58" y="1"/>
                    <a:pt x="51" y="2"/>
                    <a:pt x="45" y="6"/>
                  </a:cubicBezTo>
                  <a:cubicBezTo>
                    <a:pt x="0" y="30"/>
                    <a:pt x="12" y="140"/>
                    <a:pt x="81" y="249"/>
                  </a:cubicBezTo>
                  <a:lnTo>
                    <a:pt x="1901" y="3148"/>
                  </a:lnTo>
                  <a:cubicBezTo>
                    <a:pt x="2501" y="4112"/>
                    <a:pt x="3101" y="5081"/>
                    <a:pt x="3697" y="6050"/>
                  </a:cubicBezTo>
                  <a:cubicBezTo>
                    <a:pt x="4297" y="7019"/>
                    <a:pt x="4889" y="7992"/>
                    <a:pt x="5477" y="8969"/>
                  </a:cubicBezTo>
                  <a:lnTo>
                    <a:pt x="7240" y="11900"/>
                  </a:lnTo>
                  <a:cubicBezTo>
                    <a:pt x="7305" y="12007"/>
                    <a:pt x="7384" y="12082"/>
                    <a:pt x="7441" y="12082"/>
                  </a:cubicBezTo>
                  <a:cubicBezTo>
                    <a:pt x="7449" y="12082"/>
                    <a:pt x="7456" y="12081"/>
                    <a:pt x="7463" y="12078"/>
                  </a:cubicBezTo>
                  <a:cubicBezTo>
                    <a:pt x="7520" y="12050"/>
                    <a:pt x="7508" y="11924"/>
                    <a:pt x="7439" y="11786"/>
                  </a:cubicBezTo>
                  <a:cubicBezTo>
                    <a:pt x="6892" y="10785"/>
                    <a:pt x="6340" y="9788"/>
                    <a:pt x="5761" y="8803"/>
                  </a:cubicBezTo>
                  <a:cubicBezTo>
                    <a:pt x="5185" y="7822"/>
                    <a:pt x="4601" y="6832"/>
                    <a:pt x="3997" y="5864"/>
                  </a:cubicBezTo>
                  <a:cubicBezTo>
                    <a:pt x="3393" y="4895"/>
                    <a:pt x="2785" y="3930"/>
                    <a:pt x="2165" y="2977"/>
                  </a:cubicBezTo>
                  <a:cubicBezTo>
                    <a:pt x="1541" y="2025"/>
                    <a:pt x="896" y="1076"/>
                    <a:pt x="243" y="144"/>
                  </a:cubicBezTo>
                  <a:cubicBezTo>
                    <a:pt x="188" y="60"/>
                    <a:pt x="114" y="1"/>
                    <a:pt x="6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" name="Google Shape;5504;p73"/>
            <p:cNvSpPr/>
            <p:nvPr/>
          </p:nvSpPr>
          <p:spPr>
            <a:xfrm>
              <a:off x="4317359" y="3627433"/>
              <a:ext cx="76643" cy="239309"/>
            </a:xfrm>
            <a:custGeom>
              <a:avLst/>
              <a:gdLst/>
              <a:ahLst/>
              <a:cxnLst/>
              <a:rect l="l" t="t" r="r" b="b"/>
              <a:pathLst>
                <a:path w="4420" h="13801" extrusionOk="0">
                  <a:moveTo>
                    <a:pt x="68" y="0"/>
                  </a:moveTo>
                  <a:cubicBezTo>
                    <a:pt x="60" y="0"/>
                    <a:pt x="52" y="2"/>
                    <a:pt x="45" y="5"/>
                  </a:cubicBezTo>
                  <a:cubicBezTo>
                    <a:pt x="1" y="25"/>
                    <a:pt x="21" y="134"/>
                    <a:pt x="94" y="248"/>
                  </a:cubicBezTo>
                  <a:cubicBezTo>
                    <a:pt x="747" y="1225"/>
                    <a:pt x="1326" y="2250"/>
                    <a:pt x="1829" y="3313"/>
                  </a:cubicBezTo>
                  <a:cubicBezTo>
                    <a:pt x="2340" y="4371"/>
                    <a:pt x="2761" y="5465"/>
                    <a:pt x="3098" y="6592"/>
                  </a:cubicBezTo>
                  <a:cubicBezTo>
                    <a:pt x="3446" y="7711"/>
                    <a:pt x="3706" y="8858"/>
                    <a:pt x="3876" y="10022"/>
                  </a:cubicBezTo>
                  <a:cubicBezTo>
                    <a:pt x="4051" y="11181"/>
                    <a:pt x="4140" y="12353"/>
                    <a:pt x="4148" y="13528"/>
                  </a:cubicBezTo>
                  <a:cubicBezTo>
                    <a:pt x="4152" y="13670"/>
                    <a:pt x="4188" y="13792"/>
                    <a:pt x="4253" y="13800"/>
                  </a:cubicBezTo>
                  <a:cubicBezTo>
                    <a:pt x="4256" y="13800"/>
                    <a:pt x="4259" y="13801"/>
                    <a:pt x="4262" y="13801"/>
                  </a:cubicBezTo>
                  <a:cubicBezTo>
                    <a:pt x="4323" y="13801"/>
                    <a:pt x="4371" y="13683"/>
                    <a:pt x="4375" y="13532"/>
                  </a:cubicBezTo>
                  <a:cubicBezTo>
                    <a:pt x="4419" y="12340"/>
                    <a:pt x="4363" y="11149"/>
                    <a:pt x="4201" y="9969"/>
                  </a:cubicBezTo>
                  <a:cubicBezTo>
                    <a:pt x="4038" y="8793"/>
                    <a:pt x="3783" y="7626"/>
                    <a:pt x="3438" y="6491"/>
                  </a:cubicBezTo>
                  <a:cubicBezTo>
                    <a:pt x="3086" y="5352"/>
                    <a:pt x="2640" y="4241"/>
                    <a:pt x="2109" y="3175"/>
                  </a:cubicBezTo>
                  <a:cubicBezTo>
                    <a:pt x="1582" y="2109"/>
                    <a:pt x="962" y="1095"/>
                    <a:pt x="256" y="138"/>
                  </a:cubicBezTo>
                  <a:cubicBezTo>
                    <a:pt x="190" y="52"/>
                    <a:pt x="118" y="0"/>
                    <a:pt x="6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" name="Google Shape;5505;p73"/>
            <p:cNvSpPr/>
            <p:nvPr/>
          </p:nvSpPr>
          <p:spPr>
            <a:xfrm>
              <a:off x="4357848" y="3882297"/>
              <a:ext cx="29894" cy="60898"/>
            </a:xfrm>
            <a:custGeom>
              <a:avLst/>
              <a:gdLst/>
              <a:ahLst/>
              <a:cxnLst/>
              <a:rect l="l" t="t" r="r" b="b"/>
              <a:pathLst>
                <a:path w="1724" h="3512" extrusionOk="0">
                  <a:moveTo>
                    <a:pt x="1588" y="0"/>
                  </a:moveTo>
                  <a:cubicBezTo>
                    <a:pt x="1544" y="0"/>
                    <a:pt x="1506" y="19"/>
                    <a:pt x="1497" y="50"/>
                  </a:cubicBezTo>
                  <a:cubicBezTo>
                    <a:pt x="1411" y="346"/>
                    <a:pt x="1318" y="634"/>
                    <a:pt x="1217" y="922"/>
                  </a:cubicBezTo>
                  <a:cubicBezTo>
                    <a:pt x="1120" y="1210"/>
                    <a:pt x="1010" y="1494"/>
                    <a:pt x="880" y="1769"/>
                  </a:cubicBezTo>
                  <a:cubicBezTo>
                    <a:pt x="759" y="2049"/>
                    <a:pt x="625" y="2325"/>
                    <a:pt x="475" y="2588"/>
                  </a:cubicBezTo>
                  <a:cubicBezTo>
                    <a:pt x="333" y="2852"/>
                    <a:pt x="175" y="3115"/>
                    <a:pt x="13" y="3379"/>
                  </a:cubicBezTo>
                  <a:cubicBezTo>
                    <a:pt x="1" y="3419"/>
                    <a:pt x="17" y="3460"/>
                    <a:pt x="49" y="3480"/>
                  </a:cubicBezTo>
                  <a:cubicBezTo>
                    <a:pt x="66" y="3501"/>
                    <a:pt x="89" y="3511"/>
                    <a:pt x="113" y="3511"/>
                  </a:cubicBezTo>
                  <a:cubicBezTo>
                    <a:pt x="130" y="3511"/>
                    <a:pt x="148" y="3506"/>
                    <a:pt x="163" y="3496"/>
                  </a:cubicBezTo>
                  <a:cubicBezTo>
                    <a:pt x="382" y="3265"/>
                    <a:pt x="572" y="3014"/>
                    <a:pt x="743" y="2746"/>
                  </a:cubicBezTo>
                  <a:cubicBezTo>
                    <a:pt x="1091" y="2215"/>
                    <a:pt x="1359" y="1635"/>
                    <a:pt x="1533" y="1023"/>
                  </a:cubicBezTo>
                  <a:cubicBezTo>
                    <a:pt x="1622" y="719"/>
                    <a:pt x="1687" y="411"/>
                    <a:pt x="1720" y="95"/>
                  </a:cubicBezTo>
                  <a:cubicBezTo>
                    <a:pt x="1724" y="54"/>
                    <a:pt x="1691" y="22"/>
                    <a:pt x="1630" y="6"/>
                  </a:cubicBezTo>
                  <a:cubicBezTo>
                    <a:pt x="1616" y="2"/>
                    <a:pt x="1602" y="0"/>
                    <a:pt x="15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" name="Google Shape;5506;p73"/>
            <p:cNvSpPr/>
            <p:nvPr/>
          </p:nvSpPr>
          <p:spPr>
            <a:xfrm>
              <a:off x="4185922" y="4066014"/>
              <a:ext cx="56858" cy="79053"/>
            </a:xfrm>
            <a:custGeom>
              <a:avLst/>
              <a:gdLst/>
              <a:ahLst/>
              <a:cxnLst/>
              <a:rect l="l" t="t" r="r" b="b"/>
              <a:pathLst>
                <a:path w="3279" h="4559" extrusionOk="0">
                  <a:moveTo>
                    <a:pt x="3133" y="1"/>
                  </a:moveTo>
                  <a:cubicBezTo>
                    <a:pt x="3107" y="1"/>
                    <a:pt x="3080" y="10"/>
                    <a:pt x="3057" y="32"/>
                  </a:cubicBezTo>
                  <a:cubicBezTo>
                    <a:pt x="2769" y="372"/>
                    <a:pt x="2477" y="709"/>
                    <a:pt x="2218" y="1074"/>
                  </a:cubicBezTo>
                  <a:cubicBezTo>
                    <a:pt x="1954" y="1438"/>
                    <a:pt x="1695" y="1807"/>
                    <a:pt x="1472" y="2201"/>
                  </a:cubicBezTo>
                  <a:cubicBezTo>
                    <a:pt x="1249" y="2590"/>
                    <a:pt x="1042" y="2987"/>
                    <a:pt x="811" y="3356"/>
                  </a:cubicBezTo>
                  <a:cubicBezTo>
                    <a:pt x="584" y="3725"/>
                    <a:pt x="337" y="4086"/>
                    <a:pt x="33" y="4394"/>
                  </a:cubicBezTo>
                  <a:cubicBezTo>
                    <a:pt x="0" y="4430"/>
                    <a:pt x="0" y="4483"/>
                    <a:pt x="24" y="4519"/>
                  </a:cubicBezTo>
                  <a:cubicBezTo>
                    <a:pt x="44" y="4544"/>
                    <a:pt x="74" y="4558"/>
                    <a:pt x="104" y="4558"/>
                  </a:cubicBezTo>
                  <a:cubicBezTo>
                    <a:pt x="123" y="4558"/>
                    <a:pt x="142" y="4552"/>
                    <a:pt x="158" y="4540"/>
                  </a:cubicBezTo>
                  <a:cubicBezTo>
                    <a:pt x="523" y="4256"/>
                    <a:pt x="815" y="3899"/>
                    <a:pt x="1070" y="3522"/>
                  </a:cubicBezTo>
                  <a:cubicBezTo>
                    <a:pt x="1322" y="3145"/>
                    <a:pt x="1557" y="2764"/>
                    <a:pt x="1776" y="2383"/>
                  </a:cubicBezTo>
                  <a:cubicBezTo>
                    <a:pt x="1995" y="2002"/>
                    <a:pt x="2234" y="1633"/>
                    <a:pt x="2485" y="1268"/>
                  </a:cubicBezTo>
                  <a:lnTo>
                    <a:pt x="3239" y="170"/>
                  </a:lnTo>
                  <a:cubicBezTo>
                    <a:pt x="3278" y="82"/>
                    <a:pt x="3209" y="1"/>
                    <a:pt x="313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" name="Google Shape;5507;p73"/>
            <p:cNvSpPr/>
            <p:nvPr/>
          </p:nvSpPr>
          <p:spPr>
            <a:xfrm>
              <a:off x="4251155" y="3955957"/>
              <a:ext cx="97087" cy="88538"/>
            </a:xfrm>
            <a:custGeom>
              <a:avLst/>
              <a:gdLst/>
              <a:ahLst/>
              <a:cxnLst/>
              <a:rect l="l" t="t" r="r" b="b"/>
              <a:pathLst>
                <a:path w="5599" h="5106" extrusionOk="0">
                  <a:moveTo>
                    <a:pt x="5482" y="1"/>
                  </a:moveTo>
                  <a:cubicBezTo>
                    <a:pt x="5437" y="1"/>
                    <a:pt x="5387" y="35"/>
                    <a:pt x="5359" y="91"/>
                  </a:cubicBezTo>
                  <a:cubicBezTo>
                    <a:pt x="5112" y="630"/>
                    <a:pt x="4719" y="1068"/>
                    <a:pt x="4240" y="1429"/>
                  </a:cubicBezTo>
                  <a:cubicBezTo>
                    <a:pt x="3766" y="1786"/>
                    <a:pt x="3251" y="2130"/>
                    <a:pt x="2757" y="2487"/>
                  </a:cubicBezTo>
                  <a:lnTo>
                    <a:pt x="1281" y="3578"/>
                  </a:lnTo>
                  <a:cubicBezTo>
                    <a:pt x="807" y="3934"/>
                    <a:pt x="247" y="4328"/>
                    <a:pt x="20" y="4960"/>
                  </a:cubicBezTo>
                  <a:cubicBezTo>
                    <a:pt x="0" y="5021"/>
                    <a:pt x="20" y="5086"/>
                    <a:pt x="65" y="5102"/>
                  </a:cubicBezTo>
                  <a:cubicBezTo>
                    <a:pt x="74" y="5104"/>
                    <a:pt x="83" y="5106"/>
                    <a:pt x="93" y="5106"/>
                  </a:cubicBezTo>
                  <a:cubicBezTo>
                    <a:pt x="141" y="5106"/>
                    <a:pt x="189" y="5072"/>
                    <a:pt x="203" y="5025"/>
                  </a:cubicBezTo>
                  <a:cubicBezTo>
                    <a:pt x="446" y="4498"/>
                    <a:pt x="969" y="4173"/>
                    <a:pt x="1463" y="3829"/>
                  </a:cubicBezTo>
                  <a:lnTo>
                    <a:pt x="2963" y="2775"/>
                  </a:lnTo>
                  <a:cubicBezTo>
                    <a:pt x="3454" y="2414"/>
                    <a:pt x="3953" y="2074"/>
                    <a:pt x="4443" y="1684"/>
                  </a:cubicBezTo>
                  <a:cubicBezTo>
                    <a:pt x="4934" y="1295"/>
                    <a:pt x="5359" y="772"/>
                    <a:pt x="5570" y="180"/>
                  </a:cubicBezTo>
                  <a:cubicBezTo>
                    <a:pt x="5598" y="103"/>
                    <a:pt x="5578" y="35"/>
                    <a:pt x="5521" y="10"/>
                  </a:cubicBezTo>
                  <a:cubicBezTo>
                    <a:pt x="5509" y="4"/>
                    <a:pt x="5496" y="1"/>
                    <a:pt x="548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" name="Google Shape;5508;p73"/>
            <p:cNvSpPr/>
            <p:nvPr/>
          </p:nvSpPr>
          <p:spPr>
            <a:xfrm>
              <a:off x="4327347" y="3693620"/>
              <a:ext cx="43107" cy="188937"/>
            </a:xfrm>
            <a:custGeom>
              <a:avLst/>
              <a:gdLst/>
              <a:ahLst/>
              <a:cxnLst/>
              <a:rect l="l" t="t" r="r" b="b"/>
              <a:pathLst>
                <a:path w="2486" h="10896" extrusionOk="0">
                  <a:moveTo>
                    <a:pt x="78" y="0"/>
                  </a:moveTo>
                  <a:cubicBezTo>
                    <a:pt x="68" y="0"/>
                    <a:pt x="58" y="2"/>
                    <a:pt x="49" y="6"/>
                  </a:cubicBezTo>
                  <a:cubicBezTo>
                    <a:pt x="0" y="31"/>
                    <a:pt x="0" y="124"/>
                    <a:pt x="49" y="209"/>
                  </a:cubicBezTo>
                  <a:cubicBezTo>
                    <a:pt x="467" y="1008"/>
                    <a:pt x="807" y="1843"/>
                    <a:pt x="1062" y="2706"/>
                  </a:cubicBezTo>
                  <a:cubicBezTo>
                    <a:pt x="1322" y="3570"/>
                    <a:pt x="1533" y="4449"/>
                    <a:pt x="1687" y="5337"/>
                  </a:cubicBezTo>
                  <a:cubicBezTo>
                    <a:pt x="1857" y="6229"/>
                    <a:pt x="2031" y="7121"/>
                    <a:pt x="2096" y="8013"/>
                  </a:cubicBezTo>
                  <a:cubicBezTo>
                    <a:pt x="2161" y="8904"/>
                    <a:pt x="2141" y="9804"/>
                    <a:pt x="1873" y="10660"/>
                  </a:cubicBezTo>
                  <a:cubicBezTo>
                    <a:pt x="1845" y="10761"/>
                    <a:pt x="1853" y="10867"/>
                    <a:pt x="1910" y="10891"/>
                  </a:cubicBezTo>
                  <a:cubicBezTo>
                    <a:pt x="1918" y="10894"/>
                    <a:pt x="1926" y="10896"/>
                    <a:pt x="1935" y="10896"/>
                  </a:cubicBezTo>
                  <a:cubicBezTo>
                    <a:pt x="1989" y="10896"/>
                    <a:pt x="2054" y="10834"/>
                    <a:pt x="2092" y="10733"/>
                  </a:cubicBezTo>
                  <a:cubicBezTo>
                    <a:pt x="2421" y="9857"/>
                    <a:pt x="2485" y="8904"/>
                    <a:pt x="2425" y="7988"/>
                  </a:cubicBezTo>
                  <a:cubicBezTo>
                    <a:pt x="2364" y="7072"/>
                    <a:pt x="2218" y="6164"/>
                    <a:pt x="2035" y="5272"/>
                  </a:cubicBezTo>
                  <a:cubicBezTo>
                    <a:pt x="1853" y="4380"/>
                    <a:pt x="1650" y="3476"/>
                    <a:pt x="1362" y="2613"/>
                  </a:cubicBezTo>
                  <a:cubicBezTo>
                    <a:pt x="1075" y="1745"/>
                    <a:pt x="702" y="894"/>
                    <a:pt x="211" y="112"/>
                  </a:cubicBezTo>
                  <a:cubicBezTo>
                    <a:pt x="174" y="45"/>
                    <a:pt x="124" y="0"/>
                    <a:pt x="7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" name="Google Shape;5509;p73"/>
            <p:cNvSpPr/>
            <p:nvPr/>
          </p:nvSpPr>
          <p:spPr>
            <a:xfrm>
              <a:off x="4320879" y="3763015"/>
              <a:ext cx="19768" cy="110109"/>
            </a:xfrm>
            <a:custGeom>
              <a:avLst/>
              <a:gdLst/>
              <a:ahLst/>
              <a:cxnLst/>
              <a:rect l="l" t="t" r="r" b="b"/>
              <a:pathLst>
                <a:path w="1140" h="6350" extrusionOk="0">
                  <a:moveTo>
                    <a:pt x="106" y="0"/>
                  </a:moveTo>
                  <a:cubicBezTo>
                    <a:pt x="101" y="0"/>
                    <a:pt x="95" y="1"/>
                    <a:pt x="90" y="1"/>
                  </a:cubicBezTo>
                  <a:cubicBezTo>
                    <a:pt x="33" y="18"/>
                    <a:pt x="0" y="74"/>
                    <a:pt x="21" y="131"/>
                  </a:cubicBezTo>
                  <a:lnTo>
                    <a:pt x="398" y="1639"/>
                  </a:lnTo>
                  <a:cubicBezTo>
                    <a:pt x="523" y="2138"/>
                    <a:pt x="621" y="2645"/>
                    <a:pt x="690" y="3155"/>
                  </a:cubicBezTo>
                  <a:cubicBezTo>
                    <a:pt x="767" y="3658"/>
                    <a:pt x="799" y="4169"/>
                    <a:pt x="787" y="4680"/>
                  </a:cubicBezTo>
                  <a:cubicBezTo>
                    <a:pt x="779" y="5194"/>
                    <a:pt x="730" y="5705"/>
                    <a:pt x="641" y="6212"/>
                  </a:cubicBezTo>
                  <a:cubicBezTo>
                    <a:pt x="625" y="6269"/>
                    <a:pt x="661" y="6325"/>
                    <a:pt x="718" y="6346"/>
                  </a:cubicBezTo>
                  <a:cubicBezTo>
                    <a:pt x="728" y="6348"/>
                    <a:pt x="737" y="6349"/>
                    <a:pt x="747" y="6349"/>
                  </a:cubicBezTo>
                  <a:cubicBezTo>
                    <a:pt x="798" y="6349"/>
                    <a:pt x="847" y="6315"/>
                    <a:pt x="864" y="6261"/>
                  </a:cubicBezTo>
                  <a:cubicBezTo>
                    <a:pt x="1006" y="5746"/>
                    <a:pt x="1091" y="5223"/>
                    <a:pt x="1123" y="4692"/>
                  </a:cubicBezTo>
                  <a:cubicBezTo>
                    <a:pt x="1140" y="4161"/>
                    <a:pt x="1111" y="3630"/>
                    <a:pt x="1042" y="3103"/>
                  </a:cubicBezTo>
                  <a:cubicBezTo>
                    <a:pt x="957" y="2584"/>
                    <a:pt x="844" y="2065"/>
                    <a:pt x="702" y="1558"/>
                  </a:cubicBezTo>
                  <a:cubicBezTo>
                    <a:pt x="560" y="1055"/>
                    <a:pt x="386" y="561"/>
                    <a:pt x="203" y="74"/>
                  </a:cubicBezTo>
                  <a:cubicBezTo>
                    <a:pt x="192" y="28"/>
                    <a:pt x="150" y="0"/>
                    <a:pt x="10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" name="Google Shape;5510;p73"/>
            <p:cNvSpPr/>
            <p:nvPr/>
          </p:nvSpPr>
          <p:spPr>
            <a:xfrm>
              <a:off x="3856375" y="2997055"/>
              <a:ext cx="149107" cy="195873"/>
            </a:xfrm>
            <a:custGeom>
              <a:avLst/>
              <a:gdLst/>
              <a:ahLst/>
              <a:cxnLst/>
              <a:rect l="l" t="t" r="r" b="b"/>
              <a:pathLst>
                <a:path w="8599" h="11296" extrusionOk="0">
                  <a:moveTo>
                    <a:pt x="78" y="1"/>
                  </a:moveTo>
                  <a:cubicBezTo>
                    <a:pt x="63" y="1"/>
                    <a:pt x="51" y="5"/>
                    <a:pt x="41" y="12"/>
                  </a:cubicBezTo>
                  <a:cubicBezTo>
                    <a:pt x="1" y="49"/>
                    <a:pt x="41" y="146"/>
                    <a:pt x="135" y="239"/>
                  </a:cubicBezTo>
                  <a:cubicBezTo>
                    <a:pt x="949" y="1030"/>
                    <a:pt x="1711" y="1869"/>
                    <a:pt x="2421" y="2757"/>
                  </a:cubicBezTo>
                  <a:cubicBezTo>
                    <a:pt x="3130" y="3636"/>
                    <a:pt x="3791" y="4565"/>
                    <a:pt x="4444" y="5493"/>
                  </a:cubicBezTo>
                  <a:cubicBezTo>
                    <a:pt x="5096" y="6417"/>
                    <a:pt x="5729" y="7366"/>
                    <a:pt x="6369" y="8314"/>
                  </a:cubicBezTo>
                  <a:cubicBezTo>
                    <a:pt x="7010" y="9259"/>
                    <a:pt x="7658" y="10195"/>
                    <a:pt x="8311" y="11132"/>
                  </a:cubicBezTo>
                  <a:cubicBezTo>
                    <a:pt x="8381" y="11226"/>
                    <a:pt x="8459" y="11296"/>
                    <a:pt x="8516" y="11296"/>
                  </a:cubicBezTo>
                  <a:cubicBezTo>
                    <a:pt x="8525" y="11296"/>
                    <a:pt x="8534" y="11294"/>
                    <a:pt x="8542" y="11290"/>
                  </a:cubicBezTo>
                  <a:cubicBezTo>
                    <a:pt x="8599" y="11257"/>
                    <a:pt x="8579" y="11132"/>
                    <a:pt x="8498" y="11006"/>
                  </a:cubicBezTo>
                  <a:cubicBezTo>
                    <a:pt x="7885" y="10041"/>
                    <a:pt x="7269" y="9085"/>
                    <a:pt x="6641" y="8132"/>
                  </a:cubicBezTo>
                  <a:cubicBezTo>
                    <a:pt x="6013" y="7179"/>
                    <a:pt x="5396" y="6227"/>
                    <a:pt x="4736" y="5290"/>
                  </a:cubicBezTo>
                  <a:cubicBezTo>
                    <a:pt x="4079" y="4354"/>
                    <a:pt x="3394" y="3434"/>
                    <a:pt x="2660" y="2554"/>
                  </a:cubicBezTo>
                  <a:cubicBezTo>
                    <a:pt x="1926" y="1674"/>
                    <a:pt x="1124" y="851"/>
                    <a:pt x="264" y="97"/>
                  </a:cubicBezTo>
                  <a:cubicBezTo>
                    <a:pt x="196" y="39"/>
                    <a:pt x="126" y="1"/>
                    <a:pt x="7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" name="Google Shape;5511;p73"/>
            <p:cNvSpPr/>
            <p:nvPr/>
          </p:nvSpPr>
          <p:spPr>
            <a:xfrm>
              <a:off x="3889061" y="3078726"/>
              <a:ext cx="64349" cy="83440"/>
            </a:xfrm>
            <a:custGeom>
              <a:avLst/>
              <a:gdLst/>
              <a:ahLst/>
              <a:cxnLst/>
              <a:rect l="l" t="t" r="r" b="b"/>
              <a:pathLst>
                <a:path w="3711" h="4812" extrusionOk="0">
                  <a:moveTo>
                    <a:pt x="114" y="0"/>
                  </a:moveTo>
                  <a:cubicBezTo>
                    <a:pt x="96" y="0"/>
                    <a:pt x="78" y="6"/>
                    <a:pt x="62" y="17"/>
                  </a:cubicBezTo>
                  <a:cubicBezTo>
                    <a:pt x="13" y="45"/>
                    <a:pt x="1" y="110"/>
                    <a:pt x="33" y="155"/>
                  </a:cubicBezTo>
                  <a:cubicBezTo>
                    <a:pt x="305" y="556"/>
                    <a:pt x="572" y="949"/>
                    <a:pt x="856" y="1346"/>
                  </a:cubicBezTo>
                  <a:lnTo>
                    <a:pt x="1703" y="2506"/>
                  </a:lnTo>
                  <a:lnTo>
                    <a:pt x="2579" y="3649"/>
                  </a:lnTo>
                  <a:cubicBezTo>
                    <a:pt x="2871" y="4026"/>
                    <a:pt x="3175" y="4399"/>
                    <a:pt x="3487" y="4772"/>
                  </a:cubicBezTo>
                  <a:cubicBezTo>
                    <a:pt x="3510" y="4797"/>
                    <a:pt x="3544" y="4812"/>
                    <a:pt x="3580" y="4812"/>
                  </a:cubicBezTo>
                  <a:cubicBezTo>
                    <a:pt x="3600" y="4812"/>
                    <a:pt x="3622" y="4807"/>
                    <a:pt x="3641" y="4796"/>
                  </a:cubicBezTo>
                  <a:cubicBezTo>
                    <a:pt x="3694" y="4760"/>
                    <a:pt x="3710" y="4691"/>
                    <a:pt x="3674" y="4638"/>
                  </a:cubicBezTo>
                  <a:cubicBezTo>
                    <a:pt x="3406" y="4237"/>
                    <a:pt x="3126" y="3844"/>
                    <a:pt x="2847" y="3454"/>
                  </a:cubicBezTo>
                  <a:lnTo>
                    <a:pt x="1987" y="2291"/>
                  </a:lnTo>
                  <a:lnTo>
                    <a:pt x="1099" y="1152"/>
                  </a:lnTo>
                  <a:cubicBezTo>
                    <a:pt x="803" y="771"/>
                    <a:pt x="495" y="402"/>
                    <a:pt x="187" y="37"/>
                  </a:cubicBezTo>
                  <a:cubicBezTo>
                    <a:pt x="168" y="13"/>
                    <a:pt x="141" y="0"/>
                    <a:pt x="1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" name="Google Shape;5512;p73"/>
            <p:cNvSpPr/>
            <p:nvPr/>
          </p:nvSpPr>
          <p:spPr>
            <a:xfrm>
              <a:off x="3929134" y="3570523"/>
              <a:ext cx="155089" cy="109415"/>
            </a:xfrm>
            <a:custGeom>
              <a:avLst/>
              <a:gdLst/>
              <a:ahLst/>
              <a:cxnLst/>
              <a:rect l="l" t="t" r="r" b="b"/>
              <a:pathLst>
                <a:path w="8944" h="6310" extrusionOk="0">
                  <a:moveTo>
                    <a:pt x="8797" y="0"/>
                  </a:moveTo>
                  <a:cubicBezTo>
                    <a:pt x="8766" y="0"/>
                    <a:pt x="8732" y="5"/>
                    <a:pt x="8696" y="15"/>
                  </a:cubicBezTo>
                  <a:cubicBezTo>
                    <a:pt x="7832" y="263"/>
                    <a:pt x="6997" y="587"/>
                    <a:pt x="6191" y="980"/>
                  </a:cubicBezTo>
                  <a:cubicBezTo>
                    <a:pt x="4573" y="1762"/>
                    <a:pt x="3098" y="2804"/>
                    <a:pt x="1817" y="4065"/>
                  </a:cubicBezTo>
                  <a:cubicBezTo>
                    <a:pt x="1180" y="4693"/>
                    <a:pt x="596" y="5374"/>
                    <a:pt x="73" y="6104"/>
                  </a:cubicBezTo>
                  <a:cubicBezTo>
                    <a:pt x="21" y="6177"/>
                    <a:pt x="0" y="6258"/>
                    <a:pt x="41" y="6295"/>
                  </a:cubicBezTo>
                  <a:cubicBezTo>
                    <a:pt x="52" y="6305"/>
                    <a:pt x="66" y="6309"/>
                    <a:pt x="83" y="6309"/>
                  </a:cubicBezTo>
                  <a:cubicBezTo>
                    <a:pt x="125" y="6309"/>
                    <a:pt x="181" y="6276"/>
                    <a:pt x="227" y="6218"/>
                  </a:cubicBezTo>
                  <a:cubicBezTo>
                    <a:pt x="787" y="5537"/>
                    <a:pt x="1391" y="4892"/>
                    <a:pt x="2035" y="4292"/>
                  </a:cubicBezTo>
                  <a:cubicBezTo>
                    <a:pt x="2672" y="3688"/>
                    <a:pt x="3357" y="3133"/>
                    <a:pt x="4083" y="2638"/>
                  </a:cubicBezTo>
                  <a:cubicBezTo>
                    <a:pt x="4800" y="2127"/>
                    <a:pt x="5554" y="1669"/>
                    <a:pt x="6337" y="1272"/>
                  </a:cubicBezTo>
                  <a:cubicBezTo>
                    <a:pt x="7123" y="871"/>
                    <a:pt x="7934" y="522"/>
                    <a:pt x="8765" y="230"/>
                  </a:cubicBezTo>
                  <a:cubicBezTo>
                    <a:pt x="8866" y="194"/>
                    <a:pt x="8943" y="133"/>
                    <a:pt x="8927" y="68"/>
                  </a:cubicBezTo>
                  <a:cubicBezTo>
                    <a:pt x="8916" y="24"/>
                    <a:pt x="8865" y="0"/>
                    <a:pt x="879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" name="Google Shape;5513;p73"/>
            <p:cNvSpPr/>
            <p:nvPr/>
          </p:nvSpPr>
          <p:spPr>
            <a:xfrm>
              <a:off x="3990847" y="3590066"/>
              <a:ext cx="93307" cy="50338"/>
            </a:xfrm>
            <a:custGeom>
              <a:avLst/>
              <a:gdLst/>
              <a:ahLst/>
              <a:cxnLst/>
              <a:rect l="l" t="t" r="r" b="b"/>
              <a:pathLst>
                <a:path w="5381" h="2903" extrusionOk="0">
                  <a:moveTo>
                    <a:pt x="5260" y="1"/>
                  </a:moveTo>
                  <a:cubicBezTo>
                    <a:pt x="5253" y="1"/>
                    <a:pt x="5246" y="2"/>
                    <a:pt x="5238" y="3"/>
                  </a:cubicBezTo>
                  <a:cubicBezTo>
                    <a:pt x="4744" y="88"/>
                    <a:pt x="4261" y="214"/>
                    <a:pt x="3791" y="380"/>
                  </a:cubicBezTo>
                  <a:cubicBezTo>
                    <a:pt x="3325" y="546"/>
                    <a:pt x="2867" y="745"/>
                    <a:pt x="2425" y="968"/>
                  </a:cubicBezTo>
                  <a:cubicBezTo>
                    <a:pt x="1987" y="1203"/>
                    <a:pt x="1566" y="1471"/>
                    <a:pt x="1160" y="1762"/>
                  </a:cubicBezTo>
                  <a:cubicBezTo>
                    <a:pt x="763" y="2054"/>
                    <a:pt x="390" y="2379"/>
                    <a:pt x="41" y="2735"/>
                  </a:cubicBezTo>
                  <a:cubicBezTo>
                    <a:pt x="5" y="2772"/>
                    <a:pt x="1" y="2829"/>
                    <a:pt x="33" y="2869"/>
                  </a:cubicBezTo>
                  <a:cubicBezTo>
                    <a:pt x="51" y="2891"/>
                    <a:pt x="78" y="2902"/>
                    <a:pt x="105" y="2902"/>
                  </a:cubicBezTo>
                  <a:cubicBezTo>
                    <a:pt x="128" y="2902"/>
                    <a:pt x="152" y="2894"/>
                    <a:pt x="171" y="2877"/>
                  </a:cubicBezTo>
                  <a:cubicBezTo>
                    <a:pt x="548" y="2573"/>
                    <a:pt x="941" y="2285"/>
                    <a:pt x="1338" y="2018"/>
                  </a:cubicBezTo>
                  <a:cubicBezTo>
                    <a:pt x="1740" y="1746"/>
                    <a:pt x="2157" y="1503"/>
                    <a:pt x="2591" y="1288"/>
                  </a:cubicBezTo>
                  <a:cubicBezTo>
                    <a:pt x="3017" y="1057"/>
                    <a:pt x="3455" y="858"/>
                    <a:pt x="3909" y="688"/>
                  </a:cubicBezTo>
                  <a:cubicBezTo>
                    <a:pt x="4359" y="510"/>
                    <a:pt x="4821" y="356"/>
                    <a:pt x="5287" y="226"/>
                  </a:cubicBezTo>
                  <a:cubicBezTo>
                    <a:pt x="5344" y="210"/>
                    <a:pt x="5380" y="153"/>
                    <a:pt x="5372" y="96"/>
                  </a:cubicBezTo>
                  <a:cubicBezTo>
                    <a:pt x="5361" y="39"/>
                    <a:pt x="5313" y="1"/>
                    <a:pt x="526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" name="Google Shape;5514;p73"/>
            <p:cNvSpPr/>
            <p:nvPr/>
          </p:nvSpPr>
          <p:spPr>
            <a:xfrm>
              <a:off x="4038514" y="4090186"/>
              <a:ext cx="108687" cy="97312"/>
            </a:xfrm>
            <a:custGeom>
              <a:avLst/>
              <a:gdLst/>
              <a:ahLst/>
              <a:cxnLst/>
              <a:rect l="l" t="t" r="r" b="b"/>
              <a:pathLst>
                <a:path w="6268" h="5612" extrusionOk="0">
                  <a:moveTo>
                    <a:pt x="88" y="1"/>
                  </a:moveTo>
                  <a:cubicBezTo>
                    <a:pt x="73" y="1"/>
                    <a:pt x="58" y="5"/>
                    <a:pt x="45" y="16"/>
                  </a:cubicBezTo>
                  <a:cubicBezTo>
                    <a:pt x="0" y="53"/>
                    <a:pt x="4" y="126"/>
                    <a:pt x="53" y="186"/>
                  </a:cubicBezTo>
                  <a:cubicBezTo>
                    <a:pt x="479" y="738"/>
                    <a:pt x="718" y="1402"/>
                    <a:pt x="985" y="2071"/>
                  </a:cubicBezTo>
                  <a:cubicBezTo>
                    <a:pt x="1257" y="2740"/>
                    <a:pt x="1634" y="3401"/>
                    <a:pt x="2149" y="3932"/>
                  </a:cubicBezTo>
                  <a:cubicBezTo>
                    <a:pt x="2664" y="4463"/>
                    <a:pt x="3280" y="4889"/>
                    <a:pt x="3957" y="5185"/>
                  </a:cubicBezTo>
                  <a:cubicBezTo>
                    <a:pt x="4604" y="5465"/>
                    <a:pt x="5303" y="5611"/>
                    <a:pt x="6008" y="5611"/>
                  </a:cubicBezTo>
                  <a:cubicBezTo>
                    <a:pt x="6037" y="5611"/>
                    <a:pt x="6065" y="5611"/>
                    <a:pt x="6093" y="5610"/>
                  </a:cubicBezTo>
                  <a:cubicBezTo>
                    <a:pt x="6186" y="5610"/>
                    <a:pt x="6255" y="5566"/>
                    <a:pt x="6263" y="5501"/>
                  </a:cubicBezTo>
                  <a:cubicBezTo>
                    <a:pt x="6267" y="5440"/>
                    <a:pt x="6190" y="5387"/>
                    <a:pt x="6101" y="5379"/>
                  </a:cubicBezTo>
                  <a:cubicBezTo>
                    <a:pt x="5404" y="5347"/>
                    <a:pt x="4719" y="5177"/>
                    <a:pt x="4086" y="4881"/>
                  </a:cubicBezTo>
                  <a:cubicBezTo>
                    <a:pt x="3454" y="4597"/>
                    <a:pt x="2882" y="4187"/>
                    <a:pt x="2408" y="3685"/>
                  </a:cubicBezTo>
                  <a:cubicBezTo>
                    <a:pt x="1914" y="3194"/>
                    <a:pt x="1569" y="2594"/>
                    <a:pt x="1277" y="1950"/>
                  </a:cubicBezTo>
                  <a:cubicBezTo>
                    <a:pt x="981" y="1309"/>
                    <a:pt x="706" y="612"/>
                    <a:pt x="203" y="65"/>
                  </a:cubicBezTo>
                  <a:cubicBezTo>
                    <a:pt x="166" y="28"/>
                    <a:pt x="125" y="1"/>
                    <a:pt x="8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" name="Google Shape;5515;p73"/>
            <p:cNvSpPr/>
            <p:nvPr/>
          </p:nvSpPr>
          <p:spPr>
            <a:xfrm>
              <a:off x="4078726" y="4120531"/>
              <a:ext cx="47668" cy="29339"/>
            </a:xfrm>
            <a:custGeom>
              <a:avLst/>
              <a:gdLst/>
              <a:ahLst/>
              <a:cxnLst/>
              <a:rect l="l" t="t" r="r" b="b"/>
              <a:pathLst>
                <a:path w="2749" h="1692" extrusionOk="0">
                  <a:moveTo>
                    <a:pt x="133" y="0"/>
                  </a:moveTo>
                  <a:cubicBezTo>
                    <a:pt x="113" y="0"/>
                    <a:pt x="87" y="10"/>
                    <a:pt x="61" y="34"/>
                  </a:cubicBezTo>
                  <a:cubicBezTo>
                    <a:pt x="20" y="70"/>
                    <a:pt x="0" y="115"/>
                    <a:pt x="16" y="139"/>
                  </a:cubicBezTo>
                  <a:cubicBezTo>
                    <a:pt x="170" y="350"/>
                    <a:pt x="349" y="544"/>
                    <a:pt x="543" y="719"/>
                  </a:cubicBezTo>
                  <a:cubicBezTo>
                    <a:pt x="742" y="889"/>
                    <a:pt x="953" y="1043"/>
                    <a:pt x="1176" y="1181"/>
                  </a:cubicBezTo>
                  <a:cubicBezTo>
                    <a:pt x="1407" y="1310"/>
                    <a:pt x="1646" y="1420"/>
                    <a:pt x="1893" y="1513"/>
                  </a:cubicBezTo>
                  <a:cubicBezTo>
                    <a:pt x="2140" y="1598"/>
                    <a:pt x="2396" y="1659"/>
                    <a:pt x="2655" y="1692"/>
                  </a:cubicBezTo>
                  <a:cubicBezTo>
                    <a:pt x="2688" y="1692"/>
                    <a:pt x="2716" y="1655"/>
                    <a:pt x="2732" y="1594"/>
                  </a:cubicBezTo>
                  <a:cubicBezTo>
                    <a:pt x="2749" y="1533"/>
                    <a:pt x="2732" y="1477"/>
                    <a:pt x="2704" y="1469"/>
                  </a:cubicBezTo>
                  <a:cubicBezTo>
                    <a:pt x="2469" y="1392"/>
                    <a:pt x="2238" y="1302"/>
                    <a:pt x="2015" y="1205"/>
                  </a:cubicBezTo>
                  <a:cubicBezTo>
                    <a:pt x="1784" y="1112"/>
                    <a:pt x="1565" y="1002"/>
                    <a:pt x="1354" y="877"/>
                  </a:cubicBezTo>
                  <a:cubicBezTo>
                    <a:pt x="1139" y="755"/>
                    <a:pt x="936" y="621"/>
                    <a:pt x="742" y="475"/>
                  </a:cubicBezTo>
                  <a:cubicBezTo>
                    <a:pt x="539" y="329"/>
                    <a:pt x="349" y="171"/>
                    <a:pt x="162" y="9"/>
                  </a:cubicBezTo>
                  <a:cubicBezTo>
                    <a:pt x="155" y="3"/>
                    <a:pt x="145" y="0"/>
                    <a:pt x="13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" name="Google Shape;5516;p73"/>
            <p:cNvSpPr/>
            <p:nvPr/>
          </p:nvSpPr>
          <p:spPr>
            <a:xfrm>
              <a:off x="3560312" y="2740527"/>
              <a:ext cx="415518" cy="1293703"/>
            </a:xfrm>
            <a:custGeom>
              <a:avLst/>
              <a:gdLst/>
              <a:ahLst/>
              <a:cxnLst/>
              <a:rect l="l" t="t" r="r" b="b"/>
              <a:pathLst>
                <a:path w="23963" h="74608" extrusionOk="0">
                  <a:moveTo>
                    <a:pt x="8011" y="0"/>
                  </a:moveTo>
                  <a:cubicBezTo>
                    <a:pt x="7213" y="0"/>
                    <a:pt x="6449" y="221"/>
                    <a:pt x="5748" y="707"/>
                  </a:cubicBezTo>
                  <a:cubicBezTo>
                    <a:pt x="5307" y="1015"/>
                    <a:pt x="4548" y="1603"/>
                    <a:pt x="3750" y="2852"/>
                  </a:cubicBezTo>
                  <a:cubicBezTo>
                    <a:pt x="2440" y="4882"/>
                    <a:pt x="1014" y="8653"/>
                    <a:pt x="624" y="15803"/>
                  </a:cubicBezTo>
                  <a:cubicBezTo>
                    <a:pt x="0" y="27332"/>
                    <a:pt x="5469" y="49450"/>
                    <a:pt x="7877" y="55940"/>
                  </a:cubicBezTo>
                  <a:cubicBezTo>
                    <a:pt x="8347" y="57201"/>
                    <a:pt x="8890" y="58616"/>
                    <a:pt x="9478" y="60083"/>
                  </a:cubicBezTo>
                  <a:cubicBezTo>
                    <a:pt x="11930" y="66176"/>
                    <a:pt x="15210" y="73218"/>
                    <a:pt x="17168" y="74085"/>
                  </a:cubicBezTo>
                  <a:cubicBezTo>
                    <a:pt x="18004" y="74455"/>
                    <a:pt x="19028" y="74607"/>
                    <a:pt x="20070" y="74607"/>
                  </a:cubicBezTo>
                  <a:cubicBezTo>
                    <a:pt x="21473" y="74607"/>
                    <a:pt x="22908" y="74331"/>
                    <a:pt x="23962" y="73935"/>
                  </a:cubicBezTo>
                  <a:cubicBezTo>
                    <a:pt x="21335" y="69841"/>
                    <a:pt x="17825" y="63294"/>
                    <a:pt x="15696" y="59994"/>
                  </a:cubicBezTo>
                  <a:cubicBezTo>
                    <a:pt x="15506" y="59706"/>
                    <a:pt x="15344" y="59406"/>
                    <a:pt x="15202" y="59090"/>
                  </a:cubicBezTo>
                  <a:cubicBezTo>
                    <a:pt x="14744" y="58016"/>
                    <a:pt x="14817" y="57144"/>
                    <a:pt x="15157" y="56435"/>
                  </a:cubicBezTo>
                  <a:lnTo>
                    <a:pt x="15161" y="56435"/>
                  </a:lnTo>
                  <a:cubicBezTo>
                    <a:pt x="15798" y="55101"/>
                    <a:pt x="17359" y="54327"/>
                    <a:pt x="18060" y="53775"/>
                  </a:cubicBezTo>
                  <a:cubicBezTo>
                    <a:pt x="18157" y="53698"/>
                    <a:pt x="18194" y="53577"/>
                    <a:pt x="18177" y="53411"/>
                  </a:cubicBezTo>
                  <a:lnTo>
                    <a:pt x="17873" y="52572"/>
                  </a:lnTo>
                  <a:lnTo>
                    <a:pt x="17873" y="52559"/>
                  </a:lnTo>
                  <a:cubicBezTo>
                    <a:pt x="17026" y="50192"/>
                    <a:pt x="16215" y="47756"/>
                    <a:pt x="15526" y="45348"/>
                  </a:cubicBezTo>
                  <a:cubicBezTo>
                    <a:pt x="11752" y="32193"/>
                    <a:pt x="10966" y="20028"/>
                    <a:pt x="10678" y="13744"/>
                  </a:cubicBezTo>
                  <a:cubicBezTo>
                    <a:pt x="10421" y="8132"/>
                    <a:pt x="12741" y="6142"/>
                    <a:pt x="13641" y="6142"/>
                  </a:cubicBezTo>
                  <a:cubicBezTo>
                    <a:pt x="13749" y="6142"/>
                    <a:pt x="13836" y="6170"/>
                    <a:pt x="13897" y="6224"/>
                  </a:cubicBezTo>
                  <a:cubicBezTo>
                    <a:pt x="14460" y="6731"/>
                    <a:pt x="17022" y="9309"/>
                    <a:pt x="17022" y="9309"/>
                  </a:cubicBezTo>
                  <a:cubicBezTo>
                    <a:pt x="17063" y="9204"/>
                    <a:pt x="17683" y="7461"/>
                    <a:pt x="14878" y="4201"/>
                  </a:cubicBezTo>
                  <a:cubicBezTo>
                    <a:pt x="12748" y="1731"/>
                    <a:pt x="10246" y="0"/>
                    <a:pt x="8011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" name="Google Shape;5517;p73"/>
            <p:cNvSpPr/>
            <p:nvPr/>
          </p:nvSpPr>
          <p:spPr>
            <a:xfrm>
              <a:off x="3553983" y="2734319"/>
              <a:ext cx="428315" cy="1306031"/>
            </a:xfrm>
            <a:custGeom>
              <a:avLst/>
              <a:gdLst/>
              <a:ahLst/>
              <a:cxnLst/>
              <a:rect l="l" t="t" r="r" b="b"/>
              <a:pathLst>
                <a:path w="24701" h="75319" extrusionOk="0">
                  <a:moveTo>
                    <a:pt x="8361" y="716"/>
                  </a:moveTo>
                  <a:cubicBezTo>
                    <a:pt x="8374" y="716"/>
                    <a:pt x="8387" y="716"/>
                    <a:pt x="8400" y="716"/>
                  </a:cubicBezTo>
                  <a:cubicBezTo>
                    <a:pt x="10354" y="716"/>
                    <a:pt x="12677" y="2127"/>
                    <a:pt x="14979" y="4795"/>
                  </a:cubicBezTo>
                  <a:cubicBezTo>
                    <a:pt x="16678" y="6769"/>
                    <a:pt x="17063" y="8147"/>
                    <a:pt x="17115" y="8889"/>
                  </a:cubicBezTo>
                  <a:cubicBezTo>
                    <a:pt x="16329" y="8102"/>
                    <a:pt x="14914" y="6692"/>
                    <a:pt x="14505" y="6323"/>
                  </a:cubicBezTo>
                  <a:cubicBezTo>
                    <a:pt x="14376" y="6207"/>
                    <a:pt x="14208" y="6149"/>
                    <a:pt x="14015" y="6149"/>
                  </a:cubicBezTo>
                  <a:cubicBezTo>
                    <a:pt x="13835" y="6149"/>
                    <a:pt x="13635" y="6199"/>
                    <a:pt x="13426" y="6299"/>
                  </a:cubicBezTo>
                  <a:cubicBezTo>
                    <a:pt x="12300" y="6830"/>
                    <a:pt x="10459" y="9071"/>
                    <a:pt x="10694" y="14122"/>
                  </a:cubicBezTo>
                  <a:cubicBezTo>
                    <a:pt x="11055" y="21691"/>
                    <a:pt x="11939" y="33212"/>
                    <a:pt x="15555" y="45807"/>
                  </a:cubicBezTo>
                  <a:cubicBezTo>
                    <a:pt x="16195" y="48041"/>
                    <a:pt x="16965" y="50404"/>
                    <a:pt x="17906" y="53043"/>
                  </a:cubicBezTo>
                  <a:lnTo>
                    <a:pt x="17910" y="53043"/>
                  </a:lnTo>
                  <a:lnTo>
                    <a:pt x="17910" y="53063"/>
                  </a:lnTo>
                  <a:lnTo>
                    <a:pt x="18113" y="53627"/>
                  </a:lnTo>
                  <a:lnTo>
                    <a:pt x="18194" y="53850"/>
                  </a:lnTo>
                  <a:lnTo>
                    <a:pt x="18194" y="53870"/>
                  </a:lnTo>
                  <a:cubicBezTo>
                    <a:pt x="18048" y="53979"/>
                    <a:pt x="17853" y="54113"/>
                    <a:pt x="17630" y="54259"/>
                  </a:cubicBezTo>
                  <a:cubicBezTo>
                    <a:pt x="16840" y="54790"/>
                    <a:pt x="15766" y="55512"/>
                    <a:pt x="15222" y="56602"/>
                  </a:cubicBezTo>
                  <a:cubicBezTo>
                    <a:pt x="15218" y="56614"/>
                    <a:pt x="15206" y="56627"/>
                    <a:pt x="15202" y="56643"/>
                  </a:cubicBezTo>
                  <a:cubicBezTo>
                    <a:pt x="14772" y="57539"/>
                    <a:pt x="14789" y="58532"/>
                    <a:pt x="15243" y="59598"/>
                  </a:cubicBezTo>
                  <a:cubicBezTo>
                    <a:pt x="15389" y="59926"/>
                    <a:pt x="15563" y="60247"/>
                    <a:pt x="15761" y="60551"/>
                  </a:cubicBezTo>
                  <a:cubicBezTo>
                    <a:pt x="16779" y="62124"/>
                    <a:pt x="18080" y="64390"/>
                    <a:pt x="19532" y="66907"/>
                  </a:cubicBezTo>
                  <a:cubicBezTo>
                    <a:pt x="20979" y="69429"/>
                    <a:pt x="22475" y="72027"/>
                    <a:pt x="23788" y="74103"/>
                  </a:cubicBezTo>
                  <a:cubicBezTo>
                    <a:pt x="22813" y="74409"/>
                    <a:pt x="21603" y="74606"/>
                    <a:pt x="20431" y="74606"/>
                  </a:cubicBezTo>
                  <a:cubicBezTo>
                    <a:pt x="19430" y="74606"/>
                    <a:pt x="18458" y="74462"/>
                    <a:pt x="17683" y="74119"/>
                  </a:cubicBezTo>
                  <a:cubicBezTo>
                    <a:pt x="16191" y="73462"/>
                    <a:pt x="13386" y="68298"/>
                    <a:pt x="10171" y="60311"/>
                  </a:cubicBezTo>
                  <a:cubicBezTo>
                    <a:pt x="9624" y="58937"/>
                    <a:pt x="9089" y="57551"/>
                    <a:pt x="8574" y="56177"/>
                  </a:cubicBezTo>
                  <a:cubicBezTo>
                    <a:pt x="6194" y="49768"/>
                    <a:pt x="718" y="27808"/>
                    <a:pt x="1346" y="16182"/>
                  </a:cubicBezTo>
                  <a:cubicBezTo>
                    <a:pt x="1658" y="10369"/>
                    <a:pt x="2692" y="6072"/>
                    <a:pt x="4415" y="3400"/>
                  </a:cubicBezTo>
                  <a:cubicBezTo>
                    <a:pt x="5157" y="2241"/>
                    <a:pt x="5854" y="1677"/>
                    <a:pt x="6316" y="1357"/>
                  </a:cubicBezTo>
                  <a:cubicBezTo>
                    <a:pt x="6914" y="943"/>
                    <a:pt x="7629" y="716"/>
                    <a:pt x="8361" y="716"/>
                  </a:cubicBezTo>
                  <a:close/>
                  <a:moveTo>
                    <a:pt x="8389" y="1"/>
                  </a:moveTo>
                  <a:cubicBezTo>
                    <a:pt x="7494" y="1"/>
                    <a:pt x="6659" y="255"/>
                    <a:pt x="5911" y="773"/>
                  </a:cubicBezTo>
                  <a:cubicBezTo>
                    <a:pt x="5400" y="1130"/>
                    <a:pt x="4630" y="1746"/>
                    <a:pt x="3819" y="3015"/>
                  </a:cubicBezTo>
                  <a:cubicBezTo>
                    <a:pt x="2027" y="5792"/>
                    <a:pt x="961" y="10206"/>
                    <a:pt x="637" y="16137"/>
                  </a:cubicBezTo>
                  <a:cubicBezTo>
                    <a:pt x="0" y="27865"/>
                    <a:pt x="5513" y="49970"/>
                    <a:pt x="7913" y="56424"/>
                  </a:cubicBezTo>
                  <a:cubicBezTo>
                    <a:pt x="8424" y="57802"/>
                    <a:pt x="8959" y="59201"/>
                    <a:pt x="9515" y="60575"/>
                  </a:cubicBezTo>
                  <a:cubicBezTo>
                    <a:pt x="11898" y="66518"/>
                    <a:pt x="15210" y="73807"/>
                    <a:pt x="17391" y="74767"/>
                  </a:cubicBezTo>
                  <a:cubicBezTo>
                    <a:pt x="18271" y="75157"/>
                    <a:pt x="19345" y="75319"/>
                    <a:pt x="20444" y="75319"/>
                  </a:cubicBezTo>
                  <a:cubicBezTo>
                    <a:pt x="21867" y="75319"/>
                    <a:pt x="23330" y="75047"/>
                    <a:pt x="24457" y="74625"/>
                  </a:cubicBezTo>
                  <a:cubicBezTo>
                    <a:pt x="24554" y="74585"/>
                    <a:pt x="24631" y="74504"/>
                    <a:pt x="24668" y="74403"/>
                  </a:cubicBezTo>
                  <a:cubicBezTo>
                    <a:pt x="24700" y="74301"/>
                    <a:pt x="24684" y="74188"/>
                    <a:pt x="24627" y="74099"/>
                  </a:cubicBezTo>
                  <a:cubicBezTo>
                    <a:pt x="23269" y="71978"/>
                    <a:pt x="21680" y="69218"/>
                    <a:pt x="20144" y="66554"/>
                  </a:cubicBezTo>
                  <a:cubicBezTo>
                    <a:pt x="18725" y="64086"/>
                    <a:pt x="17387" y="61755"/>
                    <a:pt x="16357" y="60162"/>
                  </a:cubicBezTo>
                  <a:cubicBezTo>
                    <a:pt x="16179" y="59894"/>
                    <a:pt x="16025" y="59610"/>
                    <a:pt x="15891" y="59310"/>
                  </a:cubicBezTo>
                  <a:cubicBezTo>
                    <a:pt x="15522" y="58451"/>
                    <a:pt x="15502" y="57689"/>
                    <a:pt x="15826" y="56987"/>
                  </a:cubicBezTo>
                  <a:lnTo>
                    <a:pt x="15847" y="56951"/>
                  </a:lnTo>
                  <a:cubicBezTo>
                    <a:pt x="16293" y="56014"/>
                    <a:pt x="17298" y="55337"/>
                    <a:pt x="18028" y="54851"/>
                  </a:cubicBezTo>
                  <a:cubicBezTo>
                    <a:pt x="18263" y="54689"/>
                    <a:pt x="18534" y="54502"/>
                    <a:pt x="18644" y="54417"/>
                  </a:cubicBezTo>
                  <a:cubicBezTo>
                    <a:pt x="18757" y="54332"/>
                    <a:pt x="18940" y="54129"/>
                    <a:pt x="18899" y="53736"/>
                  </a:cubicBezTo>
                  <a:cubicBezTo>
                    <a:pt x="18895" y="53708"/>
                    <a:pt x="18887" y="53679"/>
                    <a:pt x="18879" y="53651"/>
                  </a:cubicBezTo>
                  <a:lnTo>
                    <a:pt x="18782" y="53384"/>
                  </a:lnTo>
                  <a:cubicBezTo>
                    <a:pt x="18709" y="53197"/>
                    <a:pt x="18644" y="53002"/>
                    <a:pt x="18575" y="52816"/>
                  </a:cubicBezTo>
                  <a:cubicBezTo>
                    <a:pt x="18571" y="52804"/>
                    <a:pt x="18567" y="52796"/>
                    <a:pt x="18563" y="52784"/>
                  </a:cubicBezTo>
                  <a:cubicBezTo>
                    <a:pt x="17630" y="50173"/>
                    <a:pt x="16868" y="47826"/>
                    <a:pt x="16232" y="45616"/>
                  </a:cubicBezTo>
                  <a:cubicBezTo>
                    <a:pt x="12640" y="33090"/>
                    <a:pt x="11752" y="21622"/>
                    <a:pt x="11404" y="14086"/>
                  </a:cubicBezTo>
                  <a:cubicBezTo>
                    <a:pt x="11221" y="10194"/>
                    <a:pt x="12332" y="7936"/>
                    <a:pt x="13426" y="7117"/>
                  </a:cubicBezTo>
                  <a:cubicBezTo>
                    <a:pt x="13779" y="6854"/>
                    <a:pt x="14006" y="6850"/>
                    <a:pt x="14022" y="6850"/>
                  </a:cubicBezTo>
                  <a:cubicBezTo>
                    <a:pt x="14574" y="7348"/>
                    <a:pt x="17107" y="9894"/>
                    <a:pt x="17136" y="9923"/>
                  </a:cubicBezTo>
                  <a:cubicBezTo>
                    <a:pt x="17205" y="9994"/>
                    <a:pt x="17295" y="10027"/>
                    <a:pt x="17384" y="10027"/>
                  </a:cubicBezTo>
                  <a:cubicBezTo>
                    <a:pt x="17529" y="10027"/>
                    <a:pt x="17671" y="9940"/>
                    <a:pt x="17724" y="9785"/>
                  </a:cubicBezTo>
                  <a:cubicBezTo>
                    <a:pt x="17817" y="9525"/>
                    <a:pt x="18372" y="7653"/>
                    <a:pt x="15514" y="4332"/>
                  </a:cubicBezTo>
                  <a:cubicBezTo>
                    <a:pt x="13069" y="1494"/>
                    <a:pt x="10557" y="1"/>
                    <a:pt x="83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" name="Google Shape;5518;p73"/>
            <p:cNvSpPr/>
            <p:nvPr/>
          </p:nvSpPr>
          <p:spPr>
            <a:xfrm>
              <a:off x="3625319" y="2740527"/>
              <a:ext cx="350511" cy="1293703"/>
            </a:xfrm>
            <a:custGeom>
              <a:avLst/>
              <a:gdLst/>
              <a:ahLst/>
              <a:cxnLst/>
              <a:rect l="l" t="t" r="r" b="b"/>
              <a:pathLst>
                <a:path w="20214" h="74608" extrusionOk="0">
                  <a:moveTo>
                    <a:pt x="4261" y="0"/>
                  </a:moveTo>
                  <a:cubicBezTo>
                    <a:pt x="3464" y="0"/>
                    <a:pt x="2700" y="221"/>
                    <a:pt x="1999" y="707"/>
                  </a:cubicBezTo>
                  <a:cubicBezTo>
                    <a:pt x="1558" y="1015"/>
                    <a:pt x="795" y="1603"/>
                    <a:pt x="1" y="2852"/>
                  </a:cubicBezTo>
                  <a:cubicBezTo>
                    <a:pt x="102" y="2841"/>
                    <a:pt x="204" y="2836"/>
                    <a:pt x="306" y="2836"/>
                  </a:cubicBezTo>
                  <a:cubicBezTo>
                    <a:pt x="903" y="2836"/>
                    <a:pt x="1521" y="3010"/>
                    <a:pt x="2113" y="3391"/>
                  </a:cubicBezTo>
                  <a:cubicBezTo>
                    <a:pt x="3617" y="4343"/>
                    <a:pt x="4351" y="6184"/>
                    <a:pt x="4468" y="7959"/>
                  </a:cubicBezTo>
                  <a:cubicBezTo>
                    <a:pt x="4582" y="9731"/>
                    <a:pt x="4180" y="11490"/>
                    <a:pt x="3897" y="13241"/>
                  </a:cubicBezTo>
                  <a:cubicBezTo>
                    <a:pt x="2757" y="20169"/>
                    <a:pt x="4411" y="27908"/>
                    <a:pt x="5619" y="34013"/>
                  </a:cubicBezTo>
                  <a:cubicBezTo>
                    <a:pt x="8729" y="49657"/>
                    <a:pt x="10573" y="55928"/>
                    <a:pt x="8785" y="60480"/>
                  </a:cubicBezTo>
                  <a:cubicBezTo>
                    <a:pt x="8490" y="60589"/>
                    <a:pt x="8193" y="60634"/>
                    <a:pt x="7896" y="60634"/>
                  </a:cubicBezTo>
                  <a:cubicBezTo>
                    <a:pt x="7180" y="60634"/>
                    <a:pt x="6460" y="60370"/>
                    <a:pt x="5729" y="60083"/>
                  </a:cubicBezTo>
                  <a:lnTo>
                    <a:pt x="5729" y="60083"/>
                  </a:lnTo>
                  <a:cubicBezTo>
                    <a:pt x="8181" y="66176"/>
                    <a:pt x="11461" y="73218"/>
                    <a:pt x="13419" y="74085"/>
                  </a:cubicBezTo>
                  <a:cubicBezTo>
                    <a:pt x="14255" y="74455"/>
                    <a:pt x="15279" y="74607"/>
                    <a:pt x="16321" y="74607"/>
                  </a:cubicBezTo>
                  <a:cubicBezTo>
                    <a:pt x="17724" y="74607"/>
                    <a:pt x="19159" y="74331"/>
                    <a:pt x="20213" y="73935"/>
                  </a:cubicBezTo>
                  <a:cubicBezTo>
                    <a:pt x="17586" y="69841"/>
                    <a:pt x="14076" y="63294"/>
                    <a:pt x="11947" y="59994"/>
                  </a:cubicBezTo>
                  <a:cubicBezTo>
                    <a:pt x="11757" y="59706"/>
                    <a:pt x="11595" y="59406"/>
                    <a:pt x="11453" y="59090"/>
                  </a:cubicBezTo>
                  <a:cubicBezTo>
                    <a:pt x="10991" y="58016"/>
                    <a:pt x="11068" y="57144"/>
                    <a:pt x="11408" y="56435"/>
                  </a:cubicBezTo>
                  <a:lnTo>
                    <a:pt x="11412" y="56435"/>
                  </a:lnTo>
                  <a:cubicBezTo>
                    <a:pt x="12045" y="55101"/>
                    <a:pt x="13605" y="54327"/>
                    <a:pt x="14311" y="53775"/>
                  </a:cubicBezTo>
                  <a:cubicBezTo>
                    <a:pt x="14408" y="53698"/>
                    <a:pt x="14445" y="53577"/>
                    <a:pt x="14428" y="53411"/>
                  </a:cubicBezTo>
                  <a:lnTo>
                    <a:pt x="14124" y="52572"/>
                  </a:lnTo>
                  <a:lnTo>
                    <a:pt x="14124" y="52559"/>
                  </a:lnTo>
                  <a:cubicBezTo>
                    <a:pt x="13277" y="50192"/>
                    <a:pt x="12466" y="47756"/>
                    <a:pt x="11777" y="45348"/>
                  </a:cubicBezTo>
                  <a:cubicBezTo>
                    <a:pt x="8003" y="32193"/>
                    <a:pt x="7217" y="20028"/>
                    <a:pt x="6929" y="13744"/>
                  </a:cubicBezTo>
                  <a:cubicBezTo>
                    <a:pt x="6672" y="8132"/>
                    <a:pt x="8992" y="6142"/>
                    <a:pt x="9892" y="6142"/>
                  </a:cubicBezTo>
                  <a:cubicBezTo>
                    <a:pt x="10000" y="6142"/>
                    <a:pt x="10087" y="6170"/>
                    <a:pt x="10148" y="6224"/>
                  </a:cubicBezTo>
                  <a:cubicBezTo>
                    <a:pt x="10711" y="6731"/>
                    <a:pt x="13273" y="9309"/>
                    <a:pt x="13273" y="9309"/>
                  </a:cubicBezTo>
                  <a:cubicBezTo>
                    <a:pt x="13314" y="9204"/>
                    <a:pt x="13930" y="7461"/>
                    <a:pt x="11129" y="4201"/>
                  </a:cubicBezTo>
                  <a:cubicBezTo>
                    <a:pt x="8996" y="1731"/>
                    <a:pt x="6495" y="0"/>
                    <a:pt x="4261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" name="Google Shape;5519;p73"/>
            <p:cNvSpPr/>
            <p:nvPr/>
          </p:nvSpPr>
          <p:spPr>
            <a:xfrm>
              <a:off x="3718401" y="2818696"/>
              <a:ext cx="62649" cy="117496"/>
            </a:xfrm>
            <a:custGeom>
              <a:avLst/>
              <a:gdLst/>
              <a:ahLst/>
              <a:cxnLst/>
              <a:rect l="l" t="t" r="r" b="b"/>
              <a:pathLst>
                <a:path w="3613" h="6776" extrusionOk="0">
                  <a:moveTo>
                    <a:pt x="3489" y="1"/>
                  </a:moveTo>
                  <a:cubicBezTo>
                    <a:pt x="2833" y="1"/>
                    <a:pt x="2218" y="389"/>
                    <a:pt x="1776" y="889"/>
                  </a:cubicBezTo>
                  <a:cubicBezTo>
                    <a:pt x="1301" y="1424"/>
                    <a:pt x="977" y="2061"/>
                    <a:pt x="734" y="2709"/>
                  </a:cubicBezTo>
                  <a:cubicBezTo>
                    <a:pt x="255" y="4007"/>
                    <a:pt x="0" y="5397"/>
                    <a:pt x="73" y="6775"/>
                  </a:cubicBezTo>
                  <a:cubicBezTo>
                    <a:pt x="284" y="5417"/>
                    <a:pt x="588" y="4100"/>
                    <a:pt x="1070" y="2835"/>
                  </a:cubicBezTo>
                  <a:cubicBezTo>
                    <a:pt x="1301" y="2203"/>
                    <a:pt x="1593" y="1591"/>
                    <a:pt x="1986" y="1068"/>
                  </a:cubicBezTo>
                  <a:cubicBezTo>
                    <a:pt x="2384" y="545"/>
                    <a:pt x="2919" y="99"/>
                    <a:pt x="3612" y="6"/>
                  </a:cubicBezTo>
                  <a:cubicBezTo>
                    <a:pt x="3571" y="2"/>
                    <a:pt x="3530" y="1"/>
                    <a:pt x="34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5" name="Google Shape;5520;p73"/>
            <p:cNvSpPr/>
            <p:nvPr/>
          </p:nvSpPr>
          <p:spPr>
            <a:xfrm>
              <a:off x="3704615" y="3007025"/>
              <a:ext cx="27085" cy="258557"/>
            </a:xfrm>
            <a:custGeom>
              <a:avLst/>
              <a:gdLst/>
              <a:ahLst/>
              <a:cxnLst/>
              <a:rect l="l" t="t" r="r" b="b"/>
              <a:pathLst>
                <a:path w="1562" h="14911" extrusionOk="0">
                  <a:moveTo>
                    <a:pt x="345" y="1"/>
                  </a:moveTo>
                  <a:lnTo>
                    <a:pt x="345" y="1"/>
                  </a:lnTo>
                  <a:cubicBezTo>
                    <a:pt x="29" y="2490"/>
                    <a:pt x="1" y="5019"/>
                    <a:pt x="211" y="7516"/>
                  </a:cubicBezTo>
                  <a:cubicBezTo>
                    <a:pt x="426" y="10014"/>
                    <a:pt x="848" y="12503"/>
                    <a:pt x="1561" y="14911"/>
                  </a:cubicBezTo>
                  <a:cubicBezTo>
                    <a:pt x="1123" y="12442"/>
                    <a:pt x="775" y="9973"/>
                    <a:pt x="568" y="7484"/>
                  </a:cubicBezTo>
                  <a:cubicBezTo>
                    <a:pt x="361" y="4999"/>
                    <a:pt x="313" y="2506"/>
                    <a:pt x="34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" name="Google Shape;5521;p73"/>
            <p:cNvSpPr/>
            <p:nvPr/>
          </p:nvSpPr>
          <p:spPr>
            <a:xfrm>
              <a:off x="3726481" y="3309071"/>
              <a:ext cx="18710" cy="93931"/>
            </a:xfrm>
            <a:custGeom>
              <a:avLst/>
              <a:gdLst/>
              <a:ahLst/>
              <a:cxnLst/>
              <a:rect l="l" t="t" r="r" b="b"/>
              <a:pathLst>
                <a:path w="1079" h="5417" extrusionOk="0">
                  <a:moveTo>
                    <a:pt x="227" y="1"/>
                  </a:moveTo>
                  <a:cubicBezTo>
                    <a:pt x="12" y="905"/>
                    <a:pt x="0" y="1866"/>
                    <a:pt x="154" y="2786"/>
                  </a:cubicBezTo>
                  <a:cubicBezTo>
                    <a:pt x="304" y="3710"/>
                    <a:pt x="592" y="4614"/>
                    <a:pt x="1079" y="5417"/>
                  </a:cubicBezTo>
                  <a:cubicBezTo>
                    <a:pt x="856" y="4509"/>
                    <a:pt x="649" y="3633"/>
                    <a:pt x="503" y="2729"/>
                  </a:cubicBezTo>
                  <a:cubicBezTo>
                    <a:pt x="357" y="1829"/>
                    <a:pt x="288" y="925"/>
                    <a:pt x="22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7" name="Google Shape;5522;p73"/>
            <p:cNvSpPr/>
            <p:nvPr/>
          </p:nvSpPr>
          <p:spPr>
            <a:xfrm>
              <a:off x="3762045" y="3451276"/>
              <a:ext cx="78394" cy="279226"/>
            </a:xfrm>
            <a:custGeom>
              <a:avLst/>
              <a:gdLst/>
              <a:ahLst/>
              <a:cxnLst/>
              <a:rect l="l" t="t" r="r" b="b"/>
              <a:pathLst>
                <a:path w="4521" h="16103" extrusionOk="0">
                  <a:moveTo>
                    <a:pt x="1" y="1"/>
                  </a:moveTo>
                  <a:cubicBezTo>
                    <a:pt x="621" y="2725"/>
                    <a:pt x="1338" y="5421"/>
                    <a:pt x="2096" y="8100"/>
                  </a:cubicBezTo>
                  <a:cubicBezTo>
                    <a:pt x="2850" y="10780"/>
                    <a:pt x="3637" y="13455"/>
                    <a:pt x="4521" y="16103"/>
                  </a:cubicBezTo>
                  <a:cubicBezTo>
                    <a:pt x="3904" y="13378"/>
                    <a:pt x="3195" y="10683"/>
                    <a:pt x="2433" y="8003"/>
                  </a:cubicBezTo>
                  <a:cubicBezTo>
                    <a:pt x="1675" y="5323"/>
                    <a:pt x="892" y="2648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8" name="Google Shape;5523;p73"/>
            <p:cNvSpPr/>
            <p:nvPr/>
          </p:nvSpPr>
          <p:spPr>
            <a:xfrm>
              <a:off x="3848086" y="3752975"/>
              <a:ext cx="16109" cy="33553"/>
            </a:xfrm>
            <a:custGeom>
              <a:avLst/>
              <a:gdLst/>
              <a:ahLst/>
              <a:cxnLst/>
              <a:rect l="l" t="t" r="r" b="b"/>
              <a:pathLst>
                <a:path w="929" h="1935" extrusionOk="0">
                  <a:moveTo>
                    <a:pt x="256" y="1"/>
                  </a:moveTo>
                  <a:cubicBezTo>
                    <a:pt x="17" y="317"/>
                    <a:pt x="0" y="759"/>
                    <a:pt x="134" y="1128"/>
                  </a:cubicBezTo>
                  <a:cubicBezTo>
                    <a:pt x="264" y="1501"/>
                    <a:pt x="548" y="1833"/>
                    <a:pt x="929" y="1934"/>
                  </a:cubicBezTo>
                  <a:cubicBezTo>
                    <a:pt x="738" y="1647"/>
                    <a:pt x="584" y="1338"/>
                    <a:pt x="467" y="1014"/>
                  </a:cubicBezTo>
                  <a:cubicBezTo>
                    <a:pt x="353" y="686"/>
                    <a:pt x="284" y="345"/>
                    <a:pt x="25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9" name="Google Shape;5524;p73"/>
            <p:cNvSpPr/>
            <p:nvPr/>
          </p:nvSpPr>
          <p:spPr>
            <a:xfrm>
              <a:off x="3778206" y="3686979"/>
              <a:ext cx="50286" cy="149800"/>
            </a:xfrm>
            <a:custGeom>
              <a:avLst/>
              <a:gdLst/>
              <a:ahLst/>
              <a:cxnLst/>
              <a:rect l="l" t="t" r="r" b="b"/>
              <a:pathLst>
                <a:path w="2900" h="8639" extrusionOk="0">
                  <a:moveTo>
                    <a:pt x="1" y="0"/>
                  </a:moveTo>
                  <a:cubicBezTo>
                    <a:pt x="293" y="1500"/>
                    <a:pt x="702" y="2968"/>
                    <a:pt x="1193" y="4407"/>
                  </a:cubicBezTo>
                  <a:cubicBezTo>
                    <a:pt x="1683" y="5846"/>
                    <a:pt x="2226" y="7273"/>
                    <a:pt x="2899" y="8639"/>
                  </a:cubicBezTo>
                  <a:cubicBezTo>
                    <a:pt x="2490" y="7171"/>
                    <a:pt x="2024" y="5736"/>
                    <a:pt x="1533" y="4297"/>
                  </a:cubicBezTo>
                  <a:cubicBezTo>
                    <a:pt x="1043" y="2858"/>
                    <a:pt x="560" y="1419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0" name="Google Shape;5525;p73"/>
            <p:cNvSpPr/>
            <p:nvPr/>
          </p:nvSpPr>
          <p:spPr>
            <a:xfrm>
              <a:off x="3767594" y="3752975"/>
              <a:ext cx="31299" cy="80926"/>
            </a:xfrm>
            <a:custGeom>
              <a:avLst/>
              <a:gdLst/>
              <a:ahLst/>
              <a:cxnLst/>
              <a:rect l="l" t="t" r="r" b="b"/>
              <a:pathLst>
                <a:path w="1805" h="4667" extrusionOk="0">
                  <a:moveTo>
                    <a:pt x="17" y="1"/>
                  </a:moveTo>
                  <a:cubicBezTo>
                    <a:pt x="1" y="852"/>
                    <a:pt x="179" y="1695"/>
                    <a:pt x="487" y="2494"/>
                  </a:cubicBezTo>
                  <a:cubicBezTo>
                    <a:pt x="795" y="3288"/>
                    <a:pt x="1221" y="4042"/>
                    <a:pt x="1805" y="4667"/>
                  </a:cubicBezTo>
                  <a:cubicBezTo>
                    <a:pt x="1460" y="3892"/>
                    <a:pt x="1128" y="3134"/>
                    <a:pt x="824" y="2364"/>
                  </a:cubicBezTo>
                  <a:cubicBezTo>
                    <a:pt x="520" y="1594"/>
                    <a:pt x="276" y="803"/>
                    <a:pt x="1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1" name="Google Shape;5526;p73"/>
            <p:cNvSpPr/>
            <p:nvPr/>
          </p:nvSpPr>
          <p:spPr>
            <a:xfrm>
              <a:off x="3446423" y="3774633"/>
              <a:ext cx="561660" cy="289283"/>
            </a:xfrm>
            <a:custGeom>
              <a:avLst/>
              <a:gdLst/>
              <a:ahLst/>
              <a:cxnLst/>
              <a:rect l="l" t="t" r="r" b="b"/>
              <a:pathLst>
                <a:path w="32391" h="16683" extrusionOk="0">
                  <a:moveTo>
                    <a:pt x="26590" y="0"/>
                  </a:moveTo>
                  <a:cubicBezTo>
                    <a:pt x="25743" y="665"/>
                    <a:pt x="24251" y="1845"/>
                    <a:pt x="23189" y="2708"/>
                  </a:cubicBezTo>
                  <a:cubicBezTo>
                    <a:pt x="23014" y="2854"/>
                    <a:pt x="22840" y="2988"/>
                    <a:pt x="22694" y="3114"/>
                  </a:cubicBezTo>
                  <a:cubicBezTo>
                    <a:pt x="21614" y="3995"/>
                    <a:pt x="21027" y="4180"/>
                    <a:pt x="20668" y="4180"/>
                  </a:cubicBezTo>
                  <a:cubicBezTo>
                    <a:pt x="20545" y="4180"/>
                    <a:pt x="20448" y="4158"/>
                    <a:pt x="20367" y="4135"/>
                  </a:cubicBezTo>
                  <a:cubicBezTo>
                    <a:pt x="20084" y="4058"/>
                    <a:pt x="17735" y="3015"/>
                    <a:pt x="15156" y="3015"/>
                  </a:cubicBezTo>
                  <a:cubicBezTo>
                    <a:pt x="14895" y="3015"/>
                    <a:pt x="14632" y="3025"/>
                    <a:pt x="14368" y="3049"/>
                  </a:cubicBezTo>
                  <a:cubicBezTo>
                    <a:pt x="13753" y="3103"/>
                    <a:pt x="13199" y="3114"/>
                    <a:pt x="12708" y="3114"/>
                  </a:cubicBezTo>
                  <a:cubicBezTo>
                    <a:pt x="12347" y="3114"/>
                    <a:pt x="12020" y="3108"/>
                    <a:pt x="11729" y="3108"/>
                  </a:cubicBezTo>
                  <a:cubicBezTo>
                    <a:pt x="10565" y="3108"/>
                    <a:pt x="9963" y="3206"/>
                    <a:pt x="10002" y="4184"/>
                  </a:cubicBezTo>
                  <a:cubicBezTo>
                    <a:pt x="10058" y="5736"/>
                    <a:pt x="12993" y="6920"/>
                    <a:pt x="13934" y="6985"/>
                  </a:cubicBezTo>
                  <a:cubicBezTo>
                    <a:pt x="14870" y="7050"/>
                    <a:pt x="13561" y="8489"/>
                    <a:pt x="11749" y="8797"/>
                  </a:cubicBezTo>
                  <a:cubicBezTo>
                    <a:pt x="11334" y="8868"/>
                    <a:pt x="10868" y="8903"/>
                    <a:pt x="10368" y="8903"/>
                  </a:cubicBezTo>
                  <a:cubicBezTo>
                    <a:pt x="8678" y="8903"/>
                    <a:pt x="6610" y="8504"/>
                    <a:pt x="4902" y="7759"/>
                  </a:cubicBezTo>
                  <a:cubicBezTo>
                    <a:pt x="3891" y="7320"/>
                    <a:pt x="2809" y="7080"/>
                    <a:pt x="1925" y="7080"/>
                  </a:cubicBezTo>
                  <a:cubicBezTo>
                    <a:pt x="875" y="7080"/>
                    <a:pt x="105" y="7420"/>
                    <a:pt x="70" y="8169"/>
                  </a:cubicBezTo>
                  <a:cubicBezTo>
                    <a:pt x="1" y="9547"/>
                    <a:pt x="1006" y="10131"/>
                    <a:pt x="1006" y="10131"/>
                  </a:cubicBezTo>
                  <a:cubicBezTo>
                    <a:pt x="1006" y="10131"/>
                    <a:pt x="321" y="10216"/>
                    <a:pt x="568" y="11197"/>
                  </a:cubicBezTo>
                  <a:cubicBezTo>
                    <a:pt x="820" y="12174"/>
                    <a:pt x="1756" y="12421"/>
                    <a:pt x="1756" y="12421"/>
                  </a:cubicBezTo>
                  <a:cubicBezTo>
                    <a:pt x="1756" y="12421"/>
                    <a:pt x="933" y="13074"/>
                    <a:pt x="2125" y="14026"/>
                  </a:cubicBezTo>
                  <a:cubicBezTo>
                    <a:pt x="3247" y="14923"/>
                    <a:pt x="6061" y="16683"/>
                    <a:pt x="11113" y="16683"/>
                  </a:cubicBezTo>
                  <a:cubicBezTo>
                    <a:pt x="11427" y="16683"/>
                    <a:pt x="11750" y="16676"/>
                    <a:pt x="12081" y="16661"/>
                  </a:cubicBezTo>
                  <a:cubicBezTo>
                    <a:pt x="17749" y="16418"/>
                    <a:pt x="23241" y="15636"/>
                    <a:pt x="26614" y="12993"/>
                  </a:cubicBezTo>
                  <a:cubicBezTo>
                    <a:pt x="27186" y="12547"/>
                    <a:pt x="27774" y="12068"/>
                    <a:pt x="28349" y="11582"/>
                  </a:cubicBezTo>
                  <a:cubicBezTo>
                    <a:pt x="29886" y="10273"/>
                    <a:pt x="31357" y="8907"/>
                    <a:pt x="32391" y="7921"/>
                  </a:cubicBezTo>
                  <a:cubicBezTo>
                    <a:pt x="30109" y="5027"/>
                    <a:pt x="28211" y="2129"/>
                    <a:pt x="26590" y="0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2" name="Google Shape;5527;p73"/>
            <p:cNvSpPr/>
            <p:nvPr/>
          </p:nvSpPr>
          <p:spPr>
            <a:xfrm>
              <a:off x="3440666" y="3765841"/>
              <a:ext cx="575723" cy="304248"/>
            </a:xfrm>
            <a:custGeom>
              <a:avLst/>
              <a:gdLst/>
              <a:ahLst/>
              <a:cxnLst/>
              <a:rect l="l" t="t" r="r" b="b"/>
              <a:pathLst>
                <a:path w="33202" h="17546" extrusionOk="0">
                  <a:moveTo>
                    <a:pt x="26857" y="1010"/>
                  </a:moveTo>
                  <a:cubicBezTo>
                    <a:pt x="27453" y="1809"/>
                    <a:pt x="28098" y="2717"/>
                    <a:pt x="28770" y="3665"/>
                  </a:cubicBezTo>
                  <a:cubicBezTo>
                    <a:pt x="29804" y="5125"/>
                    <a:pt x="30972" y="6762"/>
                    <a:pt x="32245" y="8392"/>
                  </a:cubicBezTo>
                  <a:cubicBezTo>
                    <a:pt x="31264" y="9320"/>
                    <a:pt x="29881" y="10597"/>
                    <a:pt x="28454" y="11813"/>
                  </a:cubicBezTo>
                  <a:cubicBezTo>
                    <a:pt x="27875" y="12304"/>
                    <a:pt x="27295" y="12782"/>
                    <a:pt x="26731" y="13224"/>
                  </a:cubicBezTo>
                  <a:cubicBezTo>
                    <a:pt x="23160" y="16009"/>
                    <a:pt x="17197" y="16609"/>
                    <a:pt x="12397" y="16816"/>
                  </a:cubicBezTo>
                  <a:cubicBezTo>
                    <a:pt x="12065" y="16830"/>
                    <a:pt x="11743" y="16837"/>
                    <a:pt x="11429" y="16837"/>
                  </a:cubicBezTo>
                  <a:cubicBezTo>
                    <a:pt x="6635" y="16837"/>
                    <a:pt x="3917" y="15251"/>
                    <a:pt x="2680" y="14262"/>
                  </a:cubicBezTo>
                  <a:cubicBezTo>
                    <a:pt x="2352" y="13994"/>
                    <a:pt x="2173" y="13739"/>
                    <a:pt x="2169" y="13528"/>
                  </a:cubicBezTo>
                  <a:cubicBezTo>
                    <a:pt x="2169" y="13402"/>
                    <a:pt x="2222" y="13285"/>
                    <a:pt x="2311" y="13204"/>
                  </a:cubicBezTo>
                  <a:lnTo>
                    <a:pt x="2842" y="12770"/>
                  </a:lnTo>
                  <a:lnTo>
                    <a:pt x="2177" y="12584"/>
                  </a:lnTo>
                  <a:cubicBezTo>
                    <a:pt x="2149" y="12575"/>
                    <a:pt x="1436" y="12365"/>
                    <a:pt x="1241" y="11611"/>
                  </a:cubicBezTo>
                  <a:cubicBezTo>
                    <a:pt x="1180" y="11380"/>
                    <a:pt x="1184" y="11189"/>
                    <a:pt x="1253" y="11088"/>
                  </a:cubicBezTo>
                  <a:cubicBezTo>
                    <a:pt x="1277" y="11043"/>
                    <a:pt x="1326" y="11007"/>
                    <a:pt x="1379" y="10995"/>
                  </a:cubicBezTo>
                  <a:lnTo>
                    <a:pt x="2421" y="10861"/>
                  </a:lnTo>
                  <a:lnTo>
                    <a:pt x="1517" y="10334"/>
                  </a:lnTo>
                  <a:cubicBezTo>
                    <a:pt x="1508" y="10330"/>
                    <a:pt x="698" y="9843"/>
                    <a:pt x="754" y="8692"/>
                  </a:cubicBezTo>
                  <a:cubicBezTo>
                    <a:pt x="767" y="8477"/>
                    <a:pt x="860" y="8323"/>
                    <a:pt x="1058" y="8193"/>
                  </a:cubicBezTo>
                  <a:cubicBezTo>
                    <a:pt x="1334" y="8023"/>
                    <a:pt x="1750" y="7941"/>
                    <a:pt x="2246" y="7941"/>
                  </a:cubicBezTo>
                  <a:cubicBezTo>
                    <a:pt x="3071" y="7941"/>
                    <a:pt x="4115" y="8168"/>
                    <a:pt x="5092" y="8591"/>
                  </a:cubicBezTo>
                  <a:cubicBezTo>
                    <a:pt x="6812" y="9334"/>
                    <a:pt x="8945" y="9766"/>
                    <a:pt x="10720" y="9766"/>
                  </a:cubicBezTo>
                  <a:cubicBezTo>
                    <a:pt x="11230" y="9766"/>
                    <a:pt x="11710" y="9731"/>
                    <a:pt x="12142" y="9657"/>
                  </a:cubicBezTo>
                  <a:cubicBezTo>
                    <a:pt x="13560" y="9405"/>
                    <a:pt x="14967" y="8420"/>
                    <a:pt x="14935" y="7687"/>
                  </a:cubicBezTo>
                  <a:cubicBezTo>
                    <a:pt x="14919" y="7439"/>
                    <a:pt x="14744" y="7168"/>
                    <a:pt x="14290" y="7135"/>
                  </a:cubicBezTo>
                  <a:cubicBezTo>
                    <a:pt x="13463" y="7079"/>
                    <a:pt x="10739" y="5956"/>
                    <a:pt x="10686" y="4679"/>
                  </a:cubicBezTo>
                  <a:cubicBezTo>
                    <a:pt x="10670" y="4310"/>
                    <a:pt x="10767" y="4212"/>
                    <a:pt x="10800" y="4176"/>
                  </a:cubicBezTo>
                  <a:cubicBezTo>
                    <a:pt x="10971" y="3998"/>
                    <a:pt x="11438" y="3970"/>
                    <a:pt x="12047" y="3970"/>
                  </a:cubicBezTo>
                  <a:cubicBezTo>
                    <a:pt x="12189" y="3970"/>
                    <a:pt x="12339" y="3972"/>
                    <a:pt x="12494" y="3973"/>
                  </a:cubicBezTo>
                  <a:cubicBezTo>
                    <a:pt x="12657" y="3974"/>
                    <a:pt x="12829" y="3976"/>
                    <a:pt x="13010" y="3976"/>
                  </a:cubicBezTo>
                  <a:cubicBezTo>
                    <a:pt x="13516" y="3976"/>
                    <a:pt x="14094" y="3965"/>
                    <a:pt x="14736" y="3908"/>
                  </a:cubicBezTo>
                  <a:cubicBezTo>
                    <a:pt x="14982" y="3887"/>
                    <a:pt x="15228" y="3878"/>
                    <a:pt x="15473" y="3878"/>
                  </a:cubicBezTo>
                  <a:cubicBezTo>
                    <a:pt x="17628" y="3878"/>
                    <a:pt x="19636" y="4627"/>
                    <a:pt x="20338" y="4889"/>
                  </a:cubicBezTo>
                  <a:lnTo>
                    <a:pt x="20598" y="4987"/>
                  </a:lnTo>
                  <a:cubicBezTo>
                    <a:pt x="20715" y="5020"/>
                    <a:pt x="20845" y="5045"/>
                    <a:pt x="20996" y="5045"/>
                  </a:cubicBezTo>
                  <a:cubicBezTo>
                    <a:pt x="21462" y="5045"/>
                    <a:pt x="22132" y="4811"/>
                    <a:pt x="23253" y="3892"/>
                  </a:cubicBezTo>
                  <a:lnTo>
                    <a:pt x="23618" y="3588"/>
                  </a:lnTo>
                  <a:lnTo>
                    <a:pt x="23752" y="3487"/>
                  </a:lnTo>
                  <a:cubicBezTo>
                    <a:pt x="24652" y="2753"/>
                    <a:pt x="25848" y="1805"/>
                    <a:pt x="26857" y="1010"/>
                  </a:cubicBezTo>
                  <a:close/>
                  <a:moveTo>
                    <a:pt x="26983" y="1"/>
                  </a:moveTo>
                  <a:lnTo>
                    <a:pt x="26699" y="232"/>
                  </a:lnTo>
                  <a:cubicBezTo>
                    <a:pt x="25641" y="1067"/>
                    <a:pt x="24291" y="2129"/>
                    <a:pt x="23302" y="2936"/>
                  </a:cubicBezTo>
                  <a:lnTo>
                    <a:pt x="23176" y="3037"/>
                  </a:lnTo>
                  <a:lnTo>
                    <a:pt x="22795" y="3345"/>
                  </a:lnTo>
                  <a:cubicBezTo>
                    <a:pt x="21771" y="4189"/>
                    <a:pt x="21263" y="4337"/>
                    <a:pt x="20998" y="4337"/>
                  </a:cubicBezTo>
                  <a:cubicBezTo>
                    <a:pt x="20904" y="4337"/>
                    <a:pt x="20841" y="4318"/>
                    <a:pt x="20797" y="4306"/>
                  </a:cubicBezTo>
                  <a:lnTo>
                    <a:pt x="20590" y="4229"/>
                  </a:lnTo>
                  <a:cubicBezTo>
                    <a:pt x="19853" y="3949"/>
                    <a:pt x="17762" y="3165"/>
                    <a:pt x="15475" y="3165"/>
                  </a:cubicBezTo>
                  <a:cubicBezTo>
                    <a:pt x="15209" y="3165"/>
                    <a:pt x="14941" y="3176"/>
                    <a:pt x="14671" y="3199"/>
                  </a:cubicBezTo>
                  <a:cubicBezTo>
                    <a:pt x="14037" y="3258"/>
                    <a:pt x="13458" y="3265"/>
                    <a:pt x="12957" y="3265"/>
                  </a:cubicBezTo>
                  <a:cubicBezTo>
                    <a:pt x="12799" y="3265"/>
                    <a:pt x="12649" y="3264"/>
                    <a:pt x="12506" y="3264"/>
                  </a:cubicBezTo>
                  <a:cubicBezTo>
                    <a:pt x="12368" y="3263"/>
                    <a:pt x="12235" y="3262"/>
                    <a:pt x="12109" y="3262"/>
                  </a:cubicBezTo>
                  <a:cubicBezTo>
                    <a:pt x="11244" y="3262"/>
                    <a:pt x="10657" y="3307"/>
                    <a:pt x="10289" y="3685"/>
                  </a:cubicBezTo>
                  <a:cubicBezTo>
                    <a:pt x="10058" y="3925"/>
                    <a:pt x="9957" y="4253"/>
                    <a:pt x="9977" y="4703"/>
                  </a:cubicBezTo>
                  <a:cubicBezTo>
                    <a:pt x="10050" y="6479"/>
                    <a:pt x="13074" y="7715"/>
                    <a:pt x="14156" y="7837"/>
                  </a:cubicBezTo>
                  <a:cubicBezTo>
                    <a:pt x="13925" y="8149"/>
                    <a:pt x="13143" y="8757"/>
                    <a:pt x="12020" y="8951"/>
                  </a:cubicBezTo>
                  <a:cubicBezTo>
                    <a:pt x="11615" y="9021"/>
                    <a:pt x="11165" y="9055"/>
                    <a:pt x="10686" y="9055"/>
                  </a:cubicBezTo>
                  <a:cubicBezTo>
                    <a:pt x="9018" y="9055"/>
                    <a:pt x="7007" y="8648"/>
                    <a:pt x="5376" y="7942"/>
                  </a:cubicBezTo>
                  <a:cubicBezTo>
                    <a:pt x="4305" y="7475"/>
                    <a:pt x="3196" y="7233"/>
                    <a:pt x="2274" y="7233"/>
                  </a:cubicBezTo>
                  <a:cubicBezTo>
                    <a:pt x="1628" y="7233"/>
                    <a:pt x="1073" y="7351"/>
                    <a:pt x="686" y="7593"/>
                  </a:cubicBezTo>
                  <a:cubicBezTo>
                    <a:pt x="284" y="7845"/>
                    <a:pt x="65" y="8210"/>
                    <a:pt x="45" y="8664"/>
                  </a:cubicBezTo>
                  <a:cubicBezTo>
                    <a:pt x="0" y="9612"/>
                    <a:pt x="402" y="10245"/>
                    <a:pt x="734" y="10593"/>
                  </a:cubicBezTo>
                  <a:lnTo>
                    <a:pt x="661" y="10682"/>
                  </a:lnTo>
                  <a:cubicBezTo>
                    <a:pt x="475" y="10962"/>
                    <a:pt x="434" y="11339"/>
                    <a:pt x="556" y="11789"/>
                  </a:cubicBezTo>
                  <a:cubicBezTo>
                    <a:pt x="694" y="12336"/>
                    <a:pt x="1054" y="12803"/>
                    <a:pt x="1549" y="13074"/>
                  </a:cubicBezTo>
                  <a:cubicBezTo>
                    <a:pt x="1488" y="13216"/>
                    <a:pt x="1460" y="13366"/>
                    <a:pt x="1460" y="13516"/>
                  </a:cubicBezTo>
                  <a:cubicBezTo>
                    <a:pt x="1460" y="13962"/>
                    <a:pt x="1723" y="14400"/>
                    <a:pt x="2234" y="14813"/>
                  </a:cubicBezTo>
                  <a:cubicBezTo>
                    <a:pt x="3543" y="15863"/>
                    <a:pt x="6426" y="17545"/>
                    <a:pt x="11428" y="17545"/>
                  </a:cubicBezTo>
                  <a:cubicBezTo>
                    <a:pt x="11752" y="17545"/>
                    <a:pt x="12085" y="17541"/>
                    <a:pt x="12429" y="17525"/>
                  </a:cubicBezTo>
                  <a:cubicBezTo>
                    <a:pt x="17335" y="17310"/>
                    <a:pt x="23440" y="16694"/>
                    <a:pt x="27165" y="13779"/>
                  </a:cubicBezTo>
                  <a:cubicBezTo>
                    <a:pt x="27745" y="13334"/>
                    <a:pt x="28325" y="12851"/>
                    <a:pt x="28912" y="12357"/>
                  </a:cubicBezTo>
                  <a:cubicBezTo>
                    <a:pt x="30473" y="11027"/>
                    <a:pt x="31981" y="9624"/>
                    <a:pt x="32966" y="8688"/>
                  </a:cubicBezTo>
                  <a:lnTo>
                    <a:pt x="33201" y="8465"/>
                  </a:lnTo>
                  <a:lnTo>
                    <a:pt x="33003" y="8210"/>
                  </a:lnTo>
                  <a:cubicBezTo>
                    <a:pt x="31661" y="6507"/>
                    <a:pt x="30433" y="4780"/>
                    <a:pt x="29354" y="3256"/>
                  </a:cubicBezTo>
                  <a:cubicBezTo>
                    <a:pt x="28588" y="2182"/>
                    <a:pt x="27875" y="1172"/>
                    <a:pt x="27202" y="288"/>
                  </a:cubicBezTo>
                  <a:lnTo>
                    <a:pt x="26983" y="1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3" name="Google Shape;5528;p73"/>
            <p:cNvSpPr/>
            <p:nvPr/>
          </p:nvSpPr>
          <p:spPr>
            <a:xfrm>
              <a:off x="3460416" y="3947374"/>
              <a:ext cx="187497" cy="45465"/>
            </a:xfrm>
            <a:custGeom>
              <a:avLst/>
              <a:gdLst/>
              <a:ahLst/>
              <a:cxnLst/>
              <a:rect l="l" t="t" r="r" b="b"/>
              <a:pathLst>
                <a:path w="10813" h="2622" extrusionOk="0">
                  <a:moveTo>
                    <a:pt x="196" y="0"/>
                  </a:moveTo>
                  <a:cubicBezTo>
                    <a:pt x="141" y="0"/>
                    <a:pt x="87" y="25"/>
                    <a:pt x="53" y="71"/>
                  </a:cubicBezTo>
                  <a:cubicBezTo>
                    <a:pt x="1" y="153"/>
                    <a:pt x="21" y="258"/>
                    <a:pt x="102" y="311"/>
                  </a:cubicBezTo>
                  <a:cubicBezTo>
                    <a:pt x="1991" y="1551"/>
                    <a:pt x="5676" y="2621"/>
                    <a:pt x="8899" y="2621"/>
                  </a:cubicBezTo>
                  <a:cubicBezTo>
                    <a:pt x="8925" y="2622"/>
                    <a:pt x="8952" y="2622"/>
                    <a:pt x="8979" y="2622"/>
                  </a:cubicBezTo>
                  <a:cubicBezTo>
                    <a:pt x="9540" y="2622"/>
                    <a:pt x="10097" y="2581"/>
                    <a:pt x="10654" y="2504"/>
                  </a:cubicBezTo>
                  <a:cubicBezTo>
                    <a:pt x="10747" y="2492"/>
                    <a:pt x="10812" y="2402"/>
                    <a:pt x="10800" y="2309"/>
                  </a:cubicBezTo>
                  <a:cubicBezTo>
                    <a:pt x="10789" y="2226"/>
                    <a:pt x="10716" y="2165"/>
                    <a:pt x="10634" y="2165"/>
                  </a:cubicBezTo>
                  <a:cubicBezTo>
                    <a:pt x="10625" y="2165"/>
                    <a:pt x="10615" y="2166"/>
                    <a:pt x="10605" y="2167"/>
                  </a:cubicBezTo>
                  <a:cubicBezTo>
                    <a:pt x="10062" y="2246"/>
                    <a:pt x="9488" y="2282"/>
                    <a:pt x="8898" y="2282"/>
                  </a:cubicBezTo>
                  <a:cubicBezTo>
                    <a:pt x="5741" y="2282"/>
                    <a:pt x="2133" y="1239"/>
                    <a:pt x="288" y="27"/>
                  </a:cubicBezTo>
                  <a:cubicBezTo>
                    <a:pt x="260" y="9"/>
                    <a:pt x="228" y="0"/>
                    <a:pt x="19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4" name="Google Shape;5529;p73"/>
            <p:cNvSpPr/>
            <p:nvPr/>
          </p:nvSpPr>
          <p:spPr>
            <a:xfrm>
              <a:off x="3473352" y="3987013"/>
              <a:ext cx="184324" cy="46662"/>
            </a:xfrm>
            <a:custGeom>
              <a:avLst/>
              <a:gdLst/>
              <a:ahLst/>
              <a:cxnLst/>
              <a:rect l="l" t="t" r="r" b="b"/>
              <a:pathLst>
                <a:path w="10630" h="2691" extrusionOk="0">
                  <a:moveTo>
                    <a:pt x="200" y="0"/>
                  </a:moveTo>
                  <a:cubicBezTo>
                    <a:pt x="140" y="0"/>
                    <a:pt x="82" y="33"/>
                    <a:pt x="49" y="88"/>
                  </a:cubicBezTo>
                  <a:cubicBezTo>
                    <a:pt x="0" y="169"/>
                    <a:pt x="33" y="275"/>
                    <a:pt x="118" y="319"/>
                  </a:cubicBezTo>
                  <a:cubicBezTo>
                    <a:pt x="1780" y="1272"/>
                    <a:pt x="4861" y="2691"/>
                    <a:pt x="8420" y="2691"/>
                  </a:cubicBezTo>
                  <a:cubicBezTo>
                    <a:pt x="9109" y="2691"/>
                    <a:pt x="9795" y="2638"/>
                    <a:pt x="10476" y="2528"/>
                  </a:cubicBezTo>
                  <a:cubicBezTo>
                    <a:pt x="10565" y="2512"/>
                    <a:pt x="10630" y="2423"/>
                    <a:pt x="10617" y="2334"/>
                  </a:cubicBezTo>
                  <a:cubicBezTo>
                    <a:pt x="10603" y="2247"/>
                    <a:pt x="10531" y="2189"/>
                    <a:pt x="10449" y="2189"/>
                  </a:cubicBezTo>
                  <a:cubicBezTo>
                    <a:pt x="10439" y="2189"/>
                    <a:pt x="10429" y="2190"/>
                    <a:pt x="10419" y="2192"/>
                  </a:cubicBezTo>
                  <a:cubicBezTo>
                    <a:pt x="9741" y="2301"/>
                    <a:pt x="9075" y="2349"/>
                    <a:pt x="8424" y="2349"/>
                  </a:cubicBezTo>
                  <a:cubicBezTo>
                    <a:pt x="4936" y="2349"/>
                    <a:pt x="1917" y="956"/>
                    <a:pt x="284" y="23"/>
                  </a:cubicBezTo>
                  <a:cubicBezTo>
                    <a:pt x="257" y="8"/>
                    <a:pt x="228" y="0"/>
                    <a:pt x="2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5" name="Google Shape;5530;p73"/>
            <p:cNvSpPr/>
            <p:nvPr/>
          </p:nvSpPr>
          <p:spPr>
            <a:xfrm>
              <a:off x="3710025" y="3981776"/>
              <a:ext cx="167886" cy="56528"/>
            </a:xfrm>
            <a:custGeom>
              <a:avLst/>
              <a:gdLst/>
              <a:ahLst/>
              <a:cxnLst/>
              <a:rect l="l" t="t" r="r" b="b"/>
              <a:pathLst>
                <a:path w="9682" h="3260" extrusionOk="0">
                  <a:moveTo>
                    <a:pt x="9681" y="1"/>
                  </a:moveTo>
                  <a:lnTo>
                    <a:pt x="9681" y="1"/>
                  </a:lnTo>
                  <a:cubicBezTo>
                    <a:pt x="8279" y="1006"/>
                    <a:pt x="6730" y="1793"/>
                    <a:pt x="5088" y="2332"/>
                  </a:cubicBezTo>
                  <a:cubicBezTo>
                    <a:pt x="3459" y="2867"/>
                    <a:pt x="1740" y="3126"/>
                    <a:pt x="1" y="3143"/>
                  </a:cubicBezTo>
                  <a:cubicBezTo>
                    <a:pt x="517" y="3222"/>
                    <a:pt x="1041" y="3260"/>
                    <a:pt x="1566" y="3260"/>
                  </a:cubicBezTo>
                  <a:cubicBezTo>
                    <a:pt x="2792" y="3260"/>
                    <a:pt x="4025" y="3051"/>
                    <a:pt x="5198" y="2668"/>
                  </a:cubicBezTo>
                  <a:cubicBezTo>
                    <a:pt x="6868" y="2121"/>
                    <a:pt x="8441" y="1225"/>
                    <a:pt x="968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6" name="Google Shape;5531;p73"/>
            <p:cNvSpPr/>
            <p:nvPr/>
          </p:nvSpPr>
          <p:spPr>
            <a:xfrm>
              <a:off x="3895459" y="3904249"/>
              <a:ext cx="69759" cy="62164"/>
            </a:xfrm>
            <a:custGeom>
              <a:avLst/>
              <a:gdLst/>
              <a:ahLst/>
              <a:cxnLst/>
              <a:rect l="l" t="t" r="r" b="b"/>
              <a:pathLst>
                <a:path w="4023" h="3585" extrusionOk="0">
                  <a:moveTo>
                    <a:pt x="4022" y="1"/>
                  </a:moveTo>
                  <a:cubicBezTo>
                    <a:pt x="3325" y="580"/>
                    <a:pt x="2660" y="1172"/>
                    <a:pt x="1995" y="1776"/>
                  </a:cubicBezTo>
                  <a:cubicBezTo>
                    <a:pt x="1334" y="2376"/>
                    <a:pt x="657" y="2956"/>
                    <a:pt x="1" y="3584"/>
                  </a:cubicBezTo>
                  <a:cubicBezTo>
                    <a:pt x="816" y="3183"/>
                    <a:pt x="1561" y="2652"/>
                    <a:pt x="2234" y="2044"/>
                  </a:cubicBezTo>
                  <a:cubicBezTo>
                    <a:pt x="2907" y="1436"/>
                    <a:pt x="3532" y="767"/>
                    <a:pt x="402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7" name="Google Shape;5532;p73"/>
            <p:cNvSpPr/>
            <p:nvPr/>
          </p:nvSpPr>
          <p:spPr>
            <a:xfrm>
              <a:off x="3783339" y="3873748"/>
              <a:ext cx="168874" cy="116837"/>
            </a:xfrm>
            <a:custGeom>
              <a:avLst/>
              <a:gdLst/>
              <a:ahLst/>
              <a:cxnLst/>
              <a:rect l="l" t="t" r="r" b="b"/>
              <a:pathLst>
                <a:path w="9739" h="6738" extrusionOk="0">
                  <a:moveTo>
                    <a:pt x="9738" y="0"/>
                  </a:moveTo>
                  <a:lnTo>
                    <a:pt x="9738" y="0"/>
                  </a:lnTo>
                  <a:cubicBezTo>
                    <a:pt x="8494" y="1593"/>
                    <a:pt x="7038" y="2980"/>
                    <a:pt x="5396" y="4127"/>
                  </a:cubicBezTo>
                  <a:cubicBezTo>
                    <a:pt x="3755" y="5270"/>
                    <a:pt x="1930" y="6134"/>
                    <a:pt x="1" y="6738"/>
                  </a:cubicBezTo>
                  <a:cubicBezTo>
                    <a:pt x="2003" y="6405"/>
                    <a:pt x="3925" y="5578"/>
                    <a:pt x="5599" y="4419"/>
                  </a:cubicBezTo>
                  <a:cubicBezTo>
                    <a:pt x="7273" y="3259"/>
                    <a:pt x="8725" y="1755"/>
                    <a:pt x="973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8" name="Google Shape;5533;p73"/>
            <p:cNvSpPr/>
            <p:nvPr/>
          </p:nvSpPr>
          <p:spPr>
            <a:xfrm>
              <a:off x="2682700" y="1294475"/>
              <a:ext cx="1288830" cy="944111"/>
            </a:xfrm>
            <a:custGeom>
              <a:avLst/>
              <a:gdLst/>
              <a:ahLst/>
              <a:cxnLst/>
              <a:rect l="l" t="t" r="r" b="b"/>
              <a:pathLst>
                <a:path w="74327" h="54447" extrusionOk="0">
                  <a:moveTo>
                    <a:pt x="47754" y="1"/>
                  </a:moveTo>
                  <a:cubicBezTo>
                    <a:pt x="47754" y="1"/>
                    <a:pt x="51115" y="1282"/>
                    <a:pt x="54155" y="6880"/>
                  </a:cubicBezTo>
                  <a:cubicBezTo>
                    <a:pt x="54009" y="6771"/>
                    <a:pt x="50142" y="3892"/>
                    <a:pt x="43311" y="2802"/>
                  </a:cubicBezTo>
                  <a:cubicBezTo>
                    <a:pt x="41708" y="2544"/>
                    <a:pt x="39942" y="2386"/>
                    <a:pt x="38023" y="2386"/>
                  </a:cubicBezTo>
                  <a:cubicBezTo>
                    <a:pt x="34871" y="2386"/>
                    <a:pt x="31306" y="2812"/>
                    <a:pt x="27367" y="3921"/>
                  </a:cubicBezTo>
                  <a:cubicBezTo>
                    <a:pt x="27367" y="3921"/>
                    <a:pt x="27720" y="3890"/>
                    <a:pt x="28295" y="3890"/>
                  </a:cubicBezTo>
                  <a:cubicBezTo>
                    <a:pt x="29585" y="3890"/>
                    <a:pt x="31992" y="4044"/>
                    <a:pt x="34020" y="5040"/>
                  </a:cubicBezTo>
                  <a:cubicBezTo>
                    <a:pt x="34020" y="5040"/>
                    <a:pt x="33485" y="4930"/>
                    <a:pt x="32570" y="4930"/>
                  </a:cubicBezTo>
                  <a:cubicBezTo>
                    <a:pt x="30663" y="4930"/>
                    <a:pt x="27102" y="5404"/>
                    <a:pt x="23265" y="8323"/>
                  </a:cubicBezTo>
                  <a:cubicBezTo>
                    <a:pt x="19553" y="11150"/>
                    <a:pt x="14013" y="13153"/>
                    <a:pt x="8491" y="13153"/>
                  </a:cubicBezTo>
                  <a:cubicBezTo>
                    <a:pt x="5564" y="13153"/>
                    <a:pt x="2643" y="12591"/>
                    <a:pt x="0" y="11291"/>
                  </a:cubicBezTo>
                  <a:lnTo>
                    <a:pt x="0" y="11291"/>
                  </a:lnTo>
                  <a:cubicBezTo>
                    <a:pt x="118" y="11445"/>
                    <a:pt x="3953" y="16419"/>
                    <a:pt x="13694" y="17047"/>
                  </a:cubicBezTo>
                  <a:cubicBezTo>
                    <a:pt x="13694" y="17047"/>
                    <a:pt x="4698" y="21206"/>
                    <a:pt x="1577" y="29776"/>
                  </a:cubicBezTo>
                  <a:cubicBezTo>
                    <a:pt x="1577" y="29776"/>
                    <a:pt x="4739" y="27190"/>
                    <a:pt x="10305" y="24388"/>
                  </a:cubicBezTo>
                  <a:lnTo>
                    <a:pt x="10305" y="24388"/>
                  </a:lnTo>
                  <a:cubicBezTo>
                    <a:pt x="9482" y="24855"/>
                    <a:pt x="2218" y="29399"/>
                    <a:pt x="4062" y="43599"/>
                  </a:cubicBezTo>
                  <a:cubicBezTo>
                    <a:pt x="4062" y="43599"/>
                    <a:pt x="5967" y="36250"/>
                    <a:pt x="10374" y="35930"/>
                  </a:cubicBezTo>
                  <a:cubicBezTo>
                    <a:pt x="14784" y="35609"/>
                    <a:pt x="16755" y="35459"/>
                    <a:pt x="22333" y="29691"/>
                  </a:cubicBezTo>
                  <a:cubicBezTo>
                    <a:pt x="25482" y="26437"/>
                    <a:pt x="30960" y="25248"/>
                    <a:pt x="36156" y="25248"/>
                  </a:cubicBezTo>
                  <a:cubicBezTo>
                    <a:pt x="40164" y="25248"/>
                    <a:pt x="44004" y="25955"/>
                    <a:pt x="46477" y="26967"/>
                  </a:cubicBezTo>
                  <a:cubicBezTo>
                    <a:pt x="52161" y="29285"/>
                    <a:pt x="53600" y="35970"/>
                    <a:pt x="52720" y="43595"/>
                  </a:cubicBezTo>
                  <a:cubicBezTo>
                    <a:pt x="52043" y="49445"/>
                    <a:pt x="54115" y="53377"/>
                    <a:pt x="57054" y="54253"/>
                  </a:cubicBezTo>
                  <a:cubicBezTo>
                    <a:pt x="57471" y="54381"/>
                    <a:pt x="57906" y="54446"/>
                    <a:pt x="58352" y="54446"/>
                  </a:cubicBezTo>
                  <a:cubicBezTo>
                    <a:pt x="58863" y="54446"/>
                    <a:pt x="59389" y="54361"/>
                    <a:pt x="59924" y="54188"/>
                  </a:cubicBezTo>
                  <a:cubicBezTo>
                    <a:pt x="64213" y="52777"/>
                    <a:pt x="70164" y="44658"/>
                    <a:pt x="70164" y="44658"/>
                  </a:cubicBezTo>
                  <a:cubicBezTo>
                    <a:pt x="72328" y="41216"/>
                    <a:pt x="73690" y="31612"/>
                    <a:pt x="74011" y="26646"/>
                  </a:cubicBezTo>
                  <a:cubicBezTo>
                    <a:pt x="74327" y="21689"/>
                    <a:pt x="69766" y="16569"/>
                    <a:pt x="64164" y="15442"/>
                  </a:cubicBezTo>
                  <a:cubicBezTo>
                    <a:pt x="64164" y="15442"/>
                    <a:pt x="61444" y="7448"/>
                    <a:pt x="57520" y="4083"/>
                  </a:cubicBezTo>
                  <a:cubicBezTo>
                    <a:pt x="53600" y="718"/>
                    <a:pt x="47754" y="1"/>
                    <a:pt x="47754" y="1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" name="Google Shape;5534;p73"/>
            <p:cNvSpPr/>
            <p:nvPr/>
          </p:nvSpPr>
          <p:spPr>
            <a:xfrm>
              <a:off x="2674481" y="1288302"/>
              <a:ext cx="1303309" cy="956492"/>
            </a:xfrm>
            <a:custGeom>
              <a:avLst/>
              <a:gdLst/>
              <a:ahLst/>
              <a:cxnLst/>
              <a:rect l="l" t="t" r="r" b="b"/>
              <a:pathLst>
                <a:path w="75162" h="55161" extrusionOk="0">
                  <a:moveTo>
                    <a:pt x="50105" y="1082"/>
                  </a:moveTo>
                  <a:lnTo>
                    <a:pt x="50105" y="1082"/>
                  </a:lnTo>
                  <a:cubicBezTo>
                    <a:pt x="52120" y="1577"/>
                    <a:pt x="55339" y="2631"/>
                    <a:pt x="57763" y="4706"/>
                  </a:cubicBezTo>
                  <a:cubicBezTo>
                    <a:pt x="61565" y="7966"/>
                    <a:pt x="64273" y="15834"/>
                    <a:pt x="64302" y="15915"/>
                  </a:cubicBezTo>
                  <a:cubicBezTo>
                    <a:pt x="64342" y="16033"/>
                    <a:pt x="64443" y="16122"/>
                    <a:pt x="64565" y="16150"/>
                  </a:cubicBezTo>
                  <a:cubicBezTo>
                    <a:pt x="70058" y="17249"/>
                    <a:pt x="74436" y="22211"/>
                    <a:pt x="74128" y="26982"/>
                  </a:cubicBezTo>
                  <a:cubicBezTo>
                    <a:pt x="73775" y="32451"/>
                    <a:pt x="72365" y="41596"/>
                    <a:pt x="70354" y="44799"/>
                  </a:cubicBezTo>
                  <a:cubicBezTo>
                    <a:pt x="70293" y="44880"/>
                    <a:pt x="64419" y="52854"/>
                    <a:pt x="60284" y="54203"/>
                  </a:cubicBezTo>
                  <a:cubicBezTo>
                    <a:pt x="59790" y="54368"/>
                    <a:pt x="59302" y="54449"/>
                    <a:pt x="58825" y="54449"/>
                  </a:cubicBezTo>
                  <a:cubicBezTo>
                    <a:pt x="58418" y="54449"/>
                    <a:pt x="58019" y="54390"/>
                    <a:pt x="57629" y="54272"/>
                  </a:cubicBezTo>
                  <a:cubicBezTo>
                    <a:pt x="55095" y="53514"/>
                    <a:pt x="52845" y="50044"/>
                    <a:pt x="53547" y="43996"/>
                  </a:cubicBezTo>
                  <a:cubicBezTo>
                    <a:pt x="54856" y="32657"/>
                    <a:pt x="50754" y="28494"/>
                    <a:pt x="47085" y="26998"/>
                  </a:cubicBezTo>
                  <a:cubicBezTo>
                    <a:pt x="44669" y="26009"/>
                    <a:pt x="40720" y="25259"/>
                    <a:pt x="36565" y="25259"/>
                  </a:cubicBezTo>
                  <a:cubicBezTo>
                    <a:pt x="31344" y="25259"/>
                    <a:pt x="25802" y="26439"/>
                    <a:pt x="22547" y="29800"/>
                  </a:cubicBezTo>
                  <a:cubicBezTo>
                    <a:pt x="17050" y="35483"/>
                    <a:pt x="15100" y="35621"/>
                    <a:pt x="10823" y="35937"/>
                  </a:cubicBezTo>
                  <a:cubicBezTo>
                    <a:pt x="7499" y="36176"/>
                    <a:pt x="5562" y="40027"/>
                    <a:pt x="4710" y="42277"/>
                  </a:cubicBezTo>
                  <a:cubicBezTo>
                    <a:pt x="3632" y="29617"/>
                    <a:pt x="10175" y="25494"/>
                    <a:pt x="10949" y="25053"/>
                  </a:cubicBezTo>
                  <a:cubicBezTo>
                    <a:pt x="11115" y="24955"/>
                    <a:pt x="11180" y="24749"/>
                    <a:pt x="11091" y="24574"/>
                  </a:cubicBezTo>
                  <a:cubicBezTo>
                    <a:pt x="11025" y="24454"/>
                    <a:pt x="10902" y="24387"/>
                    <a:pt x="10774" y="24387"/>
                  </a:cubicBezTo>
                  <a:cubicBezTo>
                    <a:pt x="10719" y="24387"/>
                    <a:pt x="10664" y="24399"/>
                    <a:pt x="10613" y="24424"/>
                  </a:cubicBezTo>
                  <a:cubicBezTo>
                    <a:pt x="6899" y="26293"/>
                    <a:pt x="4228" y="28089"/>
                    <a:pt x="2866" y="29070"/>
                  </a:cubicBezTo>
                  <a:cubicBezTo>
                    <a:pt x="6247" y="21534"/>
                    <a:pt x="14233" y="17768"/>
                    <a:pt x="14318" y="17723"/>
                  </a:cubicBezTo>
                  <a:cubicBezTo>
                    <a:pt x="14638" y="17561"/>
                    <a:pt x="14549" y="17083"/>
                    <a:pt x="14192" y="17046"/>
                  </a:cubicBezTo>
                  <a:cubicBezTo>
                    <a:pt x="7690" y="16625"/>
                    <a:pt x="3851" y="14217"/>
                    <a:pt x="2035" y="12692"/>
                  </a:cubicBezTo>
                  <a:lnTo>
                    <a:pt x="2035" y="12692"/>
                  </a:lnTo>
                  <a:cubicBezTo>
                    <a:pt x="4233" y="13491"/>
                    <a:pt x="6575" y="13845"/>
                    <a:pt x="8919" y="13845"/>
                  </a:cubicBezTo>
                  <a:cubicBezTo>
                    <a:pt x="14570" y="13845"/>
                    <a:pt x="20239" y="11791"/>
                    <a:pt x="23958" y="8963"/>
                  </a:cubicBezTo>
                  <a:cubicBezTo>
                    <a:pt x="27716" y="6100"/>
                    <a:pt x="31232" y="5649"/>
                    <a:pt x="33078" y="5649"/>
                  </a:cubicBezTo>
                  <a:cubicBezTo>
                    <a:pt x="33916" y="5649"/>
                    <a:pt x="34410" y="5742"/>
                    <a:pt x="34425" y="5744"/>
                  </a:cubicBezTo>
                  <a:cubicBezTo>
                    <a:pt x="34454" y="5751"/>
                    <a:pt x="34482" y="5754"/>
                    <a:pt x="34509" y="5754"/>
                  </a:cubicBezTo>
                  <a:cubicBezTo>
                    <a:pt x="34863" y="5754"/>
                    <a:pt x="35006" y="5241"/>
                    <a:pt x="34648" y="5075"/>
                  </a:cubicBezTo>
                  <a:cubicBezTo>
                    <a:pt x="33286" y="4406"/>
                    <a:pt x="31770" y="4102"/>
                    <a:pt x="30517" y="3977"/>
                  </a:cubicBezTo>
                  <a:cubicBezTo>
                    <a:pt x="33230" y="3393"/>
                    <a:pt x="35901" y="3099"/>
                    <a:pt x="38508" y="3099"/>
                  </a:cubicBezTo>
                  <a:cubicBezTo>
                    <a:pt x="40279" y="3099"/>
                    <a:pt x="42021" y="3234"/>
                    <a:pt x="43728" y="3507"/>
                  </a:cubicBezTo>
                  <a:cubicBezTo>
                    <a:pt x="50458" y="4581"/>
                    <a:pt x="54256" y="7398"/>
                    <a:pt x="54418" y="7520"/>
                  </a:cubicBezTo>
                  <a:cubicBezTo>
                    <a:pt x="54488" y="7575"/>
                    <a:pt x="54563" y="7599"/>
                    <a:pt x="54636" y="7599"/>
                  </a:cubicBezTo>
                  <a:cubicBezTo>
                    <a:pt x="54881" y="7599"/>
                    <a:pt x="55095" y="7325"/>
                    <a:pt x="54945" y="7062"/>
                  </a:cubicBezTo>
                  <a:cubicBezTo>
                    <a:pt x="53214" y="3888"/>
                    <a:pt x="51398" y="2071"/>
                    <a:pt x="50105" y="1082"/>
                  </a:cubicBezTo>
                  <a:close/>
                  <a:moveTo>
                    <a:pt x="48229" y="1"/>
                  </a:moveTo>
                  <a:cubicBezTo>
                    <a:pt x="48069" y="1"/>
                    <a:pt x="47924" y="109"/>
                    <a:pt x="47884" y="268"/>
                  </a:cubicBezTo>
                  <a:cubicBezTo>
                    <a:pt x="47843" y="442"/>
                    <a:pt x="47936" y="620"/>
                    <a:pt x="48102" y="689"/>
                  </a:cubicBezTo>
                  <a:cubicBezTo>
                    <a:pt x="48135" y="701"/>
                    <a:pt x="50871" y="1800"/>
                    <a:pt x="53579" y="6142"/>
                  </a:cubicBezTo>
                  <a:cubicBezTo>
                    <a:pt x="51893" y="5156"/>
                    <a:pt x="48565" y="3555"/>
                    <a:pt x="43842" y="2801"/>
                  </a:cubicBezTo>
                  <a:cubicBezTo>
                    <a:pt x="42098" y="2525"/>
                    <a:pt x="40321" y="2387"/>
                    <a:pt x="38515" y="2387"/>
                  </a:cubicBezTo>
                  <a:cubicBezTo>
                    <a:pt x="35019" y="2387"/>
                    <a:pt x="31416" y="2904"/>
                    <a:pt x="27748" y="3936"/>
                  </a:cubicBezTo>
                  <a:cubicBezTo>
                    <a:pt x="27349" y="4055"/>
                    <a:pt x="27443" y="4635"/>
                    <a:pt x="27841" y="4635"/>
                  </a:cubicBezTo>
                  <a:cubicBezTo>
                    <a:pt x="27852" y="4635"/>
                    <a:pt x="27863" y="4634"/>
                    <a:pt x="27874" y="4634"/>
                  </a:cubicBezTo>
                  <a:cubicBezTo>
                    <a:pt x="27884" y="4634"/>
                    <a:pt x="28227" y="4605"/>
                    <a:pt x="28778" y="4605"/>
                  </a:cubicBezTo>
                  <a:cubicBezTo>
                    <a:pt x="29580" y="4605"/>
                    <a:pt x="30821" y="4665"/>
                    <a:pt x="32122" y="4958"/>
                  </a:cubicBezTo>
                  <a:cubicBezTo>
                    <a:pt x="30055" y="5108"/>
                    <a:pt x="26901" y="5829"/>
                    <a:pt x="23528" y="8395"/>
                  </a:cubicBezTo>
                  <a:cubicBezTo>
                    <a:pt x="19915" y="11143"/>
                    <a:pt x="14408" y="13141"/>
                    <a:pt x="8928" y="13141"/>
                  </a:cubicBezTo>
                  <a:cubicBezTo>
                    <a:pt x="6064" y="13141"/>
                    <a:pt x="3207" y="12595"/>
                    <a:pt x="632" y="11326"/>
                  </a:cubicBezTo>
                  <a:cubicBezTo>
                    <a:pt x="577" y="11298"/>
                    <a:pt x="521" y="11286"/>
                    <a:pt x="468" y="11286"/>
                  </a:cubicBezTo>
                  <a:cubicBezTo>
                    <a:pt x="201" y="11286"/>
                    <a:pt x="1" y="11607"/>
                    <a:pt x="190" y="11857"/>
                  </a:cubicBezTo>
                  <a:cubicBezTo>
                    <a:pt x="344" y="12060"/>
                    <a:pt x="3920" y="16702"/>
                    <a:pt x="12936" y="17654"/>
                  </a:cubicBezTo>
                  <a:cubicBezTo>
                    <a:pt x="10418" y="19081"/>
                    <a:pt x="4204" y="23188"/>
                    <a:pt x="1723" y="30006"/>
                  </a:cubicBezTo>
                  <a:cubicBezTo>
                    <a:pt x="1666" y="30156"/>
                    <a:pt x="1719" y="30327"/>
                    <a:pt x="1848" y="30420"/>
                  </a:cubicBezTo>
                  <a:cubicBezTo>
                    <a:pt x="1910" y="30462"/>
                    <a:pt x="1982" y="30483"/>
                    <a:pt x="2054" y="30483"/>
                  </a:cubicBezTo>
                  <a:cubicBezTo>
                    <a:pt x="2134" y="30483"/>
                    <a:pt x="2214" y="30457"/>
                    <a:pt x="2278" y="30404"/>
                  </a:cubicBezTo>
                  <a:cubicBezTo>
                    <a:pt x="2306" y="30383"/>
                    <a:pt x="4386" y="28689"/>
                    <a:pt x="8083" y="26589"/>
                  </a:cubicBezTo>
                  <a:lnTo>
                    <a:pt x="8083" y="26589"/>
                  </a:lnTo>
                  <a:cubicBezTo>
                    <a:pt x="5776" y="29208"/>
                    <a:pt x="2943" y="34482"/>
                    <a:pt x="4179" y="44000"/>
                  </a:cubicBezTo>
                  <a:cubicBezTo>
                    <a:pt x="4204" y="44166"/>
                    <a:pt x="4341" y="44296"/>
                    <a:pt x="4508" y="44308"/>
                  </a:cubicBezTo>
                  <a:cubicBezTo>
                    <a:pt x="4513" y="44308"/>
                    <a:pt x="4519" y="44309"/>
                    <a:pt x="4525" y="44309"/>
                  </a:cubicBezTo>
                  <a:cubicBezTo>
                    <a:pt x="4688" y="44309"/>
                    <a:pt x="4834" y="44197"/>
                    <a:pt x="4881" y="44041"/>
                  </a:cubicBezTo>
                  <a:cubicBezTo>
                    <a:pt x="4893" y="43968"/>
                    <a:pt x="6774" y="36942"/>
                    <a:pt x="10880" y="36642"/>
                  </a:cubicBezTo>
                  <a:cubicBezTo>
                    <a:pt x="15339" y="36318"/>
                    <a:pt x="17374" y="36172"/>
                    <a:pt x="23058" y="30290"/>
                  </a:cubicBezTo>
                  <a:cubicBezTo>
                    <a:pt x="25462" y="27813"/>
                    <a:pt x="29653" y="26289"/>
                    <a:pt x="34855" y="26009"/>
                  </a:cubicBezTo>
                  <a:cubicBezTo>
                    <a:pt x="35422" y="25979"/>
                    <a:pt x="35996" y="25964"/>
                    <a:pt x="36574" y="25964"/>
                  </a:cubicBezTo>
                  <a:cubicBezTo>
                    <a:pt x="40332" y="25964"/>
                    <a:pt x="44206" y="26590"/>
                    <a:pt x="46813" y="27651"/>
                  </a:cubicBezTo>
                  <a:cubicBezTo>
                    <a:pt x="50259" y="29062"/>
                    <a:pt x="54098" y="33022"/>
                    <a:pt x="52841" y="43911"/>
                  </a:cubicBezTo>
                  <a:cubicBezTo>
                    <a:pt x="52095" y="50369"/>
                    <a:pt x="54605" y="54110"/>
                    <a:pt x="57422" y="54949"/>
                  </a:cubicBezTo>
                  <a:cubicBezTo>
                    <a:pt x="57876" y="55091"/>
                    <a:pt x="58351" y="55160"/>
                    <a:pt x="58825" y="55160"/>
                  </a:cubicBezTo>
                  <a:cubicBezTo>
                    <a:pt x="59396" y="55156"/>
                    <a:pt x="59964" y="55063"/>
                    <a:pt x="60507" y="54885"/>
                  </a:cubicBezTo>
                  <a:cubicBezTo>
                    <a:pt x="64857" y="53454"/>
                    <a:pt x="70678" y="45557"/>
                    <a:pt x="70942" y="45200"/>
                  </a:cubicBezTo>
                  <a:cubicBezTo>
                    <a:pt x="73236" y="41552"/>
                    <a:pt x="74554" y="31381"/>
                    <a:pt x="74837" y="27031"/>
                  </a:cubicBezTo>
                  <a:cubicBezTo>
                    <a:pt x="75162" y="21976"/>
                    <a:pt x="70634" y="16738"/>
                    <a:pt x="64906" y="15490"/>
                  </a:cubicBezTo>
                  <a:cubicBezTo>
                    <a:pt x="64456" y="14221"/>
                    <a:pt x="61881" y="7301"/>
                    <a:pt x="58221" y="4171"/>
                  </a:cubicBezTo>
                  <a:cubicBezTo>
                    <a:pt x="54268" y="774"/>
                    <a:pt x="48520" y="36"/>
                    <a:pt x="48277" y="4"/>
                  </a:cubicBezTo>
                  <a:cubicBezTo>
                    <a:pt x="48261" y="2"/>
                    <a:pt x="48245" y="1"/>
                    <a:pt x="4822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" name="Google Shape;5535;p73"/>
            <p:cNvSpPr/>
            <p:nvPr/>
          </p:nvSpPr>
          <p:spPr>
            <a:xfrm>
              <a:off x="3433712" y="1294475"/>
              <a:ext cx="537817" cy="944111"/>
            </a:xfrm>
            <a:custGeom>
              <a:avLst/>
              <a:gdLst/>
              <a:ahLst/>
              <a:cxnLst/>
              <a:rect l="l" t="t" r="r" b="b"/>
              <a:pathLst>
                <a:path w="31016" h="54447" extrusionOk="0">
                  <a:moveTo>
                    <a:pt x="16601" y="19613"/>
                  </a:moveTo>
                  <a:lnTo>
                    <a:pt x="16601" y="19613"/>
                  </a:lnTo>
                  <a:cubicBezTo>
                    <a:pt x="16601" y="19613"/>
                    <a:pt x="16601" y="19613"/>
                    <a:pt x="16601" y="19613"/>
                  </a:cubicBezTo>
                  <a:cubicBezTo>
                    <a:pt x="16601" y="19613"/>
                    <a:pt x="16601" y="19613"/>
                    <a:pt x="16601" y="19613"/>
                  </a:cubicBezTo>
                  <a:close/>
                  <a:moveTo>
                    <a:pt x="4443" y="1"/>
                  </a:moveTo>
                  <a:cubicBezTo>
                    <a:pt x="4443" y="1"/>
                    <a:pt x="7804" y="1282"/>
                    <a:pt x="10844" y="6880"/>
                  </a:cubicBezTo>
                  <a:cubicBezTo>
                    <a:pt x="10698" y="6767"/>
                    <a:pt x="6831" y="3888"/>
                    <a:pt x="0" y="2802"/>
                  </a:cubicBezTo>
                  <a:lnTo>
                    <a:pt x="0" y="2802"/>
                  </a:lnTo>
                  <a:cubicBezTo>
                    <a:pt x="369" y="2932"/>
                    <a:pt x="730" y="3069"/>
                    <a:pt x="1095" y="3215"/>
                  </a:cubicBezTo>
                  <a:cubicBezTo>
                    <a:pt x="5736" y="5100"/>
                    <a:pt x="9863" y="8283"/>
                    <a:pt x="12847" y="12312"/>
                  </a:cubicBezTo>
                  <a:cubicBezTo>
                    <a:pt x="13288" y="12904"/>
                    <a:pt x="16844" y="19577"/>
                    <a:pt x="16601" y="19613"/>
                  </a:cubicBezTo>
                  <a:lnTo>
                    <a:pt x="16601" y="19613"/>
                  </a:lnTo>
                  <a:cubicBezTo>
                    <a:pt x="16776" y="19590"/>
                    <a:pt x="16951" y="19579"/>
                    <a:pt x="17126" y="19579"/>
                  </a:cubicBezTo>
                  <a:cubicBezTo>
                    <a:pt x="18742" y="19579"/>
                    <a:pt x="20294" y="20545"/>
                    <a:pt x="21279" y="21855"/>
                  </a:cubicBezTo>
                  <a:cubicBezTo>
                    <a:pt x="22369" y="23302"/>
                    <a:pt x="22864" y="25106"/>
                    <a:pt x="23180" y="26890"/>
                  </a:cubicBezTo>
                  <a:cubicBezTo>
                    <a:pt x="23828" y="30627"/>
                    <a:pt x="23776" y="34450"/>
                    <a:pt x="23022" y="38163"/>
                  </a:cubicBezTo>
                  <a:cubicBezTo>
                    <a:pt x="22829" y="38139"/>
                    <a:pt x="22638" y="38127"/>
                    <a:pt x="22450" y="38127"/>
                  </a:cubicBezTo>
                  <a:cubicBezTo>
                    <a:pt x="19685" y="38127"/>
                    <a:pt x="17466" y="40712"/>
                    <a:pt x="15887" y="43089"/>
                  </a:cubicBezTo>
                  <a:cubicBezTo>
                    <a:pt x="14695" y="44885"/>
                    <a:pt x="13536" y="46749"/>
                    <a:pt x="13037" y="48841"/>
                  </a:cubicBezTo>
                  <a:cubicBezTo>
                    <a:pt x="12608" y="50661"/>
                    <a:pt x="12762" y="52692"/>
                    <a:pt x="13743" y="54253"/>
                  </a:cubicBezTo>
                  <a:cubicBezTo>
                    <a:pt x="14160" y="54381"/>
                    <a:pt x="14595" y="54446"/>
                    <a:pt x="15041" y="54446"/>
                  </a:cubicBezTo>
                  <a:cubicBezTo>
                    <a:pt x="15552" y="54446"/>
                    <a:pt x="16078" y="54361"/>
                    <a:pt x="16613" y="54188"/>
                  </a:cubicBezTo>
                  <a:cubicBezTo>
                    <a:pt x="20902" y="52777"/>
                    <a:pt x="26853" y="44658"/>
                    <a:pt x="26853" y="44658"/>
                  </a:cubicBezTo>
                  <a:cubicBezTo>
                    <a:pt x="29017" y="41216"/>
                    <a:pt x="30379" y="31612"/>
                    <a:pt x="30700" y="26646"/>
                  </a:cubicBezTo>
                  <a:cubicBezTo>
                    <a:pt x="31016" y="21689"/>
                    <a:pt x="26455" y="16569"/>
                    <a:pt x="20853" y="15442"/>
                  </a:cubicBezTo>
                  <a:cubicBezTo>
                    <a:pt x="20853" y="15442"/>
                    <a:pt x="18133" y="7448"/>
                    <a:pt x="14209" y="4083"/>
                  </a:cubicBezTo>
                  <a:cubicBezTo>
                    <a:pt x="10289" y="718"/>
                    <a:pt x="4443" y="1"/>
                    <a:pt x="4443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" name="Google Shape;5536;p73"/>
            <p:cNvSpPr/>
            <p:nvPr/>
          </p:nvSpPr>
          <p:spPr>
            <a:xfrm>
              <a:off x="3874513" y="1628374"/>
              <a:ext cx="61384" cy="181723"/>
            </a:xfrm>
            <a:custGeom>
              <a:avLst/>
              <a:gdLst/>
              <a:ahLst/>
              <a:cxnLst/>
              <a:rect l="l" t="t" r="r" b="b"/>
              <a:pathLst>
                <a:path w="3540" h="10480" extrusionOk="0">
                  <a:moveTo>
                    <a:pt x="1" y="0"/>
                  </a:moveTo>
                  <a:cubicBezTo>
                    <a:pt x="921" y="357"/>
                    <a:pt x="1501" y="1164"/>
                    <a:pt x="1890" y="2027"/>
                  </a:cubicBezTo>
                  <a:cubicBezTo>
                    <a:pt x="2283" y="2887"/>
                    <a:pt x="2514" y="3823"/>
                    <a:pt x="2717" y="4755"/>
                  </a:cubicBezTo>
                  <a:cubicBezTo>
                    <a:pt x="3122" y="6628"/>
                    <a:pt x="3260" y="8546"/>
                    <a:pt x="3199" y="10479"/>
                  </a:cubicBezTo>
                  <a:cubicBezTo>
                    <a:pt x="3540" y="8574"/>
                    <a:pt x="3467" y="6588"/>
                    <a:pt x="3065" y="4682"/>
                  </a:cubicBezTo>
                  <a:cubicBezTo>
                    <a:pt x="2850" y="3734"/>
                    <a:pt x="2599" y="2781"/>
                    <a:pt x="2145" y="1906"/>
                  </a:cubicBezTo>
                  <a:cubicBezTo>
                    <a:pt x="1914" y="1468"/>
                    <a:pt x="1634" y="1054"/>
                    <a:pt x="1274" y="710"/>
                  </a:cubicBezTo>
                  <a:cubicBezTo>
                    <a:pt x="921" y="361"/>
                    <a:pt x="483" y="118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" name="Google Shape;5537;p73"/>
            <p:cNvSpPr/>
            <p:nvPr/>
          </p:nvSpPr>
          <p:spPr>
            <a:xfrm>
              <a:off x="3914447" y="1837494"/>
              <a:ext cx="11254" cy="54274"/>
            </a:xfrm>
            <a:custGeom>
              <a:avLst/>
              <a:gdLst/>
              <a:ahLst/>
              <a:cxnLst/>
              <a:rect l="l" t="t" r="r" b="b"/>
              <a:pathLst>
                <a:path w="649" h="3130" extrusionOk="0">
                  <a:moveTo>
                    <a:pt x="523" y="0"/>
                  </a:moveTo>
                  <a:cubicBezTo>
                    <a:pt x="369" y="527"/>
                    <a:pt x="284" y="1038"/>
                    <a:pt x="203" y="1553"/>
                  </a:cubicBezTo>
                  <a:cubicBezTo>
                    <a:pt x="122" y="2072"/>
                    <a:pt x="29" y="2583"/>
                    <a:pt x="0" y="3130"/>
                  </a:cubicBezTo>
                  <a:cubicBezTo>
                    <a:pt x="296" y="2664"/>
                    <a:pt x="470" y="2141"/>
                    <a:pt x="552" y="1610"/>
                  </a:cubicBezTo>
                  <a:cubicBezTo>
                    <a:pt x="633" y="1079"/>
                    <a:pt x="649" y="531"/>
                    <a:pt x="5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" name="Google Shape;5538;p73"/>
            <p:cNvSpPr/>
            <p:nvPr/>
          </p:nvSpPr>
          <p:spPr>
            <a:xfrm>
              <a:off x="3893777" y="1919738"/>
              <a:ext cx="18779" cy="93150"/>
            </a:xfrm>
            <a:custGeom>
              <a:avLst/>
              <a:gdLst/>
              <a:ahLst/>
              <a:cxnLst/>
              <a:rect l="l" t="t" r="r" b="b"/>
              <a:pathLst>
                <a:path w="1083" h="5372" extrusionOk="0">
                  <a:moveTo>
                    <a:pt x="1083" y="0"/>
                  </a:moveTo>
                  <a:lnTo>
                    <a:pt x="1083" y="0"/>
                  </a:lnTo>
                  <a:cubicBezTo>
                    <a:pt x="645" y="815"/>
                    <a:pt x="365" y="1703"/>
                    <a:pt x="207" y="2615"/>
                  </a:cubicBezTo>
                  <a:cubicBezTo>
                    <a:pt x="49" y="3527"/>
                    <a:pt x="0" y="4460"/>
                    <a:pt x="130" y="5372"/>
                  </a:cubicBezTo>
                  <a:cubicBezTo>
                    <a:pt x="280" y="4460"/>
                    <a:pt x="406" y="3560"/>
                    <a:pt x="556" y="2676"/>
                  </a:cubicBezTo>
                  <a:cubicBezTo>
                    <a:pt x="710" y="1788"/>
                    <a:pt x="908" y="904"/>
                    <a:pt x="108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" name="Google Shape;5539;p73"/>
            <p:cNvSpPr/>
            <p:nvPr/>
          </p:nvSpPr>
          <p:spPr>
            <a:xfrm>
              <a:off x="3674798" y="1917345"/>
              <a:ext cx="39032" cy="178359"/>
            </a:xfrm>
            <a:custGeom>
              <a:avLst/>
              <a:gdLst/>
              <a:ahLst/>
              <a:cxnLst/>
              <a:rect l="l" t="t" r="r" b="b"/>
              <a:pathLst>
                <a:path w="2251" h="10286" extrusionOk="0">
                  <a:moveTo>
                    <a:pt x="840" y="1"/>
                  </a:moveTo>
                  <a:lnTo>
                    <a:pt x="840" y="1"/>
                  </a:lnTo>
                  <a:cubicBezTo>
                    <a:pt x="293" y="1711"/>
                    <a:pt x="1" y="3548"/>
                    <a:pt x="167" y="5352"/>
                  </a:cubicBezTo>
                  <a:cubicBezTo>
                    <a:pt x="333" y="7156"/>
                    <a:pt x="990" y="8980"/>
                    <a:pt x="2251" y="10285"/>
                  </a:cubicBezTo>
                  <a:cubicBezTo>
                    <a:pt x="1217" y="8805"/>
                    <a:pt x="690" y="7083"/>
                    <a:pt x="524" y="5319"/>
                  </a:cubicBezTo>
                  <a:cubicBezTo>
                    <a:pt x="354" y="3556"/>
                    <a:pt x="568" y="1772"/>
                    <a:pt x="84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" name="Google Shape;5540;p73"/>
            <p:cNvSpPr/>
            <p:nvPr/>
          </p:nvSpPr>
          <p:spPr>
            <a:xfrm>
              <a:off x="3619275" y="1665135"/>
              <a:ext cx="34888" cy="185590"/>
            </a:xfrm>
            <a:custGeom>
              <a:avLst/>
              <a:gdLst/>
              <a:ahLst/>
              <a:cxnLst/>
              <a:rect l="l" t="t" r="r" b="b"/>
              <a:pathLst>
                <a:path w="2012" h="10703" extrusionOk="0">
                  <a:moveTo>
                    <a:pt x="1448" y="0"/>
                  </a:moveTo>
                  <a:lnTo>
                    <a:pt x="1448" y="0"/>
                  </a:lnTo>
                  <a:cubicBezTo>
                    <a:pt x="507" y="1663"/>
                    <a:pt x="29" y="3596"/>
                    <a:pt x="0" y="5518"/>
                  </a:cubicBezTo>
                  <a:cubicBezTo>
                    <a:pt x="0" y="6483"/>
                    <a:pt x="82" y="7464"/>
                    <a:pt x="361" y="8388"/>
                  </a:cubicBezTo>
                  <a:cubicBezTo>
                    <a:pt x="637" y="9312"/>
                    <a:pt x="1180" y="10208"/>
                    <a:pt x="2011" y="10703"/>
                  </a:cubicBezTo>
                  <a:cubicBezTo>
                    <a:pt x="1265" y="10090"/>
                    <a:pt x="852" y="9215"/>
                    <a:pt x="629" y="8311"/>
                  </a:cubicBezTo>
                  <a:cubicBezTo>
                    <a:pt x="406" y="7411"/>
                    <a:pt x="353" y="6462"/>
                    <a:pt x="361" y="5526"/>
                  </a:cubicBezTo>
                  <a:cubicBezTo>
                    <a:pt x="373" y="3645"/>
                    <a:pt x="767" y="1780"/>
                    <a:pt x="144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" name="Google Shape;5541;p73"/>
            <p:cNvSpPr/>
            <p:nvPr/>
          </p:nvSpPr>
          <p:spPr>
            <a:xfrm>
              <a:off x="3616684" y="1358512"/>
              <a:ext cx="145309" cy="184688"/>
            </a:xfrm>
            <a:custGeom>
              <a:avLst/>
              <a:gdLst/>
              <a:ahLst/>
              <a:cxnLst/>
              <a:rect l="l" t="t" r="r" b="b"/>
              <a:pathLst>
                <a:path w="8380" h="10651" extrusionOk="0">
                  <a:moveTo>
                    <a:pt x="0" y="1"/>
                  </a:moveTo>
                  <a:lnTo>
                    <a:pt x="0" y="1"/>
                  </a:lnTo>
                  <a:cubicBezTo>
                    <a:pt x="2015" y="1144"/>
                    <a:pt x="3677" y="2782"/>
                    <a:pt x="5027" y="4630"/>
                  </a:cubicBezTo>
                  <a:cubicBezTo>
                    <a:pt x="6373" y="6483"/>
                    <a:pt x="7398" y="8558"/>
                    <a:pt x="8379" y="10650"/>
                  </a:cubicBezTo>
                  <a:cubicBezTo>
                    <a:pt x="7662" y="8453"/>
                    <a:pt x="6673" y="6292"/>
                    <a:pt x="5311" y="4419"/>
                  </a:cubicBezTo>
                  <a:cubicBezTo>
                    <a:pt x="3945" y="2542"/>
                    <a:pt x="2153" y="897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7" name="Google Shape;5542;p73"/>
            <p:cNvSpPr/>
            <p:nvPr/>
          </p:nvSpPr>
          <p:spPr>
            <a:xfrm>
              <a:off x="3647671" y="1417138"/>
              <a:ext cx="77492" cy="94642"/>
            </a:xfrm>
            <a:custGeom>
              <a:avLst/>
              <a:gdLst/>
              <a:ahLst/>
              <a:cxnLst/>
              <a:rect l="l" t="t" r="r" b="b"/>
              <a:pathLst>
                <a:path w="4469" h="5458" extrusionOk="0">
                  <a:moveTo>
                    <a:pt x="1" y="1"/>
                  </a:moveTo>
                  <a:lnTo>
                    <a:pt x="1" y="1"/>
                  </a:lnTo>
                  <a:cubicBezTo>
                    <a:pt x="828" y="872"/>
                    <a:pt x="1708" y="1671"/>
                    <a:pt x="2498" y="2542"/>
                  </a:cubicBezTo>
                  <a:cubicBezTo>
                    <a:pt x="3289" y="3414"/>
                    <a:pt x="3978" y="4363"/>
                    <a:pt x="4468" y="5457"/>
                  </a:cubicBezTo>
                  <a:cubicBezTo>
                    <a:pt x="4245" y="4265"/>
                    <a:pt x="3585" y="3203"/>
                    <a:pt x="2762" y="2303"/>
                  </a:cubicBezTo>
                  <a:cubicBezTo>
                    <a:pt x="1943" y="1407"/>
                    <a:pt x="1002" y="657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8" name="Google Shape;5543;p73"/>
            <p:cNvSpPr/>
            <p:nvPr/>
          </p:nvSpPr>
          <p:spPr>
            <a:xfrm>
              <a:off x="3839729" y="1632380"/>
              <a:ext cx="59060" cy="156494"/>
            </a:xfrm>
            <a:custGeom>
              <a:avLst/>
              <a:gdLst/>
              <a:ahLst/>
              <a:cxnLst/>
              <a:rect l="l" t="t" r="r" b="b"/>
              <a:pathLst>
                <a:path w="3406" h="9025" extrusionOk="0">
                  <a:moveTo>
                    <a:pt x="0" y="0"/>
                  </a:moveTo>
                  <a:lnTo>
                    <a:pt x="0" y="0"/>
                  </a:lnTo>
                  <a:cubicBezTo>
                    <a:pt x="989" y="1322"/>
                    <a:pt x="1804" y="2753"/>
                    <a:pt x="2371" y="4277"/>
                  </a:cubicBezTo>
                  <a:cubicBezTo>
                    <a:pt x="2663" y="5035"/>
                    <a:pt x="2882" y="5822"/>
                    <a:pt x="3032" y="6616"/>
                  </a:cubicBezTo>
                  <a:cubicBezTo>
                    <a:pt x="3162" y="7415"/>
                    <a:pt x="3186" y="8238"/>
                    <a:pt x="2919" y="9024"/>
                  </a:cubicBezTo>
                  <a:cubicBezTo>
                    <a:pt x="3320" y="8294"/>
                    <a:pt x="3405" y="7415"/>
                    <a:pt x="3312" y="6580"/>
                  </a:cubicBezTo>
                  <a:cubicBezTo>
                    <a:pt x="3215" y="5741"/>
                    <a:pt x="2992" y="4938"/>
                    <a:pt x="2704" y="4151"/>
                  </a:cubicBezTo>
                  <a:cubicBezTo>
                    <a:pt x="2116" y="2591"/>
                    <a:pt x="1204" y="1140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" name="Google Shape;5544;p73"/>
            <p:cNvSpPr/>
            <p:nvPr/>
          </p:nvSpPr>
          <p:spPr>
            <a:xfrm>
              <a:off x="3864948" y="1843251"/>
              <a:ext cx="20687" cy="144477"/>
            </a:xfrm>
            <a:custGeom>
              <a:avLst/>
              <a:gdLst/>
              <a:ahLst/>
              <a:cxnLst/>
              <a:rect l="l" t="t" r="r" b="b"/>
              <a:pathLst>
                <a:path w="1193" h="8332" extrusionOk="0">
                  <a:moveTo>
                    <a:pt x="1038" y="1"/>
                  </a:moveTo>
                  <a:lnTo>
                    <a:pt x="1038" y="1"/>
                  </a:lnTo>
                  <a:cubicBezTo>
                    <a:pt x="913" y="1403"/>
                    <a:pt x="795" y="2798"/>
                    <a:pt x="625" y="4180"/>
                  </a:cubicBezTo>
                  <a:cubicBezTo>
                    <a:pt x="451" y="5567"/>
                    <a:pt x="224" y="6937"/>
                    <a:pt x="1" y="8331"/>
                  </a:cubicBezTo>
                  <a:cubicBezTo>
                    <a:pt x="491" y="7010"/>
                    <a:pt x="807" y="5619"/>
                    <a:pt x="973" y="4221"/>
                  </a:cubicBezTo>
                  <a:cubicBezTo>
                    <a:pt x="1140" y="2822"/>
                    <a:pt x="1192" y="1403"/>
                    <a:pt x="103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" name="Google Shape;5545;p73"/>
            <p:cNvSpPr/>
            <p:nvPr/>
          </p:nvSpPr>
          <p:spPr>
            <a:xfrm>
              <a:off x="3344151" y="1363089"/>
              <a:ext cx="253996" cy="66586"/>
            </a:xfrm>
            <a:custGeom>
              <a:avLst/>
              <a:gdLst/>
              <a:ahLst/>
              <a:cxnLst/>
              <a:rect l="l" t="t" r="r" b="b"/>
              <a:pathLst>
                <a:path w="14648" h="3840" extrusionOk="0">
                  <a:moveTo>
                    <a:pt x="1689" y="0"/>
                  </a:moveTo>
                  <a:cubicBezTo>
                    <a:pt x="1126" y="0"/>
                    <a:pt x="562" y="19"/>
                    <a:pt x="1" y="57"/>
                  </a:cubicBezTo>
                  <a:cubicBezTo>
                    <a:pt x="2575" y="162"/>
                    <a:pt x="5125" y="454"/>
                    <a:pt x="7622" y="1014"/>
                  </a:cubicBezTo>
                  <a:cubicBezTo>
                    <a:pt x="8874" y="1293"/>
                    <a:pt x="10123" y="1630"/>
                    <a:pt x="11327" y="2023"/>
                  </a:cubicBezTo>
                  <a:cubicBezTo>
                    <a:pt x="12535" y="2412"/>
                    <a:pt x="13751" y="2899"/>
                    <a:pt x="14647" y="3839"/>
                  </a:cubicBezTo>
                  <a:cubicBezTo>
                    <a:pt x="13857" y="2797"/>
                    <a:pt x="12620" y="2197"/>
                    <a:pt x="11420" y="1760"/>
                  </a:cubicBezTo>
                  <a:cubicBezTo>
                    <a:pt x="10204" y="1310"/>
                    <a:pt x="8964" y="949"/>
                    <a:pt x="7699" y="669"/>
                  </a:cubicBezTo>
                  <a:cubicBezTo>
                    <a:pt x="5728" y="238"/>
                    <a:pt x="3707" y="0"/>
                    <a:pt x="168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" name="Google Shape;5546;p73"/>
            <p:cNvSpPr/>
            <p:nvPr/>
          </p:nvSpPr>
          <p:spPr>
            <a:xfrm>
              <a:off x="3400385" y="1394336"/>
              <a:ext cx="162320" cy="31958"/>
            </a:xfrm>
            <a:custGeom>
              <a:avLst/>
              <a:gdLst/>
              <a:ahLst/>
              <a:cxnLst/>
              <a:rect l="l" t="t" r="r" b="b"/>
              <a:pathLst>
                <a:path w="9361" h="1843" extrusionOk="0">
                  <a:moveTo>
                    <a:pt x="1358" y="0"/>
                  </a:moveTo>
                  <a:cubicBezTo>
                    <a:pt x="906" y="0"/>
                    <a:pt x="453" y="11"/>
                    <a:pt x="1" y="31"/>
                  </a:cubicBezTo>
                  <a:cubicBezTo>
                    <a:pt x="1598" y="241"/>
                    <a:pt x="3195" y="355"/>
                    <a:pt x="4764" y="594"/>
                  </a:cubicBezTo>
                  <a:cubicBezTo>
                    <a:pt x="6337" y="833"/>
                    <a:pt x="7881" y="1214"/>
                    <a:pt x="9361" y="1843"/>
                  </a:cubicBezTo>
                  <a:cubicBezTo>
                    <a:pt x="8007" y="959"/>
                    <a:pt x="6422" y="489"/>
                    <a:pt x="4821" y="245"/>
                  </a:cubicBezTo>
                  <a:cubicBezTo>
                    <a:pt x="3670" y="71"/>
                    <a:pt x="2514" y="0"/>
                    <a:pt x="135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" name="Google Shape;5547;p73"/>
            <p:cNvSpPr/>
            <p:nvPr/>
          </p:nvSpPr>
          <p:spPr>
            <a:xfrm>
              <a:off x="3369676" y="1633299"/>
              <a:ext cx="188052" cy="36969"/>
            </a:xfrm>
            <a:custGeom>
              <a:avLst/>
              <a:gdLst/>
              <a:ahLst/>
              <a:cxnLst/>
              <a:rect l="l" t="t" r="r" b="b"/>
              <a:pathLst>
                <a:path w="10845" h="2132" extrusionOk="0">
                  <a:moveTo>
                    <a:pt x="10844" y="0"/>
                  </a:moveTo>
                  <a:lnTo>
                    <a:pt x="10844" y="0"/>
                  </a:lnTo>
                  <a:cubicBezTo>
                    <a:pt x="9190" y="860"/>
                    <a:pt x="7398" y="1427"/>
                    <a:pt x="5550" y="1674"/>
                  </a:cubicBezTo>
                  <a:cubicBezTo>
                    <a:pt x="4879" y="1761"/>
                    <a:pt x="4205" y="1804"/>
                    <a:pt x="3531" y="1804"/>
                  </a:cubicBezTo>
                  <a:cubicBezTo>
                    <a:pt x="2345" y="1804"/>
                    <a:pt x="1161" y="1671"/>
                    <a:pt x="0" y="1407"/>
                  </a:cubicBezTo>
                  <a:lnTo>
                    <a:pt x="0" y="1407"/>
                  </a:lnTo>
                  <a:cubicBezTo>
                    <a:pt x="1268" y="1897"/>
                    <a:pt x="2636" y="2131"/>
                    <a:pt x="4006" y="2131"/>
                  </a:cubicBezTo>
                  <a:cubicBezTo>
                    <a:pt x="4537" y="2131"/>
                    <a:pt x="5069" y="2096"/>
                    <a:pt x="5594" y="2027"/>
                  </a:cubicBezTo>
                  <a:cubicBezTo>
                    <a:pt x="7475" y="1776"/>
                    <a:pt x="9320" y="1103"/>
                    <a:pt x="1084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3" name="Google Shape;5548;p73"/>
            <p:cNvSpPr/>
            <p:nvPr/>
          </p:nvSpPr>
          <p:spPr>
            <a:xfrm>
              <a:off x="3266260" y="1656898"/>
              <a:ext cx="66447" cy="7057"/>
            </a:xfrm>
            <a:custGeom>
              <a:avLst/>
              <a:gdLst/>
              <a:ahLst/>
              <a:cxnLst/>
              <a:rect l="l" t="t" r="r" b="b"/>
              <a:pathLst>
                <a:path w="3832" h="407" extrusionOk="0">
                  <a:moveTo>
                    <a:pt x="2014" y="0"/>
                  </a:moveTo>
                  <a:cubicBezTo>
                    <a:pt x="1979" y="0"/>
                    <a:pt x="1945" y="1"/>
                    <a:pt x="1910" y="1"/>
                  </a:cubicBezTo>
                  <a:cubicBezTo>
                    <a:pt x="1258" y="9"/>
                    <a:pt x="597" y="123"/>
                    <a:pt x="1" y="407"/>
                  </a:cubicBezTo>
                  <a:cubicBezTo>
                    <a:pt x="658" y="394"/>
                    <a:pt x="1282" y="366"/>
                    <a:pt x="1914" y="354"/>
                  </a:cubicBezTo>
                  <a:cubicBezTo>
                    <a:pt x="2007" y="353"/>
                    <a:pt x="2099" y="352"/>
                    <a:pt x="2192" y="352"/>
                  </a:cubicBezTo>
                  <a:cubicBezTo>
                    <a:pt x="2638" y="352"/>
                    <a:pt x="3083" y="364"/>
                    <a:pt x="3544" y="364"/>
                  </a:cubicBezTo>
                  <a:cubicBezTo>
                    <a:pt x="3639" y="364"/>
                    <a:pt x="3735" y="363"/>
                    <a:pt x="3832" y="362"/>
                  </a:cubicBezTo>
                  <a:cubicBezTo>
                    <a:pt x="3260" y="105"/>
                    <a:pt x="2633" y="0"/>
                    <a:pt x="20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4" name="Google Shape;5549;p73"/>
            <p:cNvSpPr/>
            <p:nvPr/>
          </p:nvSpPr>
          <p:spPr>
            <a:xfrm>
              <a:off x="2999848" y="1655875"/>
              <a:ext cx="201907" cy="86388"/>
            </a:xfrm>
            <a:custGeom>
              <a:avLst/>
              <a:gdLst/>
              <a:ahLst/>
              <a:cxnLst/>
              <a:rect l="l" t="t" r="r" b="b"/>
              <a:pathLst>
                <a:path w="11644" h="4982" extrusionOk="0">
                  <a:moveTo>
                    <a:pt x="10218" y="0"/>
                  </a:moveTo>
                  <a:cubicBezTo>
                    <a:pt x="9614" y="0"/>
                    <a:pt x="9007" y="83"/>
                    <a:pt x="8417" y="222"/>
                  </a:cubicBezTo>
                  <a:cubicBezTo>
                    <a:pt x="7351" y="470"/>
                    <a:pt x="6345" y="899"/>
                    <a:pt x="5380" y="1394"/>
                  </a:cubicBezTo>
                  <a:cubicBezTo>
                    <a:pt x="3467" y="2395"/>
                    <a:pt x="1647" y="3583"/>
                    <a:pt x="1" y="4982"/>
                  </a:cubicBezTo>
                  <a:cubicBezTo>
                    <a:pt x="1809" y="3810"/>
                    <a:pt x="3641" y="2691"/>
                    <a:pt x="5542" y="1710"/>
                  </a:cubicBezTo>
                  <a:cubicBezTo>
                    <a:pt x="6491" y="1220"/>
                    <a:pt x="7468" y="786"/>
                    <a:pt x="8486" y="490"/>
                  </a:cubicBezTo>
                  <a:cubicBezTo>
                    <a:pt x="9265" y="267"/>
                    <a:pt x="10067" y="127"/>
                    <a:pt x="10881" y="127"/>
                  </a:cubicBezTo>
                  <a:cubicBezTo>
                    <a:pt x="11134" y="127"/>
                    <a:pt x="11389" y="141"/>
                    <a:pt x="11644" y="170"/>
                  </a:cubicBezTo>
                  <a:cubicBezTo>
                    <a:pt x="11178" y="53"/>
                    <a:pt x="10699" y="0"/>
                    <a:pt x="1021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" name="Google Shape;5550;p73"/>
            <p:cNvSpPr/>
            <p:nvPr/>
          </p:nvSpPr>
          <p:spPr>
            <a:xfrm>
              <a:off x="2872139" y="1502624"/>
              <a:ext cx="123721" cy="33744"/>
            </a:xfrm>
            <a:custGeom>
              <a:avLst/>
              <a:gdLst/>
              <a:ahLst/>
              <a:cxnLst/>
              <a:rect l="l" t="t" r="r" b="b"/>
              <a:pathLst>
                <a:path w="7135" h="1946" extrusionOk="0">
                  <a:moveTo>
                    <a:pt x="7135" y="0"/>
                  </a:moveTo>
                  <a:lnTo>
                    <a:pt x="7135" y="0"/>
                  </a:lnTo>
                  <a:cubicBezTo>
                    <a:pt x="6077" y="677"/>
                    <a:pt x="4893" y="1014"/>
                    <a:pt x="3681" y="1241"/>
                  </a:cubicBezTo>
                  <a:cubicBezTo>
                    <a:pt x="2469" y="1468"/>
                    <a:pt x="1208" y="1577"/>
                    <a:pt x="0" y="1946"/>
                  </a:cubicBezTo>
                  <a:cubicBezTo>
                    <a:pt x="1253" y="1853"/>
                    <a:pt x="2509" y="1824"/>
                    <a:pt x="3742" y="1589"/>
                  </a:cubicBezTo>
                  <a:cubicBezTo>
                    <a:pt x="4974" y="1358"/>
                    <a:pt x="6251" y="912"/>
                    <a:pt x="713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" name="Google Shape;5551;p73"/>
            <p:cNvSpPr/>
            <p:nvPr/>
          </p:nvSpPr>
          <p:spPr>
            <a:xfrm>
              <a:off x="3028321" y="1418612"/>
              <a:ext cx="148482" cy="73192"/>
            </a:xfrm>
            <a:custGeom>
              <a:avLst/>
              <a:gdLst/>
              <a:ahLst/>
              <a:cxnLst/>
              <a:rect l="l" t="t" r="r" b="b"/>
              <a:pathLst>
                <a:path w="8563" h="4221" extrusionOk="0">
                  <a:moveTo>
                    <a:pt x="8562" y="1"/>
                  </a:moveTo>
                  <a:cubicBezTo>
                    <a:pt x="7180" y="816"/>
                    <a:pt x="5794" y="1602"/>
                    <a:pt x="4371" y="2307"/>
                  </a:cubicBezTo>
                  <a:cubicBezTo>
                    <a:pt x="2948" y="3009"/>
                    <a:pt x="1484" y="3625"/>
                    <a:pt x="1" y="4221"/>
                  </a:cubicBezTo>
                  <a:cubicBezTo>
                    <a:pt x="1570" y="3892"/>
                    <a:pt x="3090" y="3333"/>
                    <a:pt x="4529" y="2620"/>
                  </a:cubicBezTo>
                  <a:cubicBezTo>
                    <a:pt x="5968" y="1906"/>
                    <a:pt x="7342" y="1051"/>
                    <a:pt x="856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7" name="Google Shape;5552;p73"/>
            <p:cNvSpPr/>
            <p:nvPr/>
          </p:nvSpPr>
          <p:spPr>
            <a:xfrm>
              <a:off x="3736025" y="2009871"/>
              <a:ext cx="100607" cy="53425"/>
            </a:xfrm>
            <a:custGeom>
              <a:avLst/>
              <a:gdLst/>
              <a:ahLst/>
              <a:cxnLst/>
              <a:rect l="l" t="t" r="r" b="b"/>
              <a:pathLst>
                <a:path w="5802" h="3081" extrusionOk="0">
                  <a:moveTo>
                    <a:pt x="4698" y="0"/>
                  </a:moveTo>
                  <a:cubicBezTo>
                    <a:pt x="3900" y="0"/>
                    <a:pt x="3091" y="207"/>
                    <a:pt x="2376" y="571"/>
                  </a:cubicBezTo>
                  <a:cubicBezTo>
                    <a:pt x="1330" y="1110"/>
                    <a:pt x="426" y="1998"/>
                    <a:pt x="1" y="3080"/>
                  </a:cubicBezTo>
                  <a:cubicBezTo>
                    <a:pt x="653" y="2152"/>
                    <a:pt x="1525" y="1402"/>
                    <a:pt x="2539" y="891"/>
                  </a:cubicBezTo>
                  <a:cubicBezTo>
                    <a:pt x="3515" y="399"/>
                    <a:pt x="4590" y="140"/>
                    <a:pt x="5679" y="140"/>
                  </a:cubicBezTo>
                  <a:cubicBezTo>
                    <a:pt x="5720" y="140"/>
                    <a:pt x="5761" y="141"/>
                    <a:pt x="5802" y="141"/>
                  </a:cubicBezTo>
                  <a:cubicBezTo>
                    <a:pt x="5443" y="46"/>
                    <a:pt x="5072" y="0"/>
                    <a:pt x="469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8" name="Google Shape;5553;p73"/>
            <p:cNvSpPr/>
            <p:nvPr/>
          </p:nvSpPr>
          <p:spPr>
            <a:xfrm>
              <a:off x="3212489" y="1405399"/>
              <a:ext cx="154101" cy="20756"/>
            </a:xfrm>
            <a:custGeom>
              <a:avLst/>
              <a:gdLst/>
              <a:ahLst/>
              <a:cxnLst/>
              <a:rect l="l" t="t" r="r" b="b"/>
              <a:pathLst>
                <a:path w="8887" h="1197" extrusionOk="0">
                  <a:moveTo>
                    <a:pt x="4998" y="1"/>
                  </a:moveTo>
                  <a:cubicBezTo>
                    <a:pt x="4796" y="1"/>
                    <a:pt x="4593" y="6"/>
                    <a:pt x="4391" y="17"/>
                  </a:cubicBezTo>
                  <a:cubicBezTo>
                    <a:pt x="2863" y="98"/>
                    <a:pt x="1343" y="479"/>
                    <a:pt x="1" y="1197"/>
                  </a:cubicBezTo>
                  <a:cubicBezTo>
                    <a:pt x="1444" y="738"/>
                    <a:pt x="2924" y="455"/>
                    <a:pt x="4411" y="374"/>
                  </a:cubicBezTo>
                  <a:cubicBezTo>
                    <a:pt x="4699" y="357"/>
                    <a:pt x="4987" y="349"/>
                    <a:pt x="5275" y="349"/>
                  </a:cubicBezTo>
                  <a:cubicBezTo>
                    <a:pt x="6480" y="349"/>
                    <a:pt x="7686" y="489"/>
                    <a:pt x="8887" y="734"/>
                  </a:cubicBezTo>
                  <a:cubicBezTo>
                    <a:pt x="7666" y="235"/>
                    <a:pt x="6332" y="1"/>
                    <a:pt x="499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9" name="Google Shape;5554;p73"/>
            <p:cNvSpPr/>
            <p:nvPr/>
          </p:nvSpPr>
          <p:spPr>
            <a:xfrm>
              <a:off x="3788402" y="1593209"/>
              <a:ext cx="82608" cy="30397"/>
            </a:xfrm>
            <a:custGeom>
              <a:avLst/>
              <a:gdLst/>
              <a:ahLst/>
              <a:cxnLst/>
              <a:rect l="l" t="t" r="r" b="b"/>
              <a:pathLst>
                <a:path w="4764" h="1753" extrusionOk="0">
                  <a:moveTo>
                    <a:pt x="710" y="1"/>
                  </a:moveTo>
                  <a:cubicBezTo>
                    <a:pt x="472" y="1"/>
                    <a:pt x="235" y="18"/>
                    <a:pt x="1" y="54"/>
                  </a:cubicBezTo>
                  <a:cubicBezTo>
                    <a:pt x="860" y="196"/>
                    <a:pt x="1671" y="391"/>
                    <a:pt x="2465" y="670"/>
                  </a:cubicBezTo>
                  <a:cubicBezTo>
                    <a:pt x="3260" y="946"/>
                    <a:pt x="4010" y="1323"/>
                    <a:pt x="4764" y="1753"/>
                  </a:cubicBezTo>
                  <a:cubicBezTo>
                    <a:pt x="4184" y="1100"/>
                    <a:pt x="3414" y="622"/>
                    <a:pt x="2587" y="334"/>
                  </a:cubicBezTo>
                  <a:cubicBezTo>
                    <a:pt x="1985" y="124"/>
                    <a:pt x="1346" y="1"/>
                    <a:pt x="71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0" name="Google Shape;5555;p73"/>
            <p:cNvSpPr/>
            <p:nvPr/>
          </p:nvSpPr>
          <p:spPr>
            <a:xfrm>
              <a:off x="2609161" y="1961302"/>
              <a:ext cx="167314" cy="254170"/>
            </a:xfrm>
            <a:custGeom>
              <a:avLst/>
              <a:gdLst/>
              <a:ahLst/>
              <a:cxnLst/>
              <a:rect l="l" t="t" r="r" b="b"/>
              <a:pathLst>
                <a:path w="9649" h="14658" extrusionOk="0">
                  <a:moveTo>
                    <a:pt x="5397" y="0"/>
                  </a:moveTo>
                  <a:cubicBezTo>
                    <a:pt x="5222" y="0"/>
                    <a:pt x="5042" y="13"/>
                    <a:pt x="4857" y="40"/>
                  </a:cubicBezTo>
                  <a:lnTo>
                    <a:pt x="4723" y="60"/>
                  </a:lnTo>
                  <a:cubicBezTo>
                    <a:pt x="2153" y="514"/>
                    <a:pt x="1" y="3145"/>
                    <a:pt x="755" y="6891"/>
                  </a:cubicBezTo>
                  <a:cubicBezTo>
                    <a:pt x="1302" y="9558"/>
                    <a:pt x="3086" y="12493"/>
                    <a:pt x="5757" y="13867"/>
                  </a:cubicBezTo>
                  <a:cubicBezTo>
                    <a:pt x="6754" y="14388"/>
                    <a:pt x="7862" y="14658"/>
                    <a:pt x="8980" y="14658"/>
                  </a:cubicBezTo>
                  <a:cubicBezTo>
                    <a:pt x="9203" y="14658"/>
                    <a:pt x="9426" y="14647"/>
                    <a:pt x="9649" y="14625"/>
                  </a:cubicBezTo>
                  <a:cubicBezTo>
                    <a:pt x="9649" y="14625"/>
                    <a:pt x="8108" y="8046"/>
                    <a:pt x="9183" y="2204"/>
                  </a:cubicBezTo>
                  <a:cubicBezTo>
                    <a:pt x="9183" y="2204"/>
                    <a:pt x="7714" y="0"/>
                    <a:pt x="5397" y="0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1" name="Google Shape;5556;p73"/>
            <p:cNvSpPr/>
            <p:nvPr/>
          </p:nvSpPr>
          <p:spPr>
            <a:xfrm>
              <a:off x="2609733" y="1955164"/>
              <a:ext cx="174406" cy="266498"/>
            </a:xfrm>
            <a:custGeom>
              <a:avLst/>
              <a:gdLst/>
              <a:ahLst/>
              <a:cxnLst/>
              <a:rect l="l" t="t" r="r" b="b"/>
              <a:pathLst>
                <a:path w="10058" h="15369" extrusionOk="0">
                  <a:moveTo>
                    <a:pt x="5359" y="706"/>
                  </a:moveTo>
                  <a:cubicBezTo>
                    <a:pt x="7167" y="706"/>
                    <a:pt x="8452" y="2218"/>
                    <a:pt x="8777" y="2644"/>
                  </a:cubicBezTo>
                  <a:cubicBezTo>
                    <a:pt x="7897" y="7614"/>
                    <a:pt x="8878" y="13127"/>
                    <a:pt x="9186" y="14651"/>
                  </a:cubicBezTo>
                  <a:cubicBezTo>
                    <a:pt x="9102" y="14654"/>
                    <a:pt x="9017" y="14656"/>
                    <a:pt x="8933" y="14656"/>
                  </a:cubicBezTo>
                  <a:cubicBezTo>
                    <a:pt x="7872" y="14656"/>
                    <a:pt x="6825" y="14397"/>
                    <a:pt x="5886" y="13901"/>
                  </a:cubicBezTo>
                  <a:cubicBezTo>
                    <a:pt x="3551" y="12705"/>
                    <a:pt x="1662" y="10062"/>
                    <a:pt x="1074" y="7180"/>
                  </a:cubicBezTo>
                  <a:cubicBezTo>
                    <a:pt x="637" y="5019"/>
                    <a:pt x="1241" y="3544"/>
                    <a:pt x="1824" y="2692"/>
                  </a:cubicBezTo>
                  <a:cubicBezTo>
                    <a:pt x="2518" y="1675"/>
                    <a:pt x="3588" y="969"/>
                    <a:pt x="4751" y="763"/>
                  </a:cubicBezTo>
                  <a:lnTo>
                    <a:pt x="4877" y="742"/>
                  </a:lnTo>
                  <a:cubicBezTo>
                    <a:pt x="5039" y="722"/>
                    <a:pt x="5197" y="710"/>
                    <a:pt x="5359" y="706"/>
                  </a:cubicBezTo>
                  <a:close/>
                  <a:moveTo>
                    <a:pt x="5374" y="0"/>
                  </a:moveTo>
                  <a:cubicBezTo>
                    <a:pt x="5178" y="0"/>
                    <a:pt x="4975" y="14"/>
                    <a:pt x="4767" y="45"/>
                  </a:cubicBezTo>
                  <a:lnTo>
                    <a:pt x="4630" y="65"/>
                  </a:lnTo>
                  <a:cubicBezTo>
                    <a:pt x="3276" y="300"/>
                    <a:pt x="2035" y="1115"/>
                    <a:pt x="1233" y="2295"/>
                  </a:cubicBezTo>
                  <a:cubicBezTo>
                    <a:pt x="304" y="3661"/>
                    <a:pt x="0" y="5445"/>
                    <a:pt x="377" y="7314"/>
                  </a:cubicBezTo>
                  <a:cubicBezTo>
                    <a:pt x="1006" y="10407"/>
                    <a:pt x="3041" y="13244"/>
                    <a:pt x="5558" y="14537"/>
                  </a:cubicBezTo>
                  <a:cubicBezTo>
                    <a:pt x="6604" y="15081"/>
                    <a:pt x="7767" y="15368"/>
                    <a:pt x="8947" y="15368"/>
                  </a:cubicBezTo>
                  <a:cubicBezTo>
                    <a:pt x="9182" y="15368"/>
                    <a:pt x="9413" y="15356"/>
                    <a:pt x="9652" y="15336"/>
                  </a:cubicBezTo>
                  <a:lnTo>
                    <a:pt x="10058" y="15296"/>
                  </a:lnTo>
                  <a:lnTo>
                    <a:pt x="9964" y="14902"/>
                  </a:lnTo>
                  <a:cubicBezTo>
                    <a:pt x="9944" y="14833"/>
                    <a:pt x="8452" y="8323"/>
                    <a:pt x="9498" y="2623"/>
                  </a:cubicBezTo>
                  <a:lnTo>
                    <a:pt x="9527" y="2481"/>
                  </a:lnTo>
                  <a:lnTo>
                    <a:pt x="9450" y="2360"/>
                  </a:lnTo>
                  <a:cubicBezTo>
                    <a:pt x="9378" y="2255"/>
                    <a:pt x="7843" y="0"/>
                    <a:pt x="537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2" name="Google Shape;5557;p73"/>
            <p:cNvSpPr/>
            <p:nvPr/>
          </p:nvSpPr>
          <p:spPr>
            <a:xfrm>
              <a:off x="2691058" y="1961302"/>
              <a:ext cx="85417" cy="254170"/>
            </a:xfrm>
            <a:custGeom>
              <a:avLst/>
              <a:gdLst/>
              <a:ahLst/>
              <a:cxnLst/>
              <a:rect l="l" t="t" r="r" b="b"/>
              <a:pathLst>
                <a:path w="4926" h="14658" extrusionOk="0">
                  <a:moveTo>
                    <a:pt x="674" y="0"/>
                  </a:moveTo>
                  <a:cubicBezTo>
                    <a:pt x="499" y="0"/>
                    <a:pt x="319" y="13"/>
                    <a:pt x="134" y="40"/>
                  </a:cubicBezTo>
                  <a:lnTo>
                    <a:pt x="0" y="60"/>
                  </a:lnTo>
                  <a:cubicBezTo>
                    <a:pt x="763" y="1077"/>
                    <a:pt x="957" y="2363"/>
                    <a:pt x="945" y="4012"/>
                  </a:cubicBezTo>
                  <a:cubicBezTo>
                    <a:pt x="904" y="7284"/>
                    <a:pt x="600" y="10657"/>
                    <a:pt x="1034" y="13867"/>
                  </a:cubicBezTo>
                  <a:cubicBezTo>
                    <a:pt x="2031" y="14388"/>
                    <a:pt x="3139" y="14658"/>
                    <a:pt x="4257" y="14658"/>
                  </a:cubicBezTo>
                  <a:cubicBezTo>
                    <a:pt x="4480" y="14658"/>
                    <a:pt x="4703" y="14647"/>
                    <a:pt x="4926" y="14625"/>
                  </a:cubicBezTo>
                  <a:cubicBezTo>
                    <a:pt x="4926" y="14625"/>
                    <a:pt x="3385" y="8046"/>
                    <a:pt x="4460" y="2204"/>
                  </a:cubicBezTo>
                  <a:cubicBezTo>
                    <a:pt x="4460" y="2204"/>
                    <a:pt x="2991" y="0"/>
                    <a:pt x="674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" name="Google Shape;5558;p73"/>
            <p:cNvSpPr/>
            <p:nvPr/>
          </p:nvSpPr>
          <p:spPr>
            <a:xfrm>
              <a:off x="2628634" y="2007773"/>
              <a:ext cx="121623" cy="48847"/>
            </a:xfrm>
            <a:custGeom>
              <a:avLst/>
              <a:gdLst/>
              <a:ahLst/>
              <a:cxnLst/>
              <a:rect l="l" t="t" r="r" b="b"/>
              <a:pathLst>
                <a:path w="7014" h="2817" extrusionOk="0">
                  <a:moveTo>
                    <a:pt x="3876" y="0"/>
                  </a:moveTo>
                  <a:cubicBezTo>
                    <a:pt x="3648" y="0"/>
                    <a:pt x="3421" y="21"/>
                    <a:pt x="3195" y="64"/>
                  </a:cubicBezTo>
                  <a:cubicBezTo>
                    <a:pt x="1265" y="420"/>
                    <a:pt x="151" y="2200"/>
                    <a:pt x="106" y="2273"/>
                  </a:cubicBezTo>
                  <a:cubicBezTo>
                    <a:pt x="1" y="2439"/>
                    <a:pt x="53" y="2658"/>
                    <a:pt x="220" y="2759"/>
                  </a:cubicBezTo>
                  <a:cubicBezTo>
                    <a:pt x="276" y="2796"/>
                    <a:pt x="341" y="2816"/>
                    <a:pt x="410" y="2816"/>
                  </a:cubicBezTo>
                  <a:cubicBezTo>
                    <a:pt x="532" y="2816"/>
                    <a:pt x="649" y="2751"/>
                    <a:pt x="710" y="2646"/>
                  </a:cubicBezTo>
                  <a:cubicBezTo>
                    <a:pt x="722" y="2630"/>
                    <a:pt x="1699" y="1065"/>
                    <a:pt x="3325" y="765"/>
                  </a:cubicBezTo>
                  <a:cubicBezTo>
                    <a:pt x="3505" y="731"/>
                    <a:pt x="3687" y="714"/>
                    <a:pt x="3870" y="714"/>
                  </a:cubicBezTo>
                  <a:cubicBezTo>
                    <a:pt x="4681" y="714"/>
                    <a:pt x="5521" y="1043"/>
                    <a:pt x="6377" y="1701"/>
                  </a:cubicBezTo>
                  <a:cubicBezTo>
                    <a:pt x="6444" y="1759"/>
                    <a:pt x="6525" y="1787"/>
                    <a:pt x="6606" y="1787"/>
                  </a:cubicBezTo>
                  <a:cubicBezTo>
                    <a:pt x="6713" y="1787"/>
                    <a:pt x="6819" y="1739"/>
                    <a:pt x="6888" y="1649"/>
                  </a:cubicBezTo>
                  <a:cubicBezTo>
                    <a:pt x="7014" y="1486"/>
                    <a:pt x="6977" y="1255"/>
                    <a:pt x="6807" y="1138"/>
                  </a:cubicBezTo>
                  <a:cubicBezTo>
                    <a:pt x="5829" y="383"/>
                    <a:pt x="4845" y="0"/>
                    <a:pt x="387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4" name="Google Shape;5559;p73"/>
            <p:cNvSpPr/>
            <p:nvPr/>
          </p:nvSpPr>
          <p:spPr>
            <a:xfrm>
              <a:off x="2643615" y="2007791"/>
              <a:ext cx="83457" cy="149349"/>
            </a:xfrm>
            <a:custGeom>
              <a:avLst/>
              <a:gdLst/>
              <a:ahLst/>
              <a:cxnLst/>
              <a:rect l="l" t="t" r="r" b="b"/>
              <a:pathLst>
                <a:path w="4813" h="8613" extrusionOk="0">
                  <a:moveTo>
                    <a:pt x="2639" y="0"/>
                  </a:moveTo>
                  <a:cubicBezTo>
                    <a:pt x="2509" y="0"/>
                    <a:pt x="2383" y="73"/>
                    <a:pt x="2323" y="196"/>
                  </a:cubicBezTo>
                  <a:cubicBezTo>
                    <a:pt x="2295" y="241"/>
                    <a:pt x="0" y="4826"/>
                    <a:pt x="4180" y="8523"/>
                  </a:cubicBezTo>
                  <a:cubicBezTo>
                    <a:pt x="4244" y="8580"/>
                    <a:pt x="4326" y="8612"/>
                    <a:pt x="4415" y="8612"/>
                  </a:cubicBezTo>
                  <a:cubicBezTo>
                    <a:pt x="4516" y="8612"/>
                    <a:pt x="4613" y="8567"/>
                    <a:pt x="4682" y="8490"/>
                  </a:cubicBezTo>
                  <a:cubicBezTo>
                    <a:pt x="4812" y="8345"/>
                    <a:pt x="4796" y="8122"/>
                    <a:pt x="4654" y="7988"/>
                  </a:cubicBezTo>
                  <a:cubicBezTo>
                    <a:pt x="892" y="4672"/>
                    <a:pt x="2866" y="687"/>
                    <a:pt x="2955" y="521"/>
                  </a:cubicBezTo>
                  <a:cubicBezTo>
                    <a:pt x="3045" y="342"/>
                    <a:pt x="2972" y="127"/>
                    <a:pt x="2797" y="38"/>
                  </a:cubicBezTo>
                  <a:cubicBezTo>
                    <a:pt x="2747" y="12"/>
                    <a:pt x="2692" y="0"/>
                    <a:pt x="263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5" name="Google Shape;5560;p73"/>
            <p:cNvSpPr/>
            <p:nvPr/>
          </p:nvSpPr>
          <p:spPr>
            <a:xfrm>
              <a:off x="2743008" y="1659014"/>
              <a:ext cx="1210003" cy="1193703"/>
            </a:xfrm>
            <a:custGeom>
              <a:avLst/>
              <a:gdLst/>
              <a:ahLst/>
              <a:cxnLst/>
              <a:rect l="l" t="t" r="r" b="b"/>
              <a:pathLst>
                <a:path w="69781" h="68841" extrusionOk="0">
                  <a:moveTo>
                    <a:pt x="50478" y="1"/>
                  </a:moveTo>
                  <a:cubicBezTo>
                    <a:pt x="47347" y="1915"/>
                    <a:pt x="43559" y="2383"/>
                    <a:pt x="39648" y="2383"/>
                  </a:cubicBezTo>
                  <a:cubicBezTo>
                    <a:pt x="35897" y="2383"/>
                    <a:pt x="32032" y="1953"/>
                    <a:pt x="28525" y="1953"/>
                  </a:cubicBezTo>
                  <a:cubicBezTo>
                    <a:pt x="26387" y="1953"/>
                    <a:pt x="24383" y="2113"/>
                    <a:pt x="22617" y="2628"/>
                  </a:cubicBezTo>
                  <a:cubicBezTo>
                    <a:pt x="16666" y="4363"/>
                    <a:pt x="12300" y="9438"/>
                    <a:pt x="10637" y="11639"/>
                  </a:cubicBezTo>
                  <a:cubicBezTo>
                    <a:pt x="10151" y="12284"/>
                    <a:pt x="9892" y="12677"/>
                    <a:pt x="9892" y="12677"/>
                  </a:cubicBezTo>
                  <a:cubicBezTo>
                    <a:pt x="10025" y="11416"/>
                    <a:pt x="10297" y="10168"/>
                    <a:pt x="10702" y="8964"/>
                  </a:cubicBezTo>
                  <a:cubicBezTo>
                    <a:pt x="12652" y="3211"/>
                    <a:pt x="17006" y="929"/>
                    <a:pt x="17006" y="929"/>
                  </a:cubicBezTo>
                  <a:cubicBezTo>
                    <a:pt x="16791" y="919"/>
                    <a:pt x="16576" y="914"/>
                    <a:pt x="16361" y="914"/>
                  </a:cubicBezTo>
                  <a:cubicBezTo>
                    <a:pt x="11554" y="914"/>
                    <a:pt x="6896" y="3325"/>
                    <a:pt x="6896" y="3325"/>
                  </a:cubicBezTo>
                  <a:cubicBezTo>
                    <a:pt x="6649" y="3576"/>
                    <a:pt x="6142" y="4274"/>
                    <a:pt x="5517" y="5319"/>
                  </a:cubicBezTo>
                  <a:cubicBezTo>
                    <a:pt x="3839" y="8133"/>
                    <a:pt x="1334" y="13508"/>
                    <a:pt x="770" y="19869"/>
                  </a:cubicBezTo>
                  <a:cubicBezTo>
                    <a:pt x="0" y="28604"/>
                    <a:pt x="693" y="36258"/>
                    <a:pt x="7650" y="44374"/>
                  </a:cubicBezTo>
                  <a:cubicBezTo>
                    <a:pt x="14610" y="52494"/>
                    <a:pt x="22260" y="51022"/>
                    <a:pt x="22892" y="52181"/>
                  </a:cubicBezTo>
                  <a:cubicBezTo>
                    <a:pt x="23529" y="53345"/>
                    <a:pt x="23188" y="56669"/>
                    <a:pt x="22617" y="57978"/>
                  </a:cubicBezTo>
                  <a:cubicBezTo>
                    <a:pt x="22041" y="59292"/>
                    <a:pt x="21129" y="60139"/>
                    <a:pt x="21392" y="61355"/>
                  </a:cubicBezTo>
                  <a:cubicBezTo>
                    <a:pt x="21591" y="62263"/>
                    <a:pt x="22163" y="64189"/>
                    <a:pt x="23630" y="65859"/>
                  </a:cubicBezTo>
                  <a:cubicBezTo>
                    <a:pt x="25037" y="67466"/>
                    <a:pt x="27272" y="68840"/>
                    <a:pt x="30791" y="68840"/>
                  </a:cubicBezTo>
                  <a:cubicBezTo>
                    <a:pt x="31356" y="68840"/>
                    <a:pt x="31955" y="68805"/>
                    <a:pt x="32589" y="68729"/>
                  </a:cubicBezTo>
                  <a:cubicBezTo>
                    <a:pt x="41126" y="67703"/>
                    <a:pt x="41661" y="60447"/>
                    <a:pt x="41511" y="59600"/>
                  </a:cubicBezTo>
                  <a:cubicBezTo>
                    <a:pt x="41357" y="58757"/>
                    <a:pt x="40036" y="59215"/>
                    <a:pt x="39574" y="57670"/>
                  </a:cubicBezTo>
                  <a:cubicBezTo>
                    <a:pt x="39116" y="56126"/>
                    <a:pt x="38491" y="54350"/>
                    <a:pt x="40766" y="52108"/>
                  </a:cubicBezTo>
                  <a:cubicBezTo>
                    <a:pt x="43040" y="49863"/>
                    <a:pt x="46153" y="50329"/>
                    <a:pt x="50478" y="46462"/>
                  </a:cubicBezTo>
                  <a:cubicBezTo>
                    <a:pt x="54808" y="42594"/>
                    <a:pt x="56275" y="37726"/>
                    <a:pt x="56275" y="37726"/>
                  </a:cubicBezTo>
                  <a:cubicBezTo>
                    <a:pt x="62656" y="37726"/>
                    <a:pt x="68490" y="34320"/>
                    <a:pt x="69187" y="29375"/>
                  </a:cubicBezTo>
                  <a:cubicBezTo>
                    <a:pt x="69780" y="25141"/>
                    <a:pt x="67943" y="21468"/>
                    <a:pt x="64442" y="21468"/>
                  </a:cubicBezTo>
                  <a:cubicBezTo>
                    <a:pt x="63853" y="21468"/>
                    <a:pt x="63218" y="21572"/>
                    <a:pt x="62539" y="21794"/>
                  </a:cubicBezTo>
                  <a:cubicBezTo>
                    <a:pt x="57824" y="23339"/>
                    <a:pt x="56275" y="27619"/>
                    <a:pt x="56275" y="27619"/>
                  </a:cubicBezTo>
                  <a:cubicBezTo>
                    <a:pt x="56275" y="27619"/>
                    <a:pt x="55604" y="28637"/>
                    <a:pt x="54798" y="28637"/>
                  </a:cubicBezTo>
                  <a:cubicBezTo>
                    <a:pt x="54180" y="28637"/>
                    <a:pt x="53484" y="28039"/>
                    <a:pt x="52951" y="25929"/>
                  </a:cubicBezTo>
                  <a:cubicBezTo>
                    <a:pt x="51727" y="21065"/>
                    <a:pt x="53263" y="13342"/>
                    <a:pt x="53263" y="13342"/>
                  </a:cubicBezTo>
                  <a:lnTo>
                    <a:pt x="53263" y="13342"/>
                  </a:lnTo>
                  <a:cubicBezTo>
                    <a:pt x="53263" y="13342"/>
                    <a:pt x="52488" y="14104"/>
                    <a:pt x="51602" y="14104"/>
                  </a:cubicBezTo>
                  <a:cubicBezTo>
                    <a:pt x="50741" y="14104"/>
                    <a:pt x="49777" y="13384"/>
                    <a:pt x="49319" y="10545"/>
                  </a:cubicBezTo>
                  <a:cubicBezTo>
                    <a:pt x="48391" y="4784"/>
                    <a:pt x="50478" y="1"/>
                    <a:pt x="50478" y="1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6" name="Google Shape;5561;p73"/>
            <p:cNvSpPr/>
            <p:nvPr/>
          </p:nvSpPr>
          <p:spPr>
            <a:xfrm>
              <a:off x="2736332" y="1643547"/>
              <a:ext cx="1219817" cy="1215326"/>
            </a:xfrm>
            <a:custGeom>
              <a:avLst/>
              <a:gdLst/>
              <a:ahLst/>
              <a:cxnLst/>
              <a:rect l="l" t="t" r="r" b="b"/>
              <a:pathLst>
                <a:path w="70347" h="70088" extrusionOk="0">
                  <a:moveTo>
                    <a:pt x="50191" y="1679"/>
                  </a:moveTo>
                  <a:cubicBezTo>
                    <a:pt x="49627" y="3362"/>
                    <a:pt x="48650" y="7132"/>
                    <a:pt x="49355" y="11498"/>
                  </a:cubicBezTo>
                  <a:cubicBezTo>
                    <a:pt x="49700" y="13662"/>
                    <a:pt x="50397" y="14927"/>
                    <a:pt x="51427" y="15268"/>
                  </a:cubicBezTo>
                  <a:cubicBezTo>
                    <a:pt x="51615" y="15329"/>
                    <a:pt x="51801" y="15355"/>
                    <a:pt x="51982" y="15355"/>
                  </a:cubicBezTo>
                  <a:cubicBezTo>
                    <a:pt x="52415" y="15355"/>
                    <a:pt x="52820" y="15206"/>
                    <a:pt x="53146" y="15028"/>
                  </a:cubicBezTo>
                  <a:lnTo>
                    <a:pt x="53146" y="15028"/>
                  </a:lnTo>
                  <a:cubicBezTo>
                    <a:pt x="52781" y="17197"/>
                    <a:pt x="51994" y="22929"/>
                    <a:pt x="52992" y="26906"/>
                  </a:cubicBezTo>
                  <a:cubicBezTo>
                    <a:pt x="53462" y="28771"/>
                    <a:pt x="54111" y="29744"/>
                    <a:pt x="54974" y="29886"/>
                  </a:cubicBezTo>
                  <a:cubicBezTo>
                    <a:pt x="55048" y="29899"/>
                    <a:pt x="55121" y="29905"/>
                    <a:pt x="55192" y="29905"/>
                  </a:cubicBezTo>
                  <a:cubicBezTo>
                    <a:pt x="56180" y="29905"/>
                    <a:pt x="56926" y="28759"/>
                    <a:pt x="56960" y="28706"/>
                  </a:cubicBezTo>
                  <a:lnTo>
                    <a:pt x="56997" y="28637"/>
                  </a:lnTo>
                  <a:cubicBezTo>
                    <a:pt x="57009" y="28597"/>
                    <a:pt x="58529" y="24494"/>
                    <a:pt x="63037" y="23027"/>
                  </a:cubicBezTo>
                  <a:cubicBezTo>
                    <a:pt x="63665" y="22821"/>
                    <a:pt x="64266" y="22718"/>
                    <a:pt x="64830" y="22718"/>
                  </a:cubicBezTo>
                  <a:cubicBezTo>
                    <a:pt x="65799" y="22718"/>
                    <a:pt x="66661" y="23021"/>
                    <a:pt x="67379" y="23623"/>
                  </a:cubicBezTo>
                  <a:cubicBezTo>
                    <a:pt x="68903" y="24899"/>
                    <a:pt x="69612" y="27429"/>
                    <a:pt x="69219" y="30222"/>
                  </a:cubicBezTo>
                  <a:cubicBezTo>
                    <a:pt x="68575" y="34807"/>
                    <a:pt x="63175" y="38265"/>
                    <a:pt x="56660" y="38265"/>
                  </a:cubicBezTo>
                  <a:lnTo>
                    <a:pt x="56397" y="38265"/>
                  </a:lnTo>
                  <a:lnTo>
                    <a:pt x="56324" y="38516"/>
                  </a:lnTo>
                  <a:cubicBezTo>
                    <a:pt x="56308" y="38561"/>
                    <a:pt x="54828" y="43336"/>
                    <a:pt x="50628" y="47086"/>
                  </a:cubicBezTo>
                  <a:cubicBezTo>
                    <a:pt x="48253" y="49202"/>
                    <a:pt x="46287" y="49984"/>
                    <a:pt x="44552" y="50674"/>
                  </a:cubicBezTo>
                  <a:cubicBezTo>
                    <a:pt x="43161" y="51225"/>
                    <a:pt x="41957" y="51707"/>
                    <a:pt x="40903" y="52745"/>
                  </a:cubicBezTo>
                  <a:cubicBezTo>
                    <a:pt x="38544" y="55076"/>
                    <a:pt x="39120" y="56993"/>
                    <a:pt x="39586" y="58534"/>
                  </a:cubicBezTo>
                  <a:lnTo>
                    <a:pt x="39622" y="58664"/>
                  </a:lnTo>
                  <a:cubicBezTo>
                    <a:pt x="39934" y="59701"/>
                    <a:pt x="40619" y="59989"/>
                    <a:pt x="41069" y="60188"/>
                  </a:cubicBezTo>
                  <a:cubicBezTo>
                    <a:pt x="41422" y="60342"/>
                    <a:pt x="41515" y="60395"/>
                    <a:pt x="41548" y="60561"/>
                  </a:cubicBezTo>
                  <a:cubicBezTo>
                    <a:pt x="41596" y="60849"/>
                    <a:pt x="41568" y="63305"/>
                    <a:pt x="39869" y="65604"/>
                  </a:cubicBezTo>
                  <a:cubicBezTo>
                    <a:pt x="38353" y="67663"/>
                    <a:pt x="36018" y="68895"/>
                    <a:pt x="32925" y="69264"/>
                  </a:cubicBezTo>
                  <a:cubicBezTo>
                    <a:pt x="32314" y="69337"/>
                    <a:pt x="31726" y="69374"/>
                    <a:pt x="31159" y="69374"/>
                  </a:cubicBezTo>
                  <a:cubicBezTo>
                    <a:pt x="28258" y="69374"/>
                    <a:pt x="25948" y="68418"/>
                    <a:pt x="24283" y="66512"/>
                  </a:cubicBezTo>
                  <a:cubicBezTo>
                    <a:pt x="22827" y="64862"/>
                    <a:pt x="22284" y="62892"/>
                    <a:pt x="22130" y="62174"/>
                  </a:cubicBezTo>
                  <a:cubicBezTo>
                    <a:pt x="21972" y="61461"/>
                    <a:pt x="22312" y="60877"/>
                    <a:pt x="22730" y="60143"/>
                  </a:cubicBezTo>
                  <a:cubicBezTo>
                    <a:pt x="22953" y="59778"/>
                    <a:pt x="23152" y="59401"/>
                    <a:pt x="23330" y="59012"/>
                  </a:cubicBezTo>
                  <a:cubicBezTo>
                    <a:pt x="23926" y="57634"/>
                    <a:pt x="24303" y="54204"/>
                    <a:pt x="23593" y="52907"/>
                  </a:cubicBezTo>
                  <a:cubicBezTo>
                    <a:pt x="23330" y="52425"/>
                    <a:pt x="22616" y="52311"/>
                    <a:pt x="21319" y="52096"/>
                  </a:cubicBezTo>
                  <a:cubicBezTo>
                    <a:pt x="18490" y="51634"/>
                    <a:pt x="13232" y="50779"/>
                    <a:pt x="8306" y="45035"/>
                  </a:cubicBezTo>
                  <a:cubicBezTo>
                    <a:pt x="1581" y="37191"/>
                    <a:pt x="726" y="29671"/>
                    <a:pt x="1508" y="20793"/>
                  </a:cubicBezTo>
                  <a:cubicBezTo>
                    <a:pt x="2124" y="13901"/>
                    <a:pt x="4994" y="8429"/>
                    <a:pt x="6207" y="6394"/>
                  </a:cubicBezTo>
                  <a:cubicBezTo>
                    <a:pt x="6774" y="5437"/>
                    <a:pt x="7256" y="4772"/>
                    <a:pt x="7500" y="4505"/>
                  </a:cubicBezTo>
                  <a:cubicBezTo>
                    <a:pt x="7994" y="4257"/>
                    <a:pt x="11987" y="2336"/>
                    <a:pt x="16195" y="2170"/>
                  </a:cubicBezTo>
                  <a:lnTo>
                    <a:pt x="16195" y="2170"/>
                  </a:lnTo>
                  <a:cubicBezTo>
                    <a:pt x="14748" y="3228"/>
                    <a:pt x="12153" y="5599"/>
                    <a:pt x="10751" y="9746"/>
                  </a:cubicBezTo>
                  <a:cubicBezTo>
                    <a:pt x="10337" y="10975"/>
                    <a:pt x="10062" y="12243"/>
                    <a:pt x="9924" y="13537"/>
                  </a:cubicBezTo>
                  <a:lnTo>
                    <a:pt x="9762" y="15016"/>
                  </a:lnTo>
                  <a:lnTo>
                    <a:pt x="10573" y="13764"/>
                  </a:lnTo>
                  <a:cubicBezTo>
                    <a:pt x="10581" y="13764"/>
                    <a:pt x="10832" y="13374"/>
                    <a:pt x="11302" y="12750"/>
                  </a:cubicBezTo>
                  <a:cubicBezTo>
                    <a:pt x="12891" y="10646"/>
                    <a:pt x="17217" y="5579"/>
                    <a:pt x="23099" y="3860"/>
                  </a:cubicBezTo>
                  <a:cubicBezTo>
                    <a:pt x="24828" y="3357"/>
                    <a:pt x="26791" y="3199"/>
                    <a:pt x="28897" y="3199"/>
                  </a:cubicBezTo>
                  <a:cubicBezTo>
                    <a:pt x="30608" y="3199"/>
                    <a:pt x="32412" y="3303"/>
                    <a:pt x="34263" y="3410"/>
                  </a:cubicBezTo>
                  <a:cubicBezTo>
                    <a:pt x="36191" y="3521"/>
                    <a:pt x="38140" y="3633"/>
                    <a:pt x="40057" y="3633"/>
                  </a:cubicBezTo>
                  <a:cubicBezTo>
                    <a:pt x="43673" y="3633"/>
                    <a:pt x="47173" y="3235"/>
                    <a:pt x="50191" y="1679"/>
                  </a:cubicBezTo>
                  <a:close/>
                  <a:moveTo>
                    <a:pt x="51634" y="1"/>
                  </a:moveTo>
                  <a:lnTo>
                    <a:pt x="50677" y="589"/>
                  </a:lnTo>
                  <a:cubicBezTo>
                    <a:pt x="47617" y="2460"/>
                    <a:pt x="43906" y="2921"/>
                    <a:pt x="40041" y="2921"/>
                  </a:cubicBezTo>
                  <a:cubicBezTo>
                    <a:pt x="38147" y="2921"/>
                    <a:pt x="36215" y="2810"/>
                    <a:pt x="34304" y="2701"/>
                  </a:cubicBezTo>
                  <a:cubicBezTo>
                    <a:pt x="32436" y="2593"/>
                    <a:pt x="30617" y="2488"/>
                    <a:pt x="28886" y="2488"/>
                  </a:cubicBezTo>
                  <a:cubicBezTo>
                    <a:pt x="26727" y="2488"/>
                    <a:pt x="24706" y="2651"/>
                    <a:pt x="22904" y="3175"/>
                  </a:cubicBezTo>
                  <a:cubicBezTo>
                    <a:pt x="16945" y="4914"/>
                    <a:pt x="12555" y="9941"/>
                    <a:pt x="10844" y="12175"/>
                  </a:cubicBezTo>
                  <a:cubicBezTo>
                    <a:pt x="10986" y="11429"/>
                    <a:pt x="11181" y="10691"/>
                    <a:pt x="11428" y="9973"/>
                  </a:cubicBezTo>
                  <a:cubicBezTo>
                    <a:pt x="13301" y="4428"/>
                    <a:pt x="17513" y="2154"/>
                    <a:pt x="17557" y="2133"/>
                  </a:cubicBezTo>
                  <a:lnTo>
                    <a:pt x="18713" y="1525"/>
                  </a:lnTo>
                  <a:lnTo>
                    <a:pt x="17407" y="1464"/>
                  </a:lnTo>
                  <a:cubicBezTo>
                    <a:pt x="17182" y="1454"/>
                    <a:pt x="16957" y="1449"/>
                    <a:pt x="16732" y="1449"/>
                  </a:cubicBezTo>
                  <a:cubicBezTo>
                    <a:pt x="11908" y="1449"/>
                    <a:pt x="7324" y="3796"/>
                    <a:pt x="7119" y="3901"/>
                  </a:cubicBezTo>
                  <a:lnTo>
                    <a:pt x="7029" y="3970"/>
                  </a:lnTo>
                  <a:cubicBezTo>
                    <a:pt x="6778" y="4221"/>
                    <a:pt x="6267" y="4898"/>
                    <a:pt x="5594" y="6029"/>
                  </a:cubicBezTo>
                  <a:cubicBezTo>
                    <a:pt x="4362" y="8109"/>
                    <a:pt x="1427" y="13687"/>
                    <a:pt x="799" y="20724"/>
                  </a:cubicBezTo>
                  <a:cubicBezTo>
                    <a:pt x="0" y="29784"/>
                    <a:pt x="880" y="37462"/>
                    <a:pt x="7767" y="45501"/>
                  </a:cubicBezTo>
                  <a:cubicBezTo>
                    <a:pt x="12859" y="51440"/>
                    <a:pt x="18287" y="52323"/>
                    <a:pt x="21206" y="52802"/>
                  </a:cubicBezTo>
                  <a:cubicBezTo>
                    <a:pt x="21948" y="52923"/>
                    <a:pt x="22868" y="53069"/>
                    <a:pt x="22965" y="53248"/>
                  </a:cubicBezTo>
                  <a:cubicBezTo>
                    <a:pt x="23508" y="54237"/>
                    <a:pt x="23253" y="57407"/>
                    <a:pt x="22677" y="58728"/>
                  </a:cubicBezTo>
                  <a:cubicBezTo>
                    <a:pt x="22511" y="59093"/>
                    <a:pt x="22325" y="59446"/>
                    <a:pt x="22118" y="59791"/>
                  </a:cubicBezTo>
                  <a:cubicBezTo>
                    <a:pt x="21656" y="60589"/>
                    <a:pt x="21222" y="61343"/>
                    <a:pt x="21433" y="62324"/>
                  </a:cubicBezTo>
                  <a:cubicBezTo>
                    <a:pt x="21607" y="63135"/>
                    <a:pt x="22183" y="65206"/>
                    <a:pt x="23743" y="66986"/>
                  </a:cubicBezTo>
                  <a:cubicBezTo>
                    <a:pt x="25555" y="69045"/>
                    <a:pt x="28036" y="70087"/>
                    <a:pt x="31150" y="70087"/>
                  </a:cubicBezTo>
                  <a:cubicBezTo>
                    <a:pt x="31770" y="70083"/>
                    <a:pt x="32394" y="70043"/>
                    <a:pt x="33010" y="69970"/>
                  </a:cubicBezTo>
                  <a:cubicBezTo>
                    <a:pt x="36302" y="69581"/>
                    <a:pt x="38803" y="68251"/>
                    <a:pt x="40441" y="66025"/>
                  </a:cubicBezTo>
                  <a:cubicBezTo>
                    <a:pt x="42148" y="63711"/>
                    <a:pt x="42363" y="61076"/>
                    <a:pt x="42245" y="60431"/>
                  </a:cubicBezTo>
                  <a:cubicBezTo>
                    <a:pt x="42144" y="59876"/>
                    <a:pt x="41775" y="59718"/>
                    <a:pt x="41349" y="59535"/>
                  </a:cubicBezTo>
                  <a:cubicBezTo>
                    <a:pt x="40923" y="59353"/>
                    <a:pt x="40518" y="59178"/>
                    <a:pt x="40303" y="58461"/>
                  </a:cubicBezTo>
                  <a:lnTo>
                    <a:pt x="40263" y="58331"/>
                  </a:lnTo>
                  <a:cubicBezTo>
                    <a:pt x="39813" y="56827"/>
                    <a:pt x="39347" y="55279"/>
                    <a:pt x="41402" y="53252"/>
                  </a:cubicBezTo>
                  <a:cubicBezTo>
                    <a:pt x="42350" y="52311"/>
                    <a:pt x="43490" y="51857"/>
                    <a:pt x="44815" y="51338"/>
                  </a:cubicBezTo>
                  <a:cubicBezTo>
                    <a:pt x="46518" y="50657"/>
                    <a:pt x="48634" y="49818"/>
                    <a:pt x="51099" y="47617"/>
                  </a:cubicBezTo>
                  <a:cubicBezTo>
                    <a:pt x="54942" y="44179"/>
                    <a:pt x="56555" y="40036"/>
                    <a:pt x="56920" y="38970"/>
                  </a:cubicBezTo>
                  <a:cubicBezTo>
                    <a:pt x="63669" y="38881"/>
                    <a:pt x="69239" y="35192"/>
                    <a:pt x="69920" y="30315"/>
                  </a:cubicBezTo>
                  <a:cubicBezTo>
                    <a:pt x="70346" y="27287"/>
                    <a:pt x="69548" y="24514"/>
                    <a:pt x="67833" y="23075"/>
                  </a:cubicBezTo>
                  <a:cubicBezTo>
                    <a:pt x="67189" y="22536"/>
                    <a:pt x="66205" y="22002"/>
                    <a:pt x="64832" y="22002"/>
                  </a:cubicBezTo>
                  <a:cubicBezTo>
                    <a:pt x="64235" y="22002"/>
                    <a:pt x="63563" y="22104"/>
                    <a:pt x="62814" y="22350"/>
                  </a:cubicBezTo>
                  <a:cubicBezTo>
                    <a:pt x="58189" y="23862"/>
                    <a:pt x="56531" y="27863"/>
                    <a:pt x="56344" y="28349"/>
                  </a:cubicBezTo>
                  <a:cubicBezTo>
                    <a:pt x="56158" y="28623"/>
                    <a:pt x="55661" y="29196"/>
                    <a:pt x="55186" y="29196"/>
                  </a:cubicBezTo>
                  <a:cubicBezTo>
                    <a:pt x="55154" y="29196"/>
                    <a:pt x="55123" y="29194"/>
                    <a:pt x="55092" y="29188"/>
                  </a:cubicBezTo>
                  <a:cubicBezTo>
                    <a:pt x="54784" y="29136"/>
                    <a:pt x="54188" y="28747"/>
                    <a:pt x="53681" y="26736"/>
                  </a:cubicBezTo>
                  <a:cubicBezTo>
                    <a:pt x="52493" y="22001"/>
                    <a:pt x="53981" y="14380"/>
                    <a:pt x="53997" y="14303"/>
                  </a:cubicBezTo>
                  <a:lnTo>
                    <a:pt x="54220" y="13184"/>
                  </a:lnTo>
                  <a:lnTo>
                    <a:pt x="53397" y="13978"/>
                  </a:lnTo>
                  <a:cubicBezTo>
                    <a:pt x="53390" y="13989"/>
                    <a:pt x="52714" y="14642"/>
                    <a:pt x="51992" y="14642"/>
                  </a:cubicBezTo>
                  <a:cubicBezTo>
                    <a:pt x="51877" y="14642"/>
                    <a:pt x="51761" y="14625"/>
                    <a:pt x="51646" y="14587"/>
                  </a:cubicBezTo>
                  <a:cubicBezTo>
                    <a:pt x="50904" y="14343"/>
                    <a:pt x="50353" y="13237"/>
                    <a:pt x="50053" y="11380"/>
                  </a:cubicBezTo>
                  <a:cubicBezTo>
                    <a:pt x="49157" y="5798"/>
                    <a:pt x="51168" y="1079"/>
                    <a:pt x="51188" y="1035"/>
                  </a:cubicBezTo>
                  <a:lnTo>
                    <a:pt x="51634" y="1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7" name="Google Shape;5562;p73"/>
            <p:cNvSpPr/>
            <p:nvPr/>
          </p:nvSpPr>
          <p:spPr>
            <a:xfrm>
              <a:off x="2838673" y="1674863"/>
              <a:ext cx="199237" cy="139587"/>
            </a:xfrm>
            <a:custGeom>
              <a:avLst/>
              <a:gdLst/>
              <a:ahLst/>
              <a:cxnLst/>
              <a:rect l="l" t="t" r="r" b="b"/>
              <a:pathLst>
                <a:path w="11490" h="8050" extrusionOk="0">
                  <a:moveTo>
                    <a:pt x="10844" y="0"/>
                  </a:moveTo>
                  <a:cubicBezTo>
                    <a:pt x="6037" y="0"/>
                    <a:pt x="1379" y="2411"/>
                    <a:pt x="1379" y="2411"/>
                  </a:cubicBezTo>
                  <a:cubicBezTo>
                    <a:pt x="1132" y="2662"/>
                    <a:pt x="625" y="3360"/>
                    <a:pt x="0" y="4405"/>
                  </a:cubicBezTo>
                  <a:cubicBezTo>
                    <a:pt x="2165" y="3424"/>
                    <a:pt x="4338" y="2520"/>
                    <a:pt x="6693" y="1933"/>
                  </a:cubicBezTo>
                  <a:lnTo>
                    <a:pt x="6693" y="1933"/>
                  </a:lnTo>
                  <a:cubicBezTo>
                    <a:pt x="5887" y="3882"/>
                    <a:pt x="5376" y="5946"/>
                    <a:pt x="5185" y="8050"/>
                  </a:cubicBezTo>
                  <a:cubicBezTo>
                    <a:pt x="7135" y="2297"/>
                    <a:pt x="11489" y="15"/>
                    <a:pt x="11489" y="15"/>
                  </a:cubicBezTo>
                  <a:cubicBezTo>
                    <a:pt x="11274" y="5"/>
                    <a:pt x="11059" y="0"/>
                    <a:pt x="10844" y="0"/>
                  </a:cubicBezTo>
                  <a:close/>
                </a:path>
              </a:pathLst>
            </a:custGeom>
            <a:solidFill>
              <a:srgbClr val="7F33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8" name="Google Shape;5563;p73"/>
            <p:cNvSpPr/>
            <p:nvPr/>
          </p:nvSpPr>
          <p:spPr>
            <a:xfrm>
              <a:off x="2927454" y="1659014"/>
              <a:ext cx="1025557" cy="1193703"/>
            </a:xfrm>
            <a:custGeom>
              <a:avLst/>
              <a:gdLst/>
              <a:ahLst/>
              <a:cxnLst/>
              <a:rect l="l" t="t" r="r" b="b"/>
              <a:pathLst>
                <a:path w="59144" h="68841" extrusionOk="0">
                  <a:moveTo>
                    <a:pt x="39841" y="1"/>
                  </a:moveTo>
                  <a:cubicBezTo>
                    <a:pt x="36710" y="1915"/>
                    <a:pt x="32922" y="2383"/>
                    <a:pt x="29011" y="2383"/>
                  </a:cubicBezTo>
                  <a:cubicBezTo>
                    <a:pt x="25260" y="2383"/>
                    <a:pt x="21395" y="1953"/>
                    <a:pt x="17888" y="1953"/>
                  </a:cubicBezTo>
                  <a:cubicBezTo>
                    <a:pt x="15750" y="1953"/>
                    <a:pt x="13746" y="2113"/>
                    <a:pt x="11980" y="2628"/>
                  </a:cubicBezTo>
                  <a:cubicBezTo>
                    <a:pt x="6029" y="4363"/>
                    <a:pt x="1663" y="9438"/>
                    <a:pt x="0" y="11639"/>
                  </a:cubicBezTo>
                  <a:cubicBezTo>
                    <a:pt x="21" y="12288"/>
                    <a:pt x="73" y="12936"/>
                    <a:pt x="163" y="13581"/>
                  </a:cubicBezTo>
                  <a:cubicBezTo>
                    <a:pt x="2741" y="8502"/>
                    <a:pt x="8019" y="4906"/>
                    <a:pt x="13686" y="4363"/>
                  </a:cubicBezTo>
                  <a:cubicBezTo>
                    <a:pt x="14283" y="4305"/>
                    <a:pt x="14880" y="4280"/>
                    <a:pt x="15477" y="4280"/>
                  </a:cubicBezTo>
                  <a:cubicBezTo>
                    <a:pt x="20758" y="4280"/>
                    <a:pt x="26060" y="6291"/>
                    <a:pt x="31271" y="6291"/>
                  </a:cubicBezTo>
                  <a:cubicBezTo>
                    <a:pt x="32523" y="6291"/>
                    <a:pt x="33770" y="6175"/>
                    <a:pt x="35009" y="5887"/>
                  </a:cubicBezTo>
                  <a:lnTo>
                    <a:pt x="35009" y="5887"/>
                  </a:lnTo>
                  <a:cubicBezTo>
                    <a:pt x="34320" y="8112"/>
                    <a:pt x="34109" y="10460"/>
                    <a:pt x="34401" y="12770"/>
                  </a:cubicBezTo>
                  <a:cubicBezTo>
                    <a:pt x="34599" y="14365"/>
                    <a:pt x="35746" y="16286"/>
                    <a:pt x="37128" y="16286"/>
                  </a:cubicBezTo>
                  <a:cubicBezTo>
                    <a:pt x="37362" y="16286"/>
                    <a:pt x="37603" y="16231"/>
                    <a:pt x="37847" y="16111"/>
                  </a:cubicBezTo>
                  <a:lnTo>
                    <a:pt x="37847" y="16111"/>
                  </a:lnTo>
                  <a:cubicBezTo>
                    <a:pt x="37012" y="20124"/>
                    <a:pt x="36230" y="24543"/>
                    <a:pt x="38232" y="28118"/>
                  </a:cubicBezTo>
                  <a:cubicBezTo>
                    <a:pt x="38937" y="29375"/>
                    <a:pt x="39959" y="30469"/>
                    <a:pt x="40401" y="31843"/>
                  </a:cubicBezTo>
                  <a:cubicBezTo>
                    <a:pt x="40948" y="33562"/>
                    <a:pt x="40498" y="35431"/>
                    <a:pt x="39841" y="37109"/>
                  </a:cubicBezTo>
                  <a:cubicBezTo>
                    <a:pt x="38256" y="41204"/>
                    <a:pt x="35573" y="44783"/>
                    <a:pt x="32091" y="47459"/>
                  </a:cubicBezTo>
                  <a:cubicBezTo>
                    <a:pt x="29212" y="49660"/>
                    <a:pt x="25406" y="52011"/>
                    <a:pt x="25706" y="55615"/>
                  </a:cubicBezTo>
                  <a:cubicBezTo>
                    <a:pt x="25803" y="56677"/>
                    <a:pt x="26269" y="57670"/>
                    <a:pt x="26456" y="58720"/>
                  </a:cubicBezTo>
                  <a:cubicBezTo>
                    <a:pt x="27064" y="62109"/>
                    <a:pt x="24445" y="65514"/>
                    <a:pt x="21165" y="66568"/>
                  </a:cubicBezTo>
                  <a:cubicBezTo>
                    <a:pt x="20200" y="66878"/>
                    <a:pt x="19203" y="67019"/>
                    <a:pt x="18201" y="67019"/>
                  </a:cubicBezTo>
                  <a:cubicBezTo>
                    <a:pt x="16433" y="67019"/>
                    <a:pt x="14649" y="66581"/>
                    <a:pt x="12993" y="65859"/>
                  </a:cubicBezTo>
                  <a:lnTo>
                    <a:pt x="12993" y="65859"/>
                  </a:lnTo>
                  <a:cubicBezTo>
                    <a:pt x="14400" y="67466"/>
                    <a:pt x="16635" y="68840"/>
                    <a:pt x="20154" y="68840"/>
                  </a:cubicBezTo>
                  <a:cubicBezTo>
                    <a:pt x="20719" y="68840"/>
                    <a:pt x="21318" y="68805"/>
                    <a:pt x="21952" y="68729"/>
                  </a:cubicBezTo>
                  <a:cubicBezTo>
                    <a:pt x="30489" y="67703"/>
                    <a:pt x="31024" y="60447"/>
                    <a:pt x="30874" y="59600"/>
                  </a:cubicBezTo>
                  <a:cubicBezTo>
                    <a:pt x="30720" y="58757"/>
                    <a:pt x="29399" y="59215"/>
                    <a:pt x="28937" y="57670"/>
                  </a:cubicBezTo>
                  <a:cubicBezTo>
                    <a:pt x="28479" y="56126"/>
                    <a:pt x="27854" y="54350"/>
                    <a:pt x="30129" y="52108"/>
                  </a:cubicBezTo>
                  <a:cubicBezTo>
                    <a:pt x="32403" y="49863"/>
                    <a:pt x="35516" y="50329"/>
                    <a:pt x="39841" y="46462"/>
                  </a:cubicBezTo>
                  <a:cubicBezTo>
                    <a:pt x="44171" y="42594"/>
                    <a:pt x="45638" y="37726"/>
                    <a:pt x="45638" y="37726"/>
                  </a:cubicBezTo>
                  <a:cubicBezTo>
                    <a:pt x="52019" y="37726"/>
                    <a:pt x="57853" y="34320"/>
                    <a:pt x="58550" y="29375"/>
                  </a:cubicBezTo>
                  <a:cubicBezTo>
                    <a:pt x="59143" y="25141"/>
                    <a:pt x="57306" y="21468"/>
                    <a:pt x="53805" y="21468"/>
                  </a:cubicBezTo>
                  <a:cubicBezTo>
                    <a:pt x="53216" y="21468"/>
                    <a:pt x="52581" y="21572"/>
                    <a:pt x="51902" y="21794"/>
                  </a:cubicBezTo>
                  <a:cubicBezTo>
                    <a:pt x="47187" y="23339"/>
                    <a:pt x="45638" y="27619"/>
                    <a:pt x="45638" y="27619"/>
                  </a:cubicBezTo>
                  <a:cubicBezTo>
                    <a:pt x="45638" y="27619"/>
                    <a:pt x="44967" y="28637"/>
                    <a:pt x="44161" y="28637"/>
                  </a:cubicBezTo>
                  <a:cubicBezTo>
                    <a:pt x="43543" y="28637"/>
                    <a:pt x="42847" y="28039"/>
                    <a:pt x="42314" y="25929"/>
                  </a:cubicBezTo>
                  <a:cubicBezTo>
                    <a:pt x="41090" y="21065"/>
                    <a:pt x="42626" y="13342"/>
                    <a:pt x="42626" y="13342"/>
                  </a:cubicBezTo>
                  <a:lnTo>
                    <a:pt x="42626" y="13342"/>
                  </a:lnTo>
                  <a:cubicBezTo>
                    <a:pt x="42626" y="13342"/>
                    <a:pt x="41851" y="14104"/>
                    <a:pt x="40965" y="14104"/>
                  </a:cubicBezTo>
                  <a:cubicBezTo>
                    <a:pt x="40104" y="14104"/>
                    <a:pt x="39140" y="13384"/>
                    <a:pt x="38682" y="10545"/>
                  </a:cubicBezTo>
                  <a:cubicBezTo>
                    <a:pt x="37754" y="4784"/>
                    <a:pt x="39841" y="1"/>
                    <a:pt x="39841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" name="Google Shape;5564;p73"/>
            <p:cNvSpPr/>
            <p:nvPr/>
          </p:nvSpPr>
          <p:spPr>
            <a:xfrm>
              <a:off x="3755577" y="2245401"/>
              <a:ext cx="121207" cy="41425"/>
            </a:xfrm>
            <a:custGeom>
              <a:avLst/>
              <a:gdLst/>
              <a:ahLst/>
              <a:cxnLst/>
              <a:rect l="l" t="t" r="r" b="b"/>
              <a:pathLst>
                <a:path w="6990" h="2389" extrusionOk="0">
                  <a:moveTo>
                    <a:pt x="6989" y="1"/>
                  </a:moveTo>
                  <a:lnTo>
                    <a:pt x="6989" y="1"/>
                  </a:lnTo>
                  <a:cubicBezTo>
                    <a:pt x="5866" y="552"/>
                    <a:pt x="4748" y="1051"/>
                    <a:pt x="3584" y="1452"/>
                  </a:cubicBezTo>
                  <a:cubicBezTo>
                    <a:pt x="2417" y="1853"/>
                    <a:pt x="1225" y="2141"/>
                    <a:pt x="1" y="2384"/>
                  </a:cubicBezTo>
                  <a:cubicBezTo>
                    <a:pt x="87" y="2387"/>
                    <a:pt x="173" y="2388"/>
                    <a:pt x="260" y="2388"/>
                  </a:cubicBezTo>
                  <a:cubicBezTo>
                    <a:pt x="1425" y="2388"/>
                    <a:pt x="2584" y="2162"/>
                    <a:pt x="3694" y="1784"/>
                  </a:cubicBezTo>
                  <a:cubicBezTo>
                    <a:pt x="4885" y="1379"/>
                    <a:pt x="6016" y="791"/>
                    <a:pt x="69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" name="Google Shape;5565;p73"/>
            <p:cNvSpPr/>
            <p:nvPr/>
          </p:nvSpPr>
          <p:spPr>
            <a:xfrm>
              <a:off x="3885974" y="2106577"/>
              <a:ext cx="34246" cy="112970"/>
            </a:xfrm>
            <a:custGeom>
              <a:avLst/>
              <a:gdLst/>
              <a:ahLst/>
              <a:cxnLst/>
              <a:rect l="l" t="t" r="r" b="b"/>
              <a:pathLst>
                <a:path w="1975" h="6515" extrusionOk="0">
                  <a:moveTo>
                    <a:pt x="1642" y="0"/>
                  </a:moveTo>
                  <a:lnTo>
                    <a:pt x="1642" y="0"/>
                  </a:lnTo>
                  <a:cubicBezTo>
                    <a:pt x="1699" y="1152"/>
                    <a:pt x="1565" y="2283"/>
                    <a:pt x="1245" y="3341"/>
                  </a:cubicBezTo>
                  <a:cubicBezTo>
                    <a:pt x="929" y="4399"/>
                    <a:pt x="284" y="5388"/>
                    <a:pt x="0" y="6515"/>
                  </a:cubicBezTo>
                  <a:cubicBezTo>
                    <a:pt x="536" y="5505"/>
                    <a:pt x="1241" y="4569"/>
                    <a:pt x="1585" y="3446"/>
                  </a:cubicBezTo>
                  <a:cubicBezTo>
                    <a:pt x="1930" y="2327"/>
                    <a:pt x="1975" y="1107"/>
                    <a:pt x="164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1" name="Google Shape;5566;p73"/>
            <p:cNvSpPr/>
            <p:nvPr/>
          </p:nvSpPr>
          <p:spPr>
            <a:xfrm>
              <a:off x="3073110" y="1725565"/>
              <a:ext cx="208999" cy="35686"/>
            </a:xfrm>
            <a:custGeom>
              <a:avLst/>
              <a:gdLst/>
              <a:ahLst/>
              <a:cxnLst/>
              <a:rect l="l" t="t" r="r" b="b"/>
              <a:pathLst>
                <a:path w="12053" h="2058" extrusionOk="0">
                  <a:moveTo>
                    <a:pt x="7876" y="0"/>
                  </a:moveTo>
                  <a:cubicBezTo>
                    <a:pt x="7202" y="0"/>
                    <a:pt x="6528" y="32"/>
                    <a:pt x="5858" y="99"/>
                  </a:cubicBezTo>
                  <a:cubicBezTo>
                    <a:pt x="3794" y="306"/>
                    <a:pt x="1719" y="890"/>
                    <a:pt x="0" y="2057"/>
                  </a:cubicBezTo>
                  <a:cubicBezTo>
                    <a:pt x="1849" y="1137"/>
                    <a:pt x="3863" y="658"/>
                    <a:pt x="5894" y="448"/>
                  </a:cubicBezTo>
                  <a:cubicBezTo>
                    <a:pt x="6932" y="342"/>
                    <a:pt x="7977" y="306"/>
                    <a:pt x="9027" y="306"/>
                  </a:cubicBezTo>
                  <a:cubicBezTo>
                    <a:pt x="10032" y="306"/>
                    <a:pt x="11041" y="339"/>
                    <a:pt x="12052" y="375"/>
                  </a:cubicBezTo>
                  <a:cubicBezTo>
                    <a:pt x="10676" y="137"/>
                    <a:pt x="9275" y="0"/>
                    <a:pt x="787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2" name="Google Shape;5567;p73"/>
            <p:cNvSpPr/>
            <p:nvPr/>
          </p:nvSpPr>
          <p:spPr>
            <a:xfrm>
              <a:off x="3322858" y="1719843"/>
              <a:ext cx="66221" cy="7578"/>
            </a:xfrm>
            <a:custGeom>
              <a:avLst/>
              <a:gdLst/>
              <a:ahLst/>
              <a:cxnLst/>
              <a:rect l="l" t="t" r="r" b="b"/>
              <a:pathLst>
                <a:path w="3819" h="437" extrusionOk="0">
                  <a:moveTo>
                    <a:pt x="386" y="1"/>
                  </a:moveTo>
                  <a:cubicBezTo>
                    <a:pt x="258" y="1"/>
                    <a:pt x="130" y="3"/>
                    <a:pt x="0" y="7"/>
                  </a:cubicBezTo>
                  <a:cubicBezTo>
                    <a:pt x="608" y="263"/>
                    <a:pt x="1245" y="380"/>
                    <a:pt x="1889" y="421"/>
                  </a:cubicBezTo>
                  <a:cubicBezTo>
                    <a:pt x="2050" y="431"/>
                    <a:pt x="2212" y="437"/>
                    <a:pt x="2375" y="437"/>
                  </a:cubicBezTo>
                  <a:cubicBezTo>
                    <a:pt x="2859" y="437"/>
                    <a:pt x="3346" y="387"/>
                    <a:pt x="3819" y="263"/>
                  </a:cubicBezTo>
                  <a:cubicBezTo>
                    <a:pt x="3174" y="149"/>
                    <a:pt x="2546" y="101"/>
                    <a:pt x="1914" y="64"/>
                  </a:cubicBezTo>
                  <a:cubicBezTo>
                    <a:pt x="1407" y="35"/>
                    <a:pt x="903" y="1"/>
                    <a:pt x="38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3" name="Google Shape;5568;p73"/>
            <p:cNvSpPr/>
            <p:nvPr/>
          </p:nvSpPr>
          <p:spPr>
            <a:xfrm>
              <a:off x="3426048" y="1702104"/>
              <a:ext cx="149731" cy="31108"/>
            </a:xfrm>
            <a:custGeom>
              <a:avLst/>
              <a:gdLst/>
              <a:ahLst/>
              <a:cxnLst/>
              <a:rect l="l" t="t" r="r" b="b"/>
              <a:pathLst>
                <a:path w="8635" h="1794" extrusionOk="0">
                  <a:moveTo>
                    <a:pt x="8635" y="1"/>
                  </a:moveTo>
                  <a:cubicBezTo>
                    <a:pt x="7330" y="743"/>
                    <a:pt x="5899" y="1128"/>
                    <a:pt x="4439" y="1326"/>
                  </a:cubicBezTo>
                  <a:cubicBezTo>
                    <a:pt x="2980" y="1525"/>
                    <a:pt x="1496" y="1529"/>
                    <a:pt x="0" y="1586"/>
                  </a:cubicBezTo>
                  <a:cubicBezTo>
                    <a:pt x="870" y="1717"/>
                    <a:pt x="1755" y="1794"/>
                    <a:pt x="2640" y="1794"/>
                  </a:cubicBezTo>
                  <a:cubicBezTo>
                    <a:pt x="3256" y="1794"/>
                    <a:pt x="3873" y="1757"/>
                    <a:pt x="4484" y="1675"/>
                  </a:cubicBezTo>
                  <a:cubicBezTo>
                    <a:pt x="5976" y="1476"/>
                    <a:pt x="7480" y="982"/>
                    <a:pt x="86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4" name="Google Shape;5569;p73"/>
            <p:cNvSpPr/>
            <p:nvPr/>
          </p:nvSpPr>
          <p:spPr>
            <a:xfrm>
              <a:off x="3570282" y="1731842"/>
              <a:ext cx="20201" cy="115935"/>
            </a:xfrm>
            <a:custGeom>
              <a:avLst/>
              <a:gdLst/>
              <a:ahLst/>
              <a:cxnLst/>
              <a:rect l="l" t="t" r="r" b="b"/>
              <a:pathLst>
                <a:path w="1165" h="6686" extrusionOk="0">
                  <a:moveTo>
                    <a:pt x="289" y="1"/>
                  </a:moveTo>
                  <a:cubicBezTo>
                    <a:pt x="49" y="1140"/>
                    <a:pt x="1" y="2315"/>
                    <a:pt x="62" y="3479"/>
                  </a:cubicBezTo>
                  <a:cubicBezTo>
                    <a:pt x="94" y="4058"/>
                    <a:pt x="159" y="4638"/>
                    <a:pt x="256" y="5214"/>
                  </a:cubicBezTo>
                  <a:cubicBezTo>
                    <a:pt x="313" y="5510"/>
                    <a:pt x="406" y="5793"/>
                    <a:pt x="540" y="6061"/>
                  </a:cubicBezTo>
                  <a:cubicBezTo>
                    <a:pt x="682" y="6329"/>
                    <a:pt x="897" y="6564"/>
                    <a:pt x="1164" y="6685"/>
                  </a:cubicBezTo>
                  <a:cubicBezTo>
                    <a:pt x="702" y="6308"/>
                    <a:pt x="589" y="5733"/>
                    <a:pt x="536" y="5169"/>
                  </a:cubicBezTo>
                  <a:cubicBezTo>
                    <a:pt x="487" y="4606"/>
                    <a:pt x="447" y="4030"/>
                    <a:pt x="410" y="3458"/>
                  </a:cubicBezTo>
                  <a:cubicBezTo>
                    <a:pt x="345" y="2311"/>
                    <a:pt x="329" y="1164"/>
                    <a:pt x="2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5" name="Google Shape;5570;p73"/>
            <p:cNvSpPr/>
            <p:nvPr/>
          </p:nvSpPr>
          <p:spPr>
            <a:xfrm>
              <a:off x="3617239" y="1964024"/>
              <a:ext cx="42414" cy="201543"/>
            </a:xfrm>
            <a:custGeom>
              <a:avLst/>
              <a:gdLst/>
              <a:ahLst/>
              <a:cxnLst/>
              <a:rect l="l" t="t" r="r" b="b"/>
              <a:pathLst>
                <a:path w="2446" h="11623" extrusionOk="0">
                  <a:moveTo>
                    <a:pt x="751" y="0"/>
                  </a:moveTo>
                  <a:lnTo>
                    <a:pt x="751" y="0"/>
                  </a:lnTo>
                  <a:cubicBezTo>
                    <a:pt x="191" y="1946"/>
                    <a:pt x="1" y="4018"/>
                    <a:pt x="276" y="6049"/>
                  </a:cubicBezTo>
                  <a:cubicBezTo>
                    <a:pt x="418" y="7062"/>
                    <a:pt x="678" y="8051"/>
                    <a:pt x="945" y="9024"/>
                  </a:cubicBezTo>
                  <a:cubicBezTo>
                    <a:pt x="1087" y="9511"/>
                    <a:pt x="1237" y="10001"/>
                    <a:pt x="1460" y="10463"/>
                  </a:cubicBezTo>
                  <a:cubicBezTo>
                    <a:pt x="1683" y="10925"/>
                    <a:pt x="2007" y="11359"/>
                    <a:pt x="2445" y="11623"/>
                  </a:cubicBezTo>
                  <a:cubicBezTo>
                    <a:pt x="2048" y="11298"/>
                    <a:pt x="1797" y="10864"/>
                    <a:pt x="1618" y="10398"/>
                  </a:cubicBezTo>
                  <a:cubicBezTo>
                    <a:pt x="1440" y="9928"/>
                    <a:pt x="1330" y="9446"/>
                    <a:pt x="1217" y="8951"/>
                  </a:cubicBezTo>
                  <a:cubicBezTo>
                    <a:pt x="994" y="7970"/>
                    <a:pt x="759" y="6993"/>
                    <a:pt x="625" y="6000"/>
                  </a:cubicBezTo>
                  <a:cubicBezTo>
                    <a:pt x="353" y="4022"/>
                    <a:pt x="463" y="1999"/>
                    <a:pt x="75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6" name="Google Shape;5571;p73"/>
            <p:cNvSpPr/>
            <p:nvPr/>
          </p:nvSpPr>
          <p:spPr>
            <a:xfrm>
              <a:off x="3599101" y="2014848"/>
              <a:ext cx="33553" cy="138425"/>
            </a:xfrm>
            <a:custGeom>
              <a:avLst/>
              <a:gdLst/>
              <a:ahLst/>
              <a:cxnLst/>
              <a:rect l="l" t="t" r="r" b="b"/>
              <a:pathLst>
                <a:path w="1935" h="7983" extrusionOk="0">
                  <a:moveTo>
                    <a:pt x="366" y="0"/>
                  </a:moveTo>
                  <a:lnTo>
                    <a:pt x="366" y="0"/>
                  </a:lnTo>
                  <a:cubicBezTo>
                    <a:pt x="9" y="1346"/>
                    <a:pt x="1" y="2785"/>
                    <a:pt x="272" y="4163"/>
                  </a:cubicBezTo>
                  <a:cubicBezTo>
                    <a:pt x="544" y="5542"/>
                    <a:pt x="1095" y="6867"/>
                    <a:pt x="1934" y="7982"/>
                  </a:cubicBezTo>
                  <a:cubicBezTo>
                    <a:pt x="1334" y="6725"/>
                    <a:pt x="889" y="5440"/>
                    <a:pt x="621" y="4095"/>
                  </a:cubicBezTo>
                  <a:cubicBezTo>
                    <a:pt x="353" y="2753"/>
                    <a:pt x="289" y="1387"/>
                    <a:pt x="36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7" name="Google Shape;5572;p73"/>
            <p:cNvSpPr/>
            <p:nvPr/>
          </p:nvSpPr>
          <p:spPr>
            <a:xfrm>
              <a:off x="3532394" y="2354296"/>
              <a:ext cx="134992" cy="137298"/>
            </a:xfrm>
            <a:custGeom>
              <a:avLst/>
              <a:gdLst/>
              <a:ahLst/>
              <a:cxnLst/>
              <a:rect l="l" t="t" r="r" b="b"/>
              <a:pathLst>
                <a:path w="7785" h="7918" extrusionOk="0">
                  <a:moveTo>
                    <a:pt x="7784" y="0"/>
                  </a:moveTo>
                  <a:lnTo>
                    <a:pt x="7784" y="0"/>
                  </a:lnTo>
                  <a:cubicBezTo>
                    <a:pt x="6900" y="1662"/>
                    <a:pt x="5700" y="3097"/>
                    <a:pt x="4346" y="4374"/>
                  </a:cubicBezTo>
                  <a:cubicBezTo>
                    <a:pt x="2996" y="5651"/>
                    <a:pt x="1488" y="6766"/>
                    <a:pt x="1" y="7917"/>
                  </a:cubicBezTo>
                  <a:cubicBezTo>
                    <a:pt x="1642" y="6997"/>
                    <a:pt x="3219" y="5923"/>
                    <a:pt x="4590" y="4634"/>
                  </a:cubicBezTo>
                  <a:cubicBezTo>
                    <a:pt x="5964" y="3340"/>
                    <a:pt x="7160" y="1784"/>
                    <a:pt x="778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8" name="Google Shape;5573;p73"/>
            <p:cNvSpPr/>
            <p:nvPr/>
          </p:nvSpPr>
          <p:spPr>
            <a:xfrm>
              <a:off x="3672415" y="2305640"/>
              <a:ext cx="23010" cy="36223"/>
            </a:xfrm>
            <a:custGeom>
              <a:avLst/>
              <a:gdLst/>
              <a:ahLst/>
              <a:cxnLst/>
              <a:rect l="l" t="t" r="r" b="b"/>
              <a:pathLst>
                <a:path w="1327" h="2089" extrusionOk="0">
                  <a:moveTo>
                    <a:pt x="1327" y="1"/>
                  </a:moveTo>
                  <a:lnTo>
                    <a:pt x="1327" y="1"/>
                  </a:lnTo>
                  <a:cubicBezTo>
                    <a:pt x="941" y="203"/>
                    <a:pt x="641" y="524"/>
                    <a:pt x="418" y="885"/>
                  </a:cubicBezTo>
                  <a:cubicBezTo>
                    <a:pt x="195" y="1245"/>
                    <a:pt x="29" y="1651"/>
                    <a:pt x="1" y="2088"/>
                  </a:cubicBezTo>
                  <a:cubicBezTo>
                    <a:pt x="285" y="1752"/>
                    <a:pt x="504" y="1420"/>
                    <a:pt x="718" y="1075"/>
                  </a:cubicBezTo>
                  <a:cubicBezTo>
                    <a:pt x="929" y="730"/>
                    <a:pt x="1148" y="394"/>
                    <a:pt x="132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9" name="Google Shape;5574;p73"/>
            <p:cNvSpPr/>
            <p:nvPr/>
          </p:nvSpPr>
          <p:spPr>
            <a:xfrm>
              <a:off x="3308934" y="2697038"/>
              <a:ext cx="124501" cy="134489"/>
            </a:xfrm>
            <a:custGeom>
              <a:avLst/>
              <a:gdLst/>
              <a:ahLst/>
              <a:cxnLst/>
              <a:rect l="l" t="t" r="r" b="b"/>
              <a:pathLst>
                <a:path w="7180" h="7756" extrusionOk="0">
                  <a:moveTo>
                    <a:pt x="6868" y="0"/>
                  </a:moveTo>
                  <a:lnTo>
                    <a:pt x="6868" y="0"/>
                  </a:lnTo>
                  <a:cubicBezTo>
                    <a:pt x="6892" y="1881"/>
                    <a:pt x="6130" y="3685"/>
                    <a:pt x="4796" y="4954"/>
                  </a:cubicBezTo>
                  <a:cubicBezTo>
                    <a:pt x="3458" y="6219"/>
                    <a:pt x="1695" y="6949"/>
                    <a:pt x="1" y="7755"/>
                  </a:cubicBezTo>
                  <a:cubicBezTo>
                    <a:pt x="905" y="7480"/>
                    <a:pt x="1805" y="7184"/>
                    <a:pt x="2656" y="6778"/>
                  </a:cubicBezTo>
                  <a:cubicBezTo>
                    <a:pt x="3507" y="6373"/>
                    <a:pt x="4338" y="5874"/>
                    <a:pt x="5039" y="5210"/>
                  </a:cubicBezTo>
                  <a:cubicBezTo>
                    <a:pt x="6458" y="3900"/>
                    <a:pt x="7180" y="1865"/>
                    <a:pt x="686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0" name="Google Shape;5575;p73"/>
            <p:cNvSpPr/>
            <p:nvPr/>
          </p:nvSpPr>
          <p:spPr>
            <a:xfrm>
              <a:off x="3337475" y="2708639"/>
              <a:ext cx="63135" cy="88226"/>
            </a:xfrm>
            <a:custGeom>
              <a:avLst/>
              <a:gdLst/>
              <a:ahLst/>
              <a:cxnLst/>
              <a:rect l="l" t="t" r="r" b="b"/>
              <a:pathLst>
                <a:path w="3641" h="5088" extrusionOk="0">
                  <a:moveTo>
                    <a:pt x="3641" y="0"/>
                  </a:moveTo>
                  <a:cubicBezTo>
                    <a:pt x="3292" y="1026"/>
                    <a:pt x="2818" y="1966"/>
                    <a:pt x="2210" y="2826"/>
                  </a:cubicBezTo>
                  <a:cubicBezTo>
                    <a:pt x="1602" y="3681"/>
                    <a:pt x="852" y="4427"/>
                    <a:pt x="0" y="5088"/>
                  </a:cubicBezTo>
                  <a:cubicBezTo>
                    <a:pt x="1002" y="4662"/>
                    <a:pt x="1865" y="3924"/>
                    <a:pt x="2502" y="3033"/>
                  </a:cubicBezTo>
                  <a:cubicBezTo>
                    <a:pt x="3134" y="2141"/>
                    <a:pt x="3564" y="1087"/>
                    <a:pt x="364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" name="Google Shape;5576;p73"/>
            <p:cNvSpPr/>
            <p:nvPr/>
          </p:nvSpPr>
          <p:spPr>
            <a:xfrm>
              <a:off x="3818556" y="2047794"/>
              <a:ext cx="90914" cy="16629"/>
            </a:xfrm>
            <a:custGeom>
              <a:avLst/>
              <a:gdLst/>
              <a:ahLst/>
              <a:cxnLst/>
              <a:rect l="l" t="t" r="r" b="b"/>
              <a:pathLst>
                <a:path w="5243" h="959" extrusionOk="0">
                  <a:moveTo>
                    <a:pt x="2409" y="0"/>
                  </a:moveTo>
                  <a:cubicBezTo>
                    <a:pt x="1512" y="0"/>
                    <a:pt x="609" y="331"/>
                    <a:pt x="1" y="958"/>
                  </a:cubicBezTo>
                  <a:cubicBezTo>
                    <a:pt x="730" y="566"/>
                    <a:pt x="1517" y="353"/>
                    <a:pt x="2307" y="353"/>
                  </a:cubicBezTo>
                  <a:cubicBezTo>
                    <a:pt x="2401" y="353"/>
                    <a:pt x="2494" y="356"/>
                    <a:pt x="2587" y="362"/>
                  </a:cubicBezTo>
                  <a:cubicBezTo>
                    <a:pt x="3025" y="382"/>
                    <a:pt x="3451" y="504"/>
                    <a:pt x="3884" y="638"/>
                  </a:cubicBezTo>
                  <a:cubicBezTo>
                    <a:pt x="4314" y="776"/>
                    <a:pt x="4768" y="938"/>
                    <a:pt x="5242" y="954"/>
                  </a:cubicBezTo>
                  <a:cubicBezTo>
                    <a:pt x="4801" y="796"/>
                    <a:pt x="4411" y="573"/>
                    <a:pt x="3986" y="378"/>
                  </a:cubicBezTo>
                  <a:cubicBezTo>
                    <a:pt x="3552" y="168"/>
                    <a:pt x="3086" y="42"/>
                    <a:pt x="2607" y="5"/>
                  </a:cubicBezTo>
                  <a:cubicBezTo>
                    <a:pt x="2541" y="2"/>
                    <a:pt x="2475" y="0"/>
                    <a:pt x="240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" name="Google Shape;5577;p73"/>
            <p:cNvSpPr/>
            <p:nvPr/>
          </p:nvSpPr>
          <p:spPr>
            <a:xfrm>
              <a:off x="2720657" y="2061943"/>
              <a:ext cx="24397" cy="105375"/>
            </a:xfrm>
            <a:custGeom>
              <a:avLst/>
              <a:gdLst/>
              <a:ahLst/>
              <a:cxnLst/>
              <a:rect l="l" t="t" r="r" b="b"/>
              <a:pathLst>
                <a:path w="1407" h="6077" extrusionOk="0">
                  <a:moveTo>
                    <a:pt x="507" y="0"/>
                  </a:moveTo>
                  <a:lnTo>
                    <a:pt x="507" y="0"/>
                  </a:lnTo>
                  <a:cubicBezTo>
                    <a:pt x="101" y="985"/>
                    <a:pt x="0" y="2088"/>
                    <a:pt x="162" y="3154"/>
                  </a:cubicBezTo>
                  <a:cubicBezTo>
                    <a:pt x="324" y="4216"/>
                    <a:pt x="730" y="5258"/>
                    <a:pt x="1407" y="6077"/>
                  </a:cubicBezTo>
                  <a:cubicBezTo>
                    <a:pt x="973" y="5108"/>
                    <a:pt x="677" y="4123"/>
                    <a:pt x="519" y="3101"/>
                  </a:cubicBezTo>
                  <a:cubicBezTo>
                    <a:pt x="361" y="2084"/>
                    <a:pt x="377" y="1050"/>
                    <a:pt x="50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" name="Google Shape;5578;p73"/>
            <p:cNvSpPr/>
            <p:nvPr/>
          </p:nvSpPr>
          <p:spPr>
            <a:xfrm>
              <a:off x="2662447" y="1983705"/>
              <a:ext cx="78810" cy="14635"/>
            </a:xfrm>
            <a:custGeom>
              <a:avLst/>
              <a:gdLst/>
              <a:ahLst/>
              <a:cxnLst/>
              <a:rect l="l" t="t" r="r" b="b"/>
              <a:pathLst>
                <a:path w="4545" h="844" extrusionOk="0">
                  <a:moveTo>
                    <a:pt x="2275" y="0"/>
                  </a:moveTo>
                  <a:cubicBezTo>
                    <a:pt x="1448" y="0"/>
                    <a:pt x="596" y="264"/>
                    <a:pt x="1" y="819"/>
                  </a:cubicBezTo>
                  <a:cubicBezTo>
                    <a:pt x="717" y="509"/>
                    <a:pt x="1481" y="354"/>
                    <a:pt x="2245" y="354"/>
                  </a:cubicBezTo>
                  <a:cubicBezTo>
                    <a:pt x="3028" y="354"/>
                    <a:pt x="3812" y="517"/>
                    <a:pt x="4545" y="844"/>
                  </a:cubicBezTo>
                  <a:cubicBezTo>
                    <a:pt x="3945" y="284"/>
                    <a:pt x="3098" y="0"/>
                    <a:pt x="227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4" name="Google Shape;5579;p73"/>
            <p:cNvSpPr/>
            <p:nvPr/>
          </p:nvSpPr>
          <p:spPr>
            <a:xfrm>
              <a:off x="3194074" y="2350360"/>
              <a:ext cx="93792" cy="36379"/>
            </a:xfrm>
            <a:custGeom>
              <a:avLst/>
              <a:gdLst/>
              <a:ahLst/>
              <a:cxnLst/>
              <a:rect l="l" t="t" r="r" b="b"/>
              <a:pathLst>
                <a:path w="5409" h="2098" extrusionOk="0">
                  <a:moveTo>
                    <a:pt x="5408" y="0"/>
                  </a:moveTo>
                  <a:lnTo>
                    <a:pt x="5408" y="0"/>
                  </a:lnTo>
                  <a:cubicBezTo>
                    <a:pt x="4569" y="515"/>
                    <a:pt x="3706" y="957"/>
                    <a:pt x="2810" y="1305"/>
                  </a:cubicBezTo>
                  <a:cubicBezTo>
                    <a:pt x="1914" y="1658"/>
                    <a:pt x="974" y="1889"/>
                    <a:pt x="1" y="2067"/>
                  </a:cubicBezTo>
                  <a:cubicBezTo>
                    <a:pt x="195" y="2087"/>
                    <a:pt x="391" y="2097"/>
                    <a:pt x="587" y="2097"/>
                  </a:cubicBezTo>
                  <a:cubicBezTo>
                    <a:pt x="1385" y="2097"/>
                    <a:pt x="2187" y="1935"/>
                    <a:pt x="2936" y="1642"/>
                  </a:cubicBezTo>
                  <a:cubicBezTo>
                    <a:pt x="3868" y="1277"/>
                    <a:pt x="4740" y="734"/>
                    <a:pt x="540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5" name="Google Shape;5580;p73"/>
            <p:cNvSpPr/>
            <p:nvPr/>
          </p:nvSpPr>
          <p:spPr>
            <a:xfrm>
              <a:off x="3223534" y="2815696"/>
              <a:ext cx="69950" cy="12676"/>
            </a:xfrm>
            <a:custGeom>
              <a:avLst/>
              <a:gdLst/>
              <a:ahLst/>
              <a:cxnLst/>
              <a:rect l="l" t="t" r="r" b="b"/>
              <a:pathLst>
                <a:path w="4034" h="731" extrusionOk="0">
                  <a:moveTo>
                    <a:pt x="0" y="0"/>
                  </a:moveTo>
                  <a:lnTo>
                    <a:pt x="0" y="0"/>
                  </a:lnTo>
                  <a:cubicBezTo>
                    <a:pt x="535" y="470"/>
                    <a:pt x="1273" y="714"/>
                    <a:pt x="1999" y="730"/>
                  </a:cubicBezTo>
                  <a:cubicBezTo>
                    <a:pt x="2027" y="731"/>
                    <a:pt x="2055" y="731"/>
                    <a:pt x="2083" y="731"/>
                  </a:cubicBezTo>
                  <a:cubicBezTo>
                    <a:pt x="2778" y="731"/>
                    <a:pt x="3488" y="538"/>
                    <a:pt x="4034" y="118"/>
                  </a:cubicBezTo>
                  <a:lnTo>
                    <a:pt x="4034" y="118"/>
                  </a:lnTo>
                  <a:cubicBezTo>
                    <a:pt x="3398" y="286"/>
                    <a:pt x="2783" y="375"/>
                    <a:pt x="2163" y="375"/>
                  </a:cubicBezTo>
                  <a:cubicBezTo>
                    <a:pt x="2111" y="375"/>
                    <a:pt x="2059" y="374"/>
                    <a:pt x="2007" y="373"/>
                  </a:cubicBezTo>
                  <a:cubicBezTo>
                    <a:pt x="1334" y="361"/>
                    <a:pt x="673" y="223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6" name="Google Shape;5581;p73"/>
            <p:cNvSpPr/>
            <p:nvPr/>
          </p:nvSpPr>
          <p:spPr>
            <a:xfrm>
              <a:off x="2955926" y="2444689"/>
              <a:ext cx="168163" cy="79487"/>
            </a:xfrm>
            <a:custGeom>
              <a:avLst/>
              <a:gdLst/>
              <a:ahLst/>
              <a:cxnLst/>
              <a:rect l="l" t="t" r="r" b="b"/>
              <a:pathLst>
                <a:path w="9698" h="4584" extrusionOk="0">
                  <a:moveTo>
                    <a:pt x="0" y="0"/>
                  </a:moveTo>
                  <a:cubicBezTo>
                    <a:pt x="1075" y="1512"/>
                    <a:pt x="2587" y="2712"/>
                    <a:pt x="4277" y="3503"/>
                  </a:cubicBezTo>
                  <a:cubicBezTo>
                    <a:pt x="5744" y="4190"/>
                    <a:pt x="7361" y="4583"/>
                    <a:pt x="8974" y="4583"/>
                  </a:cubicBezTo>
                  <a:cubicBezTo>
                    <a:pt x="9215" y="4583"/>
                    <a:pt x="9456" y="4575"/>
                    <a:pt x="9697" y="4557"/>
                  </a:cubicBezTo>
                  <a:cubicBezTo>
                    <a:pt x="7869" y="4423"/>
                    <a:pt x="6085" y="3957"/>
                    <a:pt x="4427" y="3178"/>
                  </a:cubicBezTo>
                  <a:cubicBezTo>
                    <a:pt x="2777" y="2408"/>
                    <a:pt x="1285" y="1322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7" name="Google Shape;5582;p73"/>
            <p:cNvSpPr/>
            <p:nvPr/>
          </p:nvSpPr>
          <p:spPr>
            <a:xfrm>
              <a:off x="3722545" y="2078607"/>
              <a:ext cx="199011" cy="104040"/>
            </a:xfrm>
            <a:custGeom>
              <a:avLst/>
              <a:gdLst/>
              <a:ahLst/>
              <a:cxnLst/>
              <a:rect l="l" t="t" r="r" b="b"/>
              <a:pathLst>
                <a:path w="11477" h="6000" extrusionOk="0">
                  <a:moveTo>
                    <a:pt x="9088" y="1"/>
                  </a:moveTo>
                  <a:cubicBezTo>
                    <a:pt x="3214" y="1"/>
                    <a:pt x="127" y="5411"/>
                    <a:pt x="98" y="5473"/>
                  </a:cubicBezTo>
                  <a:cubicBezTo>
                    <a:pt x="0" y="5643"/>
                    <a:pt x="61" y="5858"/>
                    <a:pt x="231" y="5959"/>
                  </a:cubicBezTo>
                  <a:cubicBezTo>
                    <a:pt x="284" y="5983"/>
                    <a:pt x="345" y="6000"/>
                    <a:pt x="406" y="6000"/>
                  </a:cubicBezTo>
                  <a:cubicBezTo>
                    <a:pt x="535" y="6000"/>
                    <a:pt x="653" y="5927"/>
                    <a:pt x="714" y="5817"/>
                  </a:cubicBezTo>
                  <a:cubicBezTo>
                    <a:pt x="747" y="5762"/>
                    <a:pt x="3628" y="713"/>
                    <a:pt x="9093" y="713"/>
                  </a:cubicBezTo>
                  <a:cubicBezTo>
                    <a:pt x="9698" y="713"/>
                    <a:pt x="10335" y="775"/>
                    <a:pt x="11002" y="912"/>
                  </a:cubicBezTo>
                  <a:cubicBezTo>
                    <a:pt x="11031" y="919"/>
                    <a:pt x="11059" y="923"/>
                    <a:pt x="11087" y="923"/>
                  </a:cubicBezTo>
                  <a:cubicBezTo>
                    <a:pt x="11251" y="923"/>
                    <a:pt x="11401" y="806"/>
                    <a:pt x="11436" y="636"/>
                  </a:cubicBezTo>
                  <a:cubicBezTo>
                    <a:pt x="11477" y="438"/>
                    <a:pt x="11343" y="247"/>
                    <a:pt x="11144" y="215"/>
                  </a:cubicBezTo>
                  <a:cubicBezTo>
                    <a:pt x="10425" y="67"/>
                    <a:pt x="9739" y="1"/>
                    <a:pt x="908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8" name="Google Shape;5583;p73"/>
            <p:cNvSpPr/>
            <p:nvPr/>
          </p:nvSpPr>
          <p:spPr>
            <a:xfrm>
              <a:off x="3774721" y="2089653"/>
              <a:ext cx="71909" cy="137576"/>
            </a:xfrm>
            <a:custGeom>
              <a:avLst/>
              <a:gdLst/>
              <a:ahLst/>
              <a:cxnLst/>
              <a:rect l="l" t="t" r="r" b="b"/>
              <a:pathLst>
                <a:path w="4147" h="7934" extrusionOk="0">
                  <a:moveTo>
                    <a:pt x="2733" y="1"/>
                  </a:moveTo>
                  <a:cubicBezTo>
                    <a:pt x="2623" y="1"/>
                    <a:pt x="2514" y="51"/>
                    <a:pt x="2444" y="145"/>
                  </a:cubicBezTo>
                  <a:cubicBezTo>
                    <a:pt x="2326" y="303"/>
                    <a:pt x="2359" y="526"/>
                    <a:pt x="2521" y="644"/>
                  </a:cubicBezTo>
                  <a:cubicBezTo>
                    <a:pt x="3056" y="1110"/>
                    <a:pt x="3376" y="1779"/>
                    <a:pt x="3392" y="2493"/>
                  </a:cubicBezTo>
                  <a:cubicBezTo>
                    <a:pt x="3425" y="3907"/>
                    <a:pt x="2346" y="5573"/>
                    <a:pt x="259" y="7304"/>
                  </a:cubicBezTo>
                  <a:cubicBezTo>
                    <a:pt x="0" y="7518"/>
                    <a:pt x="152" y="7933"/>
                    <a:pt x="481" y="7933"/>
                  </a:cubicBezTo>
                  <a:cubicBezTo>
                    <a:pt x="482" y="7933"/>
                    <a:pt x="484" y="7933"/>
                    <a:pt x="486" y="7933"/>
                  </a:cubicBezTo>
                  <a:cubicBezTo>
                    <a:pt x="491" y="7933"/>
                    <a:pt x="496" y="7933"/>
                    <a:pt x="502" y="7933"/>
                  </a:cubicBezTo>
                  <a:cubicBezTo>
                    <a:pt x="581" y="7933"/>
                    <a:pt x="656" y="7905"/>
                    <a:pt x="717" y="7852"/>
                  </a:cubicBezTo>
                  <a:cubicBezTo>
                    <a:pt x="3007" y="5946"/>
                    <a:pt x="4146" y="4138"/>
                    <a:pt x="4102" y="2472"/>
                  </a:cubicBezTo>
                  <a:cubicBezTo>
                    <a:pt x="4061" y="920"/>
                    <a:pt x="2991" y="105"/>
                    <a:pt x="2946" y="68"/>
                  </a:cubicBezTo>
                  <a:cubicBezTo>
                    <a:pt x="2881" y="23"/>
                    <a:pt x="2807" y="1"/>
                    <a:pt x="273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9" name="Google Shape;5584;p73"/>
            <p:cNvSpPr/>
            <p:nvPr/>
          </p:nvSpPr>
          <p:spPr>
            <a:xfrm>
              <a:off x="3189444" y="1912369"/>
              <a:ext cx="384029" cy="336934"/>
            </a:xfrm>
            <a:custGeom>
              <a:avLst/>
              <a:gdLst/>
              <a:ahLst/>
              <a:cxnLst/>
              <a:rect l="l" t="t" r="r" b="b"/>
              <a:pathLst>
                <a:path w="22147" h="19431" extrusionOk="0">
                  <a:moveTo>
                    <a:pt x="11161" y="0"/>
                  </a:moveTo>
                  <a:cubicBezTo>
                    <a:pt x="7351" y="0"/>
                    <a:pt x="4558" y="2100"/>
                    <a:pt x="3004" y="4921"/>
                  </a:cubicBezTo>
                  <a:cubicBezTo>
                    <a:pt x="0" y="10386"/>
                    <a:pt x="1658" y="18550"/>
                    <a:pt x="9612" y="19365"/>
                  </a:cubicBezTo>
                  <a:cubicBezTo>
                    <a:pt x="10045" y="19409"/>
                    <a:pt x="10466" y="19431"/>
                    <a:pt x="10874" y="19431"/>
                  </a:cubicBezTo>
                  <a:cubicBezTo>
                    <a:pt x="14557" y="19431"/>
                    <a:pt x="17202" y="17679"/>
                    <a:pt x="18753" y="15230"/>
                  </a:cubicBezTo>
                  <a:cubicBezTo>
                    <a:pt x="22146" y="9875"/>
                    <a:pt x="20310" y="1163"/>
                    <a:pt x="12693" y="109"/>
                  </a:cubicBezTo>
                  <a:cubicBezTo>
                    <a:pt x="12165" y="36"/>
                    <a:pt x="11655" y="0"/>
                    <a:pt x="111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0" name="Google Shape;5585;p73"/>
            <p:cNvSpPr/>
            <p:nvPr/>
          </p:nvSpPr>
          <p:spPr>
            <a:xfrm>
              <a:off x="3241516" y="1912386"/>
              <a:ext cx="331957" cy="264071"/>
            </a:xfrm>
            <a:custGeom>
              <a:avLst/>
              <a:gdLst/>
              <a:ahLst/>
              <a:cxnLst/>
              <a:rect l="l" t="t" r="r" b="b"/>
              <a:pathLst>
                <a:path w="19144" h="15229" extrusionOk="0">
                  <a:moveTo>
                    <a:pt x="8165" y="1"/>
                  </a:moveTo>
                  <a:cubicBezTo>
                    <a:pt x="4354" y="1"/>
                    <a:pt x="1556" y="2098"/>
                    <a:pt x="1" y="4924"/>
                  </a:cubicBezTo>
                  <a:cubicBezTo>
                    <a:pt x="17" y="4952"/>
                    <a:pt x="33" y="4985"/>
                    <a:pt x="54" y="5013"/>
                  </a:cubicBezTo>
                  <a:cubicBezTo>
                    <a:pt x="54" y="5013"/>
                    <a:pt x="2222" y="1507"/>
                    <a:pt x="7533" y="1223"/>
                  </a:cubicBezTo>
                  <a:cubicBezTo>
                    <a:pt x="7689" y="1214"/>
                    <a:pt x="7846" y="1210"/>
                    <a:pt x="8004" y="1210"/>
                  </a:cubicBezTo>
                  <a:cubicBezTo>
                    <a:pt x="13301" y="1210"/>
                    <a:pt x="19018" y="6040"/>
                    <a:pt x="15750" y="15229"/>
                  </a:cubicBezTo>
                  <a:cubicBezTo>
                    <a:pt x="19143" y="9874"/>
                    <a:pt x="17307" y="1162"/>
                    <a:pt x="9690" y="108"/>
                  </a:cubicBezTo>
                  <a:cubicBezTo>
                    <a:pt x="9165" y="35"/>
                    <a:pt x="8657" y="1"/>
                    <a:pt x="816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1" name="Google Shape;5586;p73"/>
            <p:cNvSpPr/>
            <p:nvPr/>
          </p:nvSpPr>
          <p:spPr>
            <a:xfrm>
              <a:off x="2781104" y="1926830"/>
              <a:ext cx="300797" cy="269273"/>
            </a:xfrm>
            <a:custGeom>
              <a:avLst/>
              <a:gdLst/>
              <a:ahLst/>
              <a:cxnLst/>
              <a:rect l="l" t="t" r="r" b="b"/>
              <a:pathLst>
                <a:path w="17347" h="15529" extrusionOk="0">
                  <a:moveTo>
                    <a:pt x="9038" y="1"/>
                  </a:moveTo>
                  <a:cubicBezTo>
                    <a:pt x="8633" y="1"/>
                    <a:pt x="8215" y="28"/>
                    <a:pt x="7784" y="86"/>
                  </a:cubicBezTo>
                  <a:cubicBezTo>
                    <a:pt x="1512" y="925"/>
                    <a:pt x="0" y="7894"/>
                    <a:pt x="2794" y="12174"/>
                  </a:cubicBezTo>
                  <a:cubicBezTo>
                    <a:pt x="4069" y="14131"/>
                    <a:pt x="6246" y="15528"/>
                    <a:pt x="9276" y="15528"/>
                  </a:cubicBezTo>
                  <a:cubicBezTo>
                    <a:pt x="9616" y="15528"/>
                    <a:pt x="9968" y="15511"/>
                    <a:pt x="10330" y="15474"/>
                  </a:cubicBezTo>
                  <a:cubicBezTo>
                    <a:pt x="10532" y="15454"/>
                    <a:pt x="10731" y="15430"/>
                    <a:pt x="10917" y="15397"/>
                  </a:cubicBezTo>
                  <a:cubicBezTo>
                    <a:pt x="13390" y="15004"/>
                    <a:pt x="15048" y="13727"/>
                    <a:pt x="15985" y="12065"/>
                  </a:cubicBezTo>
                  <a:cubicBezTo>
                    <a:pt x="17347" y="9653"/>
                    <a:pt x="17217" y="6487"/>
                    <a:pt x="15770" y="3937"/>
                  </a:cubicBezTo>
                  <a:cubicBezTo>
                    <a:pt x="14491" y="1678"/>
                    <a:pt x="12184" y="1"/>
                    <a:pt x="90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2" name="Google Shape;5587;p73"/>
            <p:cNvSpPr/>
            <p:nvPr/>
          </p:nvSpPr>
          <p:spPr>
            <a:xfrm>
              <a:off x="2781035" y="1926830"/>
              <a:ext cx="273521" cy="211184"/>
            </a:xfrm>
            <a:custGeom>
              <a:avLst/>
              <a:gdLst/>
              <a:ahLst/>
              <a:cxnLst/>
              <a:rect l="l" t="t" r="r" b="b"/>
              <a:pathLst>
                <a:path w="15774" h="12179" extrusionOk="0">
                  <a:moveTo>
                    <a:pt x="9042" y="1"/>
                  </a:moveTo>
                  <a:cubicBezTo>
                    <a:pt x="8637" y="1"/>
                    <a:pt x="8219" y="28"/>
                    <a:pt x="7788" y="86"/>
                  </a:cubicBezTo>
                  <a:cubicBezTo>
                    <a:pt x="1516" y="933"/>
                    <a:pt x="0" y="7894"/>
                    <a:pt x="2798" y="12178"/>
                  </a:cubicBezTo>
                  <a:lnTo>
                    <a:pt x="2798" y="12178"/>
                  </a:lnTo>
                  <a:cubicBezTo>
                    <a:pt x="98" y="4810"/>
                    <a:pt x="4791" y="685"/>
                    <a:pt x="9167" y="685"/>
                  </a:cubicBezTo>
                  <a:cubicBezTo>
                    <a:pt x="9286" y="685"/>
                    <a:pt x="9404" y="688"/>
                    <a:pt x="9523" y="694"/>
                  </a:cubicBezTo>
                  <a:cubicBezTo>
                    <a:pt x="13901" y="921"/>
                    <a:pt x="15733" y="4010"/>
                    <a:pt x="15733" y="4010"/>
                  </a:cubicBezTo>
                  <a:cubicBezTo>
                    <a:pt x="15749" y="3986"/>
                    <a:pt x="15762" y="3961"/>
                    <a:pt x="15774" y="3937"/>
                  </a:cubicBezTo>
                  <a:cubicBezTo>
                    <a:pt x="14495" y="1678"/>
                    <a:pt x="12188" y="1"/>
                    <a:pt x="904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3" name="Google Shape;5588;p73"/>
            <p:cNvSpPr/>
            <p:nvPr/>
          </p:nvSpPr>
          <p:spPr>
            <a:xfrm>
              <a:off x="3241672" y="2031893"/>
              <a:ext cx="238408" cy="216264"/>
            </a:xfrm>
            <a:custGeom>
              <a:avLst/>
              <a:gdLst/>
              <a:ahLst/>
              <a:cxnLst/>
              <a:rect l="l" t="t" r="r" b="b"/>
              <a:pathLst>
                <a:path w="13749" h="12472" extrusionOk="0">
                  <a:moveTo>
                    <a:pt x="7009" y="0"/>
                  </a:moveTo>
                  <a:cubicBezTo>
                    <a:pt x="1" y="0"/>
                    <a:pt x="222" y="12448"/>
                    <a:pt x="6600" y="12472"/>
                  </a:cubicBezTo>
                  <a:cubicBezTo>
                    <a:pt x="6607" y="12472"/>
                    <a:pt x="6614" y="12472"/>
                    <a:pt x="6621" y="12472"/>
                  </a:cubicBezTo>
                  <a:cubicBezTo>
                    <a:pt x="13633" y="12472"/>
                    <a:pt x="13748" y="290"/>
                    <a:pt x="7277" y="6"/>
                  </a:cubicBezTo>
                  <a:cubicBezTo>
                    <a:pt x="7186" y="2"/>
                    <a:pt x="7097" y="0"/>
                    <a:pt x="700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4" name="Google Shape;5589;p73"/>
            <p:cNvSpPr/>
            <p:nvPr/>
          </p:nvSpPr>
          <p:spPr>
            <a:xfrm>
              <a:off x="2898531" y="2023275"/>
              <a:ext cx="172412" cy="170556"/>
            </a:xfrm>
            <a:custGeom>
              <a:avLst/>
              <a:gdLst/>
              <a:ahLst/>
              <a:cxnLst/>
              <a:rect l="l" t="t" r="r" b="b"/>
              <a:pathLst>
                <a:path w="9943" h="9836" extrusionOk="0">
                  <a:moveTo>
                    <a:pt x="5423" y="0"/>
                  </a:moveTo>
                  <a:cubicBezTo>
                    <a:pt x="195" y="0"/>
                    <a:pt x="0" y="8671"/>
                    <a:pt x="4145" y="9835"/>
                  </a:cubicBezTo>
                  <a:cubicBezTo>
                    <a:pt x="6618" y="9442"/>
                    <a:pt x="8276" y="8165"/>
                    <a:pt x="9213" y="6503"/>
                  </a:cubicBezTo>
                  <a:cubicBezTo>
                    <a:pt x="9942" y="3681"/>
                    <a:pt x="8730" y="143"/>
                    <a:pt x="5633" y="5"/>
                  </a:cubicBezTo>
                  <a:cubicBezTo>
                    <a:pt x="5562" y="2"/>
                    <a:pt x="5492" y="0"/>
                    <a:pt x="54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5" name="Google Shape;5590;p73"/>
            <p:cNvSpPr/>
            <p:nvPr/>
          </p:nvSpPr>
          <p:spPr>
            <a:xfrm>
              <a:off x="3266052" y="1778816"/>
              <a:ext cx="312120" cy="111618"/>
            </a:xfrm>
            <a:custGeom>
              <a:avLst/>
              <a:gdLst/>
              <a:ahLst/>
              <a:cxnLst/>
              <a:rect l="l" t="t" r="r" b="b"/>
              <a:pathLst>
                <a:path w="18000" h="6437" extrusionOk="0">
                  <a:moveTo>
                    <a:pt x="5136" y="1"/>
                  </a:moveTo>
                  <a:cubicBezTo>
                    <a:pt x="3065" y="1"/>
                    <a:pt x="1416" y="303"/>
                    <a:pt x="872" y="835"/>
                  </a:cubicBezTo>
                  <a:cubicBezTo>
                    <a:pt x="1" y="1682"/>
                    <a:pt x="349" y="4057"/>
                    <a:pt x="1683" y="4592"/>
                  </a:cubicBezTo>
                  <a:cubicBezTo>
                    <a:pt x="1924" y="4690"/>
                    <a:pt x="2192" y="4728"/>
                    <a:pt x="2495" y="4728"/>
                  </a:cubicBezTo>
                  <a:cubicBezTo>
                    <a:pt x="3527" y="4728"/>
                    <a:pt x="4956" y="4288"/>
                    <a:pt x="7065" y="4288"/>
                  </a:cubicBezTo>
                  <a:cubicBezTo>
                    <a:pt x="7754" y="4288"/>
                    <a:pt x="8514" y="4335"/>
                    <a:pt x="9357" y="4459"/>
                  </a:cubicBezTo>
                  <a:cubicBezTo>
                    <a:pt x="12984" y="4990"/>
                    <a:pt x="15649" y="6437"/>
                    <a:pt x="16802" y="6437"/>
                  </a:cubicBezTo>
                  <a:cubicBezTo>
                    <a:pt x="16977" y="6437"/>
                    <a:pt x="17118" y="6403"/>
                    <a:pt x="17221" y="6327"/>
                  </a:cubicBezTo>
                  <a:cubicBezTo>
                    <a:pt x="18000" y="5756"/>
                    <a:pt x="15336" y="1828"/>
                    <a:pt x="11051" y="737"/>
                  </a:cubicBezTo>
                  <a:cubicBezTo>
                    <a:pt x="9060" y="230"/>
                    <a:pt x="6938" y="1"/>
                    <a:pt x="5136" y="1"/>
                  </a:cubicBezTo>
                  <a:close/>
                </a:path>
              </a:pathLst>
            </a:custGeom>
            <a:solidFill>
              <a:srgbClr val="8C53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6" name="Google Shape;5591;p73"/>
            <p:cNvSpPr/>
            <p:nvPr/>
          </p:nvSpPr>
          <p:spPr>
            <a:xfrm>
              <a:off x="3264647" y="1772625"/>
              <a:ext cx="309727" cy="123998"/>
            </a:xfrm>
            <a:custGeom>
              <a:avLst/>
              <a:gdLst/>
              <a:ahLst/>
              <a:cxnLst/>
              <a:rect l="l" t="t" r="r" b="b"/>
              <a:pathLst>
                <a:path w="17862" h="7151" extrusionOk="0">
                  <a:moveTo>
                    <a:pt x="5256" y="716"/>
                  </a:moveTo>
                  <a:cubicBezTo>
                    <a:pt x="6969" y="716"/>
                    <a:pt x="9023" y="924"/>
                    <a:pt x="11047" y="1439"/>
                  </a:cubicBezTo>
                  <a:cubicBezTo>
                    <a:pt x="14173" y="2233"/>
                    <a:pt x="16297" y="4524"/>
                    <a:pt x="16905" y="5780"/>
                  </a:cubicBezTo>
                  <a:cubicBezTo>
                    <a:pt x="17092" y="6178"/>
                    <a:pt x="17088" y="6372"/>
                    <a:pt x="17088" y="6393"/>
                  </a:cubicBezTo>
                  <a:cubicBezTo>
                    <a:pt x="17043" y="6426"/>
                    <a:pt x="16971" y="6441"/>
                    <a:pt x="16877" y="6441"/>
                  </a:cubicBezTo>
                  <a:cubicBezTo>
                    <a:pt x="16455" y="6441"/>
                    <a:pt x="15585" y="6140"/>
                    <a:pt x="14736" y="5845"/>
                  </a:cubicBezTo>
                  <a:cubicBezTo>
                    <a:pt x="13411" y="5391"/>
                    <a:pt x="11595" y="4767"/>
                    <a:pt x="9487" y="4459"/>
                  </a:cubicBezTo>
                  <a:cubicBezTo>
                    <a:pt x="8716" y="4349"/>
                    <a:pt x="7938" y="4293"/>
                    <a:pt x="7160" y="4293"/>
                  </a:cubicBezTo>
                  <a:cubicBezTo>
                    <a:pt x="5883" y="4293"/>
                    <a:pt x="4857" y="4451"/>
                    <a:pt x="4018" y="4576"/>
                  </a:cubicBezTo>
                  <a:cubicBezTo>
                    <a:pt x="3454" y="4661"/>
                    <a:pt x="2978" y="4729"/>
                    <a:pt x="2585" y="4729"/>
                  </a:cubicBezTo>
                  <a:cubicBezTo>
                    <a:pt x="2319" y="4729"/>
                    <a:pt x="2091" y="4698"/>
                    <a:pt x="1898" y="4621"/>
                  </a:cubicBezTo>
                  <a:cubicBezTo>
                    <a:pt x="1415" y="4427"/>
                    <a:pt x="1018" y="3839"/>
                    <a:pt x="884" y="3141"/>
                  </a:cubicBezTo>
                  <a:cubicBezTo>
                    <a:pt x="747" y="2440"/>
                    <a:pt x="872" y="1759"/>
                    <a:pt x="1201" y="1443"/>
                  </a:cubicBezTo>
                  <a:cubicBezTo>
                    <a:pt x="1640" y="1014"/>
                    <a:pt x="3204" y="716"/>
                    <a:pt x="5256" y="716"/>
                  </a:cubicBezTo>
                  <a:close/>
                  <a:moveTo>
                    <a:pt x="5196" y="0"/>
                  </a:moveTo>
                  <a:cubicBezTo>
                    <a:pt x="3078" y="0"/>
                    <a:pt x="1342" y="315"/>
                    <a:pt x="706" y="932"/>
                  </a:cubicBezTo>
                  <a:cubicBezTo>
                    <a:pt x="199" y="1423"/>
                    <a:pt x="1" y="2314"/>
                    <a:pt x="187" y="3279"/>
                  </a:cubicBezTo>
                  <a:cubicBezTo>
                    <a:pt x="378" y="4240"/>
                    <a:pt x="953" y="5006"/>
                    <a:pt x="1626" y="5282"/>
                  </a:cubicBezTo>
                  <a:cubicBezTo>
                    <a:pt x="1917" y="5398"/>
                    <a:pt x="2230" y="5442"/>
                    <a:pt x="2574" y="5442"/>
                  </a:cubicBezTo>
                  <a:cubicBezTo>
                    <a:pt x="3032" y="5442"/>
                    <a:pt x="3544" y="5364"/>
                    <a:pt x="4127" y="5274"/>
                  </a:cubicBezTo>
                  <a:cubicBezTo>
                    <a:pt x="4934" y="5153"/>
                    <a:pt x="5933" y="5001"/>
                    <a:pt x="7165" y="5001"/>
                  </a:cubicBezTo>
                  <a:cubicBezTo>
                    <a:pt x="7833" y="5001"/>
                    <a:pt x="8570" y="5046"/>
                    <a:pt x="9381" y="5164"/>
                  </a:cubicBezTo>
                  <a:cubicBezTo>
                    <a:pt x="11428" y="5464"/>
                    <a:pt x="13135" y="6052"/>
                    <a:pt x="14505" y="6522"/>
                  </a:cubicBezTo>
                  <a:cubicBezTo>
                    <a:pt x="15563" y="6887"/>
                    <a:pt x="16329" y="7151"/>
                    <a:pt x="16881" y="7151"/>
                  </a:cubicBezTo>
                  <a:cubicBezTo>
                    <a:pt x="17132" y="7151"/>
                    <a:pt x="17367" y="7070"/>
                    <a:pt x="17509" y="6968"/>
                  </a:cubicBezTo>
                  <a:cubicBezTo>
                    <a:pt x="17651" y="6867"/>
                    <a:pt x="17862" y="6620"/>
                    <a:pt x="17760" y="6093"/>
                  </a:cubicBezTo>
                  <a:cubicBezTo>
                    <a:pt x="17497" y="4743"/>
                    <a:pt x="15020" y="1719"/>
                    <a:pt x="11226" y="750"/>
                  </a:cubicBezTo>
                  <a:cubicBezTo>
                    <a:pt x="9248" y="247"/>
                    <a:pt x="7072" y="0"/>
                    <a:pt x="519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" name="Google Shape;5592;p73"/>
            <p:cNvSpPr/>
            <p:nvPr/>
          </p:nvSpPr>
          <p:spPr>
            <a:xfrm>
              <a:off x="2773995" y="1783931"/>
              <a:ext cx="297936" cy="116005"/>
            </a:xfrm>
            <a:custGeom>
              <a:avLst/>
              <a:gdLst/>
              <a:ahLst/>
              <a:cxnLst/>
              <a:rect l="l" t="t" r="r" b="b"/>
              <a:pathLst>
                <a:path w="17182" h="6690" extrusionOk="0">
                  <a:moveTo>
                    <a:pt x="12682" y="1"/>
                  </a:moveTo>
                  <a:cubicBezTo>
                    <a:pt x="10865" y="1"/>
                    <a:pt x="8647" y="275"/>
                    <a:pt x="6580" y="872"/>
                  </a:cubicBezTo>
                  <a:cubicBezTo>
                    <a:pt x="2494" y="2056"/>
                    <a:pt x="1" y="6032"/>
                    <a:pt x="755" y="6588"/>
                  </a:cubicBezTo>
                  <a:cubicBezTo>
                    <a:pt x="850" y="6658"/>
                    <a:pt x="976" y="6689"/>
                    <a:pt x="1133" y="6689"/>
                  </a:cubicBezTo>
                  <a:cubicBezTo>
                    <a:pt x="2222" y="6689"/>
                    <a:pt x="4763" y="5159"/>
                    <a:pt x="8263" y="4549"/>
                  </a:cubicBezTo>
                  <a:cubicBezTo>
                    <a:pt x="9197" y="4385"/>
                    <a:pt x="10027" y="4327"/>
                    <a:pt x="10766" y="4327"/>
                  </a:cubicBezTo>
                  <a:cubicBezTo>
                    <a:pt x="12564" y="4327"/>
                    <a:pt x="13828" y="4670"/>
                    <a:pt x="14756" y="4670"/>
                  </a:cubicBezTo>
                  <a:cubicBezTo>
                    <a:pt x="15079" y="4670"/>
                    <a:pt x="15362" y="4629"/>
                    <a:pt x="15612" y="4516"/>
                  </a:cubicBezTo>
                  <a:cubicBezTo>
                    <a:pt x="16881" y="3949"/>
                    <a:pt x="17181" y="1569"/>
                    <a:pt x="16334" y="738"/>
                  </a:cubicBezTo>
                  <a:cubicBezTo>
                    <a:pt x="15843" y="262"/>
                    <a:pt x="14454" y="1"/>
                    <a:pt x="12682" y="1"/>
                  </a:cubicBezTo>
                  <a:close/>
                </a:path>
              </a:pathLst>
            </a:custGeom>
            <a:solidFill>
              <a:srgbClr val="8C53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" name="Google Shape;5593;p73"/>
            <p:cNvSpPr/>
            <p:nvPr/>
          </p:nvSpPr>
          <p:spPr>
            <a:xfrm>
              <a:off x="2777445" y="1777706"/>
              <a:ext cx="296237" cy="128403"/>
            </a:xfrm>
            <a:custGeom>
              <a:avLst/>
              <a:gdLst/>
              <a:ahLst/>
              <a:cxnLst/>
              <a:rect l="l" t="t" r="r" b="b"/>
              <a:pathLst>
                <a:path w="17084" h="7405" extrusionOk="0">
                  <a:moveTo>
                    <a:pt x="12442" y="716"/>
                  </a:moveTo>
                  <a:cubicBezTo>
                    <a:pt x="14185" y="716"/>
                    <a:pt x="15490" y="967"/>
                    <a:pt x="15888" y="1353"/>
                  </a:cubicBezTo>
                  <a:cubicBezTo>
                    <a:pt x="16204" y="1661"/>
                    <a:pt x="16338" y="2342"/>
                    <a:pt x="16212" y="3063"/>
                  </a:cubicBezTo>
                  <a:cubicBezTo>
                    <a:pt x="16082" y="3781"/>
                    <a:pt x="15729" y="4344"/>
                    <a:pt x="15267" y="4551"/>
                  </a:cubicBezTo>
                  <a:cubicBezTo>
                    <a:pt x="15066" y="4641"/>
                    <a:pt x="14828" y="4676"/>
                    <a:pt x="14549" y="4676"/>
                  </a:cubicBezTo>
                  <a:cubicBezTo>
                    <a:pt x="14187" y="4676"/>
                    <a:pt x="13757" y="4618"/>
                    <a:pt x="13244" y="4547"/>
                  </a:cubicBezTo>
                  <a:cubicBezTo>
                    <a:pt x="12515" y="4451"/>
                    <a:pt x="11626" y="4330"/>
                    <a:pt x="10546" y="4330"/>
                  </a:cubicBezTo>
                  <a:cubicBezTo>
                    <a:pt x="9795" y="4330"/>
                    <a:pt x="8951" y="4389"/>
                    <a:pt x="8003" y="4555"/>
                  </a:cubicBezTo>
                  <a:cubicBezTo>
                    <a:pt x="5980" y="4912"/>
                    <a:pt x="4253" y="5577"/>
                    <a:pt x="2988" y="6063"/>
                  </a:cubicBezTo>
                  <a:cubicBezTo>
                    <a:pt x="2183" y="6370"/>
                    <a:pt x="1288" y="6712"/>
                    <a:pt x="922" y="6712"/>
                  </a:cubicBezTo>
                  <a:cubicBezTo>
                    <a:pt x="862" y="6712"/>
                    <a:pt x="816" y="6703"/>
                    <a:pt x="787" y="6683"/>
                  </a:cubicBezTo>
                  <a:cubicBezTo>
                    <a:pt x="771" y="6643"/>
                    <a:pt x="759" y="6432"/>
                    <a:pt x="953" y="6002"/>
                  </a:cubicBezTo>
                  <a:cubicBezTo>
                    <a:pt x="1529" y="4746"/>
                    <a:pt x="3536" y="2423"/>
                    <a:pt x="6475" y="1572"/>
                  </a:cubicBezTo>
                  <a:cubicBezTo>
                    <a:pt x="8416" y="1016"/>
                    <a:pt x="10423" y="728"/>
                    <a:pt x="12442" y="716"/>
                  </a:cubicBezTo>
                  <a:close/>
                  <a:moveTo>
                    <a:pt x="12479" y="0"/>
                  </a:moveTo>
                  <a:cubicBezTo>
                    <a:pt x="10586" y="0"/>
                    <a:pt x="8319" y="296"/>
                    <a:pt x="6280" y="886"/>
                  </a:cubicBezTo>
                  <a:cubicBezTo>
                    <a:pt x="2676" y="1932"/>
                    <a:pt x="333" y="5001"/>
                    <a:pt x="90" y="6355"/>
                  </a:cubicBezTo>
                  <a:cubicBezTo>
                    <a:pt x="1" y="6862"/>
                    <a:pt x="183" y="7121"/>
                    <a:pt x="345" y="7239"/>
                  </a:cubicBezTo>
                  <a:cubicBezTo>
                    <a:pt x="507" y="7352"/>
                    <a:pt x="698" y="7405"/>
                    <a:pt x="933" y="7405"/>
                  </a:cubicBezTo>
                  <a:cubicBezTo>
                    <a:pt x="1468" y="7405"/>
                    <a:pt x="2214" y="7121"/>
                    <a:pt x="3244" y="6724"/>
                  </a:cubicBezTo>
                  <a:cubicBezTo>
                    <a:pt x="4549" y="6225"/>
                    <a:pt x="6171" y="5601"/>
                    <a:pt x="8129" y="5256"/>
                  </a:cubicBezTo>
                  <a:cubicBezTo>
                    <a:pt x="9028" y="5099"/>
                    <a:pt x="9833" y="5043"/>
                    <a:pt x="10552" y="5043"/>
                  </a:cubicBezTo>
                  <a:cubicBezTo>
                    <a:pt x="11589" y="5043"/>
                    <a:pt x="12447" y="5159"/>
                    <a:pt x="13151" y="5252"/>
                  </a:cubicBezTo>
                  <a:cubicBezTo>
                    <a:pt x="13677" y="5324"/>
                    <a:pt x="14136" y="5389"/>
                    <a:pt x="14553" y="5389"/>
                  </a:cubicBezTo>
                  <a:cubicBezTo>
                    <a:pt x="14916" y="5389"/>
                    <a:pt x="15248" y="5339"/>
                    <a:pt x="15563" y="5200"/>
                  </a:cubicBezTo>
                  <a:cubicBezTo>
                    <a:pt x="16236" y="4900"/>
                    <a:pt x="16739" y="4150"/>
                    <a:pt x="16909" y="3189"/>
                  </a:cubicBezTo>
                  <a:cubicBezTo>
                    <a:pt x="17083" y="2224"/>
                    <a:pt x="16881" y="1328"/>
                    <a:pt x="16382" y="842"/>
                  </a:cubicBezTo>
                  <a:cubicBezTo>
                    <a:pt x="15805" y="280"/>
                    <a:pt x="14319" y="0"/>
                    <a:pt x="1247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9" name="Google Shape;5594;p73"/>
            <p:cNvSpPr/>
            <p:nvPr/>
          </p:nvSpPr>
          <p:spPr>
            <a:xfrm>
              <a:off x="2995357" y="1989462"/>
              <a:ext cx="144616" cy="271007"/>
            </a:xfrm>
            <a:custGeom>
              <a:avLst/>
              <a:gdLst/>
              <a:ahLst/>
              <a:cxnLst/>
              <a:rect l="l" t="t" r="r" b="b"/>
              <a:pathLst>
                <a:path w="8340" h="15629" extrusionOk="0">
                  <a:moveTo>
                    <a:pt x="8339" y="1"/>
                  </a:moveTo>
                  <a:cubicBezTo>
                    <a:pt x="8027" y="1602"/>
                    <a:pt x="7658" y="3187"/>
                    <a:pt x="7192" y="4727"/>
                  </a:cubicBezTo>
                  <a:cubicBezTo>
                    <a:pt x="6949" y="5498"/>
                    <a:pt x="6689" y="6260"/>
                    <a:pt x="6365" y="6985"/>
                  </a:cubicBezTo>
                  <a:cubicBezTo>
                    <a:pt x="6041" y="7707"/>
                    <a:pt x="5660" y="8384"/>
                    <a:pt x="5129" y="8952"/>
                  </a:cubicBezTo>
                  <a:cubicBezTo>
                    <a:pt x="4091" y="10115"/>
                    <a:pt x="2672" y="10865"/>
                    <a:pt x="1229" y="11651"/>
                  </a:cubicBezTo>
                  <a:cubicBezTo>
                    <a:pt x="1046" y="11757"/>
                    <a:pt x="872" y="11862"/>
                    <a:pt x="690" y="11992"/>
                  </a:cubicBezTo>
                  <a:cubicBezTo>
                    <a:pt x="596" y="12057"/>
                    <a:pt x="507" y="12130"/>
                    <a:pt x="418" y="12207"/>
                  </a:cubicBezTo>
                  <a:cubicBezTo>
                    <a:pt x="333" y="12304"/>
                    <a:pt x="256" y="12409"/>
                    <a:pt x="203" y="12527"/>
                  </a:cubicBezTo>
                  <a:cubicBezTo>
                    <a:pt x="0" y="12977"/>
                    <a:pt x="41" y="13463"/>
                    <a:pt x="183" y="13877"/>
                  </a:cubicBezTo>
                  <a:cubicBezTo>
                    <a:pt x="491" y="14704"/>
                    <a:pt x="1172" y="15300"/>
                    <a:pt x="1910" y="15628"/>
                  </a:cubicBezTo>
                  <a:cubicBezTo>
                    <a:pt x="1245" y="15162"/>
                    <a:pt x="690" y="14517"/>
                    <a:pt x="515" y="13780"/>
                  </a:cubicBezTo>
                  <a:cubicBezTo>
                    <a:pt x="430" y="13415"/>
                    <a:pt x="491" y="12981"/>
                    <a:pt x="617" y="12738"/>
                  </a:cubicBezTo>
                  <a:cubicBezTo>
                    <a:pt x="746" y="12495"/>
                    <a:pt x="1144" y="12320"/>
                    <a:pt x="1488" y="12142"/>
                  </a:cubicBezTo>
                  <a:cubicBezTo>
                    <a:pt x="2218" y="11801"/>
                    <a:pt x="2968" y="11449"/>
                    <a:pt x="3685" y="11011"/>
                  </a:cubicBezTo>
                  <a:cubicBezTo>
                    <a:pt x="4399" y="10577"/>
                    <a:pt x="5076" y="10054"/>
                    <a:pt x="5656" y="9422"/>
                  </a:cubicBezTo>
                  <a:cubicBezTo>
                    <a:pt x="6231" y="8789"/>
                    <a:pt x="6669" y="8019"/>
                    <a:pt x="6977" y="7249"/>
                  </a:cubicBezTo>
                  <a:cubicBezTo>
                    <a:pt x="7289" y="6479"/>
                    <a:pt x="7537" y="5684"/>
                    <a:pt x="7723" y="4877"/>
                  </a:cubicBezTo>
                  <a:cubicBezTo>
                    <a:pt x="8104" y="3276"/>
                    <a:pt x="8311" y="1643"/>
                    <a:pt x="833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" name="Google Shape;5595;p73"/>
            <p:cNvSpPr/>
            <p:nvPr/>
          </p:nvSpPr>
          <p:spPr>
            <a:xfrm>
              <a:off x="3069434" y="2244863"/>
              <a:ext cx="37853" cy="15883"/>
            </a:xfrm>
            <a:custGeom>
              <a:avLst/>
              <a:gdLst/>
              <a:ahLst/>
              <a:cxnLst/>
              <a:rect l="l" t="t" r="r" b="b"/>
              <a:pathLst>
                <a:path w="2183" h="916" extrusionOk="0">
                  <a:moveTo>
                    <a:pt x="1056" y="0"/>
                  </a:moveTo>
                  <a:cubicBezTo>
                    <a:pt x="551" y="0"/>
                    <a:pt x="61" y="140"/>
                    <a:pt x="30" y="457"/>
                  </a:cubicBezTo>
                  <a:cubicBezTo>
                    <a:pt x="1" y="775"/>
                    <a:pt x="490" y="916"/>
                    <a:pt x="1010" y="916"/>
                  </a:cubicBezTo>
                  <a:cubicBezTo>
                    <a:pt x="1578" y="916"/>
                    <a:pt x="2182" y="747"/>
                    <a:pt x="2182" y="457"/>
                  </a:cubicBezTo>
                  <a:cubicBezTo>
                    <a:pt x="2182" y="169"/>
                    <a:pt x="1611" y="0"/>
                    <a:pt x="105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" name="Google Shape;5596;p73"/>
            <p:cNvSpPr/>
            <p:nvPr/>
          </p:nvSpPr>
          <p:spPr>
            <a:xfrm>
              <a:off x="3113096" y="2221090"/>
              <a:ext cx="50355" cy="64696"/>
            </a:xfrm>
            <a:custGeom>
              <a:avLst/>
              <a:gdLst/>
              <a:ahLst/>
              <a:cxnLst/>
              <a:rect l="l" t="t" r="r" b="b"/>
              <a:pathLst>
                <a:path w="2904" h="3731" extrusionOk="0">
                  <a:moveTo>
                    <a:pt x="1549" y="0"/>
                  </a:moveTo>
                  <a:lnTo>
                    <a:pt x="1549" y="0"/>
                  </a:lnTo>
                  <a:cubicBezTo>
                    <a:pt x="1922" y="337"/>
                    <a:pt x="2088" y="734"/>
                    <a:pt x="2157" y="1151"/>
                  </a:cubicBezTo>
                  <a:cubicBezTo>
                    <a:pt x="2194" y="1358"/>
                    <a:pt x="2214" y="1573"/>
                    <a:pt x="2210" y="1784"/>
                  </a:cubicBezTo>
                  <a:cubicBezTo>
                    <a:pt x="2198" y="1986"/>
                    <a:pt x="2186" y="2165"/>
                    <a:pt x="2109" y="2323"/>
                  </a:cubicBezTo>
                  <a:cubicBezTo>
                    <a:pt x="1975" y="2639"/>
                    <a:pt x="1667" y="2903"/>
                    <a:pt x="1286" y="3113"/>
                  </a:cubicBezTo>
                  <a:cubicBezTo>
                    <a:pt x="876" y="3324"/>
                    <a:pt x="447" y="3490"/>
                    <a:pt x="1" y="3604"/>
                  </a:cubicBezTo>
                  <a:cubicBezTo>
                    <a:pt x="242" y="3691"/>
                    <a:pt x="498" y="3731"/>
                    <a:pt x="757" y="3731"/>
                  </a:cubicBezTo>
                  <a:cubicBezTo>
                    <a:pt x="1003" y="3731"/>
                    <a:pt x="1252" y="3695"/>
                    <a:pt x="1496" y="3632"/>
                  </a:cubicBezTo>
                  <a:cubicBezTo>
                    <a:pt x="1756" y="3559"/>
                    <a:pt x="1999" y="3438"/>
                    <a:pt x="2218" y="3280"/>
                  </a:cubicBezTo>
                  <a:cubicBezTo>
                    <a:pt x="2457" y="3105"/>
                    <a:pt x="2644" y="2870"/>
                    <a:pt x="2761" y="2599"/>
                  </a:cubicBezTo>
                  <a:cubicBezTo>
                    <a:pt x="2887" y="2327"/>
                    <a:pt x="2903" y="2011"/>
                    <a:pt x="2879" y="1747"/>
                  </a:cubicBezTo>
                  <a:cubicBezTo>
                    <a:pt x="2855" y="1484"/>
                    <a:pt x="2790" y="1228"/>
                    <a:pt x="2692" y="985"/>
                  </a:cubicBezTo>
                  <a:cubicBezTo>
                    <a:pt x="2494" y="495"/>
                    <a:pt x="2056" y="57"/>
                    <a:pt x="154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" name="Google Shape;5597;p73"/>
            <p:cNvSpPr/>
            <p:nvPr/>
          </p:nvSpPr>
          <p:spPr>
            <a:xfrm>
              <a:off x="3069919" y="2289392"/>
              <a:ext cx="243523" cy="84151"/>
            </a:xfrm>
            <a:custGeom>
              <a:avLst/>
              <a:gdLst/>
              <a:ahLst/>
              <a:cxnLst/>
              <a:rect l="l" t="t" r="r" b="b"/>
              <a:pathLst>
                <a:path w="14044" h="4853" extrusionOk="0">
                  <a:moveTo>
                    <a:pt x="13085" y="1"/>
                  </a:moveTo>
                  <a:cubicBezTo>
                    <a:pt x="12921" y="1"/>
                    <a:pt x="12732" y="50"/>
                    <a:pt x="12524" y="159"/>
                  </a:cubicBezTo>
                  <a:cubicBezTo>
                    <a:pt x="11356" y="772"/>
                    <a:pt x="9913" y="1988"/>
                    <a:pt x="6366" y="2989"/>
                  </a:cubicBezTo>
                  <a:cubicBezTo>
                    <a:pt x="4772" y="3437"/>
                    <a:pt x="3324" y="3514"/>
                    <a:pt x="2214" y="3514"/>
                  </a:cubicBezTo>
                  <a:cubicBezTo>
                    <a:pt x="1630" y="3514"/>
                    <a:pt x="1139" y="3493"/>
                    <a:pt x="769" y="3493"/>
                  </a:cubicBezTo>
                  <a:cubicBezTo>
                    <a:pt x="278" y="3493"/>
                    <a:pt x="0" y="3531"/>
                    <a:pt x="2" y="3707"/>
                  </a:cubicBezTo>
                  <a:cubicBezTo>
                    <a:pt x="12" y="4427"/>
                    <a:pt x="1058" y="4852"/>
                    <a:pt x="3393" y="4852"/>
                  </a:cubicBezTo>
                  <a:cubicBezTo>
                    <a:pt x="3776" y="4852"/>
                    <a:pt x="4194" y="4841"/>
                    <a:pt x="4647" y="4817"/>
                  </a:cubicBezTo>
                  <a:cubicBezTo>
                    <a:pt x="7866" y="4651"/>
                    <a:pt x="12021" y="3038"/>
                    <a:pt x="13132" y="1935"/>
                  </a:cubicBezTo>
                  <a:cubicBezTo>
                    <a:pt x="14044" y="1027"/>
                    <a:pt x="13833" y="1"/>
                    <a:pt x="130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" name="Google Shape;5598;p73"/>
            <p:cNvSpPr/>
            <p:nvPr/>
          </p:nvSpPr>
          <p:spPr>
            <a:xfrm>
              <a:off x="3066850" y="2286340"/>
              <a:ext cx="246523" cy="90255"/>
            </a:xfrm>
            <a:custGeom>
              <a:avLst/>
              <a:gdLst/>
              <a:ahLst/>
              <a:cxnLst/>
              <a:rect l="l" t="t" r="r" b="b"/>
              <a:pathLst>
                <a:path w="14217" h="5205" extrusionOk="0">
                  <a:moveTo>
                    <a:pt x="13273" y="334"/>
                  </a:moveTo>
                  <a:cubicBezTo>
                    <a:pt x="13408" y="334"/>
                    <a:pt x="13524" y="391"/>
                    <a:pt x="13625" y="530"/>
                  </a:cubicBezTo>
                  <a:cubicBezTo>
                    <a:pt x="13836" y="814"/>
                    <a:pt x="13747" y="1422"/>
                    <a:pt x="13179" y="1989"/>
                  </a:cubicBezTo>
                  <a:cubicBezTo>
                    <a:pt x="12064" y="3104"/>
                    <a:pt x="7905" y="4661"/>
                    <a:pt x="4820" y="4815"/>
                  </a:cubicBezTo>
                  <a:cubicBezTo>
                    <a:pt x="4357" y="4840"/>
                    <a:pt x="3941" y="4851"/>
                    <a:pt x="3569" y="4851"/>
                  </a:cubicBezTo>
                  <a:cubicBezTo>
                    <a:pt x="1612" y="4851"/>
                    <a:pt x="836" y="4543"/>
                    <a:pt x="539" y="4268"/>
                  </a:cubicBezTo>
                  <a:cubicBezTo>
                    <a:pt x="434" y="4174"/>
                    <a:pt x="365" y="4045"/>
                    <a:pt x="357" y="3903"/>
                  </a:cubicBezTo>
                  <a:cubicBezTo>
                    <a:pt x="438" y="3858"/>
                    <a:pt x="693" y="3846"/>
                    <a:pt x="994" y="3846"/>
                  </a:cubicBezTo>
                  <a:cubicBezTo>
                    <a:pt x="1160" y="3846"/>
                    <a:pt x="1340" y="3850"/>
                    <a:pt x="1512" y="3854"/>
                  </a:cubicBezTo>
                  <a:cubicBezTo>
                    <a:pt x="1788" y="3861"/>
                    <a:pt x="2095" y="3868"/>
                    <a:pt x="2431" y="3868"/>
                  </a:cubicBezTo>
                  <a:cubicBezTo>
                    <a:pt x="3554" y="3868"/>
                    <a:pt x="4991" y="3788"/>
                    <a:pt x="6592" y="3335"/>
                  </a:cubicBezTo>
                  <a:cubicBezTo>
                    <a:pt x="9360" y="2557"/>
                    <a:pt x="10848" y="1649"/>
                    <a:pt x="11935" y="988"/>
                  </a:cubicBezTo>
                  <a:cubicBezTo>
                    <a:pt x="12247" y="798"/>
                    <a:pt x="12522" y="631"/>
                    <a:pt x="12782" y="494"/>
                  </a:cubicBezTo>
                  <a:cubicBezTo>
                    <a:pt x="12970" y="396"/>
                    <a:pt x="13132" y="334"/>
                    <a:pt x="13273" y="334"/>
                  </a:cubicBezTo>
                  <a:close/>
                  <a:moveTo>
                    <a:pt x="13255" y="0"/>
                  </a:moveTo>
                  <a:cubicBezTo>
                    <a:pt x="13071" y="0"/>
                    <a:pt x="12857" y="52"/>
                    <a:pt x="12616" y="177"/>
                  </a:cubicBezTo>
                  <a:cubicBezTo>
                    <a:pt x="12344" y="319"/>
                    <a:pt x="12073" y="490"/>
                    <a:pt x="11752" y="684"/>
                  </a:cubicBezTo>
                  <a:cubicBezTo>
                    <a:pt x="10682" y="1333"/>
                    <a:pt x="9219" y="2233"/>
                    <a:pt x="6498" y="2995"/>
                  </a:cubicBezTo>
                  <a:cubicBezTo>
                    <a:pt x="4940" y="3430"/>
                    <a:pt x="3531" y="3513"/>
                    <a:pt x="2431" y="3513"/>
                  </a:cubicBezTo>
                  <a:cubicBezTo>
                    <a:pt x="2098" y="3513"/>
                    <a:pt x="1793" y="3505"/>
                    <a:pt x="1520" y="3497"/>
                  </a:cubicBezTo>
                  <a:cubicBezTo>
                    <a:pt x="1318" y="3493"/>
                    <a:pt x="1139" y="3490"/>
                    <a:pt x="981" y="3490"/>
                  </a:cubicBezTo>
                  <a:cubicBezTo>
                    <a:pt x="517" y="3490"/>
                    <a:pt x="237" y="3521"/>
                    <a:pt x="98" y="3660"/>
                  </a:cubicBezTo>
                  <a:cubicBezTo>
                    <a:pt x="33" y="3720"/>
                    <a:pt x="0" y="3801"/>
                    <a:pt x="0" y="3887"/>
                  </a:cubicBezTo>
                  <a:cubicBezTo>
                    <a:pt x="4" y="4134"/>
                    <a:pt x="114" y="4365"/>
                    <a:pt x="296" y="4527"/>
                  </a:cubicBezTo>
                  <a:cubicBezTo>
                    <a:pt x="779" y="4977"/>
                    <a:pt x="1881" y="5204"/>
                    <a:pt x="3592" y="5204"/>
                  </a:cubicBezTo>
                  <a:cubicBezTo>
                    <a:pt x="3981" y="5204"/>
                    <a:pt x="4395" y="5196"/>
                    <a:pt x="4836" y="5172"/>
                  </a:cubicBezTo>
                  <a:cubicBezTo>
                    <a:pt x="8051" y="5001"/>
                    <a:pt x="12255" y="3416"/>
                    <a:pt x="13435" y="2237"/>
                  </a:cubicBezTo>
                  <a:cubicBezTo>
                    <a:pt x="14148" y="1523"/>
                    <a:pt x="14217" y="733"/>
                    <a:pt x="13913" y="315"/>
                  </a:cubicBezTo>
                  <a:cubicBezTo>
                    <a:pt x="13782" y="139"/>
                    <a:pt x="13559" y="0"/>
                    <a:pt x="1325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" name="Google Shape;5599;p73"/>
            <p:cNvSpPr/>
            <p:nvPr/>
          </p:nvSpPr>
          <p:spPr>
            <a:xfrm>
              <a:off x="3404781" y="2234216"/>
              <a:ext cx="176313" cy="158384"/>
            </a:xfrm>
            <a:custGeom>
              <a:avLst/>
              <a:gdLst/>
              <a:ahLst/>
              <a:cxnLst/>
              <a:rect l="l" t="t" r="r" b="b"/>
              <a:pathLst>
                <a:path w="10168" h="9134" extrusionOk="0">
                  <a:moveTo>
                    <a:pt x="5082" y="1"/>
                  </a:moveTo>
                  <a:cubicBezTo>
                    <a:pt x="3097" y="1"/>
                    <a:pt x="1271" y="1306"/>
                    <a:pt x="698" y="3309"/>
                  </a:cubicBezTo>
                  <a:cubicBezTo>
                    <a:pt x="1" y="5733"/>
                    <a:pt x="1403" y="8259"/>
                    <a:pt x="3827" y="8956"/>
                  </a:cubicBezTo>
                  <a:cubicBezTo>
                    <a:pt x="4248" y="9076"/>
                    <a:pt x="4671" y="9133"/>
                    <a:pt x="5087" y="9133"/>
                  </a:cubicBezTo>
                  <a:cubicBezTo>
                    <a:pt x="7072" y="9133"/>
                    <a:pt x="8898" y="7830"/>
                    <a:pt x="9474" y="5826"/>
                  </a:cubicBezTo>
                  <a:cubicBezTo>
                    <a:pt x="10168" y="3402"/>
                    <a:pt x="8765" y="873"/>
                    <a:pt x="6345" y="179"/>
                  </a:cubicBezTo>
                  <a:cubicBezTo>
                    <a:pt x="5924" y="58"/>
                    <a:pt x="5499" y="1"/>
                    <a:pt x="5082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" name="Google Shape;5600;p73"/>
            <p:cNvSpPr/>
            <p:nvPr/>
          </p:nvSpPr>
          <p:spPr>
            <a:xfrm>
              <a:off x="2808050" y="2214830"/>
              <a:ext cx="155713" cy="155713"/>
            </a:xfrm>
            <a:custGeom>
              <a:avLst/>
              <a:gdLst/>
              <a:ahLst/>
              <a:cxnLst/>
              <a:rect l="l" t="t" r="r" b="b"/>
              <a:pathLst>
                <a:path w="8980" h="8980" extrusionOk="0">
                  <a:moveTo>
                    <a:pt x="4488" y="0"/>
                  </a:moveTo>
                  <a:cubicBezTo>
                    <a:pt x="2007" y="0"/>
                    <a:pt x="0" y="2011"/>
                    <a:pt x="0" y="4492"/>
                  </a:cubicBezTo>
                  <a:cubicBezTo>
                    <a:pt x="0" y="6969"/>
                    <a:pt x="2007" y="8979"/>
                    <a:pt x="4488" y="8979"/>
                  </a:cubicBezTo>
                  <a:cubicBezTo>
                    <a:pt x="6969" y="8979"/>
                    <a:pt x="8979" y="6969"/>
                    <a:pt x="8979" y="4492"/>
                  </a:cubicBezTo>
                  <a:cubicBezTo>
                    <a:pt x="8979" y="2011"/>
                    <a:pt x="6969" y="0"/>
                    <a:pt x="4488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521" name="Google Shape;4521;p69"/>
          <p:cNvGrpSpPr/>
          <p:nvPr/>
        </p:nvGrpSpPr>
        <p:grpSpPr>
          <a:xfrm flipH="1">
            <a:off x="7386096" y="-70"/>
            <a:ext cx="1091382" cy="1155725"/>
            <a:chOff x="2958275" y="539500"/>
            <a:chExt cx="1091382" cy="1155725"/>
          </a:xfrm>
        </p:grpSpPr>
        <p:grpSp>
          <p:nvGrpSpPr>
            <p:cNvPr id="4522" name="Google Shape;4522;p69"/>
            <p:cNvGrpSpPr/>
            <p:nvPr/>
          </p:nvGrpSpPr>
          <p:grpSpPr>
            <a:xfrm>
              <a:off x="3170379" y="1212137"/>
              <a:ext cx="879278" cy="483088"/>
              <a:chOff x="2296950" y="3661600"/>
              <a:chExt cx="616475" cy="338700"/>
            </a:xfrm>
          </p:grpSpPr>
          <p:sp>
            <p:nvSpPr>
              <p:cNvPr id="4523" name="Google Shape;4523;p69"/>
              <p:cNvSpPr/>
              <p:nvPr/>
            </p:nvSpPr>
            <p:spPr>
              <a:xfrm>
                <a:off x="2510075" y="3661600"/>
                <a:ext cx="402675" cy="97750"/>
              </a:xfrm>
              <a:custGeom>
                <a:avLst/>
                <a:gdLst/>
                <a:ahLst/>
                <a:cxnLst/>
                <a:rect l="l" t="t" r="r" b="b"/>
                <a:pathLst>
                  <a:path w="16107" h="3910" extrusionOk="0">
                    <a:moveTo>
                      <a:pt x="4306" y="700"/>
                    </a:moveTo>
                    <a:lnTo>
                      <a:pt x="13180" y="2635"/>
                    </a:lnTo>
                    <a:lnTo>
                      <a:pt x="1346" y="3189"/>
                    </a:lnTo>
                    <a:lnTo>
                      <a:pt x="4306" y="700"/>
                    </a:lnTo>
                    <a:close/>
                    <a:moveTo>
                      <a:pt x="4216" y="0"/>
                    </a:moveTo>
                    <a:cubicBezTo>
                      <a:pt x="4136" y="0"/>
                      <a:pt x="4058" y="29"/>
                      <a:pt x="3998" y="83"/>
                    </a:cubicBezTo>
                    <a:lnTo>
                      <a:pt x="152" y="3314"/>
                    </a:lnTo>
                    <a:cubicBezTo>
                      <a:pt x="42" y="3405"/>
                      <a:pt x="0" y="3560"/>
                      <a:pt x="56" y="3696"/>
                    </a:cubicBezTo>
                    <a:cubicBezTo>
                      <a:pt x="103" y="3823"/>
                      <a:pt x="227" y="3909"/>
                      <a:pt x="368" y="3909"/>
                    </a:cubicBezTo>
                    <a:lnTo>
                      <a:pt x="385" y="3909"/>
                    </a:lnTo>
                    <a:lnTo>
                      <a:pt x="15768" y="3189"/>
                    </a:lnTo>
                    <a:cubicBezTo>
                      <a:pt x="15937" y="3184"/>
                      <a:pt x="16078" y="3051"/>
                      <a:pt x="16092" y="2882"/>
                    </a:cubicBezTo>
                    <a:cubicBezTo>
                      <a:pt x="16106" y="2713"/>
                      <a:pt x="15990" y="2558"/>
                      <a:pt x="15824" y="2525"/>
                    </a:cubicBezTo>
                    <a:lnTo>
                      <a:pt x="4286" y="8"/>
                    </a:lnTo>
                    <a:cubicBezTo>
                      <a:pt x="4263" y="3"/>
                      <a:pt x="4240" y="0"/>
                      <a:pt x="42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69"/>
              <p:cNvSpPr/>
              <p:nvPr/>
            </p:nvSpPr>
            <p:spPr>
              <a:xfrm>
                <a:off x="2296950" y="3724500"/>
                <a:ext cx="616275" cy="210650"/>
              </a:xfrm>
              <a:custGeom>
                <a:avLst/>
                <a:gdLst/>
                <a:ahLst/>
                <a:cxnLst/>
                <a:rect l="l" t="t" r="r" b="b"/>
                <a:pathLst>
                  <a:path w="24651" h="8426" extrusionOk="0">
                    <a:moveTo>
                      <a:pt x="20027" y="1363"/>
                    </a:moveTo>
                    <a:lnTo>
                      <a:pt x="2334" y="7100"/>
                    </a:lnTo>
                    <a:lnTo>
                      <a:pt x="7528" y="3373"/>
                    </a:lnTo>
                    <a:lnTo>
                      <a:pt x="20027" y="1363"/>
                    </a:lnTo>
                    <a:close/>
                    <a:moveTo>
                      <a:pt x="24283" y="1"/>
                    </a:moveTo>
                    <a:cubicBezTo>
                      <a:pt x="24264" y="1"/>
                      <a:pt x="24244" y="3"/>
                      <a:pt x="24224" y="6"/>
                    </a:cubicBezTo>
                    <a:lnTo>
                      <a:pt x="7346" y="2722"/>
                    </a:lnTo>
                    <a:cubicBezTo>
                      <a:pt x="7293" y="2730"/>
                      <a:pt x="7243" y="2750"/>
                      <a:pt x="7204" y="2780"/>
                    </a:cubicBezTo>
                    <a:lnTo>
                      <a:pt x="180" y="7817"/>
                    </a:lnTo>
                    <a:cubicBezTo>
                      <a:pt x="44" y="7914"/>
                      <a:pt x="0" y="8094"/>
                      <a:pt x="78" y="8243"/>
                    </a:cubicBezTo>
                    <a:cubicBezTo>
                      <a:pt x="136" y="8354"/>
                      <a:pt x="252" y="8426"/>
                      <a:pt x="379" y="8426"/>
                    </a:cubicBezTo>
                    <a:cubicBezTo>
                      <a:pt x="413" y="8426"/>
                      <a:pt x="449" y="8420"/>
                      <a:pt x="482" y="8409"/>
                    </a:cubicBezTo>
                    <a:lnTo>
                      <a:pt x="24385" y="657"/>
                    </a:lnTo>
                    <a:cubicBezTo>
                      <a:pt x="24551" y="601"/>
                      <a:pt x="24651" y="427"/>
                      <a:pt x="24606" y="255"/>
                    </a:cubicBezTo>
                    <a:cubicBezTo>
                      <a:pt x="24569" y="103"/>
                      <a:pt x="24435" y="1"/>
                      <a:pt x="242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69"/>
              <p:cNvSpPr/>
              <p:nvPr/>
            </p:nvSpPr>
            <p:spPr>
              <a:xfrm>
                <a:off x="2510825" y="3724575"/>
                <a:ext cx="401925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16077" h="3146" extrusionOk="0">
                    <a:moveTo>
                      <a:pt x="9783" y="950"/>
                    </a:moveTo>
                    <a:lnTo>
                      <a:pt x="676" y="2415"/>
                    </a:lnTo>
                    <a:lnTo>
                      <a:pt x="676" y="1376"/>
                    </a:lnTo>
                    <a:lnTo>
                      <a:pt x="9783" y="950"/>
                    </a:lnTo>
                    <a:close/>
                    <a:moveTo>
                      <a:pt x="15719" y="0"/>
                    </a:moveTo>
                    <a:cubicBezTo>
                      <a:pt x="15715" y="0"/>
                      <a:pt x="15712" y="0"/>
                      <a:pt x="15708" y="0"/>
                    </a:cubicBezTo>
                    <a:lnTo>
                      <a:pt x="325" y="720"/>
                    </a:lnTo>
                    <a:cubicBezTo>
                      <a:pt x="142" y="726"/>
                      <a:pt x="1" y="875"/>
                      <a:pt x="1" y="1055"/>
                    </a:cubicBezTo>
                    <a:lnTo>
                      <a:pt x="1" y="2811"/>
                    </a:lnTo>
                    <a:cubicBezTo>
                      <a:pt x="1" y="2907"/>
                      <a:pt x="42" y="3002"/>
                      <a:pt x="120" y="3065"/>
                    </a:cubicBezTo>
                    <a:cubicBezTo>
                      <a:pt x="181" y="3118"/>
                      <a:pt x="258" y="3146"/>
                      <a:pt x="338" y="3146"/>
                    </a:cubicBezTo>
                    <a:lnTo>
                      <a:pt x="394" y="3143"/>
                    </a:lnTo>
                    <a:lnTo>
                      <a:pt x="15777" y="667"/>
                    </a:lnTo>
                    <a:cubicBezTo>
                      <a:pt x="15954" y="640"/>
                      <a:pt x="16076" y="476"/>
                      <a:pt x="16057" y="299"/>
                    </a:cubicBezTo>
                    <a:cubicBezTo>
                      <a:pt x="16035" y="128"/>
                      <a:pt x="15891" y="0"/>
                      <a:pt x="157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69"/>
              <p:cNvSpPr/>
              <p:nvPr/>
            </p:nvSpPr>
            <p:spPr>
              <a:xfrm>
                <a:off x="2482025" y="3724450"/>
                <a:ext cx="431400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11034" extrusionOk="0">
                    <a:moveTo>
                      <a:pt x="14387" y="1500"/>
                    </a:moveTo>
                    <a:lnTo>
                      <a:pt x="676" y="10089"/>
                    </a:lnTo>
                    <a:lnTo>
                      <a:pt x="676" y="5947"/>
                    </a:lnTo>
                    <a:lnTo>
                      <a:pt x="14387" y="1500"/>
                    </a:lnTo>
                    <a:close/>
                    <a:moveTo>
                      <a:pt x="16882" y="1"/>
                    </a:moveTo>
                    <a:cubicBezTo>
                      <a:pt x="16846" y="1"/>
                      <a:pt x="16810" y="7"/>
                      <a:pt x="16774" y="19"/>
                    </a:cubicBezTo>
                    <a:lnTo>
                      <a:pt x="236" y="5382"/>
                    </a:lnTo>
                    <a:cubicBezTo>
                      <a:pt x="98" y="5426"/>
                      <a:pt x="4" y="5554"/>
                      <a:pt x="1" y="5701"/>
                    </a:cubicBezTo>
                    <a:lnTo>
                      <a:pt x="1" y="10695"/>
                    </a:lnTo>
                    <a:cubicBezTo>
                      <a:pt x="1" y="10817"/>
                      <a:pt x="70" y="10931"/>
                      <a:pt x="178" y="10989"/>
                    </a:cubicBezTo>
                    <a:cubicBezTo>
                      <a:pt x="222" y="11017"/>
                      <a:pt x="275" y="11034"/>
                      <a:pt x="329" y="11034"/>
                    </a:cubicBezTo>
                    <a:cubicBezTo>
                      <a:pt x="333" y="11034"/>
                      <a:pt x="337" y="11033"/>
                      <a:pt x="341" y="11033"/>
                    </a:cubicBezTo>
                    <a:cubicBezTo>
                      <a:pt x="402" y="11033"/>
                      <a:pt x="463" y="11017"/>
                      <a:pt x="516" y="10983"/>
                    </a:cubicBezTo>
                    <a:lnTo>
                      <a:pt x="17054" y="623"/>
                    </a:lnTo>
                    <a:cubicBezTo>
                      <a:pt x="17200" y="534"/>
                      <a:pt x="17256" y="351"/>
                      <a:pt x="17184" y="196"/>
                    </a:cubicBezTo>
                    <a:cubicBezTo>
                      <a:pt x="17128" y="73"/>
                      <a:pt x="17008" y="1"/>
                      <a:pt x="16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27" name="Google Shape;4527;p69"/>
            <p:cNvSpPr/>
            <p:nvPr/>
          </p:nvSpPr>
          <p:spPr>
            <a:xfrm>
              <a:off x="2958275" y="539500"/>
              <a:ext cx="562425" cy="897575"/>
            </a:xfrm>
            <a:custGeom>
              <a:avLst/>
              <a:gdLst/>
              <a:ahLst/>
              <a:cxnLst/>
              <a:rect l="l" t="t" r="r" b="b"/>
              <a:pathLst>
                <a:path w="22497" h="35903" extrusionOk="0">
                  <a:moveTo>
                    <a:pt x="20015" y="1"/>
                  </a:moveTo>
                  <a:cubicBezTo>
                    <a:pt x="19867" y="1"/>
                    <a:pt x="19729" y="176"/>
                    <a:pt x="19849" y="335"/>
                  </a:cubicBezTo>
                  <a:cubicBezTo>
                    <a:pt x="20176" y="761"/>
                    <a:pt x="20470" y="1210"/>
                    <a:pt x="20733" y="1680"/>
                  </a:cubicBezTo>
                  <a:cubicBezTo>
                    <a:pt x="20766" y="1747"/>
                    <a:pt x="20832" y="1788"/>
                    <a:pt x="20907" y="1788"/>
                  </a:cubicBezTo>
                  <a:cubicBezTo>
                    <a:pt x="20943" y="1788"/>
                    <a:pt x="20976" y="1777"/>
                    <a:pt x="21010" y="1761"/>
                  </a:cubicBezTo>
                  <a:cubicBezTo>
                    <a:pt x="21109" y="1705"/>
                    <a:pt x="21145" y="1581"/>
                    <a:pt x="21087" y="1484"/>
                  </a:cubicBezTo>
                  <a:cubicBezTo>
                    <a:pt x="20818" y="994"/>
                    <a:pt x="20514" y="526"/>
                    <a:pt x="20173" y="86"/>
                  </a:cubicBezTo>
                  <a:cubicBezTo>
                    <a:pt x="20128" y="26"/>
                    <a:pt x="20071" y="1"/>
                    <a:pt x="20015" y="1"/>
                  </a:cubicBezTo>
                  <a:close/>
                  <a:moveTo>
                    <a:pt x="22064" y="4439"/>
                  </a:moveTo>
                  <a:cubicBezTo>
                    <a:pt x="22050" y="4439"/>
                    <a:pt x="22035" y="4440"/>
                    <a:pt x="22020" y="4444"/>
                  </a:cubicBezTo>
                  <a:cubicBezTo>
                    <a:pt x="21909" y="4469"/>
                    <a:pt x="21837" y="4577"/>
                    <a:pt x="21860" y="4687"/>
                  </a:cubicBezTo>
                  <a:cubicBezTo>
                    <a:pt x="21973" y="5213"/>
                    <a:pt x="22048" y="5745"/>
                    <a:pt x="22081" y="6279"/>
                  </a:cubicBezTo>
                  <a:cubicBezTo>
                    <a:pt x="22087" y="6390"/>
                    <a:pt x="22175" y="6473"/>
                    <a:pt x="22286" y="6473"/>
                  </a:cubicBezTo>
                  <a:lnTo>
                    <a:pt x="22300" y="6473"/>
                  </a:lnTo>
                  <a:cubicBezTo>
                    <a:pt x="22413" y="6468"/>
                    <a:pt x="22496" y="6368"/>
                    <a:pt x="22491" y="6257"/>
                  </a:cubicBezTo>
                  <a:cubicBezTo>
                    <a:pt x="22455" y="5701"/>
                    <a:pt x="22380" y="5147"/>
                    <a:pt x="22261" y="4601"/>
                  </a:cubicBezTo>
                  <a:cubicBezTo>
                    <a:pt x="22242" y="4506"/>
                    <a:pt x="22158" y="4439"/>
                    <a:pt x="22064" y="4439"/>
                  </a:cubicBezTo>
                  <a:close/>
                  <a:moveTo>
                    <a:pt x="21969" y="9334"/>
                  </a:moveTo>
                  <a:cubicBezTo>
                    <a:pt x="21889" y="9334"/>
                    <a:pt x="21810" y="9377"/>
                    <a:pt x="21776" y="9475"/>
                  </a:cubicBezTo>
                  <a:cubicBezTo>
                    <a:pt x="21646" y="9998"/>
                    <a:pt x="21477" y="10507"/>
                    <a:pt x="21273" y="11006"/>
                  </a:cubicBezTo>
                  <a:cubicBezTo>
                    <a:pt x="21228" y="11108"/>
                    <a:pt x="21278" y="11227"/>
                    <a:pt x="21383" y="11271"/>
                  </a:cubicBezTo>
                  <a:cubicBezTo>
                    <a:pt x="21408" y="11283"/>
                    <a:pt x="21433" y="11288"/>
                    <a:pt x="21461" y="11288"/>
                  </a:cubicBezTo>
                  <a:cubicBezTo>
                    <a:pt x="21544" y="11285"/>
                    <a:pt x="21619" y="11235"/>
                    <a:pt x="21652" y="11161"/>
                  </a:cubicBezTo>
                  <a:cubicBezTo>
                    <a:pt x="21862" y="10643"/>
                    <a:pt x="22039" y="10114"/>
                    <a:pt x="22178" y="9574"/>
                  </a:cubicBezTo>
                  <a:cubicBezTo>
                    <a:pt x="22203" y="9426"/>
                    <a:pt x="22086" y="9334"/>
                    <a:pt x="21969" y="9334"/>
                  </a:cubicBezTo>
                  <a:close/>
                  <a:moveTo>
                    <a:pt x="19769" y="13698"/>
                  </a:moveTo>
                  <a:cubicBezTo>
                    <a:pt x="19720" y="13698"/>
                    <a:pt x="19669" y="13717"/>
                    <a:pt x="19625" y="13761"/>
                  </a:cubicBezTo>
                  <a:cubicBezTo>
                    <a:pt x="19285" y="14176"/>
                    <a:pt x="18914" y="14564"/>
                    <a:pt x="18512" y="14921"/>
                  </a:cubicBezTo>
                  <a:cubicBezTo>
                    <a:pt x="18376" y="15051"/>
                    <a:pt x="18465" y="15281"/>
                    <a:pt x="18651" y="15283"/>
                  </a:cubicBezTo>
                  <a:cubicBezTo>
                    <a:pt x="18700" y="15283"/>
                    <a:pt x="18750" y="15264"/>
                    <a:pt x="18786" y="15231"/>
                  </a:cubicBezTo>
                  <a:cubicBezTo>
                    <a:pt x="19201" y="14857"/>
                    <a:pt x="19589" y="14453"/>
                    <a:pt x="19944" y="14021"/>
                  </a:cubicBezTo>
                  <a:cubicBezTo>
                    <a:pt x="20045" y="13865"/>
                    <a:pt x="19915" y="13698"/>
                    <a:pt x="19769" y="13698"/>
                  </a:cubicBezTo>
                  <a:close/>
                  <a:moveTo>
                    <a:pt x="15938" y="16706"/>
                  </a:moveTo>
                  <a:cubicBezTo>
                    <a:pt x="15907" y="16706"/>
                    <a:pt x="15875" y="16713"/>
                    <a:pt x="15846" y="16729"/>
                  </a:cubicBezTo>
                  <a:cubicBezTo>
                    <a:pt x="15389" y="16967"/>
                    <a:pt x="14907" y="17194"/>
                    <a:pt x="14370" y="17418"/>
                  </a:cubicBezTo>
                  <a:cubicBezTo>
                    <a:pt x="14265" y="17460"/>
                    <a:pt x="14215" y="17579"/>
                    <a:pt x="14259" y="17684"/>
                  </a:cubicBezTo>
                  <a:cubicBezTo>
                    <a:pt x="14292" y="17761"/>
                    <a:pt x="14367" y="17811"/>
                    <a:pt x="14450" y="17811"/>
                  </a:cubicBezTo>
                  <a:cubicBezTo>
                    <a:pt x="14478" y="17811"/>
                    <a:pt x="14503" y="17806"/>
                    <a:pt x="14531" y="17795"/>
                  </a:cubicBezTo>
                  <a:cubicBezTo>
                    <a:pt x="15076" y="17568"/>
                    <a:pt x="15569" y="17338"/>
                    <a:pt x="16031" y="17097"/>
                  </a:cubicBezTo>
                  <a:cubicBezTo>
                    <a:pt x="16134" y="17044"/>
                    <a:pt x="16172" y="16920"/>
                    <a:pt x="16120" y="16820"/>
                  </a:cubicBezTo>
                  <a:cubicBezTo>
                    <a:pt x="16085" y="16748"/>
                    <a:pt x="16012" y="16706"/>
                    <a:pt x="15938" y="16706"/>
                  </a:cubicBezTo>
                  <a:close/>
                  <a:moveTo>
                    <a:pt x="11369" y="18532"/>
                  </a:moveTo>
                  <a:cubicBezTo>
                    <a:pt x="11348" y="18532"/>
                    <a:pt x="11326" y="18535"/>
                    <a:pt x="11305" y="18542"/>
                  </a:cubicBezTo>
                  <a:lnTo>
                    <a:pt x="10782" y="18714"/>
                  </a:lnTo>
                  <a:lnTo>
                    <a:pt x="9743" y="19060"/>
                  </a:lnTo>
                  <a:cubicBezTo>
                    <a:pt x="9533" y="19143"/>
                    <a:pt x="9583" y="19453"/>
                    <a:pt x="9807" y="19462"/>
                  </a:cubicBezTo>
                  <a:cubicBezTo>
                    <a:pt x="9832" y="19462"/>
                    <a:pt x="9854" y="19459"/>
                    <a:pt x="9879" y="19453"/>
                  </a:cubicBezTo>
                  <a:lnTo>
                    <a:pt x="10912" y="19102"/>
                  </a:lnTo>
                  <a:lnTo>
                    <a:pt x="11432" y="18930"/>
                  </a:lnTo>
                  <a:cubicBezTo>
                    <a:pt x="11538" y="18894"/>
                    <a:pt x="11598" y="18778"/>
                    <a:pt x="11562" y="18670"/>
                  </a:cubicBezTo>
                  <a:cubicBezTo>
                    <a:pt x="11534" y="18586"/>
                    <a:pt x="11454" y="18532"/>
                    <a:pt x="11369" y="18532"/>
                  </a:cubicBezTo>
                  <a:close/>
                  <a:moveTo>
                    <a:pt x="6751" y="20236"/>
                  </a:moveTo>
                  <a:cubicBezTo>
                    <a:pt x="6722" y="20236"/>
                    <a:pt x="6691" y="20242"/>
                    <a:pt x="6662" y="20256"/>
                  </a:cubicBezTo>
                  <a:cubicBezTo>
                    <a:pt x="6141" y="20494"/>
                    <a:pt x="5646" y="20752"/>
                    <a:pt x="5186" y="21009"/>
                  </a:cubicBezTo>
                  <a:cubicBezTo>
                    <a:pt x="5086" y="21067"/>
                    <a:pt x="5053" y="21192"/>
                    <a:pt x="5108" y="21289"/>
                  </a:cubicBezTo>
                  <a:cubicBezTo>
                    <a:pt x="5143" y="21353"/>
                    <a:pt x="5209" y="21394"/>
                    <a:pt x="5281" y="21394"/>
                  </a:cubicBezTo>
                  <a:cubicBezTo>
                    <a:pt x="5284" y="21394"/>
                    <a:pt x="5286" y="21394"/>
                    <a:pt x="5288" y="21394"/>
                  </a:cubicBezTo>
                  <a:cubicBezTo>
                    <a:pt x="5324" y="21394"/>
                    <a:pt x="5358" y="21386"/>
                    <a:pt x="5388" y="21369"/>
                  </a:cubicBezTo>
                  <a:cubicBezTo>
                    <a:pt x="5837" y="21114"/>
                    <a:pt x="6324" y="20865"/>
                    <a:pt x="6836" y="20630"/>
                  </a:cubicBezTo>
                  <a:cubicBezTo>
                    <a:pt x="6936" y="20580"/>
                    <a:pt x="6980" y="20458"/>
                    <a:pt x="6936" y="20356"/>
                  </a:cubicBezTo>
                  <a:cubicBezTo>
                    <a:pt x="6902" y="20280"/>
                    <a:pt x="6829" y="20236"/>
                    <a:pt x="6751" y="20236"/>
                  </a:cubicBezTo>
                  <a:close/>
                  <a:moveTo>
                    <a:pt x="2649" y="22927"/>
                  </a:moveTo>
                  <a:cubicBezTo>
                    <a:pt x="2598" y="22927"/>
                    <a:pt x="2547" y="22945"/>
                    <a:pt x="2506" y="22983"/>
                  </a:cubicBezTo>
                  <a:cubicBezTo>
                    <a:pt x="2104" y="23374"/>
                    <a:pt x="1736" y="23797"/>
                    <a:pt x="1409" y="24254"/>
                  </a:cubicBezTo>
                  <a:cubicBezTo>
                    <a:pt x="1343" y="24346"/>
                    <a:pt x="1365" y="24470"/>
                    <a:pt x="1456" y="24537"/>
                  </a:cubicBezTo>
                  <a:cubicBezTo>
                    <a:pt x="1492" y="24562"/>
                    <a:pt x="1534" y="24575"/>
                    <a:pt x="1578" y="24575"/>
                  </a:cubicBezTo>
                  <a:cubicBezTo>
                    <a:pt x="1645" y="24575"/>
                    <a:pt x="1706" y="24545"/>
                    <a:pt x="1744" y="24492"/>
                  </a:cubicBezTo>
                  <a:cubicBezTo>
                    <a:pt x="2057" y="24058"/>
                    <a:pt x="2406" y="23651"/>
                    <a:pt x="2788" y="23277"/>
                  </a:cubicBezTo>
                  <a:cubicBezTo>
                    <a:pt x="2871" y="23199"/>
                    <a:pt x="2874" y="23069"/>
                    <a:pt x="2796" y="22986"/>
                  </a:cubicBezTo>
                  <a:cubicBezTo>
                    <a:pt x="2756" y="22947"/>
                    <a:pt x="2703" y="22927"/>
                    <a:pt x="2649" y="22927"/>
                  </a:cubicBezTo>
                  <a:close/>
                  <a:moveTo>
                    <a:pt x="304" y="27162"/>
                  </a:moveTo>
                  <a:cubicBezTo>
                    <a:pt x="205" y="27162"/>
                    <a:pt x="117" y="27233"/>
                    <a:pt x="100" y="27333"/>
                  </a:cubicBezTo>
                  <a:cubicBezTo>
                    <a:pt x="33" y="27735"/>
                    <a:pt x="0" y="28139"/>
                    <a:pt x="0" y="28546"/>
                  </a:cubicBezTo>
                  <a:cubicBezTo>
                    <a:pt x="0" y="28701"/>
                    <a:pt x="3" y="28859"/>
                    <a:pt x="14" y="29017"/>
                  </a:cubicBezTo>
                  <a:cubicBezTo>
                    <a:pt x="22" y="29122"/>
                    <a:pt x="111" y="29208"/>
                    <a:pt x="219" y="29210"/>
                  </a:cubicBezTo>
                  <a:lnTo>
                    <a:pt x="233" y="29205"/>
                  </a:lnTo>
                  <a:cubicBezTo>
                    <a:pt x="346" y="29199"/>
                    <a:pt x="432" y="29105"/>
                    <a:pt x="426" y="28992"/>
                  </a:cubicBezTo>
                  <a:cubicBezTo>
                    <a:pt x="415" y="28842"/>
                    <a:pt x="410" y="28693"/>
                    <a:pt x="413" y="28546"/>
                  </a:cubicBezTo>
                  <a:cubicBezTo>
                    <a:pt x="413" y="28161"/>
                    <a:pt x="443" y="27779"/>
                    <a:pt x="507" y="27400"/>
                  </a:cubicBezTo>
                  <a:cubicBezTo>
                    <a:pt x="526" y="27286"/>
                    <a:pt x="449" y="27178"/>
                    <a:pt x="335" y="27164"/>
                  </a:cubicBezTo>
                  <a:cubicBezTo>
                    <a:pt x="325" y="27163"/>
                    <a:pt x="314" y="27162"/>
                    <a:pt x="304" y="27162"/>
                  </a:cubicBezTo>
                  <a:close/>
                  <a:moveTo>
                    <a:pt x="1122" y="31929"/>
                  </a:moveTo>
                  <a:cubicBezTo>
                    <a:pt x="1089" y="31929"/>
                    <a:pt x="1055" y="31937"/>
                    <a:pt x="1024" y="31954"/>
                  </a:cubicBezTo>
                  <a:cubicBezTo>
                    <a:pt x="925" y="32007"/>
                    <a:pt x="889" y="32131"/>
                    <a:pt x="941" y="32231"/>
                  </a:cubicBezTo>
                  <a:cubicBezTo>
                    <a:pt x="1210" y="32727"/>
                    <a:pt x="1537" y="33189"/>
                    <a:pt x="1910" y="33613"/>
                  </a:cubicBezTo>
                  <a:cubicBezTo>
                    <a:pt x="1949" y="33654"/>
                    <a:pt x="2005" y="33679"/>
                    <a:pt x="2063" y="33682"/>
                  </a:cubicBezTo>
                  <a:cubicBezTo>
                    <a:pt x="2113" y="33682"/>
                    <a:pt x="2162" y="33660"/>
                    <a:pt x="2198" y="33627"/>
                  </a:cubicBezTo>
                  <a:cubicBezTo>
                    <a:pt x="2284" y="33552"/>
                    <a:pt x="2290" y="33422"/>
                    <a:pt x="2215" y="33339"/>
                  </a:cubicBezTo>
                  <a:cubicBezTo>
                    <a:pt x="1861" y="32940"/>
                    <a:pt x="1556" y="32505"/>
                    <a:pt x="1301" y="32037"/>
                  </a:cubicBezTo>
                  <a:cubicBezTo>
                    <a:pt x="1265" y="31969"/>
                    <a:pt x="1195" y="31929"/>
                    <a:pt x="1122" y="31929"/>
                  </a:cubicBezTo>
                  <a:close/>
                  <a:moveTo>
                    <a:pt x="11080" y="34552"/>
                  </a:moveTo>
                  <a:cubicBezTo>
                    <a:pt x="11045" y="34552"/>
                    <a:pt x="11009" y="34562"/>
                    <a:pt x="10975" y="34582"/>
                  </a:cubicBezTo>
                  <a:cubicBezTo>
                    <a:pt x="10521" y="34856"/>
                    <a:pt x="10034" y="35077"/>
                    <a:pt x="9527" y="35238"/>
                  </a:cubicBezTo>
                  <a:cubicBezTo>
                    <a:pt x="9419" y="35269"/>
                    <a:pt x="9358" y="35385"/>
                    <a:pt x="9392" y="35496"/>
                  </a:cubicBezTo>
                  <a:cubicBezTo>
                    <a:pt x="9419" y="35579"/>
                    <a:pt x="9500" y="35637"/>
                    <a:pt x="9588" y="35637"/>
                  </a:cubicBezTo>
                  <a:cubicBezTo>
                    <a:pt x="9608" y="35637"/>
                    <a:pt x="9630" y="35634"/>
                    <a:pt x="9649" y="35628"/>
                  </a:cubicBezTo>
                  <a:cubicBezTo>
                    <a:pt x="10189" y="35460"/>
                    <a:pt x="10704" y="35224"/>
                    <a:pt x="11186" y="34931"/>
                  </a:cubicBezTo>
                  <a:cubicBezTo>
                    <a:pt x="11280" y="34870"/>
                    <a:pt x="11310" y="34748"/>
                    <a:pt x="11252" y="34651"/>
                  </a:cubicBezTo>
                  <a:cubicBezTo>
                    <a:pt x="11214" y="34587"/>
                    <a:pt x="11148" y="34552"/>
                    <a:pt x="11080" y="34552"/>
                  </a:cubicBezTo>
                  <a:close/>
                  <a:moveTo>
                    <a:pt x="4752" y="35094"/>
                  </a:moveTo>
                  <a:cubicBezTo>
                    <a:pt x="4669" y="35094"/>
                    <a:pt x="4593" y="35146"/>
                    <a:pt x="4563" y="35227"/>
                  </a:cubicBezTo>
                  <a:cubicBezTo>
                    <a:pt x="4521" y="35335"/>
                    <a:pt x="4577" y="35451"/>
                    <a:pt x="4682" y="35490"/>
                  </a:cubicBezTo>
                  <a:cubicBezTo>
                    <a:pt x="5211" y="35687"/>
                    <a:pt x="5756" y="35825"/>
                    <a:pt x="6313" y="35903"/>
                  </a:cubicBezTo>
                  <a:lnTo>
                    <a:pt x="6343" y="35903"/>
                  </a:lnTo>
                  <a:cubicBezTo>
                    <a:pt x="6446" y="35903"/>
                    <a:pt x="6532" y="35828"/>
                    <a:pt x="6545" y="35725"/>
                  </a:cubicBezTo>
                  <a:cubicBezTo>
                    <a:pt x="6562" y="35615"/>
                    <a:pt x="6484" y="35509"/>
                    <a:pt x="6371" y="35496"/>
                  </a:cubicBezTo>
                  <a:cubicBezTo>
                    <a:pt x="5842" y="35421"/>
                    <a:pt x="5324" y="35291"/>
                    <a:pt x="4826" y="35108"/>
                  </a:cubicBezTo>
                  <a:cubicBezTo>
                    <a:pt x="4802" y="35099"/>
                    <a:pt x="4777" y="35094"/>
                    <a:pt x="4752" y="350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0" y="2260600"/>
            <a:ext cx="4284020" cy="4597400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31848" y="4318162"/>
            <a:ext cx="1757636" cy="9648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68%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1"/>
          <p:cNvSpPr txBox="1">
            <a:spLocks noChangeArrowheads="1"/>
          </p:cNvSpPr>
          <p:nvPr/>
        </p:nvSpPr>
        <p:spPr bwMode="auto">
          <a:xfrm>
            <a:off x="3293443" y="4086574"/>
            <a:ext cx="94530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难点分析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13" name="图片 12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14" name="图片 13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sp>
        <p:nvSpPr>
          <p:cNvPr id="44" name="textbox 44"/>
          <p:cNvSpPr/>
          <p:nvPr/>
        </p:nvSpPr>
        <p:spPr>
          <a:xfrm>
            <a:off x="660400" y="690245"/>
            <a:ext cx="8460740" cy="2092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调用格式</a:t>
            </a:r>
            <a:r>
              <a:rPr sz="35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sz="2400" b="1" kern="0" spc="0" dirty="0">
                <a:solidFill>
                  <a:srgbClr val="CC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plot</a:t>
            </a:r>
            <a:r>
              <a:rPr sz="2400" b="1" kern="0" spc="10" dirty="0">
                <a:solidFill>
                  <a:srgbClr val="CC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(x,y,s</a:t>
            </a:r>
            <a:r>
              <a:rPr sz="2400" b="1" kern="0" spc="0" dirty="0">
                <a:solidFill>
                  <a:srgbClr val="CC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r>
              <a:rPr sz="2400" b="1" kern="0" spc="350" dirty="0">
                <a:solidFill>
                  <a:srgbClr val="CC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r>
              <a:rPr sz="2400" b="1" kern="0" spc="3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为类型说明参数，是字符串。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" indent="-10795" algn="l" rtl="0" eaLnBrk="0">
              <a:lnSpc>
                <a:spcPct val="96000"/>
              </a:lnSpc>
              <a:spcBef>
                <a:spcPts val="40"/>
              </a:spcBef>
            </a:pPr>
            <a:r>
              <a:rPr sz="2000" b="1" kern="0" spc="-10" dirty="0">
                <a:solidFill>
                  <a:srgbClr val="6600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&gt;</a:t>
            </a:r>
            <a:r>
              <a:rPr lang="en-US" sz="2000" b="1" kern="0" spc="-10" dirty="0">
                <a:solidFill>
                  <a:srgbClr val="6600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000" b="1" kern="0" spc="-10" dirty="0">
                <a:solidFill>
                  <a:srgbClr val="CC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r>
              <a:rPr sz="2000" b="1" kern="0" spc="350" dirty="0">
                <a:solidFill>
                  <a:srgbClr val="CC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100" b="1" kern="0" spc="-10" dirty="0">
                <a:solidFill>
                  <a:srgbClr val="CC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字符串</a:t>
            </a:r>
            <a:r>
              <a:rPr sz="21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可以是</a:t>
            </a:r>
            <a:r>
              <a:rPr sz="2100" b="1" kern="0" spc="-10" dirty="0">
                <a:solidFill>
                  <a:srgbClr val="CC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符号</a:t>
            </a:r>
            <a:r>
              <a:rPr sz="21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，也可以</a:t>
            </a:r>
            <a:r>
              <a:rPr sz="21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是线型与颜色和顶点标记与颜色的</a:t>
            </a:r>
            <a:r>
              <a:rPr sz="2100" b="1" kern="0" spc="-100" dirty="0">
                <a:solidFill>
                  <a:srgbClr val="CC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组合</a:t>
            </a:r>
            <a:r>
              <a:rPr sz="2100" b="1" kern="0" spc="-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7305" indent="-3810" algn="l" rtl="0" eaLnBrk="0">
              <a:lnSpc>
                <a:spcPct val="99000"/>
              </a:lnSpc>
              <a:spcBef>
                <a:spcPts val="315"/>
              </a:spcBef>
            </a:pPr>
            <a:r>
              <a:rPr sz="2000" b="1" kern="0" spc="20" dirty="0">
                <a:solidFill>
                  <a:srgbClr val="6600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&gt;</a:t>
            </a:r>
            <a:r>
              <a:rPr lang="en-US" sz="2000" b="1" kern="0" spc="20" dirty="0">
                <a:solidFill>
                  <a:srgbClr val="6600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100" b="1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如果</a:t>
            </a:r>
            <a:r>
              <a:rPr sz="2100" b="1" kern="0" spc="20" dirty="0">
                <a:solidFill>
                  <a:srgbClr val="CC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没有</a:t>
            </a:r>
            <a:r>
              <a:rPr sz="2000" b="1" kern="0" spc="20" dirty="0">
                <a:solidFill>
                  <a:srgbClr val="CC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r>
              <a:rPr sz="2000" b="1" kern="0" spc="220" dirty="0">
                <a:solidFill>
                  <a:srgbClr val="CC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100" b="1" kern="0" spc="20" dirty="0">
                <a:solidFill>
                  <a:srgbClr val="CC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参数</a:t>
            </a:r>
            <a:r>
              <a:rPr sz="2100" b="1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plot</a:t>
            </a:r>
            <a:r>
              <a:rPr sz="2000" b="1" kern="0" spc="2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100" b="1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将使用</a:t>
            </a:r>
            <a:r>
              <a:rPr sz="2100" b="1" kern="0" spc="20" dirty="0">
                <a:solidFill>
                  <a:srgbClr val="CC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缺省设置（实线，前七种颜色顺序</a:t>
            </a:r>
            <a:r>
              <a:rPr sz="2100" b="1" kern="0" spc="-40" dirty="0">
                <a:solidFill>
                  <a:srgbClr val="CC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着色</a:t>
            </a:r>
            <a:r>
              <a:rPr sz="21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）绘制曲线；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3495" algn="l" rtl="0" eaLnBrk="0">
              <a:lnSpc>
                <a:spcPct val="94000"/>
              </a:lnSpc>
              <a:spcBef>
                <a:spcPts val="160"/>
              </a:spcBef>
            </a:pPr>
            <a:r>
              <a:rPr sz="2000" b="1" kern="0" spc="20" dirty="0">
                <a:solidFill>
                  <a:srgbClr val="6600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&gt;</a:t>
            </a:r>
            <a:r>
              <a:rPr lang="en-US" sz="2000" b="1" kern="0" spc="20" dirty="0">
                <a:solidFill>
                  <a:srgbClr val="6600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100" b="1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在当前坐标系中绘图时，每调入一次绘图函</a:t>
            </a:r>
            <a:r>
              <a:rPr sz="21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数，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MATLAB</a:t>
            </a:r>
            <a:r>
              <a:rPr sz="21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将擦掉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660400" y="2646680"/>
            <a:ext cx="8564245" cy="3216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2700" algn="l" rtl="0" eaLnBrk="0">
              <a:lnSpc>
                <a:spcPct val="99000"/>
              </a:lnSpc>
            </a:pPr>
            <a:r>
              <a:rPr sz="21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坐标系中已有的图形对象。可以用</a:t>
            </a:r>
            <a:r>
              <a:rPr sz="2100" kern="0" spc="-4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kern="0" spc="-10" dirty="0">
                <a:solidFill>
                  <a:srgbClr val="CC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hold on</a:t>
            </a:r>
            <a:r>
              <a:rPr sz="2000" b="1" kern="0" spc="180" dirty="0">
                <a:solidFill>
                  <a:srgbClr val="CC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100" b="1" kern="0" spc="-10" dirty="0">
                <a:solidFill>
                  <a:srgbClr val="CC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命令</a:t>
            </a:r>
            <a:r>
              <a:rPr sz="21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在一个坐标系中</a:t>
            </a:r>
            <a:r>
              <a:rPr sz="2100" b="1" kern="0" spc="-10" dirty="0">
                <a:solidFill>
                  <a:srgbClr val="CC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</a:t>
            </a:r>
            <a:r>
              <a:rPr sz="2100" b="1" kern="0" spc="0" dirty="0">
                <a:solidFill>
                  <a:srgbClr val="CC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加新的图形对象</a:t>
            </a: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。注意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MATLAB</a:t>
            </a: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会根据新图形</a:t>
            </a:r>
            <a:r>
              <a:rPr sz="21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的大小，重新改变</a:t>
            </a:r>
            <a:r>
              <a:rPr sz="21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坐标系的比例。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9370" algn="l" rtl="0" eaLnBrk="0">
              <a:lnSpc>
                <a:spcPct val="85000"/>
              </a:lnSpc>
              <a:spcBef>
                <a:spcPts val="380"/>
              </a:spcBef>
            </a:pPr>
            <a:r>
              <a:rPr sz="21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用不同的</a:t>
            </a:r>
            <a:r>
              <a:rPr sz="2100" b="1" kern="0" spc="-30" dirty="0">
                <a:solidFill>
                  <a:srgbClr val="CC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线型和标注</a:t>
            </a:r>
            <a:r>
              <a:rPr sz="21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来绘制两条曲线。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98145" algn="l" rtl="0" eaLnBrk="0">
              <a:lnSpc>
                <a:spcPts val="2560"/>
              </a:lnSpc>
            </a:pPr>
            <a:r>
              <a:rPr sz="2000" b="1" kern="0" spc="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t1=0:0.1:2</a:t>
            </a:r>
            <a:r>
              <a:rPr sz="2000" b="1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*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pi</a:t>
            </a:r>
            <a:r>
              <a:rPr sz="2000" b="1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;</a:t>
            </a: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394970" algn="l" rtl="0" eaLnBrk="0">
              <a:lnSpc>
                <a:spcPct val="97000"/>
              </a:lnSpc>
              <a:spcBef>
                <a:spcPts val="195"/>
              </a:spcBef>
            </a:pPr>
            <a:r>
              <a:rPr sz="2000" b="1" kern="0" spc="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y1=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sin</a:t>
            </a:r>
            <a:r>
              <a:rPr sz="2000" b="1" kern="0" spc="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(t1);</a:t>
            </a: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394970" algn="l" rtl="0" eaLnBrk="0">
              <a:lnSpc>
                <a:spcPct val="97000"/>
              </a:lnSpc>
              <a:spcBef>
                <a:spcPts val="190"/>
              </a:spcBef>
            </a:pP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y2=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sqrt</a:t>
            </a: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(t1);</a:t>
            </a: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398145" algn="l" rtl="0" eaLnBrk="0">
              <a:lnSpc>
                <a:spcPct val="97000"/>
              </a:lnSpc>
              <a:spcBef>
                <a:spcPts val="205"/>
              </a:spcBef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plot</a:t>
            </a: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(t1,y1,'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hb</a:t>
            </a: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')</a:t>
            </a: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401955" algn="l" rtl="0" eaLnBrk="0">
              <a:lnSpc>
                <a:spcPct val="97000"/>
              </a:lnSpc>
              <a:spcBef>
                <a:spcPts val="190"/>
              </a:spcBef>
            </a:pPr>
            <a:r>
              <a:rPr sz="2000" b="1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hold</a:t>
            </a:r>
            <a:r>
              <a:rPr sz="2000" b="1" kern="0" spc="1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000" b="1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on</a:t>
            </a: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398145" algn="l" rtl="0" eaLnBrk="0">
              <a:lnSpc>
                <a:spcPct val="97000"/>
              </a:lnSpc>
              <a:spcBef>
                <a:spcPts val="205"/>
              </a:spcBef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plot</a:t>
            </a:r>
            <a:r>
              <a:rPr sz="2000" b="1" kern="0" spc="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(t1,y2,'--</a:t>
            </a:r>
            <a:r>
              <a:rPr sz="2000" b="1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g')</a:t>
            </a: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pSp>
        <p:nvGrpSpPr>
          <p:cNvPr id="579" name="组合 578"/>
          <p:cNvGrpSpPr/>
          <p:nvPr/>
        </p:nvGrpSpPr>
        <p:grpSpPr>
          <a:xfrm>
            <a:off x="8912225" y="1155700"/>
            <a:ext cx="3279140" cy="4554220"/>
            <a:chOff x="14035" y="1820"/>
            <a:chExt cx="5164" cy="7172"/>
          </a:xfrm>
        </p:grpSpPr>
        <p:grpSp>
          <p:nvGrpSpPr>
            <p:cNvPr id="2208" name="Google Shape;2208;p36"/>
            <p:cNvGrpSpPr/>
            <p:nvPr/>
          </p:nvGrpSpPr>
          <p:grpSpPr>
            <a:xfrm>
              <a:off x="15401" y="4153"/>
              <a:ext cx="1385" cy="1035"/>
              <a:chOff x="4030925" y="2186525"/>
              <a:chExt cx="944700" cy="706325"/>
            </a:xfrm>
          </p:grpSpPr>
          <p:sp>
            <p:nvSpPr>
              <p:cNvPr id="2209" name="Google Shape;2209;p36"/>
              <p:cNvSpPr/>
              <p:nvPr/>
            </p:nvSpPr>
            <p:spPr>
              <a:xfrm>
                <a:off x="4030925" y="2186525"/>
                <a:ext cx="944700" cy="281675"/>
              </a:xfrm>
              <a:custGeom>
                <a:avLst/>
                <a:gdLst/>
                <a:ahLst/>
                <a:cxnLst/>
                <a:rect l="l" t="t" r="r" b="b"/>
                <a:pathLst>
                  <a:path w="37788" h="11267" extrusionOk="0">
                    <a:moveTo>
                      <a:pt x="33327" y="1430"/>
                    </a:moveTo>
                    <a:lnTo>
                      <a:pt x="9699" y="10348"/>
                    </a:lnTo>
                    <a:lnTo>
                      <a:pt x="1770" y="6049"/>
                    </a:lnTo>
                    <a:lnTo>
                      <a:pt x="33327" y="1430"/>
                    </a:lnTo>
                    <a:close/>
                    <a:moveTo>
                      <a:pt x="37185" y="0"/>
                    </a:moveTo>
                    <a:cubicBezTo>
                      <a:pt x="37164" y="0"/>
                      <a:pt x="37142" y="1"/>
                      <a:pt x="37120" y="5"/>
                    </a:cubicBezTo>
                    <a:lnTo>
                      <a:pt x="391" y="5383"/>
                    </a:lnTo>
                    <a:cubicBezTo>
                      <a:pt x="207" y="5406"/>
                      <a:pt x="69" y="5544"/>
                      <a:pt x="23" y="5728"/>
                    </a:cubicBezTo>
                    <a:cubicBezTo>
                      <a:pt x="0" y="5912"/>
                      <a:pt x="92" y="6095"/>
                      <a:pt x="253" y="6187"/>
                    </a:cubicBezTo>
                    <a:lnTo>
                      <a:pt x="9447" y="11221"/>
                    </a:lnTo>
                    <a:lnTo>
                      <a:pt x="9653" y="11267"/>
                    </a:lnTo>
                    <a:lnTo>
                      <a:pt x="9814" y="11244"/>
                    </a:lnTo>
                    <a:lnTo>
                      <a:pt x="37327" y="855"/>
                    </a:lnTo>
                    <a:cubicBezTo>
                      <a:pt x="37788" y="679"/>
                      <a:pt x="37641" y="0"/>
                      <a:pt x="371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0" name="Google Shape;2210;p36"/>
              <p:cNvSpPr/>
              <p:nvPr/>
            </p:nvSpPr>
            <p:spPr>
              <a:xfrm>
                <a:off x="4423950" y="2187475"/>
                <a:ext cx="547625" cy="512875"/>
              </a:xfrm>
              <a:custGeom>
                <a:avLst/>
                <a:gdLst/>
                <a:ahLst/>
                <a:cxnLst/>
                <a:rect l="l" t="t" r="r" b="b"/>
                <a:pathLst>
                  <a:path w="21905" h="20515" extrusionOk="0">
                    <a:moveTo>
                      <a:pt x="19882" y="2104"/>
                    </a:moveTo>
                    <a:lnTo>
                      <a:pt x="8918" y="19572"/>
                    </a:lnTo>
                    <a:lnTo>
                      <a:pt x="1265" y="15918"/>
                    </a:lnTo>
                    <a:lnTo>
                      <a:pt x="19882" y="2104"/>
                    </a:lnTo>
                    <a:close/>
                    <a:moveTo>
                      <a:pt x="21443" y="0"/>
                    </a:moveTo>
                    <a:cubicBezTo>
                      <a:pt x="21354" y="0"/>
                      <a:pt x="21266" y="29"/>
                      <a:pt x="21192" y="81"/>
                    </a:cubicBezTo>
                    <a:lnTo>
                      <a:pt x="184" y="15688"/>
                    </a:lnTo>
                    <a:cubicBezTo>
                      <a:pt x="69" y="15780"/>
                      <a:pt x="0" y="15941"/>
                      <a:pt x="23" y="16102"/>
                    </a:cubicBezTo>
                    <a:cubicBezTo>
                      <a:pt x="23" y="16240"/>
                      <a:pt x="115" y="16378"/>
                      <a:pt x="253" y="16446"/>
                    </a:cubicBezTo>
                    <a:lnTo>
                      <a:pt x="8918" y="20515"/>
                    </a:lnTo>
                    <a:lnTo>
                      <a:pt x="9102" y="20515"/>
                    </a:lnTo>
                    <a:cubicBezTo>
                      <a:pt x="9240" y="20515"/>
                      <a:pt x="9378" y="20469"/>
                      <a:pt x="9470" y="20354"/>
                    </a:cubicBezTo>
                    <a:lnTo>
                      <a:pt x="21813" y="656"/>
                    </a:lnTo>
                    <a:cubicBezTo>
                      <a:pt x="21905" y="472"/>
                      <a:pt x="21882" y="265"/>
                      <a:pt x="21744" y="127"/>
                    </a:cubicBezTo>
                    <a:cubicBezTo>
                      <a:pt x="21656" y="40"/>
                      <a:pt x="21549" y="0"/>
                      <a:pt x="214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1" name="Google Shape;2211;p36"/>
              <p:cNvSpPr/>
              <p:nvPr/>
            </p:nvSpPr>
            <p:spPr>
              <a:xfrm>
                <a:off x="4261325" y="2186625"/>
                <a:ext cx="710825" cy="706225"/>
              </a:xfrm>
              <a:custGeom>
                <a:avLst/>
                <a:gdLst/>
                <a:ahLst/>
                <a:cxnLst/>
                <a:rect l="l" t="t" r="r" b="b"/>
                <a:pathLst>
                  <a:path w="28433" h="28249" extrusionOk="0">
                    <a:moveTo>
                      <a:pt x="25261" y="1908"/>
                    </a:moveTo>
                    <a:lnTo>
                      <a:pt x="6689" y="15699"/>
                    </a:lnTo>
                    <a:cubicBezTo>
                      <a:pt x="6620" y="15745"/>
                      <a:pt x="6551" y="15837"/>
                      <a:pt x="6528" y="15929"/>
                    </a:cubicBezTo>
                    <a:lnTo>
                      <a:pt x="3196" y="25973"/>
                    </a:lnTo>
                    <a:lnTo>
                      <a:pt x="920" y="11102"/>
                    </a:lnTo>
                    <a:lnTo>
                      <a:pt x="25261" y="1908"/>
                    </a:lnTo>
                    <a:close/>
                    <a:moveTo>
                      <a:pt x="27953" y="1"/>
                    </a:moveTo>
                    <a:cubicBezTo>
                      <a:pt x="27906" y="1"/>
                      <a:pt x="27859" y="8"/>
                      <a:pt x="27812" y="24"/>
                    </a:cubicBezTo>
                    <a:lnTo>
                      <a:pt x="300" y="10436"/>
                    </a:lnTo>
                    <a:cubicBezTo>
                      <a:pt x="116" y="10504"/>
                      <a:pt x="1" y="10711"/>
                      <a:pt x="24" y="10895"/>
                    </a:cubicBezTo>
                    <a:lnTo>
                      <a:pt x="2621" y="27881"/>
                    </a:lnTo>
                    <a:cubicBezTo>
                      <a:pt x="2644" y="28065"/>
                      <a:pt x="2805" y="28226"/>
                      <a:pt x="3012" y="28249"/>
                    </a:cubicBezTo>
                    <a:lnTo>
                      <a:pt x="3058" y="28249"/>
                    </a:lnTo>
                    <a:cubicBezTo>
                      <a:pt x="3242" y="28249"/>
                      <a:pt x="3402" y="28111"/>
                      <a:pt x="3448" y="27927"/>
                    </a:cubicBezTo>
                    <a:lnTo>
                      <a:pt x="7310" y="16297"/>
                    </a:lnTo>
                    <a:lnTo>
                      <a:pt x="28226" y="782"/>
                    </a:lnTo>
                    <a:cubicBezTo>
                      <a:pt x="28387" y="667"/>
                      <a:pt x="28433" y="414"/>
                      <a:pt x="28341" y="230"/>
                    </a:cubicBezTo>
                    <a:cubicBezTo>
                      <a:pt x="28269" y="88"/>
                      <a:pt x="28115" y="1"/>
                      <a:pt x="279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2" name="Google Shape;2212;p36"/>
              <p:cNvSpPr/>
              <p:nvPr/>
            </p:nvSpPr>
            <p:spPr>
              <a:xfrm>
                <a:off x="4325700" y="2577225"/>
                <a:ext cx="236750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9470" h="12625" extrusionOk="0">
                    <a:moveTo>
                      <a:pt x="4620" y="1017"/>
                    </a:moveTo>
                    <a:lnTo>
                      <a:pt x="8343" y="2764"/>
                    </a:lnTo>
                    <a:lnTo>
                      <a:pt x="1540" y="10395"/>
                    </a:lnTo>
                    <a:lnTo>
                      <a:pt x="4620" y="1017"/>
                    </a:lnTo>
                    <a:close/>
                    <a:moveTo>
                      <a:pt x="4379" y="0"/>
                    </a:moveTo>
                    <a:cubicBezTo>
                      <a:pt x="4321" y="0"/>
                      <a:pt x="4264" y="18"/>
                      <a:pt x="4206" y="52"/>
                    </a:cubicBezTo>
                    <a:cubicBezTo>
                      <a:pt x="4091" y="98"/>
                      <a:pt x="3999" y="190"/>
                      <a:pt x="3953" y="305"/>
                    </a:cubicBezTo>
                    <a:lnTo>
                      <a:pt x="69" y="12050"/>
                    </a:lnTo>
                    <a:cubicBezTo>
                      <a:pt x="0" y="12257"/>
                      <a:pt x="92" y="12464"/>
                      <a:pt x="276" y="12579"/>
                    </a:cubicBezTo>
                    <a:lnTo>
                      <a:pt x="483" y="12625"/>
                    </a:lnTo>
                    <a:cubicBezTo>
                      <a:pt x="598" y="12625"/>
                      <a:pt x="713" y="12579"/>
                      <a:pt x="781" y="12487"/>
                    </a:cubicBezTo>
                    <a:lnTo>
                      <a:pt x="9355" y="2925"/>
                    </a:lnTo>
                    <a:cubicBezTo>
                      <a:pt x="9424" y="2810"/>
                      <a:pt x="9470" y="2672"/>
                      <a:pt x="9470" y="2534"/>
                    </a:cubicBezTo>
                    <a:cubicBezTo>
                      <a:pt x="9447" y="2396"/>
                      <a:pt x="9332" y="2304"/>
                      <a:pt x="9217" y="2259"/>
                    </a:cubicBezTo>
                    <a:lnTo>
                      <a:pt x="4551" y="52"/>
                    </a:lnTo>
                    <a:cubicBezTo>
                      <a:pt x="4493" y="18"/>
                      <a:pt x="4436" y="0"/>
                      <a:pt x="4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61" name="Google Shape;4561;p69"/>
            <p:cNvSpPr/>
            <p:nvPr/>
          </p:nvSpPr>
          <p:spPr>
            <a:xfrm>
              <a:off x="14035" y="1820"/>
              <a:ext cx="5165" cy="7172"/>
            </a:xfrm>
            <a:custGeom>
              <a:avLst/>
              <a:gdLst/>
              <a:ahLst/>
              <a:cxnLst/>
              <a:rect l="l" t="t" r="r" b="b"/>
              <a:pathLst>
                <a:path w="92138" h="127940" extrusionOk="0">
                  <a:moveTo>
                    <a:pt x="85073" y="0"/>
                  </a:moveTo>
                  <a:cubicBezTo>
                    <a:pt x="85013" y="0"/>
                    <a:pt x="84958" y="40"/>
                    <a:pt x="84958" y="108"/>
                  </a:cubicBezTo>
                  <a:cubicBezTo>
                    <a:pt x="84899" y="167"/>
                    <a:pt x="84919" y="266"/>
                    <a:pt x="84998" y="326"/>
                  </a:cubicBezTo>
                  <a:cubicBezTo>
                    <a:pt x="85573" y="603"/>
                    <a:pt x="86128" y="940"/>
                    <a:pt x="86644" y="1337"/>
                  </a:cubicBezTo>
                  <a:lnTo>
                    <a:pt x="86743" y="1337"/>
                  </a:lnTo>
                  <a:cubicBezTo>
                    <a:pt x="86783" y="1337"/>
                    <a:pt x="86842" y="1317"/>
                    <a:pt x="86882" y="1297"/>
                  </a:cubicBezTo>
                  <a:cubicBezTo>
                    <a:pt x="86922" y="1218"/>
                    <a:pt x="86902" y="1119"/>
                    <a:pt x="86842" y="1059"/>
                  </a:cubicBezTo>
                  <a:cubicBezTo>
                    <a:pt x="86307" y="663"/>
                    <a:pt x="85732" y="326"/>
                    <a:pt x="85157" y="28"/>
                  </a:cubicBezTo>
                  <a:cubicBezTo>
                    <a:pt x="85131" y="9"/>
                    <a:pt x="85102" y="0"/>
                    <a:pt x="85073" y="0"/>
                  </a:cubicBezTo>
                  <a:close/>
                  <a:moveTo>
                    <a:pt x="88675" y="2762"/>
                  </a:moveTo>
                  <a:cubicBezTo>
                    <a:pt x="88636" y="2762"/>
                    <a:pt x="88595" y="2777"/>
                    <a:pt x="88568" y="2805"/>
                  </a:cubicBezTo>
                  <a:cubicBezTo>
                    <a:pt x="88488" y="2844"/>
                    <a:pt x="88488" y="2963"/>
                    <a:pt x="88548" y="3023"/>
                  </a:cubicBezTo>
                  <a:cubicBezTo>
                    <a:pt x="88984" y="3499"/>
                    <a:pt x="89381" y="4014"/>
                    <a:pt x="89738" y="4570"/>
                  </a:cubicBezTo>
                  <a:cubicBezTo>
                    <a:pt x="89777" y="4609"/>
                    <a:pt x="89817" y="4629"/>
                    <a:pt x="89877" y="4629"/>
                  </a:cubicBezTo>
                  <a:lnTo>
                    <a:pt x="89956" y="4609"/>
                  </a:lnTo>
                  <a:cubicBezTo>
                    <a:pt x="90035" y="4550"/>
                    <a:pt x="90055" y="4451"/>
                    <a:pt x="89996" y="4371"/>
                  </a:cubicBezTo>
                  <a:cubicBezTo>
                    <a:pt x="89658" y="3816"/>
                    <a:pt x="89242" y="3300"/>
                    <a:pt x="88786" y="2824"/>
                  </a:cubicBezTo>
                  <a:cubicBezTo>
                    <a:pt x="88765" y="2782"/>
                    <a:pt x="88721" y="2762"/>
                    <a:pt x="88675" y="2762"/>
                  </a:cubicBezTo>
                  <a:close/>
                  <a:moveTo>
                    <a:pt x="91110" y="6597"/>
                  </a:moveTo>
                  <a:cubicBezTo>
                    <a:pt x="91089" y="6597"/>
                    <a:pt x="91068" y="6602"/>
                    <a:pt x="91047" y="6612"/>
                  </a:cubicBezTo>
                  <a:cubicBezTo>
                    <a:pt x="90967" y="6632"/>
                    <a:pt x="90908" y="6731"/>
                    <a:pt x="90947" y="6810"/>
                  </a:cubicBezTo>
                  <a:cubicBezTo>
                    <a:pt x="91185" y="7425"/>
                    <a:pt x="91384" y="8040"/>
                    <a:pt x="91523" y="8675"/>
                  </a:cubicBezTo>
                  <a:cubicBezTo>
                    <a:pt x="91542" y="8754"/>
                    <a:pt x="91622" y="8794"/>
                    <a:pt x="91701" y="8794"/>
                  </a:cubicBezTo>
                  <a:lnTo>
                    <a:pt x="91721" y="8794"/>
                  </a:lnTo>
                  <a:cubicBezTo>
                    <a:pt x="91800" y="8774"/>
                    <a:pt x="91860" y="8694"/>
                    <a:pt x="91840" y="8595"/>
                  </a:cubicBezTo>
                  <a:cubicBezTo>
                    <a:pt x="91681" y="7941"/>
                    <a:pt x="91483" y="7306"/>
                    <a:pt x="91245" y="6692"/>
                  </a:cubicBezTo>
                  <a:cubicBezTo>
                    <a:pt x="91216" y="6633"/>
                    <a:pt x="91166" y="6597"/>
                    <a:pt x="91110" y="6597"/>
                  </a:cubicBezTo>
                  <a:close/>
                  <a:moveTo>
                    <a:pt x="91959" y="11054"/>
                  </a:moveTo>
                  <a:cubicBezTo>
                    <a:pt x="91879" y="11054"/>
                    <a:pt x="91800" y="11114"/>
                    <a:pt x="91780" y="11213"/>
                  </a:cubicBezTo>
                  <a:cubicBezTo>
                    <a:pt x="91800" y="11848"/>
                    <a:pt x="91741" y="12502"/>
                    <a:pt x="91622" y="13137"/>
                  </a:cubicBezTo>
                  <a:cubicBezTo>
                    <a:pt x="91622" y="13236"/>
                    <a:pt x="91681" y="13315"/>
                    <a:pt x="91760" y="13335"/>
                  </a:cubicBezTo>
                  <a:lnTo>
                    <a:pt x="91800" y="13335"/>
                  </a:lnTo>
                  <a:cubicBezTo>
                    <a:pt x="91879" y="13335"/>
                    <a:pt x="91939" y="13275"/>
                    <a:pt x="91939" y="13196"/>
                  </a:cubicBezTo>
                  <a:cubicBezTo>
                    <a:pt x="92058" y="12542"/>
                    <a:pt x="92117" y="11887"/>
                    <a:pt x="92137" y="11233"/>
                  </a:cubicBezTo>
                  <a:cubicBezTo>
                    <a:pt x="92137" y="11134"/>
                    <a:pt x="92058" y="11054"/>
                    <a:pt x="91959" y="11054"/>
                  </a:cubicBezTo>
                  <a:close/>
                  <a:moveTo>
                    <a:pt x="91092" y="15504"/>
                  </a:moveTo>
                  <a:cubicBezTo>
                    <a:pt x="91027" y="15504"/>
                    <a:pt x="90963" y="15554"/>
                    <a:pt x="90947" y="15616"/>
                  </a:cubicBezTo>
                  <a:cubicBezTo>
                    <a:pt x="90709" y="16211"/>
                    <a:pt x="90432" y="16786"/>
                    <a:pt x="90134" y="17381"/>
                  </a:cubicBezTo>
                  <a:cubicBezTo>
                    <a:pt x="90095" y="17460"/>
                    <a:pt x="90114" y="17539"/>
                    <a:pt x="90174" y="17599"/>
                  </a:cubicBezTo>
                  <a:lnTo>
                    <a:pt x="90253" y="17599"/>
                  </a:lnTo>
                  <a:cubicBezTo>
                    <a:pt x="90313" y="17599"/>
                    <a:pt x="90372" y="17579"/>
                    <a:pt x="90412" y="17519"/>
                  </a:cubicBezTo>
                  <a:cubicBezTo>
                    <a:pt x="90729" y="16944"/>
                    <a:pt x="91007" y="16349"/>
                    <a:pt x="91245" y="15735"/>
                  </a:cubicBezTo>
                  <a:cubicBezTo>
                    <a:pt x="91265" y="15635"/>
                    <a:pt x="91245" y="15536"/>
                    <a:pt x="91146" y="15516"/>
                  </a:cubicBezTo>
                  <a:cubicBezTo>
                    <a:pt x="91128" y="15508"/>
                    <a:pt x="91110" y="15504"/>
                    <a:pt x="91092" y="15504"/>
                  </a:cubicBezTo>
                  <a:close/>
                  <a:moveTo>
                    <a:pt x="88856" y="19462"/>
                  </a:moveTo>
                  <a:cubicBezTo>
                    <a:pt x="88802" y="19462"/>
                    <a:pt x="88752" y="19484"/>
                    <a:pt x="88726" y="19522"/>
                  </a:cubicBezTo>
                  <a:cubicBezTo>
                    <a:pt x="88330" y="20018"/>
                    <a:pt x="87893" y="20514"/>
                    <a:pt x="87457" y="20990"/>
                  </a:cubicBezTo>
                  <a:cubicBezTo>
                    <a:pt x="87378" y="21049"/>
                    <a:pt x="87378" y="21168"/>
                    <a:pt x="87457" y="21208"/>
                  </a:cubicBezTo>
                  <a:lnTo>
                    <a:pt x="87576" y="21267"/>
                  </a:lnTo>
                  <a:lnTo>
                    <a:pt x="87675" y="21208"/>
                  </a:lnTo>
                  <a:cubicBezTo>
                    <a:pt x="88131" y="20752"/>
                    <a:pt x="88568" y="20256"/>
                    <a:pt x="88964" y="19721"/>
                  </a:cubicBezTo>
                  <a:cubicBezTo>
                    <a:pt x="89024" y="19661"/>
                    <a:pt x="89004" y="19542"/>
                    <a:pt x="88944" y="19483"/>
                  </a:cubicBezTo>
                  <a:cubicBezTo>
                    <a:pt x="88916" y="19469"/>
                    <a:pt x="88886" y="19462"/>
                    <a:pt x="88856" y="19462"/>
                  </a:cubicBezTo>
                  <a:close/>
                  <a:moveTo>
                    <a:pt x="85625" y="22735"/>
                  </a:moveTo>
                  <a:cubicBezTo>
                    <a:pt x="85601" y="22735"/>
                    <a:pt x="85577" y="22741"/>
                    <a:pt x="85553" y="22755"/>
                  </a:cubicBezTo>
                  <a:cubicBezTo>
                    <a:pt x="85057" y="23151"/>
                    <a:pt x="84522" y="23548"/>
                    <a:pt x="83987" y="23925"/>
                  </a:cubicBezTo>
                  <a:cubicBezTo>
                    <a:pt x="83907" y="23965"/>
                    <a:pt x="83887" y="24084"/>
                    <a:pt x="83967" y="24143"/>
                  </a:cubicBezTo>
                  <a:cubicBezTo>
                    <a:pt x="83987" y="24183"/>
                    <a:pt x="84026" y="24222"/>
                    <a:pt x="84086" y="24222"/>
                  </a:cubicBezTo>
                  <a:lnTo>
                    <a:pt x="84185" y="24183"/>
                  </a:lnTo>
                  <a:cubicBezTo>
                    <a:pt x="84720" y="23826"/>
                    <a:pt x="85256" y="23429"/>
                    <a:pt x="85771" y="22993"/>
                  </a:cubicBezTo>
                  <a:cubicBezTo>
                    <a:pt x="85837" y="22878"/>
                    <a:pt x="85739" y="22735"/>
                    <a:pt x="85625" y="22735"/>
                  </a:cubicBezTo>
                  <a:close/>
                  <a:moveTo>
                    <a:pt x="81855" y="25254"/>
                  </a:moveTo>
                  <a:cubicBezTo>
                    <a:pt x="81829" y="25254"/>
                    <a:pt x="81805" y="25260"/>
                    <a:pt x="81785" y="25273"/>
                  </a:cubicBezTo>
                  <a:lnTo>
                    <a:pt x="81706" y="25273"/>
                  </a:lnTo>
                  <a:lnTo>
                    <a:pt x="80020" y="26106"/>
                  </a:lnTo>
                  <a:cubicBezTo>
                    <a:pt x="79834" y="26144"/>
                    <a:pt x="79893" y="26407"/>
                    <a:pt x="80064" y="26407"/>
                  </a:cubicBezTo>
                  <a:cubicBezTo>
                    <a:pt x="80075" y="26407"/>
                    <a:pt x="80087" y="26406"/>
                    <a:pt x="80100" y="26404"/>
                  </a:cubicBezTo>
                  <a:lnTo>
                    <a:pt x="80159" y="26424"/>
                  </a:lnTo>
                  <a:lnTo>
                    <a:pt x="81845" y="25611"/>
                  </a:lnTo>
                  <a:lnTo>
                    <a:pt x="81924" y="25551"/>
                  </a:lnTo>
                  <a:cubicBezTo>
                    <a:pt x="82023" y="25531"/>
                    <a:pt x="82043" y="25412"/>
                    <a:pt x="82003" y="25333"/>
                  </a:cubicBezTo>
                  <a:cubicBezTo>
                    <a:pt x="81964" y="25280"/>
                    <a:pt x="81907" y="25254"/>
                    <a:pt x="81855" y="25254"/>
                  </a:cubicBezTo>
                  <a:close/>
                  <a:moveTo>
                    <a:pt x="77650" y="27033"/>
                  </a:moveTo>
                  <a:cubicBezTo>
                    <a:pt x="77634" y="27033"/>
                    <a:pt x="77618" y="27035"/>
                    <a:pt x="77601" y="27038"/>
                  </a:cubicBezTo>
                  <a:cubicBezTo>
                    <a:pt x="77026" y="27257"/>
                    <a:pt x="76391" y="27455"/>
                    <a:pt x="75757" y="27653"/>
                  </a:cubicBezTo>
                  <a:cubicBezTo>
                    <a:pt x="75677" y="27693"/>
                    <a:pt x="75638" y="27772"/>
                    <a:pt x="75657" y="27851"/>
                  </a:cubicBezTo>
                  <a:cubicBezTo>
                    <a:pt x="75657" y="27931"/>
                    <a:pt x="75737" y="27990"/>
                    <a:pt x="75796" y="27990"/>
                  </a:cubicBezTo>
                  <a:lnTo>
                    <a:pt x="75856" y="27970"/>
                  </a:lnTo>
                  <a:lnTo>
                    <a:pt x="77720" y="27376"/>
                  </a:lnTo>
                  <a:cubicBezTo>
                    <a:pt x="77819" y="27316"/>
                    <a:pt x="77859" y="27237"/>
                    <a:pt x="77819" y="27138"/>
                  </a:cubicBezTo>
                  <a:cubicBezTo>
                    <a:pt x="77786" y="27072"/>
                    <a:pt x="77726" y="27033"/>
                    <a:pt x="77650" y="27033"/>
                  </a:cubicBezTo>
                  <a:close/>
                  <a:moveTo>
                    <a:pt x="73289" y="28343"/>
                  </a:moveTo>
                  <a:cubicBezTo>
                    <a:pt x="73279" y="28343"/>
                    <a:pt x="73268" y="28345"/>
                    <a:pt x="73258" y="28347"/>
                  </a:cubicBezTo>
                  <a:lnTo>
                    <a:pt x="71374" y="28823"/>
                  </a:lnTo>
                  <a:cubicBezTo>
                    <a:pt x="71275" y="28843"/>
                    <a:pt x="71215" y="28942"/>
                    <a:pt x="71235" y="29022"/>
                  </a:cubicBezTo>
                  <a:cubicBezTo>
                    <a:pt x="71252" y="29090"/>
                    <a:pt x="71299" y="29144"/>
                    <a:pt x="71363" y="29144"/>
                  </a:cubicBezTo>
                  <a:cubicBezTo>
                    <a:pt x="71373" y="29144"/>
                    <a:pt x="71383" y="29143"/>
                    <a:pt x="71394" y="29141"/>
                  </a:cubicBezTo>
                  <a:lnTo>
                    <a:pt x="71433" y="29141"/>
                  </a:lnTo>
                  <a:lnTo>
                    <a:pt x="73317" y="28684"/>
                  </a:lnTo>
                  <a:cubicBezTo>
                    <a:pt x="73416" y="28665"/>
                    <a:pt x="73456" y="28565"/>
                    <a:pt x="73456" y="28486"/>
                  </a:cubicBezTo>
                  <a:cubicBezTo>
                    <a:pt x="73439" y="28400"/>
                    <a:pt x="73361" y="28343"/>
                    <a:pt x="73289" y="28343"/>
                  </a:cubicBezTo>
                  <a:close/>
                  <a:moveTo>
                    <a:pt x="68816" y="29398"/>
                  </a:moveTo>
                  <a:lnTo>
                    <a:pt x="66912" y="29815"/>
                  </a:lnTo>
                  <a:cubicBezTo>
                    <a:pt x="66813" y="29835"/>
                    <a:pt x="66753" y="29934"/>
                    <a:pt x="66773" y="30013"/>
                  </a:cubicBezTo>
                  <a:cubicBezTo>
                    <a:pt x="66790" y="30082"/>
                    <a:pt x="66837" y="30136"/>
                    <a:pt x="66901" y="30136"/>
                  </a:cubicBezTo>
                  <a:cubicBezTo>
                    <a:pt x="66911" y="30136"/>
                    <a:pt x="66921" y="30135"/>
                    <a:pt x="66932" y="30132"/>
                  </a:cubicBezTo>
                  <a:lnTo>
                    <a:pt x="66971" y="30132"/>
                  </a:lnTo>
                  <a:lnTo>
                    <a:pt x="68895" y="29716"/>
                  </a:lnTo>
                  <a:cubicBezTo>
                    <a:pt x="68974" y="29716"/>
                    <a:pt x="69034" y="29616"/>
                    <a:pt x="69014" y="29517"/>
                  </a:cubicBezTo>
                  <a:cubicBezTo>
                    <a:pt x="68974" y="29438"/>
                    <a:pt x="68895" y="29398"/>
                    <a:pt x="68816" y="29398"/>
                  </a:cubicBezTo>
                  <a:close/>
                  <a:moveTo>
                    <a:pt x="64396" y="30405"/>
                  </a:moveTo>
                  <a:cubicBezTo>
                    <a:pt x="64381" y="30405"/>
                    <a:pt x="64367" y="30406"/>
                    <a:pt x="64354" y="30410"/>
                  </a:cubicBezTo>
                  <a:lnTo>
                    <a:pt x="64135" y="30469"/>
                  </a:lnTo>
                  <a:lnTo>
                    <a:pt x="62470" y="30886"/>
                  </a:lnTo>
                  <a:cubicBezTo>
                    <a:pt x="62370" y="30886"/>
                    <a:pt x="62311" y="30985"/>
                    <a:pt x="62351" y="31084"/>
                  </a:cubicBezTo>
                  <a:cubicBezTo>
                    <a:pt x="62351" y="31163"/>
                    <a:pt x="62410" y="31203"/>
                    <a:pt x="62489" y="31203"/>
                  </a:cubicBezTo>
                  <a:lnTo>
                    <a:pt x="62549" y="31183"/>
                  </a:lnTo>
                  <a:lnTo>
                    <a:pt x="64195" y="30787"/>
                  </a:lnTo>
                  <a:lnTo>
                    <a:pt x="64433" y="30707"/>
                  </a:lnTo>
                  <a:cubicBezTo>
                    <a:pt x="64512" y="30707"/>
                    <a:pt x="64572" y="30608"/>
                    <a:pt x="64552" y="30509"/>
                  </a:cubicBezTo>
                  <a:cubicBezTo>
                    <a:pt x="64535" y="30443"/>
                    <a:pt x="64465" y="30405"/>
                    <a:pt x="64396" y="30405"/>
                  </a:cubicBezTo>
                  <a:close/>
                  <a:moveTo>
                    <a:pt x="59994" y="31567"/>
                  </a:moveTo>
                  <a:cubicBezTo>
                    <a:pt x="59974" y="31567"/>
                    <a:pt x="59952" y="31571"/>
                    <a:pt x="59931" y="31580"/>
                  </a:cubicBezTo>
                  <a:lnTo>
                    <a:pt x="58087" y="32195"/>
                  </a:lnTo>
                  <a:cubicBezTo>
                    <a:pt x="57988" y="32234"/>
                    <a:pt x="57948" y="32333"/>
                    <a:pt x="57988" y="32413"/>
                  </a:cubicBezTo>
                  <a:cubicBezTo>
                    <a:pt x="57988" y="32478"/>
                    <a:pt x="58042" y="32517"/>
                    <a:pt x="58095" y="32517"/>
                  </a:cubicBezTo>
                  <a:cubicBezTo>
                    <a:pt x="58106" y="32517"/>
                    <a:pt x="58116" y="32515"/>
                    <a:pt x="58127" y="32512"/>
                  </a:cubicBezTo>
                  <a:lnTo>
                    <a:pt x="58186" y="32512"/>
                  </a:lnTo>
                  <a:lnTo>
                    <a:pt x="60030" y="31897"/>
                  </a:lnTo>
                  <a:cubicBezTo>
                    <a:pt x="60110" y="31877"/>
                    <a:pt x="60149" y="31778"/>
                    <a:pt x="60129" y="31699"/>
                  </a:cubicBezTo>
                  <a:cubicBezTo>
                    <a:pt x="60129" y="31621"/>
                    <a:pt x="60068" y="31567"/>
                    <a:pt x="59994" y="31567"/>
                  </a:cubicBezTo>
                  <a:close/>
                  <a:moveTo>
                    <a:pt x="55702" y="33154"/>
                  </a:moveTo>
                  <a:cubicBezTo>
                    <a:pt x="55683" y="33154"/>
                    <a:pt x="55665" y="33158"/>
                    <a:pt x="55648" y="33166"/>
                  </a:cubicBezTo>
                  <a:cubicBezTo>
                    <a:pt x="55033" y="33444"/>
                    <a:pt x="54438" y="33741"/>
                    <a:pt x="53863" y="34039"/>
                  </a:cubicBezTo>
                  <a:cubicBezTo>
                    <a:pt x="53783" y="34059"/>
                    <a:pt x="53744" y="34158"/>
                    <a:pt x="53783" y="34237"/>
                  </a:cubicBezTo>
                  <a:cubicBezTo>
                    <a:pt x="53803" y="34297"/>
                    <a:pt x="53863" y="34336"/>
                    <a:pt x="53942" y="34336"/>
                  </a:cubicBezTo>
                  <a:lnTo>
                    <a:pt x="54021" y="34316"/>
                  </a:lnTo>
                  <a:lnTo>
                    <a:pt x="55767" y="33464"/>
                  </a:lnTo>
                  <a:cubicBezTo>
                    <a:pt x="55846" y="33424"/>
                    <a:pt x="55886" y="33345"/>
                    <a:pt x="55846" y="33265"/>
                  </a:cubicBezTo>
                  <a:cubicBezTo>
                    <a:pt x="55830" y="33203"/>
                    <a:pt x="55767" y="33154"/>
                    <a:pt x="55702" y="33154"/>
                  </a:cubicBezTo>
                  <a:close/>
                  <a:moveTo>
                    <a:pt x="51683" y="35303"/>
                  </a:moveTo>
                  <a:cubicBezTo>
                    <a:pt x="51654" y="35303"/>
                    <a:pt x="51626" y="35316"/>
                    <a:pt x="51602" y="35348"/>
                  </a:cubicBezTo>
                  <a:cubicBezTo>
                    <a:pt x="51047" y="35705"/>
                    <a:pt x="50511" y="36081"/>
                    <a:pt x="49996" y="36518"/>
                  </a:cubicBezTo>
                  <a:cubicBezTo>
                    <a:pt x="49916" y="36557"/>
                    <a:pt x="49916" y="36676"/>
                    <a:pt x="49976" y="36736"/>
                  </a:cubicBezTo>
                  <a:lnTo>
                    <a:pt x="50095" y="36795"/>
                  </a:lnTo>
                  <a:lnTo>
                    <a:pt x="50194" y="36756"/>
                  </a:lnTo>
                  <a:cubicBezTo>
                    <a:pt x="50690" y="36359"/>
                    <a:pt x="51245" y="36002"/>
                    <a:pt x="51780" y="35625"/>
                  </a:cubicBezTo>
                  <a:cubicBezTo>
                    <a:pt x="51960" y="35593"/>
                    <a:pt x="51816" y="35303"/>
                    <a:pt x="51683" y="35303"/>
                  </a:cubicBezTo>
                  <a:close/>
                  <a:moveTo>
                    <a:pt x="48182" y="38228"/>
                  </a:moveTo>
                  <a:cubicBezTo>
                    <a:pt x="48145" y="38228"/>
                    <a:pt x="48106" y="38244"/>
                    <a:pt x="48072" y="38283"/>
                  </a:cubicBezTo>
                  <a:lnTo>
                    <a:pt x="47775" y="38580"/>
                  </a:lnTo>
                  <a:cubicBezTo>
                    <a:pt x="47418" y="38937"/>
                    <a:pt x="47100" y="39334"/>
                    <a:pt x="46783" y="39770"/>
                  </a:cubicBezTo>
                  <a:cubicBezTo>
                    <a:pt x="46704" y="39830"/>
                    <a:pt x="46723" y="39929"/>
                    <a:pt x="46803" y="39988"/>
                  </a:cubicBezTo>
                  <a:lnTo>
                    <a:pt x="46902" y="40028"/>
                  </a:lnTo>
                  <a:cubicBezTo>
                    <a:pt x="46942" y="40028"/>
                    <a:pt x="47001" y="40008"/>
                    <a:pt x="47021" y="39968"/>
                  </a:cubicBezTo>
                  <a:cubicBezTo>
                    <a:pt x="47338" y="39572"/>
                    <a:pt x="47675" y="39175"/>
                    <a:pt x="48013" y="38798"/>
                  </a:cubicBezTo>
                  <a:lnTo>
                    <a:pt x="48290" y="38501"/>
                  </a:lnTo>
                  <a:cubicBezTo>
                    <a:pt x="48395" y="38381"/>
                    <a:pt x="48296" y="38228"/>
                    <a:pt x="48182" y="38228"/>
                  </a:cubicBezTo>
                  <a:close/>
                  <a:moveTo>
                    <a:pt x="45430" y="41892"/>
                  </a:moveTo>
                  <a:cubicBezTo>
                    <a:pt x="45373" y="41892"/>
                    <a:pt x="45315" y="41918"/>
                    <a:pt x="45276" y="41971"/>
                  </a:cubicBezTo>
                  <a:cubicBezTo>
                    <a:pt x="44958" y="42546"/>
                    <a:pt x="44661" y="43122"/>
                    <a:pt x="44383" y="43716"/>
                  </a:cubicBezTo>
                  <a:cubicBezTo>
                    <a:pt x="44364" y="43796"/>
                    <a:pt x="44383" y="43895"/>
                    <a:pt x="44463" y="43935"/>
                  </a:cubicBezTo>
                  <a:lnTo>
                    <a:pt x="44542" y="43935"/>
                  </a:lnTo>
                  <a:cubicBezTo>
                    <a:pt x="44602" y="43935"/>
                    <a:pt x="44661" y="43895"/>
                    <a:pt x="44701" y="43855"/>
                  </a:cubicBezTo>
                  <a:cubicBezTo>
                    <a:pt x="44958" y="43260"/>
                    <a:pt x="45256" y="42685"/>
                    <a:pt x="45593" y="42150"/>
                  </a:cubicBezTo>
                  <a:cubicBezTo>
                    <a:pt x="45633" y="42051"/>
                    <a:pt x="45613" y="41952"/>
                    <a:pt x="45514" y="41912"/>
                  </a:cubicBezTo>
                  <a:cubicBezTo>
                    <a:pt x="45487" y="41899"/>
                    <a:pt x="45459" y="41892"/>
                    <a:pt x="45430" y="41892"/>
                  </a:cubicBezTo>
                  <a:close/>
                  <a:moveTo>
                    <a:pt x="43607" y="46032"/>
                  </a:moveTo>
                  <a:cubicBezTo>
                    <a:pt x="43538" y="46032"/>
                    <a:pt x="43464" y="46070"/>
                    <a:pt x="43431" y="46136"/>
                  </a:cubicBezTo>
                  <a:cubicBezTo>
                    <a:pt x="43233" y="46751"/>
                    <a:pt x="43055" y="47365"/>
                    <a:pt x="42876" y="48040"/>
                  </a:cubicBezTo>
                  <a:cubicBezTo>
                    <a:pt x="42876" y="48119"/>
                    <a:pt x="42936" y="48198"/>
                    <a:pt x="43015" y="48238"/>
                  </a:cubicBezTo>
                  <a:lnTo>
                    <a:pt x="43055" y="48238"/>
                  </a:lnTo>
                  <a:cubicBezTo>
                    <a:pt x="43134" y="48238"/>
                    <a:pt x="43194" y="48179"/>
                    <a:pt x="43213" y="48119"/>
                  </a:cubicBezTo>
                  <a:cubicBezTo>
                    <a:pt x="43372" y="47465"/>
                    <a:pt x="43550" y="46850"/>
                    <a:pt x="43749" y="46235"/>
                  </a:cubicBezTo>
                  <a:cubicBezTo>
                    <a:pt x="43769" y="46156"/>
                    <a:pt x="43729" y="46057"/>
                    <a:pt x="43650" y="46037"/>
                  </a:cubicBezTo>
                  <a:cubicBezTo>
                    <a:pt x="43636" y="46033"/>
                    <a:pt x="43622" y="46032"/>
                    <a:pt x="43607" y="46032"/>
                  </a:cubicBezTo>
                  <a:close/>
                  <a:moveTo>
                    <a:pt x="42528" y="50475"/>
                  </a:moveTo>
                  <a:cubicBezTo>
                    <a:pt x="42460" y="50475"/>
                    <a:pt x="42398" y="50529"/>
                    <a:pt x="42380" y="50598"/>
                  </a:cubicBezTo>
                  <a:cubicBezTo>
                    <a:pt x="42281" y="51233"/>
                    <a:pt x="42182" y="51887"/>
                    <a:pt x="42142" y="52561"/>
                  </a:cubicBezTo>
                  <a:cubicBezTo>
                    <a:pt x="42123" y="52641"/>
                    <a:pt x="42202" y="52720"/>
                    <a:pt x="42281" y="52720"/>
                  </a:cubicBezTo>
                  <a:cubicBezTo>
                    <a:pt x="42380" y="52720"/>
                    <a:pt x="42460" y="52680"/>
                    <a:pt x="42460" y="52581"/>
                  </a:cubicBezTo>
                  <a:cubicBezTo>
                    <a:pt x="42539" y="51927"/>
                    <a:pt x="42618" y="51292"/>
                    <a:pt x="42718" y="50638"/>
                  </a:cubicBezTo>
                  <a:cubicBezTo>
                    <a:pt x="42718" y="50558"/>
                    <a:pt x="42638" y="50479"/>
                    <a:pt x="42559" y="50479"/>
                  </a:cubicBezTo>
                  <a:cubicBezTo>
                    <a:pt x="42548" y="50476"/>
                    <a:pt x="42538" y="50475"/>
                    <a:pt x="42528" y="50475"/>
                  </a:cubicBezTo>
                  <a:close/>
                  <a:moveTo>
                    <a:pt x="42142" y="55000"/>
                  </a:moveTo>
                  <a:cubicBezTo>
                    <a:pt x="42063" y="55000"/>
                    <a:pt x="41964" y="55080"/>
                    <a:pt x="41964" y="55159"/>
                  </a:cubicBezTo>
                  <a:lnTo>
                    <a:pt x="41964" y="57142"/>
                  </a:lnTo>
                  <a:cubicBezTo>
                    <a:pt x="41964" y="57222"/>
                    <a:pt x="42023" y="57281"/>
                    <a:pt x="42123" y="57281"/>
                  </a:cubicBezTo>
                  <a:cubicBezTo>
                    <a:pt x="42202" y="57281"/>
                    <a:pt x="42281" y="57202"/>
                    <a:pt x="42281" y="57122"/>
                  </a:cubicBezTo>
                  <a:lnTo>
                    <a:pt x="42281" y="55179"/>
                  </a:lnTo>
                  <a:cubicBezTo>
                    <a:pt x="42301" y="55080"/>
                    <a:pt x="42222" y="55000"/>
                    <a:pt x="42142" y="55000"/>
                  </a:cubicBezTo>
                  <a:close/>
                  <a:moveTo>
                    <a:pt x="42221" y="59619"/>
                  </a:moveTo>
                  <a:cubicBezTo>
                    <a:pt x="42152" y="59619"/>
                    <a:pt x="42084" y="59658"/>
                    <a:pt x="42063" y="59740"/>
                  </a:cubicBezTo>
                  <a:cubicBezTo>
                    <a:pt x="42123" y="60395"/>
                    <a:pt x="42162" y="61029"/>
                    <a:pt x="42242" y="61703"/>
                  </a:cubicBezTo>
                  <a:cubicBezTo>
                    <a:pt x="42242" y="61783"/>
                    <a:pt x="42321" y="61842"/>
                    <a:pt x="42420" y="61842"/>
                  </a:cubicBezTo>
                  <a:cubicBezTo>
                    <a:pt x="42519" y="61822"/>
                    <a:pt x="42579" y="61743"/>
                    <a:pt x="42559" y="61684"/>
                  </a:cubicBezTo>
                  <a:cubicBezTo>
                    <a:pt x="42519" y="61009"/>
                    <a:pt x="42440" y="60355"/>
                    <a:pt x="42380" y="59720"/>
                  </a:cubicBezTo>
                  <a:cubicBezTo>
                    <a:pt x="42352" y="59653"/>
                    <a:pt x="42286" y="59619"/>
                    <a:pt x="42221" y="59619"/>
                  </a:cubicBezTo>
                  <a:close/>
                  <a:moveTo>
                    <a:pt x="42718" y="64103"/>
                  </a:moveTo>
                  <a:cubicBezTo>
                    <a:pt x="42618" y="64123"/>
                    <a:pt x="42559" y="64202"/>
                    <a:pt x="42559" y="64301"/>
                  </a:cubicBezTo>
                  <a:lnTo>
                    <a:pt x="42856" y="66245"/>
                  </a:lnTo>
                  <a:cubicBezTo>
                    <a:pt x="42876" y="66304"/>
                    <a:pt x="42956" y="66364"/>
                    <a:pt x="43035" y="66364"/>
                  </a:cubicBezTo>
                  <a:lnTo>
                    <a:pt x="43055" y="66364"/>
                  </a:lnTo>
                  <a:cubicBezTo>
                    <a:pt x="43134" y="66344"/>
                    <a:pt x="43194" y="66265"/>
                    <a:pt x="43174" y="66185"/>
                  </a:cubicBezTo>
                  <a:lnTo>
                    <a:pt x="42876" y="64262"/>
                  </a:lnTo>
                  <a:cubicBezTo>
                    <a:pt x="42876" y="64163"/>
                    <a:pt x="42797" y="64103"/>
                    <a:pt x="42718" y="64103"/>
                  </a:cubicBezTo>
                  <a:close/>
                  <a:moveTo>
                    <a:pt x="43471" y="68650"/>
                  </a:moveTo>
                  <a:cubicBezTo>
                    <a:pt x="43389" y="68650"/>
                    <a:pt x="43312" y="68709"/>
                    <a:pt x="43312" y="68803"/>
                  </a:cubicBezTo>
                  <a:lnTo>
                    <a:pt x="43610" y="70548"/>
                  </a:lnTo>
                  <a:lnTo>
                    <a:pt x="43650" y="70727"/>
                  </a:lnTo>
                  <a:cubicBezTo>
                    <a:pt x="43650" y="70806"/>
                    <a:pt x="43709" y="70866"/>
                    <a:pt x="43808" y="70866"/>
                  </a:cubicBezTo>
                  <a:lnTo>
                    <a:pt x="43828" y="70866"/>
                  </a:lnTo>
                  <a:cubicBezTo>
                    <a:pt x="43907" y="70846"/>
                    <a:pt x="43967" y="70766"/>
                    <a:pt x="43967" y="70667"/>
                  </a:cubicBezTo>
                  <a:lnTo>
                    <a:pt x="43927" y="70489"/>
                  </a:lnTo>
                  <a:lnTo>
                    <a:pt x="43630" y="68744"/>
                  </a:lnTo>
                  <a:cubicBezTo>
                    <a:pt x="43589" y="68679"/>
                    <a:pt x="43529" y="68650"/>
                    <a:pt x="43471" y="68650"/>
                  </a:cubicBezTo>
                  <a:close/>
                  <a:moveTo>
                    <a:pt x="44225" y="73106"/>
                  </a:moveTo>
                  <a:cubicBezTo>
                    <a:pt x="44126" y="73126"/>
                    <a:pt x="44086" y="73206"/>
                    <a:pt x="44106" y="73305"/>
                  </a:cubicBezTo>
                  <a:cubicBezTo>
                    <a:pt x="44205" y="73939"/>
                    <a:pt x="44324" y="74594"/>
                    <a:pt x="44423" y="75228"/>
                  </a:cubicBezTo>
                  <a:cubicBezTo>
                    <a:pt x="44423" y="75308"/>
                    <a:pt x="44502" y="75367"/>
                    <a:pt x="44562" y="75367"/>
                  </a:cubicBezTo>
                  <a:lnTo>
                    <a:pt x="44602" y="75367"/>
                  </a:lnTo>
                  <a:cubicBezTo>
                    <a:pt x="44681" y="75347"/>
                    <a:pt x="44740" y="75268"/>
                    <a:pt x="44740" y="75189"/>
                  </a:cubicBezTo>
                  <a:cubicBezTo>
                    <a:pt x="44641" y="74534"/>
                    <a:pt x="44522" y="73900"/>
                    <a:pt x="44423" y="73245"/>
                  </a:cubicBezTo>
                  <a:cubicBezTo>
                    <a:pt x="44403" y="73166"/>
                    <a:pt x="44304" y="73106"/>
                    <a:pt x="44225" y="73106"/>
                  </a:cubicBezTo>
                  <a:close/>
                  <a:moveTo>
                    <a:pt x="44939" y="77608"/>
                  </a:moveTo>
                  <a:cubicBezTo>
                    <a:pt x="44840" y="77628"/>
                    <a:pt x="44780" y="77727"/>
                    <a:pt x="44780" y="77806"/>
                  </a:cubicBezTo>
                  <a:cubicBezTo>
                    <a:pt x="44879" y="78481"/>
                    <a:pt x="44958" y="79135"/>
                    <a:pt x="45038" y="79750"/>
                  </a:cubicBezTo>
                  <a:cubicBezTo>
                    <a:pt x="45038" y="79829"/>
                    <a:pt x="45097" y="79889"/>
                    <a:pt x="45177" y="79889"/>
                  </a:cubicBezTo>
                  <a:lnTo>
                    <a:pt x="45216" y="79889"/>
                  </a:lnTo>
                  <a:cubicBezTo>
                    <a:pt x="45296" y="79869"/>
                    <a:pt x="45355" y="79790"/>
                    <a:pt x="45355" y="79690"/>
                  </a:cubicBezTo>
                  <a:cubicBezTo>
                    <a:pt x="45276" y="79076"/>
                    <a:pt x="45216" y="78421"/>
                    <a:pt x="45117" y="77767"/>
                  </a:cubicBezTo>
                  <a:cubicBezTo>
                    <a:pt x="45117" y="77668"/>
                    <a:pt x="45038" y="77608"/>
                    <a:pt x="44939" y="77608"/>
                  </a:cubicBezTo>
                  <a:close/>
                  <a:moveTo>
                    <a:pt x="45415" y="82150"/>
                  </a:moveTo>
                  <a:cubicBezTo>
                    <a:pt x="45335" y="82169"/>
                    <a:pt x="45276" y="82249"/>
                    <a:pt x="45256" y="82328"/>
                  </a:cubicBezTo>
                  <a:cubicBezTo>
                    <a:pt x="45315" y="83002"/>
                    <a:pt x="45335" y="83657"/>
                    <a:pt x="45355" y="84291"/>
                  </a:cubicBezTo>
                  <a:cubicBezTo>
                    <a:pt x="45355" y="84371"/>
                    <a:pt x="45434" y="84430"/>
                    <a:pt x="45514" y="84430"/>
                  </a:cubicBezTo>
                  <a:cubicBezTo>
                    <a:pt x="45593" y="84430"/>
                    <a:pt x="45672" y="84371"/>
                    <a:pt x="45672" y="84291"/>
                  </a:cubicBezTo>
                  <a:cubicBezTo>
                    <a:pt x="45653" y="83637"/>
                    <a:pt x="45633" y="82963"/>
                    <a:pt x="45573" y="82308"/>
                  </a:cubicBezTo>
                  <a:cubicBezTo>
                    <a:pt x="45573" y="82209"/>
                    <a:pt x="45494" y="82150"/>
                    <a:pt x="45415" y="82150"/>
                  </a:cubicBezTo>
                  <a:close/>
                  <a:moveTo>
                    <a:pt x="45514" y="86711"/>
                  </a:moveTo>
                  <a:cubicBezTo>
                    <a:pt x="45415" y="86711"/>
                    <a:pt x="45335" y="86790"/>
                    <a:pt x="45335" y="86889"/>
                  </a:cubicBezTo>
                  <a:cubicBezTo>
                    <a:pt x="45315" y="87524"/>
                    <a:pt x="45256" y="88198"/>
                    <a:pt x="45196" y="88813"/>
                  </a:cubicBezTo>
                  <a:cubicBezTo>
                    <a:pt x="45196" y="88912"/>
                    <a:pt x="45236" y="88991"/>
                    <a:pt x="45335" y="88991"/>
                  </a:cubicBezTo>
                  <a:lnTo>
                    <a:pt x="45355" y="88991"/>
                  </a:lnTo>
                  <a:cubicBezTo>
                    <a:pt x="45434" y="88991"/>
                    <a:pt x="45514" y="88932"/>
                    <a:pt x="45514" y="88852"/>
                  </a:cubicBezTo>
                  <a:cubicBezTo>
                    <a:pt x="45573" y="88218"/>
                    <a:pt x="45633" y="87563"/>
                    <a:pt x="45653" y="86889"/>
                  </a:cubicBezTo>
                  <a:cubicBezTo>
                    <a:pt x="45653" y="86810"/>
                    <a:pt x="45593" y="86731"/>
                    <a:pt x="45514" y="86711"/>
                  </a:cubicBezTo>
                  <a:close/>
                  <a:moveTo>
                    <a:pt x="45018" y="91252"/>
                  </a:moveTo>
                  <a:cubicBezTo>
                    <a:pt x="44919" y="91252"/>
                    <a:pt x="44859" y="91312"/>
                    <a:pt x="44840" y="91391"/>
                  </a:cubicBezTo>
                  <a:cubicBezTo>
                    <a:pt x="44721" y="92025"/>
                    <a:pt x="44602" y="92660"/>
                    <a:pt x="44423" y="93315"/>
                  </a:cubicBezTo>
                  <a:cubicBezTo>
                    <a:pt x="44403" y="93394"/>
                    <a:pt x="44463" y="93473"/>
                    <a:pt x="44542" y="93513"/>
                  </a:cubicBezTo>
                  <a:lnTo>
                    <a:pt x="44602" y="93513"/>
                  </a:lnTo>
                  <a:cubicBezTo>
                    <a:pt x="44661" y="93513"/>
                    <a:pt x="44721" y="93453"/>
                    <a:pt x="44740" y="93374"/>
                  </a:cubicBezTo>
                  <a:cubicBezTo>
                    <a:pt x="44879" y="92739"/>
                    <a:pt x="45038" y="92085"/>
                    <a:pt x="45157" y="91450"/>
                  </a:cubicBezTo>
                  <a:cubicBezTo>
                    <a:pt x="45157" y="91351"/>
                    <a:pt x="45097" y="91272"/>
                    <a:pt x="45018" y="91252"/>
                  </a:cubicBezTo>
                  <a:close/>
                  <a:moveTo>
                    <a:pt x="43854" y="95679"/>
                  </a:moveTo>
                  <a:cubicBezTo>
                    <a:pt x="43788" y="95679"/>
                    <a:pt x="43733" y="95720"/>
                    <a:pt x="43689" y="95793"/>
                  </a:cubicBezTo>
                  <a:cubicBezTo>
                    <a:pt x="43511" y="96408"/>
                    <a:pt x="43273" y="97023"/>
                    <a:pt x="43055" y="97618"/>
                  </a:cubicBezTo>
                  <a:cubicBezTo>
                    <a:pt x="43015" y="97697"/>
                    <a:pt x="43055" y="97796"/>
                    <a:pt x="43134" y="97836"/>
                  </a:cubicBezTo>
                  <a:lnTo>
                    <a:pt x="43213" y="97836"/>
                  </a:lnTo>
                  <a:cubicBezTo>
                    <a:pt x="43273" y="97836"/>
                    <a:pt x="43332" y="97796"/>
                    <a:pt x="43352" y="97737"/>
                  </a:cubicBezTo>
                  <a:cubicBezTo>
                    <a:pt x="43590" y="97122"/>
                    <a:pt x="43828" y="96507"/>
                    <a:pt x="44026" y="95893"/>
                  </a:cubicBezTo>
                  <a:cubicBezTo>
                    <a:pt x="44046" y="95793"/>
                    <a:pt x="44007" y="95714"/>
                    <a:pt x="43927" y="95694"/>
                  </a:cubicBezTo>
                  <a:cubicBezTo>
                    <a:pt x="43902" y="95684"/>
                    <a:pt x="43877" y="95679"/>
                    <a:pt x="43854" y="95679"/>
                  </a:cubicBezTo>
                  <a:close/>
                  <a:moveTo>
                    <a:pt x="42153" y="99929"/>
                  </a:moveTo>
                  <a:cubicBezTo>
                    <a:pt x="42092" y="99929"/>
                    <a:pt x="42030" y="99965"/>
                    <a:pt x="42004" y="100017"/>
                  </a:cubicBezTo>
                  <a:cubicBezTo>
                    <a:pt x="41746" y="100593"/>
                    <a:pt x="41448" y="101188"/>
                    <a:pt x="41111" y="101763"/>
                  </a:cubicBezTo>
                  <a:cubicBezTo>
                    <a:pt x="41091" y="101842"/>
                    <a:pt x="41111" y="101941"/>
                    <a:pt x="41191" y="101981"/>
                  </a:cubicBezTo>
                  <a:lnTo>
                    <a:pt x="41270" y="101981"/>
                  </a:lnTo>
                  <a:cubicBezTo>
                    <a:pt x="41329" y="101981"/>
                    <a:pt x="41389" y="101961"/>
                    <a:pt x="41409" y="101901"/>
                  </a:cubicBezTo>
                  <a:cubicBezTo>
                    <a:pt x="41706" y="101326"/>
                    <a:pt x="42043" y="100751"/>
                    <a:pt x="42301" y="100176"/>
                  </a:cubicBezTo>
                  <a:cubicBezTo>
                    <a:pt x="42341" y="100077"/>
                    <a:pt x="42301" y="99978"/>
                    <a:pt x="42242" y="99958"/>
                  </a:cubicBezTo>
                  <a:cubicBezTo>
                    <a:pt x="42215" y="99938"/>
                    <a:pt x="42184" y="99929"/>
                    <a:pt x="42153" y="99929"/>
                  </a:cubicBezTo>
                  <a:close/>
                  <a:moveTo>
                    <a:pt x="39901" y="103899"/>
                  </a:moveTo>
                  <a:cubicBezTo>
                    <a:pt x="39853" y="103899"/>
                    <a:pt x="39813" y="103923"/>
                    <a:pt x="39802" y="103984"/>
                  </a:cubicBezTo>
                  <a:cubicBezTo>
                    <a:pt x="39465" y="104539"/>
                    <a:pt x="39088" y="105074"/>
                    <a:pt x="38712" y="105630"/>
                  </a:cubicBezTo>
                  <a:cubicBezTo>
                    <a:pt x="38672" y="105709"/>
                    <a:pt x="38692" y="105788"/>
                    <a:pt x="38771" y="105848"/>
                  </a:cubicBezTo>
                  <a:lnTo>
                    <a:pt x="38870" y="105848"/>
                  </a:lnTo>
                  <a:cubicBezTo>
                    <a:pt x="38910" y="105848"/>
                    <a:pt x="38969" y="105828"/>
                    <a:pt x="38989" y="105808"/>
                  </a:cubicBezTo>
                  <a:cubicBezTo>
                    <a:pt x="39366" y="105273"/>
                    <a:pt x="39743" y="104717"/>
                    <a:pt x="40080" y="104162"/>
                  </a:cubicBezTo>
                  <a:cubicBezTo>
                    <a:pt x="40209" y="104062"/>
                    <a:pt x="40027" y="103899"/>
                    <a:pt x="39901" y="103899"/>
                  </a:cubicBezTo>
                  <a:close/>
                  <a:moveTo>
                    <a:pt x="37289" y="107605"/>
                  </a:moveTo>
                  <a:cubicBezTo>
                    <a:pt x="37242" y="107605"/>
                    <a:pt x="37198" y="107620"/>
                    <a:pt x="37165" y="107653"/>
                  </a:cubicBezTo>
                  <a:cubicBezTo>
                    <a:pt x="36768" y="108188"/>
                    <a:pt x="36332" y="108684"/>
                    <a:pt x="35915" y="109180"/>
                  </a:cubicBezTo>
                  <a:cubicBezTo>
                    <a:pt x="35856" y="109239"/>
                    <a:pt x="35876" y="109338"/>
                    <a:pt x="35935" y="109398"/>
                  </a:cubicBezTo>
                  <a:cubicBezTo>
                    <a:pt x="35955" y="109418"/>
                    <a:pt x="35995" y="109437"/>
                    <a:pt x="36034" y="109437"/>
                  </a:cubicBezTo>
                  <a:cubicBezTo>
                    <a:pt x="36094" y="109437"/>
                    <a:pt x="36134" y="109418"/>
                    <a:pt x="36173" y="109378"/>
                  </a:cubicBezTo>
                  <a:cubicBezTo>
                    <a:pt x="36590" y="108882"/>
                    <a:pt x="37026" y="108386"/>
                    <a:pt x="37423" y="107890"/>
                  </a:cubicBezTo>
                  <a:cubicBezTo>
                    <a:pt x="37482" y="107811"/>
                    <a:pt x="37462" y="107692"/>
                    <a:pt x="37403" y="107633"/>
                  </a:cubicBezTo>
                  <a:cubicBezTo>
                    <a:pt x="37367" y="107615"/>
                    <a:pt x="37327" y="107605"/>
                    <a:pt x="37289" y="107605"/>
                  </a:cubicBezTo>
                  <a:close/>
                  <a:moveTo>
                    <a:pt x="34266" y="111031"/>
                  </a:moveTo>
                  <a:cubicBezTo>
                    <a:pt x="34228" y="111031"/>
                    <a:pt x="34188" y="111046"/>
                    <a:pt x="34150" y="111083"/>
                  </a:cubicBezTo>
                  <a:cubicBezTo>
                    <a:pt x="33714" y="111520"/>
                    <a:pt x="33238" y="111996"/>
                    <a:pt x="32742" y="112452"/>
                  </a:cubicBezTo>
                  <a:cubicBezTo>
                    <a:pt x="32683" y="112511"/>
                    <a:pt x="32683" y="112591"/>
                    <a:pt x="32742" y="112670"/>
                  </a:cubicBezTo>
                  <a:lnTo>
                    <a:pt x="32861" y="112709"/>
                  </a:lnTo>
                  <a:lnTo>
                    <a:pt x="32961" y="112670"/>
                  </a:lnTo>
                  <a:cubicBezTo>
                    <a:pt x="33456" y="112214"/>
                    <a:pt x="33932" y="111777"/>
                    <a:pt x="34388" y="111301"/>
                  </a:cubicBezTo>
                  <a:cubicBezTo>
                    <a:pt x="34495" y="111195"/>
                    <a:pt x="34392" y="111031"/>
                    <a:pt x="34266" y="111031"/>
                  </a:cubicBezTo>
                  <a:close/>
                  <a:moveTo>
                    <a:pt x="30919" y="114115"/>
                  </a:moveTo>
                  <a:cubicBezTo>
                    <a:pt x="30883" y="114115"/>
                    <a:pt x="30846" y="114130"/>
                    <a:pt x="30819" y="114157"/>
                  </a:cubicBezTo>
                  <a:lnTo>
                    <a:pt x="29292" y="115367"/>
                  </a:lnTo>
                  <a:cubicBezTo>
                    <a:pt x="29232" y="115426"/>
                    <a:pt x="29193" y="115526"/>
                    <a:pt x="29252" y="115625"/>
                  </a:cubicBezTo>
                  <a:lnTo>
                    <a:pt x="29391" y="115664"/>
                  </a:lnTo>
                  <a:lnTo>
                    <a:pt x="29490" y="115645"/>
                  </a:lnTo>
                  <a:cubicBezTo>
                    <a:pt x="30025" y="115248"/>
                    <a:pt x="30521" y="114831"/>
                    <a:pt x="31017" y="114395"/>
                  </a:cubicBezTo>
                  <a:cubicBezTo>
                    <a:pt x="31077" y="114355"/>
                    <a:pt x="31096" y="114237"/>
                    <a:pt x="31037" y="114177"/>
                  </a:cubicBezTo>
                  <a:cubicBezTo>
                    <a:pt x="31005" y="114135"/>
                    <a:pt x="30962" y="114115"/>
                    <a:pt x="30919" y="114115"/>
                  </a:cubicBezTo>
                  <a:close/>
                  <a:moveTo>
                    <a:pt x="27278" y="116860"/>
                  </a:moveTo>
                  <a:cubicBezTo>
                    <a:pt x="27247" y="116860"/>
                    <a:pt x="27216" y="116876"/>
                    <a:pt x="27190" y="116914"/>
                  </a:cubicBezTo>
                  <a:lnTo>
                    <a:pt x="25563" y="117965"/>
                  </a:lnTo>
                  <a:cubicBezTo>
                    <a:pt x="25484" y="118024"/>
                    <a:pt x="25464" y="118143"/>
                    <a:pt x="25504" y="118223"/>
                  </a:cubicBezTo>
                  <a:cubicBezTo>
                    <a:pt x="25544" y="118262"/>
                    <a:pt x="25603" y="118282"/>
                    <a:pt x="25663" y="118302"/>
                  </a:cubicBezTo>
                  <a:lnTo>
                    <a:pt x="25722" y="118262"/>
                  </a:lnTo>
                  <a:lnTo>
                    <a:pt x="27368" y="117172"/>
                  </a:lnTo>
                  <a:cubicBezTo>
                    <a:pt x="27545" y="117139"/>
                    <a:pt x="27409" y="116860"/>
                    <a:pt x="27278" y="116860"/>
                  </a:cubicBezTo>
                  <a:close/>
                  <a:moveTo>
                    <a:pt x="23367" y="119328"/>
                  </a:moveTo>
                  <a:cubicBezTo>
                    <a:pt x="23353" y="119328"/>
                    <a:pt x="23338" y="119329"/>
                    <a:pt x="23322" y="119333"/>
                  </a:cubicBezTo>
                  <a:lnTo>
                    <a:pt x="21617" y="120245"/>
                  </a:lnTo>
                  <a:cubicBezTo>
                    <a:pt x="21538" y="120305"/>
                    <a:pt x="21518" y="120384"/>
                    <a:pt x="21538" y="120483"/>
                  </a:cubicBezTo>
                  <a:cubicBezTo>
                    <a:pt x="21557" y="120523"/>
                    <a:pt x="21617" y="120563"/>
                    <a:pt x="21696" y="120583"/>
                  </a:cubicBezTo>
                  <a:lnTo>
                    <a:pt x="21756" y="120543"/>
                  </a:lnTo>
                  <a:cubicBezTo>
                    <a:pt x="22351" y="120245"/>
                    <a:pt x="22926" y="119928"/>
                    <a:pt x="23501" y="119611"/>
                  </a:cubicBezTo>
                  <a:cubicBezTo>
                    <a:pt x="23573" y="119485"/>
                    <a:pt x="23499" y="119328"/>
                    <a:pt x="23367" y="119328"/>
                  </a:cubicBezTo>
                  <a:close/>
                  <a:moveTo>
                    <a:pt x="19343" y="121409"/>
                  </a:moveTo>
                  <a:cubicBezTo>
                    <a:pt x="19321" y="121409"/>
                    <a:pt x="19299" y="121411"/>
                    <a:pt x="19277" y="121415"/>
                  </a:cubicBezTo>
                  <a:cubicBezTo>
                    <a:pt x="18722" y="121713"/>
                    <a:pt x="18127" y="121991"/>
                    <a:pt x="17532" y="122229"/>
                  </a:cubicBezTo>
                  <a:cubicBezTo>
                    <a:pt x="17452" y="122288"/>
                    <a:pt x="17413" y="122367"/>
                    <a:pt x="17433" y="122466"/>
                  </a:cubicBezTo>
                  <a:cubicBezTo>
                    <a:pt x="17472" y="122506"/>
                    <a:pt x="17532" y="122546"/>
                    <a:pt x="17591" y="122566"/>
                  </a:cubicBezTo>
                  <a:lnTo>
                    <a:pt x="17651" y="122526"/>
                  </a:lnTo>
                  <a:cubicBezTo>
                    <a:pt x="18246" y="122288"/>
                    <a:pt x="18841" y="122010"/>
                    <a:pt x="19436" y="121713"/>
                  </a:cubicBezTo>
                  <a:cubicBezTo>
                    <a:pt x="19515" y="121673"/>
                    <a:pt x="19535" y="121594"/>
                    <a:pt x="19515" y="121515"/>
                  </a:cubicBezTo>
                  <a:cubicBezTo>
                    <a:pt x="19484" y="121438"/>
                    <a:pt x="19418" y="121409"/>
                    <a:pt x="19343" y="121409"/>
                  </a:cubicBezTo>
                  <a:close/>
                  <a:moveTo>
                    <a:pt x="15196" y="123240"/>
                  </a:moveTo>
                  <a:cubicBezTo>
                    <a:pt x="15167" y="123240"/>
                    <a:pt x="15139" y="123247"/>
                    <a:pt x="15112" y="123260"/>
                  </a:cubicBezTo>
                  <a:lnTo>
                    <a:pt x="13288" y="123954"/>
                  </a:lnTo>
                  <a:cubicBezTo>
                    <a:pt x="13208" y="123974"/>
                    <a:pt x="13169" y="124053"/>
                    <a:pt x="13189" y="124152"/>
                  </a:cubicBezTo>
                  <a:cubicBezTo>
                    <a:pt x="13208" y="124212"/>
                    <a:pt x="13288" y="124271"/>
                    <a:pt x="13367" y="124271"/>
                  </a:cubicBezTo>
                  <a:lnTo>
                    <a:pt x="13407" y="124251"/>
                  </a:lnTo>
                  <a:lnTo>
                    <a:pt x="15251" y="123557"/>
                  </a:lnTo>
                  <a:cubicBezTo>
                    <a:pt x="15330" y="123498"/>
                    <a:pt x="15370" y="123418"/>
                    <a:pt x="15350" y="123319"/>
                  </a:cubicBezTo>
                  <a:cubicBezTo>
                    <a:pt x="15311" y="123266"/>
                    <a:pt x="15253" y="123240"/>
                    <a:pt x="15196" y="123240"/>
                  </a:cubicBezTo>
                  <a:close/>
                  <a:moveTo>
                    <a:pt x="10871" y="124782"/>
                  </a:moveTo>
                  <a:cubicBezTo>
                    <a:pt x="10857" y="124782"/>
                    <a:pt x="10842" y="124783"/>
                    <a:pt x="10829" y="124787"/>
                  </a:cubicBezTo>
                  <a:lnTo>
                    <a:pt x="8965" y="125382"/>
                  </a:lnTo>
                  <a:cubicBezTo>
                    <a:pt x="8885" y="125421"/>
                    <a:pt x="8846" y="125501"/>
                    <a:pt x="8865" y="125580"/>
                  </a:cubicBezTo>
                  <a:cubicBezTo>
                    <a:pt x="8885" y="125659"/>
                    <a:pt x="8945" y="125699"/>
                    <a:pt x="9024" y="125699"/>
                  </a:cubicBezTo>
                  <a:lnTo>
                    <a:pt x="9064" y="125699"/>
                  </a:lnTo>
                  <a:lnTo>
                    <a:pt x="10928" y="125104"/>
                  </a:lnTo>
                  <a:cubicBezTo>
                    <a:pt x="11027" y="125084"/>
                    <a:pt x="11087" y="124985"/>
                    <a:pt x="11047" y="124886"/>
                  </a:cubicBezTo>
                  <a:cubicBezTo>
                    <a:pt x="11014" y="124820"/>
                    <a:pt x="10940" y="124782"/>
                    <a:pt x="10871" y="124782"/>
                  </a:cubicBezTo>
                  <a:close/>
                  <a:moveTo>
                    <a:pt x="6503" y="126092"/>
                  </a:moveTo>
                  <a:cubicBezTo>
                    <a:pt x="6491" y="126092"/>
                    <a:pt x="6479" y="126093"/>
                    <a:pt x="6466" y="126096"/>
                  </a:cubicBezTo>
                  <a:lnTo>
                    <a:pt x="4582" y="126591"/>
                  </a:lnTo>
                  <a:cubicBezTo>
                    <a:pt x="4503" y="126611"/>
                    <a:pt x="4443" y="126710"/>
                    <a:pt x="4463" y="126790"/>
                  </a:cubicBezTo>
                  <a:cubicBezTo>
                    <a:pt x="4483" y="126869"/>
                    <a:pt x="4562" y="126909"/>
                    <a:pt x="4641" y="126929"/>
                  </a:cubicBezTo>
                  <a:lnTo>
                    <a:pt x="4661" y="126929"/>
                  </a:lnTo>
                  <a:lnTo>
                    <a:pt x="6565" y="126433"/>
                  </a:lnTo>
                  <a:cubicBezTo>
                    <a:pt x="6644" y="126393"/>
                    <a:pt x="6684" y="126314"/>
                    <a:pt x="6664" y="126234"/>
                  </a:cubicBezTo>
                  <a:cubicBezTo>
                    <a:pt x="6647" y="126148"/>
                    <a:pt x="6584" y="126092"/>
                    <a:pt x="6503" y="126092"/>
                  </a:cubicBezTo>
                  <a:close/>
                  <a:moveTo>
                    <a:pt x="2103" y="127221"/>
                  </a:moveTo>
                  <a:cubicBezTo>
                    <a:pt x="2090" y="127221"/>
                    <a:pt x="2076" y="127223"/>
                    <a:pt x="2063" y="127226"/>
                  </a:cubicBezTo>
                  <a:lnTo>
                    <a:pt x="140" y="127623"/>
                  </a:lnTo>
                  <a:cubicBezTo>
                    <a:pt x="60" y="127642"/>
                    <a:pt x="1" y="127722"/>
                    <a:pt x="21" y="127821"/>
                  </a:cubicBezTo>
                  <a:cubicBezTo>
                    <a:pt x="40" y="127880"/>
                    <a:pt x="100" y="127940"/>
                    <a:pt x="179" y="127940"/>
                  </a:cubicBezTo>
                  <a:lnTo>
                    <a:pt x="199" y="127940"/>
                  </a:lnTo>
                  <a:lnTo>
                    <a:pt x="2123" y="127523"/>
                  </a:lnTo>
                  <a:cubicBezTo>
                    <a:pt x="2202" y="127523"/>
                    <a:pt x="2262" y="127424"/>
                    <a:pt x="2262" y="127345"/>
                  </a:cubicBezTo>
                  <a:cubicBezTo>
                    <a:pt x="2229" y="127262"/>
                    <a:pt x="2168" y="127221"/>
                    <a:pt x="2103" y="127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48" name="picture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905500" y="3352800"/>
            <a:ext cx="3644900" cy="2867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0" y="2260600"/>
            <a:ext cx="4284020" cy="4597400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31848" y="4318162"/>
            <a:ext cx="1757636" cy="9648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68%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1"/>
          <p:cNvSpPr txBox="1">
            <a:spLocks noChangeArrowheads="1"/>
          </p:cNvSpPr>
          <p:nvPr/>
        </p:nvSpPr>
        <p:spPr bwMode="auto">
          <a:xfrm>
            <a:off x="3293443" y="4086574"/>
            <a:ext cx="94530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难点分析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13" name="图片 12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14" name="图片 13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sp>
        <p:nvSpPr>
          <p:cNvPr id="64" name="textbox 64"/>
          <p:cNvSpPr/>
          <p:nvPr/>
        </p:nvSpPr>
        <p:spPr>
          <a:xfrm>
            <a:off x="979388" y="924776"/>
            <a:ext cx="3150235" cy="342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400" b="1" kern="0" spc="4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例：二维曲线绘图实例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1382014" y="1401972"/>
            <a:ext cx="6980555" cy="4547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68630" algn="l" rtl="0" eaLnBrk="0">
              <a:lnSpc>
                <a:spcPct val="92000"/>
              </a:lnSpc>
            </a:pPr>
            <a:r>
              <a:rPr sz="21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绘制</a:t>
            </a:r>
            <a:r>
              <a:rPr sz="2100" b="1" kern="0" spc="10" dirty="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sz="2000" b="1" kern="0" spc="10" dirty="0">
                <a:solidFill>
                  <a:srgbClr val="0000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0, 2π</a:t>
            </a:r>
            <a:r>
              <a:rPr sz="2100" b="1" kern="0" spc="10" dirty="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]</a:t>
            </a:r>
            <a:r>
              <a:rPr sz="2100" kern="0" spc="0" dirty="0">
                <a:solidFill>
                  <a:srgbClr val="00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上的正弦曲线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968240" algn="l" rtl="0" eaLnBrk="0">
              <a:lnSpc>
                <a:spcPts val="2435"/>
              </a:lnSpc>
              <a:spcBef>
                <a:spcPts val="0"/>
              </a:spcBef>
              <a:tabLst>
                <a:tab pos="5038090" algn="l"/>
              </a:tabLst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	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&gt;&gt;</a:t>
            </a:r>
            <a:r>
              <a:rPr sz="2000" b="1" kern="0" spc="15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plot(x,y,'-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-*r')</a:t>
            </a:r>
            <a:endParaRPr sz="2000" dirty="0"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pic>
        <p:nvPicPr>
          <p:cNvPr id="58" name="picture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23264" y="1848485"/>
            <a:ext cx="4956047" cy="4101083"/>
          </a:xfrm>
          <a:prstGeom prst="rect">
            <a:avLst/>
          </a:prstGeom>
        </p:spPr>
      </p:pic>
      <p:grpSp>
        <p:nvGrpSpPr>
          <p:cNvPr id="579" name="组合 578"/>
          <p:cNvGrpSpPr/>
          <p:nvPr/>
        </p:nvGrpSpPr>
        <p:grpSpPr>
          <a:xfrm>
            <a:off x="8912225" y="1155700"/>
            <a:ext cx="3279140" cy="4554220"/>
            <a:chOff x="14035" y="1820"/>
            <a:chExt cx="5164" cy="7172"/>
          </a:xfrm>
        </p:grpSpPr>
        <p:grpSp>
          <p:nvGrpSpPr>
            <p:cNvPr id="2208" name="Google Shape;2208;p36"/>
            <p:cNvGrpSpPr/>
            <p:nvPr/>
          </p:nvGrpSpPr>
          <p:grpSpPr>
            <a:xfrm>
              <a:off x="15401" y="4153"/>
              <a:ext cx="1385" cy="1035"/>
              <a:chOff x="4030925" y="2186525"/>
              <a:chExt cx="944700" cy="706325"/>
            </a:xfrm>
          </p:grpSpPr>
          <p:sp>
            <p:nvSpPr>
              <p:cNvPr id="2209" name="Google Shape;2209;p36"/>
              <p:cNvSpPr/>
              <p:nvPr/>
            </p:nvSpPr>
            <p:spPr>
              <a:xfrm>
                <a:off x="4030925" y="2186525"/>
                <a:ext cx="944700" cy="281675"/>
              </a:xfrm>
              <a:custGeom>
                <a:avLst/>
                <a:gdLst/>
                <a:ahLst/>
                <a:cxnLst/>
                <a:rect l="l" t="t" r="r" b="b"/>
                <a:pathLst>
                  <a:path w="37788" h="11267" extrusionOk="0">
                    <a:moveTo>
                      <a:pt x="33327" y="1430"/>
                    </a:moveTo>
                    <a:lnTo>
                      <a:pt x="9699" y="10348"/>
                    </a:lnTo>
                    <a:lnTo>
                      <a:pt x="1770" y="6049"/>
                    </a:lnTo>
                    <a:lnTo>
                      <a:pt x="33327" y="1430"/>
                    </a:lnTo>
                    <a:close/>
                    <a:moveTo>
                      <a:pt x="37185" y="0"/>
                    </a:moveTo>
                    <a:cubicBezTo>
                      <a:pt x="37164" y="0"/>
                      <a:pt x="37142" y="1"/>
                      <a:pt x="37120" y="5"/>
                    </a:cubicBezTo>
                    <a:lnTo>
                      <a:pt x="391" y="5383"/>
                    </a:lnTo>
                    <a:cubicBezTo>
                      <a:pt x="207" y="5406"/>
                      <a:pt x="69" y="5544"/>
                      <a:pt x="23" y="5728"/>
                    </a:cubicBezTo>
                    <a:cubicBezTo>
                      <a:pt x="0" y="5912"/>
                      <a:pt x="92" y="6095"/>
                      <a:pt x="253" y="6187"/>
                    </a:cubicBezTo>
                    <a:lnTo>
                      <a:pt x="9447" y="11221"/>
                    </a:lnTo>
                    <a:lnTo>
                      <a:pt x="9653" y="11267"/>
                    </a:lnTo>
                    <a:lnTo>
                      <a:pt x="9814" y="11244"/>
                    </a:lnTo>
                    <a:lnTo>
                      <a:pt x="37327" y="855"/>
                    </a:lnTo>
                    <a:cubicBezTo>
                      <a:pt x="37788" y="679"/>
                      <a:pt x="37641" y="0"/>
                      <a:pt x="371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0" name="Google Shape;2210;p36"/>
              <p:cNvSpPr/>
              <p:nvPr/>
            </p:nvSpPr>
            <p:spPr>
              <a:xfrm>
                <a:off x="4423950" y="2187475"/>
                <a:ext cx="547625" cy="512875"/>
              </a:xfrm>
              <a:custGeom>
                <a:avLst/>
                <a:gdLst/>
                <a:ahLst/>
                <a:cxnLst/>
                <a:rect l="l" t="t" r="r" b="b"/>
                <a:pathLst>
                  <a:path w="21905" h="20515" extrusionOk="0">
                    <a:moveTo>
                      <a:pt x="19882" y="2104"/>
                    </a:moveTo>
                    <a:lnTo>
                      <a:pt x="8918" y="19572"/>
                    </a:lnTo>
                    <a:lnTo>
                      <a:pt x="1265" y="15918"/>
                    </a:lnTo>
                    <a:lnTo>
                      <a:pt x="19882" y="2104"/>
                    </a:lnTo>
                    <a:close/>
                    <a:moveTo>
                      <a:pt x="21443" y="0"/>
                    </a:moveTo>
                    <a:cubicBezTo>
                      <a:pt x="21354" y="0"/>
                      <a:pt x="21266" y="29"/>
                      <a:pt x="21192" y="81"/>
                    </a:cubicBezTo>
                    <a:lnTo>
                      <a:pt x="184" y="15688"/>
                    </a:lnTo>
                    <a:cubicBezTo>
                      <a:pt x="69" y="15780"/>
                      <a:pt x="0" y="15941"/>
                      <a:pt x="23" y="16102"/>
                    </a:cubicBezTo>
                    <a:cubicBezTo>
                      <a:pt x="23" y="16240"/>
                      <a:pt x="115" y="16378"/>
                      <a:pt x="253" y="16446"/>
                    </a:cubicBezTo>
                    <a:lnTo>
                      <a:pt x="8918" y="20515"/>
                    </a:lnTo>
                    <a:lnTo>
                      <a:pt x="9102" y="20515"/>
                    </a:lnTo>
                    <a:cubicBezTo>
                      <a:pt x="9240" y="20515"/>
                      <a:pt x="9378" y="20469"/>
                      <a:pt x="9470" y="20354"/>
                    </a:cubicBezTo>
                    <a:lnTo>
                      <a:pt x="21813" y="656"/>
                    </a:lnTo>
                    <a:cubicBezTo>
                      <a:pt x="21905" y="472"/>
                      <a:pt x="21882" y="265"/>
                      <a:pt x="21744" y="127"/>
                    </a:cubicBezTo>
                    <a:cubicBezTo>
                      <a:pt x="21656" y="40"/>
                      <a:pt x="21549" y="0"/>
                      <a:pt x="214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1" name="Google Shape;2211;p36"/>
              <p:cNvSpPr/>
              <p:nvPr/>
            </p:nvSpPr>
            <p:spPr>
              <a:xfrm>
                <a:off x="4261325" y="2186625"/>
                <a:ext cx="710825" cy="706225"/>
              </a:xfrm>
              <a:custGeom>
                <a:avLst/>
                <a:gdLst/>
                <a:ahLst/>
                <a:cxnLst/>
                <a:rect l="l" t="t" r="r" b="b"/>
                <a:pathLst>
                  <a:path w="28433" h="28249" extrusionOk="0">
                    <a:moveTo>
                      <a:pt x="25261" y="1908"/>
                    </a:moveTo>
                    <a:lnTo>
                      <a:pt x="6689" y="15699"/>
                    </a:lnTo>
                    <a:cubicBezTo>
                      <a:pt x="6620" y="15745"/>
                      <a:pt x="6551" y="15837"/>
                      <a:pt x="6528" y="15929"/>
                    </a:cubicBezTo>
                    <a:lnTo>
                      <a:pt x="3196" y="25973"/>
                    </a:lnTo>
                    <a:lnTo>
                      <a:pt x="920" y="11102"/>
                    </a:lnTo>
                    <a:lnTo>
                      <a:pt x="25261" y="1908"/>
                    </a:lnTo>
                    <a:close/>
                    <a:moveTo>
                      <a:pt x="27953" y="1"/>
                    </a:moveTo>
                    <a:cubicBezTo>
                      <a:pt x="27906" y="1"/>
                      <a:pt x="27859" y="8"/>
                      <a:pt x="27812" y="24"/>
                    </a:cubicBezTo>
                    <a:lnTo>
                      <a:pt x="300" y="10436"/>
                    </a:lnTo>
                    <a:cubicBezTo>
                      <a:pt x="116" y="10504"/>
                      <a:pt x="1" y="10711"/>
                      <a:pt x="24" y="10895"/>
                    </a:cubicBezTo>
                    <a:lnTo>
                      <a:pt x="2621" y="27881"/>
                    </a:lnTo>
                    <a:cubicBezTo>
                      <a:pt x="2644" y="28065"/>
                      <a:pt x="2805" y="28226"/>
                      <a:pt x="3012" y="28249"/>
                    </a:cubicBezTo>
                    <a:lnTo>
                      <a:pt x="3058" y="28249"/>
                    </a:lnTo>
                    <a:cubicBezTo>
                      <a:pt x="3242" y="28249"/>
                      <a:pt x="3402" y="28111"/>
                      <a:pt x="3448" y="27927"/>
                    </a:cubicBezTo>
                    <a:lnTo>
                      <a:pt x="7310" y="16297"/>
                    </a:lnTo>
                    <a:lnTo>
                      <a:pt x="28226" y="782"/>
                    </a:lnTo>
                    <a:cubicBezTo>
                      <a:pt x="28387" y="667"/>
                      <a:pt x="28433" y="414"/>
                      <a:pt x="28341" y="230"/>
                    </a:cubicBezTo>
                    <a:cubicBezTo>
                      <a:pt x="28269" y="88"/>
                      <a:pt x="28115" y="1"/>
                      <a:pt x="279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2" name="Google Shape;2212;p36"/>
              <p:cNvSpPr/>
              <p:nvPr/>
            </p:nvSpPr>
            <p:spPr>
              <a:xfrm>
                <a:off x="4325700" y="2577225"/>
                <a:ext cx="236750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9470" h="12625" extrusionOk="0">
                    <a:moveTo>
                      <a:pt x="4620" y="1017"/>
                    </a:moveTo>
                    <a:lnTo>
                      <a:pt x="8343" y="2764"/>
                    </a:lnTo>
                    <a:lnTo>
                      <a:pt x="1540" y="10395"/>
                    </a:lnTo>
                    <a:lnTo>
                      <a:pt x="4620" y="1017"/>
                    </a:lnTo>
                    <a:close/>
                    <a:moveTo>
                      <a:pt x="4379" y="0"/>
                    </a:moveTo>
                    <a:cubicBezTo>
                      <a:pt x="4321" y="0"/>
                      <a:pt x="4264" y="18"/>
                      <a:pt x="4206" y="52"/>
                    </a:cubicBezTo>
                    <a:cubicBezTo>
                      <a:pt x="4091" y="98"/>
                      <a:pt x="3999" y="190"/>
                      <a:pt x="3953" y="305"/>
                    </a:cubicBezTo>
                    <a:lnTo>
                      <a:pt x="69" y="12050"/>
                    </a:lnTo>
                    <a:cubicBezTo>
                      <a:pt x="0" y="12257"/>
                      <a:pt x="92" y="12464"/>
                      <a:pt x="276" y="12579"/>
                    </a:cubicBezTo>
                    <a:lnTo>
                      <a:pt x="483" y="12625"/>
                    </a:lnTo>
                    <a:cubicBezTo>
                      <a:pt x="598" y="12625"/>
                      <a:pt x="713" y="12579"/>
                      <a:pt x="781" y="12487"/>
                    </a:cubicBezTo>
                    <a:lnTo>
                      <a:pt x="9355" y="2925"/>
                    </a:lnTo>
                    <a:cubicBezTo>
                      <a:pt x="9424" y="2810"/>
                      <a:pt x="9470" y="2672"/>
                      <a:pt x="9470" y="2534"/>
                    </a:cubicBezTo>
                    <a:cubicBezTo>
                      <a:pt x="9447" y="2396"/>
                      <a:pt x="9332" y="2304"/>
                      <a:pt x="9217" y="2259"/>
                    </a:cubicBezTo>
                    <a:lnTo>
                      <a:pt x="4551" y="52"/>
                    </a:lnTo>
                    <a:cubicBezTo>
                      <a:pt x="4493" y="18"/>
                      <a:pt x="4436" y="0"/>
                      <a:pt x="4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61" name="Google Shape;4561;p69"/>
            <p:cNvSpPr/>
            <p:nvPr/>
          </p:nvSpPr>
          <p:spPr>
            <a:xfrm>
              <a:off x="14035" y="1820"/>
              <a:ext cx="5165" cy="7172"/>
            </a:xfrm>
            <a:custGeom>
              <a:avLst/>
              <a:gdLst/>
              <a:ahLst/>
              <a:cxnLst/>
              <a:rect l="l" t="t" r="r" b="b"/>
              <a:pathLst>
                <a:path w="92138" h="127940" extrusionOk="0">
                  <a:moveTo>
                    <a:pt x="85073" y="0"/>
                  </a:moveTo>
                  <a:cubicBezTo>
                    <a:pt x="85013" y="0"/>
                    <a:pt x="84958" y="40"/>
                    <a:pt x="84958" y="108"/>
                  </a:cubicBezTo>
                  <a:cubicBezTo>
                    <a:pt x="84899" y="167"/>
                    <a:pt x="84919" y="266"/>
                    <a:pt x="84998" y="326"/>
                  </a:cubicBezTo>
                  <a:cubicBezTo>
                    <a:pt x="85573" y="603"/>
                    <a:pt x="86128" y="940"/>
                    <a:pt x="86644" y="1337"/>
                  </a:cubicBezTo>
                  <a:lnTo>
                    <a:pt x="86743" y="1337"/>
                  </a:lnTo>
                  <a:cubicBezTo>
                    <a:pt x="86783" y="1337"/>
                    <a:pt x="86842" y="1317"/>
                    <a:pt x="86882" y="1297"/>
                  </a:cubicBezTo>
                  <a:cubicBezTo>
                    <a:pt x="86922" y="1218"/>
                    <a:pt x="86902" y="1119"/>
                    <a:pt x="86842" y="1059"/>
                  </a:cubicBezTo>
                  <a:cubicBezTo>
                    <a:pt x="86307" y="663"/>
                    <a:pt x="85732" y="326"/>
                    <a:pt x="85157" y="28"/>
                  </a:cubicBezTo>
                  <a:cubicBezTo>
                    <a:pt x="85131" y="9"/>
                    <a:pt x="85102" y="0"/>
                    <a:pt x="85073" y="0"/>
                  </a:cubicBezTo>
                  <a:close/>
                  <a:moveTo>
                    <a:pt x="88675" y="2762"/>
                  </a:moveTo>
                  <a:cubicBezTo>
                    <a:pt x="88636" y="2762"/>
                    <a:pt x="88595" y="2777"/>
                    <a:pt x="88568" y="2805"/>
                  </a:cubicBezTo>
                  <a:cubicBezTo>
                    <a:pt x="88488" y="2844"/>
                    <a:pt x="88488" y="2963"/>
                    <a:pt x="88548" y="3023"/>
                  </a:cubicBezTo>
                  <a:cubicBezTo>
                    <a:pt x="88984" y="3499"/>
                    <a:pt x="89381" y="4014"/>
                    <a:pt x="89738" y="4570"/>
                  </a:cubicBezTo>
                  <a:cubicBezTo>
                    <a:pt x="89777" y="4609"/>
                    <a:pt x="89817" y="4629"/>
                    <a:pt x="89877" y="4629"/>
                  </a:cubicBezTo>
                  <a:lnTo>
                    <a:pt x="89956" y="4609"/>
                  </a:lnTo>
                  <a:cubicBezTo>
                    <a:pt x="90035" y="4550"/>
                    <a:pt x="90055" y="4451"/>
                    <a:pt x="89996" y="4371"/>
                  </a:cubicBezTo>
                  <a:cubicBezTo>
                    <a:pt x="89658" y="3816"/>
                    <a:pt x="89242" y="3300"/>
                    <a:pt x="88786" y="2824"/>
                  </a:cubicBezTo>
                  <a:cubicBezTo>
                    <a:pt x="88765" y="2782"/>
                    <a:pt x="88721" y="2762"/>
                    <a:pt x="88675" y="2762"/>
                  </a:cubicBezTo>
                  <a:close/>
                  <a:moveTo>
                    <a:pt x="91110" y="6597"/>
                  </a:moveTo>
                  <a:cubicBezTo>
                    <a:pt x="91089" y="6597"/>
                    <a:pt x="91068" y="6602"/>
                    <a:pt x="91047" y="6612"/>
                  </a:cubicBezTo>
                  <a:cubicBezTo>
                    <a:pt x="90967" y="6632"/>
                    <a:pt x="90908" y="6731"/>
                    <a:pt x="90947" y="6810"/>
                  </a:cubicBezTo>
                  <a:cubicBezTo>
                    <a:pt x="91185" y="7425"/>
                    <a:pt x="91384" y="8040"/>
                    <a:pt x="91523" y="8675"/>
                  </a:cubicBezTo>
                  <a:cubicBezTo>
                    <a:pt x="91542" y="8754"/>
                    <a:pt x="91622" y="8794"/>
                    <a:pt x="91701" y="8794"/>
                  </a:cubicBezTo>
                  <a:lnTo>
                    <a:pt x="91721" y="8794"/>
                  </a:lnTo>
                  <a:cubicBezTo>
                    <a:pt x="91800" y="8774"/>
                    <a:pt x="91860" y="8694"/>
                    <a:pt x="91840" y="8595"/>
                  </a:cubicBezTo>
                  <a:cubicBezTo>
                    <a:pt x="91681" y="7941"/>
                    <a:pt x="91483" y="7306"/>
                    <a:pt x="91245" y="6692"/>
                  </a:cubicBezTo>
                  <a:cubicBezTo>
                    <a:pt x="91216" y="6633"/>
                    <a:pt x="91166" y="6597"/>
                    <a:pt x="91110" y="6597"/>
                  </a:cubicBezTo>
                  <a:close/>
                  <a:moveTo>
                    <a:pt x="91959" y="11054"/>
                  </a:moveTo>
                  <a:cubicBezTo>
                    <a:pt x="91879" y="11054"/>
                    <a:pt x="91800" y="11114"/>
                    <a:pt x="91780" y="11213"/>
                  </a:cubicBezTo>
                  <a:cubicBezTo>
                    <a:pt x="91800" y="11848"/>
                    <a:pt x="91741" y="12502"/>
                    <a:pt x="91622" y="13137"/>
                  </a:cubicBezTo>
                  <a:cubicBezTo>
                    <a:pt x="91622" y="13236"/>
                    <a:pt x="91681" y="13315"/>
                    <a:pt x="91760" y="13335"/>
                  </a:cubicBezTo>
                  <a:lnTo>
                    <a:pt x="91800" y="13335"/>
                  </a:lnTo>
                  <a:cubicBezTo>
                    <a:pt x="91879" y="13335"/>
                    <a:pt x="91939" y="13275"/>
                    <a:pt x="91939" y="13196"/>
                  </a:cubicBezTo>
                  <a:cubicBezTo>
                    <a:pt x="92058" y="12542"/>
                    <a:pt x="92117" y="11887"/>
                    <a:pt x="92137" y="11233"/>
                  </a:cubicBezTo>
                  <a:cubicBezTo>
                    <a:pt x="92137" y="11134"/>
                    <a:pt x="92058" y="11054"/>
                    <a:pt x="91959" y="11054"/>
                  </a:cubicBezTo>
                  <a:close/>
                  <a:moveTo>
                    <a:pt x="91092" y="15504"/>
                  </a:moveTo>
                  <a:cubicBezTo>
                    <a:pt x="91027" y="15504"/>
                    <a:pt x="90963" y="15554"/>
                    <a:pt x="90947" y="15616"/>
                  </a:cubicBezTo>
                  <a:cubicBezTo>
                    <a:pt x="90709" y="16211"/>
                    <a:pt x="90432" y="16786"/>
                    <a:pt x="90134" y="17381"/>
                  </a:cubicBezTo>
                  <a:cubicBezTo>
                    <a:pt x="90095" y="17460"/>
                    <a:pt x="90114" y="17539"/>
                    <a:pt x="90174" y="17599"/>
                  </a:cubicBezTo>
                  <a:lnTo>
                    <a:pt x="90253" y="17599"/>
                  </a:lnTo>
                  <a:cubicBezTo>
                    <a:pt x="90313" y="17599"/>
                    <a:pt x="90372" y="17579"/>
                    <a:pt x="90412" y="17519"/>
                  </a:cubicBezTo>
                  <a:cubicBezTo>
                    <a:pt x="90729" y="16944"/>
                    <a:pt x="91007" y="16349"/>
                    <a:pt x="91245" y="15735"/>
                  </a:cubicBezTo>
                  <a:cubicBezTo>
                    <a:pt x="91265" y="15635"/>
                    <a:pt x="91245" y="15536"/>
                    <a:pt x="91146" y="15516"/>
                  </a:cubicBezTo>
                  <a:cubicBezTo>
                    <a:pt x="91128" y="15508"/>
                    <a:pt x="91110" y="15504"/>
                    <a:pt x="91092" y="15504"/>
                  </a:cubicBezTo>
                  <a:close/>
                  <a:moveTo>
                    <a:pt x="88856" y="19462"/>
                  </a:moveTo>
                  <a:cubicBezTo>
                    <a:pt x="88802" y="19462"/>
                    <a:pt x="88752" y="19484"/>
                    <a:pt x="88726" y="19522"/>
                  </a:cubicBezTo>
                  <a:cubicBezTo>
                    <a:pt x="88330" y="20018"/>
                    <a:pt x="87893" y="20514"/>
                    <a:pt x="87457" y="20990"/>
                  </a:cubicBezTo>
                  <a:cubicBezTo>
                    <a:pt x="87378" y="21049"/>
                    <a:pt x="87378" y="21168"/>
                    <a:pt x="87457" y="21208"/>
                  </a:cubicBezTo>
                  <a:lnTo>
                    <a:pt x="87576" y="21267"/>
                  </a:lnTo>
                  <a:lnTo>
                    <a:pt x="87675" y="21208"/>
                  </a:lnTo>
                  <a:cubicBezTo>
                    <a:pt x="88131" y="20752"/>
                    <a:pt x="88568" y="20256"/>
                    <a:pt x="88964" y="19721"/>
                  </a:cubicBezTo>
                  <a:cubicBezTo>
                    <a:pt x="89024" y="19661"/>
                    <a:pt x="89004" y="19542"/>
                    <a:pt x="88944" y="19483"/>
                  </a:cubicBezTo>
                  <a:cubicBezTo>
                    <a:pt x="88916" y="19469"/>
                    <a:pt x="88886" y="19462"/>
                    <a:pt x="88856" y="19462"/>
                  </a:cubicBezTo>
                  <a:close/>
                  <a:moveTo>
                    <a:pt x="85625" y="22735"/>
                  </a:moveTo>
                  <a:cubicBezTo>
                    <a:pt x="85601" y="22735"/>
                    <a:pt x="85577" y="22741"/>
                    <a:pt x="85553" y="22755"/>
                  </a:cubicBezTo>
                  <a:cubicBezTo>
                    <a:pt x="85057" y="23151"/>
                    <a:pt x="84522" y="23548"/>
                    <a:pt x="83987" y="23925"/>
                  </a:cubicBezTo>
                  <a:cubicBezTo>
                    <a:pt x="83907" y="23965"/>
                    <a:pt x="83887" y="24084"/>
                    <a:pt x="83967" y="24143"/>
                  </a:cubicBezTo>
                  <a:cubicBezTo>
                    <a:pt x="83987" y="24183"/>
                    <a:pt x="84026" y="24222"/>
                    <a:pt x="84086" y="24222"/>
                  </a:cubicBezTo>
                  <a:lnTo>
                    <a:pt x="84185" y="24183"/>
                  </a:lnTo>
                  <a:cubicBezTo>
                    <a:pt x="84720" y="23826"/>
                    <a:pt x="85256" y="23429"/>
                    <a:pt x="85771" y="22993"/>
                  </a:cubicBezTo>
                  <a:cubicBezTo>
                    <a:pt x="85837" y="22878"/>
                    <a:pt x="85739" y="22735"/>
                    <a:pt x="85625" y="22735"/>
                  </a:cubicBezTo>
                  <a:close/>
                  <a:moveTo>
                    <a:pt x="81855" y="25254"/>
                  </a:moveTo>
                  <a:cubicBezTo>
                    <a:pt x="81829" y="25254"/>
                    <a:pt x="81805" y="25260"/>
                    <a:pt x="81785" y="25273"/>
                  </a:cubicBezTo>
                  <a:lnTo>
                    <a:pt x="81706" y="25273"/>
                  </a:lnTo>
                  <a:lnTo>
                    <a:pt x="80020" y="26106"/>
                  </a:lnTo>
                  <a:cubicBezTo>
                    <a:pt x="79834" y="26144"/>
                    <a:pt x="79893" y="26407"/>
                    <a:pt x="80064" y="26407"/>
                  </a:cubicBezTo>
                  <a:cubicBezTo>
                    <a:pt x="80075" y="26407"/>
                    <a:pt x="80087" y="26406"/>
                    <a:pt x="80100" y="26404"/>
                  </a:cubicBezTo>
                  <a:lnTo>
                    <a:pt x="80159" y="26424"/>
                  </a:lnTo>
                  <a:lnTo>
                    <a:pt x="81845" y="25611"/>
                  </a:lnTo>
                  <a:lnTo>
                    <a:pt x="81924" y="25551"/>
                  </a:lnTo>
                  <a:cubicBezTo>
                    <a:pt x="82023" y="25531"/>
                    <a:pt x="82043" y="25412"/>
                    <a:pt x="82003" y="25333"/>
                  </a:cubicBezTo>
                  <a:cubicBezTo>
                    <a:pt x="81964" y="25280"/>
                    <a:pt x="81907" y="25254"/>
                    <a:pt x="81855" y="25254"/>
                  </a:cubicBezTo>
                  <a:close/>
                  <a:moveTo>
                    <a:pt x="77650" y="27033"/>
                  </a:moveTo>
                  <a:cubicBezTo>
                    <a:pt x="77634" y="27033"/>
                    <a:pt x="77618" y="27035"/>
                    <a:pt x="77601" y="27038"/>
                  </a:cubicBezTo>
                  <a:cubicBezTo>
                    <a:pt x="77026" y="27257"/>
                    <a:pt x="76391" y="27455"/>
                    <a:pt x="75757" y="27653"/>
                  </a:cubicBezTo>
                  <a:cubicBezTo>
                    <a:pt x="75677" y="27693"/>
                    <a:pt x="75638" y="27772"/>
                    <a:pt x="75657" y="27851"/>
                  </a:cubicBezTo>
                  <a:cubicBezTo>
                    <a:pt x="75657" y="27931"/>
                    <a:pt x="75737" y="27990"/>
                    <a:pt x="75796" y="27990"/>
                  </a:cubicBezTo>
                  <a:lnTo>
                    <a:pt x="75856" y="27970"/>
                  </a:lnTo>
                  <a:lnTo>
                    <a:pt x="77720" y="27376"/>
                  </a:lnTo>
                  <a:cubicBezTo>
                    <a:pt x="77819" y="27316"/>
                    <a:pt x="77859" y="27237"/>
                    <a:pt x="77819" y="27138"/>
                  </a:cubicBezTo>
                  <a:cubicBezTo>
                    <a:pt x="77786" y="27072"/>
                    <a:pt x="77726" y="27033"/>
                    <a:pt x="77650" y="27033"/>
                  </a:cubicBezTo>
                  <a:close/>
                  <a:moveTo>
                    <a:pt x="73289" y="28343"/>
                  </a:moveTo>
                  <a:cubicBezTo>
                    <a:pt x="73279" y="28343"/>
                    <a:pt x="73268" y="28345"/>
                    <a:pt x="73258" y="28347"/>
                  </a:cubicBezTo>
                  <a:lnTo>
                    <a:pt x="71374" y="28823"/>
                  </a:lnTo>
                  <a:cubicBezTo>
                    <a:pt x="71275" y="28843"/>
                    <a:pt x="71215" y="28942"/>
                    <a:pt x="71235" y="29022"/>
                  </a:cubicBezTo>
                  <a:cubicBezTo>
                    <a:pt x="71252" y="29090"/>
                    <a:pt x="71299" y="29144"/>
                    <a:pt x="71363" y="29144"/>
                  </a:cubicBezTo>
                  <a:cubicBezTo>
                    <a:pt x="71373" y="29144"/>
                    <a:pt x="71383" y="29143"/>
                    <a:pt x="71394" y="29141"/>
                  </a:cubicBezTo>
                  <a:lnTo>
                    <a:pt x="71433" y="29141"/>
                  </a:lnTo>
                  <a:lnTo>
                    <a:pt x="73317" y="28684"/>
                  </a:lnTo>
                  <a:cubicBezTo>
                    <a:pt x="73416" y="28665"/>
                    <a:pt x="73456" y="28565"/>
                    <a:pt x="73456" y="28486"/>
                  </a:cubicBezTo>
                  <a:cubicBezTo>
                    <a:pt x="73439" y="28400"/>
                    <a:pt x="73361" y="28343"/>
                    <a:pt x="73289" y="28343"/>
                  </a:cubicBezTo>
                  <a:close/>
                  <a:moveTo>
                    <a:pt x="68816" y="29398"/>
                  </a:moveTo>
                  <a:lnTo>
                    <a:pt x="66912" y="29815"/>
                  </a:lnTo>
                  <a:cubicBezTo>
                    <a:pt x="66813" y="29835"/>
                    <a:pt x="66753" y="29934"/>
                    <a:pt x="66773" y="30013"/>
                  </a:cubicBezTo>
                  <a:cubicBezTo>
                    <a:pt x="66790" y="30082"/>
                    <a:pt x="66837" y="30136"/>
                    <a:pt x="66901" y="30136"/>
                  </a:cubicBezTo>
                  <a:cubicBezTo>
                    <a:pt x="66911" y="30136"/>
                    <a:pt x="66921" y="30135"/>
                    <a:pt x="66932" y="30132"/>
                  </a:cubicBezTo>
                  <a:lnTo>
                    <a:pt x="66971" y="30132"/>
                  </a:lnTo>
                  <a:lnTo>
                    <a:pt x="68895" y="29716"/>
                  </a:lnTo>
                  <a:cubicBezTo>
                    <a:pt x="68974" y="29716"/>
                    <a:pt x="69034" y="29616"/>
                    <a:pt x="69014" y="29517"/>
                  </a:cubicBezTo>
                  <a:cubicBezTo>
                    <a:pt x="68974" y="29438"/>
                    <a:pt x="68895" y="29398"/>
                    <a:pt x="68816" y="29398"/>
                  </a:cubicBezTo>
                  <a:close/>
                  <a:moveTo>
                    <a:pt x="64396" y="30405"/>
                  </a:moveTo>
                  <a:cubicBezTo>
                    <a:pt x="64381" y="30405"/>
                    <a:pt x="64367" y="30406"/>
                    <a:pt x="64354" y="30410"/>
                  </a:cubicBezTo>
                  <a:lnTo>
                    <a:pt x="64135" y="30469"/>
                  </a:lnTo>
                  <a:lnTo>
                    <a:pt x="62470" y="30886"/>
                  </a:lnTo>
                  <a:cubicBezTo>
                    <a:pt x="62370" y="30886"/>
                    <a:pt x="62311" y="30985"/>
                    <a:pt x="62351" y="31084"/>
                  </a:cubicBezTo>
                  <a:cubicBezTo>
                    <a:pt x="62351" y="31163"/>
                    <a:pt x="62410" y="31203"/>
                    <a:pt x="62489" y="31203"/>
                  </a:cubicBezTo>
                  <a:lnTo>
                    <a:pt x="62549" y="31183"/>
                  </a:lnTo>
                  <a:lnTo>
                    <a:pt x="64195" y="30787"/>
                  </a:lnTo>
                  <a:lnTo>
                    <a:pt x="64433" y="30707"/>
                  </a:lnTo>
                  <a:cubicBezTo>
                    <a:pt x="64512" y="30707"/>
                    <a:pt x="64572" y="30608"/>
                    <a:pt x="64552" y="30509"/>
                  </a:cubicBezTo>
                  <a:cubicBezTo>
                    <a:pt x="64535" y="30443"/>
                    <a:pt x="64465" y="30405"/>
                    <a:pt x="64396" y="30405"/>
                  </a:cubicBezTo>
                  <a:close/>
                  <a:moveTo>
                    <a:pt x="59994" y="31567"/>
                  </a:moveTo>
                  <a:cubicBezTo>
                    <a:pt x="59974" y="31567"/>
                    <a:pt x="59952" y="31571"/>
                    <a:pt x="59931" y="31580"/>
                  </a:cubicBezTo>
                  <a:lnTo>
                    <a:pt x="58087" y="32195"/>
                  </a:lnTo>
                  <a:cubicBezTo>
                    <a:pt x="57988" y="32234"/>
                    <a:pt x="57948" y="32333"/>
                    <a:pt x="57988" y="32413"/>
                  </a:cubicBezTo>
                  <a:cubicBezTo>
                    <a:pt x="57988" y="32478"/>
                    <a:pt x="58042" y="32517"/>
                    <a:pt x="58095" y="32517"/>
                  </a:cubicBezTo>
                  <a:cubicBezTo>
                    <a:pt x="58106" y="32517"/>
                    <a:pt x="58116" y="32515"/>
                    <a:pt x="58127" y="32512"/>
                  </a:cubicBezTo>
                  <a:lnTo>
                    <a:pt x="58186" y="32512"/>
                  </a:lnTo>
                  <a:lnTo>
                    <a:pt x="60030" y="31897"/>
                  </a:lnTo>
                  <a:cubicBezTo>
                    <a:pt x="60110" y="31877"/>
                    <a:pt x="60149" y="31778"/>
                    <a:pt x="60129" y="31699"/>
                  </a:cubicBezTo>
                  <a:cubicBezTo>
                    <a:pt x="60129" y="31621"/>
                    <a:pt x="60068" y="31567"/>
                    <a:pt x="59994" y="31567"/>
                  </a:cubicBezTo>
                  <a:close/>
                  <a:moveTo>
                    <a:pt x="55702" y="33154"/>
                  </a:moveTo>
                  <a:cubicBezTo>
                    <a:pt x="55683" y="33154"/>
                    <a:pt x="55665" y="33158"/>
                    <a:pt x="55648" y="33166"/>
                  </a:cubicBezTo>
                  <a:cubicBezTo>
                    <a:pt x="55033" y="33444"/>
                    <a:pt x="54438" y="33741"/>
                    <a:pt x="53863" y="34039"/>
                  </a:cubicBezTo>
                  <a:cubicBezTo>
                    <a:pt x="53783" y="34059"/>
                    <a:pt x="53744" y="34158"/>
                    <a:pt x="53783" y="34237"/>
                  </a:cubicBezTo>
                  <a:cubicBezTo>
                    <a:pt x="53803" y="34297"/>
                    <a:pt x="53863" y="34336"/>
                    <a:pt x="53942" y="34336"/>
                  </a:cubicBezTo>
                  <a:lnTo>
                    <a:pt x="54021" y="34316"/>
                  </a:lnTo>
                  <a:lnTo>
                    <a:pt x="55767" y="33464"/>
                  </a:lnTo>
                  <a:cubicBezTo>
                    <a:pt x="55846" y="33424"/>
                    <a:pt x="55886" y="33345"/>
                    <a:pt x="55846" y="33265"/>
                  </a:cubicBezTo>
                  <a:cubicBezTo>
                    <a:pt x="55830" y="33203"/>
                    <a:pt x="55767" y="33154"/>
                    <a:pt x="55702" y="33154"/>
                  </a:cubicBezTo>
                  <a:close/>
                  <a:moveTo>
                    <a:pt x="51683" y="35303"/>
                  </a:moveTo>
                  <a:cubicBezTo>
                    <a:pt x="51654" y="35303"/>
                    <a:pt x="51626" y="35316"/>
                    <a:pt x="51602" y="35348"/>
                  </a:cubicBezTo>
                  <a:cubicBezTo>
                    <a:pt x="51047" y="35705"/>
                    <a:pt x="50511" y="36081"/>
                    <a:pt x="49996" y="36518"/>
                  </a:cubicBezTo>
                  <a:cubicBezTo>
                    <a:pt x="49916" y="36557"/>
                    <a:pt x="49916" y="36676"/>
                    <a:pt x="49976" y="36736"/>
                  </a:cubicBezTo>
                  <a:lnTo>
                    <a:pt x="50095" y="36795"/>
                  </a:lnTo>
                  <a:lnTo>
                    <a:pt x="50194" y="36756"/>
                  </a:lnTo>
                  <a:cubicBezTo>
                    <a:pt x="50690" y="36359"/>
                    <a:pt x="51245" y="36002"/>
                    <a:pt x="51780" y="35625"/>
                  </a:cubicBezTo>
                  <a:cubicBezTo>
                    <a:pt x="51960" y="35593"/>
                    <a:pt x="51816" y="35303"/>
                    <a:pt x="51683" y="35303"/>
                  </a:cubicBezTo>
                  <a:close/>
                  <a:moveTo>
                    <a:pt x="48182" y="38228"/>
                  </a:moveTo>
                  <a:cubicBezTo>
                    <a:pt x="48145" y="38228"/>
                    <a:pt x="48106" y="38244"/>
                    <a:pt x="48072" y="38283"/>
                  </a:cubicBezTo>
                  <a:lnTo>
                    <a:pt x="47775" y="38580"/>
                  </a:lnTo>
                  <a:cubicBezTo>
                    <a:pt x="47418" y="38937"/>
                    <a:pt x="47100" y="39334"/>
                    <a:pt x="46783" y="39770"/>
                  </a:cubicBezTo>
                  <a:cubicBezTo>
                    <a:pt x="46704" y="39830"/>
                    <a:pt x="46723" y="39929"/>
                    <a:pt x="46803" y="39988"/>
                  </a:cubicBezTo>
                  <a:lnTo>
                    <a:pt x="46902" y="40028"/>
                  </a:lnTo>
                  <a:cubicBezTo>
                    <a:pt x="46942" y="40028"/>
                    <a:pt x="47001" y="40008"/>
                    <a:pt x="47021" y="39968"/>
                  </a:cubicBezTo>
                  <a:cubicBezTo>
                    <a:pt x="47338" y="39572"/>
                    <a:pt x="47675" y="39175"/>
                    <a:pt x="48013" y="38798"/>
                  </a:cubicBezTo>
                  <a:lnTo>
                    <a:pt x="48290" y="38501"/>
                  </a:lnTo>
                  <a:cubicBezTo>
                    <a:pt x="48395" y="38381"/>
                    <a:pt x="48296" y="38228"/>
                    <a:pt x="48182" y="38228"/>
                  </a:cubicBezTo>
                  <a:close/>
                  <a:moveTo>
                    <a:pt x="45430" y="41892"/>
                  </a:moveTo>
                  <a:cubicBezTo>
                    <a:pt x="45373" y="41892"/>
                    <a:pt x="45315" y="41918"/>
                    <a:pt x="45276" y="41971"/>
                  </a:cubicBezTo>
                  <a:cubicBezTo>
                    <a:pt x="44958" y="42546"/>
                    <a:pt x="44661" y="43122"/>
                    <a:pt x="44383" y="43716"/>
                  </a:cubicBezTo>
                  <a:cubicBezTo>
                    <a:pt x="44364" y="43796"/>
                    <a:pt x="44383" y="43895"/>
                    <a:pt x="44463" y="43935"/>
                  </a:cubicBezTo>
                  <a:lnTo>
                    <a:pt x="44542" y="43935"/>
                  </a:lnTo>
                  <a:cubicBezTo>
                    <a:pt x="44602" y="43935"/>
                    <a:pt x="44661" y="43895"/>
                    <a:pt x="44701" y="43855"/>
                  </a:cubicBezTo>
                  <a:cubicBezTo>
                    <a:pt x="44958" y="43260"/>
                    <a:pt x="45256" y="42685"/>
                    <a:pt x="45593" y="42150"/>
                  </a:cubicBezTo>
                  <a:cubicBezTo>
                    <a:pt x="45633" y="42051"/>
                    <a:pt x="45613" y="41952"/>
                    <a:pt x="45514" y="41912"/>
                  </a:cubicBezTo>
                  <a:cubicBezTo>
                    <a:pt x="45487" y="41899"/>
                    <a:pt x="45459" y="41892"/>
                    <a:pt x="45430" y="41892"/>
                  </a:cubicBezTo>
                  <a:close/>
                  <a:moveTo>
                    <a:pt x="43607" y="46032"/>
                  </a:moveTo>
                  <a:cubicBezTo>
                    <a:pt x="43538" y="46032"/>
                    <a:pt x="43464" y="46070"/>
                    <a:pt x="43431" y="46136"/>
                  </a:cubicBezTo>
                  <a:cubicBezTo>
                    <a:pt x="43233" y="46751"/>
                    <a:pt x="43055" y="47365"/>
                    <a:pt x="42876" y="48040"/>
                  </a:cubicBezTo>
                  <a:cubicBezTo>
                    <a:pt x="42876" y="48119"/>
                    <a:pt x="42936" y="48198"/>
                    <a:pt x="43015" y="48238"/>
                  </a:cubicBezTo>
                  <a:lnTo>
                    <a:pt x="43055" y="48238"/>
                  </a:lnTo>
                  <a:cubicBezTo>
                    <a:pt x="43134" y="48238"/>
                    <a:pt x="43194" y="48179"/>
                    <a:pt x="43213" y="48119"/>
                  </a:cubicBezTo>
                  <a:cubicBezTo>
                    <a:pt x="43372" y="47465"/>
                    <a:pt x="43550" y="46850"/>
                    <a:pt x="43749" y="46235"/>
                  </a:cubicBezTo>
                  <a:cubicBezTo>
                    <a:pt x="43769" y="46156"/>
                    <a:pt x="43729" y="46057"/>
                    <a:pt x="43650" y="46037"/>
                  </a:cubicBezTo>
                  <a:cubicBezTo>
                    <a:pt x="43636" y="46033"/>
                    <a:pt x="43622" y="46032"/>
                    <a:pt x="43607" y="46032"/>
                  </a:cubicBezTo>
                  <a:close/>
                  <a:moveTo>
                    <a:pt x="42528" y="50475"/>
                  </a:moveTo>
                  <a:cubicBezTo>
                    <a:pt x="42460" y="50475"/>
                    <a:pt x="42398" y="50529"/>
                    <a:pt x="42380" y="50598"/>
                  </a:cubicBezTo>
                  <a:cubicBezTo>
                    <a:pt x="42281" y="51233"/>
                    <a:pt x="42182" y="51887"/>
                    <a:pt x="42142" y="52561"/>
                  </a:cubicBezTo>
                  <a:cubicBezTo>
                    <a:pt x="42123" y="52641"/>
                    <a:pt x="42202" y="52720"/>
                    <a:pt x="42281" y="52720"/>
                  </a:cubicBezTo>
                  <a:cubicBezTo>
                    <a:pt x="42380" y="52720"/>
                    <a:pt x="42460" y="52680"/>
                    <a:pt x="42460" y="52581"/>
                  </a:cubicBezTo>
                  <a:cubicBezTo>
                    <a:pt x="42539" y="51927"/>
                    <a:pt x="42618" y="51292"/>
                    <a:pt x="42718" y="50638"/>
                  </a:cubicBezTo>
                  <a:cubicBezTo>
                    <a:pt x="42718" y="50558"/>
                    <a:pt x="42638" y="50479"/>
                    <a:pt x="42559" y="50479"/>
                  </a:cubicBezTo>
                  <a:cubicBezTo>
                    <a:pt x="42548" y="50476"/>
                    <a:pt x="42538" y="50475"/>
                    <a:pt x="42528" y="50475"/>
                  </a:cubicBezTo>
                  <a:close/>
                  <a:moveTo>
                    <a:pt x="42142" y="55000"/>
                  </a:moveTo>
                  <a:cubicBezTo>
                    <a:pt x="42063" y="55000"/>
                    <a:pt x="41964" y="55080"/>
                    <a:pt x="41964" y="55159"/>
                  </a:cubicBezTo>
                  <a:lnTo>
                    <a:pt x="41964" y="57142"/>
                  </a:lnTo>
                  <a:cubicBezTo>
                    <a:pt x="41964" y="57222"/>
                    <a:pt x="42023" y="57281"/>
                    <a:pt x="42123" y="57281"/>
                  </a:cubicBezTo>
                  <a:cubicBezTo>
                    <a:pt x="42202" y="57281"/>
                    <a:pt x="42281" y="57202"/>
                    <a:pt x="42281" y="57122"/>
                  </a:cubicBezTo>
                  <a:lnTo>
                    <a:pt x="42281" y="55179"/>
                  </a:lnTo>
                  <a:cubicBezTo>
                    <a:pt x="42301" y="55080"/>
                    <a:pt x="42222" y="55000"/>
                    <a:pt x="42142" y="55000"/>
                  </a:cubicBezTo>
                  <a:close/>
                  <a:moveTo>
                    <a:pt x="42221" y="59619"/>
                  </a:moveTo>
                  <a:cubicBezTo>
                    <a:pt x="42152" y="59619"/>
                    <a:pt x="42084" y="59658"/>
                    <a:pt x="42063" y="59740"/>
                  </a:cubicBezTo>
                  <a:cubicBezTo>
                    <a:pt x="42123" y="60395"/>
                    <a:pt x="42162" y="61029"/>
                    <a:pt x="42242" y="61703"/>
                  </a:cubicBezTo>
                  <a:cubicBezTo>
                    <a:pt x="42242" y="61783"/>
                    <a:pt x="42321" y="61842"/>
                    <a:pt x="42420" y="61842"/>
                  </a:cubicBezTo>
                  <a:cubicBezTo>
                    <a:pt x="42519" y="61822"/>
                    <a:pt x="42579" y="61743"/>
                    <a:pt x="42559" y="61684"/>
                  </a:cubicBezTo>
                  <a:cubicBezTo>
                    <a:pt x="42519" y="61009"/>
                    <a:pt x="42440" y="60355"/>
                    <a:pt x="42380" y="59720"/>
                  </a:cubicBezTo>
                  <a:cubicBezTo>
                    <a:pt x="42352" y="59653"/>
                    <a:pt x="42286" y="59619"/>
                    <a:pt x="42221" y="59619"/>
                  </a:cubicBezTo>
                  <a:close/>
                  <a:moveTo>
                    <a:pt x="42718" y="64103"/>
                  </a:moveTo>
                  <a:cubicBezTo>
                    <a:pt x="42618" y="64123"/>
                    <a:pt x="42559" y="64202"/>
                    <a:pt x="42559" y="64301"/>
                  </a:cubicBezTo>
                  <a:lnTo>
                    <a:pt x="42856" y="66245"/>
                  </a:lnTo>
                  <a:cubicBezTo>
                    <a:pt x="42876" y="66304"/>
                    <a:pt x="42956" y="66364"/>
                    <a:pt x="43035" y="66364"/>
                  </a:cubicBezTo>
                  <a:lnTo>
                    <a:pt x="43055" y="66364"/>
                  </a:lnTo>
                  <a:cubicBezTo>
                    <a:pt x="43134" y="66344"/>
                    <a:pt x="43194" y="66265"/>
                    <a:pt x="43174" y="66185"/>
                  </a:cubicBezTo>
                  <a:lnTo>
                    <a:pt x="42876" y="64262"/>
                  </a:lnTo>
                  <a:cubicBezTo>
                    <a:pt x="42876" y="64163"/>
                    <a:pt x="42797" y="64103"/>
                    <a:pt x="42718" y="64103"/>
                  </a:cubicBezTo>
                  <a:close/>
                  <a:moveTo>
                    <a:pt x="43471" y="68650"/>
                  </a:moveTo>
                  <a:cubicBezTo>
                    <a:pt x="43389" y="68650"/>
                    <a:pt x="43312" y="68709"/>
                    <a:pt x="43312" y="68803"/>
                  </a:cubicBezTo>
                  <a:lnTo>
                    <a:pt x="43610" y="70548"/>
                  </a:lnTo>
                  <a:lnTo>
                    <a:pt x="43650" y="70727"/>
                  </a:lnTo>
                  <a:cubicBezTo>
                    <a:pt x="43650" y="70806"/>
                    <a:pt x="43709" y="70866"/>
                    <a:pt x="43808" y="70866"/>
                  </a:cubicBezTo>
                  <a:lnTo>
                    <a:pt x="43828" y="70866"/>
                  </a:lnTo>
                  <a:cubicBezTo>
                    <a:pt x="43907" y="70846"/>
                    <a:pt x="43967" y="70766"/>
                    <a:pt x="43967" y="70667"/>
                  </a:cubicBezTo>
                  <a:lnTo>
                    <a:pt x="43927" y="70489"/>
                  </a:lnTo>
                  <a:lnTo>
                    <a:pt x="43630" y="68744"/>
                  </a:lnTo>
                  <a:cubicBezTo>
                    <a:pt x="43589" y="68679"/>
                    <a:pt x="43529" y="68650"/>
                    <a:pt x="43471" y="68650"/>
                  </a:cubicBezTo>
                  <a:close/>
                  <a:moveTo>
                    <a:pt x="44225" y="73106"/>
                  </a:moveTo>
                  <a:cubicBezTo>
                    <a:pt x="44126" y="73126"/>
                    <a:pt x="44086" y="73206"/>
                    <a:pt x="44106" y="73305"/>
                  </a:cubicBezTo>
                  <a:cubicBezTo>
                    <a:pt x="44205" y="73939"/>
                    <a:pt x="44324" y="74594"/>
                    <a:pt x="44423" y="75228"/>
                  </a:cubicBezTo>
                  <a:cubicBezTo>
                    <a:pt x="44423" y="75308"/>
                    <a:pt x="44502" y="75367"/>
                    <a:pt x="44562" y="75367"/>
                  </a:cubicBezTo>
                  <a:lnTo>
                    <a:pt x="44602" y="75367"/>
                  </a:lnTo>
                  <a:cubicBezTo>
                    <a:pt x="44681" y="75347"/>
                    <a:pt x="44740" y="75268"/>
                    <a:pt x="44740" y="75189"/>
                  </a:cubicBezTo>
                  <a:cubicBezTo>
                    <a:pt x="44641" y="74534"/>
                    <a:pt x="44522" y="73900"/>
                    <a:pt x="44423" y="73245"/>
                  </a:cubicBezTo>
                  <a:cubicBezTo>
                    <a:pt x="44403" y="73166"/>
                    <a:pt x="44304" y="73106"/>
                    <a:pt x="44225" y="73106"/>
                  </a:cubicBezTo>
                  <a:close/>
                  <a:moveTo>
                    <a:pt x="44939" y="77608"/>
                  </a:moveTo>
                  <a:cubicBezTo>
                    <a:pt x="44840" y="77628"/>
                    <a:pt x="44780" y="77727"/>
                    <a:pt x="44780" y="77806"/>
                  </a:cubicBezTo>
                  <a:cubicBezTo>
                    <a:pt x="44879" y="78481"/>
                    <a:pt x="44958" y="79135"/>
                    <a:pt x="45038" y="79750"/>
                  </a:cubicBezTo>
                  <a:cubicBezTo>
                    <a:pt x="45038" y="79829"/>
                    <a:pt x="45097" y="79889"/>
                    <a:pt x="45177" y="79889"/>
                  </a:cubicBezTo>
                  <a:lnTo>
                    <a:pt x="45216" y="79889"/>
                  </a:lnTo>
                  <a:cubicBezTo>
                    <a:pt x="45296" y="79869"/>
                    <a:pt x="45355" y="79790"/>
                    <a:pt x="45355" y="79690"/>
                  </a:cubicBezTo>
                  <a:cubicBezTo>
                    <a:pt x="45276" y="79076"/>
                    <a:pt x="45216" y="78421"/>
                    <a:pt x="45117" y="77767"/>
                  </a:cubicBezTo>
                  <a:cubicBezTo>
                    <a:pt x="45117" y="77668"/>
                    <a:pt x="45038" y="77608"/>
                    <a:pt x="44939" y="77608"/>
                  </a:cubicBezTo>
                  <a:close/>
                  <a:moveTo>
                    <a:pt x="45415" y="82150"/>
                  </a:moveTo>
                  <a:cubicBezTo>
                    <a:pt x="45335" y="82169"/>
                    <a:pt x="45276" y="82249"/>
                    <a:pt x="45256" y="82328"/>
                  </a:cubicBezTo>
                  <a:cubicBezTo>
                    <a:pt x="45315" y="83002"/>
                    <a:pt x="45335" y="83657"/>
                    <a:pt x="45355" y="84291"/>
                  </a:cubicBezTo>
                  <a:cubicBezTo>
                    <a:pt x="45355" y="84371"/>
                    <a:pt x="45434" y="84430"/>
                    <a:pt x="45514" y="84430"/>
                  </a:cubicBezTo>
                  <a:cubicBezTo>
                    <a:pt x="45593" y="84430"/>
                    <a:pt x="45672" y="84371"/>
                    <a:pt x="45672" y="84291"/>
                  </a:cubicBezTo>
                  <a:cubicBezTo>
                    <a:pt x="45653" y="83637"/>
                    <a:pt x="45633" y="82963"/>
                    <a:pt x="45573" y="82308"/>
                  </a:cubicBezTo>
                  <a:cubicBezTo>
                    <a:pt x="45573" y="82209"/>
                    <a:pt x="45494" y="82150"/>
                    <a:pt x="45415" y="82150"/>
                  </a:cubicBezTo>
                  <a:close/>
                  <a:moveTo>
                    <a:pt x="45514" y="86711"/>
                  </a:moveTo>
                  <a:cubicBezTo>
                    <a:pt x="45415" y="86711"/>
                    <a:pt x="45335" y="86790"/>
                    <a:pt x="45335" y="86889"/>
                  </a:cubicBezTo>
                  <a:cubicBezTo>
                    <a:pt x="45315" y="87524"/>
                    <a:pt x="45256" y="88198"/>
                    <a:pt x="45196" y="88813"/>
                  </a:cubicBezTo>
                  <a:cubicBezTo>
                    <a:pt x="45196" y="88912"/>
                    <a:pt x="45236" y="88991"/>
                    <a:pt x="45335" y="88991"/>
                  </a:cubicBezTo>
                  <a:lnTo>
                    <a:pt x="45355" y="88991"/>
                  </a:lnTo>
                  <a:cubicBezTo>
                    <a:pt x="45434" y="88991"/>
                    <a:pt x="45514" y="88932"/>
                    <a:pt x="45514" y="88852"/>
                  </a:cubicBezTo>
                  <a:cubicBezTo>
                    <a:pt x="45573" y="88218"/>
                    <a:pt x="45633" y="87563"/>
                    <a:pt x="45653" y="86889"/>
                  </a:cubicBezTo>
                  <a:cubicBezTo>
                    <a:pt x="45653" y="86810"/>
                    <a:pt x="45593" y="86731"/>
                    <a:pt x="45514" y="86711"/>
                  </a:cubicBezTo>
                  <a:close/>
                  <a:moveTo>
                    <a:pt x="45018" y="91252"/>
                  </a:moveTo>
                  <a:cubicBezTo>
                    <a:pt x="44919" y="91252"/>
                    <a:pt x="44859" y="91312"/>
                    <a:pt x="44840" y="91391"/>
                  </a:cubicBezTo>
                  <a:cubicBezTo>
                    <a:pt x="44721" y="92025"/>
                    <a:pt x="44602" y="92660"/>
                    <a:pt x="44423" y="93315"/>
                  </a:cubicBezTo>
                  <a:cubicBezTo>
                    <a:pt x="44403" y="93394"/>
                    <a:pt x="44463" y="93473"/>
                    <a:pt x="44542" y="93513"/>
                  </a:cubicBezTo>
                  <a:lnTo>
                    <a:pt x="44602" y="93513"/>
                  </a:lnTo>
                  <a:cubicBezTo>
                    <a:pt x="44661" y="93513"/>
                    <a:pt x="44721" y="93453"/>
                    <a:pt x="44740" y="93374"/>
                  </a:cubicBezTo>
                  <a:cubicBezTo>
                    <a:pt x="44879" y="92739"/>
                    <a:pt x="45038" y="92085"/>
                    <a:pt x="45157" y="91450"/>
                  </a:cubicBezTo>
                  <a:cubicBezTo>
                    <a:pt x="45157" y="91351"/>
                    <a:pt x="45097" y="91272"/>
                    <a:pt x="45018" y="91252"/>
                  </a:cubicBezTo>
                  <a:close/>
                  <a:moveTo>
                    <a:pt x="43854" y="95679"/>
                  </a:moveTo>
                  <a:cubicBezTo>
                    <a:pt x="43788" y="95679"/>
                    <a:pt x="43733" y="95720"/>
                    <a:pt x="43689" y="95793"/>
                  </a:cubicBezTo>
                  <a:cubicBezTo>
                    <a:pt x="43511" y="96408"/>
                    <a:pt x="43273" y="97023"/>
                    <a:pt x="43055" y="97618"/>
                  </a:cubicBezTo>
                  <a:cubicBezTo>
                    <a:pt x="43015" y="97697"/>
                    <a:pt x="43055" y="97796"/>
                    <a:pt x="43134" y="97836"/>
                  </a:cubicBezTo>
                  <a:lnTo>
                    <a:pt x="43213" y="97836"/>
                  </a:lnTo>
                  <a:cubicBezTo>
                    <a:pt x="43273" y="97836"/>
                    <a:pt x="43332" y="97796"/>
                    <a:pt x="43352" y="97737"/>
                  </a:cubicBezTo>
                  <a:cubicBezTo>
                    <a:pt x="43590" y="97122"/>
                    <a:pt x="43828" y="96507"/>
                    <a:pt x="44026" y="95893"/>
                  </a:cubicBezTo>
                  <a:cubicBezTo>
                    <a:pt x="44046" y="95793"/>
                    <a:pt x="44007" y="95714"/>
                    <a:pt x="43927" y="95694"/>
                  </a:cubicBezTo>
                  <a:cubicBezTo>
                    <a:pt x="43902" y="95684"/>
                    <a:pt x="43877" y="95679"/>
                    <a:pt x="43854" y="95679"/>
                  </a:cubicBezTo>
                  <a:close/>
                  <a:moveTo>
                    <a:pt x="42153" y="99929"/>
                  </a:moveTo>
                  <a:cubicBezTo>
                    <a:pt x="42092" y="99929"/>
                    <a:pt x="42030" y="99965"/>
                    <a:pt x="42004" y="100017"/>
                  </a:cubicBezTo>
                  <a:cubicBezTo>
                    <a:pt x="41746" y="100593"/>
                    <a:pt x="41448" y="101188"/>
                    <a:pt x="41111" y="101763"/>
                  </a:cubicBezTo>
                  <a:cubicBezTo>
                    <a:pt x="41091" y="101842"/>
                    <a:pt x="41111" y="101941"/>
                    <a:pt x="41191" y="101981"/>
                  </a:cubicBezTo>
                  <a:lnTo>
                    <a:pt x="41270" y="101981"/>
                  </a:lnTo>
                  <a:cubicBezTo>
                    <a:pt x="41329" y="101981"/>
                    <a:pt x="41389" y="101961"/>
                    <a:pt x="41409" y="101901"/>
                  </a:cubicBezTo>
                  <a:cubicBezTo>
                    <a:pt x="41706" y="101326"/>
                    <a:pt x="42043" y="100751"/>
                    <a:pt x="42301" y="100176"/>
                  </a:cubicBezTo>
                  <a:cubicBezTo>
                    <a:pt x="42341" y="100077"/>
                    <a:pt x="42301" y="99978"/>
                    <a:pt x="42242" y="99958"/>
                  </a:cubicBezTo>
                  <a:cubicBezTo>
                    <a:pt x="42215" y="99938"/>
                    <a:pt x="42184" y="99929"/>
                    <a:pt x="42153" y="99929"/>
                  </a:cubicBezTo>
                  <a:close/>
                  <a:moveTo>
                    <a:pt x="39901" y="103899"/>
                  </a:moveTo>
                  <a:cubicBezTo>
                    <a:pt x="39853" y="103899"/>
                    <a:pt x="39813" y="103923"/>
                    <a:pt x="39802" y="103984"/>
                  </a:cubicBezTo>
                  <a:cubicBezTo>
                    <a:pt x="39465" y="104539"/>
                    <a:pt x="39088" y="105074"/>
                    <a:pt x="38712" y="105630"/>
                  </a:cubicBezTo>
                  <a:cubicBezTo>
                    <a:pt x="38672" y="105709"/>
                    <a:pt x="38692" y="105788"/>
                    <a:pt x="38771" y="105848"/>
                  </a:cubicBezTo>
                  <a:lnTo>
                    <a:pt x="38870" y="105848"/>
                  </a:lnTo>
                  <a:cubicBezTo>
                    <a:pt x="38910" y="105848"/>
                    <a:pt x="38969" y="105828"/>
                    <a:pt x="38989" y="105808"/>
                  </a:cubicBezTo>
                  <a:cubicBezTo>
                    <a:pt x="39366" y="105273"/>
                    <a:pt x="39743" y="104717"/>
                    <a:pt x="40080" y="104162"/>
                  </a:cubicBezTo>
                  <a:cubicBezTo>
                    <a:pt x="40209" y="104062"/>
                    <a:pt x="40027" y="103899"/>
                    <a:pt x="39901" y="103899"/>
                  </a:cubicBezTo>
                  <a:close/>
                  <a:moveTo>
                    <a:pt x="37289" y="107605"/>
                  </a:moveTo>
                  <a:cubicBezTo>
                    <a:pt x="37242" y="107605"/>
                    <a:pt x="37198" y="107620"/>
                    <a:pt x="37165" y="107653"/>
                  </a:cubicBezTo>
                  <a:cubicBezTo>
                    <a:pt x="36768" y="108188"/>
                    <a:pt x="36332" y="108684"/>
                    <a:pt x="35915" y="109180"/>
                  </a:cubicBezTo>
                  <a:cubicBezTo>
                    <a:pt x="35856" y="109239"/>
                    <a:pt x="35876" y="109338"/>
                    <a:pt x="35935" y="109398"/>
                  </a:cubicBezTo>
                  <a:cubicBezTo>
                    <a:pt x="35955" y="109418"/>
                    <a:pt x="35995" y="109437"/>
                    <a:pt x="36034" y="109437"/>
                  </a:cubicBezTo>
                  <a:cubicBezTo>
                    <a:pt x="36094" y="109437"/>
                    <a:pt x="36134" y="109418"/>
                    <a:pt x="36173" y="109378"/>
                  </a:cubicBezTo>
                  <a:cubicBezTo>
                    <a:pt x="36590" y="108882"/>
                    <a:pt x="37026" y="108386"/>
                    <a:pt x="37423" y="107890"/>
                  </a:cubicBezTo>
                  <a:cubicBezTo>
                    <a:pt x="37482" y="107811"/>
                    <a:pt x="37462" y="107692"/>
                    <a:pt x="37403" y="107633"/>
                  </a:cubicBezTo>
                  <a:cubicBezTo>
                    <a:pt x="37367" y="107615"/>
                    <a:pt x="37327" y="107605"/>
                    <a:pt x="37289" y="107605"/>
                  </a:cubicBezTo>
                  <a:close/>
                  <a:moveTo>
                    <a:pt x="34266" y="111031"/>
                  </a:moveTo>
                  <a:cubicBezTo>
                    <a:pt x="34228" y="111031"/>
                    <a:pt x="34188" y="111046"/>
                    <a:pt x="34150" y="111083"/>
                  </a:cubicBezTo>
                  <a:cubicBezTo>
                    <a:pt x="33714" y="111520"/>
                    <a:pt x="33238" y="111996"/>
                    <a:pt x="32742" y="112452"/>
                  </a:cubicBezTo>
                  <a:cubicBezTo>
                    <a:pt x="32683" y="112511"/>
                    <a:pt x="32683" y="112591"/>
                    <a:pt x="32742" y="112670"/>
                  </a:cubicBezTo>
                  <a:lnTo>
                    <a:pt x="32861" y="112709"/>
                  </a:lnTo>
                  <a:lnTo>
                    <a:pt x="32961" y="112670"/>
                  </a:lnTo>
                  <a:cubicBezTo>
                    <a:pt x="33456" y="112214"/>
                    <a:pt x="33932" y="111777"/>
                    <a:pt x="34388" y="111301"/>
                  </a:cubicBezTo>
                  <a:cubicBezTo>
                    <a:pt x="34495" y="111195"/>
                    <a:pt x="34392" y="111031"/>
                    <a:pt x="34266" y="111031"/>
                  </a:cubicBezTo>
                  <a:close/>
                  <a:moveTo>
                    <a:pt x="30919" y="114115"/>
                  </a:moveTo>
                  <a:cubicBezTo>
                    <a:pt x="30883" y="114115"/>
                    <a:pt x="30846" y="114130"/>
                    <a:pt x="30819" y="114157"/>
                  </a:cubicBezTo>
                  <a:lnTo>
                    <a:pt x="29292" y="115367"/>
                  </a:lnTo>
                  <a:cubicBezTo>
                    <a:pt x="29232" y="115426"/>
                    <a:pt x="29193" y="115526"/>
                    <a:pt x="29252" y="115625"/>
                  </a:cubicBezTo>
                  <a:lnTo>
                    <a:pt x="29391" y="115664"/>
                  </a:lnTo>
                  <a:lnTo>
                    <a:pt x="29490" y="115645"/>
                  </a:lnTo>
                  <a:cubicBezTo>
                    <a:pt x="30025" y="115248"/>
                    <a:pt x="30521" y="114831"/>
                    <a:pt x="31017" y="114395"/>
                  </a:cubicBezTo>
                  <a:cubicBezTo>
                    <a:pt x="31077" y="114355"/>
                    <a:pt x="31096" y="114237"/>
                    <a:pt x="31037" y="114177"/>
                  </a:cubicBezTo>
                  <a:cubicBezTo>
                    <a:pt x="31005" y="114135"/>
                    <a:pt x="30962" y="114115"/>
                    <a:pt x="30919" y="114115"/>
                  </a:cubicBezTo>
                  <a:close/>
                  <a:moveTo>
                    <a:pt x="27278" y="116860"/>
                  </a:moveTo>
                  <a:cubicBezTo>
                    <a:pt x="27247" y="116860"/>
                    <a:pt x="27216" y="116876"/>
                    <a:pt x="27190" y="116914"/>
                  </a:cubicBezTo>
                  <a:lnTo>
                    <a:pt x="25563" y="117965"/>
                  </a:lnTo>
                  <a:cubicBezTo>
                    <a:pt x="25484" y="118024"/>
                    <a:pt x="25464" y="118143"/>
                    <a:pt x="25504" y="118223"/>
                  </a:cubicBezTo>
                  <a:cubicBezTo>
                    <a:pt x="25544" y="118262"/>
                    <a:pt x="25603" y="118282"/>
                    <a:pt x="25663" y="118302"/>
                  </a:cubicBezTo>
                  <a:lnTo>
                    <a:pt x="25722" y="118262"/>
                  </a:lnTo>
                  <a:lnTo>
                    <a:pt x="27368" y="117172"/>
                  </a:lnTo>
                  <a:cubicBezTo>
                    <a:pt x="27545" y="117139"/>
                    <a:pt x="27409" y="116860"/>
                    <a:pt x="27278" y="116860"/>
                  </a:cubicBezTo>
                  <a:close/>
                  <a:moveTo>
                    <a:pt x="23367" y="119328"/>
                  </a:moveTo>
                  <a:cubicBezTo>
                    <a:pt x="23353" y="119328"/>
                    <a:pt x="23338" y="119329"/>
                    <a:pt x="23322" y="119333"/>
                  </a:cubicBezTo>
                  <a:lnTo>
                    <a:pt x="21617" y="120245"/>
                  </a:lnTo>
                  <a:cubicBezTo>
                    <a:pt x="21538" y="120305"/>
                    <a:pt x="21518" y="120384"/>
                    <a:pt x="21538" y="120483"/>
                  </a:cubicBezTo>
                  <a:cubicBezTo>
                    <a:pt x="21557" y="120523"/>
                    <a:pt x="21617" y="120563"/>
                    <a:pt x="21696" y="120583"/>
                  </a:cubicBezTo>
                  <a:lnTo>
                    <a:pt x="21756" y="120543"/>
                  </a:lnTo>
                  <a:cubicBezTo>
                    <a:pt x="22351" y="120245"/>
                    <a:pt x="22926" y="119928"/>
                    <a:pt x="23501" y="119611"/>
                  </a:cubicBezTo>
                  <a:cubicBezTo>
                    <a:pt x="23573" y="119485"/>
                    <a:pt x="23499" y="119328"/>
                    <a:pt x="23367" y="119328"/>
                  </a:cubicBezTo>
                  <a:close/>
                  <a:moveTo>
                    <a:pt x="19343" y="121409"/>
                  </a:moveTo>
                  <a:cubicBezTo>
                    <a:pt x="19321" y="121409"/>
                    <a:pt x="19299" y="121411"/>
                    <a:pt x="19277" y="121415"/>
                  </a:cubicBezTo>
                  <a:cubicBezTo>
                    <a:pt x="18722" y="121713"/>
                    <a:pt x="18127" y="121991"/>
                    <a:pt x="17532" y="122229"/>
                  </a:cubicBezTo>
                  <a:cubicBezTo>
                    <a:pt x="17452" y="122288"/>
                    <a:pt x="17413" y="122367"/>
                    <a:pt x="17433" y="122466"/>
                  </a:cubicBezTo>
                  <a:cubicBezTo>
                    <a:pt x="17472" y="122506"/>
                    <a:pt x="17532" y="122546"/>
                    <a:pt x="17591" y="122566"/>
                  </a:cubicBezTo>
                  <a:lnTo>
                    <a:pt x="17651" y="122526"/>
                  </a:lnTo>
                  <a:cubicBezTo>
                    <a:pt x="18246" y="122288"/>
                    <a:pt x="18841" y="122010"/>
                    <a:pt x="19436" y="121713"/>
                  </a:cubicBezTo>
                  <a:cubicBezTo>
                    <a:pt x="19515" y="121673"/>
                    <a:pt x="19535" y="121594"/>
                    <a:pt x="19515" y="121515"/>
                  </a:cubicBezTo>
                  <a:cubicBezTo>
                    <a:pt x="19484" y="121438"/>
                    <a:pt x="19418" y="121409"/>
                    <a:pt x="19343" y="121409"/>
                  </a:cubicBezTo>
                  <a:close/>
                  <a:moveTo>
                    <a:pt x="15196" y="123240"/>
                  </a:moveTo>
                  <a:cubicBezTo>
                    <a:pt x="15167" y="123240"/>
                    <a:pt x="15139" y="123247"/>
                    <a:pt x="15112" y="123260"/>
                  </a:cubicBezTo>
                  <a:lnTo>
                    <a:pt x="13288" y="123954"/>
                  </a:lnTo>
                  <a:cubicBezTo>
                    <a:pt x="13208" y="123974"/>
                    <a:pt x="13169" y="124053"/>
                    <a:pt x="13189" y="124152"/>
                  </a:cubicBezTo>
                  <a:cubicBezTo>
                    <a:pt x="13208" y="124212"/>
                    <a:pt x="13288" y="124271"/>
                    <a:pt x="13367" y="124271"/>
                  </a:cubicBezTo>
                  <a:lnTo>
                    <a:pt x="13407" y="124251"/>
                  </a:lnTo>
                  <a:lnTo>
                    <a:pt x="15251" y="123557"/>
                  </a:lnTo>
                  <a:cubicBezTo>
                    <a:pt x="15330" y="123498"/>
                    <a:pt x="15370" y="123418"/>
                    <a:pt x="15350" y="123319"/>
                  </a:cubicBezTo>
                  <a:cubicBezTo>
                    <a:pt x="15311" y="123266"/>
                    <a:pt x="15253" y="123240"/>
                    <a:pt x="15196" y="123240"/>
                  </a:cubicBezTo>
                  <a:close/>
                  <a:moveTo>
                    <a:pt x="10871" y="124782"/>
                  </a:moveTo>
                  <a:cubicBezTo>
                    <a:pt x="10857" y="124782"/>
                    <a:pt x="10842" y="124783"/>
                    <a:pt x="10829" y="124787"/>
                  </a:cubicBezTo>
                  <a:lnTo>
                    <a:pt x="8965" y="125382"/>
                  </a:lnTo>
                  <a:cubicBezTo>
                    <a:pt x="8885" y="125421"/>
                    <a:pt x="8846" y="125501"/>
                    <a:pt x="8865" y="125580"/>
                  </a:cubicBezTo>
                  <a:cubicBezTo>
                    <a:pt x="8885" y="125659"/>
                    <a:pt x="8945" y="125699"/>
                    <a:pt x="9024" y="125699"/>
                  </a:cubicBezTo>
                  <a:lnTo>
                    <a:pt x="9064" y="125699"/>
                  </a:lnTo>
                  <a:lnTo>
                    <a:pt x="10928" y="125104"/>
                  </a:lnTo>
                  <a:cubicBezTo>
                    <a:pt x="11027" y="125084"/>
                    <a:pt x="11087" y="124985"/>
                    <a:pt x="11047" y="124886"/>
                  </a:cubicBezTo>
                  <a:cubicBezTo>
                    <a:pt x="11014" y="124820"/>
                    <a:pt x="10940" y="124782"/>
                    <a:pt x="10871" y="124782"/>
                  </a:cubicBezTo>
                  <a:close/>
                  <a:moveTo>
                    <a:pt x="6503" y="126092"/>
                  </a:moveTo>
                  <a:cubicBezTo>
                    <a:pt x="6491" y="126092"/>
                    <a:pt x="6479" y="126093"/>
                    <a:pt x="6466" y="126096"/>
                  </a:cubicBezTo>
                  <a:lnTo>
                    <a:pt x="4582" y="126591"/>
                  </a:lnTo>
                  <a:cubicBezTo>
                    <a:pt x="4503" y="126611"/>
                    <a:pt x="4443" y="126710"/>
                    <a:pt x="4463" y="126790"/>
                  </a:cubicBezTo>
                  <a:cubicBezTo>
                    <a:pt x="4483" y="126869"/>
                    <a:pt x="4562" y="126909"/>
                    <a:pt x="4641" y="126929"/>
                  </a:cubicBezTo>
                  <a:lnTo>
                    <a:pt x="4661" y="126929"/>
                  </a:lnTo>
                  <a:lnTo>
                    <a:pt x="6565" y="126433"/>
                  </a:lnTo>
                  <a:cubicBezTo>
                    <a:pt x="6644" y="126393"/>
                    <a:pt x="6684" y="126314"/>
                    <a:pt x="6664" y="126234"/>
                  </a:cubicBezTo>
                  <a:cubicBezTo>
                    <a:pt x="6647" y="126148"/>
                    <a:pt x="6584" y="126092"/>
                    <a:pt x="6503" y="126092"/>
                  </a:cubicBezTo>
                  <a:close/>
                  <a:moveTo>
                    <a:pt x="2103" y="127221"/>
                  </a:moveTo>
                  <a:cubicBezTo>
                    <a:pt x="2090" y="127221"/>
                    <a:pt x="2076" y="127223"/>
                    <a:pt x="2063" y="127226"/>
                  </a:cubicBezTo>
                  <a:lnTo>
                    <a:pt x="140" y="127623"/>
                  </a:lnTo>
                  <a:cubicBezTo>
                    <a:pt x="60" y="127642"/>
                    <a:pt x="1" y="127722"/>
                    <a:pt x="21" y="127821"/>
                  </a:cubicBezTo>
                  <a:cubicBezTo>
                    <a:pt x="40" y="127880"/>
                    <a:pt x="100" y="127940"/>
                    <a:pt x="179" y="127940"/>
                  </a:cubicBezTo>
                  <a:lnTo>
                    <a:pt x="199" y="127940"/>
                  </a:lnTo>
                  <a:lnTo>
                    <a:pt x="2123" y="127523"/>
                  </a:lnTo>
                  <a:cubicBezTo>
                    <a:pt x="2202" y="127523"/>
                    <a:pt x="2262" y="127424"/>
                    <a:pt x="2262" y="127345"/>
                  </a:cubicBezTo>
                  <a:cubicBezTo>
                    <a:pt x="2229" y="127262"/>
                    <a:pt x="2168" y="127221"/>
                    <a:pt x="2103" y="127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0" y="2260600"/>
            <a:ext cx="4284020" cy="4597400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31848" y="4318162"/>
            <a:ext cx="1757636" cy="9648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68%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1"/>
          <p:cNvSpPr txBox="1">
            <a:spLocks noChangeArrowheads="1"/>
          </p:cNvSpPr>
          <p:nvPr/>
        </p:nvSpPr>
        <p:spPr bwMode="auto">
          <a:xfrm>
            <a:off x="3293443" y="4086574"/>
            <a:ext cx="94530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难点分析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13" name="图片 12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14" name="图片 13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sp>
        <p:nvSpPr>
          <p:cNvPr id="72" name="textbox 72"/>
          <p:cNvSpPr/>
          <p:nvPr/>
        </p:nvSpPr>
        <p:spPr>
          <a:xfrm>
            <a:off x="929496" y="989228"/>
            <a:ext cx="3550920" cy="3484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" algn="l" rtl="0" eaLnBrk="0">
              <a:lnSpc>
                <a:spcPct val="82000"/>
              </a:lnSpc>
            </a:pPr>
            <a:r>
              <a:rPr sz="1700" b="1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设置</a:t>
            </a:r>
            <a:r>
              <a:rPr sz="1800" b="1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figure</a:t>
            </a:r>
            <a:r>
              <a:rPr sz="1700" b="1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的名称，背景颜色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indent="635" algn="l" rtl="0" eaLnBrk="0">
              <a:lnSpc>
                <a:spcPct val="145000"/>
              </a:lnSpc>
              <a:spcBef>
                <a:spcPts val="285"/>
              </a:spcBef>
            </a:pP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添加标题，设置坐标轴的范围，坐</a:t>
            </a: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标轴的注释，打开网格线，去掉</a:t>
            </a:r>
            <a:r>
              <a:rPr sz="1800" b="1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Box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设置坐标轴的刻度，</a:t>
            </a:r>
            <a:r>
              <a:rPr sz="1800" b="1" i="1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</a:t>
            </a:r>
            <a:r>
              <a:rPr sz="1800" b="1" i="1" kern="0" spc="2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轴间隔为</a:t>
            </a:r>
            <a:r>
              <a:rPr sz="1800" b="1" i="1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800" b="1" i="1" kern="0" spc="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</a:t>
            </a:r>
            <a:r>
              <a:rPr sz="1700" b="1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轴间隔为</a:t>
            </a:r>
            <a:r>
              <a:rPr sz="1800" b="1" i="1" kern="0" spc="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0.2</a:t>
            </a:r>
            <a:endParaRPr sz="1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38735" indent="-23495" algn="l" rtl="0" eaLnBrk="0">
              <a:lnSpc>
                <a:spcPct val="150000"/>
              </a:lnSpc>
              <a:spcBef>
                <a:spcPts val="245"/>
              </a:spcBef>
            </a:pP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设置曲线的线型为中心线，线宽为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800" b="1" i="1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2.0</a:t>
            </a: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，颜色为品红色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335" indent="1270" algn="l" rtl="0" eaLnBrk="0">
              <a:lnSpc>
                <a:spcPct val="149000"/>
              </a:lnSpc>
              <a:spcBef>
                <a:spcPts val="15"/>
              </a:spcBef>
            </a:pP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设置曲线的标记为方块，大小为</a:t>
            </a:r>
            <a:r>
              <a:rPr sz="1800" b="1" i="1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</a:t>
            </a: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填充色为蓝色，边框颜色为黑色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4748049" y="882746"/>
            <a:ext cx="4483100" cy="50819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" algn="l" rtl="0" eaLnBrk="0">
              <a:lnSpc>
                <a:spcPct val="95000"/>
              </a:lnSpc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fig</a:t>
            </a: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=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figure</a:t>
            </a: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1700" b="1" kern="0" spc="2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'</a:t>
            </a:r>
            <a:r>
              <a:rPr sz="1700" b="1" kern="0" spc="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Name</a:t>
            </a:r>
            <a:r>
              <a:rPr sz="1700" b="1" kern="0" spc="2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'</a:t>
            </a: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</a:t>
            </a:r>
            <a:r>
              <a:rPr sz="1700" b="1" kern="0" spc="2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'</a:t>
            </a:r>
            <a:r>
              <a:rPr sz="1700" b="1" kern="0" spc="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sine</a:t>
            </a:r>
            <a:r>
              <a:rPr sz="1700" b="1" kern="0" spc="2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b="1" kern="0" spc="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Curve</a:t>
            </a:r>
            <a:r>
              <a:rPr sz="1700" b="1" kern="0" spc="13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b="1" kern="0" spc="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on</a:t>
            </a:r>
            <a:r>
              <a:rPr sz="1700" b="1" kern="0" spc="20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b="1" kern="0" spc="2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[0,</a:t>
            </a:r>
            <a:r>
              <a:rPr sz="1700" b="1" kern="0" spc="6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b="1" kern="0" spc="2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2*</a:t>
            </a:r>
            <a:r>
              <a:rPr sz="1700" b="1" kern="0" spc="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pi</a:t>
            </a:r>
            <a:r>
              <a:rPr sz="1700" b="1" kern="0" spc="2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]'</a:t>
            </a: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b="1" kern="0" spc="20" dirty="0">
                <a:solidFill>
                  <a:srgbClr val="0000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...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693420" algn="l" rtl="0" eaLnBrk="0">
              <a:lnSpc>
                <a:spcPct val="95000"/>
              </a:lnSpc>
              <a:spcBef>
                <a:spcPts val="160"/>
              </a:spcBef>
            </a:pPr>
            <a:r>
              <a:rPr sz="1700" b="1" kern="0" spc="1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'</a:t>
            </a:r>
            <a:r>
              <a:rPr sz="1700" b="1" kern="0" spc="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Color</a:t>
            </a:r>
            <a:r>
              <a:rPr sz="1700" b="1" kern="0" spc="1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'</a:t>
            </a: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</a:t>
            </a:r>
            <a:r>
              <a:rPr sz="1700" b="1" kern="0" spc="1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[0.5, 0.5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0.5]);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5875" algn="l" rtl="0" eaLnBrk="0">
              <a:lnSpc>
                <a:spcPts val="2110"/>
              </a:lnSpc>
            </a:pP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 =</a:t>
            </a:r>
            <a:r>
              <a:rPr sz="1700" b="1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0:0.1:2*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pi</a:t>
            </a: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;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2700" algn="l" rtl="0" eaLnBrk="0">
              <a:lnSpc>
                <a:spcPct val="95000"/>
              </a:lnSpc>
              <a:spcBef>
                <a:spcPts val="160"/>
              </a:spcBef>
            </a:pP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 =</a:t>
            </a:r>
            <a:r>
              <a:rPr sz="1700" b="1" kern="0" spc="1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sin</a:t>
            </a: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(x);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25400" indent="-10795" algn="l" rtl="0" eaLnBrk="0">
              <a:lnSpc>
                <a:spcPct val="101000"/>
              </a:lnSpc>
              <a:spcBef>
                <a:spcPts val="170"/>
              </a:spcBef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plot</a:t>
            </a: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(x, y, </a:t>
            </a:r>
            <a:r>
              <a:rPr sz="1700" b="1" kern="0" spc="2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'--m'</a:t>
            </a: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</a:t>
            </a:r>
            <a:r>
              <a:rPr sz="1700" b="1" kern="0" spc="2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'</a:t>
            </a:r>
            <a:r>
              <a:rPr sz="1700" b="1" kern="0" spc="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LineWidth</a:t>
            </a:r>
            <a:r>
              <a:rPr sz="1700" b="1" kern="0" spc="2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'</a:t>
            </a: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2.0,</a:t>
            </a:r>
            <a:r>
              <a:rPr sz="1700" b="1" kern="0" spc="1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b="1" kern="0" spc="2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'</a:t>
            </a:r>
            <a:r>
              <a:rPr sz="1700" b="1" kern="0" spc="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Marker</a:t>
            </a:r>
            <a:r>
              <a:rPr sz="1700" b="1" kern="0" spc="2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'</a:t>
            </a: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</a:t>
            </a:r>
            <a:r>
              <a:rPr sz="1700" b="1" kern="0" spc="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b="1" kern="0" spc="1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's'</a:t>
            </a: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1700" b="1" kern="0" spc="4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'</a:t>
            </a:r>
            <a:r>
              <a:rPr sz="1700" b="1" kern="0" spc="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MarkerSize</a:t>
            </a:r>
            <a:r>
              <a:rPr sz="1700" b="1" kern="0" spc="4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'</a:t>
            </a: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10,</a:t>
            </a:r>
            <a:r>
              <a:rPr sz="1700" b="1" kern="0" spc="1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b="1" kern="0" spc="4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'</a:t>
            </a:r>
            <a:r>
              <a:rPr sz="1700" b="1" kern="0" spc="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MarkerFaceColor</a:t>
            </a:r>
            <a:r>
              <a:rPr sz="1700" b="1" kern="0" spc="4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'</a:t>
            </a: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</a:t>
            </a:r>
            <a:r>
              <a:rPr sz="1700" b="1" kern="0" spc="1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b="1" kern="0" spc="4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'</a:t>
            </a:r>
            <a:r>
              <a:rPr sz="1700" b="1" kern="0" spc="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blue</a:t>
            </a:r>
            <a:r>
              <a:rPr sz="1700" b="1" kern="0" spc="4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'</a:t>
            </a: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</a:t>
            </a:r>
            <a:r>
              <a:rPr sz="1700" b="1" kern="0" spc="5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'</a:t>
            </a:r>
            <a:r>
              <a:rPr sz="1700" b="1" kern="0" spc="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MarkerEdgeColor</a:t>
            </a:r>
            <a:r>
              <a:rPr sz="1700" b="1" kern="0" spc="5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'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</a:t>
            </a:r>
            <a:r>
              <a:rPr sz="1700" b="1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b="1" kern="0" spc="5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'</a:t>
            </a:r>
            <a:r>
              <a:rPr sz="1700" b="1" kern="0" spc="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black</a:t>
            </a:r>
            <a:r>
              <a:rPr sz="1700" b="1" kern="0" spc="5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'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);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3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algn="l" rtl="0" eaLnBrk="0">
              <a:lnSpc>
                <a:spcPct val="97000"/>
              </a:lnSpc>
              <a:spcBef>
                <a:spcPts val="510"/>
              </a:spcBef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title</a:t>
            </a: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(‘</a:t>
            </a:r>
            <a:r>
              <a:rPr sz="1700" b="1" kern="0" spc="30" dirty="0">
                <a:solidFill>
                  <a:srgbClr val="A020F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正弦曲线</a:t>
            </a:r>
            <a:r>
              <a:rPr sz="1700" b="1" kern="0" spc="3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’</a:t>
            </a: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);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5875" algn="l" rtl="0" eaLnBrk="0">
              <a:lnSpc>
                <a:spcPct val="95000"/>
              </a:lnSpc>
              <a:spcBef>
                <a:spcPts val="185"/>
              </a:spcBef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xlabel</a:t>
            </a: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1700" b="1" kern="0" spc="3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'x'</a:t>
            </a: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);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2700" algn="l" rtl="0" eaLnBrk="0">
              <a:lnSpc>
                <a:spcPct val="95000"/>
              </a:lnSpc>
              <a:spcBef>
                <a:spcPts val="160"/>
              </a:spcBef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ylabel</a:t>
            </a: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1700" b="1" kern="0" spc="3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'y'</a:t>
            </a: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);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9050" algn="l" rtl="0" eaLnBrk="0">
              <a:lnSpc>
                <a:spcPts val="2110"/>
              </a:lnSpc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grid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b="1" kern="0" spc="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on</a:t>
            </a: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;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4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95000"/>
              </a:lnSpc>
              <a:spcBef>
                <a:spcPts val="510"/>
              </a:spcBef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xlim</a:t>
            </a: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([0, 2*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pi</a:t>
            </a: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]);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2700" algn="l" rtl="0" eaLnBrk="0">
              <a:lnSpc>
                <a:spcPct val="95000"/>
              </a:lnSpc>
              <a:spcBef>
                <a:spcPts val="175"/>
              </a:spcBef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ylim</a:t>
            </a: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([-1,</a:t>
            </a:r>
            <a:r>
              <a:rPr sz="1700" b="1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b="1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1]);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4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95000"/>
              </a:lnSpc>
              <a:spcBef>
                <a:spcPts val="510"/>
              </a:spcBef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xticks</a:t>
            </a: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(0:1:2*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pi</a:t>
            </a: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);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2700" algn="l" rtl="0" eaLnBrk="0">
              <a:lnSpc>
                <a:spcPct val="95000"/>
              </a:lnSpc>
              <a:spcBef>
                <a:spcPts val="175"/>
              </a:spcBef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yticks</a:t>
            </a: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(-1:0.2:1);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5240" algn="l" rtl="0" eaLnBrk="0">
              <a:lnSpc>
                <a:spcPct val="95000"/>
              </a:lnSpc>
              <a:spcBef>
                <a:spcPts val="160"/>
              </a:spcBef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box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b="1" kern="0" spc="0" dirty="0">
                <a:solidFill>
                  <a:srgbClr val="A02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off</a:t>
            </a:r>
            <a:r>
              <a:rPr sz="1700" b="1"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;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78" name="picture 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411720" y="2778760"/>
            <a:ext cx="5371465" cy="3432175"/>
          </a:xfrm>
          <a:prstGeom prst="rect">
            <a:avLst/>
          </a:prstGeom>
        </p:spPr>
      </p:pic>
      <p:grpSp>
        <p:nvGrpSpPr>
          <p:cNvPr id="4521" name="Google Shape;4521;p69"/>
          <p:cNvGrpSpPr/>
          <p:nvPr/>
        </p:nvGrpSpPr>
        <p:grpSpPr>
          <a:xfrm flipH="1">
            <a:off x="1043081" y="4808785"/>
            <a:ext cx="1091382" cy="1155725"/>
            <a:chOff x="2958275" y="539500"/>
            <a:chExt cx="1091382" cy="1155725"/>
          </a:xfrm>
        </p:grpSpPr>
        <p:grpSp>
          <p:nvGrpSpPr>
            <p:cNvPr id="4522" name="Google Shape;4522;p69"/>
            <p:cNvGrpSpPr/>
            <p:nvPr/>
          </p:nvGrpSpPr>
          <p:grpSpPr>
            <a:xfrm>
              <a:off x="3170379" y="1212137"/>
              <a:ext cx="879278" cy="483088"/>
              <a:chOff x="2296950" y="3661600"/>
              <a:chExt cx="616475" cy="338700"/>
            </a:xfrm>
          </p:grpSpPr>
          <p:sp>
            <p:nvSpPr>
              <p:cNvPr id="4523" name="Google Shape;4523;p69"/>
              <p:cNvSpPr/>
              <p:nvPr/>
            </p:nvSpPr>
            <p:spPr>
              <a:xfrm>
                <a:off x="2510075" y="3661600"/>
                <a:ext cx="402675" cy="97750"/>
              </a:xfrm>
              <a:custGeom>
                <a:avLst/>
                <a:gdLst/>
                <a:ahLst/>
                <a:cxnLst/>
                <a:rect l="l" t="t" r="r" b="b"/>
                <a:pathLst>
                  <a:path w="16107" h="3910" extrusionOk="0">
                    <a:moveTo>
                      <a:pt x="4306" y="700"/>
                    </a:moveTo>
                    <a:lnTo>
                      <a:pt x="13180" y="2635"/>
                    </a:lnTo>
                    <a:lnTo>
                      <a:pt x="1346" y="3189"/>
                    </a:lnTo>
                    <a:lnTo>
                      <a:pt x="4306" y="700"/>
                    </a:lnTo>
                    <a:close/>
                    <a:moveTo>
                      <a:pt x="4216" y="0"/>
                    </a:moveTo>
                    <a:cubicBezTo>
                      <a:pt x="4136" y="0"/>
                      <a:pt x="4058" y="29"/>
                      <a:pt x="3998" y="83"/>
                    </a:cubicBezTo>
                    <a:lnTo>
                      <a:pt x="152" y="3314"/>
                    </a:lnTo>
                    <a:cubicBezTo>
                      <a:pt x="42" y="3405"/>
                      <a:pt x="0" y="3560"/>
                      <a:pt x="56" y="3696"/>
                    </a:cubicBezTo>
                    <a:cubicBezTo>
                      <a:pt x="103" y="3823"/>
                      <a:pt x="227" y="3909"/>
                      <a:pt x="368" y="3909"/>
                    </a:cubicBezTo>
                    <a:lnTo>
                      <a:pt x="385" y="3909"/>
                    </a:lnTo>
                    <a:lnTo>
                      <a:pt x="15768" y="3189"/>
                    </a:lnTo>
                    <a:cubicBezTo>
                      <a:pt x="15937" y="3184"/>
                      <a:pt x="16078" y="3051"/>
                      <a:pt x="16092" y="2882"/>
                    </a:cubicBezTo>
                    <a:cubicBezTo>
                      <a:pt x="16106" y="2713"/>
                      <a:pt x="15990" y="2558"/>
                      <a:pt x="15824" y="2525"/>
                    </a:cubicBezTo>
                    <a:lnTo>
                      <a:pt x="4286" y="8"/>
                    </a:lnTo>
                    <a:cubicBezTo>
                      <a:pt x="4263" y="3"/>
                      <a:pt x="4240" y="0"/>
                      <a:pt x="42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69"/>
              <p:cNvSpPr/>
              <p:nvPr/>
            </p:nvSpPr>
            <p:spPr>
              <a:xfrm>
                <a:off x="2296950" y="3724500"/>
                <a:ext cx="616275" cy="210650"/>
              </a:xfrm>
              <a:custGeom>
                <a:avLst/>
                <a:gdLst/>
                <a:ahLst/>
                <a:cxnLst/>
                <a:rect l="l" t="t" r="r" b="b"/>
                <a:pathLst>
                  <a:path w="24651" h="8426" extrusionOk="0">
                    <a:moveTo>
                      <a:pt x="20027" y="1363"/>
                    </a:moveTo>
                    <a:lnTo>
                      <a:pt x="2334" y="7100"/>
                    </a:lnTo>
                    <a:lnTo>
                      <a:pt x="7528" y="3373"/>
                    </a:lnTo>
                    <a:lnTo>
                      <a:pt x="20027" y="1363"/>
                    </a:lnTo>
                    <a:close/>
                    <a:moveTo>
                      <a:pt x="24283" y="1"/>
                    </a:moveTo>
                    <a:cubicBezTo>
                      <a:pt x="24264" y="1"/>
                      <a:pt x="24244" y="3"/>
                      <a:pt x="24224" y="6"/>
                    </a:cubicBezTo>
                    <a:lnTo>
                      <a:pt x="7346" y="2722"/>
                    </a:lnTo>
                    <a:cubicBezTo>
                      <a:pt x="7293" y="2730"/>
                      <a:pt x="7243" y="2750"/>
                      <a:pt x="7204" y="2780"/>
                    </a:cubicBezTo>
                    <a:lnTo>
                      <a:pt x="180" y="7817"/>
                    </a:lnTo>
                    <a:cubicBezTo>
                      <a:pt x="44" y="7914"/>
                      <a:pt x="0" y="8094"/>
                      <a:pt x="78" y="8243"/>
                    </a:cubicBezTo>
                    <a:cubicBezTo>
                      <a:pt x="136" y="8354"/>
                      <a:pt x="252" y="8426"/>
                      <a:pt x="379" y="8426"/>
                    </a:cubicBezTo>
                    <a:cubicBezTo>
                      <a:pt x="413" y="8426"/>
                      <a:pt x="449" y="8420"/>
                      <a:pt x="482" y="8409"/>
                    </a:cubicBezTo>
                    <a:lnTo>
                      <a:pt x="24385" y="657"/>
                    </a:lnTo>
                    <a:cubicBezTo>
                      <a:pt x="24551" y="601"/>
                      <a:pt x="24651" y="427"/>
                      <a:pt x="24606" y="255"/>
                    </a:cubicBezTo>
                    <a:cubicBezTo>
                      <a:pt x="24569" y="103"/>
                      <a:pt x="24435" y="1"/>
                      <a:pt x="242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69"/>
              <p:cNvSpPr/>
              <p:nvPr/>
            </p:nvSpPr>
            <p:spPr>
              <a:xfrm>
                <a:off x="2510825" y="3724575"/>
                <a:ext cx="401925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16077" h="3146" extrusionOk="0">
                    <a:moveTo>
                      <a:pt x="9783" y="950"/>
                    </a:moveTo>
                    <a:lnTo>
                      <a:pt x="676" y="2415"/>
                    </a:lnTo>
                    <a:lnTo>
                      <a:pt x="676" y="1376"/>
                    </a:lnTo>
                    <a:lnTo>
                      <a:pt x="9783" y="950"/>
                    </a:lnTo>
                    <a:close/>
                    <a:moveTo>
                      <a:pt x="15719" y="0"/>
                    </a:moveTo>
                    <a:cubicBezTo>
                      <a:pt x="15715" y="0"/>
                      <a:pt x="15712" y="0"/>
                      <a:pt x="15708" y="0"/>
                    </a:cubicBezTo>
                    <a:lnTo>
                      <a:pt x="325" y="720"/>
                    </a:lnTo>
                    <a:cubicBezTo>
                      <a:pt x="142" y="726"/>
                      <a:pt x="1" y="875"/>
                      <a:pt x="1" y="1055"/>
                    </a:cubicBezTo>
                    <a:lnTo>
                      <a:pt x="1" y="2811"/>
                    </a:lnTo>
                    <a:cubicBezTo>
                      <a:pt x="1" y="2907"/>
                      <a:pt x="42" y="3002"/>
                      <a:pt x="120" y="3065"/>
                    </a:cubicBezTo>
                    <a:cubicBezTo>
                      <a:pt x="181" y="3118"/>
                      <a:pt x="258" y="3146"/>
                      <a:pt x="338" y="3146"/>
                    </a:cubicBezTo>
                    <a:lnTo>
                      <a:pt x="394" y="3143"/>
                    </a:lnTo>
                    <a:lnTo>
                      <a:pt x="15777" y="667"/>
                    </a:lnTo>
                    <a:cubicBezTo>
                      <a:pt x="15954" y="640"/>
                      <a:pt x="16076" y="476"/>
                      <a:pt x="16057" y="299"/>
                    </a:cubicBezTo>
                    <a:cubicBezTo>
                      <a:pt x="16035" y="128"/>
                      <a:pt x="15891" y="0"/>
                      <a:pt x="157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69"/>
              <p:cNvSpPr/>
              <p:nvPr/>
            </p:nvSpPr>
            <p:spPr>
              <a:xfrm>
                <a:off x="2482025" y="3724450"/>
                <a:ext cx="431400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11034" extrusionOk="0">
                    <a:moveTo>
                      <a:pt x="14387" y="1500"/>
                    </a:moveTo>
                    <a:lnTo>
                      <a:pt x="676" y="10089"/>
                    </a:lnTo>
                    <a:lnTo>
                      <a:pt x="676" y="5947"/>
                    </a:lnTo>
                    <a:lnTo>
                      <a:pt x="14387" y="1500"/>
                    </a:lnTo>
                    <a:close/>
                    <a:moveTo>
                      <a:pt x="16882" y="1"/>
                    </a:moveTo>
                    <a:cubicBezTo>
                      <a:pt x="16846" y="1"/>
                      <a:pt x="16810" y="7"/>
                      <a:pt x="16774" y="19"/>
                    </a:cubicBezTo>
                    <a:lnTo>
                      <a:pt x="236" y="5382"/>
                    </a:lnTo>
                    <a:cubicBezTo>
                      <a:pt x="98" y="5426"/>
                      <a:pt x="4" y="5554"/>
                      <a:pt x="1" y="5701"/>
                    </a:cubicBezTo>
                    <a:lnTo>
                      <a:pt x="1" y="10695"/>
                    </a:lnTo>
                    <a:cubicBezTo>
                      <a:pt x="1" y="10817"/>
                      <a:pt x="70" y="10931"/>
                      <a:pt x="178" y="10989"/>
                    </a:cubicBezTo>
                    <a:cubicBezTo>
                      <a:pt x="222" y="11017"/>
                      <a:pt x="275" y="11034"/>
                      <a:pt x="329" y="11034"/>
                    </a:cubicBezTo>
                    <a:cubicBezTo>
                      <a:pt x="333" y="11034"/>
                      <a:pt x="337" y="11033"/>
                      <a:pt x="341" y="11033"/>
                    </a:cubicBezTo>
                    <a:cubicBezTo>
                      <a:pt x="402" y="11033"/>
                      <a:pt x="463" y="11017"/>
                      <a:pt x="516" y="10983"/>
                    </a:cubicBezTo>
                    <a:lnTo>
                      <a:pt x="17054" y="623"/>
                    </a:lnTo>
                    <a:cubicBezTo>
                      <a:pt x="17200" y="534"/>
                      <a:pt x="17256" y="351"/>
                      <a:pt x="17184" y="196"/>
                    </a:cubicBezTo>
                    <a:cubicBezTo>
                      <a:pt x="17128" y="73"/>
                      <a:pt x="17008" y="1"/>
                      <a:pt x="16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27" name="Google Shape;4527;p69"/>
            <p:cNvSpPr/>
            <p:nvPr/>
          </p:nvSpPr>
          <p:spPr>
            <a:xfrm>
              <a:off x="2958275" y="539500"/>
              <a:ext cx="562425" cy="897575"/>
            </a:xfrm>
            <a:custGeom>
              <a:avLst/>
              <a:gdLst/>
              <a:ahLst/>
              <a:cxnLst/>
              <a:rect l="l" t="t" r="r" b="b"/>
              <a:pathLst>
                <a:path w="22497" h="35903" extrusionOk="0">
                  <a:moveTo>
                    <a:pt x="20015" y="1"/>
                  </a:moveTo>
                  <a:cubicBezTo>
                    <a:pt x="19867" y="1"/>
                    <a:pt x="19729" y="176"/>
                    <a:pt x="19849" y="335"/>
                  </a:cubicBezTo>
                  <a:cubicBezTo>
                    <a:pt x="20176" y="761"/>
                    <a:pt x="20470" y="1210"/>
                    <a:pt x="20733" y="1680"/>
                  </a:cubicBezTo>
                  <a:cubicBezTo>
                    <a:pt x="20766" y="1747"/>
                    <a:pt x="20832" y="1788"/>
                    <a:pt x="20907" y="1788"/>
                  </a:cubicBezTo>
                  <a:cubicBezTo>
                    <a:pt x="20943" y="1788"/>
                    <a:pt x="20976" y="1777"/>
                    <a:pt x="21010" y="1761"/>
                  </a:cubicBezTo>
                  <a:cubicBezTo>
                    <a:pt x="21109" y="1705"/>
                    <a:pt x="21145" y="1581"/>
                    <a:pt x="21087" y="1484"/>
                  </a:cubicBezTo>
                  <a:cubicBezTo>
                    <a:pt x="20818" y="994"/>
                    <a:pt x="20514" y="526"/>
                    <a:pt x="20173" y="86"/>
                  </a:cubicBezTo>
                  <a:cubicBezTo>
                    <a:pt x="20128" y="26"/>
                    <a:pt x="20071" y="1"/>
                    <a:pt x="20015" y="1"/>
                  </a:cubicBezTo>
                  <a:close/>
                  <a:moveTo>
                    <a:pt x="22064" y="4439"/>
                  </a:moveTo>
                  <a:cubicBezTo>
                    <a:pt x="22050" y="4439"/>
                    <a:pt x="22035" y="4440"/>
                    <a:pt x="22020" y="4444"/>
                  </a:cubicBezTo>
                  <a:cubicBezTo>
                    <a:pt x="21909" y="4469"/>
                    <a:pt x="21837" y="4577"/>
                    <a:pt x="21860" y="4687"/>
                  </a:cubicBezTo>
                  <a:cubicBezTo>
                    <a:pt x="21973" y="5213"/>
                    <a:pt x="22048" y="5745"/>
                    <a:pt x="22081" y="6279"/>
                  </a:cubicBezTo>
                  <a:cubicBezTo>
                    <a:pt x="22087" y="6390"/>
                    <a:pt x="22175" y="6473"/>
                    <a:pt x="22286" y="6473"/>
                  </a:cubicBezTo>
                  <a:lnTo>
                    <a:pt x="22300" y="6473"/>
                  </a:lnTo>
                  <a:cubicBezTo>
                    <a:pt x="22413" y="6468"/>
                    <a:pt x="22496" y="6368"/>
                    <a:pt x="22491" y="6257"/>
                  </a:cubicBezTo>
                  <a:cubicBezTo>
                    <a:pt x="22455" y="5701"/>
                    <a:pt x="22380" y="5147"/>
                    <a:pt x="22261" y="4601"/>
                  </a:cubicBezTo>
                  <a:cubicBezTo>
                    <a:pt x="22242" y="4506"/>
                    <a:pt x="22158" y="4439"/>
                    <a:pt x="22064" y="4439"/>
                  </a:cubicBezTo>
                  <a:close/>
                  <a:moveTo>
                    <a:pt x="21969" y="9334"/>
                  </a:moveTo>
                  <a:cubicBezTo>
                    <a:pt x="21889" y="9334"/>
                    <a:pt x="21810" y="9377"/>
                    <a:pt x="21776" y="9475"/>
                  </a:cubicBezTo>
                  <a:cubicBezTo>
                    <a:pt x="21646" y="9998"/>
                    <a:pt x="21477" y="10507"/>
                    <a:pt x="21273" y="11006"/>
                  </a:cubicBezTo>
                  <a:cubicBezTo>
                    <a:pt x="21228" y="11108"/>
                    <a:pt x="21278" y="11227"/>
                    <a:pt x="21383" y="11271"/>
                  </a:cubicBezTo>
                  <a:cubicBezTo>
                    <a:pt x="21408" y="11283"/>
                    <a:pt x="21433" y="11288"/>
                    <a:pt x="21461" y="11288"/>
                  </a:cubicBezTo>
                  <a:cubicBezTo>
                    <a:pt x="21544" y="11285"/>
                    <a:pt x="21619" y="11235"/>
                    <a:pt x="21652" y="11161"/>
                  </a:cubicBezTo>
                  <a:cubicBezTo>
                    <a:pt x="21862" y="10643"/>
                    <a:pt x="22039" y="10114"/>
                    <a:pt x="22178" y="9574"/>
                  </a:cubicBezTo>
                  <a:cubicBezTo>
                    <a:pt x="22203" y="9426"/>
                    <a:pt x="22086" y="9334"/>
                    <a:pt x="21969" y="9334"/>
                  </a:cubicBezTo>
                  <a:close/>
                  <a:moveTo>
                    <a:pt x="19769" y="13698"/>
                  </a:moveTo>
                  <a:cubicBezTo>
                    <a:pt x="19720" y="13698"/>
                    <a:pt x="19669" y="13717"/>
                    <a:pt x="19625" y="13761"/>
                  </a:cubicBezTo>
                  <a:cubicBezTo>
                    <a:pt x="19285" y="14176"/>
                    <a:pt x="18914" y="14564"/>
                    <a:pt x="18512" y="14921"/>
                  </a:cubicBezTo>
                  <a:cubicBezTo>
                    <a:pt x="18376" y="15051"/>
                    <a:pt x="18465" y="15281"/>
                    <a:pt x="18651" y="15283"/>
                  </a:cubicBezTo>
                  <a:cubicBezTo>
                    <a:pt x="18700" y="15283"/>
                    <a:pt x="18750" y="15264"/>
                    <a:pt x="18786" y="15231"/>
                  </a:cubicBezTo>
                  <a:cubicBezTo>
                    <a:pt x="19201" y="14857"/>
                    <a:pt x="19589" y="14453"/>
                    <a:pt x="19944" y="14021"/>
                  </a:cubicBezTo>
                  <a:cubicBezTo>
                    <a:pt x="20045" y="13865"/>
                    <a:pt x="19915" y="13698"/>
                    <a:pt x="19769" y="13698"/>
                  </a:cubicBezTo>
                  <a:close/>
                  <a:moveTo>
                    <a:pt x="15938" y="16706"/>
                  </a:moveTo>
                  <a:cubicBezTo>
                    <a:pt x="15907" y="16706"/>
                    <a:pt x="15875" y="16713"/>
                    <a:pt x="15846" y="16729"/>
                  </a:cubicBezTo>
                  <a:cubicBezTo>
                    <a:pt x="15389" y="16967"/>
                    <a:pt x="14907" y="17194"/>
                    <a:pt x="14370" y="17418"/>
                  </a:cubicBezTo>
                  <a:cubicBezTo>
                    <a:pt x="14265" y="17460"/>
                    <a:pt x="14215" y="17579"/>
                    <a:pt x="14259" y="17684"/>
                  </a:cubicBezTo>
                  <a:cubicBezTo>
                    <a:pt x="14292" y="17761"/>
                    <a:pt x="14367" y="17811"/>
                    <a:pt x="14450" y="17811"/>
                  </a:cubicBezTo>
                  <a:cubicBezTo>
                    <a:pt x="14478" y="17811"/>
                    <a:pt x="14503" y="17806"/>
                    <a:pt x="14531" y="17795"/>
                  </a:cubicBezTo>
                  <a:cubicBezTo>
                    <a:pt x="15076" y="17568"/>
                    <a:pt x="15569" y="17338"/>
                    <a:pt x="16031" y="17097"/>
                  </a:cubicBezTo>
                  <a:cubicBezTo>
                    <a:pt x="16134" y="17044"/>
                    <a:pt x="16172" y="16920"/>
                    <a:pt x="16120" y="16820"/>
                  </a:cubicBezTo>
                  <a:cubicBezTo>
                    <a:pt x="16085" y="16748"/>
                    <a:pt x="16012" y="16706"/>
                    <a:pt x="15938" y="16706"/>
                  </a:cubicBezTo>
                  <a:close/>
                  <a:moveTo>
                    <a:pt x="11369" y="18532"/>
                  </a:moveTo>
                  <a:cubicBezTo>
                    <a:pt x="11348" y="18532"/>
                    <a:pt x="11326" y="18535"/>
                    <a:pt x="11305" y="18542"/>
                  </a:cubicBezTo>
                  <a:lnTo>
                    <a:pt x="10782" y="18714"/>
                  </a:lnTo>
                  <a:lnTo>
                    <a:pt x="9743" y="19060"/>
                  </a:lnTo>
                  <a:cubicBezTo>
                    <a:pt x="9533" y="19143"/>
                    <a:pt x="9583" y="19453"/>
                    <a:pt x="9807" y="19462"/>
                  </a:cubicBezTo>
                  <a:cubicBezTo>
                    <a:pt x="9832" y="19462"/>
                    <a:pt x="9854" y="19459"/>
                    <a:pt x="9879" y="19453"/>
                  </a:cubicBezTo>
                  <a:lnTo>
                    <a:pt x="10912" y="19102"/>
                  </a:lnTo>
                  <a:lnTo>
                    <a:pt x="11432" y="18930"/>
                  </a:lnTo>
                  <a:cubicBezTo>
                    <a:pt x="11538" y="18894"/>
                    <a:pt x="11598" y="18778"/>
                    <a:pt x="11562" y="18670"/>
                  </a:cubicBezTo>
                  <a:cubicBezTo>
                    <a:pt x="11534" y="18586"/>
                    <a:pt x="11454" y="18532"/>
                    <a:pt x="11369" y="18532"/>
                  </a:cubicBezTo>
                  <a:close/>
                  <a:moveTo>
                    <a:pt x="6751" y="20236"/>
                  </a:moveTo>
                  <a:cubicBezTo>
                    <a:pt x="6722" y="20236"/>
                    <a:pt x="6691" y="20242"/>
                    <a:pt x="6662" y="20256"/>
                  </a:cubicBezTo>
                  <a:cubicBezTo>
                    <a:pt x="6141" y="20494"/>
                    <a:pt x="5646" y="20752"/>
                    <a:pt x="5186" y="21009"/>
                  </a:cubicBezTo>
                  <a:cubicBezTo>
                    <a:pt x="5086" y="21067"/>
                    <a:pt x="5053" y="21192"/>
                    <a:pt x="5108" y="21289"/>
                  </a:cubicBezTo>
                  <a:cubicBezTo>
                    <a:pt x="5143" y="21353"/>
                    <a:pt x="5209" y="21394"/>
                    <a:pt x="5281" y="21394"/>
                  </a:cubicBezTo>
                  <a:cubicBezTo>
                    <a:pt x="5284" y="21394"/>
                    <a:pt x="5286" y="21394"/>
                    <a:pt x="5288" y="21394"/>
                  </a:cubicBezTo>
                  <a:cubicBezTo>
                    <a:pt x="5324" y="21394"/>
                    <a:pt x="5358" y="21386"/>
                    <a:pt x="5388" y="21369"/>
                  </a:cubicBezTo>
                  <a:cubicBezTo>
                    <a:pt x="5837" y="21114"/>
                    <a:pt x="6324" y="20865"/>
                    <a:pt x="6836" y="20630"/>
                  </a:cubicBezTo>
                  <a:cubicBezTo>
                    <a:pt x="6936" y="20580"/>
                    <a:pt x="6980" y="20458"/>
                    <a:pt x="6936" y="20356"/>
                  </a:cubicBezTo>
                  <a:cubicBezTo>
                    <a:pt x="6902" y="20280"/>
                    <a:pt x="6829" y="20236"/>
                    <a:pt x="6751" y="20236"/>
                  </a:cubicBezTo>
                  <a:close/>
                  <a:moveTo>
                    <a:pt x="2649" y="22927"/>
                  </a:moveTo>
                  <a:cubicBezTo>
                    <a:pt x="2598" y="22927"/>
                    <a:pt x="2547" y="22945"/>
                    <a:pt x="2506" y="22983"/>
                  </a:cubicBezTo>
                  <a:cubicBezTo>
                    <a:pt x="2104" y="23374"/>
                    <a:pt x="1736" y="23797"/>
                    <a:pt x="1409" y="24254"/>
                  </a:cubicBezTo>
                  <a:cubicBezTo>
                    <a:pt x="1343" y="24346"/>
                    <a:pt x="1365" y="24470"/>
                    <a:pt x="1456" y="24537"/>
                  </a:cubicBezTo>
                  <a:cubicBezTo>
                    <a:pt x="1492" y="24562"/>
                    <a:pt x="1534" y="24575"/>
                    <a:pt x="1578" y="24575"/>
                  </a:cubicBezTo>
                  <a:cubicBezTo>
                    <a:pt x="1645" y="24575"/>
                    <a:pt x="1706" y="24545"/>
                    <a:pt x="1744" y="24492"/>
                  </a:cubicBezTo>
                  <a:cubicBezTo>
                    <a:pt x="2057" y="24058"/>
                    <a:pt x="2406" y="23651"/>
                    <a:pt x="2788" y="23277"/>
                  </a:cubicBezTo>
                  <a:cubicBezTo>
                    <a:pt x="2871" y="23199"/>
                    <a:pt x="2874" y="23069"/>
                    <a:pt x="2796" y="22986"/>
                  </a:cubicBezTo>
                  <a:cubicBezTo>
                    <a:pt x="2756" y="22947"/>
                    <a:pt x="2703" y="22927"/>
                    <a:pt x="2649" y="22927"/>
                  </a:cubicBezTo>
                  <a:close/>
                  <a:moveTo>
                    <a:pt x="304" y="27162"/>
                  </a:moveTo>
                  <a:cubicBezTo>
                    <a:pt x="205" y="27162"/>
                    <a:pt x="117" y="27233"/>
                    <a:pt x="100" y="27333"/>
                  </a:cubicBezTo>
                  <a:cubicBezTo>
                    <a:pt x="33" y="27735"/>
                    <a:pt x="0" y="28139"/>
                    <a:pt x="0" y="28546"/>
                  </a:cubicBezTo>
                  <a:cubicBezTo>
                    <a:pt x="0" y="28701"/>
                    <a:pt x="3" y="28859"/>
                    <a:pt x="14" y="29017"/>
                  </a:cubicBezTo>
                  <a:cubicBezTo>
                    <a:pt x="22" y="29122"/>
                    <a:pt x="111" y="29208"/>
                    <a:pt x="219" y="29210"/>
                  </a:cubicBezTo>
                  <a:lnTo>
                    <a:pt x="233" y="29205"/>
                  </a:lnTo>
                  <a:cubicBezTo>
                    <a:pt x="346" y="29199"/>
                    <a:pt x="432" y="29105"/>
                    <a:pt x="426" y="28992"/>
                  </a:cubicBezTo>
                  <a:cubicBezTo>
                    <a:pt x="415" y="28842"/>
                    <a:pt x="410" y="28693"/>
                    <a:pt x="413" y="28546"/>
                  </a:cubicBezTo>
                  <a:cubicBezTo>
                    <a:pt x="413" y="28161"/>
                    <a:pt x="443" y="27779"/>
                    <a:pt x="507" y="27400"/>
                  </a:cubicBezTo>
                  <a:cubicBezTo>
                    <a:pt x="526" y="27286"/>
                    <a:pt x="449" y="27178"/>
                    <a:pt x="335" y="27164"/>
                  </a:cubicBezTo>
                  <a:cubicBezTo>
                    <a:pt x="325" y="27163"/>
                    <a:pt x="314" y="27162"/>
                    <a:pt x="304" y="27162"/>
                  </a:cubicBezTo>
                  <a:close/>
                  <a:moveTo>
                    <a:pt x="1122" y="31929"/>
                  </a:moveTo>
                  <a:cubicBezTo>
                    <a:pt x="1089" y="31929"/>
                    <a:pt x="1055" y="31937"/>
                    <a:pt x="1024" y="31954"/>
                  </a:cubicBezTo>
                  <a:cubicBezTo>
                    <a:pt x="925" y="32007"/>
                    <a:pt x="889" y="32131"/>
                    <a:pt x="941" y="32231"/>
                  </a:cubicBezTo>
                  <a:cubicBezTo>
                    <a:pt x="1210" y="32727"/>
                    <a:pt x="1537" y="33189"/>
                    <a:pt x="1910" y="33613"/>
                  </a:cubicBezTo>
                  <a:cubicBezTo>
                    <a:pt x="1949" y="33654"/>
                    <a:pt x="2005" y="33679"/>
                    <a:pt x="2063" y="33682"/>
                  </a:cubicBezTo>
                  <a:cubicBezTo>
                    <a:pt x="2113" y="33682"/>
                    <a:pt x="2162" y="33660"/>
                    <a:pt x="2198" y="33627"/>
                  </a:cubicBezTo>
                  <a:cubicBezTo>
                    <a:pt x="2284" y="33552"/>
                    <a:pt x="2290" y="33422"/>
                    <a:pt x="2215" y="33339"/>
                  </a:cubicBezTo>
                  <a:cubicBezTo>
                    <a:pt x="1861" y="32940"/>
                    <a:pt x="1556" y="32505"/>
                    <a:pt x="1301" y="32037"/>
                  </a:cubicBezTo>
                  <a:cubicBezTo>
                    <a:pt x="1265" y="31969"/>
                    <a:pt x="1195" y="31929"/>
                    <a:pt x="1122" y="31929"/>
                  </a:cubicBezTo>
                  <a:close/>
                  <a:moveTo>
                    <a:pt x="11080" y="34552"/>
                  </a:moveTo>
                  <a:cubicBezTo>
                    <a:pt x="11045" y="34552"/>
                    <a:pt x="11009" y="34562"/>
                    <a:pt x="10975" y="34582"/>
                  </a:cubicBezTo>
                  <a:cubicBezTo>
                    <a:pt x="10521" y="34856"/>
                    <a:pt x="10034" y="35077"/>
                    <a:pt x="9527" y="35238"/>
                  </a:cubicBezTo>
                  <a:cubicBezTo>
                    <a:pt x="9419" y="35269"/>
                    <a:pt x="9358" y="35385"/>
                    <a:pt x="9392" y="35496"/>
                  </a:cubicBezTo>
                  <a:cubicBezTo>
                    <a:pt x="9419" y="35579"/>
                    <a:pt x="9500" y="35637"/>
                    <a:pt x="9588" y="35637"/>
                  </a:cubicBezTo>
                  <a:cubicBezTo>
                    <a:pt x="9608" y="35637"/>
                    <a:pt x="9630" y="35634"/>
                    <a:pt x="9649" y="35628"/>
                  </a:cubicBezTo>
                  <a:cubicBezTo>
                    <a:pt x="10189" y="35460"/>
                    <a:pt x="10704" y="35224"/>
                    <a:pt x="11186" y="34931"/>
                  </a:cubicBezTo>
                  <a:cubicBezTo>
                    <a:pt x="11280" y="34870"/>
                    <a:pt x="11310" y="34748"/>
                    <a:pt x="11252" y="34651"/>
                  </a:cubicBezTo>
                  <a:cubicBezTo>
                    <a:pt x="11214" y="34587"/>
                    <a:pt x="11148" y="34552"/>
                    <a:pt x="11080" y="34552"/>
                  </a:cubicBezTo>
                  <a:close/>
                  <a:moveTo>
                    <a:pt x="4752" y="35094"/>
                  </a:moveTo>
                  <a:cubicBezTo>
                    <a:pt x="4669" y="35094"/>
                    <a:pt x="4593" y="35146"/>
                    <a:pt x="4563" y="35227"/>
                  </a:cubicBezTo>
                  <a:cubicBezTo>
                    <a:pt x="4521" y="35335"/>
                    <a:pt x="4577" y="35451"/>
                    <a:pt x="4682" y="35490"/>
                  </a:cubicBezTo>
                  <a:cubicBezTo>
                    <a:pt x="5211" y="35687"/>
                    <a:pt x="5756" y="35825"/>
                    <a:pt x="6313" y="35903"/>
                  </a:cubicBezTo>
                  <a:lnTo>
                    <a:pt x="6343" y="35903"/>
                  </a:lnTo>
                  <a:cubicBezTo>
                    <a:pt x="6446" y="35903"/>
                    <a:pt x="6532" y="35828"/>
                    <a:pt x="6545" y="35725"/>
                  </a:cubicBezTo>
                  <a:cubicBezTo>
                    <a:pt x="6562" y="35615"/>
                    <a:pt x="6484" y="35509"/>
                    <a:pt x="6371" y="35496"/>
                  </a:cubicBezTo>
                  <a:cubicBezTo>
                    <a:pt x="5842" y="35421"/>
                    <a:pt x="5324" y="35291"/>
                    <a:pt x="4826" y="35108"/>
                  </a:cubicBezTo>
                  <a:cubicBezTo>
                    <a:pt x="4802" y="35099"/>
                    <a:pt x="4777" y="35094"/>
                    <a:pt x="4752" y="350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0" y="2260600"/>
            <a:ext cx="4284020" cy="4597400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31848" y="4318162"/>
            <a:ext cx="1757636" cy="9648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68%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1"/>
          <p:cNvSpPr txBox="1">
            <a:spLocks noChangeArrowheads="1"/>
          </p:cNvSpPr>
          <p:nvPr/>
        </p:nvSpPr>
        <p:spPr bwMode="auto">
          <a:xfrm>
            <a:off x="3293443" y="4086574"/>
            <a:ext cx="94530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难点分析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13" name="图片 12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14" name="图片 13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sp>
        <p:nvSpPr>
          <p:cNvPr id="88" name="textbox 88"/>
          <p:cNvSpPr/>
          <p:nvPr/>
        </p:nvSpPr>
        <p:spPr>
          <a:xfrm>
            <a:off x="777438" y="802905"/>
            <a:ext cx="5001895" cy="10083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400" b="1" kern="0" spc="4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例：二维曲线绘图实例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9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92000"/>
              </a:lnSpc>
              <a:spcBef>
                <a:spcPts val="5"/>
              </a:spcBef>
            </a:pPr>
            <a:r>
              <a:rPr sz="21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绘制</a:t>
            </a:r>
            <a:r>
              <a:rPr sz="2000" b="1" kern="0" spc="-10" dirty="0">
                <a:solidFill>
                  <a:srgbClr val="0000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</a:t>
            </a:r>
            <a:r>
              <a:rPr sz="2000" b="1" kern="0" spc="-10" dirty="0">
                <a:solidFill>
                  <a:srgbClr val="0000FF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0, 2π</a:t>
            </a:r>
            <a:r>
              <a:rPr sz="2000" b="1" kern="0" spc="-10" dirty="0">
                <a:solidFill>
                  <a:srgbClr val="0000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]</a:t>
            </a:r>
            <a:r>
              <a:rPr sz="2000" b="1" kern="0" spc="120" dirty="0">
                <a:solidFill>
                  <a:srgbClr val="0000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1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上的</a:t>
            </a:r>
            <a:r>
              <a:rPr sz="2000" b="1" kern="0" spc="-10" dirty="0">
                <a:solidFill>
                  <a:srgbClr val="FF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sin2x, cosx, sinx +</a:t>
            </a:r>
            <a:r>
              <a:rPr sz="2000" b="1" kern="0" spc="70" dirty="0">
                <a:solidFill>
                  <a:srgbClr val="FF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2000" b="1" kern="0" spc="-10" dirty="0">
                <a:solidFill>
                  <a:srgbClr val="FF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cosx</a:t>
            </a:r>
            <a:r>
              <a:rPr sz="21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曲</a:t>
            </a:r>
            <a:r>
              <a:rPr sz="21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82" name="picture 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77240" y="2094865"/>
            <a:ext cx="4859020" cy="3912235"/>
          </a:xfrm>
          <a:prstGeom prst="rect">
            <a:avLst/>
          </a:prstGeom>
        </p:spPr>
      </p:pic>
      <p:sp>
        <p:nvSpPr>
          <p:cNvPr id="86" name="textbox 86"/>
          <p:cNvSpPr/>
          <p:nvPr/>
        </p:nvSpPr>
        <p:spPr>
          <a:xfrm>
            <a:off x="6171913" y="2149051"/>
            <a:ext cx="4211320" cy="1622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090"/>
              </a:lnSpc>
            </a:pPr>
            <a:r>
              <a:rPr sz="1700" b="1" kern="0" spc="-5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&gt;&gt; x=0:0.1:2*pi;</a:t>
            </a:r>
            <a:endParaRPr sz="1700" dirty="0"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marL="12700" algn="l" rtl="0" eaLnBrk="0">
              <a:lnSpc>
                <a:spcPts val="2060"/>
              </a:lnSpc>
              <a:spcBef>
                <a:spcPts val="10"/>
              </a:spcBef>
            </a:pPr>
            <a:r>
              <a:rPr sz="1700" b="1" kern="0" spc="-5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&gt;&gt; y1=sin(2*x);</a:t>
            </a:r>
            <a:endParaRPr sz="1700" dirty="0"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marL="12700" algn="l" rtl="0" eaLnBrk="0">
              <a:lnSpc>
                <a:spcPts val="2060"/>
              </a:lnSpc>
              <a:spcBef>
                <a:spcPts val="40"/>
              </a:spcBef>
            </a:pPr>
            <a:r>
              <a:rPr sz="1700" b="1" kern="0" spc="-4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&gt;&gt; y2=cos</a:t>
            </a:r>
            <a:r>
              <a:rPr sz="1700" b="1" kern="0" spc="-5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(x);</a:t>
            </a:r>
            <a:endParaRPr sz="1700" dirty="0"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marL="12700" algn="l" rtl="0" eaLnBrk="0">
              <a:lnSpc>
                <a:spcPct val="100000"/>
              </a:lnSpc>
              <a:spcBef>
                <a:spcPts val="50"/>
              </a:spcBef>
            </a:pPr>
            <a:r>
              <a:rPr sz="1700" b="1" kern="0" spc="-4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&gt;&gt; y3=sin(x)+cos(x);</a:t>
            </a:r>
            <a:endParaRPr sz="1700" dirty="0"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  <a:p>
            <a:pPr marL="12700" algn="l" rtl="0" eaLnBrk="0">
              <a:lnSpc>
                <a:spcPct val="103000"/>
              </a:lnSpc>
              <a:spcBef>
                <a:spcPts val="20"/>
              </a:spcBef>
            </a:pP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&gt;&gt; y=[y1;</a:t>
            </a:r>
            <a:r>
              <a:rPr sz="1700" b="1" kern="0" spc="-2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y2;y3];%</a:t>
            </a:r>
            <a:r>
              <a:rPr sz="17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三组数据合并到一个矩阵</a:t>
            </a: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b="1" kern="0" spc="-5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&gt;&gt;</a:t>
            </a:r>
            <a:r>
              <a:rPr sz="1700" b="1" kern="0" spc="19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 </a:t>
            </a:r>
            <a:r>
              <a:rPr sz="1700" b="1" kern="0" spc="-50" dirty="0">
                <a:solidFill>
                  <a:srgbClr val="000000">
                    <a:alpha val="100000"/>
                  </a:srgbClr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</a:rPr>
              <a:t>plot(x,y)</a:t>
            </a:r>
            <a:endParaRPr sz="1700" dirty="0">
              <a:latin typeface="Trebuchet MS" panose="020B0603020202020204"/>
              <a:ea typeface="Trebuchet MS" panose="020B0603020202020204"/>
              <a:cs typeface="Trebuchet MS" panose="020B0603020202020204"/>
            </a:endParaRPr>
          </a:p>
        </p:txBody>
      </p:sp>
      <p:grpSp>
        <p:nvGrpSpPr>
          <p:cNvPr id="579" name="组合 578"/>
          <p:cNvGrpSpPr/>
          <p:nvPr/>
        </p:nvGrpSpPr>
        <p:grpSpPr>
          <a:xfrm>
            <a:off x="8369935" y="2656205"/>
            <a:ext cx="3279140" cy="4554220"/>
            <a:chOff x="14035" y="1820"/>
            <a:chExt cx="5164" cy="7172"/>
          </a:xfrm>
        </p:grpSpPr>
        <p:grpSp>
          <p:nvGrpSpPr>
            <p:cNvPr id="2208" name="Google Shape;2208;p36"/>
            <p:cNvGrpSpPr/>
            <p:nvPr/>
          </p:nvGrpSpPr>
          <p:grpSpPr>
            <a:xfrm>
              <a:off x="15401" y="4153"/>
              <a:ext cx="1385" cy="1035"/>
              <a:chOff x="4030925" y="2186525"/>
              <a:chExt cx="944700" cy="706325"/>
            </a:xfrm>
          </p:grpSpPr>
          <p:sp>
            <p:nvSpPr>
              <p:cNvPr id="2209" name="Google Shape;2209;p36"/>
              <p:cNvSpPr/>
              <p:nvPr/>
            </p:nvSpPr>
            <p:spPr>
              <a:xfrm>
                <a:off x="4030925" y="2186525"/>
                <a:ext cx="944700" cy="281675"/>
              </a:xfrm>
              <a:custGeom>
                <a:avLst/>
                <a:gdLst/>
                <a:ahLst/>
                <a:cxnLst/>
                <a:rect l="l" t="t" r="r" b="b"/>
                <a:pathLst>
                  <a:path w="37788" h="11267" extrusionOk="0">
                    <a:moveTo>
                      <a:pt x="33327" y="1430"/>
                    </a:moveTo>
                    <a:lnTo>
                      <a:pt x="9699" y="10348"/>
                    </a:lnTo>
                    <a:lnTo>
                      <a:pt x="1770" y="6049"/>
                    </a:lnTo>
                    <a:lnTo>
                      <a:pt x="33327" y="1430"/>
                    </a:lnTo>
                    <a:close/>
                    <a:moveTo>
                      <a:pt x="37185" y="0"/>
                    </a:moveTo>
                    <a:cubicBezTo>
                      <a:pt x="37164" y="0"/>
                      <a:pt x="37142" y="1"/>
                      <a:pt x="37120" y="5"/>
                    </a:cubicBezTo>
                    <a:lnTo>
                      <a:pt x="391" y="5383"/>
                    </a:lnTo>
                    <a:cubicBezTo>
                      <a:pt x="207" y="5406"/>
                      <a:pt x="69" y="5544"/>
                      <a:pt x="23" y="5728"/>
                    </a:cubicBezTo>
                    <a:cubicBezTo>
                      <a:pt x="0" y="5912"/>
                      <a:pt x="92" y="6095"/>
                      <a:pt x="253" y="6187"/>
                    </a:cubicBezTo>
                    <a:lnTo>
                      <a:pt x="9447" y="11221"/>
                    </a:lnTo>
                    <a:lnTo>
                      <a:pt x="9653" y="11267"/>
                    </a:lnTo>
                    <a:lnTo>
                      <a:pt x="9814" y="11244"/>
                    </a:lnTo>
                    <a:lnTo>
                      <a:pt x="37327" y="855"/>
                    </a:lnTo>
                    <a:cubicBezTo>
                      <a:pt x="37788" y="679"/>
                      <a:pt x="37641" y="0"/>
                      <a:pt x="371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0" name="Google Shape;2210;p36"/>
              <p:cNvSpPr/>
              <p:nvPr/>
            </p:nvSpPr>
            <p:spPr>
              <a:xfrm>
                <a:off x="4423950" y="2187475"/>
                <a:ext cx="547625" cy="512875"/>
              </a:xfrm>
              <a:custGeom>
                <a:avLst/>
                <a:gdLst/>
                <a:ahLst/>
                <a:cxnLst/>
                <a:rect l="l" t="t" r="r" b="b"/>
                <a:pathLst>
                  <a:path w="21905" h="20515" extrusionOk="0">
                    <a:moveTo>
                      <a:pt x="19882" y="2104"/>
                    </a:moveTo>
                    <a:lnTo>
                      <a:pt x="8918" y="19572"/>
                    </a:lnTo>
                    <a:lnTo>
                      <a:pt x="1265" y="15918"/>
                    </a:lnTo>
                    <a:lnTo>
                      <a:pt x="19882" y="2104"/>
                    </a:lnTo>
                    <a:close/>
                    <a:moveTo>
                      <a:pt x="21443" y="0"/>
                    </a:moveTo>
                    <a:cubicBezTo>
                      <a:pt x="21354" y="0"/>
                      <a:pt x="21266" y="29"/>
                      <a:pt x="21192" y="81"/>
                    </a:cubicBezTo>
                    <a:lnTo>
                      <a:pt x="184" y="15688"/>
                    </a:lnTo>
                    <a:cubicBezTo>
                      <a:pt x="69" y="15780"/>
                      <a:pt x="0" y="15941"/>
                      <a:pt x="23" y="16102"/>
                    </a:cubicBezTo>
                    <a:cubicBezTo>
                      <a:pt x="23" y="16240"/>
                      <a:pt x="115" y="16378"/>
                      <a:pt x="253" y="16446"/>
                    </a:cubicBezTo>
                    <a:lnTo>
                      <a:pt x="8918" y="20515"/>
                    </a:lnTo>
                    <a:lnTo>
                      <a:pt x="9102" y="20515"/>
                    </a:lnTo>
                    <a:cubicBezTo>
                      <a:pt x="9240" y="20515"/>
                      <a:pt x="9378" y="20469"/>
                      <a:pt x="9470" y="20354"/>
                    </a:cubicBezTo>
                    <a:lnTo>
                      <a:pt x="21813" y="656"/>
                    </a:lnTo>
                    <a:cubicBezTo>
                      <a:pt x="21905" y="472"/>
                      <a:pt x="21882" y="265"/>
                      <a:pt x="21744" y="127"/>
                    </a:cubicBezTo>
                    <a:cubicBezTo>
                      <a:pt x="21656" y="40"/>
                      <a:pt x="21549" y="0"/>
                      <a:pt x="214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1" name="Google Shape;2211;p36"/>
              <p:cNvSpPr/>
              <p:nvPr/>
            </p:nvSpPr>
            <p:spPr>
              <a:xfrm>
                <a:off x="4261325" y="2186625"/>
                <a:ext cx="710825" cy="706225"/>
              </a:xfrm>
              <a:custGeom>
                <a:avLst/>
                <a:gdLst/>
                <a:ahLst/>
                <a:cxnLst/>
                <a:rect l="l" t="t" r="r" b="b"/>
                <a:pathLst>
                  <a:path w="28433" h="28249" extrusionOk="0">
                    <a:moveTo>
                      <a:pt x="25261" y="1908"/>
                    </a:moveTo>
                    <a:lnTo>
                      <a:pt x="6689" y="15699"/>
                    </a:lnTo>
                    <a:cubicBezTo>
                      <a:pt x="6620" y="15745"/>
                      <a:pt x="6551" y="15837"/>
                      <a:pt x="6528" y="15929"/>
                    </a:cubicBezTo>
                    <a:lnTo>
                      <a:pt x="3196" y="25973"/>
                    </a:lnTo>
                    <a:lnTo>
                      <a:pt x="920" y="11102"/>
                    </a:lnTo>
                    <a:lnTo>
                      <a:pt x="25261" y="1908"/>
                    </a:lnTo>
                    <a:close/>
                    <a:moveTo>
                      <a:pt x="27953" y="1"/>
                    </a:moveTo>
                    <a:cubicBezTo>
                      <a:pt x="27906" y="1"/>
                      <a:pt x="27859" y="8"/>
                      <a:pt x="27812" y="24"/>
                    </a:cubicBezTo>
                    <a:lnTo>
                      <a:pt x="300" y="10436"/>
                    </a:lnTo>
                    <a:cubicBezTo>
                      <a:pt x="116" y="10504"/>
                      <a:pt x="1" y="10711"/>
                      <a:pt x="24" y="10895"/>
                    </a:cubicBezTo>
                    <a:lnTo>
                      <a:pt x="2621" y="27881"/>
                    </a:lnTo>
                    <a:cubicBezTo>
                      <a:pt x="2644" y="28065"/>
                      <a:pt x="2805" y="28226"/>
                      <a:pt x="3012" y="28249"/>
                    </a:cubicBezTo>
                    <a:lnTo>
                      <a:pt x="3058" y="28249"/>
                    </a:lnTo>
                    <a:cubicBezTo>
                      <a:pt x="3242" y="28249"/>
                      <a:pt x="3402" y="28111"/>
                      <a:pt x="3448" y="27927"/>
                    </a:cubicBezTo>
                    <a:lnTo>
                      <a:pt x="7310" y="16297"/>
                    </a:lnTo>
                    <a:lnTo>
                      <a:pt x="28226" y="782"/>
                    </a:lnTo>
                    <a:cubicBezTo>
                      <a:pt x="28387" y="667"/>
                      <a:pt x="28433" y="414"/>
                      <a:pt x="28341" y="230"/>
                    </a:cubicBezTo>
                    <a:cubicBezTo>
                      <a:pt x="28269" y="88"/>
                      <a:pt x="28115" y="1"/>
                      <a:pt x="279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2" name="Google Shape;2212;p36"/>
              <p:cNvSpPr/>
              <p:nvPr/>
            </p:nvSpPr>
            <p:spPr>
              <a:xfrm>
                <a:off x="4325700" y="2577225"/>
                <a:ext cx="236750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9470" h="12625" extrusionOk="0">
                    <a:moveTo>
                      <a:pt x="4620" y="1017"/>
                    </a:moveTo>
                    <a:lnTo>
                      <a:pt x="8343" y="2764"/>
                    </a:lnTo>
                    <a:lnTo>
                      <a:pt x="1540" y="10395"/>
                    </a:lnTo>
                    <a:lnTo>
                      <a:pt x="4620" y="1017"/>
                    </a:lnTo>
                    <a:close/>
                    <a:moveTo>
                      <a:pt x="4379" y="0"/>
                    </a:moveTo>
                    <a:cubicBezTo>
                      <a:pt x="4321" y="0"/>
                      <a:pt x="4264" y="18"/>
                      <a:pt x="4206" y="52"/>
                    </a:cubicBezTo>
                    <a:cubicBezTo>
                      <a:pt x="4091" y="98"/>
                      <a:pt x="3999" y="190"/>
                      <a:pt x="3953" y="305"/>
                    </a:cubicBezTo>
                    <a:lnTo>
                      <a:pt x="69" y="12050"/>
                    </a:lnTo>
                    <a:cubicBezTo>
                      <a:pt x="0" y="12257"/>
                      <a:pt x="92" y="12464"/>
                      <a:pt x="276" y="12579"/>
                    </a:cubicBezTo>
                    <a:lnTo>
                      <a:pt x="483" y="12625"/>
                    </a:lnTo>
                    <a:cubicBezTo>
                      <a:pt x="598" y="12625"/>
                      <a:pt x="713" y="12579"/>
                      <a:pt x="781" y="12487"/>
                    </a:cubicBezTo>
                    <a:lnTo>
                      <a:pt x="9355" y="2925"/>
                    </a:lnTo>
                    <a:cubicBezTo>
                      <a:pt x="9424" y="2810"/>
                      <a:pt x="9470" y="2672"/>
                      <a:pt x="9470" y="2534"/>
                    </a:cubicBezTo>
                    <a:cubicBezTo>
                      <a:pt x="9447" y="2396"/>
                      <a:pt x="9332" y="2304"/>
                      <a:pt x="9217" y="2259"/>
                    </a:cubicBezTo>
                    <a:lnTo>
                      <a:pt x="4551" y="52"/>
                    </a:lnTo>
                    <a:cubicBezTo>
                      <a:pt x="4493" y="18"/>
                      <a:pt x="4436" y="0"/>
                      <a:pt x="4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61" name="Google Shape;4561;p69"/>
            <p:cNvSpPr/>
            <p:nvPr/>
          </p:nvSpPr>
          <p:spPr>
            <a:xfrm>
              <a:off x="14035" y="1820"/>
              <a:ext cx="5165" cy="7172"/>
            </a:xfrm>
            <a:custGeom>
              <a:avLst/>
              <a:gdLst/>
              <a:ahLst/>
              <a:cxnLst/>
              <a:rect l="l" t="t" r="r" b="b"/>
              <a:pathLst>
                <a:path w="92138" h="127940" extrusionOk="0">
                  <a:moveTo>
                    <a:pt x="85073" y="0"/>
                  </a:moveTo>
                  <a:cubicBezTo>
                    <a:pt x="85013" y="0"/>
                    <a:pt x="84958" y="40"/>
                    <a:pt x="84958" y="108"/>
                  </a:cubicBezTo>
                  <a:cubicBezTo>
                    <a:pt x="84899" y="167"/>
                    <a:pt x="84919" y="266"/>
                    <a:pt x="84998" y="326"/>
                  </a:cubicBezTo>
                  <a:cubicBezTo>
                    <a:pt x="85573" y="603"/>
                    <a:pt x="86128" y="940"/>
                    <a:pt x="86644" y="1337"/>
                  </a:cubicBezTo>
                  <a:lnTo>
                    <a:pt x="86743" y="1337"/>
                  </a:lnTo>
                  <a:cubicBezTo>
                    <a:pt x="86783" y="1337"/>
                    <a:pt x="86842" y="1317"/>
                    <a:pt x="86882" y="1297"/>
                  </a:cubicBezTo>
                  <a:cubicBezTo>
                    <a:pt x="86922" y="1218"/>
                    <a:pt x="86902" y="1119"/>
                    <a:pt x="86842" y="1059"/>
                  </a:cubicBezTo>
                  <a:cubicBezTo>
                    <a:pt x="86307" y="663"/>
                    <a:pt x="85732" y="326"/>
                    <a:pt x="85157" y="28"/>
                  </a:cubicBezTo>
                  <a:cubicBezTo>
                    <a:pt x="85131" y="9"/>
                    <a:pt x="85102" y="0"/>
                    <a:pt x="85073" y="0"/>
                  </a:cubicBezTo>
                  <a:close/>
                  <a:moveTo>
                    <a:pt x="88675" y="2762"/>
                  </a:moveTo>
                  <a:cubicBezTo>
                    <a:pt x="88636" y="2762"/>
                    <a:pt x="88595" y="2777"/>
                    <a:pt x="88568" y="2805"/>
                  </a:cubicBezTo>
                  <a:cubicBezTo>
                    <a:pt x="88488" y="2844"/>
                    <a:pt x="88488" y="2963"/>
                    <a:pt x="88548" y="3023"/>
                  </a:cubicBezTo>
                  <a:cubicBezTo>
                    <a:pt x="88984" y="3499"/>
                    <a:pt x="89381" y="4014"/>
                    <a:pt x="89738" y="4570"/>
                  </a:cubicBezTo>
                  <a:cubicBezTo>
                    <a:pt x="89777" y="4609"/>
                    <a:pt x="89817" y="4629"/>
                    <a:pt x="89877" y="4629"/>
                  </a:cubicBezTo>
                  <a:lnTo>
                    <a:pt x="89956" y="4609"/>
                  </a:lnTo>
                  <a:cubicBezTo>
                    <a:pt x="90035" y="4550"/>
                    <a:pt x="90055" y="4451"/>
                    <a:pt x="89996" y="4371"/>
                  </a:cubicBezTo>
                  <a:cubicBezTo>
                    <a:pt x="89658" y="3816"/>
                    <a:pt x="89242" y="3300"/>
                    <a:pt x="88786" y="2824"/>
                  </a:cubicBezTo>
                  <a:cubicBezTo>
                    <a:pt x="88765" y="2782"/>
                    <a:pt x="88721" y="2762"/>
                    <a:pt x="88675" y="2762"/>
                  </a:cubicBezTo>
                  <a:close/>
                  <a:moveTo>
                    <a:pt x="91110" y="6597"/>
                  </a:moveTo>
                  <a:cubicBezTo>
                    <a:pt x="91089" y="6597"/>
                    <a:pt x="91068" y="6602"/>
                    <a:pt x="91047" y="6612"/>
                  </a:cubicBezTo>
                  <a:cubicBezTo>
                    <a:pt x="90967" y="6632"/>
                    <a:pt x="90908" y="6731"/>
                    <a:pt x="90947" y="6810"/>
                  </a:cubicBezTo>
                  <a:cubicBezTo>
                    <a:pt x="91185" y="7425"/>
                    <a:pt x="91384" y="8040"/>
                    <a:pt x="91523" y="8675"/>
                  </a:cubicBezTo>
                  <a:cubicBezTo>
                    <a:pt x="91542" y="8754"/>
                    <a:pt x="91622" y="8794"/>
                    <a:pt x="91701" y="8794"/>
                  </a:cubicBezTo>
                  <a:lnTo>
                    <a:pt x="91721" y="8794"/>
                  </a:lnTo>
                  <a:cubicBezTo>
                    <a:pt x="91800" y="8774"/>
                    <a:pt x="91860" y="8694"/>
                    <a:pt x="91840" y="8595"/>
                  </a:cubicBezTo>
                  <a:cubicBezTo>
                    <a:pt x="91681" y="7941"/>
                    <a:pt x="91483" y="7306"/>
                    <a:pt x="91245" y="6692"/>
                  </a:cubicBezTo>
                  <a:cubicBezTo>
                    <a:pt x="91216" y="6633"/>
                    <a:pt x="91166" y="6597"/>
                    <a:pt x="91110" y="6597"/>
                  </a:cubicBezTo>
                  <a:close/>
                  <a:moveTo>
                    <a:pt x="91959" y="11054"/>
                  </a:moveTo>
                  <a:cubicBezTo>
                    <a:pt x="91879" y="11054"/>
                    <a:pt x="91800" y="11114"/>
                    <a:pt x="91780" y="11213"/>
                  </a:cubicBezTo>
                  <a:cubicBezTo>
                    <a:pt x="91800" y="11848"/>
                    <a:pt x="91741" y="12502"/>
                    <a:pt x="91622" y="13137"/>
                  </a:cubicBezTo>
                  <a:cubicBezTo>
                    <a:pt x="91622" y="13236"/>
                    <a:pt x="91681" y="13315"/>
                    <a:pt x="91760" y="13335"/>
                  </a:cubicBezTo>
                  <a:lnTo>
                    <a:pt x="91800" y="13335"/>
                  </a:lnTo>
                  <a:cubicBezTo>
                    <a:pt x="91879" y="13335"/>
                    <a:pt x="91939" y="13275"/>
                    <a:pt x="91939" y="13196"/>
                  </a:cubicBezTo>
                  <a:cubicBezTo>
                    <a:pt x="92058" y="12542"/>
                    <a:pt x="92117" y="11887"/>
                    <a:pt x="92137" y="11233"/>
                  </a:cubicBezTo>
                  <a:cubicBezTo>
                    <a:pt x="92137" y="11134"/>
                    <a:pt x="92058" y="11054"/>
                    <a:pt x="91959" y="11054"/>
                  </a:cubicBezTo>
                  <a:close/>
                  <a:moveTo>
                    <a:pt x="91092" y="15504"/>
                  </a:moveTo>
                  <a:cubicBezTo>
                    <a:pt x="91027" y="15504"/>
                    <a:pt x="90963" y="15554"/>
                    <a:pt x="90947" y="15616"/>
                  </a:cubicBezTo>
                  <a:cubicBezTo>
                    <a:pt x="90709" y="16211"/>
                    <a:pt x="90432" y="16786"/>
                    <a:pt x="90134" y="17381"/>
                  </a:cubicBezTo>
                  <a:cubicBezTo>
                    <a:pt x="90095" y="17460"/>
                    <a:pt x="90114" y="17539"/>
                    <a:pt x="90174" y="17599"/>
                  </a:cubicBezTo>
                  <a:lnTo>
                    <a:pt x="90253" y="17599"/>
                  </a:lnTo>
                  <a:cubicBezTo>
                    <a:pt x="90313" y="17599"/>
                    <a:pt x="90372" y="17579"/>
                    <a:pt x="90412" y="17519"/>
                  </a:cubicBezTo>
                  <a:cubicBezTo>
                    <a:pt x="90729" y="16944"/>
                    <a:pt x="91007" y="16349"/>
                    <a:pt x="91245" y="15735"/>
                  </a:cubicBezTo>
                  <a:cubicBezTo>
                    <a:pt x="91265" y="15635"/>
                    <a:pt x="91245" y="15536"/>
                    <a:pt x="91146" y="15516"/>
                  </a:cubicBezTo>
                  <a:cubicBezTo>
                    <a:pt x="91128" y="15508"/>
                    <a:pt x="91110" y="15504"/>
                    <a:pt x="91092" y="15504"/>
                  </a:cubicBezTo>
                  <a:close/>
                  <a:moveTo>
                    <a:pt x="88856" y="19462"/>
                  </a:moveTo>
                  <a:cubicBezTo>
                    <a:pt x="88802" y="19462"/>
                    <a:pt x="88752" y="19484"/>
                    <a:pt x="88726" y="19522"/>
                  </a:cubicBezTo>
                  <a:cubicBezTo>
                    <a:pt x="88330" y="20018"/>
                    <a:pt x="87893" y="20514"/>
                    <a:pt x="87457" y="20990"/>
                  </a:cubicBezTo>
                  <a:cubicBezTo>
                    <a:pt x="87378" y="21049"/>
                    <a:pt x="87378" y="21168"/>
                    <a:pt x="87457" y="21208"/>
                  </a:cubicBezTo>
                  <a:lnTo>
                    <a:pt x="87576" y="21267"/>
                  </a:lnTo>
                  <a:lnTo>
                    <a:pt x="87675" y="21208"/>
                  </a:lnTo>
                  <a:cubicBezTo>
                    <a:pt x="88131" y="20752"/>
                    <a:pt x="88568" y="20256"/>
                    <a:pt x="88964" y="19721"/>
                  </a:cubicBezTo>
                  <a:cubicBezTo>
                    <a:pt x="89024" y="19661"/>
                    <a:pt x="89004" y="19542"/>
                    <a:pt x="88944" y="19483"/>
                  </a:cubicBezTo>
                  <a:cubicBezTo>
                    <a:pt x="88916" y="19469"/>
                    <a:pt x="88886" y="19462"/>
                    <a:pt x="88856" y="19462"/>
                  </a:cubicBezTo>
                  <a:close/>
                  <a:moveTo>
                    <a:pt x="85625" y="22735"/>
                  </a:moveTo>
                  <a:cubicBezTo>
                    <a:pt x="85601" y="22735"/>
                    <a:pt x="85577" y="22741"/>
                    <a:pt x="85553" y="22755"/>
                  </a:cubicBezTo>
                  <a:cubicBezTo>
                    <a:pt x="85057" y="23151"/>
                    <a:pt x="84522" y="23548"/>
                    <a:pt x="83987" y="23925"/>
                  </a:cubicBezTo>
                  <a:cubicBezTo>
                    <a:pt x="83907" y="23965"/>
                    <a:pt x="83887" y="24084"/>
                    <a:pt x="83967" y="24143"/>
                  </a:cubicBezTo>
                  <a:cubicBezTo>
                    <a:pt x="83987" y="24183"/>
                    <a:pt x="84026" y="24222"/>
                    <a:pt x="84086" y="24222"/>
                  </a:cubicBezTo>
                  <a:lnTo>
                    <a:pt x="84185" y="24183"/>
                  </a:lnTo>
                  <a:cubicBezTo>
                    <a:pt x="84720" y="23826"/>
                    <a:pt x="85256" y="23429"/>
                    <a:pt x="85771" y="22993"/>
                  </a:cubicBezTo>
                  <a:cubicBezTo>
                    <a:pt x="85837" y="22878"/>
                    <a:pt x="85739" y="22735"/>
                    <a:pt x="85625" y="22735"/>
                  </a:cubicBezTo>
                  <a:close/>
                  <a:moveTo>
                    <a:pt x="81855" y="25254"/>
                  </a:moveTo>
                  <a:cubicBezTo>
                    <a:pt x="81829" y="25254"/>
                    <a:pt x="81805" y="25260"/>
                    <a:pt x="81785" y="25273"/>
                  </a:cubicBezTo>
                  <a:lnTo>
                    <a:pt x="81706" y="25273"/>
                  </a:lnTo>
                  <a:lnTo>
                    <a:pt x="80020" y="26106"/>
                  </a:lnTo>
                  <a:cubicBezTo>
                    <a:pt x="79834" y="26144"/>
                    <a:pt x="79893" y="26407"/>
                    <a:pt x="80064" y="26407"/>
                  </a:cubicBezTo>
                  <a:cubicBezTo>
                    <a:pt x="80075" y="26407"/>
                    <a:pt x="80087" y="26406"/>
                    <a:pt x="80100" y="26404"/>
                  </a:cubicBezTo>
                  <a:lnTo>
                    <a:pt x="80159" y="26424"/>
                  </a:lnTo>
                  <a:lnTo>
                    <a:pt x="81845" y="25611"/>
                  </a:lnTo>
                  <a:lnTo>
                    <a:pt x="81924" y="25551"/>
                  </a:lnTo>
                  <a:cubicBezTo>
                    <a:pt x="82023" y="25531"/>
                    <a:pt x="82043" y="25412"/>
                    <a:pt x="82003" y="25333"/>
                  </a:cubicBezTo>
                  <a:cubicBezTo>
                    <a:pt x="81964" y="25280"/>
                    <a:pt x="81907" y="25254"/>
                    <a:pt x="81855" y="25254"/>
                  </a:cubicBezTo>
                  <a:close/>
                  <a:moveTo>
                    <a:pt x="77650" y="27033"/>
                  </a:moveTo>
                  <a:cubicBezTo>
                    <a:pt x="77634" y="27033"/>
                    <a:pt x="77618" y="27035"/>
                    <a:pt x="77601" y="27038"/>
                  </a:cubicBezTo>
                  <a:cubicBezTo>
                    <a:pt x="77026" y="27257"/>
                    <a:pt x="76391" y="27455"/>
                    <a:pt x="75757" y="27653"/>
                  </a:cubicBezTo>
                  <a:cubicBezTo>
                    <a:pt x="75677" y="27693"/>
                    <a:pt x="75638" y="27772"/>
                    <a:pt x="75657" y="27851"/>
                  </a:cubicBezTo>
                  <a:cubicBezTo>
                    <a:pt x="75657" y="27931"/>
                    <a:pt x="75737" y="27990"/>
                    <a:pt x="75796" y="27990"/>
                  </a:cubicBezTo>
                  <a:lnTo>
                    <a:pt x="75856" y="27970"/>
                  </a:lnTo>
                  <a:lnTo>
                    <a:pt x="77720" y="27376"/>
                  </a:lnTo>
                  <a:cubicBezTo>
                    <a:pt x="77819" y="27316"/>
                    <a:pt x="77859" y="27237"/>
                    <a:pt x="77819" y="27138"/>
                  </a:cubicBezTo>
                  <a:cubicBezTo>
                    <a:pt x="77786" y="27072"/>
                    <a:pt x="77726" y="27033"/>
                    <a:pt x="77650" y="27033"/>
                  </a:cubicBezTo>
                  <a:close/>
                  <a:moveTo>
                    <a:pt x="73289" y="28343"/>
                  </a:moveTo>
                  <a:cubicBezTo>
                    <a:pt x="73279" y="28343"/>
                    <a:pt x="73268" y="28345"/>
                    <a:pt x="73258" y="28347"/>
                  </a:cubicBezTo>
                  <a:lnTo>
                    <a:pt x="71374" y="28823"/>
                  </a:lnTo>
                  <a:cubicBezTo>
                    <a:pt x="71275" y="28843"/>
                    <a:pt x="71215" y="28942"/>
                    <a:pt x="71235" y="29022"/>
                  </a:cubicBezTo>
                  <a:cubicBezTo>
                    <a:pt x="71252" y="29090"/>
                    <a:pt x="71299" y="29144"/>
                    <a:pt x="71363" y="29144"/>
                  </a:cubicBezTo>
                  <a:cubicBezTo>
                    <a:pt x="71373" y="29144"/>
                    <a:pt x="71383" y="29143"/>
                    <a:pt x="71394" y="29141"/>
                  </a:cubicBezTo>
                  <a:lnTo>
                    <a:pt x="71433" y="29141"/>
                  </a:lnTo>
                  <a:lnTo>
                    <a:pt x="73317" y="28684"/>
                  </a:lnTo>
                  <a:cubicBezTo>
                    <a:pt x="73416" y="28665"/>
                    <a:pt x="73456" y="28565"/>
                    <a:pt x="73456" y="28486"/>
                  </a:cubicBezTo>
                  <a:cubicBezTo>
                    <a:pt x="73439" y="28400"/>
                    <a:pt x="73361" y="28343"/>
                    <a:pt x="73289" y="28343"/>
                  </a:cubicBezTo>
                  <a:close/>
                  <a:moveTo>
                    <a:pt x="68816" y="29398"/>
                  </a:moveTo>
                  <a:lnTo>
                    <a:pt x="66912" y="29815"/>
                  </a:lnTo>
                  <a:cubicBezTo>
                    <a:pt x="66813" y="29835"/>
                    <a:pt x="66753" y="29934"/>
                    <a:pt x="66773" y="30013"/>
                  </a:cubicBezTo>
                  <a:cubicBezTo>
                    <a:pt x="66790" y="30082"/>
                    <a:pt x="66837" y="30136"/>
                    <a:pt x="66901" y="30136"/>
                  </a:cubicBezTo>
                  <a:cubicBezTo>
                    <a:pt x="66911" y="30136"/>
                    <a:pt x="66921" y="30135"/>
                    <a:pt x="66932" y="30132"/>
                  </a:cubicBezTo>
                  <a:lnTo>
                    <a:pt x="66971" y="30132"/>
                  </a:lnTo>
                  <a:lnTo>
                    <a:pt x="68895" y="29716"/>
                  </a:lnTo>
                  <a:cubicBezTo>
                    <a:pt x="68974" y="29716"/>
                    <a:pt x="69034" y="29616"/>
                    <a:pt x="69014" y="29517"/>
                  </a:cubicBezTo>
                  <a:cubicBezTo>
                    <a:pt x="68974" y="29438"/>
                    <a:pt x="68895" y="29398"/>
                    <a:pt x="68816" y="29398"/>
                  </a:cubicBezTo>
                  <a:close/>
                  <a:moveTo>
                    <a:pt x="64396" y="30405"/>
                  </a:moveTo>
                  <a:cubicBezTo>
                    <a:pt x="64381" y="30405"/>
                    <a:pt x="64367" y="30406"/>
                    <a:pt x="64354" y="30410"/>
                  </a:cubicBezTo>
                  <a:lnTo>
                    <a:pt x="64135" y="30469"/>
                  </a:lnTo>
                  <a:lnTo>
                    <a:pt x="62470" y="30886"/>
                  </a:lnTo>
                  <a:cubicBezTo>
                    <a:pt x="62370" y="30886"/>
                    <a:pt x="62311" y="30985"/>
                    <a:pt x="62351" y="31084"/>
                  </a:cubicBezTo>
                  <a:cubicBezTo>
                    <a:pt x="62351" y="31163"/>
                    <a:pt x="62410" y="31203"/>
                    <a:pt x="62489" y="31203"/>
                  </a:cubicBezTo>
                  <a:lnTo>
                    <a:pt x="62549" y="31183"/>
                  </a:lnTo>
                  <a:lnTo>
                    <a:pt x="64195" y="30787"/>
                  </a:lnTo>
                  <a:lnTo>
                    <a:pt x="64433" y="30707"/>
                  </a:lnTo>
                  <a:cubicBezTo>
                    <a:pt x="64512" y="30707"/>
                    <a:pt x="64572" y="30608"/>
                    <a:pt x="64552" y="30509"/>
                  </a:cubicBezTo>
                  <a:cubicBezTo>
                    <a:pt x="64535" y="30443"/>
                    <a:pt x="64465" y="30405"/>
                    <a:pt x="64396" y="30405"/>
                  </a:cubicBezTo>
                  <a:close/>
                  <a:moveTo>
                    <a:pt x="59994" y="31567"/>
                  </a:moveTo>
                  <a:cubicBezTo>
                    <a:pt x="59974" y="31567"/>
                    <a:pt x="59952" y="31571"/>
                    <a:pt x="59931" y="31580"/>
                  </a:cubicBezTo>
                  <a:lnTo>
                    <a:pt x="58087" y="32195"/>
                  </a:lnTo>
                  <a:cubicBezTo>
                    <a:pt x="57988" y="32234"/>
                    <a:pt x="57948" y="32333"/>
                    <a:pt x="57988" y="32413"/>
                  </a:cubicBezTo>
                  <a:cubicBezTo>
                    <a:pt x="57988" y="32478"/>
                    <a:pt x="58042" y="32517"/>
                    <a:pt x="58095" y="32517"/>
                  </a:cubicBezTo>
                  <a:cubicBezTo>
                    <a:pt x="58106" y="32517"/>
                    <a:pt x="58116" y="32515"/>
                    <a:pt x="58127" y="32512"/>
                  </a:cubicBezTo>
                  <a:lnTo>
                    <a:pt x="58186" y="32512"/>
                  </a:lnTo>
                  <a:lnTo>
                    <a:pt x="60030" y="31897"/>
                  </a:lnTo>
                  <a:cubicBezTo>
                    <a:pt x="60110" y="31877"/>
                    <a:pt x="60149" y="31778"/>
                    <a:pt x="60129" y="31699"/>
                  </a:cubicBezTo>
                  <a:cubicBezTo>
                    <a:pt x="60129" y="31621"/>
                    <a:pt x="60068" y="31567"/>
                    <a:pt x="59994" y="31567"/>
                  </a:cubicBezTo>
                  <a:close/>
                  <a:moveTo>
                    <a:pt x="55702" y="33154"/>
                  </a:moveTo>
                  <a:cubicBezTo>
                    <a:pt x="55683" y="33154"/>
                    <a:pt x="55665" y="33158"/>
                    <a:pt x="55648" y="33166"/>
                  </a:cubicBezTo>
                  <a:cubicBezTo>
                    <a:pt x="55033" y="33444"/>
                    <a:pt x="54438" y="33741"/>
                    <a:pt x="53863" y="34039"/>
                  </a:cubicBezTo>
                  <a:cubicBezTo>
                    <a:pt x="53783" y="34059"/>
                    <a:pt x="53744" y="34158"/>
                    <a:pt x="53783" y="34237"/>
                  </a:cubicBezTo>
                  <a:cubicBezTo>
                    <a:pt x="53803" y="34297"/>
                    <a:pt x="53863" y="34336"/>
                    <a:pt x="53942" y="34336"/>
                  </a:cubicBezTo>
                  <a:lnTo>
                    <a:pt x="54021" y="34316"/>
                  </a:lnTo>
                  <a:lnTo>
                    <a:pt x="55767" y="33464"/>
                  </a:lnTo>
                  <a:cubicBezTo>
                    <a:pt x="55846" y="33424"/>
                    <a:pt x="55886" y="33345"/>
                    <a:pt x="55846" y="33265"/>
                  </a:cubicBezTo>
                  <a:cubicBezTo>
                    <a:pt x="55830" y="33203"/>
                    <a:pt x="55767" y="33154"/>
                    <a:pt x="55702" y="33154"/>
                  </a:cubicBezTo>
                  <a:close/>
                  <a:moveTo>
                    <a:pt x="51683" y="35303"/>
                  </a:moveTo>
                  <a:cubicBezTo>
                    <a:pt x="51654" y="35303"/>
                    <a:pt x="51626" y="35316"/>
                    <a:pt x="51602" y="35348"/>
                  </a:cubicBezTo>
                  <a:cubicBezTo>
                    <a:pt x="51047" y="35705"/>
                    <a:pt x="50511" y="36081"/>
                    <a:pt x="49996" y="36518"/>
                  </a:cubicBezTo>
                  <a:cubicBezTo>
                    <a:pt x="49916" y="36557"/>
                    <a:pt x="49916" y="36676"/>
                    <a:pt x="49976" y="36736"/>
                  </a:cubicBezTo>
                  <a:lnTo>
                    <a:pt x="50095" y="36795"/>
                  </a:lnTo>
                  <a:lnTo>
                    <a:pt x="50194" y="36756"/>
                  </a:lnTo>
                  <a:cubicBezTo>
                    <a:pt x="50690" y="36359"/>
                    <a:pt x="51245" y="36002"/>
                    <a:pt x="51780" y="35625"/>
                  </a:cubicBezTo>
                  <a:cubicBezTo>
                    <a:pt x="51960" y="35593"/>
                    <a:pt x="51816" y="35303"/>
                    <a:pt x="51683" y="35303"/>
                  </a:cubicBezTo>
                  <a:close/>
                  <a:moveTo>
                    <a:pt x="48182" y="38228"/>
                  </a:moveTo>
                  <a:cubicBezTo>
                    <a:pt x="48145" y="38228"/>
                    <a:pt x="48106" y="38244"/>
                    <a:pt x="48072" y="38283"/>
                  </a:cubicBezTo>
                  <a:lnTo>
                    <a:pt x="47775" y="38580"/>
                  </a:lnTo>
                  <a:cubicBezTo>
                    <a:pt x="47418" y="38937"/>
                    <a:pt x="47100" y="39334"/>
                    <a:pt x="46783" y="39770"/>
                  </a:cubicBezTo>
                  <a:cubicBezTo>
                    <a:pt x="46704" y="39830"/>
                    <a:pt x="46723" y="39929"/>
                    <a:pt x="46803" y="39988"/>
                  </a:cubicBezTo>
                  <a:lnTo>
                    <a:pt x="46902" y="40028"/>
                  </a:lnTo>
                  <a:cubicBezTo>
                    <a:pt x="46942" y="40028"/>
                    <a:pt x="47001" y="40008"/>
                    <a:pt x="47021" y="39968"/>
                  </a:cubicBezTo>
                  <a:cubicBezTo>
                    <a:pt x="47338" y="39572"/>
                    <a:pt x="47675" y="39175"/>
                    <a:pt x="48013" y="38798"/>
                  </a:cubicBezTo>
                  <a:lnTo>
                    <a:pt x="48290" y="38501"/>
                  </a:lnTo>
                  <a:cubicBezTo>
                    <a:pt x="48395" y="38381"/>
                    <a:pt x="48296" y="38228"/>
                    <a:pt x="48182" y="38228"/>
                  </a:cubicBezTo>
                  <a:close/>
                  <a:moveTo>
                    <a:pt x="45430" y="41892"/>
                  </a:moveTo>
                  <a:cubicBezTo>
                    <a:pt x="45373" y="41892"/>
                    <a:pt x="45315" y="41918"/>
                    <a:pt x="45276" y="41971"/>
                  </a:cubicBezTo>
                  <a:cubicBezTo>
                    <a:pt x="44958" y="42546"/>
                    <a:pt x="44661" y="43122"/>
                    <a:pt x="44383" y="43716"/>
                  </a:cubicBezTo>
                  <a:cubicBezTo>
                    <a:pt x="44364" y="43796"/>
                    <a:pt x="44383" y="43895"/>
                    <a:pt x="44463" y="43935"/>
                  </a:cubicBezTo>
                  <a:lnTo>
                    <a:pt x="44542" y="43935"/>
                  </a:lnTo>
                  <a:cubicBezTo>
                    <a:pt x="44602" y="43935"/>
                    <a:pt x="44661" y="43895"/>
                    <a:pt x="44701" y="43855"/>
                  </a:cubicBezTo>
                  <a:cubicBezTo>
                    <a:pt x="44958" y="43260"/>
                    <a:pt x="45256" y="42685"/>
                    <a:pt x="45593" y="42150"/>
                  </a:cubicBezTo>
                  <a:cubicBezTo>
                    <a:pt x="45633" y="42051"/>
                    <a:pt x="45613" y="41952"/>
                    <a:pt x="45514" y="41912"/>
                  </a:cubicBezTo>
                  <a:cubicBezTo>
                    <a:pt x="45487" y="41899"/>
                    <a:pt x="45459" y="41892"/>
                    <a:pt x="45430" y="41892"/>
                  </a:cubicBezTo>
                  <a:close/>
                  <a:moveTo>
                    <a:pt x="43607" y="46032"/>
                  </a:moveTo>
                  <a:cubicBezTo>
                    <a:pt x="43538" y="46032"/>
                    <a:pt x="43464" y="46070"/>
                    <a:pt x="43431" y="46136"/>
                  </a:cubicBezTo>
                  <a:cubicBezTo>
                    <a:pt x="43233" y="46751"/>
                    <a:pt x="43055" y="47365"/>
                    <a:pt x="42876" y="48040"/>
                  </a:cubicBezTo>
                  <a:cubicBezTo>
                    <a:pt x="42876" y="48119"/>
                    <a:pt x="42936" y="48198"/>
                    <a:pt x="43015" y="48238"/>
                  </a:cubicBezTo>
                  <a:lnTo>
                    <a:pt x="43055" y="48238"/>
                  </a:lnTo>
                  <a:cubicBezTo>
                    <a:pt x="43134" y="48238"/>
                    <a:pt x="43194" y="48179"/>
                    <a:pt x="43213" y="48119"/>
                  </a:cubicBezTo>
                  <a:cubicBezTo>
                    <a:pt x="43372" y="47465"/>
                    <a:pt x="43550" y="46850"/>
                    <a:pt x="43749" y="46235"/>
                  </a:cubicBezTo>
                  <a:cubicBezTo>
                    <a:pt x="43769" y="46156"/>
                    <a:pt x="43729" y="46057"/>
                    <a:pt x="43650" y="46037"/>
                  </a:cubicBezTo>
                  <a:cubicBezTo>
                    <a:pt x="43636" y="46033"/>
                    <a:pt x="43622" y="46032"/>
                    <a:pt x="43607" y="46032"/>
                  </a:cubicBezTo>
                  <a:close/>
                  <a:moveTo>
                    <a:pt x="42528" y="50475"/>
                  </a:moveTo>
                  <a:cubicBezTo>
                    <a:pt x="42460" y="50475"/>
                    <a:pt x="42398" y="50529"/>
                    <a:pt x="42380" y="50598"/>
                  </a:cubicBezTo>
                  <a:cubicBezTo>
                    <a:pt x="42281" y="51233"/>
                    <a:pt x="42182" y="51887"/>
                    <a:pt x="42142" y="52561"/>
                  </a:cubicBezTo>
                  <a:cubicBezTo>
                    <a:pt x="42123" y="52641"/>
                    <a:pt x="42202" y="52720"/>
                    <a:pt x="42281" y="52720"/>
                  </a:cubicBezTo>
                  <a:cubicBezTo>
                    <a:pt x="42380" y="52720"/>
                    <a:pt x="42460" y="52680"/>
                    <a:pt x="42460" y="52581"/>
                  </a:cubicBezTo>
                  <a:cubicBezTo>
                    <a:pt x="42539" y="51927"/>
                    <a:pt x="42618" y="51292"/>
                    <a:pt x="42718" y="50638"/>
                  </a:cubicBezTo>
                  <a:cubicBezTo>
                    <a:pt x="42718" y="50558"/>
                    <a:pt x="42638" y="50479"/>
                    <a:pt x="42559" y="50479"/>
                  </a:cubicBezTo>
                  <a:cubicBezTo>
                    <a:pt x="42548" y="50476"/>
                    <a:pt x="42538" y="50475"/>
                    <a:pt x="42528" y="50475"/>
                  </a:cubicBezTo>
                  <a:close/>
                  <a:moveTo>
                    <a:pt x="42142" y="55000"/>
                  </a:moveTo>
                  <a:cubicBezTo>
                    <a:pt x="42063" y="55000"/>
                    <a:pt x="41964" y="55080"/>
                    <a:pt x="41964" y="55159"/>
                  </a:cubicBezTo>
                  <a:lnTo>
                    <a:pt x="41964" y="57142"/>
                  </a:lnTo>
                  <a:cubicBezTo>
                    <a:pt x="41964" y="57222"/>
                    <a:pt x="42023" y="57281"/>
                    <a:pt x="42123" y="57281"/>
                  </a:cubicBezTo>
                  <a:cubicBezTo>
                    <a:pt x="42202" y="57281"/>
                    <a:pt x="42281" y="57202"/>
                    <a:pt x="42281" y="57122"/>
                  </a:cubicBezTo>
                  <a:lnTo>
                    <a:pt x="42281" y="55179"/>
                  </a:lnTo>
                  <a:cubicBezTo>
                    <a:pt x="42301" y="55080"/>
                    <a:pt x="42222" y="55000"/>
                    <a:pt x="42142" y="55000"/>
                  </a:cubicBezTo>
                  <a:close/>
                  <a:moveTo>
                    <a:pt x="42221" y="59619"/>
                  </a:moveTo>
                  <a:cubicBezTo>
                    <a:pt x="42152" y="59619"/>
                    <a:pt x="42084" y="59658"/>
                    <a:pt x="42063" y="59740"/>
                  </a:cubicBezTo>
                  <a:cubicBezTo>
                    <a:pt x="42123" y="60395"/>
                    <a:pt x="42162" y="61029"/>
                    <a:pt x="42242" y="61703"/>
                  </a:cubicBezTo>
                  <a:cubicBezTo>
                    <a:pt x="42242" y="61783"/>
                    <a:pt x="42321" y="61842"/>
                    <a:pt x="42420" y="61842"/>
                  </a:cubicBezTo>
                  <a:cubicBezTo>
                    <a:pt x="42519" y="61822"/>
                    <a:pt x="42579" y="61743"/>
                    <a:pt x="42559" y="61684"/>
                  </a:cubicBezTo>
                  <a:cubicBezTo>
                    <a:pt x="42519" y="61009"/>
                    <a:pt x="42440" y="60355"/>
                    <a:pt x="42380" y="59720"/>
                  </a:cubicBezTo>
                  <a:cubicBezTo>
                    <a:pt x="42352" y="59653"/>
                    <a:pt x="42286" y="59619"/>
                    <a:pt x="42221" y="59619"/>
                  </a:cubicBezTo>
                  <a:close/>
                  <a:moveTo>
                    <a:pt x="42718" y="64103"/>
                  </a:moveTo>
                  <a:cubicBezTo>
                    <a:pt x="42618" y="64123"/>
                    <a:pt x="42559" y="64202"/>
                    <a:pt x="42559" y="64301"/>
                  </a:cubicBezTo>
                  <a:lnTo>
                    <a:pt x="42856" y="66245"/>
                  </a:lnTo>
                  <a:cubicBezTo>
                    <a:pt x="42876" y="66304"/>
                    <a:pt x="42956" y="66364"/>
                    <a:pt x="43035" y="66364"/>
                  </a:cubicBezTo>
                  <a:lnTo>
                    <a:pt x="43055" y="66364"/>
                  </a:lnTo>
                  <a:cubicBezTo>
                    <a:pt x="43134" y="66344"/>
                    <a:pt x="43194" y="66265"/>
                    <a:pt x="43174" y="66185"/>
                  </a:cubicBezTo>
                  <a:lnTo>
                    <a:pt x="42876" y="64262"/>
                  </a:lnTo>
                  <a:cubicBezTo>
                    <a:pt x="42876" y="64163"/>
                    <a:pt x="42797" y="64103"/>
                    <a:pt x="42718" y="64103"/>
                  </a:cubicBezTo>
                  <a:close/>
                  <a:moveTo>
                    <a:pt x="43471" y="68650"/>
                  </a:moveTo>
                  <a:cubicBezTo>
                    <a:pt x="43389" y="68650"/>
                    <a:pt x="43312" y="68709"/>
                    <a:pt x="43312" y="68803"/>
                  </a:cubicBezTo>
                  <a:lnTo>
                    <a:pt x="43610" y="70548"/>
                  </a:lnTo>
                  <a:lnTo>
                    <a:pt x="43650" y="70727"/>
                  </a:lnTo>
                  <a:cubicBezTo>
                    <a:pt x="43650" y="70806"/>
                    <a:pt x="43709" y="70866"/>
                    <a:pt x="43808" y="70866"/>
                  </a:cubicBezTo>
                  <a:lnTo>
                    <a:pt x="43828" y="70866"/>
                  </a:lnTo>
                  <a:cubicBezTo>
                    <a:pt x="43907" y="70846"/>
                    <a:pt x="43967" y="70766"/>
                    <a:pt x="43967" y="70667"/>
                  </a:cubicBezTo>
                  <a:lnTo>
                    <a:pt x="43927" y="70489"/>
                  </a:lnTo>
                  <a:lnTo>
                    <a:pt x="43630" y="68744"/>
                  </a:lnTo>
                  <a:cubicBezTo>
                    <a:pt x="43589" y="68679"/>
                    <a:pt x="43529" y="68650"/>
                    <a:pt x="43471" y="68650"/>
                  </a:cubicBezTo>
                  <a:close/>
                  <a:moveTo>
                    <a:pt x="44225" y="73106"/>
                  </a:moveTo>
                  <a:cubicBezTo>
                    <a:pt x="44126" y="73126"/>
                    <a:pt x="44086" y="73206"/>
                    <a:pt x="44106" y="73305"/>
                  </a:cubicBezTo>
                  <a:cubicBezTo>
                    <a:pt x="44205" y="73939"/>
                    <a:pt x="44324" y="74594"/>
                    <a:pt x="44423" y="75228"/>
                  </a:cubicBezTo>
                  <a:cubicBezTo>
                    <a:pt x="44423" y="75308"/>
                    <a:pt x="44502" y="75367"/>
                    <a:pt x="44562" y="75367"/>
                  </a:cubicBezTo>
                  <a:lnTo>
                    <a:pt x="44602" y="75367"/>
                  </a:lnTo>
                  <a:cubicBezTo>
                    <a:pt x="44681" y="75347"/>
                    <a:pt x="44740" y="75268"/>
                    <a:pt x="44740" y="75189"/>
                  </a:cubicBezTo>
                  <a:cubicBezTo>
                    <a:pt x="44641" y="74534"/>
                    <a:pt x="44522" y="73900"/>
                    <a:pt x="44423" y="73245"/>
                  </a:cubicBezTo>
                  <a:cubicBezTo>
                    <a:pt x="44403" y="73166"/>
                    <a:pt x="44304" y="73106"/>
                    <a:pt x="44225" y="73106"/>
                  </a:cubicBezTo>
                  <a:close/>
                  <a:moveTo>
                    <a:pt x="44939" y="77608"/>
                  </a:moveTo>
                  <a:cubicBezTo>
                    <a:pt x="44840" y="77628"/>
                    <a:pt x="44780" y="77727"/>
                    <a:pt x="44780" y="77806"/>
                  </a:cubicBezTo>
                  <a:cubicBezTo>
                    <a:pt x="44879" y="78481"/>
                    <a:pt x="44958" y="79135"/>
                    <a:pt x="45038" y="79750"/>
                  </a:cubicBezTo>
                  <a:cubicBezTo>
                    <a:pt x="45038" y="79829"/>
                    <a:pt x="45097" y="79889"/>
                    <a:pt x="45177" y="79889"/>
                  </a:cubicBezTo>
                  <a:lnTo>
                    <a:pt x="45216" y="79889"/>
                  </a:lnTo>
                  <a:cubicBezTo>
                    <a:pt x="45296" y="79869"/>
                    <a:pt x="45355" y="79790"/>
                    <a:pt x="45355" y="79690"/>
                  </a:cubicBezTo>
                  <a:cubicBezTo>
                    <a:pt x="45276" y="79076"/>
                    <a:pt x="45216" y="78421"/>
                    <a:pt x="45117" y="77767"/>
                  </a:cubicBezTo>
                  <a:cubicBezTo>
                    <a:pt x="45117" y="77668"/>
                    <a:pt x="45038" y="77608"/>
                    <a:pt x="44939" y="77608"/>
                  </a:cubicBezTo>
                  <a:close/>
                  <a:moveTo>
                    <a:pt x="45415" y="82150"/>
                  </a:moveTo>
                  <a:cubicBezTo>
                    <a:pt x="45335" y="82169"/>
                    <a:pt x="45276" y="82249"/>
                    <a:pt x="45256" y="82328"/>
                  </a:cubicBezTo>
                  <a:cubicBezTo>
                    <a:pt x="45315" y="83002"/>
                    <a:pt x="45335" y="83657"/>
                    <a:pt x="45355" y="84291"/>
                  </a:cubicBezTo>
                  <a:cubicBezTo>
                    <a:pt x="45355" y="84371"/>
                    <a:pt x="45434" y="84430"/>
                    <a:pt x="45514" y="84430"/>
                  </a:cubicBezTo>
                  <a:cubicBezTo>
                    <a:pt x="45593" y="84430"/>
                    <a:pt x="45672" y="84371"/>
                    <a:pt x="45672" y="84291"/>
                  </a:cubicBezTo>
                  <a:cubicBezTo>
                    <a:pt x="45653" y="83637"/>
                    <a:pt x="45633" y="82963"/>
                    <a:pt x="45573" y="82308"/>
                  </a:cubicBezTo>
                  <a:cubicBezTo>
                    <a:pt x="45573" y="82209"/>
                    <a:pt x="45494" y="82150"/>
                    <a:pt x="45415" y="82150"/>
                  </a:cubicBezTo>
                  <a:close/>
                  <a:moveTo>
                    <a:pt x="45514" y="86711"/>
                  </a:moveTo>
                  <a:cubicBezTo>
                    <a:pt x="45415" y="86711"/>
                    <a:pt x="45335" y="86790"/>
                    <a:pt x="45335" y="86889"/>
                  </a:cubicBezTo>
                  <a:cubicBezTo>
                    <a:pt x="45315" y="87524"/>
                    <a:pt x="45256" y="88198"/>
                    <a:pt x="45196" y="88813"/>
                  </a:cubicBezTo>
                  <a:cubicBezTo>
                    <a:pt x="45196" y="88912"/>
                    <a:pt x="45236" y="88991"/>
                    <a:pt x="45335" y="88991"/>
                  </a:cubicBezTo>
                  <a:lnTo>
                    <a:pt x="45355" y="88991"/>
                  </a:lnTo>
                  <a:cubicBezTo>
                    <a:pt x="45434" y="88991"/>
                    <a:pt x="45514" y="88932"/>
                    <a:pt x="45514" y="88852"/>
                  </a:cubicBezTo>
                  <a:cubicBezTo>
                    <a:pt x="45573" y="88218"/>
                    <a:pt x="45633" y="87563"/>
                    <a:pt x="45653" y="86889"/>
                  </a:cubicBezTo>
                  <a:cubicBezTo>
                    <a:pt x="45653" y="86810"/>
                    <a:pt x="45593" y="86731"/>
                    <a:pt x="45514" y="86711"/>
                  </a:cubicBezTo>
                  <a:close/>
                  <a:moveTo>
                    <a:pt x="45018" y="91252"/>
                  </a:moveTo>
                  <a:cubicBezTo>
                    <a:pt x="44919" y="91252"/>
                    <a:pt x="44859" y="91312"/>
                    <a:pt x="44840" y="91391"/>
                  </a:cubicBezTo>
                  <a:cubicBezTo>
                    <a:pt x="44721" y="92025"/>
                    <a:pt x="44602" y="92660"/>
                    <a:pt x="44423" y="93315"/>
                  </a:cubicBezTo>
                  <a:cubicBezTo>
                    <a:pt x="44403" y="93394"/>
                    <a:pt x="44463" y="93473"/>
                    <a:pt x="44542" y="93513"/>
                  </a:cubicBezTo>
                  <a:lnTo>
                    <a:pt x="44602" y="93513"/>
                  </a:lnTo>
                  <a:cubicBezTo>
                    <a:pt x="44661" y="93513"/>
                    <a:pt x="44721" y="93453"/>
                    <a:pt x="44740" y="93374"/>
                  </a:cubicBezTo>
                  <a:cubicBezTo>
                    <a:pt x="44879" y="92739"/>
                    <a:pt x="45038" y="92085"/>
                    <a:pt x="45157" y="91450"/>
                  </a:cubicBezTo>
                  <a:cubicBezTo>
                    <a:pt x="45157" y="91351"/>
                    <a:pt x="45097" y="91272"/>
                    <a:pt x="45018" y="91252"/>
                  </a:cubicBezTo>
                  <a:close/>
                  <a:moveTo>
                    <a:pt x="43854" y="95679"/>
                  </a:moveTo>
                  <a:cubicBezTo>
                    <a:pt x="43788" y="95679"/>
                    <a:pt x="43733" y="95720"/>
                    <a:pt x="43689" y="95793"/>
                  </a:cubicBezTo>
                  <a:cubicBezTo>
                    <a:pt x="43511" y="96408"/>
                    <a:pt x="43273" y="97023"/>
                    <a:pt x="43055" y="97618"/>
                  </a:cubicBezTo>
                  <a:cubicBezTo>
                    <a:pt x="43015" y="97697"/>
                    <a:pt x="43055" y="97796"/>
                    <a:pt x="43134" y="97836"/>
                  </a:cubicBezTo>
                  <a:lnTo>
                    <a:pt x="43213" y="97836"/>
                  </a:lnTo>
                  <a:cubicBezTo>
                    <a:pt x="43273" y="97836"/>
                    <a:pt x="43332" y="97796"/>
                    <a:pt x="43352" y="97737"/>
                  </a:cubicBezTo>
                  <a:cubicBezTo>
                    <a:pt x="43590" y="97122"/>
                    <a:pt x="43828" y="96507"/>
                    <a:pt x="44026" y="95893"/>
                  </a:cubicBezTo>
                  <a:cubicBezTo>
                    <a:pt x="44046" y="95793"/>
                    <a:pt x="44007" y="95714"/>
                    <a:pt x="43927" y="95694"/>
                  </a:cubicBezTo>
                  <a:cubicBezTo>
                    <a:pt x="43902" y="95684"/>
                    <a:pt x="43877" y="95679"/>
                    <a:pt x="43854" y="95679"/>
                  </a:cubicBezTo>
                  <a:close/>
                  <a:moveTo>
                    <a:pt x="42153" y="99929"/>
                  </a:moveTo>
                  <a:cubicBezTo>
                    <a:pt x="42092" y="99929"/>
                    <a:pt x="42030" y="99965"/>
                    <a:pt x="42004" y="100017"/>
                  </a:cubicBezTo>
                  <a:cubicBezTo>
                    <a:pt x="41746" y="100593"/>
                    <a:pt x="41448" y="101188"/>
                    <a:pt x="41111" y="101763"/>
                  </a:cubicBezTo>
                  <a:cubicBezTo>
                    <a:pt x="41091" y="101842"/>
                    <a:pt x="41111" y="101941"/>
                    <a:pt x="41191" y="101981"/>
                  </a:cubicBezTo>
                  <a:lnTo>
                    <a:pt x="41270" y="101981"/>
                  </a:lnTo>
                  <a:cubicBezTo>
                    <a:pt x="41329" y="101981"/>
                    <a:pt x="41389" y="101961"/>
                    <a:pt x="41409" y="101901"/>
                  </a:cubicBezTo>
                  <a:cubicBezTo>
                    <a:pt x="41706" y="101326"/>
                    <a:pt x="42043" y="100751"/>
                    <a:pt x="42301" y="100176"/>
                  </a:cubicBezTo>
                  <a:cubicBezTo>
                    <a:pt x="42341" y="100077"/>
                    <a:pt x="42301" y="99978"/>
                    <a:pt x="42242" y="99958"/>
                  </a:cubicBezTo>
                  <a:cubicBezTo>
                    <a:pt x="42215" y="99938"/>
                    <a:pt x="42184" y="99929"/>
                    <a:pt x="42153" y="99929"/>
                  </a:cubicBezTo>
                  <a:close/>
                  <a:moveTo>
                    <a:pt x="39901" y="103899"/>
                  </a:moveTo>
                  <a:cubicBezTo>
                    <a:pt x="39853" y="103899"/>
                    <a:pt x="39813" y="103923"/>
                    <a:pt x="39802" y="103984"/>
                  </a:cubicBezTo>
                  <a:cubicBezTo>
                    <a:pt x="39465" y="104539"/>
                    <a:pt x="39088" y="105074"/>
                    <a:pt x="38712" y="105630"/>
                  </a:cubicBezTo>
                  <a:cubicBezTo>
                    <a:pt x="38672" y="105709"/>
                    <a:pt x="38692" y="105788"/>
                    <a:pt x="38771" y="105848"/>
                  </a:cubicBezTo>
                  <a:lnTo>
                    <a:pt x="38870" y="105848"/>
                  </a:lnTo>
                  <a:cubicBezTo>
                    <a:pt x="38910" y="105848"/>
                    <a:pt x="38969" y="105828"/>
                    <a:pt x="38989" y="105808"/>
                  </a:cubicBezTo>
                  <a:cubicBezTo>
                    <a:pt x="39366" y="105273"/>
                    <a:pt x="39743" y="104717"/>
                    <a:pt x="40080" y="104162"/>
                  </a:cubicBezTo>
                  <a:cubicBezTo>
                    <a:pt x="40209" y="104062"/>
                    <a:pt x="40027" y="103899"/>
                    <a:pt x="39901" y="103899"/>
                  </a:cubicBezTo>
                  <a:close/>
                  <a:moveTo>
                    <a:pt x="37289" y="107605"/>
                  </a:moveTo>
                  <a:cubicBezTo>
                    <a:pt x="37242" y="107605"/>
                    <a:pt x="37198" y="107620"/>
                    <a:pt x="37165" y="107653"/>
                  </a:cubicBezTo>
                  <a:cubicBezTo>
                    <a:pt x="36768" y="108188"/>
                    <a:pt x="36332" y="108684"/>
                    <a:pt x="35915" y="109180"/>
                  </a:cubicBezTo>
                  <a:cubicBezTo>
                    <a:pt x="35856" y="109239"/>
                    <a:pt x="35876" y="109338"/>
                    <a:pt x="35935" y="109398"/>
                  </a:cubicBezTo>
                  <a:cubicBezTo>
                    <a:pt x="35955" y="109418"/>
                    <a:pt x="35995" y="109437"/>
                    <a:pt x="36034" y="109437"/>
                  </a:cubicBezTo>
                  <a:cubicBezTo>
                    <a:pt x="36094" y="109437"/>
                    <a:pt x="36134" y="109418"/>
                    <a:pt x="36173" y="109378"/>
                  </a:cubicBezTo>
                  <a:cubicBezTo>
                    <a:pt x="36590" y="108882"/>
                    <a:pt x="37026" y="108386"/>
                    <a:pt x="37423" y="107890"/>
                  </a:cubicBezTo>
                  <a:cubicBezTo>
                    <a:pt x="37482" y="107811"/>
                    <a:pt x="37462" y="107692"/>
                    <a:pt x="37403" y="107633"/>
                  </a:cubicBezTo>
                  <a:cubicBezTo>
                    <a:pt x="37367" y="107615"/>
                    <a:pt x="37327" y="107605"/>
                    <a:pt x="37289" y="107605"/>
                  </a:cubicBezTo>
                  <a:close/>
                  <a:moveTo>
                    <a:pt x="34266" y="111031"/>
                  </a:moveTo>
                  <a:cubicBezTo>
                    <a:pt x="34228" y="111031"/>
                    <a:pt x="34188" y="111046"/>
                    <a:pt x="34150" y="111083"/>
                  </a:cubicBezTo>
                  <a:cubicBezTo>
                    <a:pt x="33714" y="111520"/>
                    <a:pt x="33238" y="111996"/>
                    <a:pt x="32742" y="112452"/>
                  </a:cubicBezTo>
                  <a:cubicBezTo>
                    <a:pt x="32683" y="112511"/>
                    <a:pt x="32683" y="112591"/>
                    <a:pt x="32742" y="112670"/>
                  </a:cubicBezTo>
                  <a:lnTo>
                    <a:pt x="32861" y="112709"/>
                  </a:lnTo>
                  <a:lnTo>
                    <a:pt x="32961" y="112670"/>
                  </a:lnTo>
                  <a:cubicBezTo>
                    <a:pt x="33456" y="112214"/>
                    <a:pt x="33932" y="111777"/>
                    <a:pt x="34388" y="111301"/>
                  </a:cubicBezTo>
                  <a:cubicBezTo>
                    <a:pt x="34495" y="111195"/>
                    <a:pt x="34392" y="111031"/>
                    <a:pt x="34266" y="111031"/>
                  </a:cubicBezTo>
                  <a:close/>
                  <a:moveTo>
                    <a:pt x="30919" y="114115"/>
                  </a:moveTo>
                  <a:cubicBezTo>
                    <a:pt x="30883" y="114115"/>
                    <a:pt x="30846" y="114130"/>
                    <a:pt x="30819" y="114157"/>
                  </a:cubicBezTo>
                  <a:lnTo>
                    <a:pt x="29292" y="115367"/>
                  </a:lnTo>
                  <a:cubicBezTo>
                    <a:pt x="29232" y="115426"/>
                    <a:pt x="29193" y="115526"/>
                    <a:pt x="29252" y="115625"/>
                  </a:cubicBezTo>
                  <a:lnTo>
                    <a:pt x="29391" y="115664"/>
                  </a:lnTo>
                  <a:lnTo>
                    <a:pt x="29490" y="115645"/>
                  </a:lnTo>
                  <a:cubicBezTo>
                    <a:pt x="30025" y="115248"/>
                    <a:pt x="30521" y="114831"/>
                    <a:pt x="31017" y="114395"/>
                  </a:cubicBezTo>
                  <a:cubicBezTo>
                    <a:pt x="31077" y="114355"/>
                    <a:pt x="31096" y="114237"/>
                    <a:pt x="31037" y="114177"/>
                  </a:cubicBezTo>
                  <a:cubicBezTo>
                    <a:pt x="31005" y="114135"/>
                    <a:pt x="30962" y="114115"/>
                    <a:pt x="30919" y="114115"/>
                  </a:cubicBezTo>
                  <a:close/>
                  <a:moveTo>
                    <a:pt x="27278" y="116860"/>
                  </a:moveTo>
                  <a:cubicBezTo>
                    <a:pt x="27247" y="116860"/>
                    <a:pt x="27216" y="116876"/>
                    <a:pt x="27190" y="116914"/>
                  </a:cubicBezTo>
                  <a:lnTo>
                    <a:pt x="25563" y="117965"/>
                  </a:lnTo>
                  <a:cubicBezTo>
                    <a:pt x="25484" y="118024"/>
                    <a:pt x="25464" y="118143"/>
                    <a:pt x="25504" y="118223"/>
                  </a:cubicBezTo>
                  <a:cubicBezTo>
                    <a:pt x="25544" y="118262"/>
                    <a:pt x="25603" y="118282"/>
                    <a:pt x="25663" y="118302"/>
                  </a:cubicBezTo>
                  <a:lnTo>
                    <a:pt x="25722" y="118262"/>
                  </a:lnTo>
                  <a:lnTo>
                    <a:pt x="27368" y="117172"/>
                  </a:lnTo>
                  <a:cubicBezTo>
                    <a:pt x="27545" y="117139"/>
                    <a:pt x="27409" y="116860"/>
                    <a:pt x="27278" y="116860"/>
                  </a:cubicBezTo>
                  <a:close/>
                  <a:moveTo>
                    <a:pt x="23367" y="119328"/>
                  </a:moveTo>
                  <a:cubicBezTo>
                    <a:pt x="23353" y="119328"/>
                    <a:pt x="23338" y="119329"/>
                    <a:pt x="23322" y="119333"/>
                  </a:cubicBezTo>
                  <a:lnTo>
                    <a:pt x="21617" y="120245"/>
                  </a:lnTo>
                  <a:cubicBezTo>
                    <a:pt x="21538" y="120305"/>
                    <a:pt x="21518" y="120384"/>
                    <a:pt x="21538" y="120483"/>
                  </a:cubicBezTo>
                  <a:cubicBezTo>
                    <a:pt x="21557" y="120523"/>
                    <a:pt x="21617" y="120563"/>
                    <a:pt x="21696" y="120583"/>
                  </a:cubicBezTo>
                  <a:lnTo>
                    <a:pt x="21756" y="120543"/>
                  </a:lnTo>
                  <a:cubicBezTo>
                    <a:pt x="22351" y="120245"/>
                    <a:pt x="22926" y="119928"/>
                    <a:pt x="23501" y="119611"/>
                  </a:cubicBezTo>
                  <a:cubicBezTo>
                    <a:pt x="23573" y="119485"/>
                    <a:pt x="23499" y="119328"/>
                    <a:pt x="23367" y="119328"/>
                  </a:cubicBezTo>
                  <a:close/>
                  <a:moveTo>
                    <a:pt x="19343" y="121409"/>
                  </a:moveTo>
                  <a:cubicBezTo>
                    <a:pt x="19321" y="121409"/>
                    <a:pt x="19299" y="121411"/>
                    <a:pt x="19277" y="121415"/>
                  </a:cubicBezTo>
                  <a:cubicBezTo>
                    <a:pt x="18722" y="121713"/>
                    <a:pt x="18127" y="121991"/>
                    <a:pt x="17532" y="122229"/>
                  </a:cubicBezTo>
                  <a:cubicBezTo>
                    <a:pt x="17452" y="122288"/>
                    <a:pt x="17413" y="122367"/>
                    <a:pt x="17433" y="122466"/>
                  </a:cubicBezTo>
                  <a:cubicBezTo>
                    <a:pt x="17472" y="122506"/>
                    <a:pt x="17532" y="122546"/>
                    <a:pt x="17591" y="122566"/>
                  </a:cubicBezTo>
                  <a:lnTo>
                    <a:pt x="17651" y="122526"/>
                  </a:lnTo>
                  <a:cubicBezTo>
                    <a:pt x="18246" y="122288"/>
                    <a:pt x="18841" y="122010"/>
                    <a:pt x="19436" y="121713"/>
                  </a:cubicBezTo>
                  <a:cubicBezTo>
                    <a:pt x="19515" y="121673"/>
                    <a:pt x="19535" y="121594"/>
                    <a:pt x="19515" y="121515"/>
                  </a:cubicBezTo>
                  <a:cubicBezTo>
                    <a:pt x="19484" y="121438"/>
                    <a:pt x="19418" y="121409"/>
                    <a:pt x="19343" y="121409"/>
                  </a:cubicBezTo>
                  <a:close/>
                  <a:moveTo>
                    <a:pt x="15196" y="123240"/>
                  </a:moveTo>
                  <a:cubicBezTo>
                    <a:pt x="15167" y="123240"/>
                    <a:pt x="15139" y="123247"/>
                    <a:pt x="15112" y="123260"/>
                  </a:cubicBezTo>
                  <a:lnTo>
                    <a:pt x="13288" y="123954"/>
                  </a:lnTo>
                  <a:cubicBezTo>
                    <a:pt x="13208" y="123974"/>
                    <a:pt x="13169" y="124053"/>
                    <a:pt x="13189" y="124152"/>
                  </a:cubicBezTo>
                  <a:cubicBezTo>
                    <a:pt x="13208" y="124212"/>
                    <a:pt x="13288" y="124271"/>
                    <a:pt x="13367" y="124271"/>
                  </a:cubicBezTo>
                  <a:lnTo>
                    <a:pt x="13407" y="124251"/>
                  </a:lnTo>
                  <a:lnTo>
                    <a:pt x="15251" y="123557"/>
                  </a:lnTo>
                  <a:cubicBezTo>
                    <a:pt x="15330" y="123498"/>
                    <a:pt x="15370" y="123418"/>
                    <a:pt x="15350" y="123319"/>
                  </a:cubicBezTo>
                  <a:cubicBezTo>
                    <a:pt x="15311" y="123266"/>
                    <a:pt x="15253" y="123240"/>
                    <a:pt x="15196" y="123240"/>
                  </a:cubicBezTo>
                  <a:close/>
                  <a:moveTo>
                    <a:pt x="10871" y="124782"/>
                  </a:moveTo>
                  <a:cubicBezTo>
                    <a:pt x="10857" y="124782"/>
                    <a:pt x="10842" y="124783"/>
                    <a:pt x="10829" y="124787"/>
                  </a:cubicBezTo>
                  <a:lnTo>
                    <a:pt x="8965" y="125382"/>
                  </a:lnTo>
                  <a:cubicBezTo>
                    <a:pt x="8885" y="125421"/>
                    <a:pt x="8846" y="125501"/>
                    <a:pt x="8865" y="125580"/>
                  </a:cubicBezTo>
                  <a:cubicBezTo>
                    <a:pt x="8885" y="125659"/>
                    <a:pt x="8945" y="125699"/>
                    <a:pt x="9024" y="125699"/>
                  </a:cubicBezTo>
                  <a:lnTo>
                    <a:pt x="9064" y="125699"/>
                  </a:lnTo>
                  <a:lnTo>
                    <a:pt x="10928" y="125104"/>
                  </a:lnTo>
                  <a:cubicBezTo>
                    <a:pt x="11027" y="125084"/>
                    <a:pt x="11087" y="124985"/>
                    <a:pt x="11047" y="124886"/>
                  </a:cubicBezTo>
                  <a:cubicBezTo>
                    <a:pt x="11014" y="124820"/>
                    <a:pt x="10940" y="124782"/>
                    <a:pt x="10871" y="124782"/>
                  </a:cubicBezTo>
                  <a:close/>
                  <a:moveTo>
                    <a:pt x="6503" y="126092"/>
                  </a:moveTo>
                  <a:cubicBezTo>
                    <a:pt x="6491" y="126092"/>
                    <a:pt x="6479" y="126093"/>
                    <a:pt x="6466" y="126096"/>
                  </a:cubicBezTo>
                  <a:lnTo>
                    <a:pt x="4582" y="126591"/>
                  </a:lnTo>
                  <a:cubicBezTo>
                    <a:pt x="4503" y="126611"/>
                    <a:pt x="4443" y="126710"/>
                    <a:pt x="4463" y="126790"/>
                  </a:cubicBezTo>
                  <a:cubicBezTo>
                    <a:pt x="4483" y="126869"/>
                    <a:pt x="4562" y="126909"/>
                    <a:pt x="4641" y="126929"/>
                  </a:cubicBezTo>
                  <a:lnTo>
                    <a:pt x="4661" y="126929"/>
                  </a:lnTo>
                  <a:lnTo>
                    <a:pt x="6565" y="126433"/>
                  </a:lnTo>
                  <a:cubicBezTo>
                    <a:pt x="6644" y="126393"/>
                    <a:pt x="6684" y="126314"/>
                    <a:pt x="6664" y="126234"/>
                  </a:cubicBezTo>
                  <a:cubicBezTo>
                    <a:pt x="6647" y="126148"/>
                    <a:pt x="6584" y="126092"/>
                    <a:pt x="6503" y="126092"/>
                  </a:cubicBezTo>
                  <a:close/>
                  <a:moveTo>
                    <a:pt x="2103" y="127221"/>
                  </a:moveTo>
                  <a:cubicBezTo>
                    <a:pt x="2090" y="127221"/>
                    <a:pt x="2076" y="127223"/>
                    <a:pt x="2063" y="127226"/>
                  </a:cubicBezTo>
                  <a:lnTo>
                    <a:pt x="140" y="127623"/>
                  </a:lnTo>
                  <a:cubicBezTo>
                    <a:pt x="60" y="127642"/>
                    <a:pt x="1" y="127722"/>
                    <a:pt x="21" y="127821"/>
                  </a:cubicBezTo>
                  <a:cubicBezTo>
                    <a:pt x="40" y="127880"/>
                    <a:pt x="100" y="127940"/>
                    <a:pt x="179" y="127940"/>
                  </a:cubicBezTo>
                  <a:lnTo>
                    <a:pt x="199" y="127940"/>
                  </a:lnTo>
                  <a:lnTo>
                    <a:pt x="2123" y="127523"/>
                  </a:lnTo>
                  <a:cubicBezTo>
                    <a:pt x="2202" y="127523"/>
                    <a:pt x="2262" y="127424"/>
                    <a:pt x="2262" y="127345"/>
                  </a:cubicBezTo>
                  <a:cubicBezTo>
                    <a:pt x="2229" y="127262"/>
                    <a:pt x="2168" y="127221"/>
                    <a:pt x="2103" y="127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521" name="Google Shape;4521;p69"/>
          <p:cNvGrpSpPr/>
          <p:nvPr/>
        </p:nvGrpSpPr>
        <p:grpSpPr>
          <a:xfrm flipH="1">
            <a:off x="7386096" y="-70"/>
            <a:ext cx="1091382" cy="1155725"/>
            <a:chOff x="2958275" y="539500"/>
            <a:chExt cx="1091382" cy="1155725"/>
          </a:xfrm>
        </p:grpSpPr>
        <p:grpSp>
          <p:nvGrpSpPr>
            <p:cNvPr id="4522" name="Google Shape;4522;p69"/>
            <p:cNvGrpSpPr/>
            <p:nvPr/>
          </p:nvGrpSpPr>
          <p:grpSpPr>
            <a:xfrm>
              <a:off x="3170379" y="1212137"/>
              <a:ext cx="879278" cy="483088"/>
              <a:chOff x="2296950" y="3661600"/>
              <a:chExt cx="616475" cy="338700"/>
            </a:xfrm>
          </p:grpSpPr>
          <p:sp>
            <p:nvSpPr>
              <p:cNvPr id="4523" name="Google Shape;4523;p69"/>
              <p:cNvSpPr/>
              <p:nvPr/>
            </p:nvSpPr>
            <p:spPr>
              <a:xfrm>
                <a:off x="2510075" y="3661600"/>
                <a:ext cx="402675" cy="97750"/>
              </a:xfrm>
              <a:custGeom>
                <a:avLst/>
                <a:gdLst/>
                <a:ahLst/>
                <a:cxnLst/>
                <a:rect l="l" t="t" r="r" b="b"/>
                <a:pathLst>
                  <a:path w="16107" h="3910" extrusionOk="0">
                    <a:moveTo>
                      <a:pt x="4306" y="700"/>
                    </a:moveTo>
                    <a:lnTo>
                      <a:pt x="13180" y="2635"/>
                    </a:lnTo>
                    <a:lnTo>
                      <a:pt x="1346" y="3189"/>
                    </a:lnTo>
                    <a:lnTo>
                      <a:pt x="4306" y="700"/>
                    </a:lnTo>
                    <a:close/>
                    <a:moveTo>
                      <a:pt x="4216" y="0"/>
                    </a:moveTo>
                    <a:cubicBezTo>
                      <a:pt x="4136" y="0"/>
                      <a:pt x="4058" y="29"/>
                      <a:pt x="3998" y="83"/>
                    </a:cubicBezTo>
                    <a:lnTo>
                      <a:pt x="152" y="3314"/>
                    </a:lnTo>
                    <a:cubicBezTo>
                      <a:pt x="42" y="3405"/>
                      <a:pt x="0" y="3560"/>
                      <a:pt x="56" y="3696"/>
                    </a:cubicBezTo>
                    <a:cubicBezTo>
                      <a:pt x="103" y="3823"/>
                      <a:pt x="227" y="3909"/>
                      <a:pt x="368" y="3909"/>
                    </a:cubicBezTo>
                    <a:lnTo>
                      <a:pt x="385" y="3909"/>
                    </a:lnTo>
                    <a:lnTo>
                      <a:pt x="15768" y="3189"/>
                    </a:lnTo>
                    <a:cubicBezTo>
                      <a:pt x="15937" y="3184"/>
                      <a:pt x="16078" y="3051"/>
                      <a:pt x="16092" y="2882"/>
                    </a:cubicBezTo>
                    <a:cubicBezTo>
                      <a:pt x="16106" y="2713"/>
                      <a:pt x="15990" y="2558"/>
                      <a:pt x="15824" y="2525"/>
                    </a:cubicBezTo>
                    <a:lnTo>
                      <a:pt x="4286" y="8"/>
                    </a:lnTo>
                    <a:cubicBezTo>
                      <a:pt x="4263" y="3"/>
                      <a:pt x="4240" y="0"/>
                      <a:pt x="42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69"/>
              <p:cNvSpPr/>
              <p:nvPr/>
            </p:nvSpPr>
            <p:spPr>
              <a:xfrm>
                <a:off x="2296950" y="3724500"/>
                <a:ext cx="616275" cy="210650"/>
              </a:xfrm>
              <a:custGeom>
                <a:avLst/>
                <a:gdLst/>
                <a:ahLst/>
                <a:cxnLst/>
                <a:rect l="l" t="t" r="r" b="b"/>
                <a:pathLst>
                  <a:path w="24651" h="8426" extrusionOk="0">
                    <a:moveTo>
                      <a:pt x="20027" y="1363"/>
                    </a:moveTo>
                    <a:lnTo>
                      <a:pt x="2334" y="7100"/>
                    </a:lnTo>
                    <a:lnTo>
                      <a:pt x="7528" y="3373"/>
                    </a:lnTo>
                    <a:lnTo>
                      <a:pt x="20027" y="1363"/>
                    </a:lnTo>
                    <a:close/>
                    <a:moveTo>
                      <a:pt x="24283" y="1"/>
                    </a:moveTo>
                    <a:cubicBezTo>
                      <a:pt x="24264" y="1"/>
                      <a:pt x="24244" y="3"/>
                      <a:pt x="24224" y="6"/>
                    </a:cubicBezTo>
                    <a:lnTo>
                      <a:pt x="7346" y="2722"/>
                    </a:lnTo>
                    <a:cubicBezTo>
                      <a:pt x="7293" y="2730"/>
                      <a:pt x="7243" y="2750"/>
                      <a:pt x="7204" y="2780"/>
                    </a:cubicBezTo>
                    <a:lnTo>
                      <a:pt x="180" y="7817"/>
                    </a:lnTo>
                    <a:cubicBezTo>
                      <a:pt x="44" y="7914"/>
                      <a:pt x="0" y="8094"/>
                      <a:pt x="78" y="8243"/>
                    </a:cubicBezTo>
                    <a:cubicBezTo>
                      <a:pt x="136" y="8354"/>
                      <a:pt x="252" y="8426"/>
                      <a:pt x="379" y="8426"/>
                    </a:cubicBezTo>
                    <a:cubicBezTo>
                      <a:pt x="413" y="8426"/>
                      <a:pt x="449" y="8420"/>
                      <a:pt x="482" y="8409"/>
                    </a:cubicBezTo>
                    <a:lnTo>
                      <a:pt x="24385" y="657"/>
                    </a:lnTo>
                    <a:cubicBezTo>
                      <a:pt x="24551" y="601"/>
                      <a:pt x="24651" y="427"/>
                      <a:pt x="24606" y="255"/>
                    </a:cubicBezTo>
                    <a:cubicBezTo>
                      <a:pt x="24569" y="103"/>
                      <a:pt x="24435" y="1"/>
                      <a:pt x="242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69"/>
              <p:cNvSpPr/>
              <p:nvPr/>
            </p:nvSpPr>
            <p:spPr>
              <a:xfrm>
                <a:off x="2510825" y="3724575"/>
                <a:ext cx="401925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16077" h="3146" extrusionOk="0">
                    <a:moveTo>
                      <a:pt x="9783" y="950"/>
                    </a:moveTo>
                    <a:lnTo>
                      <a:pt x="676" y="2415"/>
                    </a:lnTo>
                    <a:lnTo>
                      <a:pt x="676" y="1376"/>
                    </a:lnTo>
                    <a:lnTo>
                      <a:pt x="9783" y="950"/>
                    </a:lnTo>
                    <a:close/>
                    <a:moveTo>
                      <a:pt x="15719" y="0"/>
                    </a:moveTo>
                    <a:cubicBezTo>
                      <a:pt x="15715" y="0"/>
                      <a:pt x="15712" y="0"/>
                      <a:pt x="15708" y="0"/>
                    </a:cubicBezTo>
                    <a:lnTo>
                      <a:pt x="325" y="720"/>
                    </a:lnTo>
                    <a:cubicBezTo>
                      <a:pt x="142" y="726"/>
                      <a:pt x="1" y="875"/>
                      <a:pt x="1" y="1055"/>
                    </a:cubicBezTo>
                    <a:lnTo>
                      <a:pt x="1" y="2811"/>
                    </a:lnTo>
                    <a:cubicBezTo>
                      <a:pt x="1" y="2907"/>
                      <a:pt x="42" y="3002"/>
                      <a:pt x="120" y="3065"/>
                    </a:cubicBezTo>
                    <a:cubicBezTo>
                      <a:pt x="181" y="3118"/>
                      <a:pt x="258" y="3146"/>
                      <a:pt x="338" y="3146"/>
                    </a:cubicBezTo>
                    <a:lnTo>
                      <a:pt x="394" y="3143"/>
                    </a:lnTo>
                    <a:lnTo>
                      <a:pt x="15777" y="667"/>
                    </a:lnTo>
                    <a:cubicBezTo>
                      <a:pt x="15954" y="640"/>
                      <a:pt x="16076" y="476"/>
                      <a:pt x="16057" y="299"/>
                    </a:cubicBezTo>
                    <a:cubicBezTo>
                      <a:pt x="16035" y="128"/>
                      <a:pt x="15891" y="0"/>
                      <a:pt x="157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69"/>
              <p:cNvSpPr/>
              <p:nvPr/>
            </p:nvSpPr>
            <p:spPr>
              <a:xfrm>
                <a:off x="2482025" y="3724450"/>
                <a:ext cx="431400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11034" extrusionOk="0">
                    <a:moveTo>
                      <a:pt x="14387" y="1500"/>
                    </a:moveTo>
                    <a:lnTo>
                      <a:pt x="676" y="10089"/>
                    </a:lnTo>
                    <a:lnTo>
                      <a:pt x="676" y="5947"/>
                    </a:lnTo>
                    <a:lnTo>
                      <a:pt x="14387" y="1500"/>
                    </a:lnTo>
                    <a:close/>
                    <a:moveTo>
                      <a:pt x="16882" y="1"/>
                    </a:moveTo>
                    <a:cubicBezTo>
                      <a:pt x="16846" y="1"/>
                      <a:pt x="16810" y="7"/>
                      <a:pt x="16774" y="19"/>
                    </a:cubicBezTo>
                    <a:lnTo>
                      <a:pt x="236" y="5382"/>
                    </a:lnTo>
                    <a:cubicBezTo>
                      <a:pt x="98" y="5426"/>
                      <a:pt x="4" y="5554"/>
                      <a:pt x="1" y="5701"/>
                    </a:cubicBezTo>
                    <a:lnTo>
                      <a:pt x="1" y="10695"/>
                    </a:lnTo>
                    <a:cubicBezTo>
                      <a:pt x="1" y="10817"/>
                      <a:pt x="70" y="10931"/>
                      <a:pt x="178" y="10989"/>
                    </a:cubicBezTo>
                    <a:cubicBezTo>
                      <a:pt x="222" y="11017"/>
                      <a:pt x="275" y="11034"/>
                      <a:pt x="329" y="11034"/>
                    </a:cubicBezTo>
                    <a:cubicBezTo>
                      <a:pt x="333" y="11034"/>
                      <a:pt x="337" y="11033"/>
                      <a:pt x="341" y="11033"/>
                    </a:cubicBezTo>
                    <a:cubicBezTo>
                      <a:pt x="402" y="11033"/>
                      <a:pt x="463" y="11017"/>
                      <a:pt x="516" y="10983"/>
                    </a:cubicBezTo>
                    <a:lnTo>
                      <a:pt x="17054" y="623"/>
                    </a:lnTo>
                    <a:cubicBezTo>
                      <a:pt x="17200" y="534"/>
                      <a:pt x="17256" y="351"/>
                      <a:pt x="17184" y="196"/>
                    </a:cubicBezTo>
                    <a:cubicBezTo>
                      <a:pt x="17128" y="73"/>
                      <a:pt x="17008" y="1"/>
                      <a:pt x="16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27" name="Google Shape;4527;p69"/>
            <p:cNvSpPr/>
            <p:nvPr/>
          </p:nvSpPr>
          <p:spPr>
            <a:xfrm>
              <a:off x="2958275" y="539500"/>
              <a:ext cx="562425" cy="897575"/>
            </a:xfrm>
            <a:custGeom>
              <a:avLst/>
              <a:gdLst/>
              <a:ahLst/>
              <a:cxnLst/>
              <a:rect l="l" t="t" r="r" b="b"/>
              <a:pathLst>
                <a:path w="22497" h="35903" extrusionOk="0">
                  <a:moveTo>
                    <a:pt x="20015" y="1"/>
                  </a:moveTo>
                  <a:cubicBezTo>
                    <a:pt x="19867" y="1"/>
                    <a:pt x="19729" y="176"/>
                    <a:pt x="19849" y="335"/>
                  </a:cubicBezTo>
                  <a:cubicBezTo>
                    <a:pt x="20176" y="761"/>
                    <a:pt x="20470" y="1210"/>
                    <a:pt x="20733" y="1680"/>
                  </a:cubicBezTo>
                  <a:cubicBezTo>
                    <a:pt x="20766" y="1747"/>
                    <a:pt x="20832" y="1788"/>
                    <a:pt x="20907" y="1788"/>
                  </a:cubicBezTo>
                  <a:cubicBezTo>
                    <a:pt x="20943" y="1788"/>
                    <a:pt x="20976" y="1777"/>
                    <a:pt x="21010" y="1761"/>
                  </a:cubicBezTo>
                  <a:cubicBezTo>
                    <a:pt x="21109" y="1705"/>
                    <a:pt x="21145" y="1581"/>
                    <a:pt x="21087" y="1484"/>
                  </a:cubicBezTo>
                  <a:cubicBezTo>
                    <a:pt x="20818" y="994"/>
                    <a:pt x="20514" y="526"/>
                    <a:pt x="20173" y="86"/>
                  </a:cubicBezTo>
                  <a:cubicBezTo>
                    <a:pt x="20128" y="26"/>
                    <a:pt x="20071" y="1"/>
                    <a:pt x="20015" y="1"/>
                  </a:cubicBezTo>
                  <a:close/>
                  <a:moveTo>
                    <a:pt x="22064" y="4439"/>
                  </a:moveTo>
                  <a:cubicBezTo>
                    <a:pt x="22050" y="4439"/>
                    <a:pt x="22035" y="4440"/>
                    <a:pt x="22020" y="4444"/>
                  </a:cubicBezTo>
                  <a:cubicBezTo>
                    <a:pt x="21909" y="4469"/>
                    <a:pt x="21837" y="4577"/>
                    <a:pt x="21860" y="4687"/>
                  </a:cubicBezTo>
                  <a:cubicBezTo>
                    <a:pt x="21973" y="5213"/>
                    <a:pt x="22048" y="5745"/>
                    <a:pt x="22081" y="6279"/>
                  </a:cubicBezTo>
                  <a:cubicBezTo>
                    <a:pt x="22087" y="6390"/>
                    <a:pt x="22175" y="6473"/>
                    <a:pt x="22286" y="6473"/>
                  </a:cubicBezTo>
                  <a:lnTo>
                    <a:pt x="22300" y="6473"/>
                  </a:lnTo>
                  <a:cubicBezTo>
                    <a:pt x="22413" y="6468"/>
                    <a:pt x="22496" y="6368"/>
                    <a:pt x="22491" y="6257"/>
                  </a:cubicBezTo>
                  <a:cubicBezTo>
                    <a:pt x="22455" y="5701"/>
                    <a:pt x="22380" y="5147"/>
                    <a:pt x="22261" y="4601"/>
                  </a:cubicBezTo>
                  <a:cubicBezTo>
                    <a:pt x="22242" y="4506"/>
                    <a:pt x="22158" y="4439"/>
                    <a:pt x="22064" y="4439"/>
                  </a:cubicBezTo>
                  <a:close/>
                  <a:moveTo>
                    <a:pt x="21969" y="9334"/>
                  </a:moveTo>
                  <a:cubicBezTo>
                    <a:pt x="21889" y="9334"/>
                    <a:pt x="21810" y="9377"/>
                    <a:pt x="21776" y="9475"/>
                  </a:cubicBezTo>
                  <a:cubicBezTo>
                    <a:pt x="21646" y="9998"/>
                    <a:pt x="21477" y="10507"/>
                    <a:pt x="21273" y="11006"/>
                  </a:cubicBezTo>
                  <a:cubicBezTo>
                    <a:pt x="21228" y="11108"/>
                    <a:pt x="21278" y="11227"/>
                    <a:pt x="21383" y="11271"/>
                  </a:cubicBezTo>
                  <a:cubicBezTo>
                    <a:pt x="21408" y="11283"/>
                    <a:pt x="21433" y="11288"/>
                    <a:pt x="21461" y="11288"/>
                  </a:cubicBezTo>
                  <a:cubicBezTo>
                    <a:pt x="21544" y="11285"/>
                    <a:pt x="21619" y="11235"/>
                    <a:pt x="21652" y="11161"/>
                  </a:cubicBezTo>
                  <a:cubicBezTo>
                    <a:pt x="21862" y="10643"/>
                    <a:pt x="22039" y="10114"/>
                    <a:pt x="22178" y="9574"/>
                  </a:cubicBezTo>
                  <a:cubicBezTo>
                    <a:pt x="22203" y="9426"/>
                    <a:pt x="22086" y="9334"/>
                    <a:pt x="21969" y="9334"/>
                  </a:cubicBezTo>
                  <a:close/>
                  <a:moveTo>
                    <a:pt x="19769" y="13698"/>
                  </a:moveTo>
                  <a:cubicBezTo>
                    <a:pt x="19720" y="13698"/>
                    <a:pt x="19669" y="13717"/>
                    <a:pt x="19625" y="13761"/>
                  </a:cubicBezTo>
                  <a:cubicBezTo>
                    <a:pt x="19285" y="14176"/>
                    <a:pt x="18914" y="14564"/>
                    <a:pt x="18512" y="14921"/>
                  </a:cubicBezTo>
                  <a:cubicBezTo>
                    <a:pt x="18376" y="15051"/>
                    <a:pt x="18465" y="15281"/>
                    <a:pt x="18651" y="15283"/>
                  </a:cubicBezTo>
                  <a:cubicBezTo>
                    <a:pt x="18700" y="15283"/>
                    <a:pt x="18750" y="15264"/>
                    <a:pt x="18786" y="15231"/>
                  </a:cubicBezTo>
                  <a:cubicBezTo>
                    <a:pt x="19201" y="14857"/>
                    <a:pt x="19589" y="14453"/>
                    <a:pt x="19944" y="14021"/>
                  </a:cubicBezTo>
                  <a:cubicBezTo>
                    <a:pt x="20045" y="13865"/>
                    <a:pt x="19915" y="13698"/>
                    <a:pt x="19769" y="13698"/>
                  </a:cubicBezTo>
                  <a:close/>
                  <a:moveTo>
                    <a:pt x="15938" y="16706"/>
                  </a:moveTo>
                  <a:cubicBezTo>
                    <a:pt x="15907" y="16706"/>
                    <a:pt x="15875" y="16713"/>
                    <a:pt x="15846" y="16729"/>
                  </a:cubicBezTo>
                  <a:cubicBezTo>
                    <a:pt x="15389" y="16967"/>
                    <a:pt x="14907" y="17194"/>
                    <a:pt x="14370" y="17418"/>
                  </a:cubicBezTo>
                  <a:cubicBezTo>
                    <a:pt x="14265" y="17460"/>
                    <a:pt x="14215" y="17579"/>
                    <a:pt x="14259" y="17684"/>
                  </a:cubicBezTo>
                  <a:cubicBezTo>
                    <a:pt x="14292" y="17761"/>
                    <a:pt x="14367" y="17811"/>
                    <a:pt x="14450" y="17811"/>
                  </a:cubicBezTo>
                  <a:cubicBezTo>
                    <a:pt x="14478" y="17811"/>
                    <a:pt x="14503" y="17806"/>
                    <a:pt x="14531" y="17795"/>
                  </a:cubicBezTo>
                  <a:cubicBezTo>
                    <a:pt x="15076" y="17568"/>
                    <a:pt x="15569" y="17338"/>
                    <a:pt x="16031" y="17097"/>
                  </a:cubicBezTo>
                  <a:cubicBezTo>
                    <a:pt x="16134" y="17044"/>
                    <a:pt x="16172" y="16920"/>
                    <a:pt x="16120" y="16820"/>
                  </a:cubicBezTo>
                  <a:cubicBezTo>
                    <a:pt x="16085" y="16748"/>
                    <a:pt x="16012" y="16706"/>
                    <a:pt x="15938" y="16706"/>
                  </a:cubicBezTo>
                  <a:close/>
                  <a:moveTo>
                    <a:pt x="11369" y="18532"/>
                  </a:moveTo>
                  <a:cubicBezTo>
                    <a:pt x="11348" y="18532"/>
                    <a:pt x="11326" y="18535"/>
                    <a:pt x="11305" y="18542"/>
                  </a:cubicBezTo>
                  <a:lnTo>
                    <a:pt x="10782" y="18714"/>
                  </a:lnTo>
                  <a:lnTo>
                    <a:pt x="9743" y="19060"/>
                  </a:lnTo>
                  <a:cubicBezTo>
                    <a:pt x="9533" y="19143"/>
                    <a:pt x="9583" y="19453"/>
                    <a:pt x="9807" y="19462"/>
                  </a:cubicBezTo>
                  <a:cubicBezTo>
                    <a:pt x="9832" y="19462"/>
                    <a:pt x="9854" y="19459"/>
                    <a:pt x="9879" y="19453"/>
                  </a:cubicBezTo>
                  <a:lnTo>
                    <a:pt x="10912" y="19102"/>
                  </a:lnTo>
                  <a:lnTo>
                    <a:pt x="11432" y="18930"/>
                  </a:lnTo>
                  <a:cubicBezTo>
                    <a:pt x="11538" y="18894"/>
                    <a:pt x="11598" y="18778"/>
                    <a:pt x="11562" y="18670"/>
                  </a:cubicBezTo>
                  <a:cubicBezTo>
                    <a:pt x="11534" y="18586"/>
                    <a:pt x="11454" y="18532"/>
                    <a:pt x="11369" y="18532"/>
                  </a:cubicBezTo>
                  <a:close/>
                  <a:moveTo>
                    <a:pt x="6751" y="20236"/>
                  </a:moveTo>
                  <a:cubicBezTo>
                    <a:pt x="6722" y="20236"/>
                    <a:pt x="6691" y="20242"/>
                    <a:pt x="6662" y="20256"/>
                  </a:cubicBezTo>
                  <a:cubicBezTo>
                    <a:pt x="6141" y="20494"/>
                    <a:pt x="5646" y="20752"/>
                    <a:pt x="5186" y="21009"/>
                  </a:cubicBezTo>
                  <a:cubicBezTo>
                    <a:pt x="5086" y="21067"/>
                    <a:pt x="5053" y="21192"/>
                    <a:pt x="5108" y="21289"/>
                  </a:cubicBezTo>
                  <a:cubicBezTo>
                    <a:pt x="5143" y="21353"/>
                    <a:pt x="5209" y="21394"/>
                    <a:pt x="5281" y="21394"/>
                  </a:cubicBezTo>
                  <a:cubicBezTo>
                    <a:pt x="5284" y="21394"/>
                    <a:pt x="5286" y="21394"/>
                    <a:pt x="5288" y="21394"/>
                  </a:cubicBezTo>
                  <a:cubicBezTo>
                    <a:pt x="5324" y="21394"/>
                    <a:pt x="5358" y="21386"/>
                    <a:pt x="5388" y="21369"/>
                  </a:cubicBezTo>
                  <a:cubicBezTo>
                    <a:pt x="5837" y="21114"/>
                    <a:pt x="6324" y="20865"/>
                    <a:pt x="6836" y="20630"/>
                  </a:cubicBezTo>
                  <a:cubicBezTo>
                    <a:pt x="6936" y="20580"/>
                    <a:pt x="6980" y="20458"/>
                    <a:pt x="6936" y="20356"/>
                  </a:cubicBezTo>
                  <a:cubicBezTo>
                    <a:pt x="6902" y="20280"/>
                    <a:pt x="6829" y="20236"/>
                    <a:pt x="6751" y="20236"/>
                  </a:cubicBezTo>
                  <a:close/>
                  <a:moveTo>
                    <a:pt x="2649" y="22927"/>
                  </a:moveTo>
                  <a:cubicBezTo>
                    <a:pt x="2598" y="22927"/>
                    <a:pt x="2547" y="22945"/>
                    <a:pt x="2506" y="22983"/>
                  </a:cubicBezTo>
                  <a:cubicBezTo>
                    <a:pt x="2104" y="23374"/>
                    <a:pt x="1736" y="23797"/>
                    <a:pt x="1409" y="24254"/>
                  </a:cubicBezTo>
                  <a:cubicBezTo>
                    <a:pt x="1343" y="24346"/>
                    <a:pt x="1365" y="24470"/>
                    <a:pt x="1456" y="24537"/>
                  </a:cubicBezTo>
                  <a:cubicBezTo>
                    <a:pt x="1492" y="24562"/>
                    <a:pt x="1534" y="24575"/>
                    <a:pt x="1578" y="24575"/>
                  </a:cubicBezTo>
                  <a:cubicBezTo>
                    <a:pt x="1645" y="24575"/>
                    <a:pt x="1706" y="24545"/>
                    <a:pt x="1744" y="24492"/>
                  </a:cubicBezTo>
                  <a:cubicBezTo>
                    <a:pt x="2057" y="24058"/>
                    <a:pt x="2406" y="23651"/>
                    <a:pt x="2788" y="23277"/>
                  </a:cubicBezTo>
                  <a:cubicBezTo>
                    <a:pt x="2871" y="23199"/>
                    <a:pt x="2874" y="23069"/>
                    <a:pt x="2796" y="22986"/>
                  </a:cubicBezTo>
                  <a:cubicBezTo>
                    <a:pt x="2756" y="22947"/>
                    <a:pt x="2703" y="22927"/>
                    <a:pt x="2649" y="22927"/>
                  </a:cubicBezTo>
                  <a:close/>
                  <a:moveTo>
                    <a:pt x="304" y="27162"/>
                  </a:moveTo>
                  <a:cubicBezTo>
                    <a:pt x="205" y="27162"/>
                    <a:pt x="117" y="27233"/>
                    <a:pt x="100" y="27333"/>
                  </a:cubicBezTo>
                  <a:cubicBezTo>
                    <a:pt x="33" y="27735"/>
                    <a:pt x="0" y="28139"/>
                    <a:pt x="0" y="28546"/>
                  </a:cubicBezTo>
                  <a:cubicBezTo>
                    <a:pt x="0" y="28701"/>
                    <a:pt x="3" y="28859"/>
                    <a:pt x="14" y="29017"/>
                  </a:cubicBezTo>
                  <a:cubicBezTo>
                    <a:pt x="22" y="29122"/>
                    <a:pt x="111" y="29208"/>
                    <a:pt x="219" y="29210"/>
                  </a:cubicBezTo>
                  <a:lnTo>
                    <a:pt x="233" y="29205"/>
                  </a:lnTo>
                  <a:cubicBezTo>
                    <a:pt x="346" y="29199"/>
                    <a:pt x="432" y="29105"/>
                    <a:pt x="426" y="28992"/>
                  </a:cubicBezTo>
                  <a:cubicBezTo>
                    <a:pt x="415" y="28842"/>
                    <a:pt x="410" y="28693"/>
                    <a:pt x="413" y="28546"/>
                  </a:cubicBezTo>
                  <a:cubicBezTo>
                    <a:pt x="413" y="28161"/>
                    <a:pt x="443" y="27779"/>
                    <a:pt x="507" y="27400"/>
                  </a:cubicBezTo>
                  <a:cubicBezTo>
                    <a:pt x="526" y="27286"/>
                    <a:pt x="449" y="27178"/>
                    <a:pt x="335" y="27164"/>
                  </a:cubicBezTo>
                  <a:cubicBezTo>
                    <a:pt x="325" y="27163"/>
                    <a:pt x="314" y="27162"/>
                    <a:pt x="304" y="27162"/>
                  </a:cubicBezTo>
                  <a:close/>
                  <a:moveTo>
                    <a:pt x="1122" y="31929"/>
                  </a:moveTo>
                  <a:cubicBezTo>
                    <a:pt x="1089" y="31929"/>
                    <a:pt x="1055" y="31937"/>
                    <a:pt x="1024" y="31954"/>
                  </a:cubicBezTo>
                  <a:cubicBezTo>
                    <a:pt x="925" y="32007"/>
                    <a:pt x="889" y="32131"/>
                    <a:pt x="941" y="32231"/>
                  </a:cubicBezTo>
                  <a:cubicBezTo>
                    <a:pt x="1210" y="32727"/>
                    <a:pt x="1537" y="33189"/>
                    <a:pt x="1910" y="33613"/>
                  </a:cubicBezTo>
                  <a:cubicBezTo>
                    <a:pt x="1949" y="33654"/>
                    <a:pt x="2005" y="33679"/>
                    <a:pt x="2063" y="33682"/>
                  </a:cubicBezTo>
                  <a:cubicBezTo>
                    <a:pt x="2113" y="33682"/>
                    <a:pt x="2162" y="33660"/>
                    <a:pt x="2198" y="33627"/>
                  </a:cubicBezTo>
                  <a:cubicBezTo>
                    <a:pt x="2284" y="33552"/>
                    <a:pt x="2290" y="33422"/>
                    <a:pt x="2215" y="33339"/>
                  </a:cubicBezTo>
                  <a:cubicBezTo>
                    <a:pt x="1861" y="32940"/>
                    <a:pt x="1556" y="32505"/>
                    <a:pt x="1301" y="32037"/>
                  </a:cubicBezTo>
                  <a:cubicBezTo>
                    <a:pt x="1265" y="31969"/>
                    <a:pt x="1195" y="31929"/>
                    <a:pt x="1122" y="31929"/>
                  </a:cubicBezTo>
                  <a:close/>
                  <a:moveTo>
                    <a:pt x="11080" y="34552"/>
                  </a:moveTo>
                  <a:cubicBezTo>
                    <a:pt x="11045" y="34552"/>
                    <a:pt x="11009" y="34562"/>
                    <a:pt x="10975" y="34582"/>
                  </a:cubicBezTo>
                  <a:cubicBezTo>
                    <a:pt x="10521" y="34856"/>
                    <a:pt x="10034" y="35077"/>
                    <a:pt x="9527" y="35238"/>
                  </a:cubicBezTo>
                  <a:cubicBezTo>
                    <a:pt x="9419" y="35269"/>
                    <a:pt x="9358" y="35385"/>
                    <a:pt x="9392" y="35496"/>
                  </a:cubicBezTo>
                  <a:cubicBezTo>
                    <a:pt x="9419" y="35579"/>
                    <a:pt x="9500" y="35637"/>
                    <a:pt x="9588" y="35637"/>
                  </a:cubicBezTo>
                  <a:cubicBezTo>
                    <a:pt x="9608" y="35637"/>
                    <a:pt x="9630" y="35634"/>
                    <a:pt x="9649" y="35628"/>
                  </a:cubicBezTo>
                  <a:cubicBezTo>
                    <a:pt x="10189" y="35460"/>
                    <a:pt x="10704" y="35224"/>
                    <a:pt x="11186" y="34931"/>
                  </a:cubicBezTo>
                  <a:cubicBezTo>
                    <a:pt x="11280" y="34870"/>
                    <a:pt x="11310" y="34748"/>
                    <a:pt x="11252" y="34651"/>
                  </a:cubicBezTo>
                  <a:cubicBezTo>
                    <a:pt x="11214" y="34587"/>
                    <a:pt x="11148" y="34552"/>
                    <a:pt x="11080" y="34552"/>
                  </a:cubicBezTo>
                  <a:close/>
                  <a:moveTo>
                    <a:pt x="4752" y="35094"/>
                  </a:moveTo>
                  <a:cubicBezTo>
                    <a:pt x="4669" y="35094"/>
                    <a:pt x="4593" y="35146"/>
                    <a:pt x="4563" y="35227"/>
                  </a:cubicBezTo>
                  <a:cubicBezTo>
                    <a:pt x="4521" y="35335"/>
                    <a:pt x="4577" y="35451"/>
                    <a:pt x="4682" y="35490"/>
                  </a:cubicBezTo>
                  <a:cubicBezTo>
                    <a:pt x="5211" y="35687"/>
                    <a:pt x="5756" y="35825"/>
                    <a:pt x="6313" y="35903"/>
                  </a:cubicBezTo>
                  <a:lnTo>
                    <a:pt x="6343" y="35903"/>
                  </a:lnTo>
                  <a:cubicBezTo>
                    <a:pt x="6446" y="35903"/>
                    <a:pt x="6532" y="35828"/>
                    <a:pt x="6545" y="35725"/>
                  </a:cubicBezTo>
                  <a:cubicBezTo>
                    <a:pt x="6562" y="35615"/>
                    <a:pt x="6484" y="35509"/>
                    <a:pt x="6371" y="35496"/>
                  </a:cubicBezTo>
                  <a:cubicBezTo>
                    <a:pt x="5842" y="35421"/>
                    <a:pt x="5324" y="35291"/>
                    <a:pt x="4826" y="35108"/>
                  </a:cubicBezTo>
                  <a:cubicBezTo>
                    <a:pt x="4802" y="35099"/>
                    <a:pt x="4777" y="35094"/>
                    <a:pt x="4752" y="350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/>
        </p:nvSpPr>
        <p:spPr>
          <a:xfrm>
            <a:off x="0" y="3641552"/>
            <a:ext cx="2997200" cy="3216448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 rot="5400000" flipH="1">
            <a:off x="8512238" y="866077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5"/>
          <p:cNvSpPr/>
          <p:nvPr/>
        </p:nvSpPr>
        <p:spPr bwMode="auto">
          <a:xfrm rot="5400000" flipH="1">
            <a:off x="8808994" y="246686"/>
            <a:ext cx="4868287" cy="3184014"/>
          </a:xfrm>
          <a:custGeom>
            <a:avLst/>
            <a:gdLst>
              <a:gd name="T0" fmla="*/ 18 w 1619"/>
              <a:gd name="T1" fmla="*/ 36 h 1181"/>
              <a:gd name="T2" fmla="*/ 14 w 1619"/>
              <a:gd name="T3" fmla="*/ 108 h 1181"/>
              <a:gd name="T4" fmla="*/ 30 w 1619"/>
              <a:gd name="T5" fmla="*/ 285 h 1181"/>
              <a:gd name="T6" fmla="*/ 84 w 1619"/>
              <a:gd name="T7" fmla="*/ 425 h 1181"/>
              <a:gd name="T8" fmla="*/ 99 w 1619"/>
              <a:gd name="T9" fmla="*/ 448 h 1181"/>
              <a:gd name="T10" fmla="*/ 114 w 1619"/>
              <a:gd name="T11" fmla="*/ 469 h 1181"/>
              <a:gd name="T12" fmla="*/ 174 w 1619"/>
              <a:gd name="T13" fmla="*/ 519 h 1181"/>
              <a:gd name="T14" fmla="*/ 306 w 1619"/>
              <a:gd name="T15" fmla="*/ 572 h 1181"/>
              <a:gd name="T16" fmla="*/ 444 w 1619"/>
              <a:gd name="T17" fmla="*/ 615 h 1181"/>
              <a:gd name="T18" fmla="*/ 571 w 1619"/>
              <a:gd name="T19" fmla="*/ 681 h 1181"/>
              <a:gd name="T20" fmla="*/ 661 w 1619"/>
              <a:gd name="T21" fmla="*/ 794 h 1181"/>
              <a:gd name="T22" fmla="*/ 728 w 1619"/>
              <a:gd name="T23" fmla="*/ 921 h 1181"/>
              <a:gd name="T24" fmla="*/ 876 w 1619"/>
              <a:gd name="T25" fmla="*/ 1072 h 1181"/>
              <a:gd name="T26" fmla="*/ 907 w 1619"/>
              <a:gd name="T27" fmla="*/ 1090 h 1181"/>
              <a:gd name="T28" fmla="*/ 1003 w 1619"/>
              <a:gd name="T29" fmla="*/ 1135 h 1181"/>
              <a:gd name="T30" fmla="*/ 1054 w 1619"/>
              <a:gd name="T31" fmla="*/ 1150 h 1181"/>
              <a:gd name="T32" fmla="*/ 1353 w 1619"/>
              <a:gd name="T33" fmla="*/ 1143 h 1181"/>
              <a:gd name="T34" fmla="*/ 1554 w 1619"/>
              <a:gd name="T35" fmla="*/ 1068 h 1181"/>
              <a:gd name="T36" fmla="*/ 1619 w 1619"/>
              <a:gd name="T37" fmla="*/ 1037 h 1181"/>
              <a:gd name="T38" fmla="*/ 1491 w 1619"/>
              <a:gd name="T39" fmla="*/ 1104 h 1181"/>
              <a:gd name="T40" fmla="*/ 1356 w 1619"/>
              <a:gd name="T41" fmla="*/ 1154 h 1181"/>
              <a:gd name="T42" fmla="*/ 1068 w 1619"/>
              <a:gd name="T43" fmla="*/ 1168 h 1181"/>
              <a:gd name="T44" fmla="*/ 1051 w 1619"/>
              <a:gd name="T45" fmla="*/ 1164 h 1181"/>
              <a:gd name="T46" fmla="*/ 998 w 1619"/>
              <a:gd name="T47" fmla="*/ 1149 h 1181"/>
              <a:gd name="T48" fmla="*/ 899 w 1619"/>
              <a:gd name="T49" fmla="*/ 1102 h 1181"/>
              <a:gd name="T50" fmla="*/ 869 w 1619"/>
              <a:gd name="T51" fmla="*/ 1083 h 1181"/>
              <a:gd name="T52" fmla="*/ 760 w 1619"/>
              <a:gd name="T53" fmla="*/ 986 h 1181"/>
              <a:gd name="T54" fmla="*/ 654 w 1619"/>
              <a:gd name="T55" fmla="*/ 798 h 1181"/>
              <a:gd name="T56" fmla="*/ 606 w 1619"/>
              <a:gd name="T57" fmla="*/ 723 h 1181"/>
              <a:gd name="T58" fmla="*/ 595 w 1619"/>
              <a:gd name="T59" fmla="*/ 709 h 1181"/>
              <a:gd name="T60" fmla="*/ 442 w 1619"/>
              <a:gd name="T61" fmla="*/ 619 h 1181"/>
              <a:gd name="T62" fmla="*/ 304 w 1619"/>
              <a:gd name="T63" fmla="*/ 580 h 1181"/>
              <a:gd name="T64" fmla="*/ 168 w 1619"/>
              <a:gd name="T65" fmla="*/ 530 h 1181"/>
              <a:gd name="T66" fmla="*/ 104 w 1619"/>
              <a:gd name="T67" fmla="*/ 477 h 1181"/>
              <a:gd name="T68" fmla="*/ 88 w 1619"/>
              <a:gd name="T69" fmla="*/ 455 h 1181"/>
              <a:gd name="T70" fmla="*/ 74 w 1619"/>
              <a:gd name="T71" fmla="*/ 432 h 1181"/>
              <a:gd name="T72" fmla="*/ 60 w 1619"/>
              <a:gd name="T73" fmla="*/ 408 h 1181"/>
              <a:gd name="T74" fmla="*/ 49 w 1619"/>
              <a:gd name="T75" fmla="*/ 383 h 1181"/>
              <a:gd name="T76" fmla="*/ 39 w 1619"/>
              <a:gd name="T77" fmla="*/ 357 h 1181"/>
              <a:gd name="T78" fmla="*/ 28 w 1619"/>
              <a:gd name="T79" fmla="*/ 323 h 1181"/>
              <a:gd name="T80" fmla="*/ 21 w 1619"/>
              <a:gd name="T81" fmla="*/ 296 h 1181"/>
              <a:gd name="T82" fmla="*/ 21 w 1619"/>
              <a:gd name="T83" fmla="*/ 0 h 1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619" h="1181">
                <a:moveTo>
                  <a:pt x="22" y="0"/>
                </a:moveTo>
                <a:cubicBezTo>
                  <a:pt x="18" y="36"/>
                  <a:pt x="18" y="36"/>
                  <a:pt x="18" y="36"/>
                </a:cubicBezTo>
                <a:cubicBezTo>
                  <a:pt x="16" y="72"/>
                  <a:pt x="16" y="72"/>
                  <a:pt x="16" y="72"/>
                </a:cubicBezTo>
                <a:cubicBezTo>
                  <a:pt x="15" y="84"/>
                  <a:pt x="14" y="96"/>
                  <a:pt x="14" y="108"/>
                </a:cubicBezTo>
                <a:cubicBezTo>
                  <a:pt x="14" y="120"/>
                  <a:pt x="14" y="132"/>
                  <a:pt x="14" y="143"/>
                </a:cubicBezTo>
                <a:cubicBezTo>
                  <a:pt x="15" y="191"/>
                  <a:pt x="20" y="239"/>
                  <a:pt x="30" y="285"/>
                </a:cubicBezTo>
                <a:cubicBezTo>
                  <a:pt x="40" y="332"/>
                  <a:pt x="57" y="376"/>
                  <a:pt x="80" y="418"/>
                </a:cubicBezTo>
                <a:cubicBezTo>
                  <a:pt x="84" y="425"/>
                  <a:pt x="84" y="425"/>
                  <a:pt x="84" y="425"/>
                </a:cubicBezTo>
                <a:cubicBezTo>
                  <a:pt x="86" y="428"/>
                  <a:pt x="87" y="430"/>
                  <a:pt x="89" y="433"/>
                </a:cubicBezTo>
                <a:cubicBezTo>
                  <a:pt x="99" y="448"/>
                  <a:pt x="99" y="448"/>
                  <a:pt x="99" y="448"/>
                </a:cubicBezTo>
                <a:cubicBezTo>
                  <a:pt x="102" y="453"/>
                  <a:pt x="106" y="457"/>
                  <a:pt x="109" y="462"/>
                </a:cubicBezTo>
                <a:cubicBezTo>
                  <a:pt x="114" y="469"/>
                  <a:pt x="114" y="469"/>
                  <a:pt x="114" y="469"/>
                </a:cubicBezTo>
                <a:cubicBezTo>
                  <a:pt x="116" y="472"/>
                  <a:pt x="118" y="474"/>
                  <a:pt x="120" y="476"/>
                </a:cubicBezTo>
                <a:cubicBezTo>
                  <a:pt x="135" y="493"/>
                  <a:pt x="154" y="508"/>
                  <a:pt x="174" y="519"/>
                </a:cubicBezTo>
                <a:cubicBezTo>
                  <a:pt x="194" y="531"/>
                  <a:pt x="216" y="541"/>
                  <a:pt x="238" y="549"/>
                </a:cubicBezTo>
                <a:cubicBezTo>
                  <a:pt x="260" y="558"/>
                  <a:pt x="283" y="565"/>
                  <a:pt x="306" y="572"/>
                </a:cubicBezTo>
                <a:cubicBezTo>
                  <a:pt x="375" y="593"/>
                  <a:pt x="375" y="593"/>
                  <a:pt x="375" y="593"/>
                </a:cubicBezTo>
                <a:cubicBezTo>
                  <a:pt x="398" y="600"/>
                  <a:pt x="421" y="607"/>
                  <a:pt x="444" y="615"/>
                </a:cubicBezTo>
                <a:cubicBezTo>
                  <a:pt x="466" y="623"/>
                  <a:pt x="488" y="633"/>
                  <a:pt x="510" y="643"/>
                </a:cubicBezTo>
                <a:cubicBezTo>
                  <a:pt x="532" y="654"/>
                  <a:pt x="552" y="666"/>
                  <a:pt x="571" y="681"/>
                </a:cubicBezTo>
                <a:cubicBezTo>
                  <a:pt x="590" y="696"/>
                  <a:pt x="607" y="714"/>
                  <a:pt x="622" y="733"/>
                </a:cubicBezTo>
                <a:cubicBezTo>
                  <a:pt x="637" y="752"/>
                  <a:pt x="649" y="773"/>
                  <a:pt x="661" y="794"/>
                </a:cubicBezTo>
                <a:cubicBezTo>
                  <a:pt x="672" y="816"/>
                  <a:pt x="683" y="837"/>
                  <a:pt x="694" y="858"/>
                </a:cubicBezTo>
                <a:cubicBezTo>
                  <a:pt x="705" y="880"/>
                  <a:pt x="716" y="901"/>
                  <a:pt x="728" y="921"/>
                </a:cubicBezTo>
                <a:cubicBezTo>
                  <a:pt x="753" y="961"/>
                  <a:pt x="784" y="998"/>
                  <a:pt x="819" y="1029"/>
                </a:cubicBezTo>
                <a:cubicBezTo>
                  <a:pt x="837" y="1045"/>
                  <a:pt x="856" y="1059"/>
                  <a:pt x="876" y="1072"/>
                </a:cubicBezTo>
                <a:cubicBezTo>
                  <a:pt x="891" y="1081"/>
                  <a:pt x="891" y="1081"/>
                  <a:pt x="891" y="1081"/>
                </a:cubicBezTo>
                <a:cubicBezTo>
                  <a:pt x="896" y="1084"/>
                  <a:pt x="901" y="1087"/>
                  <a:pt x="907" y="1090"/>
                </a:cubicBezTo>
                <a:cubicBezTo>
                  <a:pt x="917" y="1096"/>
                  <a:pt x="927" y="1101"/>
                  <a:pt x="938" y="1107"/>
                </a:cubicBezTo>
                <a:cubicBezTo>
                  <a:pt x="959" y="1117"/>
                  <a:pt x="981" y="1127"/>
                  <a:pt x="1003" y="1135"/>
                </a:cubicBezTo>
                <a:cubicBezTo>
                  <a:pt x="1014" y="1139"/>
                  <a:pt x="1026" y="1142"/>
                  <a:pt x="1037" y="1145"/>
                </a:cubicBezTo>
                <a:cubicBezTo>
                  <a:pt x="1043" y="1147"/>
                  <a:pt x="1048" y="1148"/>
                  <a:pt x="1054" y="1150"/>
                </a:cubicBezTo>
                <a:cubicBezTo>
                  <a:pt x="1060" y="1151"/>
                  <a:pt x="1066" y="1153"/>
                  <a:pt x="1071" y="1154"/>
                </a:cubicBezTo>
                <a:cubicBezTo>
                  <a:pt x="1164" y="1174"/>
                  <a:pt x="1261" y="1167"/>
                  <a:pt x="1353" y="1143"/>
                </a:cubicBezTo>
                <a:cubicBezTo>
                  <a:pt x="1399" y="1132"/>
                  <a:pt x="1444" y="1116"/>
                  <a:pt x="1489" y="1097"/>
                </a:cubicBezTo>
                <a:cubicBezTo>
                  <a:pt x="1511" y="1088"/>
                  <a:pt x="1532" y="1078"/>
                  <a:pt x="1554" y="1068"/>
                </a:cubicBezTo>
                <a:cubicBezTo>
                  <a:pt x="1576" y="1058"/>
                  <a:pt x="1597" y="1047"/>
                  <a:pt x="1618" y="1036"/>
                </a:cubicBezTo>
                <a:cubicBezTo>
                  <a:pt x="1619" y="1037"/>
                  <a:pt x="1619" y="1037"/>
                  <a:pt x="1619" y="1037"/>
                </a:cubicBezTo>
                <a:cubicBezTo>
                  <a:pt x="1598" y="1049"/>
                  <a:pt x="1577" y="1061"/>
                  <a:pt x="1556" y="1072"/>
                </a:cubicBezTo>
                <a:cubicBezTo>
                  <a:pt x="1535" y="1083"/>
                  <a:pt x="1513" y="1094"/>
                  <a:pt x="1491" y="1104"/>
                </a:cubicBezTo>
                <a:cubicBezTo>
                  <a:pt x="1469" y="1114"/>
                  <a:pt x="1447" y="1123"/>
                  <a:pt x="1425" y="1132"/>
                </a:cubicBezTo>
                <a:cubicBezTo>
                  <a:pt x="1402" y="1140"/>
                  <a:pt x="1379" y="1148"/>
                  <a:pt x="1356" y="1154"/>
                </a:cubicBezTo>
                <a:cubicBezTo>
                  <a:pt x="1309" y="1167"/>
                  <a:pt x="1262" y="1175"/>
                  <a:pt x="1213" y="1178"/>
                </a:cubicBezTo>
                <a:cubicBezTo>
                  <a:pt x="1165" y="1181"/>
                  <a:pt x="1116" y="1178"/>
                  <a:pt x="1068" y="1168"/>
                </a:cubicBezTo>
                <a:cubicBezTo>
                  <a:pt x="1065" y="1168"/>
                  <a:pt x="1062" y="1167"/>
                  <a:pt x="1059" y="1166"/>
                </a:cubicBezTo>
                <a:cubicBezTo>
                  <a:pt x="1051" y="1164"/>
                  <a:pt x="1051" y="1164"/>
                  <a:pt x="1051" y="1164"/>
                </a:cubicBezTo>
                <a:cubicBezTo>
                  <a:pt x="1045" y="1163"/>
                  <a:pt x="1039" y="1161"/>
                  <a:pt x="1033" y="1160"/>
                </a:cubicBezTo>
                <a:cubicBezTo>
                  <a:pt x="1021" y="1156"/>
                  <a:pt x="1010" y="1153"/>
                  <a:pt x="998" y="1149"/>
                </a:cubicBezTo>
                <a:cubicBezTo>
                  <a:pt x="975" y="1141"/>
                  <a:pt x="953" y="1131"/>
                  <a:pt x="931" y="1120"/>
                </a:cubicBezTo>
                <a:cubicBezTo>
                  <a:pt x="921" y="1114"/>
                  <a:pt x="910" y="1109"/>
                  <a:pt x="899" y="1102"/>
                </a:cubicBezTo>
                <a:cubicBezTo>
                  <a:pt x="894" y="1099"/>
                  <a:pt x="889" y="1096"/>
                  <a:pt x="884" y="1093"/>
                </a:cubicBezTo>
                <a:cubicBezTo>
                  <a:pt x="869" y="1083"/>
                  <a:pt x="869" y="1083"/>
                  <a:pt x="869" y="1083"/>
                </a:cubicBezTo>
                <a:cubicBezTo>
                  <a:pt x="848" y="1070"/>
                  <a:pt x="829" y="1055"/>
                  <a:pt x="811" y="1039"/>
                </a:cubicBezTo>
                <a:cubicBezTo>
                  <a:pt x="793" y="1023"/>
                  <a:pt x="776" y="1005"/>
                  <a:pt x="760" y="986"/>
                </a:cubicBezTo>
                <a:cubicBezTo>
                  <a:pt x="745" y="967"/>
                  <a:pt x="731" y="947"/>
                  <a:pt x="719" y="927"/>
                </a:cubicBezTo>
                <a:cubicBezTo>
                  <a:pt x="694" y="885"/>
                  <a:pt x="675" y="840"/>
                  <a:pt x="654" y="798"/>
                </a:cubicBezTo>
                <a:cubicBezTo>
                  <a:pt x="643" y="777"/>
                  <a:pt x="631" y="756"/>
                  <a:pt x="617" y="737"/>
                </a:cubicBezTo>
                <a:cubicBezTo>
                  <a:pt x="614" y="732"/>
                  <a:pt x="610" y="727"/>
                  <a:pt x="606" y="723"/>
                </a:cubicBezTo>
                <a:cubicBezTo>
                  <a:pt x="601" y="716"/>
                  <a:pt x="601" y="716"/>
                  <a:pt x="601" y="716"/>
                </a:cubicBezTo>
                <a:cubicBezTo>
                  <a:pt x="595" y="709"/>
                  <a:pt x="595" y="709"/>
                  <a:pt x="595" y="709"/>
                </a:cubicBezTo>
                <a:cubicBezTo>
                  <a:pt x="586" y="701"/>
                  <a:pt x="578" y="693"/>
                  <a:pt x="568" y="685"/>
                </a:cubicBezTo>
                <a:cubicBezTo>
                  <a:pt x="531" y="655"/>
                  <a:pt x="487" y="635"/>
                  <a:pt x="442" y="619"/>
                </a:cubicBezTo>
                <a:cubicBezTo>
                  <a:pt x="419" y="612"/>
                  <a:pt x="397" y="605"/>
                  <a:pt x="373" y="598"/>
                </a:cubicBezTo>
                <a:cubicBezTo>
                  <a:pt x="304" y="580"/>
                  <a:pt x="304" y="580"/>
                  <a:pt x="304" y="580"/>
                </a:cubicBezTo>
                <a:cubicBezTo>
                  <a:pt x="281" y="573"/>
                  <a:pt x="258" y="567"/>
                  <a:pt x="235" y="559"/>
                </a:cubicBezTo>
                <a:cubicBezTo>
                  <a:pt x="212" y="551"/>
                  <a:pt x="189" y="542"/>
                  <a:pt x="168" y="530"/>
                </a:cubicBezTo>
                <a:cubicBezTo>
                  <a:pt x="147" y="518"/>
                  <a:pt x="127" y="503"/>
                  <a:pt x="110" y="484"/>
                </a:cubicBezTo>
                <a:cubicBezTo>
                  <a:pt x="108" y="482"/>
                  <a:pt x="106" y="479"/>
                  <a:pt x="104" y="477"/>
                </a:cubicBezTo>
                <a:cubicBezTo>
                  <a:pt x="99" y="470"/>
                  <a:pt x="99" y="470"/>
                  <a:pt x="99" y="470"/>
                </a:cubicBezTo>
                <a:cubicBezTo>
                  <a:pt x="95" y="465"/>
                  <a:pt x="92" y="460"/>
                  <a:pt x="88" y="455"/>
                </a:cubicBezTo>
                <a:cubicBezTo>
                  <a:pt x="78" y="439"/>
                  <a:pt x="78" y="439"/>
                  <a:pt x="78" y="439"/>
                </a:cubicBezTo>
                <a:cubicBezTo>
                  <a:pt x="77" y="437"/>
                  <a:pt x="75" y="434"/>
                  <a:pt x="74" y="432"/>
                </a:cubicBezTo>
                <a:cubicBezTo>
                  <a:pt x="69" y="424"/>
                  <a:pt x="69" y="424"/>
                  <a:pt x="69" y="424"/>
                </a:cubicBezTo>
                <a:cubicBezTo>
                  <a:pt x="60" y="408"/>
                  <a:pt x="60" y="408"/>
                  <a:pt x="60" y="408"/>
                </a:cubicBezTo>
                <a:cubicBezTo>
                  <a:pt x="53" y="391"/>
                  <a:pt x="53" y="391"/>
                  <a:pt x="53" y="391"/>
                </a:cubicBezTo>
                <a:cubicBezTo>
                  <a:pt x="49" y="383"/>
                  <a:pt x="49" y="383"/>
                  <a:pt x="49" y="383"/>
                </a:cubicBezTo>
                <a:cubicBezTo>
                  <a:pt x="48" y="380"/>
                  <a:pt x="47" y="377"/>
                  <a:pt x="46" y="374"/>
                </a:cubicBezTo>
                <a:cubicBezTo>
                  <a:pt x="39" y="357"/>
                  <a:pt x="39" y="357"/>
                  <a:pt x="39" y="357"/>
                </a:cubicBezTo>
                <a:cubicBezTo>
                  <a:pt x="37" y="352"/>
                  <a:pt x="35" y="346"/>
                  <a:pt x="33" y="340"/>
                </a:cubicBezTo>
                <a:cubicBezTo>
                  <a:pt x="32" y="334"/>
                  <a:pt x="30" y="329"/>
                  <a:pt x="28" y="323"/>
                </a:cubicBezTo>
                <a:cubicBezTo>
                  <a:pt x="24" y="305"/>
                  <a:pt x="24" y="305"/>
                  <a:pt x="24" y="305"/>
                </a:cubicBezTo>
                <a:cubicBezTo>
                  <a:pt x="23" y="302"/>
                  <a:pt x="22" y="299"/>
                  <a:pt x="21" y="296"/>
                </a:cubicBezTo>
                <a:cubicBezTo>
                  <a:pt x="20" y="287"/>
                  <a:pt x="20" y="287"/>
                  <a:pt x="20" y="287"/>
                </a:cubicBezTo>
                <a:cubicBezTo>
                  <a:pt x="0" y="192"/>
                  <a:pt x="4" y="94"/>
                  <a:pt x="21" y="0"/>
                </a:cubicBezTo>
                <a:lnTo>
                  <a:pt x="22" y="0"/>
                </a:lnTo>
                <a:close/>
              </a:path>
            </a:pathLst>
          </a:custGeom>
          <a:solidFill>
            <a:srgbClr val="56342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3072765" y="1773555"/>
            <a:ext cx="6049010" cy="1090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7200" noProof="0" dirty="0">
                <a:ln>
                  <a:noFill/>
                </a:ln>
                <a:solidFill>
                  <a:srgbClr val="56342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Matlab</a:t>
            </a:r>
            <a:r>
              <a:rPr lang="zh-CN" altLang="en-US" sz="7200" noProof="0" dirty="0">
                <a:ln>
                  <a:noFill/>
                </a:ln>
                <a:solidFill>
                  <a:srgbClr val="56342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的安装</a:t>
            </a:r>
            <a:endParaRPr lang="en-US" altLang="zh-CN" sz="72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4955540" y="4157980"/>
            <a:ext cx="2282825" cy="523875"/>
          </a:xfrm>
          <a:prstGeom prst="roundRect">
            <a:avLst>
              <a:gd name="adj" fmla="val 50000"/>
            </a:avLst>
          </a:prstGeom>
          <a:solidFill>
            <a:srgbClr val="56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spc="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PART.05</a:t>
            </a:r>
            <a:endParaRPr lang="zh-CN" altLang="en-US" sz="2400" spc="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961429" y="3244611"/>
            <a:ext cx="427041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24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安装指南</a:t>
            </a:r>
            <a:endParaRPr lang="zh-CN" altLang="en-US" sz="2400" dirty="0">
              <a:solidFill>
                <a:srgbClr val="56342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543" name="组合 542"/>
          <p:cNvGrpSpPr/>
          <p:nvPr/>
        </p:nvGrpSpPr>
        <p:grpSpPr>
          <a:xfrm>
            <a:off x="-510540" y="-236220"/>
            <a:ext cx="3208020" cy="1842135"/>
            <a:chOff x="-804" y="-372"/>
            <a:chExt cx="5052" cy="2901"/>
          </a:xfrm>
        </p:grpSpPr>
        <p:pic>
          <p:nvPicPr>
            <p:cNvPr id="541" name="图片 540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804" y="-372"/>
              <a:ext cx="4099" cy="2901"/>
            </a:xfrm>
            <a:prstGeom prst="rect">
              <a:avLst/>
            </a:prstGeom>
          </p:spPr>
        </p:pic>
        <p:pic>
          <p:nvPicPr>
            <p:cNvPr id="542" name="图片 541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sp>
        <p:nvSpPr>
          <p:cNvPr id="303" name="椭圆 302"/>
          <p:cNvSpPr/>
          <p:nvPr/>
        </p:nvSpPr>
        <p:spPr>
          <a:xfrm>
            <a:off x="8231516" y="4549806"/>
            <a:ext cx="1122794" cy="1122793"/>
          </a:xfrm>
          <a:prstGeom prst="ellipse">
            <a:avLst/>
          </a:pr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4" name="椭圆 303"/>
          <p:cNvSpPr/>
          <p:nvPr/>
        </p:nvSpPr>
        <p:spPr>
          <a:xfrm>
            <a:off x="2450610" y="1282611"/>
            <a:ext cx="463831" cy="463831"/>
          </a:xfrm>
          <a:prstGeom prst="ellipse">
            <a:avLst/>
          </a:pr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08" name="Google Shape;2208;p36"/>
          <p:cNvGrpSpPr/>
          <p:nvPr/>
        </p:nvGrpSpPr>
        <p:grpSpPr>
          <a:xfrm>
            <a:off x="10050931" y="3217844"/>
            <a:ext cx="879232" cy="657377"/>
            <a:chOff x="4030925" y="2186525"/>
            <a:chExt cx="944700" cy="706325"/>
          </a:xfrm>
        </p:grpSpPr>
        <p:sp>
          <p:nvSpPr>
            <p:cNvPr id="2209" name="Google Shape;2209;p36"/>
            <p:cNvSpPr/>
            <p:nvPr/>
          </p:nvSpPr>
          <p:spPr>
            <a:xfrm>
              <a:off x="4030925" y="2186525"/>
              <a:ext cx="944700" cy="281675"/>
            </a:xfrm>
            <a:custGeom>
              <a:avLst/>
              <a:gdLst/>
              <a:ahLst/>
              <a:cxnLst/>
              <a:rect l="l" t="t" r="r" b="b"/>
              <a:pathLst>
                <a:path w="37788" h="11267" extrusionOk="0">
                  <a:moveTo>
                    <a:pt x="33327" y="1430"/>
                  </a:moveTo>
                  <a:lnTo>
                    <a:pt x="9699" y="10348"/>
                  </a:lnTo>
                  <a:lnTo>
                    <a:pt x="1770" y="6049"/>
                  </a:lnTo>
                  <a:lnTo>
                    <a:pt x="33327" y="1430"/>
                  </a:lnTo>
                  <a:close/>
                  <a:moveTo>
                    <a:pt x="37185" y="0"/>
                  </a:moveTo>
                  <a:cubicBezTo>
                    <a:pt x="37164" y="0"/>
                    <a:pt x="37142" y="1"/>
                    <a:pt x="37120" y="5"/>
                  </a:cubicBezTo>
                  <a:lnTo>
                    <a:pt x="391" y="5383"/>
                  </a:lnTo>
                  <a:cubicBezTo>
                    <a:pt x="207" y="5406"/>
                    <a:pt x="69" y="5544"/>
                    <a:pt x="23" y="5728"/>
                  </a:cubicBezTo>
                  <a:cubicBezTo>
                    <a:pt x="0" y="5912"/>
                    <a:pt x="92" y="6095"/>
                    <a:pt x="253" y="6187"/>
                  </a:cubicBezTo>
                  <a:lnTo>
                    <a:pt x="9447" y="11221"/>
                  </a:lnTo>
                  <a:lnTo>
                    <a:pt x="9653" y="11267"/>
                  </a:lnTo>
                  <a:lnTo>
                    <a:pt x="9814" y="11244"/>
                  </a:lnTo>
                  <a:lnTo>
                    <a:pt x="37327" y="855"/>
                  </a:lnTo>
                  <a:cubicBezTo>
                    <a:pt x="37788" y="679"/>
                    <a:pt x="37641" y="0"/>
                    <a:pt x="371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0" name="Google Shape;2210;p36"/>
            <p:cNvSpPr/>
            <p:nvPr/>
          </p:nvSpPr>
          <p:spPr>
            <a:xfrm>
              <a:off x="4423950" y="2187475"/>
              <a:ext cx="547625" cy="512875"/>
            </a:xfrm>
            <a:custGeom>
              <a:avLst/>
              <a:gdLst/>
              <a:ahLst/>
              <a:cxnLst/>
              <a:rect l="l" t="t" r="r" b="b"/>
              <a:pathLst>
                <a:path w="21905" h="20515" extrusionOk="0">
                  <a:moveTo>
                    <a:pt x="19882" y="2104"/>
                  </a:moveTo>
                  <a:lnTo>
                    <a:pt x="8918" y="19572"/>
                  </a:lnTo>
                  <a:lnTo>
                    <a:pt x="1265" y="15918"/>
                  </a:lnTo>
                  <a:lnTo>
                    <a:pt x="19882" y="2104"/>
                  </a:lnTo>
                  <a:close/>
                  <a:moveTo>
                    <a:pt x="21443" y="0"/>
                  </a:moveTo>
                  <a:cubicBezTo>
                    <a:pt x="21354" y="0"/>
                    <a:pt x="21266" y="29"/>
                    <a:pt x="21192" y="81"/>
                  </a:cubicBezTo>
                  <a:lnTo>
                    <a:pt x="184" y="15688"/>
                  </a:lnTo>
                  <a:cubicBezTo>
                    <a:pt x="69" y="15780"/>
                    <a:pt x="0" y="15941"/>
                    <a:pt x="23" y="16102"/>
                  </a:cubicBezTo>
                  <a:cubicBezTo>
                    <a:pt x="23" y="16240"/>
                    <a:pt x="115" y="16378"/>
                    <a:pt x="253" y="16446"/>
                  </a:cubicBezTo>
                  <a:lnTo>
                    <a:pt x="8918" y="20515"/>
                  </a:lnTo>
                  <a:lnTo>
                    <a:pt x="9102" y="20515"/>
                  </a:lnTo>
                  <a:cubicBezTo>
                    <a:pt x="9240" y="20515"/>
                    <a:pt x="9378" y="20469"/>
                    <a:pt x="9470" y="20354"/>
                  </a:cubicBezTo>
                  <a:lnTo>
                    <a:pt x="21813" y="656"/>
                  </a:lnTo>
                  <a:cubicBezTo>
                    <a:pt x="21905" y="472"/>
                    <a:pt x="21882" y="265"/>
                    <a:pt x="21744" y="127"/>
                  </a:cubicBezTo>
                  <a:cubicBezTo>
                    <a:pt x="21656" y="40"/>
                    <a:pt x="21549" y="0"/>
                    <a:pt x="214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1" name="Google Shape;2211;p36"/>
            <p:cNvSpPr/>
            <p:nvPr/>
          </p:nvSpPr>
          <p:spPr>
            <a:xfrm>
              <a:off x="4261325" y="2186625"/>
              <a:ext cx="710825" cy="706225"/>
            </a:xfrm>
            <a:custGeom>
              <a:avLst/>
              <a:gdLst/>
              <a:ahLst/>
              <a:cxnLst/>
              <a:rect l="l" t="t" r="r" b="b"/>
              <a:pathLst>
                <a:path w="28433" h="28249" extrusionOk="0">
                  <a:moveTo>
                    <a:pt x="25261" y="1908"/>
                  </a:moveTo>
                  <a:lnTo>
                    <a:pt x="6689" y="15699"/>
                  </a:lnTo>
                  <a:cubicBezTo>
                    <a:pt x="6620" y="15745"/>
                    <a:pt x="6551" y="15837"/>
                    <a:pt x="6528" y="15929"/>
                  </a:cubicBezTo>
                  <a:lnTo>
                    <a:pt x="3196" y="25973"/>
                  </a:lnTo>
                  <a:lnTo>
                    <a:pt x="920" y="11102"/>
                  </a:lnTo>
                  <a:lnTo>
                    <a:pt x="25261" y="1908"/>
                  </a:lnTo>
                  <a:close/>
                  <a:moveTo>
                    <a:pt x="27953" y="1"/>
                  </a:moveTo>
                  <a:cubicBezTo>
                    <a:pt x="27906" y="1"/>
                    <a:pt x="27859" y="8"/>
                    <a:pt x="27812" y="24"/>
                  </a:cubicBezTo>
                  <a:lnTo>
                    <a:pt x="300" y="10436"/>
                  </a:lnTo>
                  <a:cubicBezTo>
                    <a:pt x="116" y="10504"/>
                    <a:pt x="1" y="10711"/>
                    <a:pt x="24" y="10895"/>
                  </a:cubicBezTo>
                  <a:lnTo>
                    <a:pt x="2621" y="27881"/>
                  </a:lnTo>
                  <a:cubicBezTo>
                    <a:pt x="2644" y="28065"/>
                    <a:pt x="2805" y="28226"/>
                    <a:pt x="3012" y="28249"/>
                  </a:cubicBezTo>
                  <a:lnTo>
                    <a:pt x="3058" y="28249"/>
                  </a:lnTo>
                  <a:cubicBezTo>
                    <a:pt x="3242" y="28249"/>
                    <a:pt x="3402" y="28111"/>
                    <a:pt x="3448" y="27927"/>
                  </a:cubicBezTo>
                  <a:lnTo>
                    <a:pt x="7310" y="16297"/>
                  </a:lnTo>
                  <a:lnTo>
                    <a:pt x="28226" y="782"/>
                  </a:lnTo>
                  <a:cubicBezTo>
                    <a:pt x="28387" y="667"/>
                    <a:pt x="28433" y="414"/>
                    <a:pt x="28341" y="230"/>
                  </a:cubicBezTo>
                  <a:cubicBezTo>
                    <a:pt x="28269" y="88"/>
                    <a:pt x="28115" y="1"/>
                    <a:pt x="279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2" name="Google Shape;2212;p36"/>
            <p:cNvSpPr/>
            <p:nvPr/>
          </p:nvSpPr>
          <p:spPr>
            <a:xfrm>
              <a:off x="4325700" y="2577225"/>
              <a:ext cx="236750" cy="315625"/>
            </a:xfrm>
            <a:custGeom>
              <a:avLst/>
              <a:gdLst/>
              <a:ahLst/>
              <a:cxnLst/>
              <a:rect l="l" t="t" r="r" b="b"/>
              <a:pathLst>
                <a:path w="9470" h="12625" extrusionOk="0">
                  <a:moveTo>
                    <a:pt x="4620" y="1017"/>
                  </a:moveTo>
                  <a:lnTo>
                    <a:pt x="8343" y="2764"/>
                  </a:lnTo>
                  <a:lnTo>
                    <a:pt x="1540" y="10395"/>
                  </a:lnTo>
                  <a:lnTo>
                    <a:pt x="4620" y="1017"/>
                  </a:lnTo>
                  <a:close/>
                  <a:moveTo>
                    <a:pt x="4379" y="0"/>
                  </a:moveTo>
                  <a:cubicBezTo>
                    <a:pt x="4321" y="0"/>
                    <a:pt x="4264" y="18"/>
                    <a:pt x="4206" y="52"/>
                  </a:cubicBezTo>
                  <a:cubicBezTo>
                    <a:pt x="4091" y="98"/>
                    <a:pt x="3999" y="190"/>
                    <a:pt x="3953" y="305"/>
                  </a:cubicBezTo>
                  <a:lnTo>
                    <a:pt x="69" y="12050"/>
                  </a:lnTo>
                  <a:cubicBezTo>
                    <a:pt x="0" y="12257"/>
                    <a:pt x="92" y="12464"/>
                    <a:pt x="276" y="12579"/>
                  </a:cubicBezTo>
                  <a:lnTo>
                    <a:pt x="483" y="12625"/>
                  </a:lnTo>
                  <a:cubicBezTo>
                    <a:pt x="598" y="12625"/>
                    <a:pt x="713" y="12579"/>
                    <a:pt x="781" y="12487"/>
                  </a:cubicBezTo>
                  <a:lnTo>
                    <a:pt x="9355" y="2925"/>
                  </a:lnTo>
                  <a:cubicBezTo>
                    <a:pt x="9424" y="2810"/>
                    <a:pt x="9470" y="2672"/>
                    <a:pt x="9470" y="2534"/>
                  </a:cubicBezTo>
                  <a:cubicBezTo>
                    <a:pt x="9447" y="2396"/>
                    <a:pt x="9332" y="2304"/>
                    <a:pt x="9217" y="2259"/>
                  </a:cubicBezTo>
                  <a:lnTo>
                    <a:pt x="4551" y="52"/>
                  </a:lnTo>
                  <a:cubicBezTo>
                    <a:pt x="4493" y="18"/>
                    <a:pt x="4436" y="0"/>
                    <a:pt x="43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521" name="Google Shape;4521;p69"/>
          <p:cNvGrpSpPr/>
          <p:nvPr/>
        </p:nvGrpSpPr>
        <p:grpSpPr>
          <a:xfrm flipH="1">
            <a:off x="7386096" y="-70"/>
            <a:ext cx="1091382" cy="1155725"/>
            <a:chOff x="2958275" y="539500"/>
            <a:chExt cx="1091382" cy="1155725"/>
          </a:xfrm>
        </p:grpSpPr>
        <p:grpSp>
          <p:nvGrpSpPr>
            <p:cNvPr id="4522" name="Google Shape;4522;p69"/>
            <p:cNvGrpSpPr/>
            <p:nvPr/>
          </p:nvGrpSpPr>
          <p:grpSpPr>
            <a:xfrm>
              <a:off x="3170379" y="1212137"/>
              <a:ext cx="879278" cy="483088"/>
              <a:chOff x="2296950" y="3661600"/>
              <a:chExt cx="616475" cy="338700"/>
            </a:xfrm>
          </p:grpSpPr>
          <p:sp>
            <p:nvSpPr>
              <p:cNvPr id="4523" name="Google Shape;4523;p69"/>
              <p:cNvSpPr/>
              <p:nvPr/>
            </p:nvSpPr>
            <p:spPr>
              <a:xfrm>
                <a:off x="2510075" y="3661600"/>
                <a:ext cx="402675" cy="97750"/>
              </a:xfrm>
              <a:custGeom>
                <a:avLst/>
                <a:gdLst/>
                <a:ahLst/>
                <a:cxnLst/>
                <a:rect l="l" t="t" r="r" b="b"/>
                <a:pathLst>
                  <a:path w="16107" h="3910" extrusionOk="0">
                    <a:moveTo>
                      <a:pt x="4306" y="700"/>
                    </a:moveTo>
                    <a:lnTo>
                      <a:pt x="13180" y="2635"/>
                    </a:lnTo>
                    <a:lnTo>
                      <a:pt x="1346" y="3189"/>
                    </a:lnTo>
                    <a:lnTo>
                      <a:pt x="4306" y="700"/>
                    </a:lnTo>
                    <a:close/>
                    <a:moveTo>
                      <a:pt x="4216" y="0"/>
                    </a:moveTo>
                    <a:cubicBezTo>
                      <a:pt x="4136" y="0"/>
                      <a:pt x="4058" y="29"/>
                      <a:pt x="3998" y="83"/>
                    </a:cubicBezTo>
                    <a:lnTo>
                      <a:pt x="152" y="3314"/>
                    </a:lnTo>
                    <a:cubicBezTo>
                      <a:pt x="42" y="3405"/>
                      <a:pt x="0" y="3560"/>
                      <a:pt x="56" y="3696"/>
                    </a:cubicBezTo>
                    <a:cubicBezTo>
                      <a:pt x="103" y="3823"/>
                      <a:pt x="227" y="3909"/>
                      <a:pt x="368" y="3909"/>
                    </a:cubicBezTo>
                    <a:lnTo>
                      <a:pt x="385" y="3909"/>
                    </a:lnTo>
                    <a:lnTo>
                      <a:pt x="15768" y="3189"/>
                    </a:lnTo>
                    <a:cubicBezTo>
                      <a:pt x="15937" y="3184"/>
                      <a:pt x="16078" y="3051"/>
                      <a:pt x="16092" y="2882"/>
                    </a:cubicBezTo>
                    <a:cubicBezTo>
                      <a:pt x="16106" y="2713"/>
                      <a:pt x="15990" y="2558"/>
                      <a:pt x="15824" y="2525"/>
                    </a:cubicBezTo>
                    <a:lnTo>
                      <a:pt x="4286" y="8"/>
                    </a:lnTo>
                    <a:cubicBezTo>
                      <a:pt x="4263" y="3"/>
                      <a:pt x="4240" y="0"/>
                      <a:pt x="42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4" name="Google Shape;4524;p69"/>
              <p:cNvSpPr/>
              <p:nvPr/>
            </p:nvSpPr>
            <p:spPr>
              <a:xfrm>
                <a:off x="2296950" y="3724500"/>
                <a:ext cx="616275" cy="210650"/>
              </a:xfrm>
              <a:custGeom>
                <a:avLst/>
                <a:gdLst/>
                <a:ahLst/>
                <a:cxnLst/>
                <a:rect l="l" t="t" r="r" b="b"/>
                <a:pathLst>
                  <a:path w="24651" h="8426" extrusionOk="0">
                    <a:moveTo>
                      <a:pt x="20027" y="1363"/>
                    </a:moveTo>
                    <a:lnTo>
                      <a:pt x="2334" y="7100"/>
                    </a:lnTo>
                    <a:lnTo>
                      <a:pt x="7528" y="3373"/>
                    </a:lnTo>
                    <a:lnTo>
                      <a:pt x="20027" y="1363"/>
                    </a:lnTo>
                    <a:close/>
                    <a:moveTo>
                      <a:pt x="24283" y="1"/>
                    </a:moveTo>
                    <a:cubicBezTo>
                      <a:pt x="24264" y="1"/>
                      <a:pt x="24244" y="3"/>
                      <a:pt x="24224" y="6"/>
                    </a:cubicBezTo>
                    <a:lnTo>
                      <a:pt x="7346" y="2722"/>
                    </a:lnTo>
                    <a:cubicBezTo>
                      <a:pt x="7293" y="2730"/>
                      <a:pt x="7243" y="2750"/>
                      <a:pt x="7204" y="2780"/>
                    </a:cubicBezTo>
                    <a:lnTo>
                      <a:pt x="180" y="7817"/>
                    </a:lnTo>
                    <a:cubicBezTo>
                      <a:pt x="44" y="7914"/>
                      <a:pt x="0" y="8094"/>
                      <a:pt x="78" y="8243"/>
                    </a:cubicBezTo>
                    <a:cubicBezTo>
                      <a:pt x="136" y="8354"/>
                      <a:pt x="252" y="8426"/>
                      <a:pt x="379" y="8426"/>
                    </a:cubicBezTo>
                    <a:cubicBezTo>
                      <a:pt x="413" y="8426"/>
                      <a:pt x="449" y="8420"/>
                      <a:pt x="482" y="8409"/>
                    </a:cubicBezTo>
                    <a:lnTo>
                      <a:pt x="24385" y="657"/>
                    </a:lnTo>
                    <a:cubicBezTo>
                      <a:pt x="24551" y="601"/>
                      <a:pt x="24651" y="427"/>
                      <a:pt x="24606" y="255"/>
                    </a:cubicBezTo>
                    <a:cubicBezTo>
                      <a:pt x="24569" y="103"/>
                      <a:pt x="24435" y="1"/>
                      <a:pt x="242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5" name="Google Shape;4525;p69"/>
              <p:cNvSpPr/>
              <p:nvPr/>
            </p:nvSpPr>
            <p:spPr>
              <a:xfrm>
                <a:off x="2510825" y="3724575"/>
                <a:ext cx="401925" cy="78650"/>
              </a:xfrm>
              <a:custGeom>
                <a:avLst/>
                <a:gdLst/>
                <a:ahLst/>
                <a:cxnLst/>
                <a:rect l="l" t="t" r="r" b="b"/>
                <a:pathLst>
                  <a:path w="16077" h="3146" extrusionOk="0">
                    <a:moveTo>
                      <a:pt x="9783" y="950"/>
                    </a:moveTo>
                    <a:lnTo>
                      <a:pt x="676" y="2415"/>
                    </a:lnTo>
                    <a:lnTo>
                      <a:pt x="676" y="1376"/>
                    </a:lnTo>
                    <a:lnTo>
                      <a:pt x="9783" y="950"/>
                    </a:lnTo>
                    <a:close/>
                    <a:moveTo>
                      <a:pt x="15719" y="0"/>
                    </a:moveTo>
                    <a:cubicBezTo>
                      <a:pt x="15715" y="0"/>
                      <a:pt x="15712" y="0"/>
                      <a:pt x="15708" y="0"/>
                    </a:cubicBezTo>
                    <a:lnTo>
                      <a:pt x="325" y="720"/>
                    </a:lnTo>
                    <a:cubicBezTo>
                      <a:pt x="142" y="726"/>
                      <a:pt x="1" y="875"/>
                      <a:pt x="1" y="1055"/>
                    </a:cubicBezTo>
                    <a:lnTo>
                      <a:pt x="1" y="2811"/>
                    </a:lnTo>
                    <a:cubicBezTo>
                      <a:pt x="1" y="2907"/>
                      <a:pt x="42" y="3002"/>
                      <a:pt x="120" y="3065"/>
                    </a:cubicBezTo>
                    <a:cubicBezTo>
                      <a:pt x="181" y="3118"/>
                      <a:pt x="258" y="3146"/>
                      <a:pt x="338" y="3146"/>
                    </a:cubicBezTo>
                    <a:lnTo>
                      <a:pt x="394" y="3143"/>
                    </a:lnTo>
                    <a:lnTo>
                      <a:pt x="15777" y="667"/>
                    </a:lnTo>
                    <a:cubicBezTo>
                      <a:pt x="15954" y="640"/>
                      <a:pt x="16076" y="476"/>
                      <a:pt x="16057" y="299"/>
                    </a:cubicBezTo>
                    <a:cubicBezTo>
                      <a:pt x="16035" y="128"/>
                      <a:pt x="15891" y="0"/>
                      <a:pt x="157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6" name="Google Shape;4526;p69"/>
              <p:cNvSpPr/>
              <p:nvPr/>
            </p:nvSpPr>
            <p:spPr>
              <a:xfrm>
                <a:off x="2482025" y="3724450"/>
                <a:ext cx="431400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11034" extrusionOk="0">
                    <a:moveTo>
                      <a:pt x="14387" y="1500"/>
                    </a:moveTo>
                    <a:lnTo>
                      <a:pt x="676" y="10089"/>
                    </a:lnTo>
                    <a:lnTo>
                      <a:pt x="676" y="5947"/>
                    </a:lnTo>
                    <a:lnTo>
                      <a:pt x="14387" y="1500"/>
                    </a:lnTo>
                    <a:close/>
                    <a:moveTo>
                      <a:pt x="16882" y="1"/>
                    </a:moveTo>
                    <a:cubicBezTo>
                      <a:pt x="16846" y="1"/>
                      <a:pt x="16810" y="7"/>
                      <a:pt x="16774" y="19"/>
                    </a:cubicBezTo>
                    <a:lnTo>
                      <a:pt x="236" y="5382"/>
                    </a:lnTo>
                    <a:cubicBezTo>
                      <a:pt x="98" y="5426"/>
                      <a:pt x="4" y="5554"/>
                      <a:pt x="1" y="5701"/>
                    </a:cubicBezTo>
                    <a:lnTo>
                      <a:pt x="1" y="10695"/>
                    </a:lnTo>
                    <a:cubicBezTo>
                      <a:pt x="1" y="10817"/>
                      <a:pt x="70" y="10931"/>
                      <a:pt x="178" y="10989"/>
                    </a:cubicBezTo>
                    <a:cubicBezTo>
                      <a:pt x="222" y="11017"/>
                      <a:pt x="275" y="11034"/>
                      <a:pt x="329" y="11034"/>
                    </a:cubicBezTo>
                    <a:cubicBezTo>
                      <a:pt x="333" y="11034"/>
                      <a:pt x="337" y="11033"/>
                      <a:pt x="341" y="11033"/>
                    </a:cubicBezTo>
                    <a:cubicBezTo>
                      <a:pt x="402" y="11033"/>
                      <a:pt x="463" y="11017"/>
                      <a:pt x="516" y="10983"/>
                    </a:cubicBezTo>
                    <a:lnTo>
                      <a:pt x="17054" y="623"/>
                    </a:lnTo>
                    <a:cubicBezTo>
                      <a:pt x="17200" y="534"/>
                      <a:pt x="17256" y="351"/>
                      <a:pt x="17184" y="196"/>
                    </a:cubicBezTo>
                    <a:cubicBezTo>
                      <a:pt x="17128" y="73"/>
                      <a:pt x="17008" y="1"/>
                      <a:pt x="168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27" name="Google Shape;4527;p69"/>
            <p:cNvSpPr/>
            <p:nvPr/>
          </p:nvSpPr>
          <p:spPr>
            <a:xfrm>
              <a:off x="2958275" y="539500"/>
              <a:ext cx="562425" cy="897575"/>
            </a:xfrm>
            <a:custGeom>
              <a:avLst/>
              <a:gdLst/>
              <a:ahLst/>
              <a:cxnLst/>
              <a:rect l="l" t="t" r="r" b="b"/>
              <a:pathLst>
                <a:path w="22497" h="35903" extrusionOk="0">
                  <a:moveTo>
                    <a:pt x="20015" y="1"/>
                  </a:moveTo>
                  <a:cubicBezTo>
                    <a:pt x="19867" y="1"/>
                    <a:pt x="19729" y="176"/>
                    <a:pt x="19849" y="335"/>
                  </a:cubicBezTo>
                  <a:cubicBezTo>
                    <a:pt x="20176" y="761"/>
                    <a:pt x="20470" y="1210"/>
                    <a:pt x="20733" y="1680"/>
                  </a:cubicBezTo>
                  <a:cubicBezTo>
                    <a:pt x="20766" y="1747"/>
                    <a:pt x="20832" y="1788"/>
                    <a:pt x="20907" y="1788"/>
                  </a:cubicBezTo>
                  <a:cubicBezTo>
                    <a:pt x="20943" y="1788"/>
                    <a:pt x="20976" y="1777"/>
                    <a:pt x="21010" y="1761"/>
                  </a:cubicBezTo>
                  <a:cubicBezTo>
                    <a:pt x="21109" y="1705"/>
                    <a:pt x="21145" y="1581"/>
                    <a:pt x="21087" y="1484"/>
                  </a:cubicBezTo>
                  <a:cubicBezTo>
                    <a:pt x="20818" y="994"/>
                    <a:pt x="20514" y="526"/>
                    <a:pt x="20173" y="86"/>
                  </a:cubicBezTo>
                  <a:cubicBezTo>
                    <a:pt x="20128" y="26"/>
                    <a:pt x="20071" y="1"/>
                    <a:pt x="20015" y="1"/>
                  </a:cubicBezTo>
                  <a:close/>
                  <a:moveTo>
                    <a:pt x="22064" y="4439"/>
                  </a:moveTo>
                  <a:cubicBezTo>
                    <a:pt x="22050" y="4439"/>
                    <a:pt x="22035" y="4440"/>
                    <a:pt x="22020" y="4444"/>
                  </a:cubicBezTo>
                  <a:cubicBezTo>
                    <a:pt x="21909" y="4469"/>
                    <a:pt x="21837" y="4577"/>
                    <a:pt x="21860" y="4687"/>
                  </a:cubicBezTo>
                  <a:cubicBezTo>
                    <a:pt x="21973" y="5213"/>
                    <a:pt x="22048" y="5745"/>
                    <a:pt x="22081" y="6279"/>
                  </a:cubicBezTo>
                  <a:cubicBezTo>
                    <a:pt x="22087" y="6390"/>
                    <a:pt x="22175" y="6473"/>
                    <a:pt x="22286" y="6473"/>
                  </a:cubicBezTo>
                  <a:lnTo>
                    <a:pt x="22300" y="6473"/>
                  </a:lnTo>
                  <a:cubicBezTo>
                    <a:pt x="22413" y="6468"/>
                    <a:pt x="22496" y="6368"/>
                    <a:pt x="22491" y="6257"/>
                  </a:cubicBezTo>
                  <a:cubicBezTo>
                    <a:pt x="22455" y="5701"/>
                    <a:pt x="22380" y="5147"/>
                    <a:pt x="22261" y="4601"/>
                  </a:cubicBezTo>
                  <a:cubicBezTo>
                    <a:pt x="22242" y="4506"/>
                    <a:pt x="22158" y="4439"/>
                    <a:pt x="22064" y="4439"/>
                  </a:cubicBezTo>
                  <a:close/>
                  <a:moveTo>
                    <a:pt x="21969" y="9334"/>
                  </a:moveTo>
                  <a:cubicBezTo>
                    <a:pt x="21889" y="9334"/>
                    <a:pt x="21810" y="9377"/>
                    <a:pt x="21776" y="9475"/>
                  </a:cubicBezTo>
                  <a:cubicBezTo>
                    <a:pt x="21646" y="9998"/>
                    <a:pt x="21477" y="10507"/>
                    <a:pt x="21273" y="11006"/>
                  </a:cubicBezTo>
                  <a:cubicBezTo>
                    <a:pt x="21228" y="11108"/>
                    <a:pt x="21278" y="11227"/>
                    <a:pt x="21383" y="11271"/>
                  </a:cubicBezTo>
                  <a:cubicBezTo>
                    <a:pt x="21408" y="11283"/>
                    <a:pt x="21433" y="11288"/>
                    <a:pt x="21461" y="11288"/>
                  </a:cubicBezTo>
                  <a:cubicBezTo>
                    <a:pt x="21544" y="11285"/>
                    <a:pt x="21619" y="11235"/>
                    <a:pt x="21652" y="11161"/>
                  </a:cubicBezTo>
                  <a:cubicBezTo>
                    <a:pt x="21862" y="10643"/>
                    <a:pt x="22039" y="10114"/>
                    <a:pt x="22178" y="9574"/>
                  </a:cubicBezTo>
                  <a:cubicBezTo>
                    <a:pt x="22203" y="9426"/>
                    <a:pt x="22086" y="9334"/>
                    <a:pt x="21969" y="9334"/>
                  </a:cubicBezTo>
                  <a:close/>
                  <a:moveTo>
                    <a:pt x="19769" y="13698"/>
                  </a:moveTo>
                  <a:cubicBezTo>
                    <a:pt x="19720" y="13698"/>
                    <a:pt x="19669" y="13717"/>
                    <a:pt x="19625" y="13761"/>
                  </a:cubicBezTo>
                  <a:cubicBezTo>
                    <a:pt x="19285" y="14176"/>
                    <a:pt x="18914" y="14564"/>
                    <a:pt x="18512" y="14921"/>
                  </a:cubicBezTo>
                  <a:cubicBezTo>
                    <a:pt x="18376" y="15051"/>
                    <a:pt x="18465" y="15281"/>
                    <a:pt x="18651" y="15283"/>
                  </a:cubicBezTo>
                  <a:cubicBezTo>
                    <a:pt x="18700" y="15283"/>
                    <a:pt x="18750" y="15264"/>
                    <a:pt x="18786" y="15231"/>
                  </a:cubicBezTo>
                  <a:cubicBezTo>
                    <a:pt x="19201" y="14857"/>
                    <a:pt x="19589" y="14453"/>
                    <a:pt x="19944" y="14021"/>
                  </a:cubicBezTo>
                  <a:cubicBezTo>
                    <a:pt x="20045" y="13865"/>
                    <a:pt x="19915" y="13698"/>
                    <a:pt x="19769" y="13698"/>
                  </a:cubicBezTo>
                  <a:close/>
                  <a:moveTo>
                    <a:pt x="15938" y="16706"/>
                  </a:moveTo>
                  <a:cubicBezTo>
                    <a:pt x="15907" y="16706"/>
                    <a:pt x="15875" y="16713"/>
                    <a:pt x="15846" y="16729"/>
                  </a:cubicBezTo>
                  <a:cubicBezTo>
                    <a:pt x="15389" y="16967"/>
                    <a:pt x="14907" y="17194"/>
                    <a:pt x="14370" y="17418"/>
                  </a:cubicBezTo>
                  <a:cubicBezTo>
                    <a:pt x="14265" y="17460"/>
                    <a:pt x="14215" y="17579"/>
                    <a:pt x="14259" y="17684"/>
                  </a:cubicBezTo>
                  <a:cubicBezTo>
                    <a:pt x="14292" y="17761"/>
                    <a:pt x="14367" y="17811"/>
                    <a:pt x="14450" y="17811"/>
                  </a:cubicBezTo>
                  <a:cubicBezTo>
                    <a:pt x="14478" y="17811"/>
                    <a:pt x="14503" y="17806"/>
                    <a:pt x="14531" y="17795"/>
                  </a:cubicBezTo>
                  <a:cubicBezTo>
                    <a:pt x="15076" y="17568"/>
                    <a:pt x="15569" y="17338"/>
                    <a:pt x="16031" y="17097"/>
                  </a:cubicBezTo>
                  <a:cubicBezTo>
                    <a:pt x="16134" y="17044"/>
                    <a:pt x="16172" y="16920"/>
                    <a:pt x="16120" y="16820"/>
                  </a:cubicBezTo>
                  <a:cubicBezTo>
                    <a:pt x="16085" y="16748"/>
                    <a:pt x="16012" y="16706"/>
                    <a:pt x="15938" y="16706"/>
                  </a:cubicBezTo>
                  <a:close/>
                  <a:moveTo>
                    <a:pt x="11369" y="18532"/>
                  </a:moveTo>
                  <a:cubicBezTo>
                    <a:pt x="11348" y="18532"/>
                    <a:pt x="11326" y="18535"/>
                    <a:pt x="11305" y="18542"/>
                  </a:cubicBezTo>
                  <a:lnTo>
                    <a:pt x="10782" y="18714"/>
                  </a:lnTo>
                  <a:lnTo>
                    <a:pt x="9743" y="19060"/>
                  </a:lnTo>
                  <a:cubicBezTo>
                    <a:pt x="9533" y="19143"/>
                    <a:pt x="9583" y="19453"/>
                    <a:pt x="9807" y="19462"/>
                  </a:cubicBezTo>
                  <a:cubicBezTo>
                    <a:pt x="9832" y="19462"/>
                    <a:pt x="9854" y="19459"/>
                    <a:pt x="9879" y="19453"/>
                  </a:cubicBezTo>
                  <a:lnTo>
                    <a:pt x="10912" y="19102"/>
                  </a:lnTo>
                  <a:lnTo>
                    <a:pt x="11432" y="18930"/>
                  </a:lnTo>
                  <a:cubicBezTo>
                    <a:pt x="11538" y="18894"/>
                    <a:pt x="11598" y="18778"/>
                    <a:pt x="11562" y="18670"/>
                  </a:cubicBezTo>
                  <a:cubicBezTo>
                    <a:pt x="11534" y="18586"/>
                    <a:pt x="11454" y="18532"/>
                    <a:pt x="11369" y="18532"/>
                  </a:cubicBezTo>
                  <a:close/>
                  <a:moveTo>
                    <a:pt x="6751" y="20236"/>
                  </a:moveTo>
                  <a:cubicBezTo>
                    <a:pt x="6722" y="20236"/>
                    <a:pt x="6691" y="20242"/>
                    <a:pt x="6662" y="20256"/>
                  </a:cubicBezTo>
                  <a:cubicBezTo>
                    <a:pt x="6141" y="20494"/>
                    <a:pt x="5646" y="20752"/>
                    <a:pt x="5186" y="21009"/>
                  </a:cubicBezTo>
                  <a:cubicBezTo>
                    <a:pt x="5086" y="21067"/>
                    <a:pt x="5053" y="21192"/>
                    <a:pt x="5108" y="21289"/>
                  </a:cubicBezTo>
                  <a:cubicBezTo>
                    <a:pt x="5143" y="21353"/>
                    <a:pt x="5209" y="21394"/>
                    <a:pt x="5281" y="21394"/>
                  </a:cubicBezTo>
                  <a:cubicBezTo>
                    <a:pt x="5284" y="21394"/>
                    <a:pt x="5286" y="21394"/>
                    <a:pt x="5288" y="21394"/>
                  </a:cubicBezTo>
                  <a:cubicBezTo>
                    <a:pt x="5324" y="21394"/>
                    <a:pt x="5358" y="21386"/>
                    <a:pt x="5388" y="21369"/>
                  </a:cubicBezTo>
                  <a:cubicBezTo>
                    <a:pt x="5837" y="21114"/>
                    <a:pt x="6324" y="20865"/>
                    <a:pt x="6836" y="20630"/>
                  </a:cubicBezTo>
                  <a:cubicBezTo>
                    <a:pt x="6936" y="20580"/>
                    <a:pt x="6980" y="20458"/>
                    <a:pt x="6936" y="20356"/>
                  </a:cubicBezTo>
                  <a:cubicBezTo>
                    <a:pt x="6902" y="20280"/>
                    <a:pt x="6829" y="20236"/>
                    <a:pt x="6751" y="20236"/>
                  </a:cubicBezTo>
                  <a:close/>
                  <a:moveTo>
                    <a:pt x="2649" y="22927"/>
                  </a:moveTo>
                  <a:cubicBezTo>
                    <a:pt x="2598" y="22927"/>
                    <a:pt x="2547" y="22945"/>
                    <a:pt x="2506" y="22983"/>
                  </a:cubicBezTo>
                  <a:cubicBezTo>
                    <a:pt x="2104" y="23374"/>
                    <a:pt x="1736" y="23797"/>
                    <a:pt x="1409" y="24254"/>
                  </a:cubicBezTo>
                  <a:cubicBezTo>
                    <a:pt x="1343" y="24346"/>
                    <a:pt x="1365" y="24470"/>
                    <a:pt x="1456" y="24537"/>
                  </a:cubicBezTo>
                  <a:cubicBezTo>
                    <a:pt x="1492" y="24562"/>
                    <a:pt x="1534" y="24575"/>
                    <a:pt x="1578" y="24575"/>
                  </a:cubicBezTo>
                  <a:cubicBezTo>
                    <a:pt x="1645" y="24575"/>
                    <a:pt x="1706" y="24545"/>
                    <a:pt x="1744" y="24492"/>
                  </a:cubicBezTo>
                  <a:cubicBezTo>
                    <a:pt x="2057" y="24058"/>
                    <a:pt x="2406" y="23651"/>
                    <a:pt x="2788" y="23277"/>
                  </a:cubicBezTo>
                  <a:cubicBezTo>
                    <a:pt x="2871" y="23199"/>
                    <a:pt x="2874" y="23069"/>
                    <a:pt x="2796" y="22986"/>
                  </a:cubicBezTo>
                  <a:cubicBezTo>
                    <a:pt x="2756" y="22947"/>
                    <a:pt x="2703" y="22927"/>
                    <a:pt x="2649" y="22927"/>
                  </a:cubicBezTo>
                  <a:close/>
                  <a:moveTo>
                    <a:pt x="304" y="27162"/>
                  </a:moveTo>
                  <a:cubicBezTo>
                    <a:pt x="205" y="27162"/>
                    <a:pt x="117" y="27233"/>
                    <a:pt x="100" y="27333"/>
                  </a:cubicBezTo>
                  <a:cubicBezTo>
                    <a:pt x="33" y="27735"/>
                    <a:pt x="0" y="28139"/>
                    <a:pt x="0" y="28546"/>
                  </a:cubicBezTo>
                  <a:cubicBezTo>
                    <a:pt x="0" y="28701"/>
                    <a:pt x="3" y="28859"/>
                    <a:pt x="14" y="29017"/>
                  </a:cubicBezTo>
                  <a:cubicBezTo>
                    <a:pt x="22" y="29122"/>
                    <a:pt x="111" y="29208"/>
                    <a:pt x="219" y="29210"/>
                  </a:cubicBezTo>
                  <a:lnTo>
                    <a:pt x="233" y="29205"/>
                  </a:lnTo>
                  <a:cubicBezTo>
                    <a:pt x="346" y="29199"/>
                    <a:pt x="432" y="29105"/>
                    <a:pt x="426" y="28992"/>
                  </a:cubicBezTo>
                  <a:cubicBezTo>
                    <a:pt x="415" y="28842"/>
                    <a:pt x="410" y="28693"/>
                    <a:pt x="413" y="28546"/>
                  </a:cubicBezTo>
                  <a:cubicBezTo>
                    <a:pt x="413" y="28161"/>
                    <a:pt x="443" y="27779"/>
                    <a:pt x="507" y="27400"/>
                  </a:cubicBezTo>
                  <a:cubicBezTo>
                    <a:pt x="526" y="27286"/>
                    <a:pt x="449" y="27178"/>
                    <a:pt x="335" y="27164"/>
                  </a:cubicBezTo>
                  <a:cubicBezTo>
                    <a:pt x="325" y="27163"/>
                    <a:pt x="314" y="27162"/>
                    <a:pt x="304" y="27162"/>
                  </a:cubicBezTo>
                  <a:close/>
                  <a:moveTo>
                    <a:pt x="1122" y="31929"/>
                  </a:moveTo>
                  <a:cubicBezTo>
                    <a:pt x="1089" y="31929"/>
                    <a:pt x="1055" y="31937"/>
                    <a:pt x="1024" y="31954"/>
                  </a:cubicBezTo>
                  <a:cubicBezTo>
                    <a:pt x="925" y="32007"/>
                    <a:pt x="889" y="32131"/>
                    <a:pt x="941" y="32231"/>
                  </a:cubicBezTo>
                  <a:cubicBezTo>
                    <a:pt x="1210" y="32727"/>
                    <a:pt x="1537" y="33189"/>
                    <a:pt x="1910" y="33613"/>
                  </a:cubicBezTo>
                  <a:cubicBezTo>
                    <a:pt x="1949" y="33654"/>
                    <a:pt x="2005" y="33679"/>
                    <a:pt x="2063" y="33682"/>
                  </a:cubicBezTo>
                  <a:cubicBezTo>
                    <a:pt x="2113" y="33682"/>
                    <a:pt x="2162" y="33660"/>
                    <a:pt x="2198" y="33627"/>
                  </a:cubicBezTo>
                  <a:cubicBezTo>
                    <a:pt x="2284" y="33552"/>
                    <a:pt x="2290" y="33422"/>
                    <a:pt x="2215" y="33339"/>
                  </a:cubicBezTo>
                  <a:cubicBezTo>
                    <a:pt x="1861" y="32940"/>
                    <a:pt x="1556" y="32505"/>
                    <a:pt x="1301" y="32037"/>
                  </a:cubicBezTo>
                  <a:cubicBezTo>
                    <a:pt x="1265" y="31969"/>
                    <a:pt x="1195" y="31929"/>
                    <a:pt x="1122" y="31929"/>
                  </a:cubicBezTo>
                  <a:close/>
                  <a:moveTo>
                    <a:pt x="11080" y="34552"/>
                  </a:moveTo>
                  <a:cubicBezTo>
                    <a:pt x="11045" y="34552"/>
                    <a:pt x="11009" y="34562"/>
                    <a:pt x="10975" y="34582"/>
                  </a:cubicBezTo>
                  <a:cubicBezTo>
                    <a:pt x="10521" y="34856"/>
                    <a:pt x="10034" y="35077"/>
                    <a:pt x="9527" y="35238"/>
                  </a:cubicBezTo>
                  <a:cubicBezTo>
                    <a:pt x="9419" y="35269"/>
                    <a:pt x="9358" y="35385"/>
                    <a:pt x="9392" y="35496"/>
                  </a:cubicBezTo>
                  <a:cubicBezTo>
                    <a:pt x="9419" y="35579"/>
                    <a:pt x="9500" y="35637"/>
                    <a:pt x="9588" y="35637"/>
                  </a:cubicBezTo>
                  <a:cubicBezTo>
                    <a:pt x="9608" y="35637"/>
                    <a:pt x="9630" y="35634"/>
                    <a:pt x="9649" y="35628"/>
                  </a:cubicBezTo>
                  <a:cubicBezTo>
                    <a:pt x="10189" y="35460"/>
                    <a:pt x="10704" y="35224"/>
                    <a:pt x="11186" y="34931"/>
                  </a:cubicBezTo>
                  <a:cubicBezTo>
                    <a:pt x="11280" y="34870"/>
                    <a:pt x="11310" y="34748"/>
                    <a:pt x="11252" y="34651"/>
                  </a:cubicBezTo>
                  <a:cubicBezTo>
                    <a:pt x="11214" y="34587"/>
                    <a:pt x="11148" y="34552"/>
                    <a:pt x="11080" y="34552"/>
                  </a:cubicBezTo>
                  <a:close/>
                  <a:moveTo>
                    <a:pt x="4752" y="35094"/>
                  </a:moveTo>
                  <a:cubicBezTo>
                    <a:pt x="4669" y="35094"/>
                    <a:pt x="4593" y="35146"/>
                    <a:pt x="4563" y="35227"/>
                  </a:cubicBezTo>
                  <a:cubicBezTo>
                    <a:pt x="4521" y="35335"/>
                    <a:pt x="4577" y="35451"/>
                    <a:pt x="4682" y="35490"/>
                  </a:cubicBezTo>
                  <a:cubicBezTo>
                    <a:pt x="5211" y="35687"/>
                    <a:pt x="5756" y="35825"/>
                    <a:pt x="6313" y="35903"/>
                  </a:cubicBezTo>
                  <a:lnTo>
                    <a:pt x="6343" y="35903"/>
                  </a:lnTo>
                  <a:cubicBezTo>
                    <a:pt x="6446" y="35903"/>
                    <a:pt x="6532" y="35828"/>
                    <a:pt x="6545" y="35725"/>
                  </a:cubicBezTo>
                  <a:cubicBezTo>
                    <a:pt x="6562" y="35615"/>
                    <a:pt x="6484" y="35509"/>
                    <a:pt x="6371" y="35496"/>
                  </a:cubicBezTo>
                  <a:cubicBezTo>
                    <a:pt x="5842" y="35421"/>
                    <a:pt x="5324" y="35291"/>
                    <a:pt x="4826" y="35108"/>
                  </a:cubicBezTo>
                  <a:cubicBezTo>
                    <a:pt x="4802" y="35099"/>
                    <a:pt x="4777" y="35094"/>
                    <a:pt x="4752" y="350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561" name="Google Shape;4561;p69"/>
          <p:cNvSpPr/>
          <p:nvPr/>
        </p:nvSpPr>
        <p:spPr>
          <a:xfrm>
            <a:off x="8912362" y="1155453"/>
            <a:ext cx="3279652" cy="4554024"/>
          </a:xfrm>
          <a:custGeom>
            <a:avLst/>
            <a:gdLst/>
            <a:ahLst/>
            <a:cxnLst/>
            <a:rect l="l" t="t" r="r" b="b"/>
            <a:pathLst>
              <a:path w="92138" h="127940" extrusionOk="0">
                <a:moveTo>
                  <a:pt x="85073" y="0"/>
                </a:moveTo>
                <a:cubicBezTo>
                  <a:pt x="85013" y="0"/>
                  <a:pt x="84958" y="40"/>
                  <a:pt x="84958" y="108"/>
                </a:cubicBezTo>
                <a:cubicBezTo>
                  <a:pt x="84899" y="167"/>
                  <a:pt x="84919" y="266"/>
                  <a:pt x="84998" y="326"/>
                </a:cubicBezTo>
                <a:cubicBezTo>
                  <a:pt x="85573" y="603"/>
                  <a:pt x="86128" y="940"/>
                  <a:pt x="86644" y="1337"/>
                </a:cubicBezTo>
                <a:lnTo>
                  <a:pt x="86743" y="1337"/>
                </a:lnTo>
                <a:cubicBezTo>
                  <a:pt x="86783" y="1337"/>
                  <a:pt x="86842" y="1317"/>
                  <a:pt x="86882" y="1297"/>
                </a:cubicBezTo>
                <a:cubicBezTo>
                  <a:pt x="86922" y="1218"/>
                  <a:pt x="86902" y="1119"/>
                  <a:pt x="86842" y="1059"/>
                </a:cubicBezTo>
                <a:cubicBezTo>
                  <a:pt x="86307" y="663"/>
                  <a:pt x="85732" y="326"/>
                  <a:pt x="85157" y="28"/>
                </a:cubicBezTo>
                <a:cubicBezTo>
                  <a:pt x="85131" y="9"/>
                  <a:pt x="85102" y="0"/>
                  <a:pt x="85073" y="0"/>
                </a:cubicBezTo>
                <a:close/>
                <a:moveTo>
                  <a:pt x="88675" y="2762"/>
                </a:moveTo>
                <a:cubicBezTo>
                  <a:pt x="88636" y="2762"/>
                  <a:pt x="88595" y="2777"/>
                  <a:pt x="88568" y="2805"/>
                </a:cubicBezTo>
                <a:cubicBezTo>
                  <a:pt x="88488" y="2844"/>
                  <a:pt x="88488" y="2963"/>
                  <a:pt x="88548" y="3023"/>
                </a:cubicBezTo>
                <a:cubicBezTo>
                  <a:pt x="88984" y="3499"/>
                  <a:pt x="89381" y="4014"/>
                  <a:pt x="89738" y="4570"/>
                </a:cubicBezTo>
                <a:cubicBezTo>
                  <a:pt x="89777" y="4609"/>
                  <a:pt x="89817" y="4629"/>
                  <a:pt x="89877" y="4629"/>
                </a:cubicBezTo>
                <a:lnTo>
                  <a:pt x="89956" y="4609"/>
                </a:lnTo>
                <a:cubicBezTo>
                  <a:pt x="90035" y="4550"/>
                  <a:pt x="90055" y="4451"/>
                  <a:pt x="89996" y="4371"/>
                </a:cubicBezTo>
                <a:cubicBezTo>
                  <a:pt x="89658" y="3816"/>
                  <a:pt x="89242" y="3300"/>
                  <a:pt x="88786" y="2824"/>
                </a:cubicBezTo>
                <a:cubicBezTo>
                  <a:pt x="88765" y="2782"/>
                  <a:pt x="88721" y="2762"/>
                  <a:pt x="88675" y="2762"/>
                </a:cubicBezTo>
                <a:close/>
                <a:moveTo>
                  <a:pt x="91110" y="6597"/>
                </a:moveTo>
                <a:cubicBezTo>
                  <a:pt x="91089" y="6597"/>
                  <a:pt x="91068" y="6602"/>
                  <a:pt x="91047" y="6612"/>
                </a:cubicBezTo>
                <a:cubicBezTo>
                  <a:pt x="90967" y="6632"/>
                  <a:pt x="90908" y="6731"/>
                  <a:pt x="90947" y="6810"/>
                </a:cubicBezTo>
                <a:cubicBezTo>
                  <a:pt x="91185" y="7425"/>
                  <a:pt x="91384" y="8040"/>
                  <a:pt x="91523" y="8675"/>
                </a:cubicBezTo>
                <a:cubicBezTo>
                  <a:pt x="91542" y="8754"/>
                  <a:pt x="91622" y="8794"/>
                  <a:pt x="91701" y="8794"/>
                </a:cubicBezTo>
                <a:lnTo>
                  <a:pt x="91721" y="8794"/>
                </a:lnTo>
                <a:cubicBezTo>
                  <a:pt x="91800" y="8774"/>
                  <a:pt x="91860" y="8694"/>
                  <a:pt x="91840" y="8595"/>
                </a:cubicBezTo>
                <a:cubicBezTo>
                  <a:pt x="91681" y="7941"/>
                  <a:pt x="91483" y="7306"/>
                  <a:pt x="91245" y="6692"/>
                </a:cubicBezTo>
                <a:cubicBezTo>
                  <a:pt x="91216" y="6633"/>
                  <a:pt x="91166" y="6597"/>
                  <a:pt x="91110" y="6597"/>
                </a:cubicBezTo>
                <a:close/>
                <a:moveTo>
                  <a:pt x="91959" y="11054"/>
                </a:moveTo>
                <a:cubicBezTo>
                  <a:pt x="91879" y="11054"/>
                  <a:pt x="91800" y="11114"/>
                  <a:pt x="91780" y="11213"/>
                </a:cubicBezTo>
                <a:cubicBezTo>
                  <a:pt x="91800" y="11848"/>
                  <a:pt x="91741" y="12502"/>
                  <a:pt x="91622" y="13137"/>
                </a:cubicBezTo>
                <a:cubicBezTo>
                  <a:pt x="91622" y="13236"/>
                  <a:pt x="91681" y="13315"/>
                  <a:pt x="91760" y="13335"/>
                </a:cubicBezTo>
                <a:lnTo>
                  <a:pt x="91800" y="13335"/>
                </a:lnTo>
                <a:cubicBezTo>
                  <a:pt x="91879" y="13335"/>
                  <a:pt x="91939" y="13275"/>
                  <a:pt x="91939" y="13196"/>
                </a:cubicBezTo>
                <a:cubicBezTo>
                  <a:pt x="92058" y="12542"/>
                  <a:pt x="92117" y="11887"/>
                  <a:pt x="92137" y="11233"/>
                </a:cubicBezTo>
                <a:cubicBezTo>
                  <a:pt x="92137" y="11134"/>
                  <a:pt x="92058" y="11054"/>
                  <a:pt x="91959" y="11054"/>
                </a:cubicBezTo>
                <a:close/>
                <a:moveTo>
                  <a:pt x="91092" y="15504"/>
                </a:moveTo>
                <a:cubicBezTo>
                  <a:pt x="91027" y="15504"/>
                  <a:pt x="90963" y="15554"/>
                  <a:pt x="90947" y="15616"/>
                </a:cubicBezTo>
                <a:cubicBezTo>
                  <a:pt x="90709" y="16211"/>
                  <a:pt x="90432" y="16786"/>
                  <a:pt x="90134" y="17381"/>
                </a:cubicBezTo>
                <a:cubicBezTo>
                  <a:pt x="90095" y="17460"/>
                  <a:pt x="90114" y="17539"/>
                  <a:pt x="90174" y="17599"/>
                </a:cubicBezTo>
                <a:lnTo>
                  <a:pt x="90253" y="17599"/>
                </a:lnTo>
                <a:cubicBezTo>
                  <a:pt x="90313" y="17599"/>
                  <a:pt x="90372" y="17579"/>
                  <a:pt x="90412" y="17519"/>
                </a:cubicBezTo>
                <a:cubicBezTo>
                  <a:pt x="90729" y="16944"/>
                  <a:pt x="91007" y="16349"/>
                  <a:pt x="91245" y="15735"/>
                </a:cubicBezTo>
                <a:cubicBezTo>
                  <a:pt x="91265" y="15635"/>
                  <a:pt x="91245" y="15536"/>
                  <a:pt x="91146" y="15516"/>
                </a:cubicBezTo>
                <a:cubicBezTo>
                  <a:pt x="91128" y="15508"/>
                  <a:pt x="91110" y="15504"/>
                  <a:pt x="91092" y="15504"/>
                </a:cubicBezTo>
                <a:close/>
                <a:moveTo>
                  <a:pt x="88856" y="19462"/>
                </a:moveTo>
                <a:cubicBezTo>
                  <a:pt x="88802" y="19462"/>
                  <a:pt x="88752" y="19484"/>
                  <a:pt x="88726" y="19522"/>
                </a:cubicBezTo>
                <a:cubicBezTo>
                  <a:pt x="88330" y="20018"/>
                  <a:pt x="87893" y="20514"/>
                  <a:pt x="87457" y="20990"/>
                </a:cubicBezTo>
                <a:cubicBezTo>
                  <a:pt x="87378" y="21049"/>
                  <a:pt x="87378" y="21168"/>
                  <a:pt x="87457" y="21208"/>
                </a:cubicBezTo>
                <a:lnTo>
                  <a:pt x="87576" y="21267"/>
                </a:lnTo>
                <a:lnTo>
                  <a:pt x="87675" y="21208"/>
                </a:lnTo>
                <a:cubicBezTo>
                  <a:pt x="88131" y="20752"/>
                  <a:pt x="88568" y="20256"/>
                  <a:pt x="88964" y="19721"/>
                </a:cubicBezTo>
                <a:cubicBezTo>
                  <a:pt x="89024" y="19661"/>
                  <a:pt x="89004" y="19542"/>
                  <a:pt x="88944" y="19483"/>
                </a:cubicBezTo>
                <a:cubicBezTo>
                  <a:pt x="88916" y="19469"/>
                  <a:pt x="88886" y="19462"/>
                  <a:pt x="88856" y="19462"/>
                </a:cubicBezTo>
                <a:close/>
                <a:moveTo>
                  <a:pt x="85625" y="22735"/>
                </a:moveTo>
                <a:cubicBezTo>
                  <a:pt x="85601" y="22735"/>
                  <a:pt x="85577" y="22741"/>
                  <a:pt x="85553" y="22755"/>
                </a:cubicBezTo>
                <a:cubicBezTo>
                  <a:pt x="85057" y="23151"/>
                  <a:pt x="84522" y="23548"/>
                  <a:pt x="83987" y="23925"/>
                </a:cubicBezTo>
                <a:cubicBezTo>
                  <a:pt x="83907" y="23965"/>
                  <a:pt x="83887" y="24084"/>
                  <a:pt x="83967" y="24143"/>
                </a:cubicBezTo>
                <a:cubicBezTo>
                  <a:pt x="83987" y="24183"/>
                  <a:pt x="84026" y="24222"/>
                  <a:pt x="84086" y="24222"/>
                </a:cubicBezTo>
                <a:lnTo>
                  <a:pt x="84185" y="24183"/>
                </a:lnTo>
                <a:cubicBezTo>
                  <a:pt x="84720" y="23826"/>
                  <a:pt x="85256" y="23429"/>
                  <a:pt x="85771" y="22993"/>
                </a:cubicBezTo>
                <a:cubicBezTo>
                  <a:pt x="85837" y="22878"/>
                  <a:pt x="85739" y="22735"/>
                  <a:pt x="85625" y="22735"/>
                </a:cubicBezTo>
                <a:close/>
                <a:moveTo>
                  <a:pt x="81855" y="25254"/>
                </a:moveTo>
                <a:cubicBezTo>
                  <a:pt x="81829" y="25254"/>
                  <a:pt x="81805" y="25260"/>
                  <a:pt x="81785" y="25273"/>
                </a:cubicBezTo>
                <a:lnTo>
                  <a:pt x="81706" y="25273"/>
                </a:lnTo>
                <a:lnTo>
                  <a:pt x="80020" y="26106"/>
                </a:lnTo>
                <a:cubicBezTo>
                  <a:pt x="79834" y="26144"/>
                  <a:pt x="79893" y="26407"/>
                  <a:pt x="80064" y="26407"/>
                </a:cubicBezTo>
                <a:cubicBezTo>
                  <a:pt x="80075" y="26407"/>
                  <a:pt x="80087" y="26406"/>
                  <a:pt x="80100" y="26404"/>
                </a:cubicBezTo>
                <a:lnTo>
                  <a:pt x="80159" y="26424"/>
                </a:lnTo>
                <a:lnTo>
                  <a:pt x="81845" y="25611"/>
                </a:lnTo>
                <a:lnTo>
                  <a:pt x="81924" y="25551"/>
                </a:lnTo>
                <a:cubicBezTo>
                  <a:pt x="82023" y="25531"/>
                  <a:pt x="82043" y="25412"/>
                  <a:pt x="82003" y="25333"/>
                </a:cubicBezTo>
                <a:cubicBezTo>
                  <a:pt x="81964" y="25280"/>
                  <a:pt x="81907" y="25254"/>
                  <a:pt x="81855" y="25254"/>
                </a:cubicBezTo>
                <a:close/>
                <a:moveTo>
                  <a:pt x="77650" y="27033"/>
                </a:moveTo>
                <a:cubicBezTo>
                  <a:pt x="77634" y="27033"/>
                  <a:pt x="77618" y="27035"/>
                  <a:pt x="77601" y="27038"/>
                </a:cubicBezTo>
                <a:cubicBezTo>
                  <a:pt x="77026" y="27257"/>
                  <a:pt x="76391" y="27455"/>
                  <a:pt x="75757" y="27653"/>
                </a:cubicBezTo>
                <a:cubicBezTo>
                  <a:pt x="75677" y="27693"/>
                  <a:pt x="75638" y="27772"/>
                  <a:pt x="75657" y="27851"/>
                </a:cubicBezTo>
                <a:cubicBezTo>
                  <a:pt x="75657" y="27931"/>
                  <a:pt x="75737" y="27990"/>
                  <a:pt x="75796" y="27990"/>
                </a:cubicBezTo>
                <a:lnTo>
                  <a:pt x="75856" y="27970"/>
                </a:lnTo>
                <a:lnTo>
                  <a:pt x="77720" y="27376"/>
                </a:lnTo>
                <a:cubicBezTo>
                  <a:pt x="77819" y="27316"/>
                  <a:pt x="77859" y="27237"/>
                  <a:pt x="77819" y="27138"/>
                </a:cubicBezTo>
                <a:cubicBezTo>
                  <a:pt x="77786" y="27072"/>
                  <a:pt x="77726" y="27033"/>
                  <a:pt x="77650" y="27033"/>
                </a:cubicBezTo>
                <a:close/>
                <a:moveTo>
                  <a:pt x="73289" y="28343"/>
                </a:moveTo>
                <a:cubicBezTo>
                  <a:pt x="73279" y="28343"/>
                  <a:pt x="73268" y="28345"/>
                  <a:pt x="73258" y="28347"/>
                </a:cubicBezTo>
                <a:lnTo>
                  <a:pt x="71374" y="28823"/>
                </a:lnTo>
                <a:cubicBezTo>
                  <a:pt x="71275" y="28843"/>
                  <a:pt x="71215" y="28942"/>
                  <a:pt x="71235" y="29022"/>
                </a:cubicBezTo>
                <a:cubicBezTo>
                  <a:pt x="71252" y="29090"/>
                  <a:pt x="71299" y="29144"/>
                  <a:pt x="71363" y="29144"/>
                </a:cubicBezTo>
                <a:cubicBezTo>
                  <a:pt x="71373" y="29144"/>
                  <a:pt x="71383" y="29143"/>
                  <a:pt x="71394" y="29141"/>
                </a:cubicBezTo>
                <a:lnTo>
                  <a:pt x="71433" y="29141"/>
                </a:lnTo>
                <a:lnTo>
                  <a:pt x="73317" y="28684"/>
                </a:lnTo>
                <a:cubicBezTo>
                  <a:pt x="73416" y="28665"/>
                  <a:pt x="73456" y="28565"/>
                  <a:pt x="73456" y="28486"/>
                </a:cubicBezTo>
                <a:cubicBezTo>
                  <a:pt x="73439" y="28400"/>
                  <a:pt x="73361" y="28343"/>
                  <a:pt x="73289" y="28343"/>
                </a:cubicBezTo>
                <a:close/>
                <a:moveTo>
                  <a:pt x="68816" y="29398"/>
                </a:moveTo>
                <a:lnTo>
                  <a:pt x="66912" y="29815"/>
                </a:lnTo>
                <a:cubicBezTo>
                  <a:pt x="66813" y="29835"/>
                  <a:pt x="66753" y="29934"/>
                  <a:pt x="66773" y="30013"/>
                </a:cubicBezTo>
                <a:cubicBezTo>
                  <a:pt x="66790" y="30082"/>
                  <a:pt x="66837" y="30136"/>
                  <a:pt x="66901" y="30136"/>
                </a:cubicBezTo>
                <a:cubicBezTo>
                  <a:pt x="66911" y="30136"/>
                  <a:pt x="66921" y="30135"/>
                  <a:pt x="66932" y="30132"/>
                </a:cubicBezTo>
                <a:lnTo>
                  <a:pt x="66971" y="30132"/>
                </a:lnTo>
                <a:lnTo>
                  <a:pt x="68895" y="29716"/>
                </a:lnTo>
                <a:cubicBezTo>
                  <a:pt x="68974" y="29716"/>
                  <a:pt x="69034" y="29616"/>
                  <a:pt x="69014" y="29517"/>
                </a:cubicBezTo>
                <a:cubicBezTo>
                  <a:pt x="68974" y="29438"/>
                  <a:pt x="68895" y="29398"/>
                  <a:pt x="68816" y="29398"/>
                </a:cubicBezTo>
                <a:close/>
                <a:moveTo>
                  <a:pt x="64396" y="30405"/>
                </a:moveTo>
                <a:cubicBezTo>
                  <a:pt x="64381" y="30405"/>
                  <a:pt x="64367" y="30406"/>
                  <a:pt x="64354" y="30410"/>
                </a:cubicBezTo>
                <a:lnTo>
                  <a:pt x="64135" y="30469"/>
                </a:lnTo>
                <a:lnTo>
                  <a:pt x="62470" y="30886"/>
                </a:lnTo>
                <a:cubicBezTo>
                  <a:pt x="62370" y="30886"/>
                  <a:pt x="62311" y="30985"/>
                  <a:pt x="62351" y="31084"/>
                </a:cubicBezTo>
                <a:cubicBezTo>
                  <a:pt x="62351" y="31163"/>
                  <a:pt x="62410" y="31203"/>
                  <a:pt x="62489" y="31203"/>
                </a:cubicBezTo>
                <a:lnTo>
                  <a:pt x="62549" y="31183"/>
                </a:lnTo>
                <a:lnTo>
                  <a:pt x="64195" y="30787"/>
                </a:lnTo>
                <a:lnTo>
                  <a:pt x="64433" y="30707"/>
                </a:lnTo>
                <a:cubicBezTo>
                  <a:pt x="64512" y="30707"/>
                  <a:pt x="64572" y="30608"/>
                  <a:pt x="64552" y="30509"/>
                </a:cubicBezTo>
                <a:cubicBezTo>
                  <a:pt x="64535" y="30443"/>
                  <a:pt x="64465" y="30405"/>
                  <a:pt x="64396" y="30405"/>
                </a:cubicBezTo>
                <a:close/>
                <a:moveTo>
                  <a:pt x="59994" y="31567"/>
                </a:moveTo>
                <a:cubicBezTo>
                  <a:pt x="59974" y="31567"/>
                  <a:pt x="59952" y="31571"/>
                  <a:pt x="59931" y="31580"/>
                </a:cubicBezTo>
                <a:lnTo>
                  <a:pt x="58087" y="32195"/>
                </a:lnTo>
                <a:cubicBezTo>
                  <a:pt x="57988" y="32234"/>
                  <a:pt x="57948" y="32333"/>
                  <a:pt x="57988" y="32413"/>
                </a:cubicBezTo>
                <a:cubicBezTo>
                  <a:pt x="57988" y="32478"/>
                  <a:pt x="58042" y="32517"/>
                  <a:pt x="58095" y="32517"/>
                </a:cubicBezTo>
                <a:cubicBezTo>
                  <a:pt x="58106" y="32517"/>
                  <a:pt x="58116" y="32515"/>
                  <a:pt x="58127" y="32512"/>
                </a:cubicBezTo>
                <a:lnTo>
                  <a:pt x="58186" y="32512"/>
                </a:lnTo>
                <a:lnTo>
                  <a:pt x="60030" y="31897"/>
                </a:lnTo>
                <a:cubicBezTo>
                  <a:pt x="60110" y="31877"/>
                  <a:pt x="60149" y="31778"/>
                  <a:pt x="60129" y="31699"/>
                </a:cubicBezTo>
                <a:cubicBezTo>
                  <a:pt x="60129" y="31621"/>
                  <a:pt x="60068" y="31567"/>
                  <a:pt x="59994" y="31567"/>
                </a:cubicBezTo>
                <a:close/>
                <a:moveTo>
                  <a:pt x="55702" y="33154"/>
                </a:moveTo>
                <a:cubicBezTo>
                  <a:pt x="55683" y="33154"/>
                  <a:pt x="55665" y="33158"/>
                  <a:pt x="55648" y="33166"/>
                </a:cubicBezTo>
                <a:cubicBezTo>
                  <a:pt x="55033" y="33444"/>
                  <a:pt x="54438" y="33741"/>
                  <a:pt x="53863" y="34039"/>
                </a:cubicBezTo>
                <a:cubicBezTo>
                  <a:pt x="53783" y="34059"/>
                  <a:pt x="53744" y="34158"/>
                  <a:pt x="53783" y="34237"/>
                </a:cubicBezTo>
                <a:cubicBezTo>
                  <a:pt x="53803" y="34297"/>
                  <a:pt x="53863" y="34336"/>
                  <a:pt x="53942" y="34336"/>
                </a:cubicBezTo>
                <a:lnTo>
                  <a:pt x="54021" y="34316"/>
                </a:lnTo>
                <a:lnTo>
                  <a:pt x="55767" y="33464"/>
                </a:lnTo>
                <a:cubicBezTo>
                  <a:pt x="55846" y="33424"/>
                  <a:pt x="55886" y="33345"/>
                  <a:pt x="55846" y="33265"/>
                </a:cubicBezTo>
                <a:cubicBezTo>
                  <a:pt x="55830" y="33203"/>
                  <a:pt x="55767" y="33154"/>
                  <a:pt x="55702" y="33154"/>
                </a:cubicBezTo>
                <a:close/>
                <a:moveTo>
                  <a:pt x="51683" y="35303"/>
                </a:moveTo>
                <a:cubicBezTo>
                  <a:pt x="51654" y="35303"/>
                  <a:pt x="51626" y="35316"/>
                  <a:pt x="51602" y="35348"/>
                </a:cubicBezTo>
                <a:cubicBezTo>
                  <a:pt x="51047" y="35705"/>
                  <a:pt x="50511" y="36081"/>
                  <a:pt x="49996" y="36518"/>
                </a:cubicBezTo>
                <a:cubicBezTo>
                  <a:pt x="49916" y="36557"/>
                  <a:pt x="49916" y="36676"/>
                  <a:pt x="49976" y="36736"/>
                </a:cubicBezTo>
                <a:lnTo>
                  <a:pt x="50095" y="36795"/>
                </a:lnTo>
                <a:lnTo>
                  <a:pt x="50194" y="36756"/>
                </a:lnTo>
                <a:cubicBezTo>
                  <a:pt x="50690" y="36359"/>
                  <a:pt x="51245" y="36002"/>
                  <a:pt x="51780" y="35625"/>
                </a:cubicBezTo>
                <a:cubicBezTo>
                  <a:pt x="51960" y="35593"/>
                  <a:pt x="51816" y="35303"/>
                  <a:pt x="51683" y="35303"/>
                </a:cubicBezTo>
                <a:close/>
                <a:moveTo>
                  <a:pt x="48182" y="38228"/>
                </a:moveTo>
                <a:cubicBezTo>
                  <a:pt x="48145" y="38228"/>
                  <a:pt x="48106" y="38244"/>
                  <a:pt x="48072" y="38283"/>
                </a:cubicBezTo>
                <a:lnTo>
                  <a:pt x="47775" y="38580"/>
                </a:lnTo>
                <a:cubicBezTo>
                  <a:pt x="47418" y="38937"/>
                  <a:pt x="47100" y="39334"/>
                  <a:pt x="46783" y="39770"/>
                </a:cubicBezTo>
                <a:cubicBezTo>
                  <a:pt x="46704" y="39830"/>
                  <a:pt x="46723" y="39929"/>
                  <a:pt x="46803" y="39988"/>
                </a:cubicBezTo>
                <a:lnTo>
                  <a:pt x="46902" y="40028"/>
                </a:lnTo>
                <a:cubicBezTo>
                  <a:pt x="46942" y="40028"/>
                  <a:pt x="47001" y="40008"/>
                  <a:pt x="47021" y="39968"/>
                </a:cubicBezTo>
                <a:cubicBezTo>
                  <a:pt x="47338" y="39572"/>
                  <a:pt x="47675" y="39175"/>
                  <a:pt x="48013" y="38798"/>
                </a:cubicBezTo>
                <a:lnTo>
                  <a:pt x="48290" y="38501"/>
                </a:lnTo>
                <a:cubicBezTo>
                  <a:pt x="48395" y="38381"/>
                  <a:pt x="48296" y="38228"/>
                  <a:pt x="48182" y="38228"/>
                </a:cubicBezTo>
                <a:close/>
                <a:moveTo>
                  <a:pt x="45430" y="41892"/>
                </a:moveTo>
                <a:cubicBezTo>
                  <a:pt x="45373" y="41892"/>
                  <a:pt x="45315" y="41918"/>
                  <a:pt x="45276" y="41971"/>
                </a:cubicBezTo>
                <a:cubicBezTo>
                  <a:pt x="44958" y="42546"/>
                  <a:pt x="44661" y="43122"/>
                  <a:pt x="44383" y="43716"/>
                </a:cubicBezTo>
                <a:cubicBezTo>
                  <a:pt x="44364" y="43796"/>
                  <a:pt x="44383" y="43895"/>
                  <a:pt x="44463" y="43935"/>
                </a:cubicBezTo>
                <a:lnTo>
                  <a:pt x="44542" y="43935"/>
                </a:lnTo>
                <a:cubicBezTo>
                  <a:pt x="44602" y="43935"/>
                  <a:pt x="44661" y="43895"/>
                  <a:pt x="44701" y="43855"/>
                </a:cubicBezTo>
                <a:cubicBezTo>
                  <a:pt x="44958" y="43260"/>
                  <a:pt x="45256" y="42685"/>
                  <a:pt x="45593" y="42150"/>
                </a:cubicBezTo>
                <a:cubicBezTo>
                  <a:pt x="45633" y="42051"/>
                  <a:pt x="45613" y="41952"/>
                  <a:pt x="45514" y="41912"/>
                </a:cubicBezTo>
                <a:cubicBezTo>
                  <a:pt x="45487" y="41899"/>
                  <a:pt x="45459" y="41892"/>
                  <a:pt x="45430" y="41892"/>
                </a:cubicBezTo>
                <a:close/>
                <a:moveTo>
                  <a:pt x="43607" y="46032"/>
                </a:moveTo>
                <a:cubicBezTo>
                  <a:pt x="43538" y="46032"/>
                  <a:pt x="43464" y="46070"/>
                  <a:pt x="43431" y="46136"/>
                </a:cubicBezTo>
                <a:cubicBezTo>
                  <a:pt x="43233" y="46751"/>
                  <a:pt x="43055" y="47365"/>
                  <a:pt x="42876" y="48040"/>
                </a:cubicBezTo>
                <a:cubicBezTo>
                  <a:pt x="42876" y="48119"/>
                  <a:pt x="42936" y="48198"/>
                  <a:pt x="43015" y="48238"/>
                </a:cubicBezTo>
                <a:lnTo>
                  <a:pt x="43055" y="48238"/>
                </a:lnTo>
                <a:cubicBezTo>
                  <a:pt x="43134" y="48238"/>
                  <a:pt x="43194" y="48179"/>
                  <a:pt x="43213" y="48119"/>
                </a:cubicBezTo>
                <a:cubicBezTo>
                  <a:pt x="43372" y="47465"/>
                  <a:pt x="43550" y="46850"/>
                  <a:pt x="43749" y="46235"/>
                </a:cubicBezTo>
                <a:cubicBezTo>
                  <a:pt x="43769" y="46156"/>
                  <a:pt x="43729" y="46057"/>
                  <a:pt x="43650" y="46037"/>
                </a:cubicBezTo>
                <a:cubicBezTo>
                  <a:pt x="43636" y="46033"/>
                  <a:pt x="43622" y="46032"/>
                  <a:pt x="43607" y="46032"/>
                </a:cubicBezTo>
                <a:close/>
                <a:moveTo>
                  <a:pt x="42528" y="50475"/>
                </a:moveTo>
                <a:cubicBezTo>
                  <a:pt x="42460" y="50475"/>
                  <a:pt x="42398" y="50529"/>
                  <a:pt x="42380" y="50598"/>
                </a:cubicBezTo>
                <a:cubicBezTo>
                  <a:pt x="42281" y="51233"/>
                  <a:pt x="42182" y="51887"/>
                  <a:pt x="42142" y="52561"/>
                </a:cubicBezTo>
                <a:cubicBezTo>
                  <a:pt x="42123" y="52641"/>
                  <a:pt x="42202" y="52720"/>
                  <a:pt x="42281" y="52720"/>
                </a:cubicBezTo>
                <a:cubicBezTo>
                  <a:pt x="42380" y="52720"/>
                  <a:pt x="42460" y="52680"/>
                  <a:pt x="42460" y="52581"/>
                </a:cubicBezTo>
                <a:cubicBezTo>
                  <a:pt x="42539" y="51927"/>
                  <a:pt x="42618" y="51292"/>
                  <a:pt x="42718" y="50638"/>
                </a:cubicBezTo>
                <a:cubicBezTo>
                  <a:pt x="42718" y="50558"/>
                  <a:pt x="42638" y="50479"/>
                  <a:pt x="42559" y="50479"/>
                </a:cubicBezTo>
                <a:cubicBezTo>
                  <a:pt x="42548" y="50476"/>
                  <a:pt x="42538" y="50475"/>
                  <a:pt x="42528" y="50475"/>
                </a:cubicBezTo>
                <a:close/>
                <a:moveTo>
                  <a:pt x="42142" y="55000"/>
                </a:moveTo>
                <a:cubicBezTo>
                  <a:pt x="42063" y="55000"/>
                  <a:pt x="41964" y="55080"/>
                  <a:pt x="41964" y="55159"/>
                </a:cubicBezTo>
                <a:lnTo>
                  <a:pt x="41964" y="57142"/>
                </a:lnTo>
                <a:cubicBezTo>
                  <a:pt x="41964" y="57222"/>
                  <a:pt x="42023" y="57281"/>
                  <a:pt x="42123" y="57281"/>
                </a:cubicBezTo>
                <a:cubicBezTo>
                  <a:pt x="42202" y="57281"/>
                  <a:pt x="42281" y="57202"/>
                  <a:pt x="42281" y="57122"/>
                </a:cubicBezTo>
                <a:lnTo>
                  <a:pt x="42281" y="55179"/>
                </a:lnTo>
                <a:cubicBezTo>
                  <a:pt x="42301" y="55080"/>
                  <a:pt x="42222" y="55000"/>
                  <a:pt x="42142" y="55000"/>
                </a:cubicBezTo>
                <a:close/>
                <a:moveTo>
                  <a:pt x="42221" y="59619"/>
                </a:moveTo>
                <a:cubicBezTo>
                  <a:pt x="42152" y="59619"/>
                  <a:pt x="42084" y="59658"/>
                  <a:pt x="42063" y="59740"/>
                </a:cubicBezTo>
                <a:cubicBezTo>
                  <a:pt x="42123" y="60395"/>
                  <a:pt x="42162" y="61029"/>
                  <a:pt x="42242" y="61703"/>
                </a:cubicBezTo>
                <a:cubicBezTo>
                  <a:pt x="42242" y="61783"/>
                  <a:pt x="42321" y="61842"/>
                  <a:pt x="42420" y="61842"/>
                </a:cubicBezTo>
                <a:cubicBezTo>
                  <a:pt x="42519" y="61822"/>
                  <a:pt x="42579" y="61743"/>
                  <a:pt x="42559" y="61684"/>
                </a:cubicBezTo>
                <a:cubicBezTo>
                  <a:pt x="42519" y="61009"/>
                  <a:pt x="42440" y="60355"/>
                  <a:pt x="42380" y="59720"/>
                </a:cubicBezTo>
                <a:cubicBezTo>
                  <a:pt x="42352" y="59653"/>
                  <a:pt x="42286" y="59619"/>
                  <a:pt x="42221" y="59619"/>
                </a:cubicBezTo>
                <a:close/>
                <a:moveTo>
                  <a:pt x="42718" y="64103"/>
                </a:moveTo>
                <a:cubicBezTo>
                  <a:pt x="42618" y="64123"/>
                  <a:pt x="42559" y="64202"/>
                  <a:pt x="42559" y="64301"/>
                </a:cubicBezTo>
                <a:lnTo>
                  <a:pt x="42856" y="66245"/>
                </a:lnTo>
                <a:cubicBezTo>
                  <a:pt x="42876" y="66304"/>
                  <a:pt x="42956" y="66364"/>
                  <a:pt x="43035" y="66364"/>
                </a:cubicBezTo>
                <a:lnTo>
                  <a:pt x="43055" y="66364"/>
                </a:lnTo>
                <a:cubicBezTo>
                  <a:pt x="43134" y="66344"/>
                  <a:pt x="43194" y="66265"/>
                  <a:pt x="43174" y="66185"/>
                </a:cubicBezTo>
                <a:lnTo>
                  <a:pt x="42876" y="64262"/>
                </a:lnTo>
                <a:cubicBezTo>
                  <a:pt x="42876" y="64163"/>
                  <a:pt x="42797" y="64103"/>
                  <a:pt x="42718" y="64103"/>
                </a:cubicBezTo>
                <a:close/>
                <a:moveTo>
                  <a:pt x="43471" y="68650"/>
                </a:moveTo>
                <a:cubicBezTo>
                  <a:pt x="43389" y="68650"/>
                  <a:pt x="43312" y="68709"/>
                  <a:pt x="43312" y="68803"/>
                </a:cubicBezTo>
                <a:lnTo>
                  <a:pt x="43610" y="70548"/>
                </a:lnTo>
                <a:lnTo>
                  <a:pt x="43650" y="70727"/>
                </a:lnTo>
                <a:cubicBezTo>
                  <a:pt x="43650" y="70806"/>
                  <a:pt x="43709" y="70866"/>
                  <a:pt x="43808" y="70866"/>
                </a:cubicBezTo>
                <a:lnTo>
                  <a:pt x="43828" y="70866"/>
                </a:lnTo>
                <a:cubicBezTo>
                  <a:pt x="43907" y="70846"/>
                  <a:pt x="43967" y="70766"/>
                  <a:pt x="43967" y="70667"/>
                </a:cubicBezTo>
                <a:lnTo>
                  <a:pt x="43927" y="70489"/>
                </a:lnTo>
                <a:lnTo>
                  <a:pt x="43630" y="68744"/>
                </a:lnTo>
                <a:cubicBezTo>
                  <a:pt x="43589" y="68679"/>
                  <a:pt x="43529" y="68650"/>
                  <a:pt x="43471" y="68650"/>
                </a:cubicBezTo>
                <a:close/>
                <a:moveTo>
                  <a:pt x="44225" y="73106"/>
                </a:moveTo>
                <a:cubicBezTo>
                  <a:pt x="44126" y="73126"/>
                  <a:pt x="44086" y="73206"/>
                  <a:pt x="44106" y="73305"/>
                </a:cubicBezTo>
                <a:cubicBezTo>
                  <a:pt x="44205" y="73939"/>
                  <a:pt x="44324" y="74594"/>
                  <a:pt x="44423" y="75228"/>
                </a:cubicBezTo>
                <a:cubicBezTo>
                  <a:pt x="44423" y="75308"/>
                  <a:pt x="44502" y="75367"/>
                  <a:pt x="44562" y="75367"/>
                </a:cubicBezTo>
                <a:lnTo>
                  <a:pt x="44602" y="75367"/>
                </a:lnTo>
                <a:cubicBezTo>
                  <a:pt x="44681" y="75347"/>
                  <a:pt x="44740" y="75268"/>
                  <a:pt x="44740" y="75189"/>
                </a:cubicBezTo>
                <a:cubicBezTo>
                  <a:pt x="44641" y="74534"/>
                  <a:pt x="44522" y="73900"/>
                  <a:pt x="44423" y="73245"/>
                </a:cubicBezTo>
                <a:cubicBezTo>
                  <a:pt x="44403" y="73166"/>
                  <a:pt x="44304" y="73106"/>
                  <a:pt x="44225" y="73106"/>
                </a:cubicBezTo>
                <a:close/>
                <a:moveTo>
                  <a:pt x="44939" y="77608"/>
                </a:moveTo>
                <a:cubicBezTo>
                  <a:pt x="44840" y="77628"/>
                  <a:pt x="44780" y="77727"/>
                  <a:pt x="44780" y="77806"/>
                </a:cubicBezTo>
                <a:cubicBezTo>
                  <a:pt x="44879" y="78481"/>
                  <a:pt x="44958" y="79135"/>
                  <a:pt x="45038" y="79750"/>
                </a:cubicBezTo>
                <a:cubicBezTo>
                  <a:pt x="45038" y="79829"/>
                  <a:pt x="45097" y="79889"/>
                  <a:pt x="45177" y="79889"/>
                </a:cubicBezTo>
                <a:lnTo>
                  <a:pt x="45216" y="79889"/>
                </a:lnTo>
                <a:cubicBezTo>
                  <a:pt x="45296" y="79869"/>
                  <a:pt x="45355" y="79790"/>
                  <a:pt x="45355" y="79690"/>
                </a:cubicBezTo>
                <a:cubicBezTo>
                  <a:pt x="45276" y="79076"/>
                  <a:pt x="45216" y="78421"/>
                  <a:pt x="45117" y="77767"/>
                </a:cubicBezTo>
                <a:cubicBezTo>
                  <a:pt x="45117" y="77668"/>
                  <a:pt x="45038" y="77608"/>
                  <a:pt x="44939" y="77608"/>
                </a:cubicBezTo>
                <a:close/>
                <a:moveTo>
                  <a:pt x="45415" y="82150"/>
                </a:moveTo>
                <a:cubicBezTo>
                  <a:pt x="45335" y="82169"/>
                  <a:pt x="45276" y="82249"/>
                  <a:pt x="45256" y="82328"/>
                </a:cubicBezTo>
                <a:cubicBezTo>
                  <a:pt x="45315" y="83002"/>
                  <a:pt x="45335" y="83657"/>
                  <a:pt x="45355" y="84291"/>
                </a:cubicBezTo>
                <a:cubicBezTo>
                  <a:pt x="45355" y="84371"/>
                  <a:pt x="45434" y="84430"/>
                  <a:pt x="45514" y="84430"/>
                </a:cubicBezTo>
                <a:cubicBezTo>
                  <a:pt x="45593" y="84430"/>
                  <a:pt x="45672" y="84371"/>
                  <a:pt x="45672" y="84291"/>
                </a:cubicBezTo>
                <a:cubicBezTo>
                  <a:pt x="45653" y="83637"/>
                  <a:pt x="45633" y="82963"/>
                  <a:pt x="45573" y="82308"/>
                </a:cubicBezTo>
                <a:cubicBezTo>
                  <a:pt x="45573" y="82209"/>
                  <a:pt x="45494" y="82150"/>
                  <a:pt x="45415" y="82150"/>
                </a:cubicBezTo>
                <a:close/>
                <a:moveTo>
                  <a:pt x="45514" y="86711"/>
                </a:moveTo>
                <a:cubicBezTo>
                  <a:pt x="45415" y="86711"/>
                  <a:pt x="45335" y="86790"/>
                  <a:pt x="45335" y="86889"/>
                </a:cubicBezTo>
                <a:cubicBezTo>
                  <a:pt x="45315" y="87524"/>
                  <a:pt x="45256" y="88198"/>
                  <a:pt x="45196" y="88813"/>
                </a:cubicBezTo>
                <a:cubicBezTo>
                  <a:pt x="45196" y="88912"/>
                  <a:pt x="45236" y="88991"/>
                  <a:pt x="45335" y="88991"/>
                </a:cubicBezTo>
                <a:lnTo>
                  <a:pt x="45355" y="88991"/>
                </a:lnTo>
                <a:cubicBezTo>
                  <a:pt x="45434" y="88991"/>
                  <a:pt x="45514" y="88932"/>
                  <a:pt x="45514" y="88852"/>
                </a:cubicBezTo>
                <a:cubicBezTo>
                  <a:pt x="45573" y="88218"/>
                  <a:pt x="45633" y="87563"/>
                  <a:pt x="45653" y="86889"/>
                </a:cubicBezTo>
                <a:cubicBezTo>
                  <a:pt x="45653" y="86810"/>
                  <a:pt x="45593" y="86731"/>
                  <a:pt x="45514" y="86711"/>
                </a:cubicBezTo>
                <a:close/>
                <a:moveTo>
                  <a:pt x="45018" y="91252"/>
                </a:moveTo>
                <a:cubicBezTo>
                  <a:pt x="44919" y="91252"/>
                  <a:pt x="44859" y="91312"/>
                  <a:pt x="44840" y="91391"/>
                </a:cubicBezTo>
                <a:cubicBezTo>
                  <a:pt x="44721" y="92025"/>
                  <a:pt x="44602" y="92660"/>
                  <a:pt x="44423" y="93315"/>
                </a:cubicBezTo>
                <a:cubicBezTo>
                  <a:pt x="44403" y="93394"/>
                  <a:pt x="44463" y="93473"/>
                  <a:pt x="44542" y="93513"/>
                </a:cubicBezTo>
                <a:lnTo>
                  <a:pt x="44602" y="93513"/>
                </a:lnTo>
                <a:cubicBezTo>
                  <a:pt x="44661" y="93513"/>
                  <a:pt x="44721" y="93453"/>
                  <a:pt x="44740" y="93374"/>
                </a:cubicBezTo>
                <a:cubicBezTo>
                  <a:pt x="44879" y="92739"/>
                  <a:pt x="45038" y="92085"/>
                  <a:pt x="45157" y="91450"/>
                </a:cubicBezTo>
                <a:cubicBezTo>
                  <a:pt x="45157" y="91351"/>
                  <a:pt x="45097" y="91272"/>
                  <a:pt x="45018" y="91252"/>
                </a:cubicBezTo>
                <a:close/>
                <a:moveTo>
                  <a:pt x="43854" y="95679"/>
                </a:moveTo>
                <a:cubicBezTo>
                  <a:pt x="43788" y="95679"/>
                  <a:pt x="43733" y="95720"/>
                  <a:pt x="43689" y="95793"/>
                </a:cubicBezTo>
                <a:cubicBezTo>
                  <a:pt x="43511" y="96408"/>
                  <a:pt x="43273" y="97023"/>
                  <a:pt x="43055" y="97618"/>
                </a:cubicBezTo>
                <a:cubicBezTo>
                  <a:pt x="43015" y="97697"/>
                  <a:pt x="43055" y="97796"/>
                  <a:pt x="43134" y="97836"/>
                </a:cubicBezTo>
                <a:lnTo>
                  <a:pt x="43213" y="97836"/>
                </a:lnTo>
                <a:cubicBezTo>
                  <a:pt x="43273" y="97836"/>
                  <a:pt x="43332" y="97796"/>
                  <a:pt x="43352" y="97737"/>
                </a:cubicBezTo>
                <a:cubicBezTo>
                  <a:pt x="43590" y="97122"/>
                  <a:pt x="43828" y="96507"/>
                  <a:pt x="44026" y="95893"/>
                </a:cubicBezTo>
                <a:cubicBezTo>
                  <a:pt x="44046" y="95793"/>
                  <a:pt x="44007" y="95714"/>
                  <a:pt x="43927" y="95694"/>
                </a:cubicBezTo>
                <a:cubicBezTo>
                  <a:pt x="43902" y="95684"/>
                  <a:pt x="43877" y="95679"/>
                  <a:pt x="43854" y="95679"/>
                </a:cubicBezTo>
                <a:close/>
                <a:moveTo>
                  <a:pt x="42153" y="99929"/>
                </a:moveTo>
                <a:cubicBezTo>
                  <a:pt x="42092" y="99929"/>
                  <a:pt x="42030" y="99965"/>
                  <a:pt x="42004" y="100017"/>
                </a:cubicBezTo>
                <a:cubicBezTo>
                  <a:pt x="41746" y="100593"/>
                  <a:pt x="41448" y="101188"/>
                  <a:pt x="41111" y="101763"/>
                </a:cubicBezTo>
                <a:cubicBezTo>
                  <a:pt x="41091" y="101842"/>
                  <a:pt x="41111" y="101941"/>
                  <a:pt x="41191" y="101981"/>
                </a:cubicBezTo>
                <a:lnTo>
                  <a:pt x="41270" y="101981"/>
                </a:lnTo>
                <a:cubicBezTo>
                  <a:pt x="41329" y="101981"/>
                  <a:pt x="41389" y="101961"/>
                  <a:pt x="41409" y="101901"/>
                </a:cubicBezTo>
                <a:cubicBezTo>
                  <a:pt x="41706" y="101326"/>
                  <a:pt x="42043" y="100751"/>
                  <a:pt x="42301" y="100176"/>
                </a:cubicBezTo>
                <a:cubicBezTo>
                  <a:pt x="42341" y="100077"/>
                  <a:pt x="42301" y="99978"/>
                  <a:pt x="42242" y="99958"/>
                </a:cubicBezTo>
                <a:cubicBezTo>
                  <a:pt x="42215" y="99938"/>
                  <a:pt x="42184" y="99929"/>
                  <a:pt x="42153" y="99929"/>
                </a:cubicBezTo>
                <a:close/>
                <a:moveTo>
                  <a:pt x="39901" y="103899"/>
                </a:moveTo>
                <a:cubicBezTo>
                  <a:pt x="39853" y="103899"/>
                  <a:pt x="39813" y="103923"/>
                  <a:pt x="39802" y="103984"/>
                </a:cubicBezTo>
                <a:cubicBezTo>
                  <a:pt x="39465" y="104539"/>
                  <a:pt x="39088" y="105074"/>
                  <a:pt x="38712" y="105630"/>
                </a:cubicBezTo>
                <a:cubicBezTo>
                  <a:pt x="38672" y="105709"/>
                  <a:pt x="38692" y="105788"/>
                  <a:pt x="38771" y="105848"/>
                </a:cubicBezTo>
                <a:lnTo>
                  <a:pt x="38870" y="105848"/>
                </a:lnTo>
                <a:cubicBezTo>
                  <a:pt x="38910" y="105848"/>
                  <a:pt x="38969" y="105828"/>
                  <a:pt x="38989" y="105808"/>
                </a:cubicBezTo>
                <a:cubicBezTo>
                  <a:pt x="39366" y="105273"/>
                  <a:pt x="39743" y="104717"/>
                  <a:pt x="40080" y="104162"/>
                </a:cubicBezTo>
                <a:cubicBezTo>
                  <a:pt x="40209" y="104062"/>
                  <a:pt x="40027" y="103899"/>
                  <a:pt x="39901" y="103899"/>
                </a:cubicBezTo>
                <a:close/>
                <a:moveTo>
                  <a:pt x="37289" y="107605"/>
                </a:moveTo>
                <a:cubicBezTo>
                  <a:pt x="37242" y="107605"/>
                  <a:pt x="37198" y="107620"/>
                  <a:pt x="37165" y="107653"/>
                </a:cubicBezTo>
                <a:cubicBezTo>
                  <a:pt x="36768" y="108188"/>
                  <a:pt x="36332" y="108684"/>
                  <a:pt x="35915" y="109180"/>
                </a:cubicBezTo>
                <a:cubicBezTo>
                  <a:pt x="35856" y="109239"/>
                  <a:pt x="35876" y="109338"/>
                  <a:pt x="35935" y="109398"/>
                </a:cubicBezTo>
                <a:cubicBezTo>
                  <a:pt x="35955" y="109418"/>
                  <a:pt x="35995" y="109437"/>
                  <a:pt x="36034" y="109437"/>
                </a:cubicBezTo>
                <a:cubicBezTo>
                  <a:pt x="36094" y="109437"/>
                  <a:pt x="36134" y="109418"/>
                  <a:pt x="36173" y="109378"/>
                </a:cubicBezTo>
                <a:cubicBezTo>
                  <a:pt x="36590" y="108882"/>
                  <a:pt x="37026" y="108386"/>
                  <a:pt x="37423" y="107890"/>
                </a:cubicBezTo>
                <a:cubicBezTo>
                  <a:pt x="37482" y="107811"/>
                  <a:pt x="37462" y="107692"/>
                  <a:pt x="37403" y="107633"/>
                </a:cubicBezTo>
                <a:cubicBezTo>
                  <a:pt x="37367" y="107615"/>
                  <a:pt x="37327" y="107605"/>
                  <a:pt x="37289" y="107605"/>
                </a:cubicBezTo>
                <a:close/>
                <a:moveTo>
                  <a:pt x="34266" y="111031"/>
                </a:moveTo>
                <a:cubicBezTo>
                  <a:pt x="34228" y="111031"/>
                  <a:pt x="34188" y="111046"/>
                  <a:pt x="34150" y="111083"/>
                </a:cubicBezTo>
                <a:cubicBezTo>
                  <a:pt x="33714" y="111520"/>
                  <a:pt x="33238" y="111996"/>
                  <a:pt x="32742" y="112452"/>
                </a:cubicBezTo>
                <a:cubicBezTo>
                  <a:pt x="32683" y="112511"/>
                  <a:pt x="32683" y="112591"/>
                  <a:pt x="32742" y="112670"/>
                </a:cubicBezTo>
                <a:lnTo>
                  <a:pt x="32861" y="112709"/>
                </a:lnTo>
                <a:lnTo>
                  <a:pt x="32961" y="112670"/>
                </a:lnTo>
                <a:cubicBezTo>
                  <a:pt x="33456" y="112214"/>
                  <a:pt x="33932" y="111777"/>
                  <a:pt x="34388" y="111301"/>
                </a:cubicBezTo>
                <a:cubicBezTo>
                  <a:pt x="34495" y="111195"/>
                  <a:pt x="34392" y="111031"/>
                  <a:pt x="34266" y="111031"/>
                </a:cubicBezTo>
                <a:close/>
                <a:moveTo>
                  <a:pt x="30919" y="114115"/>
                </a:moveTo>
                <a:cubicBezTo>
                  <a:pt x="30883" y="114115"/>
                  <a:pt x="30846" y="114130"/>
                  <a:pt x="30819" y="114157"/>
                </a:cubicBezTo>
                <a:lnTo>
                  <a:pt x="29292" y="115367"/>
                </a:lnTo>
                <a:cubicBezTo>
                  <a:pt x="29232" y="115426"/>
                  <a:pt x="29193" y="115526"/>
                  <a:pt x="29252" y="115625"/>
                </a:cubicBezTo>
                <a:lnTo>
                  <a:pt x="29391" y="115664"/>
                </a:lnTo>
                <a:lnTo>
                  <a:pt x="29490" y="115645"/>
                </a:lnTo>
                <a:cubicBezTo>
                  <a:pt x="30025" y="115248"/>
                  <a:pt x="30521" y="114831"/>
                  <a:pt x="31017" y="114395"/>
                </a:cubicBezTo>
                <a:cubicBezTo>
                  <a:pt x="31077" y="114355"/>
                  <a:pt x="31096" y="114237"/>
                  <a:pt x="31037" y="114177"/>
                </a:cubicBezTo>
                <a:cubicBezTo>
                  <a:pt x="31005" y="114135"/>
                  <a:pt x="30962" y="114115"/>
                  <a:pt x="30919" y="114115"/>
                </a:cubicBezTo>
                <a:close/>
                <a:moveTo>
                  <a:pt x="27278" y="116860"/>
                </a:moveTo>
                <a:cubicBezTo>
                  <a:pt x="27247" y="116860"/>
                  <a:pt x="27216" y="116876"/>
                  <a:pt x="27190" y="116914"/>
                </a:cubicBezTo>
                <a:lnTo>
                  <a:pt x="25563" y="117965"/>
                </a:lnTo>
                <a:cubicBezTo>
                  <a:pt x="25484" y="118024"/>
                  <a:pt x="25464" y="118143"/>
                  <a:pt x="25504" y="118223"/>
                </a:cubicBezTo>
                <a:cubicBezTo>
                  <a:pt x="25544" y="118262"/>
                  <a:pt x="25603" y="118282"/>
                  <a:pt x="25663" y="118302"/>
                </a:cubicBezTo>
                <a:lnTo>
                  <a:pt x="25722" y="118262"/>
                </a:lnTo>
                <a:lnTo>
                  <a:pt x="27368" y="117172"/>
                </a:lnTo>
                <a:cubicBezTo>
                  <a:pt x="27545" y="117139"/>
                  <a:pt x="27409" y="116860"/>
                  <a:pt x="27278" y="116860"/>
                </a:cubicBezTo>
                <a:close/>
                <a:moveTo>
                  <a:pt x="23367" y="119328"/>
                </a:moveTo>
                <a:cubicBezTo>
                  <a:pt x="23353" y="119328"/>
                  <a:pt x="23338" y="119329"/>
                  <a:pt x="23322" y="119333"/>
                </a:cubicBezTo>
                <a:lnTo>
                  <a:pt x="21617" y="120245"/>
                </a:lnTo>
                <a:cubicBezTo>
                  <a:pt x="21538" y="120305"/>
                  <a:pt x="21518" y="120384"/>
                  <a:pt x="21538" y="120483"/>
                </a:cubicBezTo>
                <a:cubicBezTo>
                  <a:pt x="21557" y="120523"/>
                  <a:pt x="21617" y="120563"/>
                  <a:pt x="21696" y="120583"/>
                </a:cubicBezTo>
                <a:lnTo>
                  <a:pt x="21756" y="120543"/>
                </a:lnTo>
                <a:cubicBezTo>
                  <a:pt x="22351" y="120245"/>
                  <a:pt x="22926" y="119928"/>
                  <a:pt x="23501" y="119611"/>
                </a:cubicBezTo>
                <a:cubicBezTo>
                  <a:pt x="23573" y="119485"/>
                  <a:pt x="23499" y="119328"/>
                  <a:pt x="23367" y="119328"/>
                </a:cubicBezTo>
                <a:close/>
                <a:moveTo>
                  <a:pt x="19343" y="121409"/>
                </a:moveTo>
                <a:cubicBezTo>
                  <a:pt x="19321" y="121409"/>
                  <a:pt x="19299" y="121411"/>
                  <a:pt x="19277" y="121415"/>
                </a:cubicBezTo>
                <a:cubicBezTo>
                  <a:pt x="18722" y="121713"/>
                  <a:pt x="18127" y="121991"/>
                  <a:pt x="17532" y="122229"/>
                </a:cubicBezTo>
                <a:cubicBezTo>
                  <a:pt x="17452" y="122288"/>
                  <a:pt x="17413" y="122367"/>
                  <a:pt x="17433" y="122466"/>
                </a:cubicBezTo>
                <a:cubicBezTo>
                  <a:pt x="17472" y="122506"/>
                  <a:pt x="17532" y="122546"/>
                  <a:pt x="17591" y="122566"/>
                </a:cubicBezTo>
                <a:lnTo>
                  <a:pt x="17651" y="122526"/>
                </a:lnTo>
                <a:cubicBezTo>
                  <a:pt x="18246" y="122288"/>
                  <a:pt x="18841" y="122010"/>
                  <a:pt x="19436" y="121713"/>
                </a:cubicBezTo>
                <a:cubicBezTo>
                  <a:pt x="19515" y="121673"/>
                  <a:pt x="19535" y="121594"/>
                  <a:pt x="19515" y="121515"/>
                </a:cubicBezTo>
                <a:cubicBezTo>
                  <a:pt x="19484" y="121438"/>
                  <a:pt x="19418" y="121409"/>
                  <a:pt x="19343" y="121409"/>
                </a:cubicBezTo>
                <a:close/>
                <a:moveTo>
                  <a:pt x="15196" y="123240"/>
                </a:moveTo>
                <a:cubicBezTo>
                  <a:pt x="15167" y="123240"/>
                  <a:pt x="15139" y="123247"/>
                  <a:pt x="15112" y="123260"/>
                </a:cubicBezTo>
                <a:lnTo>
                  <a:pt x="13288" y="123954"/>
                </a:lnTo>
                <a:cubicBezTo>
                  <a:pt x="13208" y="123974"/>
                  <a:pt x="13169" y="124053"/>
                  <a:pt x="13189" y="124152"/>
                </a:cubicBezTo>
                <a:cubicBezTo>
                  <a:pt x="13208" y="124212"/>
                  <a:pt x="13288" y="124271"/>
                  <a:pt x="13367" y="124271"/>
                </a:cubicBezTo>
                <a:lnTo>
                  <a:pt x="13407" y="124251"/>
                </a:lnTo>
                <a:lnTo>
                  <a:pt x="15251" y="123557"/>
                </a:lnTo>
                <a:cubicBezTo>
                  <a:pt x="15330" y="123498"/>
                  <a:pt x="15370" y="123418"/>
                  <a:pt x="15350" y="123319"/>
                </a:cubicBezTo>
                <a:cubicBezTo>
                  <a:pt x="15311" y="123266"/>
                  <a:pt x="15253" y="123240"/>
                  <a:pt x="15196" y="123240"/>
                </a:cubicBezTo>
                <a:close/>
                <a:moveTo>
                  <a:pt x="10871" y="124782"/>
                </a:moveTo>
                <a:cubicBezTo>
                  <a:pt x="10857" y="124782"/>
                  <a:pt x="10842" y="124783"/>
                  <a:pt x="10829" y="124787"/>
                </a:cubicBezTo>
                <a:lnTo>
                  <a:pt x="8965" y="125382"/>
                </a:lnTo>
                <a:cubicBezTo>
                  <a:pt x="8885" y="125421"/>
                  <a:pt x="8846" y="125501"/>
                  <a:pt x="8865" y="125580"/>
                </a:cubicBezTo>
                <a:cubicBezTo>
                  <a:pt x="8885" y="125659"/>
                  <a:pt x="8945" y="125699"/>
                  <a:pt x="9024" y="125699"/>
                </a:cubicBezTo>
                <a:lnTo>
                  <a:pt x="9064" y="125699"/>
                </a:lnTo>
                <a:lnTo>
                  <a:pt x="10928" y="125104"/>
                </a:lnTo>
                <a:cubicBezTo>
                  <a:pt x="11027" y="125084"/>
                  <a:pt x="11087" y="124985"/>
                  <a:pt x="11047" y="124886"/>
                </a:cubicBezTo>
                <a:cubicBezTo>
                  <a:pt x="11014" y="124820"/>
                  <a:pt x="10940" y="124782"/>
                  <a:pt x="10871" y="124782"/>
                </a:cubicBezTo>
                <a:close/>
                <a:moveTo>
                  <a:pt x="6503" y="126092"/>
                </a:moveTo>
                <a:cubicBezTo>
                  <a:pt x="6491" y="126092"/>
                  <a:pt x="6479" y="126093"/>
                  <a:pt x="6466" y="126096"/>
                </a:cubicBezTo>
                <a:lnTo>
                  <a:pt x="4582" y="126591"/>
                </a:lnTo>
                <a:cubicBezTo>
                  <a:pt x="4503" y="126611"/>
                  <a:pt x="4443" y="126710"/>
                  <a:pt x="4463" y="126790"/>
                </a:cubicBezTo>
                <a:cubicBezTo>
                  <a:pt x="4483" y="126869"/>
                  <a:pt x="4562" y="126909"/>
                  <a:pt x="4641" y="126929"/>
                </a:cubicBezTo>
                <a:lnTo>
                  <a:pt x="4661" y="126929"/>
                </a:lnTo>
                <a:lnTo>
                  <a:pt x="6565" y="126433"/>
                </a:lnTo>
                <a:cubicBezTo>
                  <a:pt x="6644" y="126393"/>
                  <a:pt x="6684" y="126314"/>
                  <a:pt x="6664" y="126234"/>
                </a:cubicBezTo>
                <a:cubicBezTo>
                  <a:pt x="6647" y="126148"/>
                  <a:pt x="6584" y="126092"/>
                  <a:pt x="6503" y="126092"/>
                </a:cubicBezTo>
                <a:close/>
                <a:moveTo>
                  <a:pt x="2103" y="127221"/>
                </a:moveTo>
                <a:cubicBezTo>
                  <a:pt x="2090" y="127221"/>
                  <a:pt x="2076" y="127223"/>
                  <a:pt x="2063" y="127226"/>
                </a:cubicBezTo>
                <a:lnTo>
                  <a:pt x="140" y="127623"/>
                </a:lnTo>
                <a:cubicBezTo>
                  <a:pt x="60" y="127642"/>
                  <a:pt x="1" y="127722"/>
                  <a:pt x="21" y="127821"/>
                </a:cubicBezTo>
                <a:cubicBezTo>
                  <a:pt x="40" y="127880"/>
                  <a:pt x="100" y="127940"/>
                  <a:pt x="179" y="127940"/>
                </a:cubicBezTo>
                <a:lnTo>
                  <a:pt x="199" y="127940"/>
                </a:lnTo>
                <a:lnTo>
                  <a:pt x="2123" y="127523"/>
                </a:lnTo>
                <a:cubicBezTo>
                  <a:pt x="2202" y="127523"/>
                  <a:pt x="2262" y="127424"/>
                  <a:pt x="2262" y="127345"/>
                </a:cubicBezTo>
                <a:cubicBezTo>
                  <a:pt x="2229" y="127262"/>
                  <a:pt x="2168" y="127221"/>
                  <a:pt x="2103" y="12722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1" name="Google Shape;1908;p36"/>
          <p:cNvGrpSpPr/>
          <p:nvPr/>
        </p:nvGrpSpPr>
        <p:grpSpPr>
          <a:xfrm>
            <a:off x="222387" y="2267513"/>
            <a:ext cx="2761954" cy="4001808"/>
            <a:chOff x="713232" y="1274373"/>
            <a:chExt cx="2761954" cy="4001808"/>
          </a:xfrm>
        </p:grpSpPr>
        <p:sp>
          <p:nvSpPr>
            <p:cNvPr id="50" name="Google Shape;1909;p36"/>
            <p:cNvSpPr/>
            <p:nvPr/>
          </p:nvSpPr>
          <p:spPr>
            <a:xfrm>
              <a:off x="1128978" y="1282624"/>
              <a:ext cx="1817826" cy="2659779"/>
            </a:xfrm>
            <a:custGeom>
              <a:avLst/>
              <a:gdLst/>
              <a:ahLst/>
              <a:cxnLst/>
              <a:rect l="l" t="t" r="r" b="b"/>
              <a:pathLst>
                <a:path w="64992" h="95094" extrusionOk="0">
                  <a:moveTo>
                    <a:pt x="24797" y="0"/>
                  </a:moveTo>
                  <a:cubicBezTo>
                    <a:pt x="24005" y="0"/>
                    <a:pt x="23542" y="573"/>
                    <a:pt x="23847" y="1542"/>
                  </a:cubicBezTo>
                  <a:cubicBezTo>
                    <a:pt x="24400" y="3282"/>
                    <a:pt x="27508" y="4569"/>
                    <a:pt x="28428" y="7137"/>
                  </a:cubicBezTo>
                  <a:cubicBezTo>
                    <a:pt x="28342" y="7111"/>
                    <a:pt x="26935" y="6697"/>
                    <a:pt x="24817" y="6697"/>
                  </a:cubicBezTo>
                  <a:cubicBezTo>
                    <a:pt x="21522" y="6697"/>
                    <a:pt x="16505" y="7699"/>
                    <a:pt x="12064" y="12725"/>
                  </a:cubicBezTo>
                  <a:cubicBezTo>
                    <a:pt x="4768" y="20987"/>
                    <a:pt x="8536" y="35277"/>
                    <a:pt x="9129" y="41152"/>
                  </a:cubicBezTo>
                  <a:cubicBezTo>
                    <a:pt x="9723" y="47027"/>
                    <a:pt x="10577" y="50615"/>
                    <a:pt x="7629" y="55843"/>
                  </a:cubicBezTo>
                  <a:cubicBezTo>
                    <a:pt x="4675" y="61064"/>
                    <a:pt x="0" y="67026"/>
                    <a:pt x="2934" y="78302"/>
                  </a:cubicBezTo>
                  <a:cubicBezTo>
                    <a:pt x="2934" y="78302"/>
                    <a:pt x="2388" y="69927"/>
                    <a:pt x="7429" y="65085"/>
                  </a:cubicBezTo>
                  <a:lnTo>
                    <a:pt x="7429" y="65085"/>
                  </a:lnTo>
                  <a:cubicBezTo>
                    <a:pt x="7429" y="65086"/>
                    <a:pt x="3762" y="71601"/>
                    <a:pt x="7429" y="81423"/>
                  </a:cubicBezTo>
                  <a:cubicBezTo>
                    <a:pt x="11097" y="91239"/>
                    <a:pt x="16892" y="95000"/>
                    <a:pt x="30682" y="95093"/>
                  </a:cubicBezTo>
                  <a:cubicBezTo>
                    <a:pt x="30746" y="95094"/>
                    <a:pt x="30810" y="95094"/>
                    <a:pt x="30874" y="95094"/>
                  </a:cubicBezTo>
                  <a:cubicBezTo>
                    <a:pt x="41889" y="95094"/>
                    <a:pt x="55401" y="88826"/>
                    <a:pt x="58723" y="75201"/>
                  </a:cubicBezTo>
                  <a:cubicBezTo>
                    <a:pt x="59556" y="71787"/>
                    <a:pt x="59750" y="67899"/>
                    <a:pt x="59103" y="63545"/>
                  </a:cubicBezTo>
                  <a:lnTo>
                    <a:pt x="59103" y="63545"/>
                  </a:lnTo>
                  <a:cubicBezTo>
                    <a:pt x="59103" y="63545"/>
                    <a:pt x="62184" y="64732"/>
                    <a:pt x="63471" y="68953"/>
                  </a:cubicBezTo>
                  <a:cubicBezTo>
                    <a:pt x="63471" y="68953"/>
                    <a:pt x="64991" y="63552"/>
                    <a:pt x="61710" y="56850"/>
                  </a:cubicBezTo>
                  <a:cubicBezTo>
                    <a:pt x="58423" y="50148"/>
                    <a:pt x="57936" y="43086"/>
                    <a:pt x="57356" y="31903"/>
                  </a:cubicBezTo>
                  <a:cubicBezTo>
                    <a:pt x="56869" y="22547"/>
                    <a:pt x="55602" y="9551"/>
                    <a:pt x="41351" y="7183"/>
                  </a:cubicBezTo>
                  <a:cubicBezTo>
                    <a:pt x="39881" y="6938"/>
                    <a:pt x="38271" y="6809"/>
                    <a:pt x="36509" y="6809"/>
                  </a:cubicBezTo>
                  <a:cubicBezTo>
                    <a:pt x="34915" y="6809"/>
                    <a:pt x="33195" y="6915"/>
                    <a:pt x="31342" y="7137"/>
                  </a:cubicBezTo>
                  <a:cubicBezTo>
                    <a:pt x="31342" y="7137"/>
                    <a:pt x="30969" y="5850"/>
                    <a:pt x="32176" y="4476"/>
                  </a:cubicBezTo>
                  <a:cubicBezTo>
                    <a:pt x="33383" y="3102"/>
                    <a:pt x="33443" y="2182"/>
                    <a:pt x="32176" y="2182"/>
                  </a:cubicBezTo>
                  <a:cubicBezTo>
                    <a:pt x="30909" y="2182"/>
                    <a:pt x="29442" y="3742"/>
                    <a:pt x="29982" y="7130"/>
                  </a:cubicBezTo>
                  <a:cubicBezTo>
                    <a:pt x="29928" y="6877"/>
                    <a:pt x="28961" y="3009"/>
                    <a:pt x="27094" y="1175"/>
                  </a:cubicBezTo>
                  <a:cubicBezTo>
                    <a:pt x="26267" y="363"/>
                    <a:pt x="25428" y="0"/>
                    <a:pt x="24797" y="0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1910;p36"/>
            <p:cNvSpPr/>
            <p:nvPr/>
          </p:nvSpPr>
          <p:spPr>
            <a:xfrm>
              <a:off x="1128978" y="1274373"/>
              <a:ext cx="1825658" cy="2676226"/>
            </a:xfrm>
            <a:custGeom>
              <a:avLst/>
              <a:gdLst/>
              <a:ahLst/>
              <a:cxnLst/>
              <a:rect l="l" t="t" r="r" b="b"/>
              <a:pathLst>
                <a:path w="65272" h="95682" extrusionOk="0">
                  <a:moveTo>
                    <a:pt x="24802" y="583"/>
                  </a:moveTo>
                  <a:cubicBezTo>
                    <a:pt x="25345" y="583"/>
                    <a:pt x="26113" y="914"/>
                    <a:pt x="26881" y="1677"/>
                  </a:cubicBezTo>
                  <a:cubicBezTo>
                    <a:pt x="28675" y="3437"/>
                    <a:pt x="29688" y="7445"/>
                    <a:pt x="29708" y="7485"/>
                  </a:cubicBezTo>
                  <a:cubicBezTo>
                    <a:pt x="29737" y="7618"/>
                    <a:pt x="29852" y="7711"/>
                    <a:pt x="29982" y="7711"/>
                  </a:cubicBezTo>
                  <a:cubicBezTo>
                    <a:pt x="30002" y="7711"/>
                    <a:pt x="30022" y="7709"/>
                    <a:pt x="30042" y="7705"/>
                  </a:cubicBezTo>
                  <a:cubicBezTo>
                    <a:pt x="30195" y="7678"/>
                    <a:pt x="30302" y="7525"/>
                    <a:pt x="30275" y="7372"/>
                  </a:cubicBezTo>
                  <a:cubicBezTo>
                    <a:pt x="29902" y="5044"/>
                    <a:pt x="30589" y="3831"/>
                    <a:pt x="30942" y="3411"/>
                  </a:cubicBezTo>
                  <a:cubicBezTo>
                    <a:pt x="31289" y="2997"/>
                    <a:pt x="31842" y="2770"/>
                    <a:pt x="32176" y="2770"/>
                  </a:cubicBezTo>
                  <a:cubicBezTo>
                    <a:pt x="32509" y="2770"/>
                    <a:pt x="32702" y="2770"/>
                    <a:pt x="32789" y="2970"/>
                  </a:cubicBezTo>
                  <a:cubicBezTo>
                    <a:pt x="32883" y="3171"/>
                    <a:pt x="32716" y="3711"/>
                    <a:pt x="31956" y="4578"/>
                  </a:cubicBezTo>
                  <a:cubicBezTo>
                    <a:pt x="30655" y="6051"/>
                    <a:pt x="31049" y="7452"/>
                    <a:pt x="31069" y="7512"/>
                  </a:cubicBezTo>
                  <a:cubicBezTo>
                    <a:pt x="31105" y="7633"/>
                    <a:pt x="31213" y="7721"/>
                    <a:pt x="31338" y="7721"/>
                  </a:cubicBezTo>
                  <a:cubicBezTo>
                    <a:pt x="31350" y="7721"/>
                    <a:pt x="31363" y="7720"/>
                    <a:pt x="31375" y="7718"/>
                  </a:cubicBezTo>
                  <a:cubicBezTo>
                    <a:pt x="33166" y="7502"/>
                    <a:pt x="34872" y="7394"/>
                    <a:pt x="36484" y="7394"/>
                  </a:cubicBezTo>
                  <a:cubicBezTo>
                    <a:pt x="38203" y="7394"/>
                    <a:pt x="39814" y="7517"/>
                    <a:pt x="41305" y="7765"/>
                  </a:cubicBezTo>
                  <a:cubicBezTo>
                    <a:pt x="47540" y="8799"/>
                    <a:pt x="51774" y="11933"/>
                    <a:pt x="54248" y="17341"/>
                  </a:cubicBezTo>
                  <a:cubicBezTo>
                    <a:pt x="56375" y="21975"/>
                    <a:pt x="56816" y="27444"/>
                    <a:pt x="57062" y="32212"/>
                  </a:cubicBezTo>
                  <a:cubicBezTo>
                    <a:pt x="57662" y="43728"/>
                    <a:pt x="58156" y="50576"/>
                    <a:pt x="61450" y="57265"/>
                  </a:cubicBezTo>
                  <a:cubicBezTo>
                    <a:pt x="63817" y="62093"/>
                    <a:pt x="63631" y="66281"/>
                    <a:pt x="63377" y="68134"/>
                  </a:cubicBezTo>
                  <a:cubicBezTo>
                    <a:pt x="61930" y="64653"/>
                    <a:pt x="59323" y="63613"/>
                    <a:pt x="59210" y="63560"/>
                  </a:cubicBezTo>
                  <a:cubicBezTo>
                    <a:pt x="59178" y="63549"/>
                    <a:pt x="59144" y="63544"/>
                    <a:pt x="59111" y="63544"/>
                  </a:cubicBezTo>
                  <a:cubicBezTo>
                    <a:pt x="59041" y="63544"/>
                    <a:pt x="58971" y="63568"/>
                    <a:pt x="58916" y="63613"/>
                  </a:cubicBezTo>
                  <a:cubicBezTo>
                    <a:pt x="58836" y="63680"/>
                    <a:pt x="58803" y="63780"/>
                    <a:pt x="58816" y="63880"/>
                  </a:cubicBezTo>
                  <a:cubicBezTo>
                    <a:pt x="59423" y="68014"/>
                    <a:pt x="59296" y="71895"/>
                    <a:pt x="58443" y="75423"/>
                  </a:cubicBezTo>
                  <a:cubicBezTo>
                    <a:pt x="56922" y="81631"/>
                    <a:pt x="53121" y="86793"/>
                    <a:pt x="47440" y="90360"/>
                  </a:cubicBezTo>
                  <a:cubicBezTo>
                    <a:pt x="42625" y="93381"/>
                    <a:pt x="36604" y="95095"/>
                    <a:pt x="30875" y="95095"/>
                  </a:cubicBezTo>
                  <a:lnTo>
                    <a:pt x="30682" y="95095"/>
                  </a:lnTo>
                  <a:cubicBezTo>
                    <a:pt x="23767" y="95042"/>
                    <a:pt x="18845" y="94008"/>
                    <a:pt x="15411" y="91954"/>
                  </a:cubicBezTo>
                  <a:cubicBezTo>
                    <a:pt x="11977" y="89894"/>
                    <a:pt x="9603" y="86699"/>
                    <a:pt x="7702" y="81618"/>
                  </a:cubicBezTo>
                  <a:cubicBezTo>
                    <a:pt x="4128" y="72055"/>
                    <a:pt x="7642" y="65587"/>
                    <a:pt x="7682" y="65520"/>
                  </a:cubicBezTo>
                  <a:cubicBezTo>
                    <a:pt x="7749" y="65394"/>
                    <a:pt x="7722" y="65240"/>
                    <a:pt x="7609" y="65147"/>
                  </a:cubicBezTo>
                  <a:cubicBezTo>
                    <a:pt x="7556" y="65107"/>
                    <a:pt x="7496" y="65087"/>
                    <a:pt x="7429" y="65087"/>
                  </a:cubicBezTo>
                  <a:cubicBezTo>
                    <a:pt x="7349" y="65087"/>
                    <a:pt x="7282" y="65120"/>
                    <a:pt x="7229" y="65174"/>
                  </a:cubicBezTo>
                  <a:cubicBezTo>
                    <a:pt x="3808" y="68448"/>
                    <a:pt x="2908" y="73229"/>
                    <a:pt x="2681" y="76123"/>
                  </a:cubicBezTo>
                  <a:cubicBezTo>
                    <a:pt x="1174" y="67641"/>
                    <a:pt x="4195" y="62540"/>
                    <a:pt x="6882" y="57992"/>
                  </a:cubicBezTo>
                  <a:cubicBezTo>
                    <a:pt x="7236" y="57398"/>
                    <a:pt x="7569" y="56838"/>
                    <a:pt x="7882" y="56278"/>
                  </a:cubicBezTo>
                  <a:cubicBezTo>
                    <a:pt x="10537" y="51577"/>
                    <a:pt x="10163" y="48142"/>
                    <a:pt x="9636" y="43388"/>
                  </a:cubicBezTo>
                  <a:cubicBezTo>
                    <a:pt x="9563" y="42754"/>
                    <a:pt x="9483" y="42107"/>
                    <a:pt x="9416" y="41414"/>
                  </a:cubicBezTo>
                  <a:cubicBezTo>
                    <a:pt x="9330" y="40480"/>
                    <a:pt x="9149" y="39347"/>
                    <a:pt x="8949" y="38040"/>
                  </a:cubicBezTo>
                  <a:cubicBezTo>
                    <a:pt x="7936" y="31311"/>
                    <a:pt x="6229" y="20068"/>
                    <a:pt x="12277" y="13213"/>
                  </a:cubicBezTo>
                  <a:cubicBezTo>
                    <a:pt x="16636" y="8277"/>
                    <a:pt x="21655" y="7313"/>
                    <a:pt x="24910" y="7313"/>
                  </a:cubicBezTo>
                  <a:cubicBezTo>
                    <a:pt x="26884" y="7313"/>
                    <a:pt x="28210" y="7667"/>
                    <a:pt x="28348" y="7705"/>
                  </a:cubicBezTo>
                  <a:cubicBezTo>
                    <a:pt x="28375" y="7714"/>
                    <a:pt x="28403" y="7718"/>
                    <a:pt x="28431" y="7718"/>
                  </a:cubicBezTo>
                  <a:cubicBezTo>
                    <a:pt x="28510" y="7718"/>
                    <a:pt x="28587" y="7683"/>
                    <a:pt x="28641" y="7618"/>
                  </a:cubicBezTo>
                  <a:cubicBezTo>
                    <a:pt x="28708" y="7538"/>
                    <a:pt x="28735" y="7432"/>
                    <a:pt x="28701" y="7332"/>
                  </a:cubicBezTo>
                  <a:cubicBezTo>
                    <a:pt x="28175" y="5871"/>
                    <a:pt x="26988" y="4818"/>
                    <a:pt x="25954" y="3897"/>
                  </a:cubicBezTo>
                  <a:cubicBezTo>
                    <a:pt x="25134" y="3164"/>
                    <a:pt x="24347" y="2470"/>
                    <a:pt x="24120" y="1743"/>
                  </a:cubicBezTo>
                  <a:cubicBezTo>
                    <a:pt x="24033" y="1463"/>
                    <a:pt x="23847" y="1003"/>
                    <a:pt x="24320" y="703"/>
                  </a:cubicBezTo>
                  <a:cubicBezTo>
                    <a:pt x="24446" y="625"/>
                    <a:pt x="24610" y="583"/>
                    <a:pt x="24802" y="583"/>
                  </a:cubicBezTo>
                  <a:close/>
                  <a:moveTo>
                    <a:pt x="24797" y="1"/>
                  </a:moveTo>
                  <a:cubicBezTo>
                    <a:pt x="24490" y="1"/>
                    <a:pt x="24223" y="73"/>
                    <a:pt x="24013" y="203"/>
                  </a:cubicBezTo>
                  <a:cubicBezTo>
                    <a:pt x="23500" y="516"/>
                    <a:pt x="23333" y="1163"/>
                    <a:pt x="23567" y="1917"/>
                  </a:cubicBezTo>
                  <a:cubicBezTo>
                    <a:pt x="23847" y="2804"/>
                    <a:pt x="24707" y="3564"/>
                    <a:pt x="25567" y="4331"/>
                  </a:cubicBezTo>
                  <a:cubicBezTo>
                    <a:pt x="26427" y="5098"/>
                    <a:pt x="27381" y="5945"/>
                    <a:pt x="27935" y="7012"/>
                  </a:cubicBezTo>
                  <a:cubicBezTo>
                    <a:pt x="27336" y="6895"/>
                    <a:pt x="26306" y="6747"/>
                    <a:pt x="24999" y="6747"/>
                  </a:cubicBezTo>
                  <a:cubicBezTo>
                    <a:pt x="21605" y="6747"/>
                    <a:pt x="16333" y="7740"/>
                    <a:pt x="11837" y="12833"/>
                  </a:cubicBezTo>
                  <a:cubicBezTo>
                    <a:pt x="5609" y="19882"/>
                    <a:pt x="7342" y="31305"/>
                    <a:pt x="8376" y="38120"/>
                  </a:cubicBezTo>
                  <a:cubicBezTo>
                    <a:pt x="8576" y="39427"/>
                    <a:pt x="8756" y="40554"/>
                    <a:pt x="8843" y="41474"/>
                  </a:cubicBezTo>
                  <a:cubicBezTo>
                    <a:pt x="8909" y="42161"/>
                    <a:pt x="8983" y="42821"/>
                    <a:pt x="9056" y="43448"/>
                  </a:cubicBezTo>
                  <a:cubicBezTo>
                    <a:pt x="9590" y="48262"/>
                    <a:pt x="9943" y="51450"/>
                    <a:pt x="7376" y="55985"/>
                  </a:cubicBezTo>
                  <a:cubicBezTo>
                    <a:pt x="7062" y="56545"/>
                    <a:pt x="6735" y="57098"/>
                    <a:pt x="6389" y="57692"/>
                  </a:cubicBezTo>
                  <a:cubicBezTo>
                    <a:pt x="3541" y="62506"/>
                    <a:pt x="0" y="68488"/>
                    <a:pt x="2648" y="78677"/>
                  </a:cubicBezTo>
                  <a:cubicBezTo>
                    <a:pt x="2683" y="78832"/>
                    <a:pt x="2805" y="78902"/>
                    <a:pt x="2928" y="78902"/>
                  </a:cubicBezTo>
                  <a:cubicBezTo>
                    <a:pt x="3086" y="78902"/>
                    <a:pt x="3247" y="78786"/>
                    <a:pt x="3228" y="78584"/>
                  </a:cubicBezTo>
                  <a:cubicBezTo>
                    <a:pt x="3221" y="78510"/>
                    <a:pt x="2814" y="71595"/>
                    <a:pt x="6509" y="66827"/>
                  </a:cubicBezTo>
                  <a:lnTo>
                    <a:pt x="6509" y="66827"/>
                  </a:lnTo>
                  <a:cubicBezTo>
                    <a:pt x="5655" y="69381"/>
                    <a:pt x="4535" y="74796"/>
                    <a:pt x="7162" y="81825"/>
                  </a:cubicBezTo>
                  <a:cubicBezTo>
                    <a:pt x="10943" y="91961"/>
                    <a:pt x="17105" y="95588"/>
                    <a:pt x="30682" y="95682"/>
                  </a:cubicBezTo>
                  <a:lnTo>
                    <a:pt x="30875" y="95682"/>
                  </a:lnTo>
                  <a:cubicBezTo>
                    <a:pt x="36710" y="95682"/>
                    <a:pt x="42852" y="93928"/>
                    <a:pt x="47746" y="90854"/>
                  </a:cubicBezTo>
                  <a:cubicBezTo>
                    <a:pt x="53568" y="87199"/>
                    <a:pt x="57456" y="81918"/>
                    <a:pt x="59010" y="75563"/>
                  </a:cubicBezTo>
                  <a:cubicBezTo>
                    <a:pt x="59850" y="72122"/>
                    <a:pt x="60003" y="68348"/>
                    <a:pt x="59470" y="64347"/>
                  </a:cubicBezTo>
                  <a:lnTo>
                    <a:pt x="59470" y="64347"/>
                  </a:lnTo>
                  <a:cubicBezTo>
                    <a:pt x="60350" y="64860"/>
                    <a:pt x="62257" y="66287"/>
                    <a:pt x="63184" y="69328"/>
                  </a:cubicBezTo>
                  <a:cubicBezTo>
                    <a:pt x="63224" y="69455"/>
                    <a:pt x="63337" y="69535"/>
                    <a:pt x="63471" y="69541"/>
                  </a:cubicBezTo>
                  <a:cubicBezTo>
                    <a:pt x="63597" y="69535"/>
                    <a:pt x="63704" y="69455"/>
                    <a:pt x="63744" y="69328"/>
                  </a:cubicBezTo>
                  <a:cubicBezTo>
                    <a:pt x="63811" y="69108"/>
                    <a:pt x="65271" y="63727"/>
                    <a:pt x="61970" y="57011"/>
                  </a:cubicBezTo>
                  <a:cubicBezTo>
                    <a:pt x="58736" y="50423"/>
                    <a:pt x="58243" y="43621"/>
                    <a:pt x="57642" y="32178"/>
                  </a:cubicBezTo>
                  <a:cubicBezTo>
                    <a:pt x="57236" y="24316"/>
                    <a:pt x="56476" y="9699"/>
                    <a:pt x="41405" y="7185"/>
                  </a:cubicBezTo>
                  <a:cubicBezTo>
                    <a:pt x="39880" y="6937"/>
                    <a:pt x="38232" y="6811"/>
                    <a:pt x="36473" y="6811"/>
                  </a:cubicBezTo>
                  <a:cubicBezTo>
                    <a:pt x="34926" y="6811"/>
                    <a:pt x="33293" y="6908"/>
                    <a:pt x="31582" y="7105"/>
                  </a:cubicBezTo>
                  <a:cubicBezTo>
                    <a:pt x="31549" y="6711"/>
                    <a:pt x="31542" y="5931"/>
                    <a:pt x="32396" y="4964"/>
                  </a:cubicBezTo>
                  <a:cubicBezTo>
                    <a:pt x="33243" y="3997"/>
                    <a:pt x="33563" y="3244"/>
                    <a:pt x="33329" y="2730"/>
                  </a:cubicBezTo>
                  <a:cubicBezTo>
                    <a:pt x="33209" y="2484"/>
                    <a:pt x="32916" y="2184"/>
                    <a:pt x="32176" y="2184"/>
                  </a:cubicBezTo>
                  <a:cubicBezTo>
                    <a:pt x="31562" y="2184"/>
                    <a:pt x="30969" y="2484"/>
                    <a:pt x="30502" y="3037"/>
                  </a:cubicBezTo>
                  <a:cubicBezTo>
                    <a:pt x="30182" y="3404"/>
                    <a:pt x="29748" y="4111"/>
                    <a:pt x="29615" y="5304"/>
                  </a:cubicBezTo>
                  <a:cubicBezTo>
                    <a:pt x="29115" y="3971"/>
                    <a:pt x="28341" y="2284"/>
                    <a:pt x="27294" y="1263"/>
                  </a:cubicBezTo>
                  <a:cubicBezTo>
                    <a:pt x="26377" y="364"/>
                    <a:pt x="25485" y="1"/>
                    <a:pt x="2479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1911;p36"/>
            <p:cNvSpPr/>
            <p:nvPr/>
          </p:nvSpPr>
          <p:spPr>
            <a:xfrm>
              <a:off x="1128978" y="1282624"/>
              <a:ext cx="1642482" cy="2659779"/>
            </a:xfrm>
            <a:custGeom>
              <a:avLst/>
              <a:gdLst/>
              <a:ahLst/>
              <a:cxnLst/>
              <a:rect l="l" t="t" r="r" b="b"/>
              <a:pathLst>
                <a:path w="58723" h="95094" extrusionOk="0">
                  <a:moveTo>
                    <a:pt x="24797" y="0"/>
                  </a:moveTo>
                  <a:cubicBezTo>
                    <a:pt x="24005" y="0"/>
                    <a:pt x="23542" y="573"/>
                    <a:pt x="23847" y="1542"/>
                  </a:cubicBezTo>
                  <a:cubicBezTo>
                    <a:pt x="24400" y="3282"/>
                    <a:pt x="27508" y="4569"/>
                    <a:pt x="28428" y="7137"/>
                  </a:cubicBezTo>
                  <a:cubicBezTo>
                    <a:pt x="28342" y="7111"/>
                    <a:pt x="26935" y="6697"/>
                    <a:pt x="24817" y="6697"/>
                  </a:cubicBezTo>
                  <a:cubicBezTo>
                    <a:pt x="21522" y="6697"/>
                    <a:pt x="16505" y="7699"/>
                    <a:pt x="12064" y="12725"/>
                  </a:cubicBezTo>
                  <a:cubicBezTo>
                    <a:pt x="4768" y="20987"/>
                    <a:pt x="8536" y="35277"/>
                    <a:pt x="9129" y="41152"/>
                  </a:cubicBezTo>
                  <a:cubicBezTo>
                    <a:pt x="9723" y="47027"/>
                    <a:pt x="10577" y="50615"/>
                    <a:pt x="7629" y="55843"/>
                  </a:cubicBezTo>
                  <a:cubicBezTo>
                    <a:pt x="4675" y="61064"/>
                    <a:pt x="0" y="67026"/>
                    <a:pt x="2934" y="78302"/>
                  </a:cubicBezTo>
                  <a:cubicBezTo>
                    <a:pt x="2934" y="78302"/>
                    <a:pt x="2388" y="69927"/>
                    <a:pt x="7429" y="65085"/>
                  </a:cubicBezTo>
                  <a:lnTo>
                    <a:pt x="7429" y="65085"/>
                  </a:lnTo>
                  <a:cubicBezTo>
                    <a:pt x="7429" y="65086"/>
                    <a:pt x="3762" y="71601"/>
                    <a:pt x="7429" y="81423"/>
                  </a:cubicBezTo>
                  <a:cubicBezTo>
                    <a:pt x="11097" y="91239"/>
                    <a:pt x="16892" y="95000"/>
                    <a:pt x="30682" y="95093"/>
                  </a:cubicBezTo>
                  <a:cubicBezTo>
                    <a:pt x="30746" y="95094"/>
                    <a:pt x="30810" y="95094"/>
                    <a:pt x="30874" y="95094"/>
                  </a:cubicBezTo>
                  <a:cubicBezTo>
                    <a:pt x="41889" y="95094"/>
                    <a:pt x="55401" y="88826"/>
                    <a:pt x="58723" y="75201"/>
                  </a:cubicBezTo>
                  <a:cubicBezTo>
                    <a:pt x="54188" y="69900"/>
                    <a:pt x="50114" y="69947"/>
                    <a:pt x="47820" y="69246"/>
                  </a:cubicBezTo>
                  <a:cubicBezTo>
                    <a:pt x="45306" y="68460"/>
                    <a:pt x="47807" y="62698"/>
                    <a:pt x="40711" y="60164"/>
                  </a:cubicBezTo>
                  <a:cubicBezTo>
                    <a:pt x="36734" y="58744"/>
                    <a:pt x="29168" y="58291"/>
                    <a:pt x="22643" y="58291"/>
                  </a:cubicBezTo>
                  <a:cubicBezTo>
                    <a:pt x="17528" y="58291"/>
                    <a:pt x="13053" y="58569"/>
                    <a:pt x="11450" y="58877"/>
                  </a:cubicBezTo>
                  <a:cubicBezTo>
                    <a:pt x="11034" y="58957"/>
                    <a:pt x="10706" y="58996"/>
                    <a:pt x="10453" y="58996"/>
                  </a:cubicBezTo>
                  <a:cubicBezTo>
                    <a:pt x="8500" y="58996"/>
                    <a:pt x="11071" y="56689"/>
                    <a:pt x="12064" y="53536"/>
                  </a:cubicBezTo>
                  <a:cubicBezTo>
                    <a:pt x="13177" y="49981"/>
                    <a:pt x="10230" y="36651"/>
                    <a:pt x="9770" y="33017"/>
                  </a:cubicBezTo>
                  <a:cubicBezTo>
                    <a:pt x="9310" y="29383"/>
                    <a:pt x="8443" y="22614"/>
                    <a:pt x="13811" y="14445"/>
                  </a:cubicBezTo>
                  <a:cubicBezTo>
                    <a:pt x="17143" y="9375"/>
                    <a:pt x="20868" y="8520"/>
                    <a:pt x="24139" y="8520"/>
                  </a:cubicBezTo>
                  <a:cubicBezTo>
                    <a:pt x="25802" y="8520"/>
                    <a:pt x="27348" y="8741"/>
                    <a:pt x="28665" y="8741"/>
                  </a:cubicBezTo>
                  <a:cubicBezTo>
                    <a:pt x="28931" y="8741"/>
                    <a:pt x="29188" y="8732"/>
                    <a:pt x="29435" y="8710"/>
                  </a:cubicBezTo>
                  <a:cubicBezTo>
                    <a:pt x="33303" y="8370"/>
                    <a:pt x="41351" y="7183"/>
                    <a:pt x="41351" y="7183"/>
                  </a:cubicBezTo>
                  <a:cubicBezTo>
                    <a:pt x="39881" y="6938"/>
                    <a:pt x="38271" y="6809"/>
                    <a:pt x="36509" y="6809"/>
                  </a:cubicBezTo>
                  <a:cubicBezTo>
                    <a:pt x="34915" y="6809"/>
                    <a:pt x="33195" y="6915"/>
                    <a:pt x="31342" y="7137"/>
                  </a:cubicBezTo>
                  <a:cubicBezTo>
                    <a:pt x="31342" y="7137"/>
                    <a:pt x="30969" y="5850"/>
                    <a:pt x="32176" y="4476"/>
                  </a:cubicBezTo>
                  <a:cubicBezTo>
                    <a:pt x="33383" y="3102"/>
                    <a:pt x="33443" y="2182"/>
                    <a:pt x="32176" y="2182"/>
                  </a:cubicBezTo>
                  <a:cubicBezTo>
                    <a:pt x="30909" y="2182"/>
                    <a:pt x="29442" y="3742"/>
                    <a:pt x="29982" y="7130"/>
                  </a:cubicBezTo>
                  <a:cubicBezTo>
                    <a:pt x="29928" y="6877"/>
                    <a:pt x="28961" y="3009"/>
                    <a:pt x="27094" y="1175"/>
                  </a:cubicBezTo>
                  <a:cubicBezTo>
                    <a:pt x="26267" y="363"/>
                    <a:pt x="25428" y="0"/>
                    <a:pt x="24797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1912;p36"/>
            <p:cNvSpPr/>
            <p:nvPr/>
          </p:nvSpPr>
          <p:spPr>
            <a:xfrm>
              <a:off x="1366779" y="1871476"/>
              <a:ext cx="16642" cy="275141"/>
            </a:xfrm>
            <a:custGeom>
              <a:avLst/>
              <a:gdLst/>
              <a:ahLst/>
              <a:cxnLst/>
              <a:rect l="l" t="t" r="r" b="b"/>
              <a:pathLst>
                <a:path w="595" h="9837" extrusionOk="0">
                  <a:moveTo>
                    <a:pt x="361" y="1"/>
                  </a:moveTo>
                  <a:lnTo>
                    <a:pt x="361" y="1"/>
                  </a:lnTo>
                  <a:cubicBezTo>
                    <a:pt x="107" y="1634"/>
                    <a:pt x="1" y="3282"/>
                    <a:pt x="54" y="4929"/>
                  </a:cubicBezTo>
                  <a:cubicBezTo>
                    <a:pt x="81" y="6576"/>
                    <a:pt x="261" y="8223"/>
                    <a:pt x="594" y="9837"/>
                  </a:cubicBezTo>
                  <a:cubicBezTo>
                    <a:pt x="474" y="8196"/>
                    <a:pt x="387" y="6556"/>
                    <a:pt x="341" y="4922"/>
                  </a:cubicBezTo>
                  <a:cubicBezTo>
                    <a:pt x="301" y="3288"/>
                    <a:pt x="327" y="1648"/>
                    <a:pt x="3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1913;p36"/>
            <p:cNvSpPr/>
            <p:nvPr/>
          </p:nvSpPr>
          <p:spPr>
            <a:xfrm>
              <a:off x="1390666" y="1769833"/>
              <a:ext cx="20530" cy="65674"/>
            </a:xfrm>
            <a:custGeom>
              <a:avLst/>
              <a:gdLst/>
              <a:ahLst/>
              <a:cxnLst/>
              <a:rect l="l" t="t" r="r" b="b"/>
              <a:pathLst>
                <a:path w="734" h="2348" extrusionOk="0">
                  <a:moveTo>
                    <a:pt x="734" y="0"/>
                  </a:moveTo>
                  <a:lnTo>
                    <a:pt x="734" y="0"/>
                  </a:lnTo>
                  <a:cubicBezTo>
                    <a:pt x="467" y="327"/>
                    <a:pt x="274" y="701"/>
                    <a:pt x="154" y="1101"/>
                  </a:cubicBezTo>
                  <a:cubicBezTo>
                    <a:pt x="34" y="1507"/>
                    <a:pt x="0" y="1928"/>
                    <a:pt x="47" y="2348"/>
                  </a:cubicBezTo>
                  <a:cubicBezTo>
                    <a:pt x="200" y="1968"/>
                    <a:pt x="334" y="1581"/>
                    <a:pt x="440" y="1187"/>
                  </a:cubicBezTo>
                  <a:cubicBezTo>
                    <a:pt x="560" y="801"/>
                    <a:pt x="654" y="400"/>
                    <a:pt x="7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1914;p36"/>
            <p:cNvSpPr/>
            <p:nvPr/>
          </p:nvSpPr>
          <p:spPr>
            <a:xfrm>
              <a:off x="1433544" y="1525319"/>
              <a:ext cx="255198" cy="231116"/>
            </a:xfrm>
            <a:custGeom>
              <a:avLst/>
              <a:gdLst/>
              <a:ahLst/>
              <a:cxnLst/>
              <a:rect l="l" t="t" r="r" b="b"/>
              <a:pathLst>
                <a:path w="9124" h="8263" extrusionOk="0">
                  <a:moveTo>
                    <a:pt x="9123" y="0"/>
                  </a:moveTo>
                  <a:lnTo>
                    <a:pt x="9123" y="0"/>
                  </a:lnTo>
                  <a:cubicBezTo>
                    <a:pt x="7170" y="767"/>
                    <a:pt x="5242" y="1761"/>
                    <a:pt x="3615" y="3121"/>
                  </a:cubicBezTo>
                  <a:cubicBezTo>
                    <a:pt x="1988" y="4475"/>
                    <a:pt x="614" y="6228"/>
                    <a:pt x="1" y="8262"/>
                  </a:cubicBezTo>
                  <a:cubicBezTo>
                    <a:pt x="834" y="6322"/>
                    <a:pt x="2195" y="4681"/>
                    <a:pt x="3809" y="3341"/>
                  </a:cubicBezTo>
                  <a:cubicBezTo>
                    <a:pt x="5416" y="2001"/>
                    <a:pt x="7256" y="974"/>
                    <a:pt x="91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" name="Google Shape;1915;p36"/>
            <p:cNvSpPr/>
            <p:nvPr/>
          </p:nvSpPr>
          <p:spPr>
            <a:xfrm>
              <a:off x="1747843" y="1495391"/>
              <a:ext cx="191762" cy="30879"/>
            </a:xfrm>
            <a:custGeom>
              <a:avLst/>
              <a:gdLst/>
              <a:ahLst/>
              <a:cxnLst/>
              <a:rect l="l" t="t" r="r" b="b"/>
              <a:pathLst>
                <a:path w="6856" h="1104" extrusionOk="0">
                  <a:moveTo>
                    <a:pt x="4657" y="0"/>
                  </a:moveTo>
                  <a:cubicBezTo>
                    <a:pt x="4216" y="0"/>
                    <a:pt x="3775" y="19"/>
                    <a:pt x="3335" y="56"/>
                  </a:cubicBezTo>
                  <a:cubicBezTo>
                    <a:pt x="2741" y="83"/>
                    <a:pt x="2154" y="163"/>
                    <a:pt x="1581" y="303"/>
                  </a:cubicBezTo>
                  <a:cubicBezTo>
                    <a:pt x="1007" y="457"/>
                    <a:pt x="440" y="703"/>
                    <a:pt x="0" y="1103"/>
                  </a:cubicBezTo>
                  <a:cubicBezTo>
                    <a:pt x="1021" y="497"/>
                    <a:pt x="2201" y="437"/>
                    <a:pt x="3355" y="343"/>
                  </a:cubicBezTo>
                  <a:cubicBezTo>
                    <a:pt x="4515" y="256"/>
                    <a:pt x="5682" y="210"/>
                    <a:pt x="6855" y="156"/>
                  </a:cubicBezTo>
                  <a:cubicBezTo>
                    <a:pt x="6126" y="52"/>
                    <a:pt x="5392" y="0"/>
                    <a:pt x="465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0" name="Google Shape;1916;p36"/>
            <p:cNvSpPr/>
            <p:nvPr/>
          </p:nvSpPr>
          <p:spPr>
            <a:xfrm>
              <a:off x="1820005" y="1306566"/>
              <a:ext cx="69785" cy="71240"/>
            </a:xfrm>
            <a:custGeom>
              <a:avLst/>
              <a:gdLst/>
              <a:ahLst/>
              <a:cxnLst/>
              <a:rect l="l" t="t" r="r" b="b"/>
              <a:pathLst>
                <a:path w="2495" h="2547" extrusionOk="0">
                  <a:moveTo>
                    <a:pt x="306" y="0"/>
                  </a:moveTo>
                  <a:cubicBezTo>
                    <a:pt x="232" y="0"/>
                    <a:pt x="163" y="68"/>
                    <a:pt x="134" y="126"/>
                  </a:cubicBezTo>
                  <a:cubicBezTo>
                    <a:pt x="81" y="206"/>
                    <a:pt x="48" y="286"/>
                    <a:pt x="34" y="379"/>
                  </a:cubicBezTo>
                  <a:cubicBezTo>
                    <a:pt x="1" y="552"/>
                    <a:pt x="21" y="739"/>
                    <a:pt x="88" y="906"/>
                  </a:cubicBezTo>
                  <a:cubicBezTo>
                    <a:pt x="208" y="1226"/>
                    <a:pt x="421" y="1513"/>
                    <a:pt x="695" y="1726"/>
                  </a:cubicBezTo>
                  <a:cubicBezTo>
                    <a:pt x="1221" y="2146"/>
                    <a:pt x="1841" y="2453"/>
                    <a:pt x="2495" y="2546"/>
                  </a:cubicBezTo>
                  <a:cubicBezTo>
                    <a:pt x="1921" y="2253"/>
                    <a:pt x="1388" y="1899"/>
                    <a:pt x="888" y="1506"/>
                  </a:cubicBezTo>
                  <a:cubicBezTo>
                    <a:pt x="641" y="1319"/>
                    <a:pt x="441" y="1079"/>
                    <a:pt x="294" y="813"/>
                  </a:cubicBezTo>
                  <a:cubicBezTo>
                    <a:pt x="214" y="679"/>
                    <a:pt x="174" y="532"/>
                    <a:pt x="174" y="386"/>
                  </a:cubicBezTo>
                  <a:cubicBezTo>
                    <a:pt x="174" y="312"/>
                    <a:pt x="181" y="232"/>
                    <a:pt x="201" y="159"/>
                  </a:cubicBezTo>
                  <a:cubicBezTo>
                    <a:pt x="221" y="92"/>
                    <a:pt x="254" y="12"/>
                    <a:pt x="341" y="6"/>
                  </a:cubicBezTo>
                  <a:cubicBezTo>
                    <a:pt x="329" y="2"/>
                    <a:pt x="318" y="0"/>
                    <a:pt x="30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4" name="Google Shape;1917;p36"/>
            <p:cNvSpPr/>
            <p:nvPr/>
          </p:nvSpPr>
          <p:spPr>
            <a:xfrm>
              <a:off x="1983042" y="1367345"/>
              <a:ext cx="40109" cy="84497"/>
            </a:xfrm>
            <a:custGeom>
              <a:avLst/>
              <a:gdLst/>
              <a:ahLst/>
              <a:cxnLst/>
              <a:rect l="l" t="t" r="r" b="b"/>
              <a:pathLst>
                <a:path w="1434" h="3021" extrusionOk="0">
                  <a:moveTo>
                    <a:pt x="1233" y="0"/>
                  </a:moveTo>
                  <a:cubicBezTo>
                    <a:pt x="1141" y="0"/>
                    <a:pt x="1051" y="29"/>
                    <a:pt x="974" y="87"/>
                  </a:cubicBezTo>
                  <a:cubicBezTo>
                    <a:pt x="840" y="180"/>
                    <a:pt x="727" y="293"/>
                    <a:pt x="640" y="420"/>
                  </a:cubicBezTo>
                  <a:cubicBezTo>
                    <a:pt x="467" y="673"/>
                    <a:pt x="334" y="940"/>
                    <a:pt x="234" y="1227"/>
                  </a:cubicBezTo>
                  <a:cubicBezTo>
                    <a:pt x="20" y="1807"/>
                    <a:pt x="0" y="2434"/>
                    <a:pt x="167" y="3021"/>
                  </a:cubicBezTo>
                  <a:cubicBezTo>
                    <a:pt x="207" y="2441"/>
                    <a:pt x="327" y="1874"/>
                    <a:pt x="507" y="1320"/>
                  </a:cubicBezTo>
                  <a:cubicBezTo>
                    <a:pt x="594" y="1053"/>
                    <a:pt x="707" y="787"/>
                    <a:pt x="840" y="540"/>
                  </a:cubicBezTo>
                  <a:cubicBezTo>
                    <a:pt x="900" y="413"/>
                    <a:pt x="974" y="300"/>
                    <a:pt x="1067" y="200"/>
                  </a:cubicBezTo>
                  <a:cubicBezTo>
                    <a:pt x="1145" y="98"/>
                    <a:pt x="1266" y="45"/>
                    <a:pt x="1392" y="45"/>
                  </a:cubicBezTo>
                  <a:cubicBezTo>
                    <a:pt x="1406" y="45"/>
                    <a:pt x="1420" y="45"/>
                    <a:pt x="1434" y="47"/>
                  </a:cubicBezTo>
                  <a:cubicBezTo>
                    <a:pt x="1369" y="16"/>
                    <a:pt x="1301" y="0"/>
                    <a:pt x="123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5" name="Google Shape;1918;p36"/>
            <p:cNvSpPr/>
            <p:nvPr/>
          </p:nvSpPr>
          <p:spPr>
            <a:xfrm>
              <a:off x="1302448" y="2802933"/>
              <a:ext cx="99797" cy="208572"/>
            </a:xfrm>
            <a:custGeom>
              <a:avLst/>
              <a:gdLst/>
              <a:ahLst/>
              <a:cxnLst/>
              <a:rect l="l" t="t" r="r" b="b"/>
              <a:pathLst>
                <a:path w="3568" h="7457" extrusionOk="0">
                  <a:moveTo>
                    <a:pt x="3568" y="1"/>
                  </a:moveTo>
                  <a:lnTo>
                    <a:pt x="3568" y="1"/>
                  </a:lnTo>
                  <a:cubicBezTo>
                    <a:pt x="3054" y="1301"/>
                    <a:pt x="2207" y="2395"/>
                    <a:pt x="1440" y="3562"/>
                  </a:cubicBezTo>
                  <a:cubicBezTo>
                    <a:pt x="1054" y="4142"/>
                    <a:pt x="714" y="4762"/>
                    <a:pt x="433" y="5402"/>
                  </a:cubicBezTo>
                  <a:cubicBezTo>
                    <a:pt x="153" y="6049"/>
                    <a:pt x="7" y="6749"/>
                    <a:pt x="0" y="7456"/>
                  </a:cubicBezTo>
                  <a:cubicBezTo>
                    <a:pt x="220" y="6062"/>
                    <a:pt x="934" y="4869"/>
                    <a:pt x="1680" y="3715"/>
                  </a:cubicBezTo>
                  <a:cubicBezTo>
                    <a:pt x="2067" y="3135"/>
                    <a:pt x="2447" y="2562"/>
                    <a:pt x="2794" y="1941"/>
                  </a:cubicBezTo>
                  <a:cubicBezTo>
                    <a:pt x="3148" y="1335"/>
                    <a:pt x="3408" y="681"/>
                    <a:pt x="356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6" name="Google Shape;1919;p36"/>
            <p:cNvSpPr/>
            <p:nvPr/>
          </p:nvSpPr>
          <p:spPr>
            <a:xfrm>
              <a:off x="1418832" y="2634330"/>
              <a:ext cx="17369" cy="144018"/>
            </a:xfrm>
            <a:custGeom>
              <a:avLst/>
              <a:gdLst/>
              <a:ahLst/>
              <a:cxnLst/>
              <a:rect l="l" t="t" r="r" b="b"/>
              <a:pathLst>
                <a:path w="621" h="5149" extrusionOk="0">
                  <a:moveTo>
                    <a:pt x="407" y="1"/>
                  </a:moveTo>
                  <a:cubicBezTo>
                    <a:pt x="347" y="867"/>
                    <a:pt x="307" y="1728"/>
                    <a:pt x="247" y="2581"/>
                  </a:cubicBezTo>
                  <a:cubicBezTo>
                    <a:pt x="194" y="3428"/>
                    <a:pt x="80" y="4282"/>
                    <a:pt x="0" y="5149"/>
                  </a:cubicBezTo>
                  <a:cubicBezTo>
                    <a:pt x="294" y="4322"/>
                    <a:pt x="480" y="3468"/>
                    <a:pt x="540" y="2595"/>
                  </a:cubicBezTo>
                  <a:cubicBezTo>
                    <a:pt x="620" y="1728"/>
                    <a:pt x="574" y="854"/>
                    <a:pt x="40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7" name="Google Shape;1920;p36"/>
            <p:cNvSpPr/>
            <p:nvPr/>
          </p:nvSpPr>
          <p:spPr>
            <a:xfrm>
              <a:off x="2207418" y="2891150"/>
              <a:ext cx="23523" cy="76694"/>
            </a:xfrm>
            <a:custGeom>
              <a:avLst/>
              <a:gdLst/>
              <a:ahLst/>
              <a:cxnLst/>
              <a:rect l="l" t="t" r="r" b="b"/>
              <a:pathLst>
                <a:path w="841" h="2742" extrusionOk="0">
                  <a:moveTo>
                    <a:pt x="280" y="1"/>
                  </a:moveTo>
                  <a:cubicBezTo>
                    <a:pt x="87" y="474"/>
                    <a:pt x="0" y="988"/>
                    <a:pt x="20" y="1508"/>
                  </a:cubicBezTo>
                  <a:cubicBezTo>
                    <a:pt x="27" y="1775"/>
                    <a:pt x="87" y="2042"/>
                    <a:pt x="207" y="2282"/>
                  </a:cubicBezTo>
                  <a:cubicBezTo>
                    <a:pt x="320" y="2522"/>
                    <a:pt x="574" y="2742"/>
                    <a:pt x="841" y="2742"/>
                  </a:cubicBezTo>
                  <a:cubicBezTo>
                    <a:pt x="627" y="2622"/>
                    <a:pt x="474" y="2422"/>
                    <a:pt x="414" y="2188"/>
                  </a:cubicBezTo>
                  <a:cubicBezTo>
                    <a:pt x="347" y="1962"/>
                    <a:pt x="307" y="1728"/>
                    <a:pt x="307" y="1488"/>
                  </a:cubicBezTo>
                  <a:cubicBezTo>
                    <a:pt x="287" y="1008"/>
                    <a:pt x="307" y="508"/>
                    <a:pt x="2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" name="Google Shape;1921;p36"/>
            <p:cNvSpPr/>
            <p:nvPr/>
          </p:nvSpPr>
          <p:spPr>
            <a:xfrm>
              <a:off x="2250883" y="2779998"/>
              <a:ext cx="301433" cy="111572"/>
            </a:xfrm>
            <a:custGeom>
              <a:avLst/>
              <a:gdLst/>
              <a:ahLst/>
              <a:cxnLst/>
              <a:rect l="l" t="t" r="r" b="b"/>
              <a:pathLst>
                <a:path w="10777" h="3989" extrusionOk="0">
                  <a:moveTo>
                    <a:pt x="10776" y="1"/>
                  </a:moveTo>
                  <a:cubicBezTo>
                    <a:pt x="9189" y="1114"/>
                    <a:pt x="7462" y="2014"/>
                    <a:pt x="5642" y="2688"/>
                  </a:cubicBezTo>
                  <a:cubicBezTo>
                    <a:pt x="3828" y="3361"/>
                    <a:pt x="1927" y="3795"/>
                    <a:pt x="0" y="3988"/>
                  </a:cubicBezTo>
                  <a:cubicBezTo>
                    <a:pt x="36" y="3989"/>
                    <a:pt x="71" y="3989"/>
                    <a:pt x="107" y="3989"/>
                  </a:cubicBezTo>
                  <a:cubicBezTo>
                    <a:pt x="2031" y="3989"/>
                    <a:pt x="3941" y="3636"/>
                    <a:pt x="5742" y="2961"/>
                  </a:cubicBezTo>
                  <a:cubicBezTo>
                    <a:pt x="7582" y="2281"/>
                    <a:pt x="9309" y="1294"/>
                    <a:pt x="1077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9" name="Google Shape;1922;p36"/>
            <p:cNvSpPr/>
            <p:nvPr/>
          </p:nvSpPr>
          <p:spPr>
            <a:xfrm>
              <a:off x="2569629" y="2704283"/>
              <a:ext cx="44780" cy="54486"/>
            </a:xfrm>
            <a:custGeom>
              <a:avLst/>
              <a:gdLst/>
              <a:ahLst/>
              <a:cxnLst/>
              <a:rect l="l" t="t" r="r" b="b"/>
              <a:pathLst>
                <a:path w="1601" h="1948" extrusionOk="0">
                  <a:moveTo>
                    <a:pt x="1601" y="0"/>
                  </a:moveTo>
                  <a:cubicBezTo>
                    <a:pt x="921" y="514"/>
                    <a:pt x="367" y="1181"/>
                    <a:pt x="1" y="1947"/>
                  </a:cubicBezTo>
                  <a:cubicBezTo>
                    <a:pt x="341" y="1694"/>
                    <a:pt x="647" y="1394"/>
                    <a:pt x="907" y="1061"/>
                  </a:cubicBezTo>
                  <a:cubicBezTo>
                    <a:pt x="1187" y="740"/>
                    <a:pt x="1414" y="387"/>
                    <a:pt x="16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0" name="Google Shape;1923;p36"/>
            <p:cNvSpPr/>
            <p:nvPr/>
          </p:nvSpPr>
          <p:spPr>
            <a:xfrm>
              <a:off x="2299915" y="3009044"/>
              <a:ext cx="125557" cy="160240"/>
            </a:xfrm>
            <a:custGeom>
              <a:avLst/>
              <a:gdLst/>
              <a:ahLst/>
              <a:cxnLst/>
              <a:rect l="l" t="t" r="r" b="b"/>
              <a:pathLst>
                <a:path w="4489" h="5729" extrusionOk="0">
                  <a:moveTo>
                    <a:pt x="1" y="0"/>
                  </a:moveTo>
                  <a:cubicBezTo>
                    <a:pt x="968" y="821"/>
                    <a:pt x="1941" y="1621"/>
                    <a:pt x="2875" y="2461"/>
                  </a:cubicBezTo>
                  <a:cubicBezTo>
                    <a:pt x="3108" y="2661"/>
                    <a:pt x="3315" y="2881"/>
                    <a:pt x="3509" y="3128"/>
                  </a:cubicBezTo>
                  <a:cubicBezTo>
                    <a:pt x="3695" y="3368"/>
                    <a:pt x="3849" y="3635"/>
                    <a:pt x="3969" y="3921"/>
                  </a:cubicBezTo>
                  <a:cubicBezTo>
                    <a:pt x="4209" y="4488"/>
                    <a:pt x="4342" y="5108"/>
                    <a:pt x="4489" y="5729"/>
                  </a:cubicBezTo>
                  <a:cubicBezTo>
                    <a:pt x="4455" y="5095"/>
                    <a:pt x="4389" y="4455"/>
                    <a:pt x="4182" y="3835"/>
                  </a:cubicBezTo>
                  <a:cubicBezTo>
                    <a:pt x="4075" y="3521"/>
                    <a:pt x="3922" y="3228"/>
                    <a:pt x="3735" y="2961"/>
                  </a:cubicBezTo>
                  <a:cubicBezTo>
                    <a:pt x="3535" y="2701"/>
                    <a:pt x="3315" y="2461"/>
                    <a:pt x="3075" y="2241"/>
                  </a:cubicBezTo>
                  <a:cubicBezTo>
                    <a:pt x="2128" y="1394"/>
                    <a:pt x="1095" y="641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1" name="Google Shape;1924;p36"/>
            <p:cNvSpPr/>
            <p:nvPr/>
          </p:nvSpPr>
          <p:spPr>
            <a:xfrm>
              <a:off x="2378650" y="3041685"/>
              <a:ext cx="71631" cy="141221"/>
            </a:xfrm>
            <a:custGeom>
              <a:avLst/>
              <a:gdLst/>
              <a:ahLst/>
              <a:cxnLst/>
              <a:rect l="l" t="t" r="r" b="b"/>
              <a:pathLst>
                <a:path w="2561" h="5049" extrusionOk="0">
                  <a:moveTo>
                    <a:pt x="0" y="0"/>
                  </a:moveTo>
                  <a:lnTo>
                    <a:pt x="0" y="0"/>
                  </a:lnTo>
                  <a:cubicBezTo>
                    <a:pt x="807" y="561"/>
                    <a:pt x="1354" y="1374"/>
                    <a:pt x="1727" y="2261"/>
                  </a:cubicBezTo>
                  <a:cubicBezTo>
                    <a:pt x="2101" y="3141"/>
                    <a:pt x="2287" y="4102"/>
                    <a:pt x="2561" y="5048"/>
                  </a:cubicBezTo>
                  <a:cubicBezTo>
                    <a:pt x="2521" y="4068"/>
                    <a:pt x="2374" y="3075"/>
                    <a:pt x="1994" y="2141"/>
                  </a:cubicBezTo>
                  <a:cubicBezTo>
                    <a:pt x="1800" y="1674"/>
                    <a:pt x="1540" y="1247"/>
                    <a:pt x="1207" y="867"/>
                  </a:cubicBezTo>
                  <a:cubicBezTo>
                    <a:pt x="880" y="487"/>
                    <a:pt x="467" y="187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2" name="Google Shape;1925;p36"/>
            <p:cNvSpPr/>
            <p:nvPr/>
          </p:nvSpPr>
          <p:spPr>
            <a:xfrm>
              <a:off x="1404455" y="2011354"/>
              <a:ext cx="21677" cy="142535"/>
            </a:xfrm>
            <a:custGeom>
              <a:avLst/>
              <a:gdLst/>
              <a:ahLst/>
              <a:cxnLst/>
              <a:rect l="l" t="t" r="r" b="b"/>
              <a:pathLst>
                <a:path w="775" h="5096" extrusionOk="0">
                  <a:moveTo>
                    <a:pt x="374" y="1"/>
                  </a:moveTo>
                  <a:cubicBezTo>
                    <a:pt x="1" y="1701"/>
                    <a:pt x="141" y="3475"/>
                    <a:pt x="774" y="5096"/>
                  </a:cubicBezTo>
                  <a:cubicBezTo>
                    <a:pt x="661" y="4249"/>
                    <a:pt x="547" y="3415"/>
                    <a:pt x="481" y="2562"/>
                  </a:cubicBezTo>
                  <a:cubicBezTo>
                    <a:pt x="414" y="1715"/>
                    <a:pt x="394" y="868"/>
                    <a:pt x="37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" name="Google Shape;1926;p36"/>
            <p:cNvSpPr/>
            <p:nvPr/>
          </p:nvSpPr>
          <p:spPr>
            <a:xfrm>
              <a:off x="1435614" y="2067881"/>
              <a:ext cx="24446" cy="97755"/>
            </a:xfrm>
            <a:custGeom>
              <a:avLst/>
              <a:gdLst/>
              <a:ahLst/>
              <a:cxnLst/>
              <a:rect l="l" t="t" r="r" b="b"/>
              <a:pathLst>
                <a:path w="874" h="3495" extrusionOk="0">
                  <a:moveTo>
                    <a:pt x="114" y="1"/>
                  </a:moveTo>
                  <a:lnTo>
                    <a:pt x="114" y="1"/>
                  </a:lnTo>
                  <a:cubicBezTo>
                    <a:pt x="0" y="601"/>
                    <a:pt x="14" y="1221"/>
                    <a:pt x="147" y="1814"/>
                  </a:cubicBezTo>
                  <a:cubicBezTo>
                    <a:pt x="267" y="2421"/>
                    <a:pt x="514" y="2988"/>
                    <a:pt x="874" y="3495"/>
                  </a:cubicBezTo>
                  <a:cubicBezTo>
                    <a:pt x="714" y="2901"/>
                    <a:pt x="567" y="2334"/>
                    <a:pt x="434" y="1761"/>
                  </a:cubicBezTo>
                  <a:cubicBezTo>
                    <a:pt x="300" y="1181"/>
                    <a:pt x="214" y="601"/>
                    <a:pt x="11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4" name="Google Shape;1927;p36"/>
            <p:cNvSpPr/>
            <p:nvPr/>
          </p:nvSpPr>
          <p:spPr>
            <a:xfrm>
              <a:off x="1349802" y="2873445"/>
              <a:ext cx="66429" cy="103741"/>
            </a:xfrm>
            <a:custGeom>
              <a:avLst/>
              <a:gdLst/>
              <a:ahLst/>
              <a:cxnLst/>
              <a:rect l="l" t="t" r="r" b="b"/>
              <a:pathLst>
                <a:path w="2375" h="3709" extrusionOk="0">
                  <a:moveTo>
                    <a:pt x="2375" y="0"/>
                  </a:moveTo>
                  <a:lnTo>
                    <a:pt x="2375" y="0"/>
                  </a:lnTo>
                  <a:cubicBezTo>
                    <a:pt x="1655" y="301"/>
                    <a:pt x="1048" y="821"/>
                    <a:pt x="641" y="1488"/>
                  </a:cubicBezTo>
                  <a:cubicBezTo>
                    <a:pt x="234" y="2148"/>
                    <a:pt x="1" y="2941"/>
                    <a:pt x="67" y="3708"/>
                  </a:cubicBezTo>
                  <a:cubicBezTo>
                    <a:pt x="214" y="2975"/>
                    <a:pt x="494" y="2281"/>
                    <a:pt x="881" y="1648"/>
                  </a:cubicBezTo>
                  <a:cubicBezTo>
                    <a:pt x="1281" y="1014"/>
                    <a:pt x="1788" y="461"/>
                    <a:pt x="237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5" name="Google Shape;1928;p36"/>
            <p:cNvSpPr/>
            <p:nvPr/>
          </p:nvSpPr>
          <p:spPr>
            <a:xfrm>
              <a:off x="1404259" y="2898451"/>
              <a:ext cx="28026" cy="44976"/>
            </a:xfrm>
            <a:custGeom>
              <a:avLst/>
              <a:gdLst/>
              <a:ahLst/>
              <a:cxnLst/>
              <a:rect l="l" t="t" r="r" b="b"/>
              <a:pathLst>
                <a:path w="1002" h="1608" extrusionOk="0">
                  <a:moveTo>
                    <a:pt x="1001" y="0"/>
                  </a:moveTo>
                  <a:lnTo>
                    <a:pt x="1001" y="0"/>
                  </a:lnTo>
                  <a:cubicBezTo>
                    <a:pt x="361" y="247"/>
                    <a:pt x="1" y="934"/>
                    <a:pt x="161" y="1607"/>
                  </a:cubicBezTo>
                  <a:cubicBezTo>
                    <a:pt x="274" y="1320"/>
                    <a:pt x="394" y="1047"/>
                    <a:pt x="534" y="780"/>
                  </a:cubicBezTo>
                  <a:cubicBezTo>
                    <a:pt x="668" y="520"/>
                    <a:pt x="828" y="287"/>
                    <a:pt x="10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6" name="Google Shape;1929;p36"/>
            <p:cNvSpPr/>
            <p:nvPr/>
          </p:nvSpPr>
          <p:spPr>
            <a:xfrm>
              <a:off x="2716779" y="2683585"/>
              <a:ext cx="48920" cy="300118"/>
            </a:xfrm>
            <a:custGeom>
              <a:avLst/>
              <a:gdLst/>
              <a:ahLst/>
              <a:cxnLst/>
              <a:rect l="l" t="t" r="r" b="b"/>
              <a:pathLst>
                <a:path w="1749" h="10730" extrusionOk="0">
                  <a:moveTo>
                    <a:pt x="581" y="0"/>
                  </a:moveTo>
                  <a:lnTo>
                    <a:pt x="581" y="0"/>
                  </a:lnTo>
                  <a:cubicBezTo>
                    <a:pt x="188" y="1827"/>
                    <a:pt x="1" y="3688"/>
                    <a:pt x="21" y="5548"/>
                  </a:cubicBezTo>
                  <a:cubicBezTo>
                    <a:pt x="21" y="6475"/>
                    <a:pt x="108" y="7429"/>
                    <a:pt x="341" y="8336"/>
                  </a:cubicBezTo>
                  <a:cubicBezTo>
                    <a:pt x="574" y="9242"/>
                    <a:pt x="1035" y="10129"/>
                    <a:pt x="1748" y="10730"/>
                  </a:cubicBezTo>
                  <a:cubicBezTo>
                    <a:pt x="1115" y="10043"/>
                    <a:pt x="754" y="9176"/>
                    <a:pt x="554" y="8289"/>
                  </a:cubicBezTo>
                  <a:cubicBezTo>
                    <a:pt x="354" y="7395"/>
                    <a:pt x="314" y="6468"/>
                    <a:pt x="308" y="5555"/>
                  </a:cubicBezTo>
                  <a:cubicBezTo>
                    <a:pt x="301" y="3701"/>
                    <a:pt x="414" y="1854"/>
                    <a:pt x="58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7" name="Google Shape;1930;p36"/>
            <p:cNvSpPr/>
            <p:nvPr/>
          </p:nvSpPr>
          <p:spPr>
            <a:xfrm>
              <a:off x="1761828" y="1725249"/>
              <a:ext cx="63072" cy="86959"/>
            </a:xfrm>
            <a:custGeom>
              <a:avLst/>
              <a:gdLst/>
              <a:ahLst/>
              <a:cxnLst/>
              <a:rect l="l" t="t" r="r" b="b"/>
              <a:pathLst>
                <a:path w="2255" h="3109" extrusionOk="0">
                  <a:moveTo>
                    <a:pt x="2254" y="1"/>
                  </a:moveTo>
                  <a:lnTo>
                    <a:pt x="2254" y="1"/>
                  </a:lnTo>
                  <a:cubicBezTo>
                    <a:pt x="1694" y="347"/>
                    <a:pt x="1207" y="794"/>
                    <a:pt x="821" y="1328"/>
                  </a:cubicBezTo>
                  <a:cubicBezTo>
                    <a:pt x="427" y="1861"/>
                    <a:pt x="147" y="2461"/>
                    <a:pt x="0" y="3108"/>
                  </a:cubicBezTo>
                  <a:cubicBezTo>
                    <a:pt x="347" y="2555"/>
                    <a:pt x="681" y="2021"/>
                    <a:pt x="1054" y="1501"/>
                  </a:cubicBezTo>
                  <a:cubicBezTo>
                    <a:pt x="1434" y="988"/>
                    <a:pt x="1841" y="514"/>
                    <a:pt x="225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8" name="Google Shape;1931;p36"/>
            <p:cNvSpPr/>
            <p:nvPr/>
          </p:nvSpPr>
          <p:spPr>
            <a:xfrm>
              <a:off x="1989000" y="1686650"/>
              <a:ext cx="9929" cy="83770"/>
            </a:xfrm>
            <a:custGeom>
              <a:avLst/>
              <a:gdLst/>
              <a:ahLst/>
              <a:cxnLst/>
              <a:rect l="l" t="t" r="r" b="b"/>
              <a:pathLst>
                <a:path w="355" h="2995" extrusionOk="0">
                  <a:moveTo>
                    <a:pt x="354" y="0"/>
                  </a:moveTo>
                  <a:cubicBezTo>
                    <a:pt x="141" y="467"/>
                    <a:pt x="27" y="974"/>
                    <a:pt x="21" y="1487"/>
                  </a:cubicBezTo>
                  <a:cubicBezTo>
                    <a:pt x="1" y="2001"/>
                    <a:pt x="87" y="2514"/>
                    <a:pt x="281" y="2994"/>
                  </a:cubicBezTo>
                  <a:cubicBezTo>
                    <a:pt x="301" y="2474"/>
                    <a:pt x="301" y="1987"/>
                    <a:pt x="314" y="1494"/>
                  </a:cubicBezTo>
                  <a:cubicBezTo>
                    <a:pt x="321" y="1001"/>
                    <a:pt x="354" y="507"/>
                    <a:pt x="35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9" name="Google Shape;1932;p36"/>
            <p:cNvSpPr/>
            <p:nvPr/>
          </p:nvSpPr>
          <p:spPr>
            <a:xfrm>
              <a:off x="2264477" y="1666120"/>
              <a:ext cx="58038" cy="108775"/>
            </a:xfrm>
            <a:custGeom>
              <a:avLst/>
              <a:gdLst/>
              <a:ahLst/>
              <a:cxnLst/>
              <a:rect l="l" t="t" r="r" b="b"/>
              <a:pathLst>
                <a:path w="2075" h="3889" extrusionOk="0">
                  <a:moveTo>
                    <a:pt x="1" y="1"/>
                  </a:moveTo>
                  <a:lnTo>
                    <a:pt x="1" y="1"/>
                  </a:lnTo>
                  <a:cubicBezTo>
                    <a:pt x="274" y="267"/>
                    <a:pt x="448" y="574"/>
                    <a:pt x="588" y="908"/>
                  </a:cubicBezTo>
                  <a:cubicBezTo>
                    <a:pt x="734" y="1241"/>
                    <a:pt x="874" y="1594"/>
                    <a:pt x="1021" y="1928"/>
                  </a:cubicBezTo>
                  <a:cubicBezTo>
                    <a:pt x="1321" y="2601"/>
                    <a:pt x="1675" y="3262"/>
                    <a:pt x="2075" y="3888"/>
                  </a:cubicBezTo>
                  <a:cubicBezTo>
                    <a:pt x="1861" y="3175"/>
                    <a:pt x="1601" y="2481"/>
                    <a:pt x="1288" y="1808"/>
                  </a:cubicBezTo>
                  <a:cubicBezTo>
                    <a:pt x="1135" y="1468"/>
                    <a:pt x="981" y="1134"/>
                    <a:pt x="788" y="808"/>
                  </a:cubicBezTo>
                  <a:cubicBezTo>
                    <a:pt x="601" y="488"/>
                    <a:pt x="341" y="167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" name="Google Shape;1933;p36"/>
            <p:cNvSpPr/>
            <p:nvPr/>
          </p:nvSpPr>
          <p:spPr>
            <a:xfrm>
              <a:off x="2532709" y="1709949"/>
              <a:ext cx="112663" cy="121278"/>
            </a:xfrm>
            <a:custGeom>
              <a:avLst/>
              <a:gdLst/>
              <a:ahLst/>
              <a:cxnLst/>
              <a:rect l="l" t="t" r="r" b="b"/>
              <a:pathLst>
                <a:path w="4028" h="4336" extrusionOk="0">
                  <a:moveTo>
                    <a:pt x="0" y="1"/>
                  </a:moveTo>
                  <a:lnTo>
                    <a:pt x="0" y="1"/>
                  </a:lnTo>
                  <a:cubicBezTo>
                    <a:pt x="894" y="474"/>
                    <a:pt x="1694" y="1088"/>
                    <a:pt x="2387" y="1821"/>
                  </a:cubicBezTo>
                  <a:cubicBezTo>
                    <a:pt x="3061" y="2561"/>
                    <a:pt x="3614" y="3415"/>
                    <a:pt x="4028" y="4335"/>
                  </a:cubicBezTo>
                  <a:cubicBezTo>
                    <a:pt x="3828" y="3328"/>
                    <a:pt x="3301" y="2388"/>
                    <a:pt x="2594" y="1628"/>
                  </a:cubicBezTo>
                  <a:cubicBezTo>
                    <a:pt x="1887" y="868"/>
                    <a:pt x="987" y="274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" name="Google Shape;1934;p36"/>
            <p:cNvSpPr/>
            <p:nvPr/>
          </p:nvSpPr>
          <p:spPr>
            <a:xfrm>
              <a:off x="1438578" y="1575665"/>
              <a:ext cx="268624" cy="362603"/>
            </a:xfrm>
            <a:custGeom>
              <a:avLst/>
              <a:gdLst/>
              <a:ahLst/>
              <a:cxnLst/>
              <a:rect l="l" t="t" r="r" b="b"/>
              <a:pathLst>
                <a:path w="9604" h="12964" extrusionOk="0">
                  <a:moveTo>
                    <a:pt x="9604" y="1"/>
                  </a:moveTo>
                  <a:cubicBezTo>
                    <a:pt x="8310" y="501"/>
                    <a:pt x="7123" y="1268"/>
                    <a:pt x="6069" y="2181"/>
                  </a:cubicBezTo>
                  <a:cubicBezTo>
                    <a:pt x="5022" y="3115"/>
                    <a:pt x="4109" y="4175"/>
                    <a:pt x="3335" y="5342"/>
                  </a:cubicBezTo>
                  <a:cubicBezTo>
                    <a:pt x="1795" y="7676"/>
                    <a:pt x="775" y="10303"/>
                    <a:pt x="1" y="12964"/>
                  </a:cubicBezTo>
                  <a:cubicBezTo>
                    <a:pt x="995" y="10377"/>
                    <a:pt x="2062" y="7796"/>
                    <a:pt x="3575" y="5509"/>
                  </a:cubicBezTo>
                  <a:cubicBezTo>
                    <a:pt x="5096" y="3228"/>
                    <a:pt x="7103" y="1214"/>
                    <a:pt x="960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" name="Google Shape;1935;p36"/>
            <p:cNvSpPr/>
            <p:nvPr/>
          </p:nvSpPr>
          <p:spPr>
            <a:xfrm>
              <a:off x="1840731" y="1642821"/>
              <a:ext cx="67548" cy="61394"/>
            </a:xfrm>
            <a:custGeom>
              <a:avLst/>
              <a:gdLst/>
              <a:ahLst/>
              <a:cxnLst/>
              <a:rect l="l" t="t" r="r" b="b"/>
              <a:pathLst>
                <a:path w="2415" h="2195" extrusionOk="0">
                  <a:moveTo>
                    <a:pt x="2414" y="0"/>
                  </a:moveTo>
                  <a:lnTo>
                    <a:pt x="2414" y="0"/>
                  </a:lnTo>
                  <a:cubicBezTo>
                    <a:pt x="1901" y="214"/>
                    <a:pt x="1427" y="514"/>
                    <a:pt x="1020" y="894"/>
                  </a:cubicBezTo>
                  <a:cubicBezTo>
                    <a:pt x="607" y="1260"/>
                    <a:pt x="260" y="1701"/>
                    <a:pt x="0" y="2194"/>
                  </a:cubicBezTo>
                  <a:cubicBezTo>
                    <a:pt x="434" y="1834"/>
                    <a:pt x="827" y="1474"/>
                    <a:pt x="1221" y="1107"/>
                  </a:cubicBezTo>
                  <a:cubicBezTo>
                    <a:pt x="1614" y="740"/>
                    <a:pt x="2021" y="400"/>
                    <a:pt x="24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" name="Google Shape;1936;p36"/>
            <p:cNvSpPr/>
            <p:nvPr/>
          </p:nvSpPr>
          <p:spPr>
            <a:xfrm>
              <a:off x="2222158" y="1575302"/>
              <a:ext cx="45535" cy="61954"/>
            </a:xfrm>
            <a:custGeom>
              <a:avLst/>
              <a:gdLst/>
              <a:ahLst/>
              <a:cxnLst/>
              <a:rect l="l" t="t" r="r" b="b"/>
              <a:pathLst>
                <a:path w="1628" h="2215" extrusionOk="0">
                  <a:moveTo>
                    <a:pt x="0" y="0"/>
                  </a:moveTo>
                  <a:lnTo>
                    <a:pt x="0" y="0"/>
                  </a:lnTo>
                  <a:cubicBezTo>
                    <a:pt x="387" y="840"/>
                    <a:pt x="940" y="1594"/>
                    <a:pt x="1627" y="2214"/>
                  </a:cubicBezTo>
                  <a:cubicBezTo>
                    <a:pt x="1254" y="1367"/>
                    <a:pt x="700" y="607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" name="Google Shape;1937;p36"/>
            <p:cNvSpPr/>
            <p:nvPr/>
          </p:nvSpPr>
          <p:spPr>
            <a:xfrm>
              <a:off x="2016411" y="1492119"/>
              <a:ext cx="173134" cy="16418"/>
            </a:xfrm>
            <a:custGeom>
              <a:avLst/>
              <a:gdLst/>
              <a:ahLst/>
              <a:cxnLst/>
              <a:rect l="l" t="t" r="r" b="b"/>
              <a:pathLst>
                <a:path w="6190" h="587" extrusionOk="0">
                  <a:moveTo>
                    <a:pt x="4340" y="1"/>
                  </a:moveTo>
                  <a:cubicBezTo>
                    <a:pt x="3917" y="1"/>
                    <a:pt x="3495" y="18"/>
                    <a:pt x="3075" y="53"/>
                  </a:cubicBezTo>
                  <a:cubicBezTo>
                    <a:pt x="2035" y="127"/>
                    <a:pt x="1001" y="307"/>
                    <a:pt x="1" y="587"/>
                  </a:cubicBezTo>
                  <a:cubicBezTo>
                    <a:pt x="1041" y="520"/>
                    <a:pt x="2075" y="427"/>
                    <a:pt x="3102" y="347"/>
                  </a:cubicBezTo>
                  <a:cubicBezTo>
                    <a:pt x="4122" y="260"/>
                    <a:pt x="5149" y="207"/>
                    <a:pt x="6189" y="113"/>
                  </a:cubicBezTo>
                  <a:cubicBezTo>
                    <a:pt x="5575" y="38"/>
                    <a:pt x="4957" y="1"/>
                    <a:pt x="434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" name="Google Shape;1938;p36"/>
            <p:cNvSpPr/>
            <p:nvPr/>
          </p:nvSpPr>
          <p:spPr>
            <a:xfrm>
              <a:off x="1758108" y="1541878"/>
              <a:ext cx="119376" cy="23187"/>
            </a:xfrm>
            <a:custGeom>
              <a:avLst/>
              <a:gdLst/>
              <a:ahLst/>
              <a:cxnLst/>
              <a:rect l="l" t="t" r="r" b="b"/>
              <a:pathLst>
                <a:path w="4268" h="829" extrusionOk="0">
                  <a:moveTo>
                    <a:pt x="2900" y="0"/>
                  </a:moveTo>
                  <a:cubicBezTo>
                    <a:pt x="2621" y="0"/>
                    <a:pt x="2342" y="23"/>
                    <a:pt x="2067" y="68"/>
                  </a:cubicBezTo>
                  <a:cubicBezTo>
                    <a:pt x="1327" y="175"/>
                    <a:pt x="627" y="428"/>
                    <a:pt x="0" y="828"/>
                  </a:cubicBezTo>
                  <a:cubicBezTo>
                    <a:pt x="687" y="628"/>
                    <a:pt x="1394" y="468"/>
                    <a:pt x="2107" y="362"/>
                  </a:cubicBezTo>
                  <a:cubicBezTo>
                    <a:pt x="2821" y="255"/>
                    <a:pt x="3541" y="202"/>
                    <a:pt x="4268" y="182"/>
                  </a:cubicBezTo>
                  <a:cubicBezTo>
                    <a:pt x="3820" y="61"/>
                    <a:pt x="3359" y="0"/>
                    <a:pt x="29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" name="Google Shape;1939;p36"/>
            <p:cNvSpPr/>
            <p:nvPr/>
          </p:nvSpPr>
          <p:spPr>
            <a:xfrm>
              <a:off x="2329031" y="1539109"/>
              <a:ext cx="217495" cy="98874"/>
            </a:xfrm>
            <a:custGeom>
              <a:avLst/>
              <a:gdLst/>
              <a:ahLst/>
              <a:cxnLst/>
              <a:rect l="l" t="t" r="r" b="b"/>
              <a:pathLst>
                <a:path w="7776" h="3535" extrusionOk="0">
                  <a:moveTo>
                    <a:pt x="0" y="1"/>
                  </a:moveTo>
                  <a:lnTo>
                    <a:pt x="0" y="1"/>
                  </a:lnTo>
                  <a:cubicBezTo>
                    <a:pt x="1374" y="461"/>
                    <a:pt x="2748" y="861"/>
                    <a:pt x="4075" y="1394"/>
                  </a:cubicBezTo>
                  <a:cubicBezTo>
                    <a:pt x="5402" y="1928"/>
                    <a:pt x="6669" y="2608"/>
                    <a:pt x="7776" y="3535"/>
                  </a:cubicBezTo>
                  <a:cubicBezTo>
                    <a:pt x="6815" y="2434"/>
                    <a:pt x="5522" y="1668"/>
                    <a:pt x="4181" y="1127"/>
                  </a:cubicBezTo>
                  <a:cubicBezTo>
                    <a:pt x="2834" y="594"/>
                    <a:pt x="1427" y="22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" name="Google Shape;1940;p36"/>
            <p:cNvSpPr/>
            <p:nvPr/>
          </p:nvSpPr>
          <p:spPr>
            <a:xfrm>
              <a:off x="2360917" y="2950475"/>
              <a:ext cx="176463" cy="290608"/>
            </a:xfrm>
            <a:custGeom>
              <a:avLst/>
              <a:gdLst/>
              <a:ahLst/>
              <a:cxnLst/>
              <a:rect l="l" t="t" r="r" b="b"/>
              <a:pathLst>
                <a:path w="6309" h="10390" extrusionOk="0">
                  <a:moveTo>
                    <a:pt x="1" y="1"/>
                  </a:moveTo>
                  <a:cubicBezTo>
                    <a:pt x="521" y="101"/>
                    <a:pt x="934" y="427"/>
                    <a:pt x="1294" y="794"/>
                  </a:cubicBezTo>
                  <a:cubicBezTo>
                    <a:pt x="1654" y="1161"/>
                    <a:pt x="1941" y="1594"/>
                    <a:pt x="2254" y="2014"/>
                  </a:cubicBezTo>
                  <a:cubicBezTo>
                    <a:pt x="4048" y="4568"/>
                    <a:pt x="5415" y="7396"/>
                    <a:pt x="6309" y="10390"/>
                  </a:cubicBezTo>
                  <a:cubicBezTo>
                    <a:pt x="5902" y="8329"/>
                    <a:pt x="5182" y="6349"/>
                    <a:pt x="4162" y="4515"/>
                  </a:cubicBezTo>
                  <a:cubicBezTo>
                    <a:pt x="3648" y="3595"/>
                    <a:pt x="3068" y="2715"/>
                    <a:pt x="2434" y="1881"/>
                  </a:cubicBezTo>
                  <a:cubicBezTo>
                    <a:pt x="2101" y="1468"/>
                    <a:pt x="1774" y="1054"/>
                    <a:pt x="1394" y="694"/>
                  </a:cubicBezTo>
                  <a:cubicBezTo>
                    <a:pt x="1007" y="334"/>
                    <a:pt x="527" y="47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" name="Google Shape;1941;p36"/>
            <p:cNvSpPr/>
            <p:nvPr/>
          </p:nvSpPr>
          <p:spPr>
            <a:xfrm>
              <a:off x="2597040" y="2837084"/>
              <a:ext cx="132662" cy="428081"/>
            </a:xfrm>
            <a:custGeom>
              <a:avLst/>
              <a:gdLst/>
              <a:ahLst/>
              <a:cxnLst/>
              <a:rect l="l" t="t" r="r" b="b"/>
              <a:pathLst>
                <a:path w="4743" h="15305" extrusionOk="0">
                  <a:moveTo>
                    <a:pt x="288" y="0"/>
                  </a:moveTo>
                  <a:cubicBezTo>
                    <a:pt x="87" y="654"/>
                    <a:pt x="34" y="1341"/>
                    <a:pt x="54" y="2034"/>
                  </a:cubicBezTo>
                  <a:cubicBezTo>
                    <a:pt x="67" y="2721"/>
                    <a:pt x="141" y="3408"/>
                    <a:pt x="201" y="4081"/>
                  </a:cubicBezTo>
                  <a:cubicBezTo>
                    <a:pt x="328" y="5442"/>
                    <a:pt x="494" y="6809"/>
                    <a:pt x="808" y="8149"/>
                  </a:cubicBezTo>
                  <a:cubicBezTo>
                    <a:pt x="1108" y="9503"/>
                    <a:pt x="1621" y="10796"/>
                    <a:pt x="2328" y="11983"/>
                  </a:cubicBezTo>
                  <a:cubicBezTo>
                    <a:pt x="3028" y="13170"/>
                    <a:pt x="3875" y="14251"/>
                    <a:pt x="4742" y="15304"/>
                  </a:cubicBezTo>
                  <a:cubicBezTo>
                    <a:pt x="3969" y="14177"/>
                    <a:pt x="3182" y="13057"/>
                    <a:pt x="2521" y="11870"/>
                  </a:cubicBezTo>
                  <a:cubicBezTo>
                    <a:pt x="1868" y="10676"/>
                    <a:pt x="1388" y="9403"/>
                    <a:pt x="1094" y="8082"/>
                  </a:cubicBezTo>
                  <a:cubicBezTo>
                    <a:pt x="774" y="6769"/>
                    <a:pt x="574" y="5408"/>
                    <a:pt x="428" y="4055"/>
                  </a:cubicBezTo>
                  <a:cubicBezTo>
                    <a:pt x="281" y="2708"/>
                    <a:pt x="1" y="1347"/>
                    <a:pt x="2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" name="Google Shape;1942;p36"/>
            <p:cNvSpPr/>
            <p:nvPr/>
          </p:nvSpPr>
          <p:spPr>
            <a:xfrm>
              <a:off x="2593879" y="3130825"/>
              <a:ext cx="95322" cy="154842"/>
            </a:xfrm>
            <a:custGeom>
              <a:avLst/>
              <a:gdLst/>
              <a:ahLst/>
              <a:cxnLst/>
              <a:rect l="l" t="t" r="r" b="b"/>
              <a:pathLst>
                <a:path w="3408" h="5536" extrusionOk="0">
                  <a:moveTo>
                    <a:pt x="60" y="1"/>
                  </a:moveTo>
                  <a:lnTo>
                    <a:pt x="60" y="1"/>
                  </a:lnTo>
                  <a:cubicBezTo>
                    <a:pt x="0" y="1121"/>
                    <a:pt x="341" y="2275"/>
                    <a:pt x="934" y="3248"/>
                  </a:cubicBezTo>
                  <a:cubicBezTo>
                    <a:pt x="1527" y="4222"/>
                    <a:pt x="2381" y="5056"/>
                    <a:pt x="3408" y="5536"/>
                  </a:cubicBezTo>
                  <a:cubicBezTo>
                    <a:pt x="2514" y="4869"/>
                    <a:pt x="1754" y="4042"/>
                    <a:pt x="1174" y="3102"/>
                  </a:cubicBezTo>
                  <a:cubicBezTo>
                    <a:pt x="607" y="2148"/>
                    <a:pt x="227" y="1095"/>
                    <a:pt x="6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" name="Google Shape;1943;p36"/>
            <p:cNvSpPr/>
            <p:nvPr/>
          </p:nvSpPr>
          <p:spPr>
            <a:xfrm>
              <a:off x="2819933" y="2905527"/>
              <a:ext cx="65114" cy="177777"/>
            </a:xfrm>
            <a:custGeom>
              <a:avLst/>
              <a:gdLst/>
              <a:ahLst/>
              <a:cxnLst/>
              <a:rect l="l" t="t" r="r" b="b"/>
              <a:pathLst>
                <a:path w="2328" h="6356" extrusionOk="0">
                  <a:moveTo>
                    <a:pt x="1" y="0"/>
                  </a:moveTo>
                  <a:lnTo>
                    <a:pt x="1" y="0"/>
                  </a:lnTo>
                  <a:cubicBezTo>
                    <a:pt x="427" y="1054"/>
                    <a:pt x="847" y="2101"/>
                    <a:pt x="1234" y="3155"/>
                  </a:cubicBezTo>
                  <a:cubicBezTo>
                    <a:pt x="1628" y="4202"/>
                    <a:pt x="1968" y="5269"/>
                    <a:pt x="2328" y="6355"/>
                  </a:cubicBezTo>
                  <a:cubicBezTo>
                    <a:pt x="2188" y="5222"/>
                    <a:pt x="1914" y="4115"/>
                    <a:pt x="1514" y="3055"/>
                  </a:cubicBezTo>
                  <a:cubicBezTo>
                    <a:pt x="1128" y="1981"/>
                    <a:pt x="621" y="954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" name="Google Shape;1944;p36"/>
            <p:cNvSpPr/>
            <p:nvPr/>
          </p:nvSpPr>
          <p:spPr>
            <a:xfrm>
              <a:off x="2812101" y="2992989"/>
              <a:ext cx="23159" cy="67380"/>
            </a:xfrm>
            <a:custGeom>
              <a:avLst/>
              <a:gdLst/>
              <a:ahLst/>
              <a:cxnLst/>
              <a:rect l="l" t="t" r="r" b="b"/>
              <a:pathLst>
                <a:path w="828" h="2409" extrusionOk="0">
                  <a:moveTo>
                    <a:pt x="67" y="1"/>
                  </a:moveTo>
                  <a:cubicBezTo>
                    <a:pt x="1" y="434"/>
                    <a:pt x="41" y="875"/>
                    <a:pt x="174" y="1295"/>
                  </a:cubicBezTo>
                  <a:cubicBezTo>
                    <a:pt x="294" y="1715"/>
                    <a:pt x="521" y="2095"/>
                    <a:pt x="827" y="2408"/>
                  </a:cubicBezTo>
                  <a:cubicBezTo>
                    <a:pt x="707" y="1981"/>
                    <a:pt x="574" y="1608"/>
                    <a:pt x="447" y="1208"/>
                  </a:cubicBezTo>
                  <a:cubicBezTo>
                    <a:pt x="327" y="808"/>
                    <a:pt x="214" y="414"/>
                    <a:pt x="6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" name="Google Shape;1945;p36"/>
            <p:cNvSpPr/>
            <p:nvPr/>
          </p:nvSpPr>
          <p:spPr>
            <a:xfrm>
              <a:off x="791940" y="3380010"/>
              <a:ext cx="327920" cy="1097739"/>
            </a:xfrm>
            <a:custGeom>
              <a:avLst/>
              <a:gdLst/>
              <a:ahLst/>
              <a:cxnLst/>
              <a:rect l="l" t="t" r="r" b="b"/>
              <a:pathLst>
                <a:path w="11724" h="39247" extrusionOk="0">
                  <a:moveTo>
                    <a:pt x="7269" y="1"/>
                  </a:moveTo>
                  <a:lnTo>
                    <a:pt x="7269" y="1"/>
                  </a:lnTo>
                  <a:cubicBezTo>
                    <a:pt x="4682" y="648"/>
                    <a:pt x="2501" y="4375"/>
                    <a:pt x="1247" y="11351"/>
                  </a:cubicBezTo>
                  <a:cubicBezTo>
                    <a:pt x="0" y="18332"/>
                    <a:pt x="541" y="29189"/>
                    <a:pt x="3668" y="34277"/>
                  </a:cubicBezTo>
                  <a:cubicBezTo>
                    <a:pt x="6327" y="38606"/>
                    <a:pt x="9397" y="39247"/>
                    <a:pt x="10636" y="39247"/>
                  </a:cubicBezTo>
                  <a:cubicBezTo>
                    <a:pt x="10851" y="39247"/>
                    <a:pt x="11011" y="39227"/>
                    <a:pt x="11103" y="39205"/>
                  </a:cubicBezTo>
                  <a:cubicBezTo>
                    <a:pt x="11724" y="39045"/>
                    <a:pt x="6409" y="33630"/>
                    <a:pt x="5309" y="21873"/>
                  </a:cubicBezTo>
                  <a:cubicBezTo>
                    <a:pt x="4208" y="10110"/>
                    <a:pt x="7269" y="1"/>
                    <a:pt x="7269" y="1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3" name="Google Shape;1946;p36"/>
            <p:cNvSpPr/>
            <p:nvPr/>
          </p:nvSpPr>
          <p:spPr>
            <a:xfrm>
              <a:off x="782990" y="3371759"/>
              <a:ext cx="331081" cy="1113598"/>
            </a:xfrm>
            <a:custGeom>
              <a:avLst/>
              <a:gdLst/>
              <a:ahLst/>
              <a:cxnLst/>
              <a:rect l="l" t="t" r="r" b="b"/>
              <a:pathLst>
                <a:path w="11837" h="39814" extrusionOk="0">
                  <a:moveTo>
                    <a:pt x="7162" y="743"/>
                  </a:moveTo>
                  <a:lnTo>
                    <a:pt x="7162" y="743"/>
                  </a:lnTo>
                  <a:cubicBezTo>
                    <a:pt x="6562" y="2997"/>
                    <a:pt x="4395" y="12032"/>
                    <a:pt x="5342" y="22195"/>
                  </a:cubicBezTo>
                  <a:cubicBezTo>
                    <a:pt x="6162" y="30997"/>
                    <a:pt x="9303" y="36232"/>
                    <a:pt x="10643" y="38466"/>
                  </a:cubicBezTo>
                  <a:cubicBezTo>
                    <a:pt x="10823" y="38766"/>
                    <a:pt x="10997" y="39046"/>
                    <a:pt x="11097" y="39233"/>
                  </a:cubicBezTo>
                  <a:cubicBezTo>
                    <a:pt x="11059" y="39234"/>
                    <a:pt x="11018" y="39235"/>
                    <a:pt x="10972" y="39235"/>
                  </a:cubicBezTo>
                  <a:cubicBezTo>
                    <a:pt x="9929" y="39235"/>
                    <a:pt x="6926" y="38790"/>
                    <a:pt x="4235" y="34418"/>
                  </a:cubicBezTo>
                  <a:cubicBezTo>
                    <a:pt x="1828" y="30504"/>
                    <a:pt x="234" y="20708"/>
                    <a:pt x="1854" y="11699"/>
                  </a:cubicBezTo>
                  <a:cubicBezTo>
                    <a:pt x="2941" y="5604"/>
                    <a:pt x="4822" y="1756"/>
                    <a:pt x="7162" y="743"/>
                  </a:cubicBezTo>
                  <a:close/>
                  <a:moveTo>
                    <a:pt x="7591" y="0"/>
                  </a:moveTo>
                  <a:cubicBezTo>
                    <a:pt x="7568" y="0"/>
                    <a:pt x="7545" y="3"/>
                    <a:pt x="7522" y="9"/>
                  </a:cubicBezTo>
                  <a:cubicBezTo>
                    <a:pt x="5529" y="509"/>
                    <a:pt x="2834" y="2930"/>
                    <a:pt x="1274" y="11599"/>
                  </a:cubicBezTo>
                  <a:cubicBezTo>
                    <a:pt x="0" y="18714"/>
                    <a:pt x="574" y="29584"/>
                    <a:pt x="3741" y="34718"/>
                  </a:cubicBezTo>
                  <a:cubicBezTo>
                    <a:pt x="6569" y="39320"/>
                    <a:pt x="9763" y="39813"/>
                    <a:pt x="10977" y="39813"/>
                  </a:cubicBezTo>
                  <a:cubicBezTo>
                    <a:pt x="11150" y="39813"/>
                    <a:pt x="11323" y="39806"/>
                    <a:pt x="11497" y="39780"/>
                  </a:cubicBezTo>
                  <a:cubicBezTo>
                    <a:pt x="11603" y="39746"/>
                    <a:pt x="11690" y="39673"/>
                    <a:pt x="11737" y="39573"/>
                  </a:cubicBezTo>
                  <a:cubicBezTo>
                    <a:pt x="11837" y="39320"/>
                    <a:pt x="11677" y="39053"/>
                    <a:pt x="11143" y="38166"/>
                  </a:cubicBezTo>
                  <a:cubicBezTo>
                    <a:pt x="9823" y="35965"/>
                    <a:pt x="6729" y="30811"/>
                    <a:pt x="5922" y="22142"/>
                  </a:cubicBezTo>
                  <a:cubicBezTo>
                    <a:pt x="4842" y="10572"/>
                    <a:pt x="7836" y="476"/>
                    <a:pt x="7869" y="376"/>
                  </a:cubicBezTo>
                  <a:cubicBezTo>
                    <a:pt x="7896" y="276"/>
                    <a:pt x="7869" y="169"/>
                    <a:pt x="7796" y="96"/>
                  </a:cubicBezTo>
                  <a:cubicBezTo>
                    <a:pt x="7744" y="34"/>
                    <a:pt x="7669" y="0"/>
                    <a:pt x="759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" name="Google Shape;1947;p36"/>
            <p:cNvSpPr/>
            <p:nvPr/>
          </p:nvSpPr>
          <p:spPr>
            <a:xfrm>
              <a:off x="828693" y="2955397"/>
              <a:ext cx="1442357" cy="1707093"/>
            </a:xfrm>
            <a:custGeom>
              <a:avLst/>
              <a:gdLst/>
              <a:ahLst/>
              <a:cxnLst/>
              <a:rect l="l" t="t" r="r" b="b"/>
              <a:pathLst>
                <a:path w="51568" h="61033" extrusionOk="0">
                  <a:moveTo>
                    <a:pt x="28422" y="0"/>
                  </a:moveTo>
                  <a:cubicBezTo>
                    <a:pt x="23277" y="0"/>
                    <a:pt x="18984" y="1276"/>
                    <a:pt x="15444" y="3446"/>
                  </a:cubicBezTo>
                  <a:cubicBezTo>
                    <a:pt x="7969" y="8027"/>
                    <a:pt x="3895" y="16636"/>
                    <a:pt x="2367" y="25771"/>
                  </a:cubicBezTo>
                  <a:cubicBezTo>
                    <a:pt x="0" y="39875"/>
                    <a:pt x="2174" y="58780"/>
                    <a:pt x="21919" y="60774"/>
                  </a:cubicBezTo>
                  <a:cubicBezTo>
                    <a:pt x="23642" y="60947"/>
                    <a:pt x="25293" y="61033"/>
                    <a:pt x="26872" y="61033"/>
                  </a:cubicBezTo>
                  <a:cubicBezTo>
                    <a:pt x="33740" y="61033"/>
                    <a:pt x="39237" y="59413"/>
                    <a:pt x="43265" y="56333"/>
                  </a:cubicBezTo>
                  <a:cubicBezTo>
                    <a:pt x="44972" y="55039"/>
                    <a:pt x="46439" y="53452"/>
                    <a:pt x="47600" y="51652"/>
                  </a:cubicBezTo>
                  <a:cubicBezTo>
                    <a:pt x="50307" y="47457"/>
                    <a:pt x="51567" y="41949"/>
                    <a:pt x="51281" y="35287"/>
                  </a:cubicBezTo>
                  <a:cubicBezTo>
                    <a:pt x="50754" y="22637"/>
                    <a:pt x="49920" y="10981"/>
                    <a:pt x="43038" y="4746"/>
                  </a:cubicBezTo>
                  <a:cubicBezTo>
                    <a:pt x="42031" y="3839"/>
                    <a:pt x="40924" y="3059"/>
                    <a:pt x="39731" y="2425"/>
                  </a:cubicBezTo>
                  <a:cubicBezTo>
                    <a:pt x="37604" y="1312"/>
                    <a:pt x="35076" y="545"/>
                    <a:pt x="32062" y="198"/>
                  </a:cubicBezTo>
                  <a:cubicBezTo>
                    <a:pt x="31662" y="158"/>
                    <a:pt x="31262" y="118"/>
                    <a:pt x="30842" y="91"/>
                  </a:cubicBezTo>
                  <a:cubicBezTo>
                    <a:pt x="30015" y="30"/>
                    <a:pt x="29208" y="0"/>
                    <a:pt x="28422" y="0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" name="Google Shape;1948;p36"/>
            <p:cNvSpPr/>
            <p:nvPr/>
          </p:nvSpPr>
          <p:spPr>
            <a:xfrm>
              <a:off x="823826" y="2947286"/>
              <a:ext cx="1455251" cy="1723455"/>
            </a:xfrm>
            <a:custGeom>
              <a:avLst/>
              <a:gdLst/>
              <a:ahLst/>
              <a:cxnLst/>
              <a:rect l="l" t="t" r="r" b="b"/>
              <a:pathLst>
                <a:path w="52029" h="61618" extrusionOk="0">
                  <a:moveTo>
                    <a:pt x="28615" y="581"/>
                  </a:moveTo>
                  <a:cubicBezTo>
                    <a:pt x="29389" y="581"/>
                    <a:pt x="30189" y="608"/>
                    <a:pt x="30996" y="675"/>
                  </a:cubicBezTo>
                  <a:cubicBezTo>
                    <a:pt x="31403" y="701"/>
                    <a:pt x="31809" y="741"/>
                    <a:pt x="32189" y="781"/>
                  </a:cubicBezTo>
                  <a:lnTo>
                    <a:pt x="32209" y="781"/>
                  </a:lnTo>
                  <a:cubicBezTo>
                    <a:pt x="35084" y="1108"/>
                    <a:pt x="37624" y="1848"/>
                    <a:pt x="39758" y="2975"/>
                  </a:cubicBezTo>
                  <a:cubicBezTo>
                    <a:pt x="40938" y="3595"/>
                    <a:pt x="42032" y="4362"/>
                    <a:pt x="43019" y="5249"/>
                  </a:cubicBezTo>
                  <a:cubicBezTo>
                    <a:pt x="49634" y="11244"/>
                    <a:pt x="50594" y="22060"/>
                    <a:pt x="51168" y="35584"/>
                  </a:cubicBezTo>
                  <a:cubicBezTo>
                    <a:pt x="51448" y="42166"/>
                    <a:pt x="50221" y="47620"/>
                    <a:pt x="47527" y="51782"/>
                  </a:cubicBezTo>
                  <a:cubicBezTo>
                    <a:pt x="46387" y="53555"/>
                    <a:pt x="44939" y="55116"/>
                    <a:pt x="43259" y="56389"/>
                  </a:cubicBezTo>
                  <a:cubicBezTo>
                    <a:pt x="39225" y="59474"/>
                    <a:pt x="33795" y="61033"/>
                    <a:pt x="27090" y="61033"/>
                  </a:cubicBezTo>
                  <a:cubicBezTo>
                    <a:pt x="25504" y="61033"/>
                    <a:pt x="23847" y="60945"/>
                    <a:pt x="22120" y="60771"/>
                  </a:cubicBezTo>
                  <a:cubicBezTo>
                    <a:pt x="15585" y="60117"/>
                    <a:pt x="10544" y="57523"/>
                    <a:pt x="7143" y="53082"/>
                  </a:cubicBezTo>
                  <a:cubicBezTo>
                    <a:pt x="4969" y="50221"/>
                    <a:pt x="181" y="41879"/>
                    <a:pt x="2828" y="26108"/>
                  </a:cubicBezTo>
                  <a:cubicBezTo>
                    <a:pt x="4535" y="15912"/>
                    <a:pt x="9137" y="8063"/>
                    <a:pt x="15778" y="3982"/>
                  </a:cubicBezTo>
                  <a:cubicBezTo>
                    <a:pt x="19453" y="1728"/>
                    <a:pt x="23767" y="581"/>
                    <a:pt x="28615" y="581"/>
                  </a:cubicBezTo>
                  <a:close/>
                  <a:moveTo>
                    <a:pt x="28647" y="1"/>
                  </a:moveTo>
                  <a:cubicBezTo>
                    <a:pt x="23674" y="1"/>
                    <a:pt x="19250" y="1167"/>
                    <a:pt x="15472" y="3482"/>
                  </a:cubicBezTo>
                  <a:cubicBezTo>
                    <a:pt x="8683" y="7650"/>
                    <a:pt x="3982" y="15652"/>
                    <a:pt x="2248" y="26015"/>
                  </a:cubicBezTo>
                  <a:cubicBezTo>
                    <a:pt x="1354" y="31343"/>
                    <a:pt x="1" y="44680"/>
                    <a:pt x="6683" y="53429"/>
                  </a:cubicBezTo>
                  <a:cubicBezTo>
                    <a:pt x="10183" y="58017"/>
                    <a:pt x="15358" y="60677"/>
                    <a:pt x="22060" y="61351"/>
                  </a:cubicBezTo>
                  <a:cubicBezTo>
                    <a:pt x="23734" y="61524"/>
                    <a:pt x="25408" y="61618"/>
                    <a:pt x="27088" y="61618"/>
                  </a:cubicBezTo>
                  <a:cubicBezTo>
                    <a:pt x="33923" y="61618"/>
                    <a:pt x="39471" y="60024"/>
                    <a:pt x="43612" y="56850"/>
                  </a:cubicBezTo>
                  <a:cubicBezTo>
                    <a:pt x="45346" y="55529"/>
                    <a:pt x="46840" y="53922"/>
                    <a:pt x="48020" y="52088"/>
                  </a:cubicBezTo>
                  <a:cubicBezTo>
                    <a:pt x="50781" y="47821"/>
                    <a:pt x="52028" y="42259"/>
                    <a:pt x="51748" y="35551"/>
                  </a:cubicBezTo>
                  <a:cubicBezTo>
                    <a:pt x="51174" y="21894"/>
                    <a:pt x="50194" y="10951"/>
                    <a:pt x="43412" y="4809"/>
                  </a:cubicBezTo>
                  <a:cubicBezTo>
                    <a:pt x="42385" y="3889"/>
                    <a:pt x="41252" y="3095"/>
                    <a:pt x="40038" y="2449"/>
                  </a:cubicBezTo>
                  <a:cubicBezTo>
                    <a:pt x="37838" y="1288"/>
                    <a:pt x="35224" y="535"/>
                    <a:pt x="32289" y="201"/>
                  </a:cubicBezTo>
                  <a:lnTo>
                    <a:pt x="32243" y="201"/>
                  </a:lnTo>
                  <a:cubicBezTo>
                    <a:pt x="31849" y="155"/>
                    <a:pt x="31443" y="115"/>
                    <a:pt x="31042" y="88"/>
                  </a:cubicBezTo>
                  <a:cubicBezTo>
                    <a:pt x="30231" y="30"/>
                    <a:pt x="29432" y="1"/>
                    <a:pt x="2864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" name="Google Shape;1949;p36"/>
            <p:cNvSpPr/>
            <p:nvPr/>
          </p:nvSpPr>
          <p:spPr>
            <a:xfrm>
              <a:off x="828693" y="2948657"/>
              <a:ext cx="1493822" cy="1713834"/>
            </a:xfrm>
            <a:custGeom>
              <a:avLst/>
              <a:gdLst/>
              <a:ahLst/>
              <a:cxnLst/>
              <a:rect l="l" t="t" r="r" b="b"/>
              <a:pathLst>
                <a:path w="53408" h="61274" extrusionOk="0">
                  <a:moveTo>
                    <a:pt x="35139" y="0"/>
                  </a:moveTo>
                  <a:cubicBezTo>
                    <a:pt x="34082" y="0"/>
                    <a:pt x="33043" y="131"/>
                    <a:pt x="32062" y="446"/>
                  </a:cubicBezTo>
                  <a:cubicBezTo>
                    <a:pt x="31462" y="632"/>
                    <a:pt x="30895" y="892"/>
                    <a:pt x="30362" y="1219"/>
                  </a:cubicBezTo>
                  <a:cubicBezTo>
                    <a:pt x="26881" y="3353"/>
                    <a:pt x="25827" y="7848"/>
                    <a:pt x="23366" y="11095"/>
                  </a:cubicBezTo>
                  <a:cubicBezTo>
                    <a:pt x="22893" y="11722"/>
                    <a:pt x="22339" y="12315"/>
                    <a:pt x="21633" y="12636"/>
                  </a:cubicBezTo>
                  <a:cubicBezTo>
                    <a:pt x="20672" y="13076"/>
                    <a:pt x="19479" y="12989"/>
                    <a:pt x="18658" y="13629"/>
                  </a:cubicBezTo>
                  <a:cubicBezTo>
                    <a:pt x="17532" y="14503"/>
                    <a:pt x="17625" y="16203"/>
                    <a:pt x="17045" y="17504"/>
                  </a:cubicBezTo>
                  <a:cubicBezTo>
                    <a:pt x="16631" y="18417"/>
                    <a:pt x="15878" y="19131"/>
                    <a:pt x="15138" y="19817"/>
                  </a:cubicBezTo>
                  <a:cubicBezTo>
                    <a:pt x="13424" y="21425"/>
                    <a:pt x="11690" y="23038"/>
                    <a:pt x="9663" y="24232"/>
                  </a:cubicBezTo>
                  <a:cubicBezTo>
                    <a:pt x="9293" y="24459"/>
                    <a:pt x="8869" y="24674"/>
                    <a:pt x="8450" y="24674"/>
                  </a:cubicBezTo>
                  <a:cubicBezTo>
                    <a:pt x="8340" y="24674"/>
                    <a:pt x="8231" y="24659"/>
                    <a:pt x="8122" y="24625"/>
                  </a:cubicBezTo>
                  <a:cubicBezTo>
                    <a:pt x="7122" y="24325"/>
                    <a:pt x="7109" y="22918"/>
                    <a:pt x="7335" y="21898"/>
                  </a:cubicBezTo>
                  <a:cubicBezTo>
                    <a:pt x="8389" y="16977"/>
                    <a:pt x="9696" y="12035"/>
                    <a:pt x="12310" y="7741"/>
                  </a:cubicBezTo>
                  <a:cubicBezTo>
                    <a:pt x="13197" y="6274"/>
                    <a:pt x="14251" y="4914"/>
                    <a:pt x="15444" y="3687"/>
                  </a:cubicBezTo>
                  <a:lnTo>
                    <a:pt x="15444" y="3687"/>
                  </a:lnTo>
                  <a:cubicBezTo>
                    <a:pt x="7969" y="8268"/>
                    <a:pt x="3895" y="16877"/>
                    <a:pt x="2367" y="26012"/>
                  </a:cubicBezTo>
                  <a:cubicBezTo>
                    <a:pt x="0" y="40116"/>
                    <a:pt x="2174" y="59021"/>
                    <a:pt x="21919" y="61015"/>
                  </a:cubicBezTo>
                  <a:cubicBezTo>
                    <a:pt x="23639" y="61188"/>
                    <a:pt x="25287" y="61273"/>
                    <a:pt x="26863" y="61273"/>
                  </a:cubicBezTo>
                  <a:cubicBezTo>
                    <a:pt x="33735" y="61273"/>
                    <a:pt x="39235" y="59649"/>
                    <a:pt x="43265" y="56574"/>
                  </a:cubicBezTo>
                  <a:cubicBezTo>
                    <a:pt x="44559" y="55354"/>
                    <a:pt x="45786" y="54053"/>
                    <a:pt x="46933" y="52686"/>
                  </a:cubicBezTo>
                  <a:cubicBezTo>
                    <a:pt x="47153" y="52433"/>
                    <a:pt x="47380" y="52159"/>
                    <a:pt x="47600" y="51893"/>
                  </a:cubicBezTo>
                  <a:cubicBezTo>
                    <a:pt x="49887" y="49045"/>
                    <a:pt x="51874" y="45784"/>
                    <a:pt x="52621" y="42330"/>
                  </a:cubicBezTo>
                  <a:cubicBezTo>
                    <a:pt x="53374" y="38869"/>
                    <a:pt x="52954" y="35275"/>
                    <a:pt x="52901" y="31734"/>
                  </a:cubicBezTo>
                  <a:cubicBezTo>
                    <a:pt x="52808" y="26786"/>
                    <a:pt x="53408" y="21825"/>
                    <a:pt x="52914" y="16903"/>
                  </a:cubicBezTo>
                  <a:cubicBezTo>
                    <a:pt x="52421" y="11989"/>
                    <a:pt x="50634" y="6914"/>
                    <a:pt x="46733" y="3867"/>
                  </a:cubicBezTo>
                  <a:cubicBezTo>
                    <a:pt x="44812" y="2366"/>
                    <a:pt x="42498" y="1453"/>
                    <a:pt x="40151" y="786"/>
                  </a:cubicBezTo>
                  <a:cubicBezTo>
                    <a:pt x="38542" y="331"/>
                    <a:pt x="36818" y="0"/>
                    <a:pt x="35139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" name="Google Shape;1950;p36"/>
            <p:cNvSpPr/>
            <p:nvPr/>
          </p:nvSpPr>
          <p:spPr>
            <a:xfrm>
              <a:off x="896576" y="3639292"/>
              <a:ext cx="27075" cy="251618"/>
            </a:xfrm>
            <a:custGeom>
              <a:avLst/>
              <a:gdLst/>
              <a:ahLst/>
              <a:cxnLst/>
              <a:rect l="l" t="t" r="r" b="b"/>
              <a:pathLst>
                <a:path w="968" h="8996" extrusionOk="0">
                  <a:moveTo>
                    <a:pt x="967" y="0"/>
                  </a:moveTo>
                  <a:cubicBezTo>
                    <a:pt x="514" y="1447"/>
                    <a:pt x="234" y="2941"/>
                    <a:pt x="127" y="4461"/>
                  </a:cubicBezTo>
                  <a:cubicBezTo>
                    <a:pt x="0" y="5968"/>
                    <a:pt x="40" y="7489"/>
                    <a:pt x="261" y="8996"/>
                  </a:cubicBezTo>
                  <a:cubicBezTo>
                    <a:pt x="261" y="7475"/>
                    <a:pt x="294" y="5982"/>
                    <a:pt x="407" y="4481"/>
                  </a:cubicBezTo>
                  <a:cubicBezTo>
                    <a:pt x="527" y="2981"/>
                    <a:pt x="727" y="1500"/>
                    <a:pt x="9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" name="Google Shape;1951;p36"/>
            <p:cNvSpPr/>
            <p:nvPr/>
          </p:nvSpPr>
          <p:spPr>
            <a:xfrm>
              <a:off x="935734" y="3412651"/>
              <a:ext cx="48892" cy="177973"/>
            </a:xfrm>
            <a:custGeom>
              <a:avLst/>
              <a:gdLst/>
              <a:ahLst/>
              <a:cxnLst/>
              <a:rect l="l" t="t" r="r" b="b"/>
              <a:pathLst>
                <a:path w="1748" h="6363" extrusionOk="0">
                  <a:moveTo>
                    <a:pt x="1748" y="1"/>
                  </a:moveTo>
                  <a:cubicBezTo>
                    <a:pt x="1275" y="1001"/>
                    <a:pt x="881" y="2035"/>
                    <a:pt x="568" y="3102"/>
                  </a:cubicBezTo>
                  <a:cubicBezTo>
                    <a:pt x="254" y="4162"/>
                    <a:pt x="28" y="5249"/>
                    <a:pt x="1" y="6363"/>
                  </a:cubicBezTo>
                  <a:cubicBezTo>
                    <a:pt x="254" y="5282"/>
                    <a:pt x="548" y="4229"/>
                    <a:pt x="848" y="3175"/>
                  </a:cubicBezTo>
                  <a:cubicBezTo>
                    <a:pt x="1148" y="2121"/>
                    <a:pt x="1495" y="1081"/>
                    <a:pt x="174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" name="Google Shape;1952;p36"/>
            <p:cNvSpPr/>
            <p:nvPr/>
          </p:nvSpPr>
          <p:spPr>
            <a:xfrm>
              <a:off x="1019867" y="3126182"/>
              <a:ext cx="204433" cy="243619"/>
            </a:xfrm>
            <a:custGeom>
              <a:avLst/>
              <a:gdLst/>
              <a:ahLst/>
              <a:cxnLst/>
              <a:rect l="l" t="t" r="r" b="b"/>
              <a:pathLst>
                <a:path w="7309" h="8710" extrusionOk="0">
                  <a:moveTo>
                    <a:pt x="7309" y="0"/>
                  </a:moveTo>
                  <a:lnTo>
                    <a:pt x="7309" y="0"/>
                  </a:lnTo>
                  <a:cubicBezTo>
                    <a:pt x="5588" y="914"/>
                    <a:pt x="4061" y="2154"/>
                    <a:pt x="2821" y="3655"/>
                  </a:cubicBezTo>
                  <a:cubicBezTo>
                    <a:pt x="1567" y="5148"/>
                    <a:pt x="574" y="6869"/>
                    <a:pt x="0" y="8709"/>
                  </a:cubicBezTo>
                  <a:cubicBezTo>
                    <a:pt x="781" y="6955"/>
                    <a:pt x="1801" y="5315"/>
                    <a:pt x="3034" y="3841"/>
                  </a:cubicBezTo>
                  <a:cubicBezTo>
                    <a:pt x="4275" y="2368"/>
                    <a:pt x="5715" y="1074"/>
                    <a:pt x="730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" name="Google Shape;1953;p36"/>
            <p:cNvSpPr/>
            <p:nvPr/>
          </p:nvSpPr>
          <p:spPr>
            <a:xfrm>
              <a:off x="1117035" y="3343090"/>
              <a:ext cx="100748" cy="317487"/>
            </a:xfrm>
            <a:custGeom>
              <a:avLst/>
              <a:gdLst/>
              <a:ahLst/>
              <a:cxnLst/>
              <a:rect l="l" t="t" r="r" b="b"/>
              <a:pathLst>
                <a:path w="3602" h="11351" extrusionOk="0">
                  <a:moveTo>
                    <a:pt x="3602" y="1"/>
                  </a:moveTo>
                  <a:lnTo>
                    <a:pt x="3602" y="1"/>
                  </a:lnTo>
                  <a:cubicBezTo>
                    <a:pt x="2408" y="1621"/>
                    <a:pt x="1501" y="3462"/>
                    <a:pt x="907" y="5389"/>
                  </a:cubicBezTo>
                  <a:cubicBezTo>
                    <a:pt x="321" y="7316"/>
                    <a:pt x="1" y="9330"/>
                    <a:pt x="61" y="11350"/>
                  </a:cubicBezTo>
                  <a:cubicBezTo>
                    <a:pt x="221" y="9350"/>
                    <a:pt x="601" y="7383"/>
                    <a:pt x="1194" y="5469"/>
                  </a:cubicBezTo>
                  <a:cubicBezTo>
                    <a:pt x="1801" y="3568"/>
                    <a:pt x="2608" y="1734"/>
                    <a:pt x="360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" name="Google Shape;1954;p36"/>
            <p:cNvSpPr/>
            <p:nvPr/>
          </p:nvSpPr>
          <p:spPr>
            <a:xfrm>
              <a:off x="1162179" y="3388233"/>
              <a:ext cx="48136" cy="209300"/>
            </a:xfrm>
            <a:custGeom>
              <a:avLst/>
              <a:gdLst/>
              <a:ahLst/>
              <a:cxnLst/>
              <a:rect l="l" t="t" r="r" b="b"/>
              <a:pathLst>
                <a:path w="1721" h="7483" extrusionOk="0">
                  <a:moveTo>
                    <a:pt x="1721" y="0"/>
                  </a:moveTo>
                  <a:cubicBezTo>
                    <a:pt x="527" y="2301"/>
                    <a:pt x="0" y="4895"/>
                    <a:pt x="200" y="7482"/>
                  </a:cubicBezTo>
                  <a:cubicBezTo>
                    <a:pt x="387" y="4935"/>
                    <a:pt x="901" y="2414"/>
                    <a:pt x="172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" name="Google Shape;1955;p36"/>
            <p:cNvSpPr/>
            <p:nvPr/>
          </p:nvSpPr>
          <p:spPr>
            <a:xfrm>
              <a:off x="1214399" y="3374612"/>
              <a:ext cx="55996" cy="149807"/>
            </a:xfrm>
            <a:custGeom>
              <a:avLst/>
              <a:gdLst/>
              <a:ahLst/>
              <a:cxnLst/>
              <a:rect l="l" t="t" r="r" b="b"/>
              <a:pathLst>
                <a:path w="2002" h="5356" extrusionOk="0">
                  <a:moveTo>
                    <a:pt x="2001" y="1"/>
                  </a:moveTo>
                  <a:lnTo>
                    <a:pt x="2001" y="1"/>
                  </a:lnTo>
                  <a:cubicBezTo>
                    <a:pt x="641" y="1428"/>
                    <a:pt x="1" y="3395"/>
                    <a:pt x="254" y="5355"/>
                  </a:cubicBezTo>
                  <a:cubicBezTo>
                    <a:pt x="327" y="4408"/>
                    <a:pt x="514" y="3475"/>
                    <a:pt x="794" y="2568"/>
                  </a:cubicBezTo>
                  <a:cubicBezTo>
                    <a:pt x="1094" y="1668"/>
                    <a:pt x="1501" y="807"/>
                    <a:pt x="200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" name="Google Shape;1956;p36"/>
            <p:cNvSpPr/>
            <p:nvPr/>
          </p:nvSpPr>
          <p:spPr>
            <a:xfrm>
              <a:off x="1291065" y="3089430"/>
              <a:ext cx="302915" cy="204629"/>
            </a:xfrm>
            <a:custGeom>
              <a:avLst/>
              <a:gdLst/>
              <a:ahLst/>
              <a:cxnLst/>
              <a:rect l="l" t="t" r="r" b="b"/>
              <a:pathLst>
                <a:path w="10830" h="7316" extrusionOk="0">
                  <a:moveTo>
                    <a:pt x="10830" y="1"/>
                  </a:moveTo>
                  <a:cubicBezTo>
                    <a:pt x="8689" y="647"/>
                    <a:pt x="6642" y="1574"/>
                    <a:pt x="4748" y="2755"/>
                  </a:cubicBezTo>
                  <a:cubicBezTo>
                    <a:pt x="3801" y="3341"/>
                    <a:pt x="2894" y="3995"/>
                    <a:pt x="2027" y="4695"/>
                  </a:cubicBezTo>
                  <a:cubicBezTo>
                    <a:pt x="1587" y="5042"/>
                    <a:pt x="1187" y="5435"/>
                    <a:pt x="827" y="5862"/>
                  </a:cubicBezTo>
                  <a:cubicBezTo>
                    <a:pt x="454" y="6289"/>
                    <a:pt x="174" y="6782"/>
                    <a:pt x="0" y="7316"/>
                  </a:cubicBezTo>
                  <a:cubicBezTo>
                    <a:pt x="447" y="6282"/>
                    <a:pt x="1281" y="5535"/>
                    <a:pt x="2167" y="4868"/>
                  </a:cubicBezTo>
                  <a:cubicBezTo>
                    <a:pt x="3048" y="4202"/>
                    <a:pt x="3968" y="3581"/>
                    <a:pt x="4908" y="2995"/>
                  </a:cubicBezTo>
                  <a:cubicBezTo>
                    <a:pt x="6795" y="1834"/>
                    <a:pt x="8776" y="834"/>
                    <a:pt x="1083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" name="Google Shape;1957;p36"/>
            <p:cNvSpPr/>
            <p:nvPr/>
          </p:nvSpPr>
          <p:spPr>
            <a:xfrm>
              <a:off x="824385" y="3800064"/>
              <a:ext cx="19243" cy="206111"/>
            </a:xfrm>
            <a:custGeom>
              <a:avLst/>
              <a:gdLst/>
              <a:ahLst/>
              <a:cxnLst/>
              <a:rect l="l" t="t" r="r" b="b"/>
              <a:pathLst>
                <a:path w="688" h="7369" extrusionOk="0">
                  <a:moveTo>
                    <a:pt x="688" y="0"/>
                  </a:moveTo>
                  <a:lnTo>
                    <a:pt x="688" y="0"/>
                  </a:lnTo>
                  <a:cubicBezTo>
                    <a:pt x="54" y="2414"/>
                    <a:pt x="1" y="4935"/>
                    <a:pt x="528" y="7369"/>
                  </a:cubicBezTo>
                  <a:cubicBezTo>
                    <a:pt x="474" y="6135"/>
                    <a:pt x="448" y="4902"/>
                    <a:pt x="461" y="3675"/>
                  </a:cubicBezTo>
                  <a:cubicBezTo>
                    <a:pt x="481" y="2454"/>
                    <a:pt x="581" y="1234"/>
                    <a:pt x="6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" name="Google Shape;1958;p36"/>
            <p:cNvSpPr/>
            <p:nvPr/>
          </p:nvSpPr>
          <p:spPr>
            <a:xfrm>
              <a:off x="978584" y="2991870"/>
              <a:ext cx="1053910" cy="976684"/>
            </a:xfrm>
            <a:custGeom>
              <a:avLst/>
              <a:gdLst/>
              <a:ahLst/>
              <a:cxnLst/>
              <a:rect l="l" t="t" r="r" b="b"/>
              <a:pathLst>
                <a:path w="37680" h="34919" extrusionOk="0">
                  <a:moveTo>
                    <a:pt x="26166" y="0"/>
                  </a:moveTo>
                  <a:cubicBezTo>
                    <a:pt x="24242" y="0"/>
                    <a:pt x="22226" y="202"/>
                    <a:pt x="20201" y="714"/>
                  </a:cubicBezTo>
                  <a:cubicBezTo>
                    <a:pt x="10472" y="3182"/>
                    <a:pt x="6031" y="8296"/>
                    <a:pt x="3210" y="16359"/>
                  </a:cubicBezTo>
                  <a:cubicBezTo>
                    <a:pt x="13" y="25528"/>
                    <a:pt x="0" y="34918"/>
                    <a:pt x="1830" y="34918"/>
                  </a:cubicBezTo>
                  <a:cubicBezTo>
                    <a:pt x="1935" y="34918"/>
                    <a:pt x="2046" y="34887"/>
                    <a:pt x="2163" y="34824"/>
                  </a:cubicBezTo>
                  <a:cubicBezTo>
                    <a:pt x="3197" y="34257"/>
                    <a:pt x="2350" y="25961"/>
                    <a:pt x="5244" y="17219"/>
                  </a:cubicBezTo>
                  <a:cubicBezTo>
                    <a:pt x="8138" y="8477"/>
                    <a:pt x="14980" y="3369"/>
                    <a:pt x="23169" y="1888"/>
                  </a:cubicBezTo>
                  <a:cubicBezTo>
                    <a:pt x="25010" y="1556"/>
                    <a:pt x="26711" y="1411"/>
                    <a:pt x="28282" y="1411"/>
                  </a:cubicBezTo>
                  <a:cubicBezTo>
                    <a:pt x="32145" y="1411"/>
                    <a:pt x="35224" y="2290"/>
                    <a:pt x="37679" y="3442"/>
                  </a:cubicBezTo>
                  <a:cubicBezTo>
                    <a:pt x="36672" y="2535"/>
                    <a:pt x="35565" y="1755"/>
                    <a:pt x="34372" y="1121"/>
                  </a:cubicBezTo>
                  <a:cubicBezTo>
                    <a:pt x="32104" y="521"/>
                    <a:pt x="29254" y="0"/>
                    <a:pt x="261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" name="Google Shape;1959;p36"/>
            <p:cNvSpPr/>
            <p:nvPr/>
          </p:nvSpPr>
          <p:spPr>
            <a:xfrm>
              <a:off x="982360" y="2983927"/>
              <a:ext cx="1095641" cy="992795"/>
            </a:xfrm>
            <a:custGeom>
              <a:avLst/>
              <a:gdLst/>
              <a:ahLst/>
              <a:cxnLst/>
              <a:rect l="l" t="t" r="r" b="b"/>
              <a:pathLst>
                <a:path w="39172" h="35495" extrusionOk="0">
                  <a:moveTo>
                    <a:pt x="25873" y="584"/>
                  </a:moveTo>
                  <a:cubicBezTo>
                    <a:pt x="25927" y="584"/>
                    <a:pt x="25981" y="585"/>
                    <a:pt x="26035" y="585"/>
                  </a:cubicBezTo>
                  <a:cubicBezTo>
                    <a:pt x="29135" y="585"/>
                    <a:pt x="31970" y="1105"/>
                    <a:pt x="34123" y="1685"/>
                  </a:cubicBezTo>
                  <a:cubicBezTo>
                    <a:pt x="34690" y="1979"/>
                    <a:pt x="35244" y="2319"/>
                    <a:pt x="35771" y="2686"/>
                  </a:cubicBezTo>
                  <a:cubicBezTo>
                    <a:pt x="33372" y="1836"/>
                    <a:pt x="30809" y="1412"/>
                    <a:pt x="28098" y="1412"/>
                  </a:cubicBezTo>
                  <a:cubicBezTo>
                    <a:pt x="26446" y="1412"/>
                    <a:pt x="24738" y="1570"/>
                    <a:pt x="22980" y="1885"/>
                  </a:cubicBezTo>
                  <a:cubicBezTo>
                    <a:pt x="14185" y="3472"/>
                    <a:pt x="7570" y="9134"/>
                    <a:pt x="4836" y="17409"/>
                  </a:cubicBezTo>
                  <a:cubicBezTo>
                    <a:pt x="3082" y="22698"/>
                    <a:pt x="2695" y="27786"/>
                    <a:pt x="2435" y="31166"/>
                  </a:cubicBezTo>
                  <a:cubicBezTo>
                    <a:pt x="2302" y="32894"/>
                    <a:pt x="2082" y="34741"/>
                    <a:pt x="1895" y="34847"/>
                  </a:cubicBezTo>
                  <a:cubicBezTo>
                    <a:pt x="1815" y="34891"/>
                    <a:pt x="1751" y="34908"/>
                    <a:pt x="1696" y="34908"/>
                  </a:cubicBezTo>
                  <a:cubicBezTo>
                    <a:pt x="1617" y="34908"/>
                    <a:pt x="1559" y="34873"/>
                    <a:pt x="1508" y="34834"/>
                  </a:cubicBezTo>
                  <a:cubicBezTo>
                    <a:pt x="981" y="34381"/>
                    <a:pt x="561" y="32400"/>
                    <a:pt x="835" y="28599"/>
                  </a:cubicBezTo>
                  <a:cubicBezTo>
                    <a:pt x="1108" y="24798"/>
                    <a:pt x="2008" y="20590"/>
                    <a:pt x="3349" y="16736"/>
                  </a:cubicBezTo>
                  <a:cubicBezTo>
                    <a:pt x="6403" y="8007"/>
                    <a:pt x="11264" y="3532"/>
                    <a:pt x="20140" y="1285"/>
                  </a:cubicBezTo>
                  <a:cubicBezTo>
                    <a:pt x="22015" y="818"/>
                    <a:pt x="23940" y="584"/>
                    <a:pt x="25873" y="584"/>
                  </a:cubicBezTo>
                  <a:close/>
                  <a:moveTo>
                    <a:pt x="26042" y="0"/>
                  </a:moveTo>
                  <a:cubicBezTo>
                    <a:pt x="24101" y="0"/>
                    <a:pt x="22054" y="204"/>
                    <a:pt x="20000" y="725"/>
                  </a:cubicBezTo>
                  <a:cubicBezTo>
                    <a:pt x="10904" y="3026"/>
                    <a:pt x="5929" y="7607"/>
                    <a:pt x="2802" y="16543"/>
                  </a:cubicBezTo>
                  <a:cubicBezTo>
                    <a:pt x="1441" y="20444"/>
                    <a:pt x="534" y="24705"/>
                    <a:pt x="261" y="28559"/>
                  </a:cubicBezTo>
                  <a:cubicBezTo>
                    <a:pt x="1" y="32080"/>
                    <a:pt x="328" y="34594"/>
                    <a:pt x="1135" y="35274"/>
                  </a:cubicBezTo>
                  <a:cubicBezTo>
                    <a:pt x="1288" y="35414"/>
                    <a:pt x="1488" y="35488"/>
                    <a:pt x="1695" y="35494"/>
                  </a:cubicBezTo>
                  <a:cubicBezTo>
                    <a:pt x="1861" y="35488"/>
                    <a:pt x="2021" y="35441"/>
                    <a:pt x="2168" y="35361"/>
                  </a:cubicBezTo>
                  <a:cubicBezTo>
                    <a:pt x="2688" y="35074"/>
                    <a:pt x="2802" y="33947"/>
                    <a:pt x="3008" y="31206"/>
                  </a:cubicBezTo>
                  <a:cubicBezTo>
                    <a:pt x="3268" y="27866"/>
                    <a:pt x="3662" y="22804"/>
                    <a:pt x="5382" y="17596"/>
                  </a:cubicBezTo>
                  <a:cubicBezTo>
                    <a:pt x="8050" y="9527"/>
                    <a:pt x="14505" y="4006"/>
                    <a:pt x="23080" y="2459"/>
                  </a:cubicBezTo>
                  <a:cubicBezTo>
                    <a:pt x="24845" y="2141"/>
                    <a:pt x="26536" y="1982"/>
                    <a:pt x="28164" y="1982"/>
                  </a:cubicBezTo>
                  <a:cubicBezTo>
                    <a:pt x="31493" y="1982"/>
                    <a:pt x="34553" y="2649"/>
                    <a:pt x="37424" y="3993"/>
                  </a:cubicBezTo>
                  <a:lnTo>
                    <a:pt x="39171" y="4806"/>
                  </a:lnTo>
                  <a:lnTo>
                    <a:pt x="37744" y="3506"/>
                  </a:lnTo>
                  <a:cubicBezTo>
                    <a:pt x="36717" y="2586"/>
                    <a:pt x="35584" y="1792"/>
                    <a:pt x="34370" y="1152"/>
                  </a:cubicBezTo>
                  <a:lnTo>
                    <a:pt x="34310" y="1132"/>
                  </a:lnTo>
                  <a:cubicBezTo>
                    <a:pt x="32113" y="544"/>
                    <a:pt x="29217" y="0"/>
                    <a:pt x="2604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7" name="Google Shape;1960;p36"/>
            <p:cNvSpPr/>
            <p:nvPr/>
          </p:nvSpPr>
          <p:spPr>
            <a:xfrm>
              <a:off x="989660" y="3900448"/>
              <a:ext cx="74065" cy="16334"/>
            </a:xfrm>
            <a:custGeom>
              <a:avLst/>
              <a:gdLst/>
              <a:ahLst/>
              <a:cxnLst/>
              <a:rect l="l" t="t" r="r" b="b"/>
              <a:pathLst>
                <a:path w="2648" h="584" extrusionOk="0">
                  <a:moveTo>
                    <a:pt x="287" y="1"/>
                  </a:moveTo>
                  <a:cubicBezTo>
                    <a:pt x="130" y="1"/>
                    <a:pt x="0" y="130"/>
                    <a:pt x="0" y="292"/>
                  </a:cubicBezTo>
                  <a:cubicBezTo>
                    <a:pt x="0" y="454"/>
                    <a:pt x="130" y="584"/>
                    <a:pt x="287" y="584"/>
                  </a:cubicBezTo>
                  <a:cubicBezTo>
                    <a:pt x="304" y="584"/>
                    <a:pt x="322" y="582"/>
                    <a:pt x="340" y="579"/>
                  </a:cubicBezTo>
                  <a:lnTo>
                    <a:pt x="2307" y="579"/>
                  </a:lnTo>
                  <a:cubicBezTo>
                    <a:pt x="2325" y="582"/>
                    <a:pt x="2342" y="584"/>
                    <a:pt x="2359" y="584"/>
                  </a:cubicBezTo>
                  <a:cubicBezTo>
                    <a:pt x="2512" y="584"/>
                    <a:pt x="2647" y="454"/>
                    <a:pt x="2647" y="292"/>
                  </a:cubicBezTo>
                  <a:cubicBezTo>
                    <a:pt x="2647" y="130"/>
                    <a:pt x="2512" y="1"/>
                    <a:pt x="2359" y="1"/>
                  </a:cubicBezTo>
                  <a:cubicBezTo>
                    <a:pt x="2342" y="1"/>
                    <a:pt x="2325" y="2"/>
                    <a:pt x="2307" y="6"/>
                  </a:cubicBezTo>
                  <a:lnTo>
                    <a:pt x="340" y="6"/>
                  </a:lnTo>
                  <a:cubicBezTo>
                    <a:pt x="322" y="2"/>
                    <a:pt x="304" y="1"/>
                    <a:pt x="28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" name="Google Shape;1961;p36"/>
            <p:cNvSpPr/>
            <p:nvPr/>
          </p:nvSpPr>
          <p:spPr>
            <a:xfrm>
              <a:off x="990024" y="3809937"/>
              <a:ext cx="81644" cy="31942"/>
            </a:xfrm>
            <a:custGeom>
              <a:avLst/>
              <a:gdLst/>
              <a:ahLst/>
              <a:cxnLst/>
              <a:rect l="l" t="t" r="r" b="b"/>
              <a:pathLst>
                <a:path w="2919" h="1142" extrusionOk="0">
                  <a:moveTo>
                    <a:pt x="329" y="1"/>
                  </a:moveTo>
                  <a:cubicBezTo>
                    <a:pt x="194" y="1"/>
                    <a:pt x="75" y="88"/>
                    <a:pt x="40" y="221"/>
                  </a:cubicBezTo>
                  <a:cubicBezTo>
                    <a:pt x="0" y="381"/>
                    <a:pt x="94" y="534"/>
                    <a:pt x="247" y="574"/>
                  </a:cubicBezTo>
                  <a:lnTo>
                    <a:pt x="2441" y="1134"/>
                  </a:lnTo>
                  <a:lnTo>
                    <a:pt x="2508" y="1134"/>
                  </a:lnTo>
                  <a:lnTo>
                    <a:pt x="2508" y="1141"/>
                  </a:lnTo>
                  <a:cubicBezTo>
                    <a:pt x="2510" y="1141"/>
                    <a:pt x="2512" y="1141"/>
                    <a:pt x="2515" y="1141"/>
                  </a:cubicBezTo>
                  <a:cubicBezTo>
                    <a:pt x="2862" y="1141"/>
                    <a:pt x="2919" y="647"/>
                    <a:pt x="2581" y="568"/>
                  </a:cubicBezTo>
                  <a:lnTo>
                    <a:pt x="394" y="7"/>
                  </a:lnTo>
                  <a:cubicBezTo>
                    <a:pt x="372" y="3"/>
                    <a:pt x="350" y="1"/>
                    <a:pt x="32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" name="Google Shape;1962;p36"/>
            <p:cNvSpPr/>
            <p:nvPr/>
          </p:nvSpPr>
          <p:spPr>
            <a:xfrm>
              <a:off x="992457" y="3740935"/>
              <a:ext cx="83574" cy="17565"/>
            </a:xfrm>
            <a:custGeom>
              <a:avLst/>
              <a:gdLst/>
              <a:ahLst/>
              <a:cxnLst/>
              <a:rect l="l" t="t" r="r" b="b"/>
              <a:pathLst>
                <a:path w="2988" h="628" extrusionOk="0">
                  <a:moveTo>
                    <a:pt x="300" y="0"/>
                  </a:moveTo>
                  <a:cubicBezTo>
                    <a:pt x="140" y="0"/>
                    <a:pt x="7" y="127"/>
                    <a:pt x="7" y="280"/>
                  </a:cubicBezTo>
                  <a:cubicBezTo>
                    <a:pt x="0" y="441"/>
                    <a:pt x="127" y="574"/>
                    <a:pt x="287" y="574"/>
                  </a:cubicBezTo>
                  <a:lnTo>
                    <a:pt x="2687" y="627"/>
                  </a:lnTo>
                  <a:lnTo>
                    <a:pt x="2701" y="627"/>
                  </a:lnTo>
                  <a:cubicBezTo>
                    <a:pt x="2854" y="627"/>
                    <a:pt x="2988" y="501"/>
                    <a:pt x="2988" y="340"/>
                  </a:cubicBezTo>
                  <a:cubicBezTo>
                    <a:pt x="2988" y="180"/>
                    <a:pt x="2867" y="47"/>
                    <a:pt x="2707" y="40"/>
                  </a:cubicBezTo>
                  <a:lnTo>
                    <a:pt x="300" y="0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" name="Google Shape;1963;p36"/>
            <p:cNvSpPr/>
            <p:nvPr/>
          </p:nvSpPr>
          <p:spPr>
            <a:xfrm>
              <a:off x="1001407" y="3668017"/>
              <a:ext cx="82260" cy="37704"/>
            </a:xfrm>
            <a:custGeom>
              <a:avLst/>
              <a:gdLst/>
              <a:ahLst/>
              <a:cxnLst/>
              <a:rect l="l" t="t" r="r" b="b"/>
              <a:pathLst>
                <a:path w="2941" h="1348" extrusionOk="0">
                  <a:moveTo>
                    <a:pt x="331" y="0"/>
                  </a:moveTo>
                  <a:cubicBezTo>
                    <a:pt x="207" y="0"/>
                    <a:pt x="91" y="76"/>
                    <a:pt x="53" y="200"/>
                  </a:cubicBezTo>
                  <a:cubicBezTo>
                    <a:pt x="0" y="353"/>
                    <a:pt x="80" y="513"/>
                    <a:pt x="234" y="574"/>
                  </a:cubicBezTo>
                  <a:lnTo>
                    <a:pt x="2521" y="1327"/>
                  </a:lnTo>
                  <a:lnTo>
                    <a:pt x="2614" y="1347"/>
                  </a:lnTo>
                  <a:cubicBezTo>
                    <a:pt x="2734" y="1347"/>
                    <a:pt x="2848" y="1267"/>
                    <a:pt x="2888" y="1147"/>
                  </a:cubicBezTo>
                  <a:cubicBezTo>
                    <a:pt x="2941" y="994"/>
                    <a:pt x="2854" y="827"/>
                    <a:pt x="2701" y="780"/>
                  </a:cubicBezTo>
                  <a:lnTo>
                    <a:pt x="420" y="13"/>
                  </a:lnTo>
                  <a:cubicBezTo>
                    <a:pt x="391" y="4"/>
                    <a:pt x="361" y="0"/>
                    <a:pt x="33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" name="Google Shape;1964;p36"/>
            <p:cNvSpPr/>
            <p:nvPr/>
          </p:nvSpPr>
          <p:spPr>
            <a:xfrm>
              <a:off x="1017434" y="3623685"/>
              <a:ext cx="74065" cy="31858"/>
            </a:xfrm>
            <a:custGeom>
              <a:avLst/>
              <a:gdLst/>
              <a:ahLst/>
              <a:cxnLst/>
              <a:rect l="l" t="t" r="r" b="b"/>
              <a:pathLst>
                <a:path w="2648" h="1139" extrusionOk="0">
                  <a:moveTo>
                    <a:pt x="333" y="0"/>
                  </a:moveTo>
                  <a:cubicBezTo>
                    <a:pt x="231" y="0"/>
                    <a:pt x="193" y="30"/>
                    <a:pt x="147" y="65"/>
                  </a:cubicBezTo>
                  <a:cubicBezTo>
                    <a:pt x="21" y="165"/>
                    <a:pt x="1" y="351"/>
                    <a:pt x="107" y="471"/>
                  </a:cubicBezTo>
                  <a:cubicBezTo>
                    <a:pt x="160" y="541"/>
                    <a:pt x="238" y="581"/>
                    <a:pt x="323" y="581"/>
                  </a:cubicBezTo>
                  <a:cubicBezTo>
                    <a:pt x="335" y="581"/>
                    <a:pt x="348" y="580"/>
                    <a:pt x="361" y="578"/>
                  </a:cubicBezTo>
                  <a:cubicBezTo>
                    <a:pt x="561" y="611"/>
                    <a:pt x="1454" y="872"/>
                    <a:pt x="2228" y="1125"/>
                  </a:cubicBezTo>
                  <a:lnTo>
                    <a:pt x="2321" y="1138"/>
                  </a:lnTo>
                  <a:cubicBezTo>
                    <a:pt x="2326" y="1138"/>
                    <a:pt x="2330" y="1139"/>
                    <a:pt x="2335" y="1139"/>
                  </a:cubicBezTo>
                  <a:cubicBezTo>
                    <a:pt x="2456" y="1139"/>
                    <a:pt x="2563" y="1054"/>
                    <a:pt x="2595" y="938"/>
                  </a:cubicBezTo>
                  <a:cubicBezTo>
                    <a:pt x="2648" y="785"/>
                    <a:pt x="2561" y="625"/>
                    <a:pt x="2415" y="571"/>
                  </a:cubicBezTo>
                  <a:cubicBezTo>
                    <a:pt x="1025" y="123"/>
                    <a:pt x="543" y="0"/>
                    <a:pt x="33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" name="Google Shape;1965;p36"/>
            <p:cNvSpPr/>
            <p:nvPr/>
          </p:nvSpPr>
          <p:spPr>
            <a:xfrm>
              <a:off x="1022133" y="3554543"/>
              <a:ext cx="84302" cy="25257"/>
            </a:xfrm>
            <a:custGeom>
              <a:avLst/>
              <a:gdLst/>
              <a:ahLst/>
              <a:cxnLst/>
              <a:rect l="l" t="t" r="r" b="b"/>
              <a:pathLst>
                <a:path w="3014" h="903" extrusionOk="0">
                  <a:moveTo>
                    <a:pt x="400" y="0"/>
                  </a:moveTo>
                  <a:cubicBezTo>
                    <a:pt x="56" y="0"/>
                    <a:pt x="1" y="565"/>
                    <a:pt x="393" y="589"/>
                  </a:cubicBezTo>
                  <a:lnTo>
                    <a:pt x="2660" y="903"/>
                  </a:lnTo>
                  <a:lnTo>
                    <a:pt x="2707" y="903"/>
                  </a:lnTo>
                  <a:cubicBezTo>
                    <a:pt x="2847" y="903"/>
                    <a:pt x="2967" y="796"/>
                    <a:pt x="2987" y="656"/>
                  </a:cubicBezTo>
                  <a:cubicBezTo>
                    <a:pt x="3013" y="496"/>
                    <a:pt x="2900" y="343"/>
                    <a:pt x="2740" y="329"/>
                  </a:cubicBezTo>
                  <a:lnTo>
                    <a:pt x="479" y="9"/>
                  </a:lnTo>
                  <a:cubicBezTo>
                    <a:pt x="452" y="3"/>
                    <a:pt x="425" y="0"/>
                    <a:pt x="4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" name="Google Shape;1966;p36"/>
            <p:cNvSpPr/>
            <p:nvPr/>
          </p:nvSpPr>
          <p:spPr>
            <a:xfrm>
              <a:off x="1044117" y="3486883"/>
              <a:ext cx="77057" cy="37899"/>
            </a:xfrm>
            <a:custGeom>
              <a:avLst/>
              <a:gdLst/>
              <a:ahLst/>
              <a:cxnLst/>
              <a:rect l="l" t="t" r="r" b="b"/>
              <a:pathLst>
                <a:path w="2755" h="1355" extrusionOk="0">
                  <a:moveTo>
                    <a:pt x="328" y="1"/>
                  </a:moveTo>
                  <a:cubicBezTo>
                    <a:pt x="208" y="1"/>
                    <a:pt x="96" y="76"/>
                    <a:pt x="60" y="194"/>
                  </a:cubicBezTo>
                  <a:cubicBezTo>
                    <a:pt x="0" y="341"/>
                    <a:pt x="74" y="514"/>
                    <a:pt x="227" y="561"/>
                  </a:cubicBezTo>
                  <a:lnTo>
                    <a:pt x="2327" y="1341"/>
                  </a:lnTo>
                  <a:lnTo>
                    <a:pt x="2428" y="1355"/>
                  </a:lnTo>
                  <a:cubicBezTo>
                    <a:pt x="2548" y="1348"/>
                    <a:pt x="2654" y="1275"/>
                    <a:pt x="2701" y="1161"/>
                  </a:cubicBezTo>
                  <a:cubicBezTo>
                    <a:pt x="2754" y="1008"/>
                    <a:pt x="2674" y="848"/>
                    <a:pt x="2528" y="788"/>
                  </a:cubicBezTo>
                  <a:lnTo>
                    <a:pt x="434" y="21"/>
                  </a:lnTo>
                  <a:cubicBezTo>
                    <a:pt x="399" y="7"/>
                    <a:pt x="363" y="1"/>
                    <a:pt x="32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" name="Google Shape;1967;p36"/>
            <p:cNvSpPr/>
            <p:nvPr/>
          </p:nvSpPr>
          <p:spPr>
            <a:xfrm>
              <a:off x="1065375" y="3424259"/>
              <a:ext cx="74065" cy="33200"/>
            </a:xfrm>
            <a:custGeom>
              <a:avLst/>
              <a:gdLst/>
              <a:ahLst/>
              <a:cxnLst/>
              <a:rect l="l" t="t" r="r" b="b"/>
              <a:pathLst>
                <a:path w="2648" h="1187" extrusionOk="0">
                  <a:moveTo>
                    <a:pt x="329" y="0"/>
                  </a:moveTo>
                  <a:cubicBezTo>
                    <a:pt x="204" y="0"/>
                    <a:pt x="85" y="82"/>
                    <a:pt x="47" y="213"/>
                  </a:cubicBezTo>
                  <a:cubicBezTo>
                    <a:pt x="0" y="359"/>
                    <a:pt x="87" y="526"/>
                    <a:pt x="240" y="566"/>
                  </a:cubicBezTo>
                  <a:lnTo>
                    <a:pt x="2234" y="1186"/>
                  </a:lnTo>
                  <a:lnTo>
                    <a:pt x="2328" y="1186"/>
                  </a:lnTo>
                  <a:cubicBezTo>
                    <a:pt x="2448" y="1186"/>
                    <a:pt x="2561" y="1113"/>
                    <a:pt x="2601" y="993"/>
                  </a:cubicBezTo>
                  <a:cubicBezTo>
                    <a:pt x="2648" y="840"/>
                    <a:pt x="2561" y="673"/>
                    <a:pt x="2408" y="626"/>
                  </a:cubicBezTo>
                  <a:lnTo>
                    <a:pt x="414" y="13"/>
                  </a:lnTo>
                  <a:cubicBezTo>
                    <a:pt x="386" y="4"/>
                    <a:pt x="357" y="0"/>
                    <a:pt x="32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" name="Google Shape;1968;p36"/>
            <p:cNvSpPr/>
            <p:nvPr/>
          </p:nvSpPr>
          <p:spPr>
            <a:xfrm>
              <a:off x="1090660" y="3355704"/>
              <a:ext cx="75351" cy="48416"/>
            </a:xfrm>
            <a:custGeom>
              <a:avLst/>
              <a:gdLst/>
              <a:ahLst/>
              <a:cxnLst/>
              <a:rect l="l" t="t" r="r" b="b"/>
              <a:pathLst>
                <a:path w="2694" h="1731" extrusionOk="0">
                  <a:moveTo>
                    <a:pt x="421" y="1"/>
                  </a:moveTo>
                  <a:cubicBezTo>
                    <a:pt x="166" y="1"/>
                    <a:pt x="0" y="369"/>
                    <a:pt x="270" y="543"/>
                  </a:cubicBezTo>
                  <a:lnTo>
                    <a:pt x="2131" y="1684"/>
                  </a:lnTo>
                  <a:cubicBezTo>
                    <a:pt x="2171" y="1717"/>
                    <a:pt x="2224" y="1730"/>
                    <a:pt x="2277" y="1730"/>
                  </a:cubicBezTo>
                  <a:cubicBezTo>
                    <a:pt x="2282" y="1730"/>
                    <a:pt x="2287" y="1731"/>
                    <a:pt x="2292" y="1731"/>
                  </a:cubicBezTo>
                  <a:cubicBezTo>
                    <a:pt x="2588" y="1731"/>
                    <a:pt x="2693" y="1334"/>
                    <a:pt x="2431" y="1190"/>
                  </a:cubicBezTo>
                  <a:lnTo>
                    <a:pt x="570" y="43"/>
                  </a:lnTo>
                  <a:cubicBezTo>
                    <a:pt x="519" y="14"/>
                    <a:pt x="468" y="1"/>
                    <a:pt x="42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" name="Google Shape;1969;p36"/>
            <p:cNvSpPr/>
            <p:nvPr/>
          </p:nvSpPr>
          <p:spPr>
            <a:xfrm>
              <a:off x="1120951" y="3303512"/>
              <a:ext cx="73337" cy="52472"/>
            </a:xfrm>
            <a:custGeom>
              <a:avLst/>
              <a:gdLst/>
              <a:ahLst/>
              <a:cxnLst/>
              <a:rect l="l" t="t" r="r" b="b"/>
              <a:pathLst>
                <a:path w="2622" h="1876" extrusionOk="0">
                  <a:moveTo>
                    <a:pt x="335" y="1"/>
                  </a:moveTo>
                  <a:cubicBezTo>
                    <a:pt x="241" y="1"/>
                    <a:pt x="149" y="47"/>
                    <a:pt x="94" y="135"/>
                  </a:cubicBezTo>
                  <a:cubicBezTo>
                    <a:pt x="1" y="262"/>
                    <a:pt x="41" y="449"/>
                    <a:pt x="181" y="535"/>
                  </a:cubicBezTo>
                  <a:lnTo>
                    <a:pt x="2128" y="1829"/>
                  </a:lnTo>
                  <a:cubicBezTo>
                    <a:pt x="2175" y="1856"/>
                    <a:pt x="2235" y="1876"/>
                    <a:pt x="2288" y="1876"/>
                  </a:cubicBezTo>
                  <a:cubicBezTo>
                    <a:pt x="2388" y="1876"/>
                    <a:pt x="2475" y="1822"/>
                    <a:pt x="2528" y="1742"/>
                  </a:cubicBezTo>
                  <a:cubicBezTo>
                    <a:pt x="2621" y="1609"/>
                    <a:pt x="2588" y="1429"/>
                    <a:pt x="2455" y="1342"/>
                  </a:cubicBezTo>
                  <a:lnTo>
                    <a:pt x="494" y="49"/>
                  </a:lnTo>
                  <a:cubicBezTo>
                    <a:pt x="445" y="17"/>
                    <a:pt x="389" y="1"/>
                    <a:pt x="3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" name="Google Shape;1970;p36"/>
            <p:cNvSpPr/>
            <p:nvPr/>
          </p:nvSpPr>
          <p:spPr>
            <a:xfrm>
              <a:off x="1165032" y="3227713"/>
              <a:ext cx="73841" cy="59296"/>
            </a:xfrm>
            <a:custGeom>
              <a:avLst/>
              <a:gdLst/>
              <a:ahLst/>
              <a:cxnLst/>
              <a:rect l="l" t="t" r="r" b="b"/>
              <a:pathLst>
                <a:path w="2640" h="2120" extrusionOk="0">
                  <a:moveTo>
                    <a:pt x="426" y="1"/>
                  </a:moveTo>
                  <a:cubicBezTo>
                    <a:pt x="185" y="1"/>
                    <a:pt x="0" y="333"/>
                    <a:pt x="245" y="525"/>
                  </a:cubicBezTo>
                  <a:lnTo>
                    <a:pt x="2132" y="2052"/>
                  </a:lnTo>
                  <a:cubicBezTo>
                    <a:pt x="2174" y="2094"/>
                    <a:pt x="2232" y="2119"/>
                    <a:pt x="2292" y="2119"/>
                  </a:cubicBezTo>
                  <a:cubicBezTo>
                    <a:pt x="2299" y="2119"/>
                    <a:pt x="2306" y="2119"/>
                    <a:pt x="2312" y="2118"/>
                  </a:cubicBezTo>
                  <a:cubicBezTo>
                    <a:pt x="2399" y="2118"/>
                    <a:pt x="2486" y="2078"/>
                    <a:pt x="2539" y="2012"/>
                  </a:cubicBezTo>
                  <a:cubicBezTo>
                    <a:pt x="2639" y="1885"/>
                    <a:pt x="2619" y="1705"/>
                    <a:pt x="2499" y="1605"/>
                  </a:cubicBezTo>
                  <a:lnTo>
                    <a:pt x="612" y="71"/>
                  </a:lnTo>
                  <a:cubicBezTo>
                    <a:pt x="550" y="22"/>
                    <a:pt x="486" y="1"/>
                    <a:pt x="42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" name="Google Shape;1971;p36"/>
            <p:cNvSpPr/>
            <p:nvPr/>
          </p:nvSpPr>
          <p:spPr>
            <a:xfrm>
              <a:off x="1217587" y="3166599"/>
              <a:ext cx="59884" cy="77505"/>
            </a:xfrm>
            <a:custGeom>
              <a:avLst/>
              <a:gdLst/>
              <a:ahLst/>
              <a:cxnLst/>
              <a:rect l="l" t="t" r="r" b="b"/>
              <a:pathLst>
                <a:path w="2141" h="2771" extrusionOk="0">
                  <a:moveTo>
                    <a:pt x="426" y="0"/>
                  </a:moveTo>
                  <a:cubicBezTo>
                    <a:pt x="215" y="0"/>
                    <a:pt x="1" y="241"/>
                    <a:pt x="180" y="476"/>
                  </a:cubicBezTo>
                  <a:lnTo>
                    <a:pt x="1560" y="2636"/>
                  </a:lnTo>
                  <a:cubicBezTo>
                    <a:pt x="1611" y="2718"/>
                    <a:pt x="1697" y="2770"/>
                    <a:pt x="1790" y="2770"/>
                  </a:cubicBezTo>
                  <a:cubicBezTo>
                    <a:pt x="1796" y="2770"/>
                    <a:pt x="1801" y="2770"/>
                    <a:pt x="1807" y="2770"/>
                  </a:cubicBezTo>
                  <a:cubicBezTo>
                    <a:pt x="1860" y="2770"/>
                    <a:pt x="1914" y="2756"/>
                    <a:pt x="1960" y="2730"/>
                  </a:cubicBezTo>
                  <a:cubicBezTo>
                    <a:pt x="2100" y="2643"/>
                    <a:pt x="2140" y="2463"/>
                    <a:pt x="2054" y="2330"/>
                  </a:cubicBezTo>
                  <a:lnTo>
                    <a:pt x="673" y="169"/>
                  </a:lnTo>
                  <a:cubicBezTo>
                    <a:pt x="615" y="49"/>
                    <a:pt x="521" y="0"/>
                    <a:pt x="42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9" name="Google Shape;1972;p36"/>
            <p:cNvSpPr/>
            <p:nvPr/>
          </p:nvSpPr>
          <p:spPr>
            <a:xfrm>
              <a:off x="1266031" y="3127413"/>
              <a:ext cx="65114" cy="63688"/>
            </a:xfrm>
            <a:custGeom>
              <a:avLst/>
              <a:gdLst/>
              <a:ahLst/>
              <a:cxnLst/>
              <a:rect l="l" t="t" r="r" b="b"/>
              <a:pathLst>
                <a:path w="2328" h="2277" extrusionOk="0">
                  <a:moveTo>
                    <a:pt x="392" y="1"/>
                  </a:moveTo>
                  <a:cubicBezTo>
                    <a:pt x="181" y="1"/>
                    <a:pt x="0" y="246"/>
                    <a:pt x="155" y="463"/>
                  </a:cubicBezTo>
                  <a:lnTo>
                    <a:pt x="1722" y="2190"/>
                  </a:lnTo>
                  <a:cubicBezTo>
                    <a:pt x="1775" y="2243"/>
                    <a:pt x="1855" y="2277"/>
                    <a:pt x="1936" y="2277"/>
                  </a:cubicBezTo>
                  <a:cubicBezTo>
                    <a:pt x="1938" y="2277"/>
                    <a:pt x="1941" y="2277"/>
                    <a:pt x="1944" y="2277"/>
                  </a:cubicBezTo>
                  <a:cubicBezTo>
                    <a:pt x="2198" y="2277"/>
                    <a:pt x="2327" y="1975"/>
                    <a:pt x="2156" y="1790"/>
                  </a:cubicBezTo>
                  <a:lnTo>
                    <a:pt x="575" y="70"/>
                  </a:lnTo>
                  <a:cubicBezTo>
                    <a:pt x="517" y="22"/>
                    <a:pt x="453" y="1"/>
                    <a:pt x="39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" name="Google Shape;1973;p36"/>
            <p:cNvSpPr/>
            <p:nvPr/>
          </p:nvSpPr>
          <p:spPr>
            <a:xfrm>
              <a:off x="1327621" y="3094772"/>
              <a:ext cx="40864" cy="67240"/>
            </a:xfrm>
            <a:custGeom>
              <a:avLst/>
              <a:gdLst/>
              <a:ahLst/>
              <a:cxnLst/>
              <a:rect l="l" t="t" r="r" b="b"/>
              <a:pathLst>
                <a:path w="1461" h="2404" extrusionOk="0">
                  <a:moveTo>
                    <a:pt x="329" y="1"/>
                  </a:moveTo>
                  <a:cubicBezTo>
                    <a:pt x="288" y="1"/>
                    <a:pt x="246" y="10"/>
                    <a:pt x="207" y="30"/>
                  </a:cubicBezTo>
                  <a:cubicBezTo>
                    <a:pt x="67" y="96"/>
                    <a:pt x="0" y="263"/>
                    <a:pt x="60" y="410"/>
                  </a:cubicBezTo>
                  <a:lnTo>
                    <a:pt x="840" y="2230"/>
                  </a:lnTo>
                  <a:cubicBezTo>
                    <a:pt x="887" y="2337"/>
                    <a:pt x="994" y="2404"/>
                    <a:pt x="1107" y="2404"/>
                  </a:cubicBezTo>
                  <a:cubicBezTo>
                    <a:pt x="1321" y="2404"/>
                    <a:pt x="1461" y="2190"/>
                    <a:pt x="1374" y="1997"/>
                  </a:cubicBezTo>
                  <a:lnTo>
                    <a:pt x="594" y="176"/>
                  </a:lnTo>
                  <a:cubicBezTo>
                    <a:pt x="550" y="69"/>
                    <a:pt x="442" y="1"/>
                    <a:pt x="32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" name="Google Shape;1974;p36"/>
            <p:cNvSpPr/>
            <p:nvPr/>
          </p:nvSpPr>
          <p:spPr>
            <a:xfrm>
              <a:off x="1374191" y="3060816"/>
              <a:ext cx="49507" cy="64443"/>
            </a:xfrm>
            <a:custGeom>
              <a:avLst/>
              <a:gdLst/>
              <a:ahLst/>
              <a:cxnLst/>
              <a:rect l="l" t="t" r="r" b="b"/>
              <a:pathLst>
                <a:path w="1770" h="2304" extrusionOk="0">
                  <a:moveTo>
                    <a:pt x="379" y="0"/>
                  </a:moveTo>
                  <a:cubicBezTo>
                    <a:pt x="186" y="0"/>
                    <a:pt x="1" y="202"/>
                    <a:pt x="109" y="423"/>
                  </a:cubicBezTo>
                  <a:lnTo>
                    <a:pt x="1196" y="2157"/>
                  </a:lnTo>
                  <a:cubicBezTo>
                    <a:pt x="1249" y="2244"/>
                    <a:pt x="1343" y="2297"/>
                    <a:pt x="1443" y="2304"/>
                  </a:cubicBezTo>
                  <a:cubicBezTo>
                    <a:pt x="1496" y="2297"/>
                    <a:pt x="1549" y="2284"/>
                    <a:pt x="1596" y="2251"/>
                  </a:cubicBezTo>
                  <a:cubicBezTo>
                    <a:pt x="1730" y="2164"/>
                    <a:pt x="1770" y="1984"/>
                    <a:pt x="1689" y="1850"/>
                  </a:cubicBezTo>
                  <a:lnTo>
                    <a:pt x="603" y="117"/>
                  </a:lnTo>
                  <a:cubicBezTo>
                    <a:pt x="540" y="35"/>
                    <a:pt x="459" y="0"/>
                    <a:pt x="37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" name="Google Shape;1975;p36"/>
            <p:cNvSpPr/>
            <p:nvPr/>
          </p:nvSpPr>
          <p:spPr>
            <a:xfrm>
              <a:off x="1426272" y="3037965"/>
              <a:ext cx="44416" cy="65506"/>
            </a:xfrm>
            <a:custGeom>
              <a:avLst/>
              <a:gdLst/>
              <a:ahLst/>
              <a:cxnLst/>
              <a:rect l="l" t="t" r="r" b="b"/>
              <a:pathLst>
                <a:path w="1588" h="2342" extrusionOk="0">
                  <a:moveTo>
                    <a:pt x="326" y="1"/>
                  </a:moveTo>
                  <a:cubicBezTo>
                    <a:pt x="282" y="1"/>
                    <a:pt x="236" y="11"/>
                    <a:pt x="194" y="33"/>
                  </a:cubicBezTo>
                  <a:cubicBezTo>
                    <a:pt x="54" y="113"/>
                    <a:pt x="1" y="287"/>
                    <a:pt x="74" y="427"/>
                  </a:cubicBezTo>
                  <a:lnTo>
                    <a:pt x="1001" y="2194"/>
                  </a:lnTo>
                  <a:cubicBezTo>
                    <a:pt x="1045" y="2283"/>
                    <a:pt x="1138" y="2341"/>
                    <a:pt x="1244" y="2341"/>
                  </a:cubicBezTo>
                  <a:cubicBezTo>
                    <a:pt x="1250" y="2341"/>
                    <a:pt x="1255" y="2341"/>
                    <a:pt x="1261" y="2341"/>
                  </a:cubicBezTo>
                  <a:cubicBezTo>
                    <a:pt x="1301" y="2341"/>
                    <a:pt x="1348" y="2334"/>
                    <a:pt x="1388" y="2307"/>
                  </a:cubicBezTo>
                  <a:cubicBezTo>
                    <a:pt x="1528" y="2234"/>
                    <a:pt x="1588" y="2061"/>
                    <a:pt x="1515" y="1921"/>
                  </a:cubicBezTo>
                  <a:lnTo>
                    <a:pt x="581" y="160"/>
                  </a:lnTo>
                  <a:cubicBezTo>
                    <a:pt x="530" y="58"/>
                    <a:pt x="430" y="1"/>
                    <a:pt x="32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3" name="Google Shape;1976;p36"/>
            <p:cNvSpPr/>
            <p:nvPr/>
          </p:nvSpPr>
          <p:spPr>
            <a:xfrm>
              <a:off x="1472058" y="3022358"/>
              <a:ext cx="43046" cy="56667"/>
            </a:xfrm>
            <a:custGeom>
              <a:avLst/>
              <a:gdLst/>
              <a:ahLst/>
              <a:cxnLst/>
              <a:rect l="l" t="t" r="r" b="b"/>
              <a:pathLst>
                <a:path w="1539" h="2026" extrusionOk="0">
                  <a:moveTo>
                    <a:pt x="367" y="0"/>
                  </a:moveTo>
                  <a:cubicBezTo>
                    <a:pt x="178" y="0"/>
                    <a:pt x="0" y="186"/>
                    <a:pt x="98" y="405"/>
                  </a:cubicBezTo>
                  <a:lnTo>
                    <a:pt x="958" y="1885"/>
                  </a:lnTo>
                  <a:cubicBezTo>
                    <a:pt x="1005" y="1972"/>
                    <a:pt x="1105" y="2025"/>
                    <a:pt x="1205" y="2025"/>
                  </a:cubicBezTo>
                  <a:cubicBezTo>
                    <a:pt x="1258" y="2025"/>
                    <a:pt x="1311" y="2012"/>
                    <a:pt x="1358" y="1985"/>
                  </a:cubicBezTo>
                  <a:cubicBezTo>
                    <a:pt x="1491" y="1898"/>
                    <a:pt x="1538" y="1718"/>
                    <a:pt x="1458" y="1585"/>
                  </a:cubicBezTo>
                  <a:lnTo>
                    <a:pt x="598" y="118"/>
                  </a:lnTo>
                  <a:cubicBezTo>
                    <a:pt x="533" y="35"/>
                    <a:pt x="449" y="0"/>
                    <a:pt x="3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4" name="Google Shape;1977;p36"/>
            <p:cNvSpPr/>
            <p:nvPr/>
          </p:nvSpPr>
          <p:spPr>
            <a:xfrm>
              <a:off x="1534264" y="3003897"/>
              <a:ext cx="43689" cy="61870"/>
            </a:xfrm>
            <a:custGeom>
              <a:avLst/>
              <a:gdLst/>
              <a:ahLst/>
              <a:cxnLst/>
              <a:rect l="l" t="t" r="r" b="b"/>
              <a:pathLst>
                <a:path w="1562" h="2212" extrusionOk="0">
                  <a:moveTo>
                    <a:pt x="332" y="0"/>
                  </a:moveTo>
                  <a:cubicBezTo>
                    <a:pt x="284" y="0"/>
                    <a:pt x="234" y="12"/>
                    <a:pt x="188" y="38"/>
                  </a:cubicBezTo>
                  <a:cubicBezTo>
                    <a:pt x="48" y="111"/>
                    <a:pt x="1" y="291"/>
                    <a:pt x="81" y="425"/>
                  </a:cubicBezTo>
                  <a:lnTo>
                    <a:pt x="975" y="2058"/>
                  </a:lnTo>
                  <a:cubicBezTo>
                    <a:pt x="1028" y="2152"/>
                    <a:pt x="1128" y="2205"/>
                    <a:pt x="1235" y="2212"/>
                  </a:cubicBezTo>
                  <a:cubicBezTo>
                    <a:pt x="1281" y="2212"/>
                    <a:pt x="1328" y="2192"/>
                    <a:pt x="1375" y="2172"/>
                  </a:cubicBezTo>
                  <a:cubicBezTo>
                    <a:pt x="1515" y="2092"/>
                    <a:pt x="1561" y="1918"/>
                    <a:pt x="1488" y="1778"/>
                  </a:cubicBezTo>
                  <a:lnTo>
                    <a:pt x="588" y="151"/>
                  </a:lnTo>
                  <a:cubicBezTo>
                    <a:pt x="533" y="56"/>
                    <a:pt x="435" y="0"/>
                    <a:pt x="33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" name="Google Shape;1978;p36"/>
            <p:cNvSpPr/>
            <p:nvPr/>
          </p:nvSpPr>
          <p:spPr>
            <a:xfrm>
              <a:off x="1583883" y="2993465"/>
              <a:ext cx="30627" cy="60919"/>
            </a:xfrm>
            <a:custGeom>
              <a:avLst/>
              <a:gdLst/>
              <a:ahLst/>
              <a:cxnLst/>
              <a:rect l="l" t="t" r="r" b="b"/>
              <a:pathLst>
                <a:path w="1095" h="2178" extrusionOk="0">
                  <a:moveTo>
                    <a:pt x="323" y="1"/>
                  </a:moveTo>
                  <a:cubicBezTo>
                    <a:pt x="298" y="1"/>
                    <a:pt x="273" y="4"/>
                    <a:pt x="247" y="11"/>
                  </a:cubicBezTo>
                  <a:cubicBezTo>
                    <a:pt x="94" y="51"/>
                    <a:pt x="1" y="211"/>
                    <a:pt x="47" y="364"/>
                  </a:cubicBezTo>
                  <a:lnTo>
                    <a:pt x="501" y="1964"/>
                  </a:lnTo>
                  <a:cubicBezTo>
                    <a:pt x="534" y="2091"/>
                    <a:pt x="648" y="2178"/>
                    <a:pt x="774" y="2178"/>
                  </a:cubicBezTo>
                  <a:lnTo>
                    <a:pt x="861" y="2165"/>
                  </a:lnTo>
                  <a:cubicBezTo>
                    <a:pt x="1008" y="2118"/>
                    <a:pt x="1094" y="1964"/>
                    <a:pt x="1061" y="1811"/>
                  </a:cubicBezTo>
                  <a:lnTo>
                    <a:pt x="608" y="211"/>
                  </a:lnTo>
                  <a:cubicBezTo>
                    <a:pt x="569" y="83"/>
                    <a:pt x="450" y="1"/>
                    <a:pt x="32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" name="Google Shape;1979;p36"/>
            <p:cNvSpPr/>
            <p:nvPr/>
          </p:nvSpPr>
          <p:spPr>
            <a:xfrm>
              <a:off x="1638312" y="2987423"/>
              <a:ext cx="29536" cy="60080"/>
            </a:xfrm>
            <a:custGeom>
              <a:avLst/>
              <a:gdLst/>
              <a:ahLst/>
              <a:cxnLst/>
              <a:rect l="l" t="t" r="r" b="b"/>
              <a:pathLst>
                <a:path w="1056" h="2148" extrusionOk="0">
                  <a:moveTo>
                    <a:pt x="323" y="1"/>
                  </a:moveTo>
                  <a:cubicBezTo>
                    <a:pt x="162" y="1"/>
                    <a:pt x="0" y="128"/>
                    <a:pt x="29" y="333"/>
                  </a:cubicBezTo>
                  <a:lnTo>
                    <a:pt x="455" y="1934"/>
                  </a:lnTo>
                  <a:cubicBezTo>
                    <a:pt x="482" y="2060"/>
                    <a:pt x="595" y="2147"/>
                    <a:pt x="729" y="2147"/>
                  </a:cubicBezTo>
                  <a:lnTo>
                    <a:pt x="802" y="2140"/>
                  </a:lnTo>
                  <a:cubicBezTo>
                    <a:pt x="962" y="2100"/>
                    <a:pt x="1056" y="1940"/>
                    <a:pt x="1009" y="1780"/>
                  </a:cubicBezTo>
                  <a:lnTo>
                    <a:pt x="589" y="180"/>
                  </a:lnTo>
                  <a:cubicBezTo>
                    <a:pt x="536" y="56"/>
                    <a:pt x="429" y="1"/>
                    <a:pt x="32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7" name="Google Shape;1980;p36"/>
            <p:cNvSpPr/>
            <p:nvPr/>
          </p:nvSpPr>
          <p:spPr>
            <a:xfrm>
              <a:off x="1688602" y="2983843"/>
              <a:ext cx="34655" cy="58989"/>
            </a:xfrm>
            <a:custGeom>
              <a:avLst/>
              <a:gdLst/>
              <a:ahLst/>
              <a:cxnLst/>
              <a:rect l="l" t="t" r="r" b="b"/>
              <a:pathLst>
                <a:path w="1239" h="2109" extrusionOk="0">
                  <a:moveTo>
                    <a:pt x="367" y="0"/>
                  </a:moveTo>
                  <a:cubicBezTo>
                    <a:pt x="185" y="0"/>
                    <a:pt x="1" y="165"/>
                    <a:pt x="84" y="395"/>
                  </a:cubicBezTo>
                  <a:lnTo>
                    <a:pt x="638" y="1922"/>
                  </a:lnTo>
                  <a:cubicBezTo>
                    <a:pt x="685" y="2035"/>
                    <a:pt x="791" y="2108"/>
                    <a:pt x="918" y="2108"/>
                  </a:cubicBezTo>
                  <a:lnTo>
                    <a:pt x="1018" y="2095"/>
                  </a:lnTo>
                  <a:cubicBezTo>
                    <a:pt x="1165" y="2035"/>
                    <a:pt x="1238" y="1868"/>
                    <a:pt x="1191" y="1722"/>
                  </a:cubicBezTo>
                  <a:lnTo>
                    <a:pt x="631" y="195"/>
                  </a:lnTo>
                  <a:cubicBezTo>
                    <a:pt x="582" y="58"/>
                    <a:pt x="474" y="0"/>
                    <a:pt x="3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8" name="Google Shape;1981;p36"/>
            <p:cNvSpPr/>
            <p:nvPr/>
          </p:nvSpPr>
          <p:spPr>
            <a:xfrm>
              <a:off x="1738333" y="2984598"/>
              <a:ext cx="27439" cy="53199"/>
            </a:xfrm>
            <a:custGeom>
              <a:avLst/>
              <a:gdLst/>
              <a:ahLst/>
              <a:cxnLst/>
              <a:rect l="l" t="t" r="r" b="b"/>
              <a:pathLst>
                <a:path w="981" h="1902" extrusionOk="0">
                  <a:moveTo>
                    <a:pt x="310" y="1"/>
                  </a:moveTo>
                  <a:cubicBezTo>
                    <a:pt x="289" y="1"/>
                    <a:pt x="268" y="3"/>
                    <a:pt x="247" y="8"/>
                  </a:cubicBezTo>
                  <a:cubicBezTo>
                    <a:pt x="94" y="54"/>
                    <a:pt x="0" y="208"/>
                    <a:pt x="40" y="368"/>
                  </a:cubicBezTo>
                  <a:lnTo>
                    <a:pt x="380" y="1681"/>
                  </a:lnTo>
                  <a:cubicBezTo>
                    <a:pt x="414" y="1808"/>
                    <a:pt x="527" y="1901"/>
                    <a:pt x="660" y="1901"/>
                  </a:cubicBezTo>
                  <a:lnTo>
                    <a:pt x="740" y="1895"/>
                  </a:lnTo>
                  <a:cubicBezTo>
                    <a:pt x="894" y="1848"/>
                    <a:pt x="980" y="1688"/>
                    <a:pt x="947" y="1535"/>
                  </a:cubicBezTo>
                  <a:lnTo>
                    <a:pt x="607" y="214"/>
                  </a:lnTo>
                  <a:cubicBezTo>
                    <a:pt x="561" y="88"/>
                    <a:pt x="440" y="1"/>
                    <a:pt x="31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9" name="Google Shape;1982;p36"/>
            <p:cNvSpPr/>
            <p:nvPr/>
          </p:nvSpPr>
          <p:spPr>
            <a:xfrm>
              <a:off x="1786441" y="2986472"/>
              <a:ext cx="29872" cy="51521"/>
            </a:xfrm>
            <a:custGeom>
              <a:avLst/>
              <a:gdLst/>
              <a:ahLst/>
              <a:cxnLst/>
              <a:rect l="l" t="t" r="r" b="b"/>
              <a:pathLst>
                <a:path w="1068" h="1842" extrusionOk="0">
                  <a:moveTo>
                    <a:pt x="322" y="1"/>
                  </a:moveTo>
                  <a:cubicBezTo>
                    <a:pt x="293" y="1"/>
                    <a:pt x="263" y="5"/>
                    <a:pt x="234" y="14"/>
                  </a:cubicBezTo>
                  <a:cubicBezTo>
                    <a:pt x="81" y="67"/>
                    <a:pt x="1" y="227"/>
                    <a:pt x="54" y="381"/>
                  </a:cubicBezTo>
                  <a:lnTo>
                    <a:pt x="461" y="1641"/>
                  </a:lnTo>
                  <a:cubicBezTo>
                    <a:pt x="501" y="1761"/>
                    <a:pt x="614" y="1841"/>
                    <a:pt x="741" y="1841"/>
                  </a:cubicBezTo>
                  <a:lnTo>
                    <a:pt x="834" y="1828"/>
                  </a:lnTo>
                  <a:cubicBezTo>
                    <a:pt x="988" y="1774"/>
                    <a:pt x="1068" y="1608"/>
                    <a:pt x="1021" y="1461"/>
                  </a:cubicBezTo>
                  <a:lnTo>
                    <a:pt x="601" y="201"/>
                  </a:lnTo>
                  <a:cubicBezTo>
                    <a:pt x="558" y="77"/>
                    <a:pt x="445" y="1"/>
                    <a:pt x="32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0" name="Google Shape;1983;p36"/>
            <p:cNvSpPr/>
            <p:nvPr/>
          </p:nvSpPr>
          <p:spPr>
            <a:xfrm>
              <a:off x="1827865" y="2993437"/>
              <a:ext cx="36585" cy="51633"/>
            </a:xfrm>
            <a:custGeom>
              <a:avLst/>
              <a:gdLst/>
              <a:ahLst/>
              <a:cxnLst/>
              <a:rect l="l" t="t" r="r" b="b"/>
              <a:pathLst>
                <a:path w="1308" h="1846" extrusionOk="0">
                  <a:moveTo>
                    <a:pt x="335" y="0"/>
                  </a:moveTo>
                  <a:cubicBezTo>
                    <a:pt x="291" y="0"/>
                    <a:pt x="248" y="10"/>
                    <a:pt x="207" y="32"/>
                  </a:cubicBezTo>
                  <a:cubicBezTo>
                    <a:pt x="60" y="105"/>
                    <a:pt x="0" y="285"/>
                    <a:pt x="80" y="425"/>
                  </a:cubicBezTo>
                  <a:lnTo>
                    <a:pt x="714" y="1679"/>
                  </a:lnTo>
                  <a:cubicBezTo>
                    <a:pt x="760" y="1779"/>
                    <a:pt x="860" y="1845"/>
                    <a:pt x="974" y="1845"/>
                  </a:cubicBezTo>
                  <a:cubicBezTo>
                    <a:pt x="1014" y="1839"/>
                    <a:pt x="1054" y="1825"/>
                    <a:pt x="1094" y="1812"/>
                  </a:cubicBezTo>
                  <a:cubicBezTo>
                    <a:pt x="1247" y="1739"/>
                    <a:pt x="1307" y="1559"/>
                    <a:pt x="1227" y="1419"/>
                  </a:cubicBezTo>
                  <a:lnTo>
                    <a:pt x="594" y="158"/>
                  </a:lnTo>
                  <a:cubicBezTo>
                    <a:pt x="542" y="59"/>
                    <a:pt x="440" y="0"/>
                    <a:pt x="33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1" name="Google Shape;1984;p36"/>
            <p:cNvSpPr/>
            <p:nvPr/>
          </p:nvSpPr>
          <p:spPr>
            <a:xfrm>
              <a:off x="1879525" y="3002974"/>
              <a:ext cx="29872" cy="49563"/>
            </a:xfrm>
            <a:custGeom>
              <a:avLst/>
              <a:gdLst/>
              <a:ahLst/>
              <a:cxnLst/>
              <a:rect l="l" t="t" r="r" b="b"/>
              <a:pathLst>
                <a:path w="1068" h="1772" extrusionOk="0">
                  <a:moveTo>
                    <a:pt x="330" y="1"/>
                  </a:moveTo>
                  <a:cubicBezTo>
                    <a:pt x="298" y="1"/>
                    <a:pt x="266" y="6"/>
                    <a:pt x="234" y="17"/>
                  </a:cubicBezTo>
                  <a:cubicBezTo>
                    <a:pt x="80" y="71"/>
                    <a:pt x="0" y="237"/>
                    <a:pt x="47" y="391"/>
                  </a:cubicBezTo>
                  <a:lnTo>
                    <a:pt x="467" y="1578"/>
                  </a:lnTo>
                  <a:cubicBezTo>
                    <a:pt x="507" y="1691"/>
                    <a:pt x="620" y="1771"/>
                    <a:pt x="740" y="1771"/>
                  </a:cubicBezTo>
                  <a:lnTo>
                    <a:pt x="834" y="1751"/>
                  </a:lnTo>
                  <a:cubicBezTo>
                    <a:pt x="987" y="1705"/>
                    <a:pt x="1067" y="1538"/>
                    <a:pt x="1014" y="1384"/>
                  </a:cubicBezTo>
                  <a:lnTo>
                    <a:pt x="600" y="204"/>
                  </a:lnTo>
                  <a:cubicBezTo>
                    <a:pt x="563" y="77"/>
                    <a:pt x="451" y="1"/>
                    <a:pt x="33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2" name="Google Shape;1985;p36"/>
            <p:cNvSpPr/>
            <p:nvPr/>
          </p:nvSpPr>
          <p:spPr>
            <a:xfrm>
              <a:off x="1922403" y="3011002"/>
              <a:ext cx="31746" cy="54765"/>
            </a:xfrm>
            <a:custGeom>
              <a:avLst/>
              <a:gdLst/>
              <a:ahLst/>
              <a:cxnLst/>
              <a:rect l="l" t="t" r="r" b="b"/>
              <a:pathLst>
                <a:path w="1135" h="1958" extrusionOk="0">
                  <a:moveTo>
                    <a:pt x="332" y="1"/>
                  </a:moveTo>
                  <a:cubicBezTo>
                    <a:pt x="299" y="1"/>
                    <a:pt x="267" y="6"/>
                    <a:pt x="234" y="17"/>
                  </a:cubicBezTo>
                  <a:cubicBezTo>
                    <a:pt x="81" y="70"/>
                    <a:pt x="1" y="237"/>
                    <a:pt x="61" y="391"/>
                  </a:cubicBezTo>
                  <a:lnTo>
                    <a:pt x="534" y="1758"/>
                  </a:lnTo>
                  <a:cubicBezTo>
                    <a:pt x="568" y="1878"/>
                    <a:pt x="681" y="1958"/>
                    <a:pt x="808" y="1958"/>
                  </a:cubicBezTo>
                  <a:lnTo>
                    <a:pt x="901" y="1938"/>
                  </a:lnTo>
                  <a:cubicBezTo>
                    <a:pt x="1055" y="1884"/>
                    <a:pt x="1135" y="1718"/>
                    <a:pt x="1081" y="1564"/>
                  </a:cubicBezTo>
                  <a:lnTo>
                    <a:pt x="608" y="197"/>
                  </a:lnTo>
                  <a:cubicBezTo>
                    <a:pt x="566" y="76"/>
                    <a:pt x="453" y="1"/>
                    <a:pt x="33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3" name="Google Shape;1986;p36"/>
            <p:cNvSpPr/>
            <p:nvPr/>
          </p:nvSpPr>
          <p:spPr>
            <a:xfrm>
              <a:off x="966836" y="3927215"/>
              <a:ext cx="117586" cy="195287"/>
            </a:xfrm>
            <a:custGeom>
              <a:avLst/>
              <a:gdLst/>
              <a:ahLst/>
              <a:cxnLst/>
              <a:rect l="l" t="t" r="r" b="b"/>
              <a:pathLst>
                <a:path w="4204" h="6982" extrusionOk="0">
                  <a:moveTo>
                    <a:pt x="2150" y="4090"/>
                  </a:moveTo>
                  <a:cubicBezTo>
                    <a:pt x="3097" y="4090"/>
                    <a:pt x="3323" y="5684"/>
                    <a:pt x="2250" y="5810"/>
                  </a:cubicBezTo>
                  <a:cubicBezTo>
                    <a:pt x="2212" y="5815"/>
                    <a:pt x="2176" y="5817"/>
                    <a:pt x="2140" y="5817"/>
                  </a:cubicBezTo>
                  <a:cubicBezTo>
                    <a:pt x="1157" y="5817"/>
                    <a:pt x="1004" y="4090"/>
                    <a:pt x="2150" y="4090"/>
                  </a:cubicBezTo>
                  <a:close/>
                  <a:moveTo>
                    <a:pt x="2244" y="0"/>
                  </a:moveTo>
                  <a:cubicBezTo>
                    <a:pt x="708" y="0"/>
                    <a:pt x="0" y="6593"/>
                    <a:pt x="469" y="6824"/>
                  </a:cubicBezTo>
                  <a:cubicBezTo>
                    <a:pt x="672" y="6924"/>
                    <a:pt x="1171" y="6981"/>
                    <a:pt x="1721" y="6981"/>
                  </a:cubicBezTo>
                  <a:cubicBezTo>
                    <a:pt x="2453" y="6981"/>
                    <a:pt x="3275" y="6880"/>
                    <a:pt x="3610" y="6644"/>
                  </a:cubicBezTo>
                  <a:cubicBezTo>
                    <a:pt x="4204" y="6224"/>
                    <a:pt x="3964" y="4557"/>
                    <a:pt x="3617" y="2523"/>
                  </a:cubicBezTo>
                  <a:cubicBezTo>
                    <a:pt x="3270" y="489"/>
                    <a:pt x="3183" y="76"/>
                    <a:pt x="2290" y="2"/>
                  </a:cubicBezTo>
                  <a:cubicBezTo>
                    <a:pt x="2274" y="1"/>
                    <a:pt x="2259" y="0"/>
                    <a:pt x="22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4" name="Google Shape;1987;p36"/>
            <p:cNvSpPr/>
            <p:nvPr/>
          </p:nvSpPr>
          <p:spPr>
            <a:xfrm>
              <a:off x="957578" y="3918936"/>
              <a:ext cx="135235" cy="211845"/>
            </a:xfrm>
            <a:custGeom>
              <a:avLst/>
              <a:gdLst/>
              <a:ahLst/>
              <a:cxnLst/>
              <a:rect l="l" t="t" r="r" b="b"/>
              <a:pathLst>
                <a:path w="4835" h="7574" extrusionOk="0">
                  <a:moveTo>
                    <a:pt x="2481" y="4679"/>
                  </a:moveTo>
                  <a:cubicBezTo>
                    <a:pt x="2834" y="4679"/>
                    <a:pt x="2994" y="5139"/>
                    <a:pt x="3001" y="5253"/>
                  </a:cubicBezTo>
                  <a:cubicBezTo>
                    <a:pt x="3014" y="5373"/>
                    <a:pt x="2994" y="5760"/>
                    <a:pt x="2547" y="5820"/>
                  </a:cubicBezTo>
                  <a:cubicBezTo>
                    <a:pt x="2524" y="5823"/>
                    <a:pt x="2501" y="5825"/>
                    <a:pt x="2479" y="5825"/>
                  </a:cubicBezTo>
                  <a:cubicBezTo>
                    <a:pt x="2323" y="5825"/>
                    <a:pt x="2175" y="5747"/>
                    <a:pt x="2094" y="5613"/>
                  </a:cubicBezTo>
                  <a:cubicBezTo>
                    <a:pt x="1954" y="5406"/>
                    <a:pt x="1927" y="5139"/>
                    <a:pt x="2034" y="4913"/>
                  </a:cubicBezTo>
                  <a:cubicBezTo>
                    <a:pt x="2121" y="4753"/>
                    <a:pt x="2267" y="4679"/>
                    <a:pt x="2481" y="4679"/>
                  </a:cubicBezTo>
                  <a:close/>
                  <a:moveTo>
                    <a:pt x="2445" y="4092"/>
                  </a:moveTo>
                  <a:cubicBezTo>
                    <a:pt x="2059" y="4092"/>
                    <a:pt x="1702" y="4303"/>
                    <a:pt x="1520" y="4639"/>
                  </a:cubicBezTo>
                  <a:cubicBezTo>
                    <a:pt x="1314" y="5059"/>
                    <a:pt x="1347" y="5560"/>
                    <a:pt x="1614" y="5946"/>
                  </a:cubicBezTo>
                  <a:cubicBezTo>
                    <a:pt x="1807" y="6233"/>
                    <a:pt x="2127" y="6406"/>
                    <a:pt x="2481" y="6406"/>
                  </a:cubicBezTo>
                  <a:lnTo>
                    <a:pt x="2481" y="6400"/>
                  </a:lnTo>
                  <a:lnTo>
                    <a:pt x="2614" y="6400"/>
                  </a:lnTo>
                  <a:cubicBezTo>
                    <a:pt x="3221" y="6320"/>
                    <a:pt x="3608" y="5753"/>
                    <a:pt x="3581" y="5213"/>
                  </a:cubicBezTo>
                  <a:cubicBezTo>
                    <a:pt x="3548" y="4673"/>
                    <a:pt x="3154" y="4092"/>
                    <a:pt x="2481" y="4092"/>
                  </a:cubicBezTo>
                  <a:cubicBezTo>
                    <a:pt x="2469" y="4092"/>
                    <a:pt x="2457" y="4092"/>
                    <a:pt x="2445" y="4092"/>
                  </a:cubicBezTo>
                  <a:close/>
                  <a:moveTo>
                    <a:pt x="2571" y="577"/>
                  </a:moveTo>
                  <a:cubicBezTo>
                    <a:pt x="2579" y="577"/>
                    <a:pt x="2586" y="577"/>
                    <a:pt x="2594" y="578"/>
                  </a:cubicBezTo>
                  <a:cubicBezTo>
                    <a:pt x="3234" y="638"/>
                    <a:pt x="3301" y="785"/>
                    <a:pt x="3661" y="2872"/>
                  </a:cubicBezTo>
                  <a:cubicBezTo>
                    <a:pt x="3894" y="4259"/>
                    <a:pt x="4248" y="6380"/>
                    <a:pt x="3781" y="6707"/>
                  </a:cubicBezTo>
                  <a:cubicBezTo>
                    <a:pt x="3496" y="6902"/>
                    <a:pt x="2710" y="6990"/>
                    <a:pt x="2025" y="6990"/>
                  </a:cubicBezTo>
                  <a:cubicBezTo>
                    <a:pt x="1588" y="6990"/>
                    <a:pt x="1191" y="6954"/>
                    <a:pt x="994" y="6887"/>
                  </a:cubicBezTo>
                  <a:cubicBezTo>
                    <a:pt x="800" y="6246"/>
                    <a:pt x="1214" y="2272"/>
                    <a:pt x="2127" y="938"/>
                  </a:cubicBezTo>
                  <a:cubicBezTo>
                    <a:pt x="2242" y="779"/>
                    <a:pt x="2406" y="577"/>
                    <a:pt x="2571" y="577"/>
                  </a:cubicBezTo>
                  <a:close/>
                  <a:moveTo>
                    <a:pt x="2566" y="1"/>
                  </a:moveTo>
                  <a:cubicBezTo>
                    <a:pt x="1921" y="1"/>
                    <a:pt x="1370" y="767"/>
                    <a:pt x="954" y="2259"/>
                  </a:cubicBezTo>
                  <a:cubicBezTo>
                    <a:pt x="620" y="3446"/>
                    <a:pt x="0" y="7047"/>
                    <a:pt x="667" y="7380"/>
                  </a:cubicBezTo>
                  <a:cubicBezTo>
                    <a:pt x="914" y="7507"/>
                    <a:pt x="1454" y="7573"/>
                    <a:pt x="2047" y="7573"/>
                  </a:cubicBezTo>
                  <a:cubicBezTo>
                    <a:pt x="2834" y="7573"/>
                    <a:pt x="3728" y="7447"/>
                    <a:pt x="4114" y="7180"/>
                  </a:cubicBezTo>
                  <a:cubicBezTo>
                    <a:pt x="4835" y="6673"/>
                    <a:pt x="4628" y="5106"/>
                    <a:pt x="4228" y="2772"/>
                  </a:cubicBezTo>
                  <a:cubicBezTo>
                    <a:pt x="3894" y="772"/>
                    <a:pt x="3781" y="91"/>
                    <a:pt x="2647" y="5"/>
                  </a:cubicBezTo>
                  <a:cubicBezTo>
                    <a:pt x="2620" y="2"/>
                    <a:pt x="2593" y="1"/>
                    <a:pt x="256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5" name="Google Shape;1988;p36"/>
            <p:cNvSpPr/>
            <p:nvPr/>
          </p:nvSpPr>
          <p:spPr>
            <a:xfrm>
              <a:off x="1579044" y="2787242"/>
              <a:ext cx="204629" cy="189693"/>
            </a:xfrm>
            <a:custGeom>
              <a:avLst/>
              <a:gdLst/>
              <a:ahLst/>
              <a:cxnLst/>
              <a:rect l="l" t="t" r="r" b="b"/>
              <a:pathLst>
                <a:path w="7316" h="6782" extrusionOk="0">
                  <a:moveTo>
                    <a:pt x="4629" y="0"/>
                  </a:moveTo>
                  <a:cubicBezTo>
                    <a:pt x="4018" y="0"/>
                    <a:pt x="3341" y="111"/>
                    <a:pt x="2641" y="422"/>
                  </a:cubicBezTo>
                  <a:cubicBezTo>
                    <a:pt x="154" y="1522"/>
                    <a:pt x="0" y="4103"/>
                    <a:pt x="154" y="6717"/>
                  </a:cubicBezTo>
                  <a:cubicBezTo>
                    <a:pt x="534" y="6760"/>
                    <a:pt x="914" y="6782"/>
                    <a:pt x="1294" y="6782"/>
                  </a:cubicBezTo>
                  <a:cubicBezTo>
                    <a:pt x="1674" y="6782"/>
                    <a:pt x="2054" y="6760"/>
                    <a:pt x="2434" y="6717"/>
                  </a:cubicBezTo>
                  <a:cubicBezTo>
                    <a:pt x="2434" y="6717"/>
                    <a:pt x="1821" y="3983"/>
                    <a:pt x="3034" y="2089"/>
                  </a:cubicBezTo>
                  <a:cubicBezTo>
                    <a:pt x="3825" y="849"/>
                    <a:pt x="4975" y="421"/>
                    <a:pt x="5963" y="421"/>
                  </a:cubicBezTo>
                  <a:cubicBezTo>
                    <a:pt x="6485" y="421"/>
                    <a:pt x="6961" y="540"/>
                    <a:pt x="7316" y="722"/>
                  </a:cubicBezTo>
                  <a:cubicBezTo>
                    <a:pt x="7316" y="722"/>
                    <a:pt x="6185" y="0"/>
                    <a:pt x="4629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6" name="Google Shape;1989;p36"/>
            <p:cNvSpPr/>
            <p:nvPr/>
          </p:nvSpPr>
          <p:spPr>
            <a:xfrm>
              <a:off x="1570821" y="2778963"/>
              <a:ext cx="221998" cy="206419"/>
            </a:xfrm>
            <a:custGeom>
              <a:avLst/>
              <a:gdLst/>
              <a:ahLst/>
              <a:cxnLst/>
              <a:rect l="l" t="t" r="r" b="b"/>
              <a:pathLst>
                <a:path w="7937" h="7380" extrusionOk="0">
                  <a:moveTo>
                    <a:pt x="4910" y="591"/>
                  </a:moveTo>
                  <a:cubicBezTo>
                    <a:pt x="4994" y="591"/>
                    <a:pt x="5078" y="593"/>
                    <a:pt x="5162" y="598"/>
                  </a:cubicBezTo>
                  <a:cubicBezTo>
                    <a:pt x="4402" y="831"/>
                    <a:pt x="3649" y="1345"/>
                    <a:pt x="3082" y="2225"/>
                  </a:cubicBezTo>
                  <a:cubicBezTo>
                    <a:pt x="2048" y="3832"/>
                    <a:pt x="2262" y="5959"/>
                    <a:pt x="2382" y="6759"/>
                  </a:cubicBezTo>
                  <a:cubicBezTo>
                    <a:pt x="2124" y="6781"/>
                    <a:pt x="1867" y="6791"/>
                    <a:pt x="1611" y="6791"/>
                  </a:cubicBezTo>
                  <a:cubicBezTo>
                    <a:pt x="1315" y="6791"/>
                    <a:pt x="1021" y="6778"/>
                    <a:pt x="728" y="6753"/>
                  </a:cubicBezTo>
                  <a:cubicBezTo>
                    <a:pt x="581" y="3959"/>
                    <a:pt x="961" y="1911"/>
                    <a:pt x="3048" y="985"/>
                  </a:cubicBezTo>
                  <a:cubicBezTo>
                    <a:pt x="3638" y="725"/>
                    <a:pt x="4269" y="591"/>
                    <a:pt x="4910" y="591"/>
                  </a:cubicBezTo>
                  <a:close/>
                  <a:moveTo>
                    <a:pt x="4932" y="1"/>
                  </a:moveTo>
                  <a:cubicBezTo>
                    <a:pt x="4285" y="1"/>
                    <a:pt x="3565" y="120"/>
                    <a:pt x="2815" y="451"/>
                  </a:cubicBezTo>
                  <a:cubicBezTo>
                    <a:pt x="208" y="1598"/>
                    <a:pt x="1" y="4292"/>
                    <a:pt x="161" y="7026"/>
                  </a:cubicBezTo>
                  <a:cubicBezTo>
                    <a:pt x="161" y="7166"/>
                    <a:pt x="268" y="7286"/>
                    <a:pt x="408" y="7300"/>
                  </a:cubicBezTo>
                  <a:cubicBezTo>
                    <a:pt x="808" y="7353"/>
                    <a:pt x="1208" y="7373"/>
                    <a:pt x="1608" y="7380"/>
                  </a:cubicBezTo>
                  <a:cubicBezTo>
                    <a:pt x="1995" y="7373"/>
                    <a:pt x="2375" y="7346"/>
                    <a:pt x="2762" y="7300"/>
                  </a:cubicBezTo>
                  <a:cubicBezTo>
                    <a:pt x="2842" y="7293"/>
                    <a:pt x="2915" y="7246"/>
                    <a:pt x="2962" y="7180"/>
                  </a:cubicBezTo>
                  <a:cubicBezTo>
                    <a:pt x="3008" y="7113"/>
                    <a:pt x="3028" y="7033"/>
                    <a:pt x="3008" y="6953"/>
                  </a:cubicBezTo>
                  <a:cubicBezTo>
                    <a:pt x="3002" y="6926"/>
                    <a:pt x="2495" y="4245"/>
                    <a:pt x="3575" y="2545"/>
                  </a:cubicBezTo>
                  <a:cubicBezTo>
                    <a:pt x="4298" y="1415"/>
                    <a:pt x="5356" y="1006"/>
                    <a:pt x="6268" y="1006"/>
                  </a:cubicBezTo>
                  <a:cubicBezTo>
                    <a:pt x="6729" y="1006"/>
                    <a:pt x="7152" y="1110"/>
                    <a:pt x="7476" y="1278"/>
                  </a:cubicBezTo>
                  <a:cubicBezTo>
                    <a:pt x="7517" y="1300"/>
                    <a:pt x="7562" y="1311"/>
                    <a:pt x="7606" y="1311"/>
                  </a:cubicBezTo>
                  <a:cubicBezTo>
                    <a:pt x="7707" y="1311"/>
                    <a:pt x="7808" y="1257"/>
                    <a:pt x="7863" y="1165"/>
                  </a:cubicBezTo>
                  <a:cubicBezTo>
                    <a:pt x="7936" y="1031"/>
                    <a:pt x="7896" y="864"/>
                    <a:pt x="7770" y="778"/>
                  </a:cubicBezTo>
                  <a:cubicBezTo>
                    <a:pt x="7698" y="735"/>
                    <a:pt x="6539" y="1"/>
                    <a:pt x="493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7" name="Google Shape;1990;p36"/>
            <p:cNvSpPr/>
            <p:nvPr/>
          </p:nvSpPr>
          <p:spPr>
            <a:xfrm>
              <a:off x="1730669" y="2798598"/>
              <a:ext cx="125362" cy="186979"/>
            </a:xfrm>
            <a:custGeom>
              <a:avLst/>
              <a:gdLst/>
              <a:ahLst/>
              <a:cxnLst/>
              <a:rect l="l" t="t" r="r" b="b"/>
              <a:pathLst>
                <a:path w="4482" h="6685" extrusionOk="0">
                  <a:moveTo>
                    <a:pt x="466" y="1"/>
                  </a:moveTo>
                  <a:cubicBezTo>
                    <a:pt x="162" y="1"/>
                    <a:pt x="1" y="56"/>
                    <a:pt x="1" y="56"/>
                  </a:cubicBezTo>
                  <a:cubicBezTo>
                    <a:pt x="3582" y="2190"/>
                    <a:pt x="761" y="6384"/>
                    <a:pt x="761" y="6384"/>
                  </a:cubicBezTo>
                  <a:cubicBezTo>
                    <a:pt x="1648" y="6644"/>
                    <a:pt x="2735" y="6684"/>
                    <a:pt x="2735" y="6684"/>
                  </a:cubicBezTo>
                  <a:cubicBezTo>
                    <a:pt x="4482" y="3917"/>
                    <a:pt x="3622" y="1023"/>
                    <a:pt x="1895" y="316"/>
                  </a:cubicBezTo>
                  <a:cubicBezTo>
                    <a:pt x="1271" y="62"/>
                    <a:pt x="788" y="1"/>
                    <a:pt x="466" y="1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8" name="Google Shape;1991;p36"/>
            <p:cNvSpPr/>
            <p:nvPr/>
          </p:nvSpPr>
          <p:spPr>
            <a:xfrm>
              <a:off x="1722474" y="2790626"/>
              <a:ext cx="126676" cy="203146"/>
            </a:xfrm>
            <a:custGeom>
              <a:avLst/>
              <a:gdLst/>
              <a:ahLst/>
              <a:cxnLst/>
              <a:rect l="l" t="t" r="r" b="b"/>
              <a:pathLst>
                <a:path w="4529" h="7263" extrusionOk="0">
                  <a:moveTo>
                    <a:pt x="1161" y="614"/>
                  </a:moveTo>
                  <a:lnTo>
                    <a:pt x="1161" y="614"/>
                  </a:lnTo>
                  <a:cubicBezTo>
                    <a:pt x="1481" y="661"/>
                    <a:pt x="1788" y="748"/>
                    <a:pt x="2081" y="874"/>
                  </a:cubicBezTo>
                  <a:cubicBezTo>
                    <a:pt x="2721" y="1134"/>
                    <a:pt x="3241" y="1761"/>
                    <a:pt x="3508" y="2575"/>
                  </a:cubicBezTo>
                  <a:cubicBezTo>
                    <a:pt x="3908" y="3835"/>
                    <a:pt x="3681" y="5315"/>
                    <a:pt x="2874" y="6669"/>
                  </a:cubicBezTo>
                  <a:cubicBezTo>
                    <a:pt x="2414" y="6636"/>
                    <a:pt x="1954" y="6576"/>
                    <a:pt x="1507" y="6482"/>
                  </a:cubicBezTo>
                  <a:cubicBezTo>
                    <a:pt x="1894" y="5782"/>
                    <a:pt x="2674" y="4135"/>
                    <a:pt x="2308" y="2515"/>
                  </a:cubicBezTo>
                  <a:cubicBezTo>
                    <a:pt x="2141" y="1775"/>
                    <a:pt x="1741" y="1108"/>
                    <a:pt x="1161" y="614"/>
                  </a:cubicBezTo>
                  <a:close/>
                  <a:moveTo>
                    <a:pt x="762" y="1"/>
                  </a:moveTo>
                  <a:cubicBezTo>
                    <a:pt x="416" y="1"/>
                    <a:pt x="224" y="64"/>
                    <a:pt x="207" y="67"/>
                  </a:cubicBezTo>
                  <a:cubicBezTo>
                    <a:pt x="94" y="107"/>
                    <a:pt x="20" y="201"/>
                    <a:pt x="14" y="314"/>
                  </a:cubicBezTo>
                  <a:cubicBezTo>
                    <a:pt x="0" y="427"/>
                    <a:pt x="54" y="534"/>
                    <a:pt x="154" y="594"/>
                  </a:cubicBezTo>
                  <a:cubicBezTo>
                    <a:pt x="1014" y="1108"/>
                    <a:pt x="1547" y="1801"/>
                    <a:pt x="1741" y="2641"/>
                  </a:cubicBezTo>
                  <a:cubicBezTo>
                    <a:pt x="2154" y="4475"/>
                    <a:pt x="827" y="6482"/>
                    <a:pt x="814" y="6502"/>
                  </a:cubicBezTo>
                  <a:cubicBezTo>
                    <a:pt x="761" y="6582"/>
                    <a:pt x="754" y="6682"/>
                    <a:pt x="787" y="6769"/>
                  </a:cubicBezTo>
                  <a:cubicBezTo>
                    <a:pt x="814" y="6849"/>
                    <a:pt x="887" y="6916"/>
                    <a:pt x="974" y="6943"/>
                  </a:cubicBezTo>
                  <a:cubicBezTo>
                    <a:pt x="1881" y="7216"/>
                    <a:pt x="2975" y="7263"/>
                    <a:pt x="3015" y="7263"/>
                  </a:cubicBezTo>
                  <a:lnTo>
                    <a:pt x="3028" y="7263"/>
                  </a:lnTo>
                  <a:cubicBezTo>
                    <a:pt x="3128" y="7263"/>
                    <a:pt x="3221" y="7209"/>
                    <a:pt x="3275" y="7129"/>
                  </a:cubicBezTo>
                  <a:cubicBezTo>
                    <a:pt x="4248" y="5596"/>
                    <a:pt x="4528" y="3868"/>
                    <a:pt x="4055" y="2401"/>
                  </a:cubicBezTo>
                  <a:cubicBezTo>
                    <a:pt x="3741" y="1408"/>
                    <a:pt x="3095" y="661"/>
                    <a:pt x="2294" y="334"/>
                  </a:cubicBezTo>
                  <a:cubicBezTo>
                    <a:pt x="1636" y="67"/>
                    <a:pt x="1118" y="1"/>
                    <a:pt x="76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9" name="Google Shape;1992;p36"/>
            <p:cNvSpPr/>
            <p:nvPr/>
          </p:nvSpPr>
          <p:spPr>
            <a:xfrm>
              <a:off x="2507340" y="3289555"/>
              <a:ext cx="957049" cy="1246595"/>
            </a:xfrm>
            <a:custGeom>
              <a:avLst/>
              <a:gdLst/>
              <a:ahLst/>
              <a:cxnLst/>
              <a:rect l="l" t="t" r="r" b="b"/>
              <a:pathLst>
                <a:path w="34217" h="44569" extrusionOk="0">
                  <a:moveTo>
                    <a:pt x="0" y="1"/>
                  </a:moveTo>
                  <a:cubicBezTo>
                    <a:pt x="0" y="1"/>
                    <a:pt x="787" y="2855"/>
                    <a:pt x="1807" y="6789"/>
                  </a:cubicBezTo>
                  <a:cubicBezTo>
                    <a:pt x="2834" y="10724"/>
                    <a:pt x="3635" y="20546"/>
                    <a:pt x="3975" y="20993"/>
                  </a:cubicBezTo>
                  <a:cubicBezTo>
                    <a:pt x="4321" y="21446"/>
                    <a:pt x="6602" y="22707"/>
                    <a:pt x="9509" y="23727"/>
                  </a:cubicBezTo>
                  <a:cubicBezTo>
                    <a:pt x="11423" y="24407"/>
                    <a:pt x="13937" y="24927"/>
                    <a:pt x="15444" y="25214"/>
                  </a:cubicBezTo>
                  <a:cubicBezTo>
                    <a:pt x="14758" y="25854"/>
                    <a:pt x="13030" y="29249"/>
                    <a:pt x="12197" y="30749"/>
                  </a:cubicBezTo>
                  <a:cubicBezTo>
                    <a:pt x="11277" y="32409"/>
                    <a:pt x="8309" y="36450"/>
                    <a:pt x="9169" y="37991"/>
                  </a:cubicBezTo>
                  <a:cubicBezTo>
                    <a:pt x="10030" y="39538"/>
                    <a:pt x="11457" y="40158"/>
                    <a:pt x="13737" y="40618"/>
                  </a:cubicBezTo>
                  <a:cubicBezTo>
                    <a:pt x="15939" y="41061"/>
                    <a:pt x="20878" y="44569"/>
                    <a:pt x="25212" y="44569"/>
                  </a:cubicBezTo>
                  <a:cubicBezTo>
                    <a:pt x="25380" y="44569"/>
                    <a:pt x="25547" y="44564"/>
                    <a:pt x="25714" y="44553"/>
                  </a:cubicBezTo>
                  <a:cubicBezTo>
                    <a:pt x="27428" y="44446"/>
                    <a:pt x="28848" y="43886"/>
                    <a:pt x="30008" y="42939"/>
                  </a:cubicBezTo>
                  <a:cubicBezTo>
                    <a:pt x="31869" y="41438"/>
                    <a:pt x="33016" y="38958"/>
                    <a:pt x="33476" y="35824"/>
                  </a:cubicBezTo>
                  <a:cubicBezTo>
                    <a:pt x="34216" y="30749"/>
                    <a:pt x="27828" y="23787"/>
                    <a:pt x="24860" y="20993"/>
                  </a:cubicBezTo>
                  <a:cubicBezTo>
                    <a:pt x="22493" y="18759"/>
                    <a:pt x="17158" y="13558"/>
                    <a:pt x="13204" y="9823"/>
                  </a:cubicBezTo>
                  <a:cubicBezTo>
                    <a:pt x="12204" y="8883"/>
                    <a:pt x="11290" y="8023"/>
                    <a:pt x="10536" y="7343"/>
                  </a:cubicBezTo>
                  <a:cubicBezTo>
                    <a:pt x="6835" y="3968"/>
                    <a:pt x="1361" y="174"/>
                    <a:pt x="0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0" name="Google Shape;1993;p36"/>
            <p:cNvSpPr/>
            <p:nvPr/>
          </p:nvSpPr>
          <p:spPr>
            <a:xfrm>
              <a:off x="2498250" y="3281332"/>
              <a:ext cx="976936" cy="1262957"/>
            </a:xfrm>
            <a:custGeom>
              <a:avLst/>
              <a:gdLst/>
              <a:ahLst/>
              <a:cxnLst/>
              <a:rect l="l" t="t" r="r" b="b"/>
              <a:pathLst>
                <a:path w="34928" h="45154" extrusionOk="0">
                  <a:moveTo>
                    <a:pt x="745" y="722"/>
                  </a:moveTo>
                  <a:lnTo>
                    <a:pt x="745" y="722"/>
                  </a:lnTo>
                  <a:cubicBezTo>
                    <a:pt x="2492" y="1428"/>
                    <a:pt x="7200" y="4696"/>
                    <a:pt x="10668" y="7857"/>
                  </a:cubicBezTo>
                  <a:cubicBezTo>
                    <a:pt x="11368" y="8497"/>
                    <a:pt x="12268" y="9330"/>
                    <a:pt x="13329" y="10331"/>
                  </a:cubicBezTo>
                  <a:cubicBezTo>
                    <a:pt x="15469" y="12358"/>
                    <a:pt x="18030" y="14825"/>
                    <a:pt x="20291" y="16999"/>
                  </a:cubicBezTo>
                  <a:cubicBezTo>
                    <a:pt x="22231" y="18866"/>
                    <a:pt x="23972" y="20547"/>
                    <a:pt x="24985" y="21500"/>
                  </a:cubicBezTo>
                  <a:cubicBezTo>
                    <a:pt x="25992" y="22447"/>
                    <a:pt x="28559" y="24981"/>
                    <a:pt x="30640" y="28015"/>
                  </a:cubicBezTo>
                  <a:cubicBezTo>
                    <a:pt x="32861" y="31236"/>
                    <a:pt x="33828" y="33944"/>
                    <a:pt x="33507" y="36078"/>
                  </a:cubicBezTo>
                  <a:cubicBezTo>
                    <a:pt x="33061" y="39205"/>
                    <a:pt x="31894" y="41599"/>
                    <a:pt x="30153" y="43006"/>
                  </a:cubicBezTo>
                  <a:cubicBezTo>
                    <a:pt x="29020" y="43940"/>
                    <a:pt x="27626" y="44453"/>
                    <a:pt x="26025" y="44567"/>
                  </a:cubicBezTo>
                  <a:cubicBezTo>
                    <a:pt x="25870" y="44576"/>
                    <a:pt x="25715" y="44581"/>
                    <a:pt x="25558" y="44581"/>
                  </a:cubicBezTo>
                  <a:cubicBezTo>
                    <a:pt x="22815" y="44581"/>
                    <a:pt x="19825" y="43140"/>
                    <a:pt x="17396" y="41979"/>
                  </a:cubicBezTo>
                  <a:cubicBezTo>
                    <a:pt x="16069" y="41339"/>
                    <a:pt x="14929" y="40799"/>
                    <a:pt x="14116" y="40632"/>
                  </a:cubicBezTo>
                  <a:cubicBezTo>
                    <a:pt x="12048" y="40212"/>
                    <a:pt x="10588" y="39652"/>
                    <a:pt x="9754" y="38145"/>
                  </a:cubicBezTo>
                  <a:cubicBezTo>
                    <a:pt x="9154" y="37071"/>
                    <a:pt x="10948" y="34170"/>
                    <a:pt x="12022" y="32443"/>
                  </a:cubicBezTo>
                  <a:cubicBezTo>
                    <a:pt x="12328" y="31950"/>
                    <a:pt x="12589" y="31516"/>
                    <a:pt x="12782" y="31183"/>
                  </a:cubicBezTo>
                  <a:lnTo>
                    <a:pt x="13402" y="30029"/>
                  </a:lnTo>
                  <a:cubicBezTo>
                    <a:pt x="14222" y="28502"/>
                    <a:pt x="15463" y="26195"/>
                    <a:pt x="15969" y="25715"/>
                  </a:cubicBezTo>
                  <a:cubicBezTo>
                    <a:pt x="16049" y="25641"/>
                    <a:pt x="16083" y="25528"/>
                    <a:pt x="16056" y="25428"/>
                  </a:cubicBezTo>
                  <a:cubicBezTo>
                    <a:pt x="16023" y="25315"/>
                    <a:pt x="15929" y="25241"/>
                    <a:pt x="15823" y="25215"/>
                  </a:cubicBezTo>
                  <a:cubicBezTo>
                    <a:pt x="14462" y="24968"/>
                    <a:pt x="11895" y="24441"/>
                    <a:pt x="9934" y="23748"/>
                  </a:cubicBezTo>
                  <a:cubicBezTo>
                    <a:pt x="6887" y="22674"/>
                    <a:pt x="4800" y="21467"/>
                    <a:pt x="4553" y="21134"/>
                  </a:cubicBezTo>
                  <a:cubicBezTo>
                    <a:pt x="4426" y="20874"/>
                    <a:pt x="4180" y="18840"/>
                    <a:pt x="3946" y="16873"/>
                  </a:cubicBezTo>
                  <a:cubicBezTo>
                    <a:pt x="3526" y="13505"/>
                    <a:pt x="3019" y="9324"/>
                    <a:pt x="2419" y="7010"/>
                  </a:cubicBezTo>
                  <a:cubicBezTo>
                    <a:pt x="1652" y="4069"/>
                    <a:pt x="1005" y="1708"/>
                    <a:pt x="745" y="722"/>
                  </a:cubicBezTo>
                  <a:close/>
                  <a:moveTo>
                    <a:pt x="338" y="1"/>
                  </a:moveTo>
                  <a:cubicBezTo>
                    <a:pt x="148" y="1"/>
                    <a:pt x="0" y="175"/>
                    <a:pt x="45" y="368"/>
                  </a:cubicBezTo>
                  <a:cubicBezTo>
                    <a:pt x="52" y="395"/>
                    <a:pt x="845" y="3269"/>
                    <a:pt x="1859" y="7163"/>
                  </a:cubicBezTo>
                  <a:cubicBezTo>
                    <a:pt x="2446" y="9431"/>
                    <a:pt x="2979" y="13772"/>
                    <a:pt x="3359" y="16939"/>
                  </a:cubicBezTo>
                  <a:cubicBezTo>
                    <a:pt x="3780" y="20347"/>
                    <a:pt x="3900" y="21240"/>
                    <a:pt x="4066" y="21467"/>
                  </a:cubicBezTo>
                  <a:cubicBezTo>
                    <a:pt x="4486" y="22014"/>
                    <a:pt x="6860" y="23281"/>
                    <a:pt x="9748" y="24301"/>
                  </a:cubicBezTo>
                  <a:cubicBezTo>
                    <a:pt x="11522" y="24935"/>
                    <a:pt x="13789" y="25415"/>
                    <a:pt x="15229" y="25702"/>
                  </a:cubicBezTo>
                  <a:cubicBezTo>
                    <a:pt x="14662" y="26475"/>
                    <a:pt x="13829" y="28002"/>
                    <a:pt x="12889" y="29749"/>
                  </a:cubicBezTo>
                  <a:lnTo>
                    <a:pt x="12262" y="30903"/>
                  </a:lnTo>
                  <a:cubicBezTo>
                    <a:pt x="12088" y="31223"/>
                    <a:pt x="11828" y="31650"/>
                    <a:pt x="11528" y="32137"/>
                  </a:cubicBezTo>
                  <a:cubicBezTo>
                    <a:pt x="10235" y="34210"/>
                    <a:pt x="8481" y="37051"/>
                    <a:pt x="9248" y="38432"/>
                  </a:cubicBezTo>
                  <a:cubicBezTo>
                    <a:pt x="10188" y="40125"/>
                    <a:pt x="11762" y="40752"/>
                    <a:pt x="14002" y="41206"/>
                  </a:cubicBezTo>
                  <a:cubicBezTo>
                    <a:pt x="14749" y="41346"/>
                    <a:pt x="15856" y="41879"/>
                    <a:pt x="17136" y="42499"/>
                  </a:cubicBezTo>
                  <a:cubicBezTo>
                    <a:pt x="19624" y="43686"/>
                    <a:pt x="22671" y="45153"/>
                    <a:pt x="25539" y="45153"/>
                  </a:cubicBezTo>
                  <a:cubicBezTo>
                    <a:pt x="25719" y="45153"/>
                    <a:pt x="25892" y="45153"/>
                    <a:pt x="26059" y="45140"/>
                  </a:cubicBezTo>
                  <a:cubicBezTo>
                    <a:pt x="27793" y="45033"/>
                    <a:pt x="29293" y="44466"/>
                    <a:pt x="30513" y="43466"/>
                  </a:cubicBezTo>
                  <a:cubicBezTo>
                    <a:pt x="32374" y="41952"/>
                    <a:pt x="33608" y="39432"/>
                    <a:pt x="34088" y="36164"/>
                  </a:cubicBezTo>
                  <a:cubicBezTo>
                    <a:pt x="34928" y="30409"/>
                    <a:pt x="26979" y="22581"/>
                    <a:pt x="25385" y="21074"/>
                  </a:cubicBezTo>
                  <a:cubicBezTo>
                    <a:pt x="24305" y="20060"/>
                    <a:pt x="22631" y="18446"/>
                    <a:pt x="20697" y="16579"/>
                  </a:cubicBezTo>
                  <a:cubicBezTo>
                    <a:pt x="18437" y="14405"/>
                    <a:pt x="15869" y="11938"/>
                    <a:pt x="13729" y="9911"/>
                  </a:cubicBezTo>
                  <a:cubicBezTo>
                    <a:pt x="12662" y="8904"/>
                    <a:pt x="11762" y="8070"/>
                    <a:pt x="11061" y="7430"/>
                  </a:cubicBezTo>
                  <a:cubicBezTo>
                    <a:pt x="7300" y="4002"/>
                    <a:pt x="1799" y="188"/>
                    <a:pt x="359" y="1"/>
                  </a:cubicBezTo>
                  <a:cubicBezTo>
                    <a:pt x="352" y="1"/>
                    <a:pt x="345" y="1"/>
                    <a:pt x="33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1" name="Google Shape;1994;p36"/>
            <p:cNvSpPr/>
            <p:nvPr/>
          </p:nvSpPr>
          <p:spPr>
            <a:xfrm>
              <a:off x="2507340" y="3289555"/>
              <a:ext cx="839352" cy="1246595"/>
            </a:xfrm>
            <a:custGeom>
              <a:avLst/>
              <a:gdLst/>
              <a:ahLst/>
              <a:cxnLst/>
              <a:rect l="l" t="t" r="r" b="b"/>
              <a:pathLst>
                <a:path w="30009" h="44569" extrusionOk="0">
                  <a:moveTo>
                    <a:pt x="0" y="1"/>
                  </a:moveTo>
                  <a:cubicBezTo>
                    <a:pt x="0" y="1"/>
                    <a:pt x="787" y="2862"/>
                    <a:pt x="1807" y="6796"/>
                  </a:cubicBezTo>
                  <a:cubicBezTo>
                    <a:pt x="2834" y="10730"/>
                    <a:pt x="3635" y="20546"/>
                    <a:pt x="3975" y="21000"/>
                  </a:cubicBezTo>
                  <a:cubicBezTo>
                    <a:pt x="4321" y="21446"/>
                    <a:pt x="6602" y="22707"/>
                    <a:pt x="9509" y="23734"/>
                  </a:cubicBezTo>
                  <a:cubicBezTo>
                    <a:pt x="11423" y="24407"/>
                    <a:pt x="13937" y="24927"/>
                    <a:pt x="15444" y="25214"/>
                  </a:cubicBezTo>
                  <a:cubicBezTo>
                    <a:pt x="14758" y="25854"/>
                    <a:pt x="13030" y="29249"/>
                    <a:pt x="12197" y="30749"/>
                  </a:cubicBezTo>
                  <a:cubicBezTo>
                    <a:pt x="11277" y="32409"/>
                    <a:pt x="8309" y="36450"/>
                    <a:pt x="9169" y="37991"/>
                  </a:cubicBezTo>
                  <a:cubicBezTo>
                    <a:pt x="10030" y="39538"/>
                    <a:pt x="11457" y="40158"/>
                    <a:pt x="13737" y="40618"/>
                  </a:cubicBezTo>
                  <a:cubicBezTo>
                    <a:pt x="15933" y="41061"/>
                    <a:pt x="20878" y="44569"/>
                    <a:pt x="25212" y="44569"/>
                  </a:cubicBezTo>
                  <a:cubicBezTo>
                    <a:pt x="25380" y="44569"/>
                    <a:pt x="25547" y="44564"/>
                    <a:pt x="25714" y="44553"/>
                  </a:cubicBezTo>
                  <a:cubicBezTo>
                    <a:pt x="27428" y="44446"/>
                    <a:pt x="28848" y="43886"/>
                    <a:pt x="30008" y="42939"/>
                  </a:cubicBezTo>
                  <a:lnTo>
                    <a:pt x="30008" y="42939"/>
                  </a:lnTo>
                  <a:cubicBezTo>
                    <a:pt x="29912" y="42940"/>
                    <a:pt x="29816" y="42941"/>
                    <a:pt x="29720" y="42941"/>
                  </a:cubicBezTo>
                  <a:cubicBezTo>
                    <a:pt x="29035" y="42941"/>
                    <a:pt x="28346" y="42899"/>
                    <a:pt x="27668" y="42805"/>
                  </a:cubicBezTo>
                  <a:cubicBezTo>
                    <a:pt x="25247" y="42499"/>
                    <a:pt x="22873" y="41925"/>
                    <a:pt x="20592" y="41092"/>
                  </a:cubicBezTo>
                  <a:cubicBezTo>
                    <a:pt x="18492" y="40325"/>
                    <a:pt x="16331" y="39205"/>
                    <a:pt x="15338" y="37204"/>
                  </a:cubicBezTo>
                  <a:cubicBezTo>
                    <a:pt x="13977" y="34457"/>
                    <a:pt x="15278" y="31209"/>
                    <a:pt x="16578" y="28442"/>
                  </a:cubicBezTo>
                  <a:cubicBezTo>
                    <a:pt x="16811" y="27935"/>
                    <a:pt x="17112" y="27375"/>
                    <a:pt x="17665" y="27241"/>
                  </a:cubicBezTo>
                  <a:cubicBezTo>
                    <a:pt x="17742" y="27222"/>
                    <a:pt x="17820" y="27214"/>
                    <a:pt x="17899" y="27214"/>
                  </a:cubicBezTo>
                  <a:cubicBezTo>
                    <a:pt x="18200" y="27214"/>
                    <a:pt x="18506" y="27338"/>
                    <a:pt x="18792" y="27455"/>
                  </a:cubicBezTo>
                  <a:lnTo>
                    <a:pt x="24100" y="29689"/>
                  </a:lnTo>
                  <a:cubicBezTo>
                    <a:pt x="21926" y="28308"/>
                    <a:pt x="19699" y="26875"/>
                    <a:pt x="18258" y="24741"/>
                  </a:cubicBezTo>
                  <a:cubicBezTo>
                    <a:pt x="17312" y="23354"/>
                    <a:pt x="16771" y="21747"/>
                    <a:pt x="16238" y="20166"/>
                  </a:cubicBezTo>
                  <a:cubicBezTo>
                    <a:pt x="15304" y="17419"/>
                    <a:pt x="12644" y="12797"/>
                    <a:pt x="13204" y="9830"/>
                  </a:cubicBezTo>
                  <a:cubicBezTo>
                    <a:pt x="12204" y="8883"/>
                    <a:pt x="11290" y="8030"/>
                    <a:pt x="10536" y="7343"/>
                  </a:cubicBezTo>
                  <a:cubicBezTo>
                    <a:pt x="6835" y="3968"/>
                    <a:pt x="1361" y="174"/>
                    <a:pt x="0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2" name="Google Shape;1995;p36"/>
            <p:cNvSpPr/>
            <p:nvPr/>
          </p:nvSpPr>
          <p:spPr>
            <a:xfrm>
              <a:off x="2507340" y="3289555"/>
              <a:ext cx="321571" cy="680622"/>
            </a:xfrm>
            <a:custGeom>
              <a:avLst/>
              <a:gdLst/>
              <a:ahLst/>
              <a:cxnLst/>
              <a:rect l="l" t="t" r="r" b="b"/>
              <a:pathLst>
                <a:path w="11497" h="24334" extrusionOk="0">
                  <a:moveTo>
                    <a:pt x="0" y="1"/>
                  </a:moveTo>
                  <a:cubicBezTo>
                    <a:pt x="0" y="1"/>
                    <a:pt x="147" y="534"/>
                    <a:pt x="394" y="1461"/>
                  </a:cubicBezTo>
                  <a:cubicBezTo>
                    <a:pt x="727" y="2675"/>
                    <a:pt x="1227" y="4562"/>
                    <a:pt x="1807" y="6796"/>
                  </a:cubicBezTo>
                  <a:cubicBezTo>
                    <a:pt x="2268" y="8516"/>
                    <a:pt x="2668" y="11397"/>
                    <a:pt x="3014" y="14098"/>
                  </a:cubicBezTo>
                  <a:cubicBezTo>
                    <a:pt x="3448" y="17545"/>
                    <a:pt x="3781" y="20740"/>
                    <a:pt x="3975" y="21000"/>
                  </a:cubicBezTo>
                  <a:cubicBezTo>
                    <a:pt x="4061" y="21106"/>
                    <a:pt x="4261" y="21266"/>
                    <a:pt x="4561" y="21453"/>
                  </a:cubicBezTo>
                  <a:cubicBezTo>
                    <a:pt x="5235" y="21900"/>
                    <a:pt x="6402" y="22500"/>
                    <a:pt x="7842" y="23100"/>
                  </a:cubicBezTo>
                  <a:cubicBezTo>
                    <a:pt x="8369" y="23314"/>
                    <a:pt x="8896" y="23514"/>
                    <a:pt x="9509" y="23734"/>
                  </a:cubicBezTo>
                  <a:cubicBezTo>
                    <a:pt x="10130" y="23947"/>
                    <a:pt x="10810" y="24154"/>
                    <a:pt x="11497" y="24334"/>
                  </a:cubicBezTo>
                  <a:cubicBezTo>
                    <a:pt x="11277" y="22413"/>
                    <a:pt x="11057" y="20279"/>
                    <a:pt x="10776" y="17946"/>
                  </a:cubicBezTo>
                  <a:cubicBezTo>
                    <a:pt x="10696" y="17219"/>
                    <a:pt x="10603" y="16498"/>
                    <a:pt x="10510" y="15738"/>
                  </a:cubicBezTo>
                  <a:cubicBezTo>
                    <a:pt x="10003" y="11611"/>
                    <a:pt x="9183" y="7783"/>
                    <a:pt x="8376" y="5496"/>
                  </a:cubicBezTo>
                  <a:cubicBezTo>
                    <a:pt x="4975" y="2708"/>
                    <a:pt x="1107" y="141"/>
                    <a:pt x="0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3" name="Google Shape;1996;p36"/>
            <p:cNvSpPr/>
            <p:nvPr/>
          </p:nvSpPr>
          <p:spPr>
            <a:xfrm>
              <a:off x="2498250" y="3281528"/>
              <a:ext cx="339052" cy="696677"/>
            </a:xfrm>
            <a:custGeom>
              <a:avLst/>
              <a:gdLst/>
              <a:ahLst/>
              <a:cxnLst/>
              <a:rect l="l" t="t" r="r" b="b"/>
              <a:pathLst>
                <a:path w="12122" h="24908" extrusionOk="0">
                  <a:moveTo>
                    <a:pt x="745" y="715"/>
                  </a:moveTo>
                  <a:lnTo>
                    <a:pt x="745" y="715"/>
                  </a:lnTo>
                  <a:cubicBezTo>
                    <a:pt x="2159" y="1288"/>
                    <a:pt x="5480" y="3522"/>
                    <a:pt x="8454" y="5949"/>
                  </a:cubicBezTo>
                  <a:cubicBezTo>
                    <a:pt x="9281" y="8317"/>
                    <a:pt x="10055" y="12084"/>
                    <a:pt x="10548" y="16059"/>
                  </a:cubicBezTo>
                  <a:cubicBezTo>
                    <a:pt x="10635" y="16812"/>
                    <a:pt x="10728" y="17552"/>
                    <a:pt x="10815" y="18266"/>
                  </a:cubicBezTo>
                  <a:cubicBezTo>
                    <a:pt x="11048" y="20213"/>
                    <a:pt x="11248" y="22040"/>
                    <a:pt x="11428" y="23707"/>
                  </a:cubicBezTo>
                  <a:lnTo>
                    <a:pt x="11488" y="24227"/>
                  </a:lnTo>
                  <a:cubicBezTo>
                    <a:pt x="10928" y="24074"/>
                    <a:pt x="10415" y="23907"/>
                    <a:pt x="9934" y="23741"/>
                  </a:cubicBezTo>
                  <a:cubicBezTo>
                    <a:pt x="9388" y="23547"/>
                    <a:pt x="8834" y="23341"/>
                    <a:pt x="8287" y="23120"/>
                  </a:cubicBezTo>
                  <a:cubicBezTo>
                    <a:pt x="6974" y="22574"/>
                    <a:pt x="5767" y="21967"/>
                    <a:pt x="5047" y="21500"/>
                  </a:cubicBezTo>
                  <a:cubicBezTo>
                    <a:pt x="4660" y="21253"/>
                    <a:pt x="4560" y="21133"/>
                    <a:pt x="4553" y="21127"/>
                  </a:cubicBezTo>
                  <a:cubicBezTo>
                    <a:pt x="4426" y="20867"/>
                    <a:pt x="4173" y="18806"/>
                    <a:pt x="3933" y="16825"/>
                  </a:cubicBezTo>
                  <a:cubicBezTo>
                    <a:pt x="3840" y="16039"/>
                    <a:pt x="3733" y="15198"/>
                    <a:pt x="3626" y="14351"/>
                  </a:cubicBezTo>
                  <a:cubicBezTo>
                    <a:pt x="3293" y="11717"/>
                    <a:pt x="2866" y="8737"/>
                    <a:pt x="2419" y="7003"/>
                  </a:cubicBezTo>
                  <a:cubicBezTo>
                    <a:pt x="1966" y="5269"/>
                    <a:pt x="1492" y="3482"/>
                    <a:pt x="999" y="1668"/>
                  </a:cubicBezTo>
                  <a:cubicBezTo>
                    <a:pt x="892" y="1281"/>
                    <a:pt x="812" y="955"/>
                    <a:pt x="745" y="715"/>
                  </a:cubicBezTo>
                  <a:close/>
                  <a:moveTo>
                    <a:pt x="338" y="0"/>
                  </a:moveTo>
                  <a:cubicBezTo>
                    <a:pt x="148" y="0"/>
                    <a:pt x="0" y="181"/>
                    <a:pt x="45" y="368"/>
                  </a:cubicBezTo>
                  <a:cubicBezTo>
                    <a:pt x="45" y="368"/>
                    <a:pt x="192" y="901"/>
                    <a:pt x="445" y="1828"/>
                  </a:cubicBezTo>
                  <a:cubicBezTo>
                    <a:pt x="925" y="3635"/>
                    <a:pt x="1399" y="5416"/>
                    <a:pt x="1859" y="7163"/>
                  </a:cubicBezTo>
                  <a:cubicBezTo>
                    <a:pt x="2319" y="8917"/>
                    <a:pt x="2719" y="11817"/>
                    <a:pt x="3053" y="14425"/>
                  </a:cubicBezTo>
                  <a:cubicBezTo>
                    <a:pt x="3159" y="15285"/>
                    <a:pt x="3259" y="16119"/>
                    <a:pt x="3359" y="16899"/>
                  </a:cubicBezTo>
                  <a:cubicBezTo>
                    <a:pt x="3780" y="20340"/>
                    <a:pt x="3900" y="21240"/>
                    <a:pt x="4080" y="21467"/>
                  </a:cubicBezTo>
                  <a:cubicBezTo>
                    <a:pt x="4180" y="21613"/>
                    <a:pt x="4393" y="21787"/>
                    <a:pt x="4726" y="21994"/>
                  </a:cubicBezTo>
                  <a:cubicBezTo>
                    <a:pt x="5480" y="22487"/>
                    <a:pt x="6727" y="23107"/>
                    <a:pt x="8061" y="23661"/>
                  </a:cubicBezTo>
                  <a:cubicBezTo>
                    <a:pt x="8621" y="23894"/>
                    <a:pt x="9148" y="24087"/>
                    <a:pt x="9748" y="24301"/>
                  </a:cubicBezTo>
                  <a:cubicBezTo>
                    <a:pt x="10341" y="24521"/>
                    <a:pt x="11021" y="24721"/>
                    <a:pt x="11748" y="24908"/>
                  </a:cubicBezTo>
                  <a:lnTo>
                    <a:pt x="11822" y="24908"/>
                  </a:lnTo>
                  <a:cubicBezTo>
                    <a:pt x="11888" y="24908"/>
                    <a:pt x="11955" y="24888"/>
                    <a:pt x="12015" y="24854"/>
                  </a:cubicBezTo>
                  <a:cubicBezTo>
                    <a:pt x="12082" y="24781"/>
                    <a:pt x="12122" y="24688"/>
                    <a:pt x="12115" y="24594"/>
                  </a:cubicBezTo>
                  <a:lnTo>
                    <a:pt x="12002" y="23654"/>
                  </a:lnTo>
                  <a:cubicBezTo>
                    <a:pt x="11822" y="21987"/>
                    <a:pt x="11622" y="20166"/>
                    <a:pt x="11388" y="18206"/>
                  </a:cubicBezTo>
                  <a:cubicBezTo>
                    <a:pt x="11302" y="17486"/>
                    <a:pt x="11215" y="16752"/>
                    <a:pt x="11121" y="15999"/>
                  </a:cubicBezTo>
                  <a:cubicBezTo>
                    <a:pt x="10621" y="11931"/>
                    <a:pt x="9821" y="8083"/>
                    <a:pt x="8981" y="5689"/>
                  </a:cubicBezTo>
                  <a:cubicBezTo>
                    <a:pt x="8961" y="5636"/>
                    <a:pt x="8928" y="5589"/>
                    <a:pt x="8888" y="5556"/>
                  </a:cubicBezTo>
                  <a:cubicBezTo>
                    <a:pt x="5780" y="3015"/>
                    <a:pt x="1632" y="168"/>
                    <a:pt x="359" y="1"/>
                  </a:cubicBezTo>
                  <a:cubicBezTo>
                    <a:pt x="352" y="1"/>
                    <a:pt x="345" y="0"/>
                    <a:pt x="33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4" name="Google Shape;1997;p36"/>
            <p:cNvSpPr/>
            <p:nvPr/>
          </p:nvSpPr>
          <p:spPr>
            <a:xfrm>
              <a:off x="2939309" y="3991602"/>
              <a:ext cx="36781" cy="9538"/>
            </a:xfrm>
            <a:custGeom>
              <a:avLst/>
              <a:gdLst/>
              <a:ahLst/>
              <a:cxnLst/>
              <a:rect l="l" t="t" r="r" b="b"/>
              <a:pathLst>
                <a:path w="1315" h="341" extrusionOk="0">
                  <a:moveTo>
                    <a:pt x="294" y="1"/>
                  </a:moveTo>
                  <a:cubicBezTo>
                    <a:pt x="256" y="1"/>
                    <a:pt x="218" y="3"/>
                    <a:pt x="180" y="7"/>
                  </a:cubicBezTo>
                  <a:cubicBezTo>
                    <a:pt x="107" y="21"/>
                    <a:pt x="47" y="61"/>
                    <a:pt x="0" y="114"/>
                  </a:cubicBezTo>
                  <a:cubicBezTo>
                    <a:pt x="754" y="254"/>
                    <a:pt x="1254" y="334"/>
                    <a:pt x="1314" y="341"/>
                  </a:cubicBezTo>
                  <a:cubicBezTo>
                    <a:pt x="1253" y="304"/>
                    <a:pt x="749" y="1"/>
                    <a:pt x="294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5" name="Google Shape;1998;p36"/>
            <p:cNvSpPr/>
            <p:nvPr/>
          </p:nvSpPr>
          <p:spPr>
            <a:xfrm>
              <a:off x="2930722" y="3983379"/>
              <a:ext cx="54318" cy="25984"/>
            </a:xfrm>
            <a:custGeom>
              <a:avLst/>
              <a:gdLst/>
              <a:ahLst/>
              <a:cxnLst/>
              <a:rect l="l" t="t" r="r" b="b"/>
              <a:pathLst>
                <a:path w="1942" h="929" extrusionOk="0">
                  <a:moveTo>
                    <a:pt x="577" y="1"/>
                  </a:moveTo>
                  <a:cubicBezTo>
                    <a:pt x="531" y="1"/>
                    <a:pt x="486" y="3"/>
                    <a:pt x="441" y="8"/>
                  </a:cubicBezTo>
                  <a:cubicBezTo>
                    <a:pt x="314" y="35"/>
                    <a:pt x="201" y="95"/>
                    <a:pt x="107" y="195"/>
                  </a:cubicBezTo>
                  <a:cubicBezTo>
                    <a:pt x="27" y="268"/>
                    <a:pt x="1" y="388"/>
                    <a:pt x="34" y="495"/>
                  </a:cubicBezTo>
                  <a:cubicBezTo>
                    <a:pt x="67" y="595"/>
                    <a:pt x="154" y="675"/>
                    <a:pt x="261" y="695"/>
                  </a:cubicBezTo>
                  <a:lnTo>
                    <a:pt x="1588" y="928"/>
                  </a:lnTo>
                  <a:lnTo>
                    <a:pt x="1628" y="928"/>
                  </a:lnTo>
                  <a:cubicBezTo>
                    <a:pt x="1748" y="922"/>
                    <a:pt x="1854" y="848"/>
                    <a:pt x="1894" y="735"/>
                  </a:cubicBezTo>
                  <a:cubicBezTo>
                    <a:pt x="1941" y="602"/>
                    <a:pt x="1894" y="455"/>
                    <a:pt x="1774" y="381"/>
                  </a:cubicBezTo>
                  <a:cubicBezTo>
                    <a:pt x="1615" y="290"/>
                    <a:pt x="1090" y="1"/>
                    <a:pt x="57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6" name="Google Shape;1999;p36"/>
            <p:cNvSpPr/>
            <p:nvPr/>
          </p:nvSpPr>
          <p:spPr>
            <a:xfrm>
              <a:off x="2591642" y="3676408"/>
              <a:ext cx="336871" cy="316341"/>
            </a:xfrm>
            <a:custGeom>
              <a:avLst/>
              <a:gdLst/>
              <a:ahLst/>
              <a:cxnLst/>
              <a:rect l="l" t="t" r="r" b="b"/>
              <a:pathLst>
                <a:path w="12044" h="11310" extrusionOk="0">
                  <a:moveTo>
                    <a:pt x="594" y="0"/>
                  </a:moveTo>
                  <a:cubicBezTo>
                    <a:pt x="387" y="53"/>
                    <a:pt x="187" y="140"/>
                    <a:pt x="0" y="267"/>
                  </a:cubicBezTo>
                  <a:cubicBezTo>
                    <a:pt x="434" y="3714"/>
                    <a:pt x="767" y="6909"/>
                    <a:pt x="961" y="7169"/>
                  </a:cubicBezTo>
                  <a:cubicBezTo>
                    <a:pt x="1301" y="7615"/>
                    <a:pt x="3588" y="8876"/>
                    <a:pt x="6495" y="9903"/>
                  </a:cubicBezTo>
                  <a:cubicBezTo>
                    <a:pt x="8249" y="10516"/>
                    <a:pt x="10503" y="11010"/>
                    <a:pt x="12044" y="11310"/>
                  </a:cubicBezTo>
                  <a:cubicBezTo>
                    <a:pt x="11810" y="11023"/>
                    <a:pt x="11637" y="10696"/>
                    <a:pt x="11530" y="10350"/>
                  </a:cubicBezTo>
                  <a:cubicBezTo>
                    <a:pt x="11043" y="8882"/>
                    <a:pt x="10597" y="3708"/>
                    <a:pt x="7389" y="1067"/>
                  </a:cubicBezTo>
                  <a:lnTo>
                    <a:pt x="7389" y="1067"/>
                  </a:lnTo>
                  <a:cubicBezTo>
                    <a:pt x="7389" y="1067"/>
                    <a:pt x="7502" y="1981"/>
                    <a:pt x="7629" y="3008"/>
                  </a:cubicBezTo>
                  <a:cubicBezTo>
                    <a:pt x="7629" y="3008"/>
                    <a:pt x="6113" y="3618"/>
                    <a:pt x="4349" y="3618"/>
                  </a:cubicBezTo>
                  <a:cubicBezTo>
                    <a:pt x="4223" y="3618"/>
                    <a:pt x="4096" y="3614"/>
                    <a:pt x="3968" y="3608"/>
                  </a:cubicBezTo>
                  <a:cubicBezTo>
                    <a:pt x="2921" y="3548"/>
                    <a:pt x="1828" y="3254"/>
                    <a:pt x="927" y="2481"/>
                  </a:cubicBezTo>
                  <a:cubicBezTo>
                    <a:pt x="927" y="2481"/>
                    <a:pt x="681" y="607"/>
                    <a:pt x="594" y="0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7" name="Google Shape;2000;p36"/>
            <p:cNvSpPr/>
            <p:nvPr/>
          </p:nvSpPr>
          <p:spPr>
            <a:xfrm>
              <a:off x="2583055" y="3668045"/>
              <a:ext cx="354044" cy="332563"/>
            </a:xfrm>
            <a:custGeom>
              <a:avLst/>
              <a:gdLst/>
              <a:ahLst/>
              <a:cxnLst/>
              <a:rect l="l" t="t" r="r" b="b"/>
              <a:pathLst>
                <a:path w="12658" h="11890" extrusionOk="0">
                  <a:moveTo>
                    <a:pt x="661" y="693"/>
                  </a:moveTo>
                  <a:cubicBezTo>
                    <a:pt x="768" y="1473"/>
                    <a:pt x="948" y="2813"/>
                    <a:pt x="948" y="2813"/>
                  </a:cubicBezTo>
                  <a:cubicBezTo>
                    <a:pt x="954" y="2886"/>
                    <a:pt x="988" y="2953"/>
                    <a:pt x="1048" y="2993"/>
                  </a:cubicBezTo>
                  <a:cubicBezTo>
                    <a:pt x="1888" y="3720"/>
                    <a:pt x="2968" y="4120"/>
                    <a:pt x="4262" y="4187"/>
                  </a:cubicBezTo>
                  <a:cubicBezTo>
                    <a:pt x="4403" y="4194"/>
                    <a:pt x="4543" y="4198"/>
                    <a:pt x="4681" y="4198"/>
                  </a:cubicBezTo>
                  <a:cubicBezTo>
                    <a:pt x="6465" y="4198"/>
                    <a:pt x="7975" y="3604"/>
                    <a:pt x="8049" y="3573"/>
                  </a:cubicBezTo>
                  <a:cubicBezTo>
                    <a:pt x="8163" y="3520"/>
                    <a:pt x="8236" y="3400"/>
                    <a:pt x="8223" y="3273"/>
                  </a:cubicBezTo>
                  <a:cubicBezTo>
                    <a:pt x="8170" y="2846"/>
                    <a:pt x="8123" y="2446"/>
                    <a:pt x="8083" y="2120"/>
                  </a:cubicBezTo>
                  <a:lnTo>
                    <a:pt x="8083" y="2120"/>
                  </a:lnTo>
                  <a:cubicBezTo>
                    <a:pt x="10117" y="4213"/>
                    <a:pt x="10804" y="7421"/>
                    <a:pt x="11230" y="9408"/>
                  </a:cubicBezTo>
                  <a:cubicBezTo>
                    <a:pt x="11357" y="9975"/>
                    <a:pt x="11457" y="10422"/>
                    <a:pt x="11557" y="10742"/>
                  </a:cubicBezTo>
                  <a:cubicBezTo>
                    <a:pt x="11617" y="10902"/>
                    <a:pt x="11670" y="11049"/>
                    <a:pt x="11737" y="11189"/>
                  </a:cubicBezTo>
                  <a:cubicBezTo>
                    <a:pt x="10257" y="10889"/>
                    <a:pt x="8396" y="10455"/>
                    <a:pt x="6902" y="9922"/>
                  </a:cubicBezTo>
                  <a:cubicBezTo>
                    <a:pt x="3855" y="8848"/>
                    <a:pt x="1768" y="7641"/>
                    <a:pt x="1521" y="7308"/>
                  </a:cubicBezTo>
                  <a:cubicBezTo>
                    <a:pt x="1394" y="7048"/>
                    <a:pt x="1148" y="4987"/>
                    <a:pt x="901" y="3006"/>
                  </a:cubicBezTo>
                  <a:cubicBezTo>
                    <a:pt x="814" y="2280"/>
                    <a:pt x="721" y="1506"/>
                    <a:pt x="621" y="713"/>
                  </a:cubicBezTo>
                  <a:lnTo>
                    <a:pt x="661" y="693"/>
                  </a:lnTo>
                  <a:close/>
                  <a:moveTo>
                    <a:pt x="902" y="1"/>
                  </a:moveTo>
                  <a:cubicBezTo>
                    <a:pt x="884" y="1"/>
                    <a:pt x="865" y="2"/>
                    <a:pt x="848" y="6"/>
                  </a:cubicBezTo>
                  <a:cubicBezTo>
                    <a:pt x="594" y="72"/>
                    <a:pt x="361" y="179"/>
                    <a:pt x="154" y="319"/>
                  </a:cubicBezTo>
                  <a:cubicBezTo>
                    <a:pt x="54" y="372"/>
                    <a:pt x="1" y="486"/>
                    <a:pt x="21" y="599"/>
                  </a:cubicBezTo>
                  <a:cubicBezTo>
                    <a:pt x="127" y="1453"/>
                    <a:pt x="227" y="2286"/>
                    <a:pt x="327" y="3073"/>
                  </a:cubicBezTo>
                  <a:cubicBezTo>
                    <a:pt x="748" y="6514"/>
                    <a:pt x="868" y="7414"/>
                    <a:pt x="1034" y="7641"/>
                  </a:cubicBezTo>
                  <a:cubicBezTo>
                    <a:pt x="1454" y="8188"/>
                    <a:pt x="3828" y="9455"/>
                    <a:pt x="6716" y="10475"/>
                  </a:cubicBezTo>
                  <a:cubicBezTo>
                    <a:pt x="8463" y="11102"/>
                    <a:pt x="10717" y="11589"/>
                    <a:pt x="12291" y="11889"/>
                  </a:cubicBezTo>
                  <a:lnTo>
                    <a:pt x="12351" y="11889"/>
                  </a:lnTo>
                  <a:cubicBezTo>
                    <a:pt x="12356" y="11889"/>
                    <a:pt x="12361" y="11889"/>
                    <a:pt x="12366" y="11889"/>
                  </a:cubicBezTo>
                  <a:cubicBezTo>
                    <a:pt x="12460" y="11889"/>
                    <a:pt x="12547" y="11831"/>
                    <a:pt x="12597" y="11749"/>
                  </a:cubicBezTo>
                  <a:cubicBezTo>
                    <a:pt x="12657" y="11642"/>
                    <a:pt x="12651" y="11509"/>
                    <a:pt x="12571" y="11415"/>
                  </a:cubicBezTo>
                  <a:cubicBezTo>
                    <a:pt x="12364" y="11162"/>
                    <a:pt x="12211" y="10869"/>
                    <a:pt x="12117" y="10555"/>
                  </a:cubicBezTo>
                  <a:cubicBezTo>
                    <a:pt x="11984" y="10135"/>
                    <a:pt x="11884" y="9715"/>
                    <a:pt x="11804" y="9281"/>
                  </a:cubicBezTo>
                  <a:cubicBezTo>
                    <a:pt x="11324" y="7048"/>
                    <a:pt x="10517" y="3307"/>
                    <a:pt x="7883" y="1139"/>
                  </a:cubicBezTo>
                  <a:cubicBezTo>
                    <a:pt x="7828" y="1093"/>
                    <a:pt x="7760" y="1069"/>
                    <a:pt x="7693" y="1069"/>
                  </a:cubicBezTo>
                  <a:cubicBezTo>
                    <a:pt x="7645" y="1069"/>
                    <a:pt x="7598" y="1081"/>
                    <a:pt x="7556" y="1106"/>
                  </a:cubicBezTo>
                  <a:cubicBezTo>
                    <a:pt x="7449" y="1159"/>
                    <a:pt x="7389" y="1279"/>
                    <a:pt x="7403" y="1399"/>
                  </a:cubicBezTo>
                  <a:lnTo>
                    <a:pt x="7623" y="3107"/>
                  </a:lnTo>
                  <a:cubicBezTo>
                    <a:pt x="7157" y="3266"/>
                    <a:pt x="5965" y="3622"/>
                    <a:pt x="4648" y="3622"/>
                  </a:cubicBezTo>
                  <a:cubicBezTo>
                    <a:pt x="4531" y="3622"/>
                    <a:pt x="4413" y="3619"/>
                    <a:pt x="4295" y="3613"/>
                  </a:cubicBezTo>
                  <a:cubicBezTo>
                    <a:pt x="3168" y="3553"/>
                    <a:pt x="2235" y="3220"/>
                    <a:pt x="1514" y="2633"/>
                  </a:cubicBezTo>
                  <a:cubicBezTo>
                    <a:pt x="1454" y="2213"/>
                    <a:pt x="1261" y="779"/>
                    <a:pt x="1188" y="252"/>
                  </a:cubicBezTo>
                  <a:cubicBezTo>
                    <a:pt x="1181" y="172"/>
                    <a:pt x="1134" y="99"/>
                    <a:pt x="1068" y="52"/>
                  </a:cubicBezTo>
                  <a:cubicBezTo>
                    <a:pt x="1017" y="17"/>
                    <a:pt x="959" y="1"/>
                    <a:pt x="90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8" name="Google Shape;2001;p36"/>
            <p:cNvSpPr/>
            <p:nvPr/>
          </p:nvSpPr>
          <p:spPr>
            <a:xfrm>
              <a:off x="2939309" y="3991602"/>
              <a:ext cx="36781" cy="9538"/>
            </a:xfrm>
            <a:custGeom>
              <a:avLst/>
              <a:gdLst/>
              <a:ahLst/>
              <a:cxnLst/>
              <a:rect l="l" t="t" r="r" b="b"/>
              <a:pathLst>
                <a:path w="1315" h="341" extrusionOk="0">
                  <a:moveTo>
                    <a:pt x="294" y="1"/>
                  </a:moveTo>
                  <a:cubicBezTo>
                    <a:pt x="256" y="1"/>
                    <a:pt x="218" y="3"/>
                    <a:pt x="180" y="7"/>
                  </a:cubicBezTo>
                  <a:cubicBezTo>
                    <a:pt x="107" y="21"/>
                    <a:pt x="47" y="61"/>
                    <a:pt x="0" y="114"/>
                  </a:cubicBezTo>
                  <a:cubicBezTo>
                    <a:pt x="754" y="254"/>
                    <a:pt x="1254" y="334"/>
                    <a:pt x="1314" y="341"/>
                  </a:cubicBezTo>
                  <a:cubicBezTo>
                    <a:pt x="1253" y="304"/>
                    <a:pt x="749" y="1"/>
                    <a:pt x="294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9" name="Google Shape;2002;p36"/>
            <p:cNvSpPr/>
            <p:nvPr/>
          </p:nvSpPr>
          <p:spPr>
            <a:xfrm>
              <a:off x="2930722" y="3983379"/>
              <a:ext cx="54318" cy="25984"/>
            </a:xfrm>
            <a:custGeom>
              <a:avLst/>
              <a:gdLst/>
              <a:ahLst/>
              <a:cxnLst/>
              <a:rect l="l" t="t" r="r" b="b"/>
              <a:pathLst>
                <a:path w="1942" h="929" extrusionOk="0">
                  <a:moveTo>
                    <a:pt x="577" y="1"/>
                  </a:moveTo>
                  <a:cubicBezTo>
                    <a:pt x="531" y="1"/>
                    <a:pt x="486" y="3"/>
                    <a:pt x="441" y="8"/>
                  </a:cubicBezTo>
                  <a:cubicBezTo>
                    <a:pt x="314" y="35"/>
                    <a:pt x="201" y="95"/>
                    <a:pt x="107" y="195"/>
                  </a:cubicBezTo>
                  <a:cubicBezTo>
                    <a:pt x="27" y="268"/>
                    <a:pt x="1" y="388"/>
                    <a:pt x="34" y="495"/>
                  </a:cubicBezTo>
                  <a:cubicBezTo>
                    <a:pt x="67" y="595"/>
                    <a:pt x="154" y="675"/>
                    <a:pt x="261" y="695"/>
                  </a:cubicBezTo>
                  <a:lnTo>
                    <a:pt x="1588" y="928"/>
                  </a:lnTo>
                  <a:lnTo>
                    <a:pt x="1628" y="928"/>
                  </a:lnTo>
                  <a:cubicBezTo>
                    <a:pt x="1748" y="922"/>
                    <a:pt x="1854" y="848"/>
                    <a:pt x="1894" y="735"/>
                  </a:cubicBezTo>
                  <a:cubicBezTo>
                    <a:pt x="1941" y="602"/>
                    <a:pt x="1894" y="455"/>
                    <a:pt x="1774" y="381"/>
                  </a:cubicBezTo>
                  <a:cubicBezTo>
                    <a:pt x="1615" y="290"/>
                    <a:pt x="1090" y="1"/>
                    <a:pt x="57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0" name="Google Shape;2003;p36"/>
            <p:cNvSpPr/>
            <p:nvPr/>
          </p:nvSpPr>
          <p:spPr>
            <a:xfrm>
              <a:off x="2796242" y="3548641"/>
              <a:ext cx="31187" cy="171065"/>
            </a:xfrm>
            <a:custGeom>
              <a:avLst/>
              <a:gdLst/>
              <a:ahLst/>
              <a:cxnLst/>
              <a:rect l="l" t="t" r="r" b="b"/>
              <a:pathLst>
                <a:path w="1115" h="6116" extrusionOk="0">
                  <a:moveTo>
                    <a:pt x="1" y="0"/>
                  </a:moveTo>
                  <a:lnTo>
                    <a:pt x="1" y="0"/>
                  </a:lnTo>
                  <a:cubicBezTo>
                    <a:pt x="81" y="1034"/>
                    <a:pt x="221" y="2061"/>
                    <a:pt x="414" y="3081"/>
                  </a:cubicBezTo>
                  <a:cubicBezTo>
                    <a:pt x="594" y="4101"/>
                    <a:pt x="828" y="5115"/>
                    <a:pt x="1114" y="6115"/>
                  </a:cubicBezTo>
                  <a:cubicBezTo>
                    <a:pt x="1034" y="5082"/>
                    <a:pt x="894" y="4048"/>
                    <a:pt x="701" y="3034"/>
                  </a:cubicBezTo>
                  <a:cubicBezTo>
                    <a:pt x="521" y="2007"/>
                    <a:pt x="287" y="994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1" name="Google Shape;2004;p36"/>
            <p:cNvSpPr/>
            <p:nvPr/>
          </p:nvSpPr>
          <p:spPr>
            <a:xfrm>
              <a:off x="2844183" y="3629027"/>
              <a:ext cx="36221" cy="125166"/>
            </a:xfrm>
            <a:custGeom>
              <a:avLst/>
              <a:gdLst/>
              <a:ahLst/>
              <a:cxnLst/>
              <a:rect l="l" t="t" r="r" b="b"/>
              <a:pathLst>
                <a:path w="1295" h="4475" extrusionOk="0">
                  <a:moveTo>
                    <a:pt x="0" y="0"/>
                  </a:moveTo>
                  <a:lnTo>
                    <a:pt x="0" y="0"/>
                  </a:lnTo>
                  <a:cubicBezTo>
                    <a:pt x="134" y="1561"/>
                    <a:pt x="574" y="3081"/>
                    <a:pt x="1294" y="4475"/>
                  </a:cubicBezTo>
                  <a:cubicBezTo>
                    <a:pt x="1134" y="3708"/>
                    <a:pt x="921" y="2968"/>
                    <a:pt x="701" y="2221"/>
                  </a:cubicBezTo>
                  <a:cubicBezTo>
                    <a:pt x="487" y="1481"/>
                    <a:pt x="281" y="734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2" name="Google Shape;2005;p36"/>
            <p:cNvSpPr/>
            <p:nvPr/>
          </p:nvSpPr>
          <p:spPr>
            <a:xfrm>
              <a:off x="2865999" y="4377141"/>
              <a:ext cx="131711" cy="35662"/>
            </a:xfrm>
            <a:custGeom>
              <a:avLst/>
              <a:gdLst/>
              <a:ahLst/>
              <a:cxnLst/>
              <a:rect l="l" t="t" r="r" b="b"/>
              <a:pathLst>
                <a:path w="4709" h="1275" extrusionOk="0">
                  <a:moveTo>
                    <a:pt x="1" y="0"/>
                  </a:moveTo>
                  <a:lnTo>
                    <a:pt x="1" y="0"/>
                  </a:lnTo>
                  <a:cubicBezTo>
                    <a:pt x="754" y="314"/>
                    <a:pt x="1528" y="567"/>
                    <a:pt x="2315" y="774"/>
                  </a:cubicBezTo>
                  <a:cubicBezTo>
                    <a:pt x="3102" y="1001"/>
                    <a:pt x="3902" y="1167"/>
                    <a:pt x="4709" y="1274"/>
                  </a:cubicBezTo>
                  <a:cubicBezTo>
                    <a:pt x="3195" y="667"/>
                    <a:pt x="1614" y="240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3" name="Google Shape;2006;p36"/>
            <p:cNvSpPr/>
            <p:nvPr/>
          </p:nvSpPr>
          <p:spPr>
            <a:xfrm>
              <a:off x="3039833" y="4429165"/>
              <a:ext cx="282413" cy="49059"/>
            </a:xfrm>
            <a:custGeom>
              <a:avLst/>
              <a:gdLst/>
              <a:ahLst/>
              <a:cxnLst/>
              <a:rect l="l" t="t" r="r" b="b"/>
              <a:pathLst>
                <a:path w="10097" h="1754" extrusionOk="0">
                  <a:moveTo>
                    <a:pt x="1" y="1"/>
                  </a:moveTo>
                  <a:cubicBezTo>
                    <a:pt x="434" y="61"/>
                    <a:pt x="834" y="221"/>
                    <a:pt x="1241" y="401"/>
                  </a:cubicBezTo>
                  <a:cubicBezTo>
                    <a:pt x="1654" y="574"/>
                    <a:pt x="2061" y="734"/>
                    <a:pt x="2468" y="894"/>
                  </a:cubicBezTo>
                  <a:cubicBezTo>
                    <a:pt x="3295" y="1208"/>
                    <a:pt x="4148" y="1455"/>
                    <a:pt x="5022" y="1628"/>
                  </a:cubicBezTo>
                  <a:cubicBezTo>
                    <a:pt x="5481" y="1712"/>
                    <a:pt x="5946" y="1753"/>
                    <a:pt x="6411" y="1753"/>
                  </a:cubicBezTo>
                  <a:cubicBezTo>
                    <a:pt x="6838" y="1753"/>
                    <a:pt x="7265" y="1718"/>
                    <a:pt x="7689" y="1648"/>
                  </a:cubicBezTo>
                  <a:cubicBezTo>
                    <a:pt x="8563" y="1501"/>
                    <a:pt x="9423" y="1148"/>
                    <a:pt x="10097" y="574"/>
                  </a:cubicBezTo>
                  <a:lnTo>
                    <a:pt x="10097" y="574"/>
                  </a:lnTo>
                  <a:cubicBezTo>
                    <a:pt x="9357" y="1035"/>
                    <a:pt x="8523" y="1328"/>
                    <a:pt x="7656" y="1421"/>
                  </a:cubicBezTo>
                  <a:cubicBezTo>
                    <a:pt x="7320" y="1463"/>
                    <a:pt x="6983" y="1483"/>
                    <a:pt x="6647" y="1483"/>
                  </a:cubicBezTo>
                  <a:cubicBezTo>
                    <a:pt x="6118" y="1483"/>
                    <a:pt x="5591" y="1433"/>
                    <a:pt x="5069" y="1335"/>
                  </a:cubicBezTo>
                  <a:cubicBezTo>
                    <a:pt x="4215" y="1168"/>
                    <a:pt x="3368" y="948"/>
                    <a:pt x="2541" y="674"/>
                  </a:cubicBezTo>
                  <a:lnTo>
                    <a:pt x="1294" y="274"/>
                  </a:lnTo>
                  <a:cubicBezTo>
                    <a:pt x="874" y="141"/>
                    <a:pt x="441" y="1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4" name="Google Shape;2007;p36"/>
            <p:cNvSpPr/>
            <p:nvPr/>
          </p:nvSpPr>
          <p:spPr>
            <a:xfrm>
              <a:off x="3176550" y="4372106"/>
              <a:ext cx="159513" cy="68666"/>
            </a:xfrm>
            <a:custGeom>
              <a:avLst/>
              <a:gdLst/>
              <a:ahLst/>
              <a:cxnLst/>
              <a:rect l="l" t="t" r="r" b="b"/>
              <a:pathLst>
                <a:path w="5703" h="2455" extrusionOk="0">
                  <a:moveTo>
                    <a:pt x="5702" y="0"/>
                  </a:moveTo>
                  <a:cubicBezTo>
                    <a:pt x="5355" y="420"/>
                    <a:pt x="4982" y="807"/>
                    <a:pt x="4575" y="1167"/>
                  </a:cubicBezTo>
                  <a:cubicBezTo>
                    <a:pt x="4168" y="1501"/>
                    <a:pt x="3702" y="1761"/>
                    <a:pt x="3202" y="1921"/>
                  </a:cubicBezTo>
                  <a:cubicBezTo>
                    <a:pt x="2188" y="2254"/>
                    <a:pt x="1088" y="2254"/>
                    <a:pt x="1" y="2341"/>
                  </a:cubicBezTo>
                  <a:cubicBezTo>
                    <a:pt x="488" y="2408"/>
                    <a:pt x="988" y="2455"/>
                    <a:pt x="1490" y="2455"/>
                  </a:cubicBezTo>
                  <a:cubicBezTo>
                    <a:pt x="2093" y="2455"/>
                    <a:pt x="2699" y="2387"/>
                    <a:pt x="3288" y="2201"/>
                  </a:cubicBezTo>
                  <a:cubicBezTo>
                    <a:pt x="3828" y="2028"/>
                    <a:pt x="4322" y="1727"/>
                    <a:pt x="4722" y="1334"/>
                  </a:cubicBezTo>
                  <a:cubicBezTo>
                    <a:pt x="5115" y="941"/>
                    <a:pt x="5449" y="487"/>
                    <a:pt x="570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5" name="Google Shape;2008;p36"/>
            <p:cNvSpPr/>
            <p:nvPr/>
          </p:nvSpPr>
          <p:spPr>
            <a:xfrm>
              <a:off x="3186452" y="4349171"/>
              <a:ext cx="119768" cy="50738"/>
            </a:xfrm>
            <a:custGeom>
              <a:avLst/>
              <a:gdLst/>
              <a:ahLst/>
              <a:cxnLst/>
              <a:rect l="l" t="t" r="r" b="b"/>
              <a:pathLst>
                <a:path w="4282" h="1814" extrusionOk="0">
                  <a:moveTo>
                    <a:pt x="4281" y="0"/>
                  </a:moveTo>
                  <a:cubicBezTo>
                    <a:pt x="3634" y="434"/>
                    <a:pt x="2948" y="814"/>
                    <a:pt x="2234" y="1120"/>
                  </a:cubicBezTo>
                  <a:cubicBezTo>
                    <a:pt x="1514" y="1421"/>
                    <a:pt x="767" y="1647"/>
                    <a:pt x="0" y="1807"/>
                  </a:cubicBezTo>
                  <a:cubicBezTo>
                    <a:pt x="88" y="1812"/>
                    <a:pt x="176" y="1814"/>
                    <a:pt x="263" y="1814"/>
                  </a:cubicBezTo>
                  <a:cubicBezTo>
                    <a:pt x="1796" y="1814"/>
                    <a:pt x="3259" y="1155"/>
                    <a:pt x="428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6" name="Google Shape;2009;p36"/>
            <p:cNvSpPr/>
            <p:nvPr/>
          </p:nvSpPr>
          <p:spPr>
            <a:xfrm>
              <a:off x="2458504" y="3260774"/>
              <a:ext cx="389986" cy="1410527"/>
            </a:xfrm>
            <a:custGeom>
              <a:avLst/>
              <a:gdLst/>
              <a:ahLst/>
              <a:cxnLst/>
              <a:rect l="l" t="t" r="r" b="b"/>
              <a:pathLst>
                <a:path w="13943" h="50430" extrusionOk="0">
                  <a:moveTo>
                    <a:pt x="885" y="1"/>
                  </a:moveTo>
                  <a:cubicBezTo>
                    <a:pt x="0" y="1"/>
                    <a:pt x="373" y="403"/>
                    <a:pt x="373" y="403"/>
                  </a:cubicBezTo>
                  <a:lnTo>
                    <a:pt x="1306" y="770"/>
                  </a:lnTo>
                  <a:lnTo>
                    <a:pt x="1339" y="830"/>
                  </a:lnTo>
                  <a:lnTo>
                    <a:pt x="1366" y="876"/>
                  </a:lnTo>
                  <a:lnTo>
                    <a:pt x="1606" y="1363"/>
                  </a:lnTo>
                  <a:lnTo>
                    <a:pt x="1733" y="1623"/>
                  </a:lnTo>
                  <a:cubicBezTo>
                    <a:pt x="1833" y="1810"/>
                    <a:pt x="1933" y="2037"/>
                    <a:pt x="2046" y="2277"/>
                  </a:cubicBezTo>
                  <a:cubicBezTo>
                    <a:pt x="2086" y="2363"/>
                    <a:pt x="2120" y="2443"/>
                    <a:pt x="2166" y="2537"/>
                  </a:cubicBezTo>
                  <a:cubicBezTo>
                    <a:pt x="2206" y="2630"/>
                    <a:pt x="2233" y="2677"/>
                    <a:pt x="2286" y="2810"/>
                  </a:cubicBezTo>
                  <a:cubicBezTo>
                    <a:pt x="2346" y="2944"/>
                    <a:pt x="2380" y="3044"/>
                    <a:pt x="2473" y="3244"/>
                  </a:cubicBezTo>
                  <a:cubicBezTo>
                    <a:pt x="2566" y="3444"/>
                    <a:pt x="2646" y="3657"/>
                    <a:pt x="2740" y="3871"/>
                  </a:cubicBezTo>
                  <a:lnTo>
                    <a:pt x="2773" y="3944"/>
                  </a:lnTo>
                  <a:lnTo>
                    <a:pt x="3013" y="4544"/>
                  </a:lnTo>
                  <a:lnTo>
                    <a:pt x="3147" y="4904"/>
                  </a:lnTo>
                  <a:cubicBezTo>
                    <a:pt x="3187" y="5011"/>
                    <a:pt x="3240" y="5131"/>
                    <a:pt x="3273" y="5238"/>
                  </a:cubicBezTo>
                  <a:cubicBezTo>
                    <a:pt x="3413" y="5624"/>
                    <a:pt x="3553" y="6004"/>
                    <a:pt x="3680" y="6411"/>
                  </a:cubicBezTo>
                  <a:cubicBezTo>
                    <a:pt x="3733" y="6538"/>
                    <a:pt x="3773" y="6671"/>
                    <a:pt x="3813" y="6805"/>
                  </a:cubicBezTo>
                  <a:lnTo>
                    <a:pt x="4067" y="7645"/>
                  </a:lnTo>
                  <a:cubicBezTo>
                    <a:pt x="4107" y="7805"/>
                    <a:pt x="4147" y="7972"/>
                    <a:pt x="4200" y="8145"/>
                  </a:cubicBezTo>
                  <a:cubicBezTo>
                    <a:pt x="4247" y="8325"/>
                    <a:pt x="4287" y="8498"/>
                    <a:pt x="4334" y="8678"/>
                  </a:cubicBezTo>
                  <a:lnTo>
                    <a:pt x="4434" y="9125"/>
                  </a:lnTo>
                  <a:cubicBezTo>
                    <a:pt x="4474" y="9305"/>
                    <a:pt x="4487" y="9372"/>
                    <a:pt x="4547" y="9679"/>
                  </a:cubicBezTo>
                  <a:cubicBezTo>
                    <a:pt x="4607" y="9992"/>
                    <a:pt x="4674" y="10339"/>
                    <a:pt x="4734" y="10726"/>
                  </a:cubicBezTo>
                  <a:cubicBezTo>
                    <a:pt x="4767" y="10906"/>
                    <a:pt x="4800" y="11106"/>
                    <a:pt x="4834" y="11312"/>
                  </a:cubicBezTo>
                  <a:lnTo>
                    <a:pt x="4854" y="11473"/>
                  </a:lnTo>
                  <a:lnTo>
                    <a:pt x="4934" y="11933"/>
                  </a:lnTo>
                  <a:cubicBezTo>
                    <a:pt x="5014" y="12493"/>
                    <a:pt x="5107" y="13080"/>
                    <a:pt x="5201" y="13706"/>
                  </a:cubicBezTo>
                  <a:lnTo>
                    <a:pt x="5247" y="14080"/>
                  </a:lnTo>
                  <a:lnTo>
                    <a:pt x="5267" y="14207"/>
                  </a:lnTo>
                  <a:cubicBezTo>
                    <a:pt x="5301" y="14413"/>
                    <a:pt x="5307" y="14513"/>
                    <a:pt x="5354" y="14860"/>
                  </a:cubicBezTo>
                  <a:cubicBezTo>
                    <a:pt x="5407" y="15200"/>
                    <a:pt x="5447" y="15547"/>
                    <a:pt x="5501" y="15907"/>
                  </a:cubicBezTo>
                  <a:cubicBezTo>
                    <a:pt x="5507" y="15980"/>
                    <a:pt x="5514" y="16054"/>
                    <a:pt x="5534" y="16127"/>
                  </a:cubicBezTo>
                  <a:cubicBezTo>
                    <a:pt x="5667" y="17161"/>
                    <a:pt x="5801" y="18228"/>
                    <a:pt x="5934" y="19295"/>
                  </a:cubicBezTo>
                  <a:cubicBezTo>
                    <a:pt x="5967" y="19535"/>
                    <a:pt x="5987" y="19781"/>
                    <a:pt x="6021" y="20028"/>
                  </a:cubicBezTo>
                  <a:cubicBezTo>
                    <a:pt x="6174" y="21262"/>
                    <a:pt x="6307" y="22469"/>
                    <a:pt x="6421" y="23596"/>
                  </a:cubicBezTo>
                  <a:lnTo>
                    <a:pt x="6501" y="24263"/>
                  </a:lnTo>
                  <a:cubicBezTo>
                    <a:pt x="6541" y="24696"/>
                    <a:pt x="6581" y="25109"/>
                    <a:pt x="6621" y="25510"/>
                  </a:cubicBezTo>
                  <a:lnTo>
                    <a:pt x="6621" y="25576"/>
                  </a:lnTo>
                  <a:lnTo>
                    <a:pt x="6674" y="26043"/>
                  </a:lnTo>
                  <a:lnTo>
                    <a:pt x="6721" y="26683"/>
                  </a:lnTo>
                  <a:cubicBezTo>
                    <a:pt x="6741" y="26830"/>
                    <a:pt x="6741" y="26950"/>
                    <a:pt x="6754" y="27083"/>
                  </a:cubicBezTo>
                  <a:cubicBezTo>
                    <a:pt x="6774" y="27217"/>
                    <a:pt x="6781" y="27303"/>
                    <a:pt x="6788" y="27470"/>
                  </a:cubicBezTo>
                  <a:cubicBezTo>
                    <a:pt x="6801" y="27637"/>
                    <a:pt x="6814" y="27770"/>
                    <a:pt x="6821" y="27944"/>
                  </a:cubicBezTo>
                  <a:cubicBezTo>
                    <a:pt x="6834" y="28117"/>
                    <a:pt x="6841" y="28330"/>
                    <a:pt x="6848" y="28430"/>
                  </a:cubicBezTo>
                  <a:cubicBezTo>
                    <a:pt x="6854" y="28530"/>
                    <a:pt x="6854" y="28650"/>
                    <a:pt x="6854" y="28697"/>
                  </a:cubicBezTo>
                  <a:cubicBezTo>
                    <a:pt x="6854" y="28737"/>
                    <a:pt x="6868" y="28777"/>
                    <a:pt x="6868" y="28810"/>
                  </a:cubicBezTo>
                  <a:lnTo>
                    <a:pt x="6868" y="29031"/>
                  </a:lnTo>
                  <a:cubicBezTo>
                    <a:pt x="6868" y="29637"/>
                    <a:pt x="6874" y="30284"/>
                    <a:pt x="6901" y="30951"/>
                  </a:cubicBezTo>
                  <a:cubicBezTo>
                    <a:pt x="6908" y="31218"/>
                    <a:pt x="6914" y="31498"/>
                    <a:pt x="6934" y="31771"/>
                  </a:cubicBezTo>
                  <a:cubicBezTo>
                    <a:pt x="6974" y="32745"/>
                    <a:pt x="7034" y="33752"/>
                    <a:pt x="7101" y="34779"/>
                  </a:cubicBezTo>
                  <a:cubicBezTo>
                    <a:pt x="7121" y="35212"/>
                    <a:pt x="7154" y="35639"/>
                    <a:pt x="7188" y="36079"/>
                  </a:cubicBezTo>
                  <a:cubicBezTo>
                    <a:pt x="7208" y="36239"/>
                    <a:pt x="7214" y="36406"/>
                    <a:pt x="7234" y="36559"/>
                  </a:cubicBezTo>
                  <a:lnTo>
                    <a:pt x="7308" y="37453"/>
                  </a:lnTo>
                  <a:cubicBezTo>
                    <a:pt x="7374" y="38300"/>
                    <a:pt x="7448" y="39133"/>
                    <a:pt x="7534" y="39953"/>
                  </a:cubicBezTo>
                  <a:cubicBezTo>
                    <a:pt x="7548" y="40153"/>
                    <a:pt x="7568" y="40347"/>
                    <a:pt x="7588" y="40547"/>
                  </a:cubicBezTo>
                  <a:cubicBezTo>
                    <a:pt x="7655" y="41274"/>
                    <a:pt x="7735" y="41974"/>
                    <a:pt x="7808" y="42654"/>
                  </a:cubicBezTo>
                  <a:cubicBezTo>
                    <a:pt x="7881" y="43381"/>
                    <a:pt x="7961" y="44075"/>
                    <a:pt x="8035" y="44728"/>
                  </a:cubicBezTo>
                  <a:cubicBezTo>
                    <a:pt x="8048" y="44915"/>
                    <a:pt x="8075" y="45088"/>
                    <a:pt x="8088" y="45262"/>
                  </a:cubicBezTo>
                  <a:cubicBezTo>
                    <a:pt x="8141" y="45688"/>
                    <a:pt x="8188" y="46108"/>
                    <a:pt x="8241" y="46495"/>
                  </a:cubicBezTo>
                  <a:cubicBezTo>
                    <a:pt x="8261" y="46682"/>
                    <a:pt x="8261" y="46809"/>
                    <a:pt x="8301" y="47022"/>
                  </a:cubicBezTo>
                  <a:cubicBezTo>
                    <a:pt x="8335" y="47242"/>
                    <a:pt x="8348" y="47442"/>
                    <a:pt x="8375" y="47629"/>
                  </a:cubicBezTo>
                  <a:lnTo>
                    <a:pt x="8448" y="48182"/>
                  </a:lnTo>
                  <a:cubicBezTo>
                    <a:pt x="8521" y="48822"/>
                    <a:pt x="8588" y="49343"/>
                    <a:pt x="8641" y="49723"/>
                  </a:cubicBezTo>
                  <a:cubicBezTo>
                    <a:pt x="8655" y="49816"/>
                    <a:pt x="8668" y="49883"/>
                    <a:pt x="8675" y="49963"/>
                  </a:cubicBezTo>
                  <a:cubicBezTo>
                    <a:pt x="8681" y="50049"/>
                    <a:pt x="8708" y="50143"/>
                    <a:pt x="8708" y="50189"/>
                  </a:cubicBezTo>
                  <a:cubicBezTo>
                    <a:pt x="8708" y="50243"/>
                    <a:pt x="8715" y="50283"/>
                    <a:pt x="8715" y="50310"/>
                  </a:cubicBezTo>
                  <a:cubicBezTo>
                    <a:pt x="8715" y="50336"/>
                    <a:pt x="8721" y="50363"/>
                    <a:pt x="8735" y="50390"/>
                  </a:cubicBezTo>
                  <a:lnTo>
                    <a:pt x="8735" y="50430"/>
                  </a:lnTo>
                  <a:cubicBezTo>
                    <a:pt x="9622" y="49876"/>
                    <a:pt x="10455" y="48329"/>
                    <a:pt x="11189" y="46322"/>
                  </a:cubicBezTo>
                  <a:cubicBezTo>
                    <a:pt x="11789" y="44688"/>
                    <a:pt x="12316" y="42748"/>
                    <a:pt x="12743" y="40780"/>
                  </a:cubicBezTo>
                  <a:cubicBezTo>
                    <a:pt x="11969" y="40394"/>
                    <a:pt x="11329" y="39780"/>
                    <a:pt x="10915" y="39020"/>
                  </a:cubicBezTo>
                  <a:cubicBezTo>
                    <a:pt x="10409" y="38113"/>
                    <a:pt x="11255" y="36306"/>
                    <a:pt x="12209" y="34645"/>
                  </a:cubicBezTo>
                  <a:cubicBezTo>
                    <a:pt x="12442" y="34245"/>
                    <a:pt x="12683" y="33852"/>
                    <a:pt x="12909" y="33505"/>
                  </a:cubicBezTo>
                  <a:cubicBezTo>
                    <a:pt x="13316" y="32832"/>
                    <a:pt x="13703" y="32238"/>
                    <a:pt x="13943" y="31805"/>
                  </a:cubicBezTo>
                  <a:cubicBezTo>
                    <a:pt x="13943" y="31731"/>
                    <a:pt x="13936" y="31665"/>
                    <a:pt x="13936" y="31585"/>
                  </a:cubicBezTo>
                  <a:cubicBezTo>
                    <a:pt x="13936" y="31518"/>
                    <a:pt x="13930" y="31451"/>
                    <a:pt x="13923" y="31384"/>
                  </a:cubicBezTo>
                  <a:cubicBezTo>
                    <a:pt x="13916" y="31211"/>
                    <a:pt x="13903" y="31098"/>
                    <a:pt x="13883" y="30911"/>
                  </a:cubicBezTo>
                  <a:cubicBezTo>
                    <a:pt x="13870" y="30731"/>
                    <a:pt x="13836" y="30538"/>
                    <a:pt x="13816" y="30344"/>
                  </a:cubicBezTo>
                  <a:cubicBezTo>
                    <a:pt x="13809" y="30338"/>
                    <a:pt x="13809" y="30324"/>
                    <a:pt x="13809" y="30311"/>
                  </a:cubicBezTo>
                  <a:cubicBezTo>
                    <a:pt x="13789" y="30151"/>
                    <a:pt x="13769" y="29984"/>
                    <a:pt x="13749" y="29817"/>
                  </a:cubicBezTo>
                  <a:cubicBezTo>
                    <a:pt x="13709" y="29504"/>
                    <a:pt x="13669" y="29164"/>
                    <a:pt x="13623" y="28817"/>
                  </a:cubicBezTo>
                  <a:cubicBezTo>
                    <a:pt x="13616" y="28710"/>
                    <a:pt x="13609" y="28604"/>
                    <a:pt x="13589" y="28497"/>
                  </a:cubicBezTo>
                  <a:cubicBezTo>
                    <a:pt x="13523" y="27950"/>
                    <a:pt x="13456" y="27377"/>
                    <a:pt x="13403" y="26783"/>
                  </a:cubicBezTo>
                  <a:cubicBezTo>
                    <a:pt x="13383" y="26670"/>
                    <a:pt x="13369" y="26543"/>
                    <a:pt x="13356" y="26430"/>
                  </a:cubicBezTo>
                  <a:cubicBezTo>
                    <a:pt x="13156" y="24636"/>
                    <a:pt x="12943" y="22629"/>
                    <a:pt x="12689" y="20428"/>
                  </a:cubicBezTo>
                  <a:cubicBezTo>
                    <a:pt x="12636" y="19961"/>
                    <a:pt x="12582" y="19475"/>
                    <a:pt x="12522" y="18995"/>
                  </a:cubicBezTo>
                  <a:cubicBezTo>
                    <a:pt x="12442" y="18268"/>
                    <a:pt x="12349" y="17541"/>
                    <a:pt x="12256" y="16781"/>
                  </a:cubicBezTo>
                  <a:cubicBezTo>
                    <a:pt x="11749" y="12660"/>
                    <a:pt x="10935" y="8832"/>
                    <a:pt x="10122" y="6538"/>
                  </a:cubicBezTo>
                  <a:cubicBezTo>
                    <a:pt x="9775" y="5544"/>
                    <a:pt x="9422" y="4837"/>
                    <a:pt x="9108" y="4524"/>
                  </a:cubicBezTo>
                  <a:cubicBezTo>
                    <a:pt x="8788" y="4204"/>
                    <a:pt x="8301" y="3757"/>
                    <a:pt x="7688" y="3244"/>
                  </a:cubicBezTo>
                  <a:cubicBezTo>
                    <a:pt x="6201" y="2010"/>
                    <a:pt x="4040" y="496"/>
                    <a:pt x="2240" y="163"/>
                  </a:cubicBezTo>
                  <a:cubicBezTo>
                    <a:pt x="1610" y="45"/>
                    <a:pt x="1178" y="1"/>
                    <a:pt x="885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7" name="Google Shape;2010;p36"/>
            <p:cNvSpPr/>
            <p:nvPr/>
          </p:nvSpPr>
          <p:spPr>
            <a:xfrm>
              <a:off x="2458281" y="3252355"/>
              <a:ext cx="399356" cy="1427113"/>
            </a:xfrm>
            <a:custGeom>
              <a:avLst/>
              <a:gdLst/>
              <a:ahLst/>
              <a:cxnLst/>
              <a:rect l="l" t="t" r="r" b="b"/>
              <a:pathLst>
                <a:path w="14278" h="51023" extrusionOk="0">
                  <a:moveTo>
                    <a:pt x="847" y="571"/>
                  </a:moveTo>
                  <a:cubicBezTo>
                    <a:pt x="1094" y="571"/>
                    <a:pt x="1488" y="604"/>
                    <a:pt x="2161" y="731"/>
                  </a:cubicBezTo>
                  <a:cubicBezTo>
                    <a:pt x="4042" y="1077"/>
                    <a:pt x="6295" y="2771"/>
                    <a:pt x="7482" y="3758"/>
                  </a:cubicBezTo>
                  <a:cubicBezTo>
                    <a:pt x="7996" y="4178"/>
                    <a:pt x="8509" y="4638"/>
                    <a:pt x="8876" y="5005"/>
                  </a:cubicBezTo>
                  <a:cubicBezTo>
                    <a:pt x="9063" y="5205"/>
                    <a:pt x="9390" y="5685"/>
                    <a:pt x="9823" y="6912"/>
                  </a:cubicBezTo>
                  <a:cubicBezTo>
                    <a:pt x="10657" y="9273"/>
                    <a:pt x="11444" y="13081"/>
                    <a:pt x="11944" y="17102"/>
                  </a:cubicBezTo>
                  <a:cubicBezTo>
                    <a:pt x="12030" y="17855"/>
                    <a:pt x="12124" y="18595"/>
                    <a:pt x="12210" y="19309"/>
                  </a:cubicBezTo>
                  <a:cubicBezTo>
                    <a:pt x="12264" y="19796"/>
                    <a:pt x="12324" y="20276"/>
                    <a:pt x="12377" y="20743"/>
                  </a:cubicBezTo>
                  <a:cubicBezTo>
                    <a:pt x="12577" y="22530"/>
                    <a:pt x="12764" y="24190"/>
                    <a:pt x="12931" y="25717"/>
                  </a:cubicBezTo>
                  <a:lnTo>
                    <a:pt x="13044" y="26738"/>
                  </a:lnTo>
                  <a:cubicBezTo>
                    <a:pt x="13051" y="26851"/>
                    <a:pt x="13064" y="26978"/>
                    <a:pt x="13084" y="27104"/>
                  </a:cubicBezTo>
                  <a:cubicBezTo>
                    <a:pt x="13151" y="27698"/>
                    <a:pt x="13211" y="28271"/>
                    <a:pt x="13277" y="28818"/>
                  </a:cubicBezTo>
                  <a:cubicBezTo>
                    <a:pt x="13291" y="28918"/>
                    <a:pt x="13297" y="29031"/>
                    <a:pt x="13317" y="29138"/>
                  </a:cubicBezTo>
                  <a:cubicBezTo>
                    <a:pt x="13357" y="29478"/>
                    <a:pt x="13391" y="29818"/>
                    <a:pt x="13431" y="30145"/>
                  </a:cubicBezTo>
                  <a:lnTo>
                    <a:pt x="13491" y="30619"/>
                  </a:lnTo>
                  <a:cubicBezTo>
                    <a:pt x="13497" y="30632"/>
                    <a:pt x="13497" y="30652"/>
                    <a:pt x="13497" y="30679"/>
                  </a:cubicBezTo>
                  <a:lnTo>
                    <a:pt x="13551" y="31032"/>
                  </a:lnTo>
                  <a:lnTo>
                    <a:pt x="13577" y="31232"/>
                  </a:lnTo>
                  <a:cubicBezTo>
                    <a:pt x="13591" y="31365"/>
                    <a:pt x="13597" y="31512"/>
                    <a:pt x="13611" y="31679"/>
                  </a:cubicBezTo>
                  <a:lnTo>
                    <a:pt x="13624" y="32012"/>
                  </a:lnTo>
                  <a:cubicBezTo>
                    <a:pt x="13451" y="32312"/>
                    <a:pt x="13224" y="32679"/>
                    <a:pt x="12957" y="33106"/>
                  </a:cubicBezTo>
                  <a:lnTo>
                    <a:pt x="12631" y="33639"/>
                  </a:lnTo>
                  <a:cubicBezTo>
                    <a:pt x="12404" y="34006"/>
                    <a:pt x="12164" y="34400"/>
                    <a:pt x="11930" y="34800"/>
                  </a:cubicBezTo>
                  <a:cubicBezTo>
                    <a:pt x="10563" y="37180"/>
                    <a:pt x="10163" y="38614"/>
                    <a:pt x="10643" y="39468"/>
                  </a:cubicBezTo>
                  <a:cubicBezTo>
                    <a:pt x="11037" y="40208"/>
                    <a:pt x="11644" y="40828"/>
                    <a:pt x="12384" y="41235"/>
                  </a:cubicBezTo>
                  <a:cubicBezTo>
                    <a:pt x="11937" y="43249"/>
                    <a:pt x="11424" y="45076"/>
                    <a:pt x="10890" y="46523"/>
                  </a:cubicBezTo>
                  <a:cubicBezTo>
                    <a:pt x="10250" y="48303"/>
                    <a:pt x="9570" y="49544"/>
                    <a:pt x="8930" y="50184"/>
                  </a:cubicBezTo>
                  <a:cubicBezTo>
                    <a:pt x="8923" y="50150"/>
                    <a:pt x="8923" y="50110"/>
                    <a:pt x="8916" y="50077"/>
                  </a:cubicBezTo>
                  <a:lnTo>
                    <a:pt x="8916" y="49984"/>
                  </a:lnTo>
                  <a:lnTo>
                    <a:pt x="8716" y="48450"/>
                  </a:lnTo>
                  <a:lnTo>
                    <a:pt x="8649" y="47903"/>
                  </a:lnTo>
                  <a:lnTo>
                    <a:pt x="8596" y="47483"/>
                  </a:lnTo>
                  <a:lnTo>
                    <a:pt x="8556" y="47156"/>
                  </a:lnTo>
                  <a:lnTo>
                    <a:pt x="8509" y="46769"/>
                  </a:lnTo>
                  <a:lnTo>
                    <a:pt x="8476" y="46483"/>
                  </a:lnTo>
                  <a:cubicBezTo>
                    <a:pt x="8436" y="46176"/>
                    <a:pt x="8396" y="45856"/>
                    <a:pt x="8363" y="45536"/>
                  </a:cubicBezTo>
                  <a:lnTo>
                    <a:pt x="8256" y="44576"/>
                  </a:lnTo>
                  <a:cubicBezTo>
                    <a:pt x="8196" y="44049"/>
                    <a:pt x="8149" y="43615"/>
                    <a:pt x="8069" y="42935"/>
                  </a:cubicBezTo>
                  <a:cubicBezTo>
                    <a:pt x="7996" y="42248"/>
                    <a:pt x="7929" y="41541"/>
                    <a:pt x="7856" y="40821"/>
                  </a:cubicBezTo>
                  <a:lnTo>
                    <a:pt x="7796" y="40221"/>
                  </a:lnTo>
                  <a:cubicBezTo>
                    <a:pt x="7723" y="39408"/>
                    <a:pt x="7649" y="38574"/>
                    <a:pt x="7576" y="37734"/>
                  </a:cubicBezTo>
                  <a:lnTo>
                    <a:pt x="7496" y="36847"/>
                  </a:lnTo>
                  <a:cubicBezTo>
                    <a:pt x="7489" y="36680"/>
                    <a:pt x="7482" y="36513"/>
                    <a:pt x="7462" y="36353"/>
                  </a:cubicBezTo>
                  <a:lnTo>
                    <a:pt x="7462" y="36240"/>
                  </a:lnTo>
                  <a:cubicBezTo>
                    <a:pt x="7429" y="35847"/>
                    <a:pt x="7409" y="35453"/>
                    <a:pt x="7382" y="35066"/>
                  </a:cubicBezTo>
                  <a:cubicBezTo>
                    <a:pt x="7309" y="33953"/>
                    <a:pt x="7249" y="32979"/>
                    <a:pt x="7216" y="32066"/>
                  </a:cubicBezTo>
                  <a:cubicBezTo>
                    <a:pt x="7196" y="31786"/>
                    <a:pt x="7189" y="31519"/>
                    <a:pt x="7182" y="31245"/>
                  </a:cubicBezTo>
                  <a:cubicBezTo>
                    <a:pt x="7156" y="30579"/>
                    <a:pt x="7149" y="29938"/>
                    <a:pt x="7149" y="29332"/>
                  </a:cubicBezTo>
                  <a:lnTo>
                    <a:pt x="7149" y="28951"/>
                  </a:lnTo>
                  <a:cubicBezTo>
                    <a:pt x="7149" y="28878"/>
                    <a:pt x="7149" y="28871"/>
                    <a:pt x="7142" y="28718"/>
                  </a:cubicBezTo>
                  <a:cubicBezTo>
                    <a:pt x="7129" y="28571"/>
                    <a:pt x="7122" y="28405"/>
                    <a:pt x="7116" y="28231"/>
                  </a:cubicBezTo>
                  <a:lnTo>
                    <a:pt x="7089" y="27851"/>
                  </a:lnTo>
                  <a:lnTo>
                    <a:pt x="7062" y="27578"/>
                  </a:lnTo>
                  <a:cubicBezTo>
                    <a:pt x="7062" y="27504"/>
                    <a:pt x="7056" y="27431"/>
                    <a:pt x="7049" y="27364"/>
                  </a:cubicBezTo>
                  <a:lnTo>
                    <a:pt x="7049" y="27211"/>
                  </a:lnTo>
                  <a:lnTo>
                    <a:pt x="7022" y="26964"/>
                  </a:lnTo>
                  <a:lnTo>
                    <a:pt x="7002" y="26804"/>
                  </a:lnTo>
                  <a:cubicBezTo>
                    <a:pt x="6996" y="26644"/>
                    <a:pt x="6982" y="26477"/>
                    <a:pt x="6962" y="26311"/>
                  </a:cubicBezTo>
                  <a:lnTo>
                    <a:pt x="6922" y="25877"/>
                  </a:lnTo>
                  <a:cubicBezTo>
                    <a:pt x="6922" y="25844"/>
                    <a:pt x="6922" y="25811"/>
                    <a:pt x="6916" y="25777"/>
                  </a:cubicBezTo>
                  <a:cubicBezTo>
                    <a:pt x="6889" y="25517"/>
                    <a:pt x="6862" y="25250"/>
                    <a:pt x="6836" y="24970"/>
                  </a:cubicBezTo>
                  <a:lnTo>
                    <a:pt x="6789" y="24530"/>
                  </a:lnTo>
                  <a:cubicBezTo>
                    <a:pt x="6769" y="24310"/>
                    <a:pt x="6749" y="24097"/>
                    <a:pt x="6722" y="23863"/>
                  </a:cubicBezTo>
                  <a:cubicBezTo>
                    <a:pt x="6596" y="22696"/>
                    <a:pt x="6462" y="21496"/>
                    <a:pt x="6315" y="20296"/>
                  </a:cubicBezTo>
                  <a:cubicBezTo>
                    <a:pt x="6289" y="20042"/>
                    <a:pt x="6255" y="19802"/>
                    <a:pt x="6229" y="19549"/>
                  </a:cubicBezTo>
                  <a:cubicBezTo>
                    <a:pt x="6095" y="18495"/>
                    <a:pt x="5962" y="17415"/>
                    <a:pt x="5822" y="16395"/>
                  </a:cubicBezTo>
                  <a:lnTo>
                    <a:pt x="5795" y="16175"/>
                  </a:lnTo>
                  <a:cubicBezTo>
                    <a:pt x="5762" y="15948"/>
                    <a:pt x="5729" y="15728"/>
                    <a:pt x="5702" y="15508"/>
                  </a:cubicBezTo>
                  <a:lnTo>
                    <a:pt x="5655" y="15114"/>
                  </a:lnTo>
                  <a:cubicBezTo>
                    <a:pt x="5629" y="14981"/>
                    <a:pt x="5615" y="14861"/>
                    <a:pt x="5595" y="14734"/>
                  </a:cubicBezTo>
                  <a:lnTo>
                    <a:pt x="5489" y="13967"/>
                  </a:lnTo>
                  <a:cubicBezTo>
                    <a:pt x="5395" y="13341"/>
                    <a:pt x="5315" y="12740"/>
                    <a:pt x="5222" y="12194"/>
                  </a:cubicBezTo>
                  <a:cubicBezTo>
                    <a:pt x="5202" y="12094"/>
                    <a:pt x="5195" y="12000"/>
                    <a:pt x="5182" y="11900"/>
                  </a:cubicBezTo>
                  <a:lnTo>
                    <a:pt x="5122" y="11573"/>
                  </a:lnTo>
                  <a:cubicBezTo>
                    <a:pt x="5088" y="11367"/>
                    <a:pt x="5062" y="11167"/>
                    <a:pt x="5028" y="10973"/>
                  </a:cubicBezTo>
                  <a:cubicBezTo>
                    <a:pt x="4962" y="10593"/>
                    <a:pt x="4895" y="10240"/>
                    <a:pt x="4835" y="9926"/>
                  </a:cubicBezTo>
                  <a:cubicBezTo>
                    <a:pt x="4802" y="9740"/>
                    <a:pt x="4748" y="9513"/>
                    <a:pt x="4722" y="9366"/>
                  </a:cubicBezTo>
                  <a:cubicBezTo>
                    <a:pt x="4695" y="9213"/>
                    <a:pt x="4662" y="9093"/>
                    <a:pt x="4622" y="8913"/>
                  </a:cubicBezTo>
                  <a:cubicBezTo>
                    <a:pt x="4582" y="8739"/>
                    <a:pt x="4528" y="8539"/>
                    <a:pt x="4488" y="8373"/>
                  </a:cubicBezTo>
                  <a:cubicBezTo>
                    <a:pt x="4448" y="8206"/>
                    <a:pt x="4422" y="8146"/>
                    <a:pt x="4348" y="7866"/>
                  </a:cubicBezTo>
                  <a:cubicBezTo>
                    <a:pt x="4268" y="7579"/>
                    <a:pt x="4188" y="7299"/>
                    <a:pt x="4095" y="7026"/>
                  </a:cubicBezTo>
                  <a:cubicBezTo>
                    <a:pt x="4055" y="6892"/>
                    <a:pt x="4015" y="6759"/>
                    <a:pt x="3962" y="6626"/>
                  </a:cubicBezTo>
                  <a:cubicBezTo>
                    <a:pt x="3841" y="6239"/>
                    <a:pt x="3708" y="5839"/>
                    <a:pt x="3555" y="5439"/>
                  </a:cubicBezTo>
                  <a:lnTo>
                    <a:pt x="3428" y="5105"/>
                  </a:lnTo>
                  <a:cubicBezTo>
                    <a:pt x="3381" y="4978"/>
                    <a:pt x="3355" y="4932"/>
                    <a:pt x="3288" y="4745"/>
                  </a:cubicBezTo>
                  <a:cubicBezTo>
                    <a:pt x="3221" y="4565"/>
                    <a:pt x="3148" y="4378"/>
                    <a:pt x="3081" y="4205"/>
                  </a:cubicBezTo>
                  <a:lnTo>
                    <a:pt x="3048" y="4138"/>
                  </a:lnTo>
                  <a:cubicBezTo>
                    <a:pt x="3048" y="4132"/>
                    <a:pt x="3041" y="4112"/>
                    <a:pt x="3041" y="4105"/>
                  </a:cubicBezTo>
                  <a:lnTo>
                    <a:pt x="3015" y="4065"/>
                  </a:lnTo>
                  <a:cubicBezTo>
                    <a:pt x="2928" y="3838"/>
                    <a:pt x="2841" y="3631"/>
                    <a:pt x="2755" y="3431"/>
                  </a:cubicBezTo>
                  <a:lnTo>
                    <a:pt x="2561" y="2998"/>
                  </a:lnTo>
                  <a:lnTo>
                    <a:pt x="2434" y="2711"/>
                  </a:lnTo>
                  <a:lnTo>
                    <a:pt x="2254" y="2324"/>
                  </a:lnTo>
                  <a:lnTo>
                    <a:pt x="2008" y="1798"/>
                  </a:lnTo>
                  <a:lnTo>
                    <a:pt x="1974" y="1798"/>
                  </a:lnTo>
                  <a:cubicBezTo>
                    <a:pt x="1974" y="1791"/>
                    <a:pt x="1974" y="1791"/>
                    <a:pt x="1961" y="1791"/>
                  </a:cubicBezTo>
                  <a:lnTo>
                    <a:pt x="1841" y="1524"/>
                  </a:lnTo>
                  <a:lnTo>
                    <a:pt x="1594" y="1037"/>
                  </a:lnTo>
                  <a:cubicBezTo>
                    <a:pt x="1588" y="1024"/>
                    <a:pt x="1581" y="1011"/>
                    <a:pt x="1574" y="997"/>
                  </a:cubicBezTo>
                  <a:cubicBezTo>
                    <a:pt x="1561" y="977"/>
                    <a:pt x="1548" y="957"/>
                    <a:pt x="1541" y="937"/>
                  </a:cubicBezTo>
                  <a:cubicBezTo>
                    <a:pt x="1508" y="864"/>
                    <a:pt x="1454" y="811"/>
                    <a:pt x="1381" y="791"/>
                  </a:cubicBezTo>
                  <a:lnTo>
                    <a:pt x="847" y="571"/>
                  </a:lnTo>
                  <a:close/>
                  <a:moveTo>
                    <a:pt x="925" y="1"/>
                  </a:moveTo>
                  <a:cubicBezTo>
                    <a:pt x="372" y="1"/>
                    <a:pt x="190" y="142"/>
                    <a:pt x="94" y="310"/>
                  </a:cubicBezTo>
                  <a:cubicBezTo>
                    <a:pt x="0" y="511"/>
                    <a:pt x="40" y="744"/>
                    <a:pt x="194" y="897"/>
                  </a:cubicBezTo>
                  <a:cubicBezTo>
                    <a:pt x="227" y="931"/>
                    <a:pt x="261" y="951"/>
                    <a:pt x="307" y="971"/>
                  </a:cubicBezTo>
                  <a:lnTo>
                    <a:pt x="1141" y="1297"/>
                  </a:lnTo>
                  <a:lnTo>
                    <a:pt x="1141" y="1311"/>
                  </a:lnTo>
                  <a:cubicBezTo>
                    <a:pt x="1187" y="1411"/>
                    <a:pt x="1274" y="1571"/>
                    <a:pt x="1374" y="1784"/>
                  </a:cubicBezTo>
                  <a:lnTo>
                    <a:pt x="1508" y="2044"/>
                  </a:lnTo>
                  <a:lnTo>
                    <a:pt x="1754" y="2571"/>
                  </a:lnTo>
                  <a:lnTo>
                    <a:pt x="1928" y="2951"/>
                  </a:lnTo>
                  <a:lnTo>
                    <a:pt x="2054" y="3231"/>
                  </a:lnTo>
                  <a:lnTo>
                    <a:pt x="2241" y="3651"/>
                  </a:lnTo>
                  <a:cubicBezTo>
                    <a:pt x="2328" y="3851"/>
                    <a:pt x="2414" y="4065"/>
                    <a:pt x="2494" y="4265"/>
                  </a:cubicBezTo>
                  <a:cubicBezTo>
                    <a:pt x="2508" y="4298"/>
                    <a:pt x="2521" y="4325"/>
                    <a:pt x="2541" y="4352"/>
                  </a:cubicBezTo>
                  <a:lnTo>
                    <a:pt x="2561" y="4432"/>
                  </a:lnTo>
                  <a:cubicBezTo>
                    <a:pt x="2628" y="4598"/>
                    <a:pt x="2721" y="4838"/>
                    <a:pt x="2775" y="4952"/>
                  </a:cubicBezTo>
                  <a:cubicBezTo>
                    <a:pt x="2821" y="5072"/>
                    <a:pt x="2861" y="5185"/>
                    <a:pt x="2915" y="5312"/>
                  </a:cubicBezTo>
                  <a:lnTo>
                    <a:pt x="3041" y="5639"/>
                  </a:lnTo>
                  <a:cubicBezTo>
                    <a:pt x="3181" y="6032"/>
                    <a:pt x="3315" y="6419"/>
                    <a:pt x="3441" y="6806"/>
                  </a:cubicBezTo>
                  <a:cubicBezTo>
                    <a:pt x="3481" y="6932"/>
                    <a:pt x="3475" y="6932"/>
                    <a:pt x="3561" y="7199"/>
                  </a:cubicBezTo>
                  <a:cubicBezTo>
                    <a:pt x="3655" y="7466"/>
                    <a:pt x="3761" y="7852"/>
                    <a:pt x="3815" y="8019"/>
                  </a:cubicBezTo>
                  <a:cubicBezTo>
                    <a:pt x="3861" y="8186"/>
                    <a:pt x="3908" y="8353"/>
                    <a:pt x="3955" y="8539"/>
                  </a:cubicBezTo>
                  <a:lnTo>
                    <a:pt x="4082" y="9046"/>
                  </a:lnTo>
                  <a:lnTo>
                    <a:pt x="4182" y="9486"/>
                  </a:lnTo>
                  <a:cubicBezTo>
                    <a:pt x="4222" y="9666"/>
                    <a:pt x="4242" y="9720"/>
                    <a:pt x="4295" y="10033"/>
                  </a:cubicBezTo>
                  <a:cubicBezTo>
                    <a:pt x="4355" y="10340"/>
                    <a:pt x="4415" y="10687"/>
                    <a:pt x="4482" y="11073"/>
                  </a:cubicBezTo>
                  <a:cubicBezTo>
                    <a:pt x="4515" y="11253"/>
                    <a:pt x="4542" y="11453"/>
                    <a:pt x="4575" y="11667"/>
                  </a:cubicBezTo>
                  <a:lnTo>
                    <a:pt x="4628" y="12000"/>
                  </a:lnTo>
                  <a:cubicBezTo>
                    <a:pt x="4648" y="12087"/>
                    <a:pt x="4655" y="12180"/>
                    <a:pt x="4675" y="12280"/>
                  </a:cubicBezTo>
                  <a:cubicBezTo>
                    <a:pt x="4762" y="12834"/>
                    <a:pt x="4848" y="13421"/>
                    <a:pt x="4942" y="14047"/>
                  </a:cubicBezTo>
                  <a:lnTo>
                    <a:pt x="5155" y="15581"/>
                  </a:lnTo>
                  <a:cubicBezTo>
                    <a:pt x="5182" y="15801"/>
                    <a:pt x="5215" y="16021"/>
                    <a:pt x="5249" y="16255"/>
                  </a:cubicBezTo>
                  <a:lnTo>
                    <a:pt x="5275" y="16468"/>
                  </a:lnTo>
                  <a:cubicBezTo>
                    <a:pt x="5415" y="17488"/>
                    <a:pt x="5549" y="18555"/>
                    <a:pt x="5675" y="19622"/>
                  </a:cubicBezTo>
                  <a:cubicBezTo>
                    <a:pt x="5709" y="19876"/>
                    <a:pt x="5742" y="20116"/>
                    <a:pt x="5762" y="20356"/>
                  </a:cubicBezTo>
                  <a:cubicBezTo>
                    <a:pt x="5909" y="21556"/>
                    <a:pt x="6049" y="22756"/>
                    <a:pt x="6175" y="23923"/>
                  </a:cubicBezTo>
                  <a:cubicBezTo>
                    <a:pt x="6189" y="24150"/>
                    <a:pt x="6215" y="24377"/>
                    <a:pt x="6242" y="24584"/>
                  </a:cubicBezTo>
                  <a:lnTo>
                    <a:pt x="6282" y="25024"/>
                  </a:lnTo>
                  <a:cubicBezTo>
                    <a:pt x="6315" y="25310"/>
                    <a:pt x="6342" y="25577"/>
                    <a:pt x="6362" y="25851"/>
                  </a:cubicBezTo>
                  <a:cubicBezTo>
                    <a:pt x="6369" y="25871"/>
                    <a:pt x="6375" y="25891"/>
                    <a:pt x="6375" y="25911"/>
                  </a:cubicBezTo>
                  <a:lnTo>
                    <a:pt x="6415" y="26371"/>
                  </a:lnTo>
                  <a:cubicBezTo>
                    <a:pt x="6429" y="26537"/>
                    <a:pt x="6442" y="26691"/>
                    <a:pt x="6456" y="26844"/>
                  </a:cubicBezTo>
                  <a:lnTo>
                    <a:pt x="6476" y="27018"/>
                  </a:lnTo>
                  <a:cubicBezTo>
                    <a:pt x="6482" y="27104"/>
                    <a:pt x="6482" y="27178"/>
                    <a:pt x="6489" y="27258"/>
                  </a:cubicBezTo>
                  <a:lnTo>
                    <a:pt x="6509" y="27411"/>
                  </a:lnTo>
                  <a:cubicBezTo>
                    <a:pt x="6509" y="27484"/>
                    <a:pt x="6516" y="27558"/>
                    <a:pt x="6522" y="27624"/>
                  </a:cubicBezTo>
                  <a:lnTo>
                    <a:pt x="6542" y="27891"/>
                  </a:lnTo>
                  <a:lnTo>
                    <a:pt x="6562" y="28258"/>
                  </a:lnTo>
                  <a:cubicBezTo>
                    <a:pt x="6576" y="28438"/>
                    <a:pt x="6582" y="28591"/>
                    <a:pt x="6589" y="28751"/>
                  </a:cubicBezTo>
                  <a:cubicBezTo>
                    <a:pt x="6596" y="28825"/>
                    <a:pt x="6596" y="28898"/>
                    <a:pt x="6596" y="28971"/>
                  </a:cubicBezTo>
                  <a:lnTo>
                    <a:pt x="6596" y="29325"/>
                  </a:lnTo>
                  <a:cubicBezTo>
                    <a:pt x="6596" y="29945"/>
                    <a:pt x="6616" y="30592"/>
                    <a:pt x="6629" y="31279"/>
                  </a:cubicBezTo>
                  <a:cubicBezTo>
                    <a:pt x="6642" y="31545"/>
                    <a:pt x="6649" y="31812"/>
                    <a:pt x="6662" y="32086"/>
                  </a:cubicBezTo>
                  <a:cubicBezTo>
                    <a:pt x="6696" y="33006"/>
                    <a:pt x="6756" y="33999"/>
                    <a:pt x="6829" y="35106"/>
                  </a:cubicBezTo>
                  <a:cubicBezTo>
                    <a:pt x="6856" y="35493"/>
                    <a:pt x="6889" y="35887"/>
                    <a:pt x="6916" y="36280"/>
                  </a:cubicBezTo>
                  <a:lnTo>
                    <a:pt x="6916" y="36407"/>
                  </a:lnTo>
                  <a:cubicBezTo>
                    <a:pt x="6929" y="36560"/>
                    <a:pt x="6942" y="36720"/>
                    <a:pt x="6956" y="36887"/>
                  </a:cubicBezTo>
                  <a:lnTo>
                    <a:pt x="7029" y="37780"/>
                  </a:lnTo>
                  <a:cubicBezTo>
                    <a:pt x="7096" y="38627"/>
                    <a:pt x="7176" y="39461"/>
                    <a:pt x="7256" y="40281"/>
                  </a:cubicBezTo>
                  <a:lnTo>
                    <a:pt x="7316" y="40875"/>
                  </a:lnTo>
                  <a:cubicBezTo>
                    <a:pt x="7382" y="41601"/>
                    <a:pt x="7476" y="42422"/>
                    <a:pt x="7529" y="42988"/>
                  </a:cubicBezTo>
                  <a:cubicBezTo>
                    <a:pt x="7589" y="43555"/>
                    <a:pt x="7656" y="44109"/>
                    <a:pt x="7716" y="44642"/>
                  </a:cubicBezTo>
                  <a:lnTo>
                    <a:pt x="7823" y="45603"/>
                  </a:lnTo>
                  <a:cubicBezTo>
                    <a:pt x="7856" y="45923"/>
                    <a:pt x="7896" y="46243"/>
                    <a:pt x="7929" y="46549"/>
                  </a:cubicBezTo>
                  <a:lnTo>
                    <a:pt x="7963" y="46843"/>
                  </a:lnTo>
                  <a:lnTo>
                    <a:pt x="8016" y="47223"/>
                  </a:lnTo>
                  <a:lnTo>
                    <a:pt x="8056" y="47556"/>
                  </a:lnTo>
                  <a:lnTo>
                    <a:pt x="8109" y="47976"/>
                  </a:lnTo>
                  <a:lnTo>
                    <a:pt x="8176" y="48523"/>
                  </a:lnTo>
                  <a:cubicBezTo>
                    <a:pt x="8249" y="49157"/>
                    <a:pt x="8316" y="49684"/>
                    <a:pt x="8376" y="50057"/>
                  </a:cubicBezTo>
                  <a:lnTo>
                    <a:pt x="8376" y="50144"/>
                  </a:lnTo>
                  <a:cubicBezTo>
                    <a:pt x="8383" y="50197"/>
                    <a:pt x="8389" y="50250"/>
                    <a:pt x="8389" y="50310"/>
                  </a:cubicBezTo>
                  <a:lnTo>
                    <a:pt x="8449" y="50724"/>
                  </a:lnTo>
                  <a:cubicBezTo>
                    <a:pt x="8449" y="50751"/>
                    <a:pt x="8456" y="50777"/>
                    <a:pt x="8463" y="50804"/>
                  </a:cubicBezTo>
                  <a:cubicBezTo>
                    <a:pt x="8489" y="50891"/>
                    <a:pt x="8556" y="50964"/>
                    <a:pt x="8643" y="51004"/>
                  </a:cubicBezTo>
                  <a:lnTo>
                    <a:pt x="8749" y="51017"/>
                  </a:lnTo>
                  <a:cubicBezTo>
                    <a:pt x="8764" y="51021"/>
                    <a:pt x="8780" y="51022"/>
                    <a:pt x="8795" y="51022"/>
                  </a:cubicBezTo>
                  <a:cubicBezTo>
                    <a:pt x="8842" y="51022"/>
                    <a:pt x="8889" y="51007"/>
                    <a:pt x="8930" y="50977"/>
                  </a:cubicBezTo>
                  <a:cubicBezTo>
                    <a:pt x="9810" y="50424"/>
                    <a:pt x="10677" y="48997"/>
                    <a:pt x="11510" y="46723"/>
                  </a:cubicBezTo>
                  <a:cubicBezTo>
                    <a:pt x="12064" y="45202"/>
                    <a:pt x="12597" y="43269"/>
                    <a:pt x="13064" y="41141"/>
                  </a:cubicBezTo>
                  <a:cubicBezTo>
                    <a:pt x="13091" y="41015"/>
                    <a:pt x="13031" y="40881"/>
                    <a:pt x="12917" y="40821"/>
                  </a:cubicBezTo>
                  <a:cubicBezTo>
                    <a:pt x="12190" y="40468"/>
                    <a:pt x="11597" y="39888"/>
                    <a:pt x="11217" y="39181"/>
                  </a:cubicBezTo>
                  <a:cubicBezTo>
                    <a:pt x="10690" y="38241"/>
                    <a:pt x="12057" y="35873"/>
                    <a:pt x="12510" y="35086"/>
                  </a:cubicBezTo>
                  <a:cubicBezTo>
                    <a:pt x="12731" y="34693"/>
                    <a:pt x="12964" y="34306"/>
                    <a:pt x="13197" y="33939"/>
                  </a:cubicBezTo>
                  <a:lnTo>
                    <a:pt x="13524" y="33413"/>
                  </a:lnTo>
                  <a:cubicBezTo>
                    <a:pt x="13811" y="32952"/>
                    <a:pt x="14058" y="32552"/>
                    <a:pt x="14231" y="32232"/>
                  </a:cubicBezTo>
                  <a:cubicBezTo>
                    <a:pt x="14258" y="32186"/>
                    <a:pt x="14271" y="32139"/>
                    <a:pt x="14278" y="32086"/>
                  </a:cubicBezTo>
                  <a:lnTo>
                    <a:pt x="14258" y="31652"/>
                  </a:lnTo>
                  <a:cubicBezTo>
                    <a:pt x="14251" y="31472"/>
                    <a:pt x="14231" y="31305"/>
                    <a:pt x="14218" y="31152"/>
                  </a:cubicBezTo>
                  <a:lnTo>
                    <a:pt x="14191" y="30952"/>
                  </a:lnTo>
                  <a:lnTo>
                    <a:pt x="14144" y="30585"/>
                  </a:lnTo>
                  <a:lnTo>
                    <a:pt x="14144" y="30572"/>
                  </a:lnTo>
                  <a:lnTo>
                    <a:pt x="14084" y="30078"/>
                  </a:lnTo>
                  <a:cubicBezTo>
                    <a:pt x="14044" y="29758"/>
                    <a:pt x="14004" y="29425"/>
                    <a:pt x="13958" y="29078"/>
                  </a:cubicBezTo>
                  <a:cubicBezTo>
                    <a:pt x="13951" y="28971"/>
                    <a:pt x="13931" y="28858"/>
                    <a:pt x="13918" y="28751"/>
                  </a:cubicBezTo>
                  <a:cubicBezTo>
                    <a:pt x="13857" y="28211"/>
                    <a:pt x="13791" y="27638"/>
                    <a:pt x="13724" y="27024"/>
                  </a:cubicBezTo>
                  <a:cubicBezTo>
                    <a:pt x="13717" y="26918"/>
                    <a:pt x="13697" y="26804"/>
                    <a:pt x="13691" y="26684"/>
                  </a:cubicBezTo>
                  <a:lnTo>
                    <a:pt x="13577" y="25657"/>
                  </a:lnTo>
                  <a:cubicBezTo>
                    <a:pt x="13411" y="24130"/>
                    <a:pt x="13224" y="22476"/>
                    <a:pt x="13017" y="20689"/>
                  </a:cubicBezTo>
                  <a:cubicBezTo>
                    <a:pt x="12964" y="20216"/>
                    <a:pt x="12911" y="19736"/>
                    <a:pt x="12851" y="19249"/>
                  </a:cubicBezTo>
                  <a:cubicBezTo>
                    <a:pt x="12764" y="18522"/>
                    <a:pt x="12677" y="17788"/>
                    <a:pt x="12584" y="17042"/>
                  </a:cubicBezTo>
                  <a:cubicBezTo>
                    <a:pt x="12084" y="12974"/>
                    <a:pt x="11283" y="9120"/>
                    <a:pt x="10443" y="6732"/>
                  </a:cubicBezTo>
                  <a:cubicBezTo>
                    <a:pt x="10056" y="5645"/>
                    <a:pt x="9723" y="4978"/>
                    <a:pt x="9350" y="4605"/>
                  </a:cubicBezTo>
                  <a:cubicBezTo>
                    <a:pt x="8976" y="4232"/>
                    <a:pt x="8449" y="3751"/>
                    <a:pt x="7916" y="3311"/>
                  </a:cubicBezTo>
                  <a:cubicBezTo>
                    <a:pt x="6689" y="2298"/>
                    <a:pt x="4342" y="544"/>
                    <a:pt x="2341" y="170"/>
                  </a:cubicBezTo>
                  <a:cubicBezTo>
                    <a:pt x="1702" y="50"/>
                    <a:pt x="1250" y="1"/>
                    <a:pt x="92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8" name="Google Shape;2011;p36"/>
            <p:cNvSpPr/>
            <p:nvPr/>
          </p:nvSpPr>
          <p:spPr>
            <a:xfrm>
              <a:off x="2458504" y="3260774"/>
              <a:ext cx="389986" cy="1410723"/>
            </a:xfrm>
            <a:custGeom>
              <a:avLst/>
              <a:gdLst/>
              <a:ahLst/>
              <a:cxnLst/>
              <a:rect l="l" t="t" r="r" b="b"/>
              <a:pathLst>
                <a:path w="13943" h="50437" extrusionOk="0">
                  <a:moveTo>
                    <a:pt x="885" y="1"/>
                  </a:moveTo>
                  <a:cubicBezTo>
                    <a:pt x="0" y="1"/>
                    <a:pt x="373" y="403"/>
                    <a:pt x="373" y="403"/>
                  </a:cubicBezTo>
                  <a:lnTo>
                    <a:pt x="1306" y="770"/>
                  </a:lnTo>
                  <a:lnTo>
                    <a:pt x="1339" y="830"/>
                  </a:lnTo>
                  <a:cubicBezTo>
                    <a:pt x="1346" y="843"/>
                    <a:pt x="1346" y="863"/>
                    <a:pt x="1366" y="876"/>
                  </a:cubicBezTo>
                  <a:lnTo>
                    <a:pt x="1606" y="1363"/>
                  </a:lnTo>
                  <a:cubicBezTo>
                    <a:pt x="1646" y="1437"/>
                    <a:pt x="1686" y="1530"/>
                    <a:pt x="1733" y="1623"/>
                  </a:cubicBezTo>
                  <a:cubicBezTo>
                    <a:pt x="1833" y="1810"/>
                    <a:pt x="1940" y="2037"/>
                    <a:pt x="2046" y="2277"/>
                  </a:cubicBezTo>
                  <a:cubicBezTo>
                    <a:pt x="2086" y="2363"/>
                    <a:pt x="2120" y="2443"/>
                    <a:pt x="2166" y="2537"/>
                  </a:cubicBezTo>
                  <a:cubicBezTo>
                    <a:pt x="2206" y="2630"/>
                    <a:pt x="2233" y="2677"/>
                    <a:pt x="2286" y="2810"/>
                  </a:cubicBezTo>
                  <a:cubicBezTo>
                    <a:pt x="2346" y="2944"/>
                    <a:pt x="2380" y="3044"/>
                    <a:pt x="2473" y="3244"/>
                  </a:cubicBezTo>
                  <a:cubicBezTo>
                    <a:pt x="2566" y="3444"/>
                    <a:pt x="2646" y="3657"/>
                    <a:pt x="2740" y="3871"/>
                  </a:cubicBezTo>
                  <a:lnTo>
                    <a:pt x="2773" y="3944"/>
                  </a:lnTo>
                  <a:lnTo>
                    <a:pt x="3013" y="4544"/>
                  </a:lnTo>
                  <a:lnTo>
                    <a:pt x="3147" y="4904"/>
                  </a:lnTo>
                  <a:lnTo>
                    <a:pt x="3273" y="5238"/>
                  </a:lnTo>
                  <a:cubicBezTo>
                    <a:pt x="3413" y="5624"/>
                    <a:pt x="3553" y="6004"/>
                    <a:pt x="3680" y="6411"/>
                  </a:cubicBezTo>
                  <a:cubicBezTo>
                    <a:pt x="3733" y="6538"/>
                    <a:pt x="3773" y="6671"/>
                    <a:pt x="3813" y="6805"/>
                  </a:cubicBezTo>
                  <a:lnTo>
                    <a:pt x="4067" y="7645"/>
                  </a:lnTo>
                  <a:cubicBezTo>
                    <a:pt x="4107" y="7805"/>
                    <a:pt x="4147" y="7972"/>
                    <a:pt x="4200" y="8145"/>
                  </a:cubicBezTo>
                  <a:cubicBezTo>
                    <a:pt x="4247" y="8325"/>
                    <a:pt x="4287" y="8498"/>
                    <a:pt x="4334" y="8678"/>
                  </a:cubicBezTo>
                  <a:lnTo>
                    <a:pt x="4434" y="9125"/>
                  </a:lnTo>
                  <a:cubicBezTo>
                    <a:pt x="4474" y="9305"/>
                    <a:pt x="4487" y="9372"/>
                    <a:pt x="4547" y="9679"/>
                  </a:cubicBezTo>
                  <a:cubicBezTo>
                    <a:pt x="4607" y="9992"/>
                    <a:pt x="4674" y="10339"/>
                    <a:pt x="4734" y="10726"/>
                  </a:cubicBezTo>
                  <a:cubicBezTo>
                    <a:pt x="4767" y="10906"/>
                    <a:pt x="4800" y="11106"/>
                    <a:pt x="4834" y="11312"/>
                  </a:cubicBezTo>
                  <a:lnTo>
                    <a:pt x="4854" y="11473"/>
                  </a:lnTo>
                  <a:lnTo>
                    <a:pt x="4934" y="11933"/>
                  </a:lnTo>
                  <a:cubicBezTo>
                    <a:pt x="5014" y="12493"/>
                    <a:pt x="5107" y="13080"/>
                    <a:pt x="5201" y="13706"/>
                  </a:cubicBezTo>
                  <a:lnTo>
                    <a:pt x="5247" y="14080"/>
                  </a:lnTo>
                  <a:lnTo>
                    <a:pt x="5267" y="14207"/>
                  </a:lnTo>
                  <a:cubicBezTo>
                    <a:pt x="5301" y="14413"/>
                    <a:pt x="5307" y="14513"/>
                    <a:pt x="5354" y="14860"/>
                  </a:cubicBezTo>
                  <a:cubicBezTo>
                    <a:pt x="5407" y="15200"/>
                    <a:pt x="5447" y="15547"/>
                    <a:pt x="5501" y="15907"/>
                  </a:cubicBezTo>
                  <a:cubicBezTo>
                    <a:pt x="5507" y="15980"/>
                    <a:pt x="5514" y="16054"/>
                    <a:pt x="5534" y="16127"/>
                  </a:cubicBezTo>
                  <a:cubicBezTo>
                    <a:pt x="5667" y="17161"/>
                    <a:pt x="5801" y="18228"/>
                    <a:pt x="5934" y="19295"/>
                  </a:cubicBezTo>
                  <a:cubicBezTo>
                    <a:pt x="5967" y="19535"/>
                    <a:pt x="5987" y="19781"/>
                    <a:pt x="6021" y="20028"/>
                  </a:cubicBezTo>
                  <a:cubicBezTo>
                    <a:pt x="6174" y="21262"/>
                    <a:pt x="6307" y="22469"/>
                    <a:pt x="6421" y="23596"/>
                  </a:cubicBezTo>
                  <a:lnTo>
                    <a:pt x="6501" y="24263"/>
                  </a:lnTo>
                  <a:cubicBezTo>
                    <a:pt x="6541" y="24696"/>
                    <a:pt x="6581" y="25109"/>
                    <a:pt x="6621" y="25510"/>
                  </a:cubicBezTo>
                  <a:lnTo>
                    <a:pt x="6621" y="25576"/>
                  </a:lnTo>
                  <a:cubicBezTo>
                    <a:pt x="6648" y="25736"/>
                    <a:pt x="6654" y="25896"/>
                    <a:pt x="6674" y="26043"/>
                  </a:cubicBezTo>
                  <a:lnTo>
                    <a:pt x="6721" y="26683"/>
                  </a:lnTo>
                  <a:cubicBezTo>
                    <a:pt x="6741" y="26830"/>
                    <a:pt x="6741" y="26950"/>
                    <a:pt x="6754" y="27083"/>
                  </a:cubicBezTo>
                  <a:cubicBezTo>
                    <a:pt x="6774" y="27217"/>
                    <a:pt x="6781" y="27303"/>
                    <a:pt x="6788" y="27470"/>
                  </a:cubicBezTo>
                  <a:cubicBezTo>
                    <a:pt x="6801" y="27637"/>
                    <a:pt x="6814" y="27770"/>
                    <a:pt x="6821" y="27944"/>
                  </a:cubicBezTo>
                  <a:cubicBezTo>
                    <a:pt x="6834" y="28117"/>
                    <a:pt x="6841" y="28330"/>
                    <a:pt x="6848" y="28430"/>
                  </a:cubicBezTo>
                  <a:cubicBezTo>
                    <a:pt x="6854" y="28530"/>
                    <a:pt x="6854" y="28650"/>
                    <a:pt x="6854" y="28697"/>
                  </a:cubicBezTo>
                  <a:cubicBezTo>
                    <a:pt x="6854" y="28737"/>
                    <a:pt x="6868" y="28777"/>
                    <a:pt x="6868" y="28810"/>
                  </a:cubicBezTo>
                  <a:lnTo>
                    <a:pt x="6868" y="29031"/>
                  </a:lnTo>
                  <a:cubicBezTo>
                    <a:pt x="6868" y="29637"/>
                    <a:pt x="6874" y="30284"/>
                    <a:pt x="6901" y="30951"/>
                  </a:cubicBezTo>
                  <a:cubicBezTo>
                    <a:pt x="6908" y="31218"/>
                    <a:pt x="6914" y="31498"/>
                    <a:pt x="6934" y="31771"/>
                  </a:cubicBezTo>
                  <a:cubicBezTo>
                    <a:pt x="6974" y="32745"/>
                    <a:pt x="7034" y="33752"/>
                    <a:pt x="7101" y="34779"/>
                  </a:cubicBezTo>
                  <a:cubicBezTo>
                    <a:pt x="7121" y="35212"/>
                    <a:pt x="7154" y="35646"/>
                    <a:pt x="7188" y="36079"/>
                  </a:cubicBezTo>
                  <a:cubicBezTo>
                    <a:pt x="7208" y="36239"/>
                    <a:pt x="7214" y="36406"/>
                    <a:pt x="7234" y="36566"/>
                  </a:cubicBezTo>
                  <a:lnTo>
                    <a:pt x="7308" y="37453"/>
                  </a:lnTo>
                  <a:cubicBezTo>
                    <a:pt x="7374" y="38300"/>
                    <a:pt x="7448" y="39133"/>
                    <a:pt x="7534" y="39953"/>
                  </a:cubicBezTo>
                  <a:cubicBezTo>
                    <a:pt x="7548" y="40153"/>
                    <a:pt x="7568" y="40347"/>
                    <a:pt x="7588" y="40547"/>
                  </a:cubicBezTo>
                  <a:cubicBezTo>
                    <a:pt x="7655" y="41274"/>
                    <a:pt x="7735" y="41974"/>
                    <a:pt x="7808" y="42654"/>
                  </a:cubicBezTo>
                  <a:cubicBezTo>
                    <a:pt x="7881" y="43381"/>
                    <a:pt x="7961" y="44075"/>
                    <a:pt x="8035" y="44735"/>
                  </a:cubicBezTo>
                  <a:cubicBezTo>
                    <a:pt x="8048" y="44915"/>
                    <a:pt x="8075" y="45088"/>
                    <a:pt x="8088" y="45268"/>
                  </a:cubicBezTo>
                  <a:cubicBezTo>
                    <a:pt x="8141" y="45688"/>
                    <a:pt x="8188" y="46108"/>
                    <a:pt x="8241" y="46502"/>
                  </a:cubicBezTo>
                  <a:cubicBezTo>
                    <a:pt x="8261" y="46682"/>
                    <a:pt x="8261" y="46809"/>
                    <a:pt x="8301" y="47022"/>
                  </a:cubicBezTo>
                  <a:cubicBezTo>
                    <a:pt x="8335" y="47242"/>
                    <a:pt x="8348" y="47442"/>
                    <a:pt x="8375" y="47635"/>
                  </a:cubicBezTo>
                  <a:lnTo>
                    <a:pt x="8448" y="48182"/>
                  </a:lnTo>
                  <a:cubicBezTo>
                    <a:pt x="8521" y="48822"/>
                    <a:pt x="8588" y="49343"/>
                    <a:pt x="8641" y="49723"/>
                  </a:cubicBezTo>
                  <a:cubicBezTo>
                    <a:pt x="8655" y="49816"/>
                    <a:pt x="8668" y="49883"/>
                    <a:pt x="8675" y="49969"/>
                  </a:cubicBezTo>
                  <a:cubicBezTo>
                    <a:pt x="8681" y="50049"/>
                    <a:pt x="8708" y="50143"/>
                    <a:pt x="8708" y="50189"/>
                  </a:cubicBezTo>
                  <a:cubicBezTo>
                    <a:pt x="8708" y="50243"/>
                    <a:pt x="8715" y="50283"/>
                    <a:pt x="8715" y="50310"/>
                  </a:cubicBezTo>
                  <a:cubicBezTo>
                    <a:pt x="8715" y="50336"/>
                    <a:pt x="8721" y="50363"/>
                    <a:pt x="8735" y="50390"/>
                  </a:cubicBezTo>
                  <a:lnTo>
                    <a:pt x="8735" y="50436"/>
                  </a:lnTo>
                  <a:cubicBezTo>
                    <a:pt x="9622" y="49876"/>
                    <a:pt x="10455" y="48336"/>
                    <a:pt x="11189" y="46322"/>
                  </a:cubicBezTo>
                  <a:cubicBezTo>
                    <a:pt x="10695" y="44521"/>
                    <a:pt x="10209" y="42721"/>
                    <a:pt x="9722" y="40920"/>
                  </a:cubicBezTo>
                  <a:cubicBezTo>
                    <a:pt x="9435" y="39853"/>
                    <a:pt x="9135" y="38766"/>
                    <a:pt x="9222" y="37653"/>
                  </a:cubicBezTo>
                  <a:cubicBezTo>
                    <a:pt x="9315" y="36546"/>
                    <a:pt x="9868" y="35412"/>
                    <a:pt x="10869" y="34932"/>
                  </a:cubicBezTo>
                  <a:cubicBezTo>
                    <a:pt x="11289" y="34739"/>
                    <a:pt x="11742" y="34645"/>
                    <a:pt x="12209" y="34645"/>
                  </a:cubicBezTo>
                  <a:cubicBezTo>
                    <a:pt x="12442" y="34245"/>
                    <a:pt x="12683" y="33852"/>
                    <a:pt x="12909" y="33485"/>
                  </a:cubicBezTo>
                  <a:cubicBezTo>
                    <a:pt x="13316" y="32812"/>
                    <a:pt x="13703" y="32218"/>
                    <a:pt x="13943" y="31785"/>
                  </a:cubicBezTo>
                  <a:cubicBezTo>
                    <a:pt x="13943" y="31711"/>
                    <a:pt x="13936" y="31645"/>
                    <a:pt x="13936" y="31585"/>
                  </a:cubicBezTo>
                  <a:cubicBezTo>
                    <a:pt x="13936" y="31518"/>
                    <a:pt x="13930" y="31451"/>
                    <a:pt x="13923" y="31384"/>
                  </a:cubicBezTo>
                  <a:cubicBezTo>
                    <a:pt x="13916" y="31211"/>
                    <a:pt x="13903" y="31098"/>
                    <a:pt x="13883" y="30911"/>
                  </a:cubicBezTo>
                  <a:cubicBezTo>
                    <a:pt x="13870" y="30731"/>
                    <a:pt x="13836" y="30538"/>
                    <a:pt x="13816" y="30344"/>
                  </a:cubicBezTo>
                  <a:cubicBezTo>
                    <a:pt x="13809" y="30338"/>
                    <a:pt x="13809" y="30324"/>
                    <a:pt x="13809" y="30311"/>
                  </a:cubicBezTo>
                  <a:cubicBezTo>
                    <a:pt x="13789" y="30151"/>
                    <a:pt x="13769" y="29984"/>
                    <a:pt x="13749" y="29817"/>
                  </a:cubicBezTo>
                  <a:cubicBezTo>
                    <a:pt x="13709" y="29504"/>
                    <a:pt x="13669" y="29164"/>
                    <a:pt x="13623" y="28817"/>
                  </a:cubicBezTo>
                  <a:cubicBezTo>
                    <a:pt x="13616" y="28710"/>
                    <a:pt x="13609" y="28604"/>
                    <a:pt x="13589" y="28497"/>
                  </a:cubicBezTo>
                  <a:cubicBezTo>
                    <a:pt x="13523" y="27950"/>
                    <a:pt x="13456" y="27377"/>
                    <a:pt x="13403" y="26783"/>
                  </a:cubicBezTo>
                  <a:cubicBezTo>
                    <a:pt x="13383" y="26670"/>
                    <a:pt x="13376" y="26543"/>
                    <a:pt x="13356" y="26430"/>
                  </a:cubicBezTo>
                  <a:cubicBezTo>
                    <a:pt x="13156" y="24636"/>
                    <a:pt x="12943" y="22629"/>
                    <a:pt x="12689" y="20428"/>
                  </a:cubicBezTo>
                  <a:cubicBezTo>
                    <a:pt x="12636" y="19961"/>
                    <a:pt x="12582" y="19475"/>
                    <a:pt x="12522" y="18995"/>
                  </a:cubicBezTo>
                  <a:cubicBezTo>
                    <a:pt x="11189" y="17567"/>
                    <a:pt x="9642" y="16327"/>
                    <a:pt x="8588" y="14693"/>
                  </a:cubicBezTo>
                  <a:cubicBezTo>
                    <a:pt x="6554" y="11506"/>
                    <a:pt x="5701" y="6605"/>
                    <a:pt x="7688" y="3244"/>
                  </a:cubicBezTo>
                  <a:cubicBezTo>
                    <a:pt x="6201" y="2010"/>
                    <a:pt x="4040" y="496"/>
                    <a:pt x="2240" y="163"/>
                  </a:cubicBezTo>
                  <a:cubicBezTo>
                    <a:pt x="1610" y="45"/>
                    <a:pt x="1178" y="1"/>
                    <a:pt x="885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9" name="Google Shape;2012;p36"/>
            <p:cNvSpPr/>
            <p:nvPr/>
          </p:nvSpPr>
          <p:spPr>
            <a:xfrm>
              <a:off x="2617570" y="3443810"/>
              <a:ext cx="55968" cy="293433"/>
            </a:xfrm>
            <a:custGeom>
              <a:avLst/>
              <a:gdLst/>
              <a:ahLst/>
              <a:cxnLst/>
              <a:rect l="l" t="t" r="r" b="b"/>
              <a:pathLst>
                <a:path w="2001" h="10491" extrusionOk="0">
                  <a:moveTo>
                    <a:pt x="0" y="1"/>
                  </a:moveTo>
                  <a:lnTo>
                    <a:pt x="0" y="1"/>
                  </a:lnTo>
                  <a:cubicBezTo>
                    <a:pt x="480" y="1728"/>
                    <a:pt x="887" y="3448"/>
                    <a:pt x="1214" y="5195"/>
                  </a:cubicBezTo>
                  <a:cubicBezTo>
                    <a:pt x="1534" y="6949"/>
                    <a:pt x="1747" y="8716"/>
                    <a:pt x="1921" y="10490"/>
                  </a:cubicBezTo>
                  <a:cubicBezTo>
                    <a:pt x="2001" y="6902"/>
                    <a:pt x="1347" y="3328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0" name="Google Shape;2013;p36"/>
            <p:cNvSpPr/>
            <p:nvPr/>
          </p:nvSpPr>
          <p:spPr>
            <a:xfrm>
              <a:off x="2680055" y="3576611"/>
              <a:ext cx="28921" cy="174617"/>
            </a:xfrm>
            <a:custGeom>
              <a:avLst/>
              <a:gdLst/>
              <a:ahLst/>
              <a:cxnLst/>
              <a:rect l="l" t="t" r="r" b="b"/>
              <a:pathLst>
                <a:path w="1034" h="6243" extrusionOk="0">
                  <a:moveTo>
                    <a:pt x="0" y="0"/>
                  </a:moveTo>
                  <a:lnTo>
                    <a:pt x="0" y="0"/>
                  </a:lnTo>
                  <a:cubicBezTo>
                    <a:pt x="134" y="1054"/>
                    <a:pt x="314" y="2081"/>
                    <a:pt x="487" y="3121"/>
                  </a:cubicBezTo>
                  <a:cubicBezTo>
                    <a:pt x="660" y="4168"/>
                    <a:pt x="820" y="5202"/>
                    <a:pt x="1021" y="6242"/>
                  </a:cubicBezTo>
                  <a:cubicBezTo>
                    <a:pt x="1034" y="5182"/>
                    <a:pt x="954" y="4122"/>
                    <a:pt x="780" y="3081"/>
                  </a:cubicBezTo>
                  <a:cubicBezTo>
                    <a:pt x="614" y="2034"/>
                    <a:pt x="354" y="1001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1" name="Google Shape;2014;p36"/>
            <p:cNvSpPr/>
            <p:nvPr/>
          </p:nvSpPr>
          <p:spPr>
            <a:xfrm>
              <a:off x="2727800" y="3670982"/>
              <a:ext cx="15691" cy="80246"/>
            </a:xfrm>
            <a:custGeom>
              <a:avLst/>
              <a:gdLst/>
              <a:ahLst/>
              <a:cxnLst/>
              <a:rect l="l" t="t" r="r" b="b"/>
              <a:pathLst>
                <a:path w="561" h="2869" extrusionOk="0">
                  <a:moveTo>
                    <a:pt x="14" y="1"/>
                  </a:moveTo>
                  <a:lnTo>
                    <a:pt x="14" y="1"/>
                  </a:lnTo>
                  <a:cubicBezTo>
                    <a:pt x="0" y="488"/>
                    <a:pt x="47" y="974"/>
                    <a:pt x="140" y="1461"/>
                  </a:cubicBezTo>
                  <a:cubicBezTo>
                    <a:pt x="220" y="1941"/>
                    <a:pt x="354" y="2415"/>
                    <a:pt x="547" y="2868"/>
                  </a:cubicBezTo>
                  <a:cubicBezTo>
                    <a:pt x="561" y="2375"/>
                    <a:pt x="521" y="1888"/>
                    <a:pt x="420" y="1408"/>
                  </a:cubicBezTo>
                  <a:cubicBezTo>
                    <a:pt x="340" y="921"/>
                    <a:pt x="200" y="448"/>
                    <a:pt x="1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2" name="Google Shape;2015;p36"/>
            <p:cNvSpPr/>
            <p:nvPr/>
          </p:nvSpPr>
          <p:spPr>
            <a:xfrm>
              <a:off x="2686572" y="4215418"/>
              <a:ext cx="44808" cy="284091"/>
            </a:xfrm>
            <a:custGeom>
              <a:avLst/>
              <a:gdLst/>
              <a:ahLst/>
              <a:cxnLst/>
              <a:rect l="l" t="t" r="r" b="b"/>
              <a:pathLst>
                <a:path w="1602" h="10157" extrusionOk="0">
                  <a:moveTo>
                    <a:pt x="1" y="1"/>
                  </a:moveTo>
                  <a:cubicBezTo>
                    <a:pt x="114" y="1715"/>
                    <a:pt x="314" y="3422"/>
                    <a:pt x="534" y="5136"/>
                  </a:cubicBezTo>
                  <a:cubicBezTo>
                    <a:pt x="654" y="5982"/>
                    <a:pt x="768" y="6836"/>
                    <a:pt x="914" y="7683"/>
                  </a:cubicBezTo>
                  <a:cubicBezTo>
                    <a:pt x="981" y="8110"/>
                    <a:pt x="1048" y="8543"/>
                    <a:pt x="1128" y="8957"/>
                  </a:cubicBezTo>
                  <a:cubicBezTo>
                    <a:pt x="1214" y="9377"/>
                    <a:pt x="1334" y="9810"/>
                    <a:pt x="1601" y="10157"/>
                  </a:cubicBezTo>
                  <a:cubicBezTo>
                    <a:pt x="1388" y="9783"/>
                    <a:pt x="1314" y="9357"/>
                    <a:pt x="1261" y="8937"/>
                  </a:cubicBezTo>
                  <a:lnTo>
                    <a:pt x="1134" y="7650"/>
                  </a:lnTo>
                  <a:cubicBezTo>
                    <a:pt x="1048" y="6803"/>
                    <a:pt x="934" y="5942"/>
                    <a:pt x="828" y="5089"/>
                  </a:cubicBezTo>
                  <a:cubicBezTo>
                    <a:pt x="594" y="3382"/>
                    <a:pt x="347" y="1681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3" name="Google Shape;2016;p36"/>
            <p:cNvSpPr/>
            <p:nvPr/>
          </p:nvSpPr>
          <p:spPr>
            <a:xfrm>
              <a:off x="2719772" y="4243780"/>
              <a:ext cx="23159" cy="122005"/>
            </a:xfrm>
            <a:custGeom>
              <a:avLst/>
              <a:gdLst/>
              <a:ahLst/>
              <a:cxnLst/>
              <a:rect l="l" t="t" r="r" b="b"/>
              <a:pathLst>
                <a:path w="828" h="4362" extrusionOk="0">
                  <a:moveTo>
                    <a:pt x="7" y="0"/>
                  </a:moveTo>
                  <a:lnTo>
                    <a:pt x="7" y="0"/>
                  </a:lnTo>
                  <a:cubicBezTo>
                    <a:pt x="1" y="747"/>
                    <a:pt x="74" y="1488"/>
                    <a:pt x="227" y="2214"/>
                  </a:cubicBezTo>
                  <a:cubicBezTo>
                    <a:pt x="354" y="2948"/>
                    <a:pt x="554" y="3668"/>
                    <a:pt x="828" y="4362"/>
                  </a:cubicBezTo>
                  <a:cubicBezTo>
                    <a:pt x="754" y="3621"/>
                    <a:pt x="654" y="2895"/>
                    <a:pt x="507" y="2168"/>
                  </a:cubicBezTo>
                  <a:cubicBezTo>
                    <a:pt x="374" y="1434"/>
                    <a:pt x="207" y="714"/>
                    <a:pt x="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4" name="Google Shape;2017;p36"/>
            <p:cNvSpPr/>
            <p:nvPr/>
          </p:nvSpPr>
          <p:spPr>
            <a:xfrm>
              <a:off x="2765279" y="4275106"/>
              <a:ext cx="10657" cy="38459"/>
            </a:xfrm>
            <a:custGeom>
              <a:avLst/>
              <a:gdLst/>
              <a:ahLst/>
              <a:cxnLst/>
              <a:rect l="l" t="t" r="r" b="b"/>
              <a:pathLst>
                <a:path w="381" h="1375" extrusionOk="0">
                  <a:moveTo>
                    <a:pt x="74" y="1"/>
                  </a:moveTo>
                  <a:cubicBezTo>
                    <a:pt x="7" y="228"/>
                    <a:pt x="1" y="474"/>
                    <a:pt x="47" y="708"/>
                  </a:cubicBezTo>
                  <a:cubicBezTo>
                    <a:pt x="81" y="948"/>
                    <a:pt x="174" y="1174"/>
                    <a:pt x="314" y="1374"/>
                  </a:cubicBezTo>
                  <a:cubicBezTo>
                    <a:pt x="374" y="1141"/>
                    <a:pt x="381" y="894"/>
                    <a:pt x="334" y="654"/>
                  </a:cubicBezTo>
                  <a:cubicBezTo>
                    <a:pt x="294" y="421"/>
                    <a:pt x="207" y="194"/>
                    <a:pt x="7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5" name="Google Shape;2018;p36"/>
            <p:cNvSpPr/>
            <p:nvPr/>
          </p:nvSpPr>
          <p:spPr>
            <a:xfrm>
              <a:off x="2506948" y="3676212"/>
              <a:ext cx="428081" cy="521165"/>
            </a:xfrm>
            <a:custGeom>
              <a:avLst/>
              <a:gdLst/>
              <a:ahLst/>
              <a:cxnLst/>
              <a:rect l="l" t="t" r="r" b="b"/>
              <a:pathLst>
                <a:path w="15305" h="18633" extrusionOk="0">
                  <a:moveTo>
                    <a:pt x="3622" y="0"/>
                  </a:moveTo>
                  <a:cubicBezTo>
                    <a:pt x="3415" y="60"/>
                    <a:pt x="3215" y="147"/>
                    <a:pt x="3035" y="267"/>
                  </a:cubicBezTo>
                  <a:cubicBezTo>
                    <a:pt x="2648" y="514"/>
                    <a:pt x="2188" y="974"/>
                    <a:pt x="1915" y="1814"/>
                  </a:cubicBezTo>
                  <a:cubicBezTo>
                    <a:pt x="1421" y="3328"/>
                    <a:pt x="1888" y="4808"/>
                    <a:pt x="1915" y="4895"/>
                  </a:cubicBezTo>
                  <a:cubicBezTo>
                    <a:pt x="1900" y="4883"/>
                    <a:pt x="1836" y="4819"/>
                    <a:pt x="1730" y="4819"/>
                  </a:cubicBezTo>
                  <a:cubicBezTo>
                    <a:pt x="1549" y="4819"/>
                    <a:pt x="1244" y="5006"/>
                    <a:pt x="848" y="5962"/>
                  </a:cubicBezTo>
                  <a:cubicBezTo>
                    <a:pt x="221" y="7482"/>
                    <a:pt x="848" y="8463"/>
                    <a:pt x="848" y="8463"/>
                  </a:cubicBezTo>
                  <a:cubicBezTo>
                    <a:pt x="848" y="8463"/>
                    <a:pt x="34" y="8496"/>
                    <a:pt x="14" y="9790"/>
                  </a:cubicBezTo>
                  <a:cubicBezTo>
                    <a:pt x="1" y="11083"/>
                    <a:pt x="908" y="11990"/>
                    <a:pt x="908" y="11990"/>
                  </a:cubicBezTo>
                  <a:cubicBezTo>
                    <a:pt x="908" y="11990"/>
                    <a:pt x="281" y="12324"/>
                    <a:pt x="955" y="14291"/>
                  </a:cubicBezTo>
                  <a:cubicBezTo>
                    <a:pt x="1635" y="16258"/>
                    <a:pt x="6109" y="18119"/>
                    <a:pt x="8970" y="18285"/>
                  </a:cubicBezTo>
                  <a:cubicBezTo>
                    <a:pt x="9710" y="18325"/>
                    <a:pt x="10450" y="18439"/>
                    <a:pt x="11177" y="18632"/>
                  </a:cubicBezTo>
                  <a:cubicBezTo>
                    <a:pt x="11591" y="17959"/>
                    <a:pt x="11971" y="17358"/>
                    <a:pt x="12211" y="16925"/>
                  </a:cubicBezTo>
                  <a:cubicBezTo>
                    <a:pt x="12984" y="15525"/>
                    <a:pt x="14545" y="12484"/>
                    <a:pt x="15305" y="11557"/>
                  </a:cubicBezTo>
                  <a:cubicBezTo>
                    <a:pt x="15218" y="11483"/>
                    <a:pt x="15138" y="11403"/>
                    <a:pt x="15072" y="11317"/>
                  </a:cubicBezTo>
                  <a:cubicBezTo>
                    <a:pt x="14838" y="11030"/>
                    <a:pt x="14665" y="10703"/>
                    <a:pt x="14558" y="10357"/>
                  </a:cubicBezTo>
                  <a:cubicBezTo>
                    <a:pt x="14071" y="8889"/>
                    <a:pt x="13625" y="3715"/>
                    <a:pt x="10417" y="1067"/>
                  </a:cubicBezTo>
                  <a:lnTo>
                    <a:pt x="10417" y="1067"/>
                  </a:lnTo>
                  <a:cubicBezTo>
                    <a:pt x="10417" y="1068"/>
                    <a:pt x="10537" y="1988"/>
                    <a:pt x="10657" y="3015"/>
                  </a:cubicBezTo>
                  <a:cubicBezTo>
                    <a:pt x="10657" y="3015"/>
                    <a:pt x="9141" y="3625"/>
                    <a:pt x="7383" y="3625"/>
                  </a:cubicBezTo>
                  <a:cubicBezTo>
                    <a:pt x="7257" y="3625"/>
                    <a:pt x="7130" y="3621"/>
                    <a:pt x="7003" y="3615"/>
                  </a:cubicBezTo>
                  <a:cubicBezTo>
                    <a:pt x="5949" y="3555"/>
                    <a:pt x="4856" y="3261"/>
                    <a:pt x="3955" y="2488"/>
                  </a:cubicBezTo>
                  <a:cubicBezTo>
                    <a:pt x="3955" y="2488"/>
                    <a:pt x="3709" y="614"/>
                    <a:pt x="3622" y="0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6" name="Google Shape;2019;p36"/>
            <p:cNvSpPr/>
            <p:nvPr/>
          </p:nvSpPr>
          <p:spPr>
            <a:xfrm>
              <a:off x="2498949" y="3666507"/>
              <a:ext cx="447464" cy="540185"/>
            </a:xfrm>
            <a:custGeom>
              <a:avLst/>
              <a:gdLst/>
              <a:ahLst/>
              <a:cxnLst/>
              <a:rect l="l" t="t" r="r" b="b"/>
              <a:pathLst>
                <a:path w="15998" h="19313" extrusionOk="0">
                  <a:moveTo>
                    <a:pt x="3668" y="748"/>
                  </a:moveTo>
                  <a:cubicBezTo>
                    <a:pt x="3775" y="1528"/>
                    <a:pt x="3948" y="2868"/>
                    <a:pt x="3948" y="2868"/>
                  </a:cubicBezTo>
                  <a:lnTo>
                    <a:pt x="3968" y="2975"/>
                  </a:lnTo>
                  <a:lnTo>
                    <a:pt x="4048" y="3048"/>
                  </a:lnTo>
                  <a:cubicBezTo>
                    <a:pt x="4895" y="3775"/>
                    <a:pt x="5975" y="4175"/>
                    <a:pt x="7269" y="4242"/>
                  </a:cubicBezTo>
                  <a:cubicBezTo>
                    <a:pt x="7410" y="4249"/>
                    <a:pt x="7550" y="4253"/>
                    <a:pt x="7688" y="4253"/>
                  </a:cubicBezTo>
                  <a:cubicBezTo>
                    <a:pt x="9472" y="4253"/>
                    <a:pt x="10982" y="3659"/>
                    <a:pt x="11050" y="3628"/>
                  </a:cubicBezTo>
                  <a:lnTo>
                    <a:pt x="11250" y="3542"/>
                  </a:lnTo>
                  <a:lnTo>
                    <a:pt x="11230" y="3328"/>
                  </a:lnTo>
                  <a:cubicBezTo>
                    <a:pt x="11177" y="2901"/>
                    <a:pt x="11130" y="2501"/>
                    <a:pt x="11083" y="2175"/>
                  </a:cubicBezTo>
                  <a:lnTo>
                    <a:pt x="11083" y="2175"/>
                  </a:lnTo>
                  <a:cubicBezTo>
                    <a:pt x="13117" y="4268"/>
                    <a:pt x="13811" y="7476"/>
                    <a:pt x="14237" y="9463"/>
                  </a:cubicBezTo>
                  <a:cubicBezTo>
                    <a:pt x="14364" y="10030"/>
                    <a:pt x="14464" y="10477"/>
                    <a:pt x="14564" y="10797"/>
                  </a:cubicBezTo>
                  <a:cubicBezTo>
                    <a:pt x="14691" y="11177"/>
                    <a:pt x="14877" y="11530"/>
                    <a:pt x="15131" y="11844"/>
                  </a:cubicBezTo>
                  <a:lnTo>
                    <a:pt x="15204" y="11931"/>
                  </a:lnTo>
                  <a:cubicBezTo>
                    <a:pt x="14577" y="12784"/>
                    <a:pt x="13630" y="14565"/>
                    <a:pt x="12844" y="16012"/>
                  </a:cubicBezTo>
                  <a:cubicBezTo>
                    <a:pt x="12617" y="16438"/>
                    <a:pt x="12410" y="16805"/>
                    <a:pt x="12237" y="17132"/>
                  </a:cubicBezTo>
                  <a:cubicBezTo>
                    <a:pt x="12063" y="17452"/>
                    <a:pt x="11803" y="17879"/>
                    <a:pt x="11503" y="18366"/>
                  </a:cubicBezTo>
                  <a:lnTo>
                    <a:pt x="11330" y="18646"/>
                  </a:lnTo>
                  <a:cubicBezTo>
                    <a:pt x="10656" y="18479"/>
                    <a:pt x="9963" y="18379"/>
                    <a:pt x="9269" y="18346"/>
                  </a:cubicBezTo>
                  <a:cubicBezTo>
                    <a:pt x="6395" y="18172"/>
                    <a:pt x="2114" y="16305"/>
                    <a:pt x="1521" y="14545"/>
                  </a:cubicBezTo>
                  <a:cubicBezTo>
                    <a:pt x="1060" y="13204"/>
                    <a:pt x="1241" y="12671"/>
                    <a:pt x="1327" y="12591"/>
                  </a:cubicBezTo>
                  <a:lnTo>
                    <a:pt x="1667" y="12404"/>
                  </a:lnTo>
                  <a:lnTo>
                    <a:pt x="1394" y="12131"/>
                  </a:lnTo>
                  <a:cubicBezTo>
                    <a:pt x="1381" y="12117"/>
                    <a:pt x="580" y="11297"/>
                    <a:pt x="594" y="10137"/>
                  </a:cubicBezTo>
                  <a:cubicBezTo>
                    <a:pt x="600" y="9176"/>
                    <a:pt x="1094" y="9103"/>
                    <a:pt x="1140" y="9103"/>
                  </a:cubicBezTo>
                  <a:lnTo>
                    <a:pt x="1634" y="9076"/>
                  </a:lnTo>
                  <a:lnTo>
                    <a:pt x="1374" y="8656"/>
                  </a:lnTo>
                  <a:cubicBezTo>
                    <a:pt x="1361" y="8623"/>
                    <a:pt x="854" y="7769"/>
                    <a:pt x="1401" y="6422"/>
                  </a:cubicBezTo>
                  <a:cubicBezTo>
                    <a:pt x="1767" y="5522"/>
                    <a:pt x="2021" y="5475"/>
                    <a:pt x="2007" y="5462"/>
                  </a:cubicBezTo>
                  <a:lnTo>
                    <a:pt x="2007" y="5462"/>
                  </a:lnTo>
                  <a:lnTo>
                    <a:pt x="2768" y="6109"/>
                  </a:lnTo>
                  <a:lnTo>
                    <a:pt x="2474" y="5149"/>
                  </a:lnTo>
                  <a:cubicBezTo>
                    <a:pt x="2401" y="4902"/>
                    <a:pt x="2041" y="3595"/>
                    <a:pt x="2474" y="2241"/>
                  </a:cubicBezTo>
                  <a:cubicBezTo>
                    <a:pt x="2728" y="1468"/>
                    <a:pt x="3161" y="1068"/>
                    <a:pt x="3474" y="861"/>
                  </a:cubicBezTo>
                  <a:lnTo>
                    <a:pt x="3668" y="748"/>
                  </a:lnTo>
                  <a:close/>
                  <a:moveTo>
                    <a:pt x="4155" y="1"/>
                  </a:moveTo>
                  <a:lnTo>
                    <a:pt x="3855" y="61"/>
                  </a:lnTo>
                  <a:cubicBezTo>
                    <a:pt x="3601" y="127"/>
                    <a:pt x="3368" y="234"/>
                    <a:pt x="3161" y="374"/>
                  </a:cubicBezTo>
                  <a:cubicBezTo>
                    <a:pt x="2761" y="628"/>
                    <a:pt x="2227" y="1128"/>
                    <a:pt x="1927" y="2068"/>
                  </a:cubicBezTo>
                  <a:cubicBezTo>
                    <a:pt x="1561" y="3208"/>
                    <a:pt x="1694" y="4328"/>
                    <a:pt x="1814" y="4929"/>
                  </a:cubicBezTo>
                  <a:cubicBezTo>
                    <a:pt x="1474" y="5055"/>
                    <a:pt x="1160" y="5469"/>
                    <a:pt x="860" y="6202"/>
                  </a:cubicBezTo>
                  <a:cubicBezTo>
                    <a:pt x="400" y="7329"/>
                    <a:pt x="574" y="8190"/>
                    <a:pt x="734" y="8630"/>
                  </a:cubicBezTo>
                  <a:cubicBezTo>
                    <a:pt x="387" y="8810"/>
                    <a:pt x="20" y="9256"/>
                    <a:pt x="7" y="10137"/>
                  </a:cubicBezTo>
                  <a:cubicBezTo>
                    <a:pt x="0" y="11177"/>
                    <a:pt x="527" y="11977"/>
                    <a:pt x="807" y="12337"/>
                  </a:cubicBezTo>
                  <a:cubicBezTo>
                    <a:pt x="627" y="12664"/>
                    <a:pt x="494" y="13338"/>
                    <a:pt x="967" y="14738"/>
                  </a:cubicBezTo>
                  <a:cubicBezTo>
                    <a:pt x="1721" y="16925"/>
                    <a:pt x="6429" y="18759"/>
                    <a:pt x="9229" y="18926"/>
                  </a:cubicBezTo>
                  <a:cubicBezTo>
                    <a:pt x="9956" y="18966"/>
                    <a:pt x="10683" y="19079"/>
                    <a:pt x="11390" y="19266"/>
                  </a:cubicBezTo>
                  <a:lnTo>
                    <a:pt x="11597" y="19312"/>
                  </a:lnTo>
                  <a:lnTo>
                    <a:pt x="11997" y="18672"/>
                  </a:lnTo>
                  <a:cubicBezTo>
                    <a:pt x="12303" y="18172"/>
                    <a:pt x="12564" y="17745"/>
                    <a:pt x="12757" y="17412"/>
                  </a:cubicBezTo>
                  <a:lnTo>
                    <a:pt x="13364" y="16292"/>
                  </a:lnTo>
                  <a:cubicBezTo>
                    <a:pt x="14157" y="14805"/>
                    <a:pt x="15238" y="12791"/>
                    <a:pt x="15811" y="12091"/>
                  </a:cubicBezTo>
                  <a:lnTo>
                    <a:pt x="15998" y="11870"/>
                  </a:lnTo>
                  <a:lnTo>
                    <a:pt x="15778" y="11690"/>
                  </a:lnTo>
                  <a:cubicBezTo>
                    <a:pt x="15704" y="11624"/>
                    <a:pt x="15638" y="11550"/>
                    <a:pt x="15578" y="11470"/>
                  </a:cubicBezTo>
                  <a:cubicBezTo>
                    <a:pt x="15371" y="11217"/>
                    <a:pt x="15218" y="10924"/>
                    <a:pt x="15124" y="10610"/>
                  </a:cubicBezTo>
                  <a:cubicBezTo>
                    <a:pt x="14991" y="10190"/>
                    <a:pt x="14891" y="9770"/>
                    <a:pt x="14811" y="9336"/>
                  </a:cubicBezTo>
                  <a:cubicBezTo>
                    <a:pt x="14331" y="7103"/>
                    <a:pt x="13524" y="3362"/>
                    <a:pt x="10890" y="1194"/>
                  </a:cubicBezTo>
                  <a:lnTo>
                    <a:pt x="10323" y="728"/>
                  </a:lnTo>
                  <a:lnTo>
                    <a:pt x="10410" y="1454"/>
                  </a:lnTo>
                  <a:lnTo>
                    <a:pt x="10630" y="3162"/>
                  </a:lnTo>
                  <a:cubicBezTo>
                    <a:pt x="10164" y="3321"/>
                    <a:pt x="8972" y="3677"/>
                    <a:pt x="7655" y="3677"/>
                  </a:cubicBezTo>
                  <a:cubicBezTo>
                    <a:pt x="7538" y="3677"/>
                    <a:pt x="7420" y="3674"/>
                    <a:pt x="7302" y="3668"/>
                  </a:cubicBezTo>
                  <a:cubicBezTo>
                    <a:pt x="6175" y="3608"/>
                    <a:pt x="5242" y="3275"/>
                    <a:pt x="4521" y="2688"/>
                  </a:cubicBezTo>
                  <a:cubicBezTo>
                    <a:pt x="4461" y="2268"/>
                    <a:pt x="4268" y="834"/>
                    <a:pt x="4195" y="307"/>
                  </a:cubicBezTo>
                  <a:lnTo>
                    <a:pt x="4155" y="1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7" name="Google Shape;2020;p36"/>
            <p:cNvSpPr/>
            <p:nvPr/>
          </p:nvSpPr>
          <p:spPr>
            <a:xfrm>
              <a:off x="2506948" y="3676017"/>
              <a:ext cx="348087" cy="521165"/>
            </a:xfrm>
            <a:custGeom>
              <a:avLst/>
              <a:gdLst/>
              <a:ahLst/>
              <a:cxnLst/>
              <a:rect l="l" t="t" r="r" b="b"/>
              <a:pathLst>
                <a:path w="12445" h="18633" extrusionOk="0">
                  <a:moveTo>
                    <a:pt x="3622" y="1"/>
                  </a:moveTo>
                  <a:cubicBezTo>
                    <a:pt x="3415" y="54"/>
                    <a:pt x="3215" y="147"/>
                    <a:pt x="3035" y="268"/>
                  </a:cubicBezTo>
                  <a:cubicBezTo>
                    <a:pt x="2648" y="508"/>
                    <a:pt x="2188" y="968"/>
                    <a:pt x="1915" y="1808"/>
                  </a:cubicBezTo>
                  <a:cubicBezTo>
                    <a:pt x="1421" y="3328"/>
                    <a:pt x="1888" y="4802"/>
                    <a:pt x="1915" y="4895"/>
                  </a:cubicBezTo>
                  <a:cubicBezTo>
                    <a:pt x="1900" y="4883"/>
                    <a:pt x="1836" y="4817"/>
                    <a:pt x="1728" y="4817"/>
                  </a:cubicBezTo>
                  <a:cubicBezTo>
                    <a:pt x="1547" y="4817"/>
                    <a:pt x="1242" y="5006"/>
                    <a:pt x="848" y="5962"/>
                  </a:cubicBezTo>
                  <a:cubicBezTo>
                    <a:pt x="221" y="7476"/>
                    <a:pt x="848" y="8463"/>
                    <a:pt x="848" y="8463"/>
                  </a:cubicBezTo>
                  <a:cubicBezTo>
                    <a:pt x="848" y="8463"/>
                    <a:pt x="34" y="8496"/>
                    <a:pt x="14" y="9790"/>
                  </a:cubicBezTo>
                  <a:cubicBezTo>
                    <a:pt x="1" y="11077"/>
                    <a:pt x="908" y="11991"/>
                    <a:pt x="908" y="11991"/>
                  </a:cubicBezTo>
                  <a:cubicBezTo>
                    <a:pt x="908" y="11991"/>
                    <a:pt x="281" y="12324"/>
                    <a:pt x="955" y="14291"/>
                  </a:cubicBezTo>
                  <a:cubicBezTo>
                    <a:pt x="1375" y="15498"/>
                    <a:pt x="3208" y="16659"/>
                    <a:pt x="5216" y="17412"/>
                  </a:cubicBezTo>
                  <a:cubicBezTo>
                    <a:pt x="6503" y="17899"/>
                    <a:pt x="7850" y="18212"/>
                    <a:pt x="8970" y="18279"/>
                  </a:cubicBezTo>
                  <a:cubicBezTo>
                    <a:pt x="9710" y="18326"/>
                    <a:pt x="10450" y="18439"/>
                    <a:pt x="11177" y="18632"/>
                  </a:cubicBezTo>
                  <a:cubicBezTo>
                    <a:pt x="11584" y="17959"/>
                    <a:pt x="11971" y="17365"/>
                    <a:pt x="12211" y="16932"/>
                  </a:cubicBezTo>
                  <a:lnTo>
                    <a:pt x="12444" y="16505"/>
                  </a:lnTo>
                  <a:lnTo>
                    <a:pt x="12184" y="16365"/>
                  </a:lnTo>
                  <a:cubicBezTo>
                    <a:pt x="10917" y="15738"/>
                    <a:pt x="9724" y="15065"/>
                    <a:pt x="9017" y="13878"/>
                  </a:cubicBezTo>
                  <a:cubicBezTo>
                    <a:pt x="8503" y="13011"/>
                    <a:pt x="8316" y="11997"/>
                    <a:pt x="8156" y="10997"/>
                  </a:cubicBezTo>
                  <a:lnTo>
                    <a:pt x="7856" y="9270"/>
                  </a:lnTo>
                  <a:cubicBezTo>
                    <a:pt x="7543" y="7389"/>
                    <a:pt x="7223" y="5496"/>
                    <a:pt x="7003" y="3608"/>
                  </a:cubicBezTo>
                  <a:cubicBezTo>
                    <a:pt x="5949" y="3555"/>
                    <a:pt x="4856" y="3262"/>
                    <a:pt x="3955" y="2488"/>
                  </a:cubicBezTo>
                  <a:cubicBezTo>
                    <a:pt x="3955" y="2488"/>
                    <a:pt x="3889" y="2008"/>
                    <a:pt x="3822" y="1468"/>
                  </a:cubicBezTo>
                  <a:lnTo>
                    <a:pt x="3802" y="1268"/>
                  </a:lnTo>
                  <a:cubicBezTo>
                    <a:pt x="3782" y="1201"/>
                    <a:pt x="3775" y="1128"/>
                    <a:pt x="3769" y="1054"/>
                  </a:cubicBezTo>
                  <a:cubicBezTo>
                    <a:pt x="3749" y="954"/>
                    <a:pt x="3742" y="888"/>
                    <a:pt x="3722" y="761"/>
                  </a:cubicBezTo>
                  <a:cubicBezTo>
                    <a:pt x="3709" y="634"/>
                    <a:pt x="3689" y="508"/>
                    <a:pt x="3682" y="394"/>
                  </a:cubicBezTo>
                  <a:cubicBezTo>
                    <a:pt x="3669" y="334"/>
                    <a:pt x="3662" y="281"/>
                    <a:pt x="3655" y="221"/>
                  </a:cubicBezTo>
                  <a:cubicBezTo>
                    <a:pt x="3642" y="134"/>
                    <a:pt x="3635" y="61"/>
                    <a:pt x="3622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8" name="Google Shape;2021;p36"/>
            <p:cNvSpPr/>
            <p:nvPr/>
          </p:nvSpPr>
          <p:spPr>
            <a:xfrm>
              <a:off x="2690683" y="4124404"/>
              <a:ext cx="115097" cy="18153"/>
            </a:xfrm>
            <a:custGeom>
              <a:avLst/>
              <a:gdLst/>
              <a:ahLst/>
              <a:cxnLst/>
              <a:rect l="l" t="t" r="r" b="b"/>
              <a:pathLst>
                <a:path w="4115" h="649" extrusionOk="0">
                  <a:moveTo>
                    <a:pt x="4115" y="1"/>
                  </a:moveTo>
                  <a:lnTo>
                    <a:pt x="4115" y="1"/>
                  </a:lnTo>
                  <a:cubicBezTo>
                    <a:pt x="3431" y="240"/>
                    <a:pt x="2717" y="360"/>
                    <a:pt x="2004" y="360"/>
                  </a:cubicBezTo>
                  <a:cubicBezTo>
                    <a:pt x="1327" y="360"/>
                    <a:pt x="650" y="252"/>
                    <a:pt x="0" y="34"/>
                  </a:cubicBezTo>
                  <a:lnTo>
                    <a:pt x="0" y="34"/>
                  </a:lnTo>
                  <a:cubicBezTo>
                    <a:pt x="562" y="447"/>
                    <a:pt x="1293" y="648"/>
                    <a:pt x="1999" y="648"/>
                  </a:cubicBezTo>
                  <a:cubicBezTo>
                    <a:pt x="2022" y="648"/>
                    <a:pt x="2045" y="648"/>
                    <a:pt x="2068" y="648"/>
                  </a:cubicBezTo>
                  <a:cubicBezTo>
                    <a:pt x="2788" y="641"/>
                    <a:pt x="3541" y="434"/>
                    <a:pt x="411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9" name="Google Shape;2022;p36"/>
            <p:cNvSpPr/>
            <p:nvPr/>
          </p:nvSpPr>
          <p:spPr>
            <a:xfrm>
              <a:off x="2708584" y="4085413"/>
              <a:ext cx="87882" cy="14013"/>
            </a:xfrm>
            <a:custGeom>
              <a:avLst/>
              <a:gdLst/>
              <a:ahLst/>
              <a:cxnLst/>
              <a:rect l="l" t="t" r="r" b="b"/>
              <a:pathLst>
                <a:path w="3142" h="501" extrusionOk="0">
                  <a:moveTo>
                    <a:pt x="3141" y="1"/>
                  </a:moveTo>
                  <a:cubicBezTo>
                    <a:pt x="2608" y="74"/>
                    <a:pt x="2094" y="161"/>
                    <a:pt x="1574" y="201"/>
                  </a:cubicBezTo>
                  <a:cubicBezTo>
                    <a:pt x="1189" y="231"/>
                    <a:pt x="800" y="235"/>
                    <a:pt x="402" y="235"/>
                  </a:cubicBezTo>
                  <a:cubicBezTo>
                    <a:pt x="269" y="235"/>
                    <a:pt x="136" y="234"/>
                    <a:pt x="1" y="234"/>
                  </a:cubicBezTo>
                  <a:cubicBezTo>
                    <a:pt x="409" y="414"/>
                    <a:pt x="854" y="501"/>
                    <a:pt x="1301" y="501"/>
                  </a:cubicBezTo>
                  <a:cubicBezTo>
                    <a:pt x="1401" y="501"/>
                    <a:pt x="1501" y="496"/>
                    <a:pt x="1601" y="488"/>
                  </a:cubicBezTo>
                  <a:cubicBezTo>
                    <a:pt x="2148" y="454"/>
                    <a:pt x="2675" y="288"/>
                    <a:pt x="314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0" name="Google Shape;2023;p36"/>
            <p:cNvSpPr/>
            <p:nvPr/>
          </p:nvSpPr>
          <p:spPr>
            <a:xfrm>
              <a:off x="2715297" y="4045332"/>
              <a:ext cx="69981" cy="11020"/>
            </a:xfrm>
            <a:custGeom>
              <a:avLst/>
              <a:gdLst/>
              <a:ahLst/>
              <a:cxnLst/>
              <a:rect l="l" t="t" r="r" b="b"/>
              <a:pathLst>
                <a:path w="2502" h="394" extrusionOk="0">
                  <a:moveTo>
                    <a:pt x="2501" y="0"/>
                  </a:moveTo>
                  <a:cubicBezTo>
                    <a:pt x="2068" y="7"/>
                    <a:pt x="1661" y="47"/>
                    <a:pt x="1254" y="87"/>
                  </a:cubicBezTo>
                  <a:cubicBezTo>
                    <a:pt x="841" y="127"/>
                    <a:pt x="434" y="147"/>
                    <a:pt x="1" y="214"/>
                  </a:cubicBezTo>
                  <a:cubicBezTo>
                    <a:pt x="321" y="334"/>
                    <a:pt x="658" y="393"/>
                    <a:pt x="998" y="393"/>
                  </a:cubicBezTo>
                  <a:cubicBezTo>
                    <a:pt x="1090" y="393"/>
                    <a:pt x="1182" y="389"/>
                    <a:pt x="1274" y="380"/>
                  </a:cubicBezTo>
                  <a:cubicBezTo>
                    <a:pt x="1701" y="334"/>
                    <a:pt x="2134" y="234"/>
                    <a:pt x="25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1" name="Google Shape;2024;p36"/>
            <p:cNvSpPr/>
            <p:nvPr/>
          </p:nvSpPr>
          <p:spPr>
            <a:xfrm>
              <a:off x="1205812" y="3146041"/>
              <a:ext cx="1600527" cy="2122084"/>
            </a:xfrm>
            <a:custGeom>
              <a:avLst/>
              <a:gdLst/>
              <a:ahLst/>
              <a:cxnLst/>
              <a:rect l="l" t="t" r="r" b="b"/>
              <a:pathLst>
                <a:path w="57223" h="75870" extrusionOk="0">
                  <a:moveTo>
                    <a:pt x="30635" y="1"/>
                  </a:moveTo>
                  <a:cubicBezTo>
                    <a:pt x="29618" y="1"/>
                    <a:pt x="28459" y="83"/>
                    <a:pt x="27121" y="277"/>
                  </a:cubicBezTo>
                  <a:cubicBezTo>
                    <a:pt x="24114" y="711"/>
                    <a:pt x="22427" y="1024"/>
                    <a:pt x="20300" y="2438"/>
                  </a:cubicBezTo>
                  <a:cubicBezTo>
                    <a:pt x="18179" y="3858"/>
                    <a:pt x="15558" y="5078"/>
                    <a:pt x="12204" y="6459"/>
                  </a:cubicBezTo>
                  <a:cubicBezTo>
                    <a:pt x="8856" y="7832"/>
                    <a:pt x="6869" y="8706"/>
                    <a:pt x="4682" y="14801"/>
                  </a:cubicBezTo>
                  <a:cubicBezTo>
                    <a:pt x="2488" y="20896"/>
                    <a:pt x="4115" y="32119"/>
                    <a:pt x="3788" y="39247"/>
                  </a:cubicBezTo>
                  <a:cubicBezTo>
                    <a:pt x="3462" y="46376"/>
                    <a:pt x="4535" y="56525"/>
                    <a:pt x="2268" y="61707"/>
                  </a:cubicBezTo>
                  <a:cubicBezTo>
                    <a:pt x="1" y="66881"/>
                    <a:pt x="654" y="71309"/>
                    <a:pt x="2815" y="73463"/>
                  </a:cubicBezTo>
                  <a:cubicBezTo>
                    <a:pt x="4519" y="75173"/>
                    <a:pt x="10876" y="75870"/>
                    <a:pt x="15494" y="75870"/>
                  </a:cubicBezTo>
                  <a:cubicBezTo>
                    <a:pt x="16135" y="75870"/>
                    <a:pt x="16742" y="75857"/>
                    <a:pt x="17299" y="75831"/>
                  </a:cubicBezTo>
                  <a:cubicBezTo>
                    <a:pt x="17799" y="75811"/>
                    <a:pt x="18266" y="75777"/>
                    <a:pt x="18672" y="75730"/>
                  </a:cubicBezTo>
                  <a:cubicBezTo>
                    <a:pt x="21401" y="75443"/>
                    <a:pt x="26501" y="75299"/>
                    <a:pt x="31388" y="75299"/>
                  </a:cubicBezTo>
                  <a:cubicBezTo>
                    <a:pt x="33870" y="75299"/>
                    <a:pt x="36297" y="75336"/>
                    <a:pt x="38331" y="75410"/>
                  </a:cubicBezTo>
                  <a:cubicBezTo>
                    <a:pt x="39248" y="75443"/>
                    <a:pt x="40241" y="75463"/>
                    <a:pt x="41273" y="75463"/>
                  </a:cubicBezTo>
                  <a:cubicBezTo>
                    <a:pt x="47041" y="75463"/>
                    <a:pt x="54007" y="74840"/>
                    <a:pt x="55489" y="72283"/>
                  </a:cubicBezTo>
                  <a:cubicBezTo>
                    <a:pt x="57223" y="69255"/>
                    <a:pt x="56029" y="64614"/>
                    <a:pt x="54735" y="60727"/>
                  </a:cubicBezTo>
                  <a:cubicBezTo>
                    <a:pt x="53442" y="56845"/>
                    <a:pt x="53122" y="49717"/>
                    <a:pt x="52468" y="44856"/>
                  </a:cubicBezTo>
                  <a:cubicBezTo>
                    <a:pt x="51821" y="40001"/>
                    <a:pt x="51288" y="20996"/>
                    <a:pt x="50201" y="15228"/>
                  </a:cubicBezTo>
                  <a:cubicBezTo>
                    <a:pt x="49121" y="9460"/>
                    <a:pt x="48307" y="5672"/>
                    <a:pt x="45740" y="4705"/>
                  </a:cubicBezTo>
                  <a:cubicBezTo>
                    <a:pt x="45353" y="4558"/>
                    <a:pt x="44953" y="4412"/>
                    <a:pt x="44553" y="4278"/>
                  </a:cubicBezTo>
                  <a:cubicBezTo>
                    <a:pt x="42352" y="3531"/>
                    <a:pt x="40105" y="2938"/>
                    <a:pt x="38258" y="2111"/>
                  </a:cubicBezTo>
                  <a:cubicBezTo>
                    <a:pt x="36501" y="1331"/>
                    <a:pt x="34719" y="1"/>
                    <a:pt x="30635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2" name="Google Shape;2025;p36"/>
            <p:cNvSpPr/>
            <p:nvPr/>
          </p:nvSpPr>
          <p:spPr>
            <a:xfrm>
              <a:off x="1189785" y="3137902"/>
              <a:ext cx="1624945" cy="2138279"/>
            </a:xfrm>
            <a:custGeom>
              <a:avLst/>
              <a:gdLst/>
              <a:ahLst/>
              <a:cxnLst/>
              <a:rect l="l" t="t" r="r" b="b"/>
              <a:pathLst>
                <a:path w="58096" h="76449" extrusionOk="0">
                  <a:moveTo>
                    <a:pt x="31195" y="588"/>
                  </a:moveTo>
                  <a:cubicBezTo>
                    <a:pt x="34490" y="588"/>
                    <a:pt x="36257" y="1462"/>
                    <a:pt x="37737" y="2202"/>
                  </a:cubicBezTo>
                  <a:cubicBezTo>
                    <a:pt x="38070" y="2369"/>
                    <a:pt x="38391" y="2529"/>
                    <a:pt x="38711" y="2669"/>
                  </a:cubicBezTo>
                  <a:cubicBezTo>
                    <a:pt x="39971" y="3229"/>
                    <a:pt x="41391" y="3682"/>
                    <a:pt x="42878" y="4149"/>
                  </a:cubicBezTo>
                  <a:lnTo>
                    <a:pt x="45032" y="4849"/>
                  </a:lnTo>
                  <a:lnTo>
                    <a:pt x="46213" y="5263"/>
                  </a:lnTo>
                  <a:cubicBezTo>
                    <a:pt x="48613" y="6170"/>
                    <a:pt x="49407" y="9771"/>
                    <a:pt x="50494" y="15565"/>
                  </a:cubicBezTo>
                  <a:cubicBezTo>
                    <a:pt x="51114" y="18926"/>
                    <a:pt x="51561" y="26828"/>
                    <a:pt x="51961" y="33804"/>
                  </a:cubicBezTo>
                  <a:cubicBezTo>
                    <a:pt x="52241" y="38832"/>
                    <a:pt x="52481" y="43166"/>
                    <a:pt x="52748" y="45193"/>
                  </a:cubicBezTo>
                  <a:cubicBezTo>
                    <a:pt x="52941" y="46627"/>
                    <a:pt x="53108" y="48247"/>
                    <a:pt x="53275" y="49968"/>
                  </a:cubicBezTo>
                  <a:cubicBezTo>
                    <a:pt x="53695" y="54082"/>
                    <a:pt x="54108" y="58343"/>
                    <a:pt x="55035" y="61111"/>
                  </a:cubicBezTo>
                  <a:cubicBezTo>
                    <a:pt x="56275" y="64839"/>
                    <a:pt x="57482" y="69500"/>
                    <a:pt x="55802" y="72421"/>
                  </a:cubicBezTo>
                  <a:cubicBezTo>
                    <a:pt x="54299" y="75035"/>
                    <a:pt x="46589" y="75459"/>
                    <a:pt x="41794" y="75459"/>
                  </a:cubicBezTo>
                  <a:cubicBezTo>
                    <a:pt x="40609" y="75459"/>
                    <a:pt x="39602" y="75433"/>
                    <a:pt x="38911" y="75408"/>
                  </a:cubicBezTo>
                  <a:cubicBezTo>
                    <a:pt x="36968" y="75339"/>
                    <a:pt x="34605" y="75305"/>
                    <a:pt x="32161" y="75305"/>
                  </a:cubicBezTo>
                  <a:cubicBezTo>
                    <a:pt x="27249" y="75305"/>
                    <a:pt x="22013" y="75445"/>
                    <a:pt x="19225" y="75735"/>
                  </a:cubicBezTo>
                  <a:cubicBezTo>
                    <a:pt x="18805" y="75775"/>
                    <a:pt x="18352" y="75815"/>
                    <a:pt x="17858" y="75835"/>
                  </a:cubicBezTo>
                  <a:cubicBezTo>
                    <a:pt x="17314" y="75860"/>
                    <a:pt x="16728" y="75872"/>
                    <a:pt x="16115" y="75872"/>
                  </a:cubicBezTo>
                  <a:cubicBezTo>
                    <a:pt x="11445" y="75872"/>
                    <a:pt x="5186" y="75145"/>
                    <a:pt x="3595" y="73548"/>
                  </a:cubicBezTo>
                  <a:cubicBezTo>
                    <a:pt x="1281" y="71234"/>
                    <a:pt x="1087" y="66739"/>
                    <a:pt x="3114" y="62111"/>
                  </a:cubicBezTo>
                  <a:cubicBezTo>
                    <a:pt x="4735" y="58383"/>
                    <a:pt x="4668" y="52295"/>
                    <a:pt x="4602" y="46394"/>
                  </a:cubicBezTo>
                  <a:cubicBezTo>
                    <a:pt x="4581" y="43940"/>
                    <a:pt x="4555" y="41632"/>
                    <a:pt x="4648" y="39545"/>
                  </a:cubicBezTo>
                  <a:cubicBezTo>
                    <a:pt x="4755" y="37178"/>
                    <a:pt x="4655" y="34397"/>
                    <a:pt x="4535" y="31456"/>
                  </a:cubicBezTo>
                  <a:cubicBezTo>
                    <a:pt x="4328" y="25721"/>
                    <a:pt x="4081" y="19220"/>
                    <a:pt x="5528" y="15192"/>
                  </a:cubicBezTo>
                  <a:cubicBezTo>
                    <a:pt x="7702" y="9150"/>
                    <a:pt x="9656" y="8350"/>
                    <a:pt x="12890" y="7017"/>
                  </a:cubicBezTo>
                  <a:cubicBezTo>
                    <a:pt x="16758" y="5423"/>
                    <a:pt x="19119" y="4256"/>
                    <a:pt x="21033" y="2969"/>
                  </a:cubicBezTo>
                  <a:cubicBezTo>
                    <a:pt x="23126" y="1568"/>
                    <a:pt x="24774" y="1288"/>
                    <a:pt x="27734" y="855"/>
                  </a:cubicBezTo>
                  <a:cubicBezTo>
                    <a:pt x="28881" y="682"/>
                    <a:pt x="30035" y="595"/>
                    <a:pt x="31195" y="588"/>
                  </a:cubicBezTo>
                  <a:close/>
                  <a:moveTo>
                    <a:pt x="31221" y="1"/>
                  </a:moveTo>
                  <a:cubicBezTo>
                    <a:pt x="30189" y="1"/>
                    <a:pt x="29012" y="85"/>
                    <a:pt x="27654" y="281"/>
                  </a:cubicBezTo>
                  <a:cubicBezTo>
                    <a:pt x="24694" y="715"/>
                    <a:pt x="22906" y="1022"/>
                    <a:pt x="20706" y="2489"/>
                  </a:cubicBezTo>
                  <a:cubicBezTo>
                    <a:pt x="18825" y="3749"/>
                    <a:pt x="16498" y="4903"/>
                    <a:pt x="12664" y="6483"/>
                  </a:cubicBezTo>
                  <a:cubicBezTo>
                    <a:pt x="9403" y="7823"/>
                    <a:pt x="7249" y="8704"/>
                    <a:pt x="4988" y="14992"/>
                  </a:cubicBezTo>
                  <a:cubicBezTo>
                    <a:pt x="3495" y="19126"/>
                    <a:pt x="3728" y="25401"/>
                    <a:pt x="3961" y="31470"/>
                  </a:cubicBezTo>
                  <a:cubicBezTo>
                    <a:pt x="4068" y="34410"/>
                    <a:pt x="4168" y="37178"/>
                    <a:pt x="4068" y="39525"/>
                  </a:cubicBezTo>
                  <a:cubicBezTo>
                    <a:pt x="3968" y="41626"/>
                    <a:pt x="3995" y="43940"/>
                    <a:pt x="4028" y="46400"/>
                  </a:cubicBezTo>
                  <a:cubicBezTo>
                    <a:pt x="4088" y="52235"/>
                    <a:pt x="4155" y="58270"/>
                    <a:pt x="2581" y="61878"/>
                  </a:cubicBezTo>
                  <a:cubicBezTo>
                    <a:pt x="0" y="67773"/>
                    <a:pt x="1294" y="72074"/>
                    <a:pt x="3181" y="73968"/>
                  </a:cubicBezTo>
                  <a:cubicBezTo>
                    <a:pt x="4335" y="75121"/>
                    <a:pt x="7316" y="75735"/>
                    <a:pt x="9603" y="76035"/>
                  </a:cubicBezTo>
                  <a:cubicBezTo>
                    <a:pt x="11763" y="76308"/>
                    <a:pt x="13937" y="76448"/>
                    <a:pt x="16118" y="76448"/>
                  </a:cubicBezTo>
                  <a:cubicBezTo>
                    <a:pt x="16731" y="76448"/>
                    <a:pt x="17325" y="76442"/>
                    <a:pt x="17885" y="76415"/>
                  </a:cubicBezTo>
                  <a:cubicBezTo>
                    <a:pt x="18385" y="76395"/>
                    <a:pt x="18852" y="76362"/>
                    <a:pt x="19285" y="76315"/>
                  </a:cubicBezTo>
                  <a:cubicBezTo>
                    <a:pt x="22041" y="76023"/>
                    <a:pt x="27215" y="75883"/>
                    <a:pt x="32088" y="75883"/>
                  </a:cubicBezTo>
                  <a:cubicBezTo>
                    <a:pt x="34550" y="75883"/>
                    <a:pt x="36934" y="75919"/>
                    <a:pt x="38891" y="75988"/>
                  </a:cubicBezTo>
                  <a:cubicBezTo>
                    <a:pt x="39716" y="76018"/>
                    <a:pt x="40746" y="76043"/>
                    <a:pt x="41891" y="76043"/>
                  </a:cubicBezTo>
                  <a:cubicBezTo>
                    <a:pt x="47096" y="76043"/>
                    <a:pt x="54685" y="75534"/>
                    <a:pt x="56309" y="72714"/>
                  </a:cubicBezTo>
                  <a:cubicBezTo>
                    <a:pt x="58096" y="69606"/>
                    <a:pt x="56942" y="65012"/>
                    <a:pt x="55582" y="60931"/>
                  </a:cubicBezTo>
                  <a:cubicBezTo>
                    <a:pt x="54682" y="58230"/>
                    <a:pt x="54268" y="53996"/>
                    <a:pt x="53861" y="49908"/>
                  </a:cubicBezTo>
                  <a:cubicBezTo>
                    <a:pt x="53681" y="48181"/>
                    <a:pt x="53528" y="46560"/>
                    <a:pt x="53335" y="45113"/>
                  </a:cubicBezTo>
                  <a:cubicBezTo>
                    <a:pt x="53068" y="43113"/>
                    <a:pt x="52808" y="38572"/>
                    <a:pt x="52534" y="33770"/>
                  </a:cubicBezTo>
                  <a:cubicBezTo>
                    <a:pt x="52141" y="26775"/>
                    <a:pt x="51694" y="18860"/>
                    <a:pt x="51061" y="15459"/>
                  </a:cubicBezTo>
                  <a:cubicBezTo>
                    <a:pt x="49940" y="9464"/>
                    <a:pt x="49113" y="5736"/>
                    <a:pt x="46413" y="4723"/>
                  </a:cubicBezTo>
                  <a:cubicBezTo>
                    <a:pt x="45999" y="4563"/>
                    <a:pt x="45599" y="4423"/>
                    <a:pt x="45212" y="4296"/>
                  </a:cubicBezTo>
                  <a:cubicBezTo>
                    <a:pt x="44499" y="4049"/>
                    <a:pt x="43765" y="3822"/>
                    <a:pt x="43058" y="3596"/>
                  </a:cubicBezTo>
                  <a:cubicBezTo>
                    <a:pt x="41578" y="3129"/>
                    <a:pt x="40178" y="2689"/>
                    <a:pt x="38944" y="2135"/>
                  </a:cubicBezTo>
                  <a:cubicBezTo>
                    <a:pt x="38637" y="2002"/>
                    <a:pt x="38331" y="1848"/>
                    <a:pt x="37997" y="1682"/>
                  </a:cubicBezTo>
                  <a:cubicBezTo>
                    <a:pt x="36456" y="914"/>
                    <a:pt x="34629" y="1"/>
                    <a:pt x="3122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3" name="Google Shape;2026;p36"/>
            <p:cNvSpPr/>
            <p:nvPr/>
          </p:nvSpPr>
          <p:spPr>
            <a:xfrm>
              <a:off x="1205812" y="3146041"/>
              <a:ext cx="1246147" cy="2122084"/>
            </a:xfrm>
            <a:custGeom>
              <a:avLst/>
              <a:gdLst/>
              <a:ahLst/>
              <a:cxnLst/>
              <a:rect l="l" t="t" r="r" b="b"/>
              <a:pathLst>
                <a:path w="44553" h="75870" extrusionOk="0">
                  <a:moveTo>
                    <a:pt x="30635" y="1"/>
                  </a:moveTo>
                  <a:cubicBezTo>
                    <a:pt x="29618" y="1"/>
                    <a:pt x="28459" y="83"/>
                    <a:pt x="27121" y="277"/>
                  </a:cubicBezTo>
                  <a:cubicBezTo>
                    <a:pt x="24114" y="711"/>
                    <a:pt x="22427" y="1024"/>
                    <a:pt x="20300" y="2438"/>
                  </a:cubicBezTo>
                  <a:cubicBezTo>
                    <a:pt x="18179" y="3858"/>
                    <a:pt x="15558" y="5078"/>
                    <a:pt x="12204" y="6459"/>
                  </a:cubicBezTo>
                  <a:cubicBezTo>
                    <a:pt x="8856" y="7832"/>
                    <a:pt x="6869" y="8706"/>
                    <a:pt x="4682" y="14801"/>
                  </a:cubicBezTo>
                  <a:cubicBezTo>
                    <a:pt x="2488" y="20889"/>
                    <a:pt x="4115" y="32119"/>
                    <a:pt x="3788" y="39247"/>
                  </a:cubicBezTo>
                  <a:cubicBezTo>
                    <a:pt x="3462" y="46376"/>
                    <a:pt x="4535" y="56525"/>
                    <a:pt x="2268" y="61707"/>
                  </a:cubicBezTo>
                  <a:cubicBezTo>
                    <a:pt x="1" y="66881"/>
                    <a:pt x="654" y="71303"/>
                    <a:pt x="2815" y="73463"/>
                  </a:cubicBezTo>
                  <a:cubicBezTo>
                    <a:pt x="4519" y="75173"/>
                    <a:pt x="10876" y="75870"/>
                    <a:pt x="15494" y="75870"/>
                  </a:cubicBezTo>
                  <a:cubicBezTo>
                    <a:pt x="16135" y="75870"/>
                    <a:pt x="16742" y="75857"/>
                    <a:pt x="17299" y="75831"/>
                  </a:cubicBezTo>
                  <a:cubicBezTo>
                    <a:pt x="14331" y="66681"/>
                    <a:pt x="14491" y="56532"/>
                    <a:pt x="17752" y="47483"/>
                  </a:cubicBezTo>
                  <a:cubicBezTo>
                    <a:pt x="19186" y="43535"/>
                    <a:pt x="21166" y="39788"/>
                    <a:pt x="22487" y="35807"/>
                  </a:cubicBezTo>
                  <a:cubicBezTo>
                    <a:pt x="23800" y="31819"/>
                    <a:pt x="24401" y="27404"/>
                    <a:pt x="22987" y="23443"/>
                  </a:cubicBezTo>
                  <a:cubicBezTo>
                    <a:pt x="22447" y="21936"/>
                    <a:pt x="21620" y="20509"/>
                    <a:pt x="21266" y="18942"/>
                  </a:cubicBezTo>
                  <a:cubicBezTo>
                    <a:pt x="20920" y="17375"/>
                    <a:pt x="21160" y="15515"/>
                    <a:pt x="22420" y="14508"/>
                  </a:cubicBezTo>
                  <a:cubicBezTo>
                    <a:pt x="23064" y="13992"/>
                    <a:pt x="23776" y="13796"/>
                    <a:pt x="24532" y="13796"/>
                  </a:cubicBezTo>
                  <a:cubicBezTo>
                    <a:pt x="26525" y="13796"/>
                    <a:pt x="28818" y="15163"/>
                    <a:pt x="30936" y="15661"/>
                  </a:cubicBezTo>
                  <a:cubicBezTo>
                    <a:pt x="31567" y="15805"/>
                    <a:pt x="32186" y="15873"/>
                    <a:pt x="32792" y="15873"/>
                  </a:cubicBezTo>
                  <a:cubicBezTo>
                    <a:pt x="38629" y="15873"/>
                    <a:pt x="43151" y="9553"/>
                    <a:pt x="44553" y="4278"/>
                  </a:cubicBezTo>
                  <a:cubicBezTo>
                    <a:pt x="42352" y="3531"/>
                    <a:pt x="40105" y="2938"/>
                    <a:pt x="38258" y="2111"/>
                  </a:cubicBezTo>
                  <a:cubicBezTo>
                    <a:pt x="36501" y="1331"/>
                    <a:pt x="34719" y="1"/>
                    <a:pt x="30635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4" name="Google Shape;2027;p36"/>
            <p:cNvSpPr/>
            <p:nvPr/>
          </p:nvSpPr>
          <p:spPr>
            <a:xfrm>
              <a:off x="1704014" y="3482968"/>
              <a:ext cx="37144" cy="212488"/>
            </a:xfrm>
            <a:custGeom>
              <a:avLst/>
              <a:gdLst/>
              <a:ahLst/>
              <a:cxnLst/>
              <a:rect l="l" t="t" r="r" b="b"/>
              <a:pathLst>
                <a:path w="1328" h="7597" extrusionOk="0">
                  <a:moveTo>
                    <a:pt x="0" y="1"/>
                  </a:moveTo>
                  <a:lnTo>
                    <a:pt x="0" y="1"/>
                  </a:lnTo>
                  <a:cubicBezTo>
                    <a:pt x="274" y="1261"/>
                    <a:pt x="534" y="2522"/>
                    <a:pt x="747" y="3782"/>
                  </a:cubicBezTo>
                  <a:cubicBezTo>
                    <a:pt x="967" y="5036"/>
                    <a:pt x="1114" y="6316"/>
                    <a:pt x="1254" y="7596"/>
                  </a:cubicBezTo>
                  <a:cubicBezTo>
                    <a:pt x="1327" y="6303"/>
                    <a:pt x="1254" y="5002"/>
                    <a:pt x="1040" y="3729"/>
                  </a:cubicBezTo>
                  <a:cubicBezTo>
                    <a:pt x="834" y="2448"/>
                    <a:pt x="487" y="120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5" name="Google Shape;2028;p36"/>
            <p:cNvSpPr/>
            <p:nvPr/>
          </p:nvSpPr>
          <p:spPr>
            <a:xfrm>
              <a:off x="1775449" y="3510938"/>
              <a:ext cx="276064" cy="47605"/>
            </a:xfrm>
            <a:custGeom>
              <a:avLst/>
              <a:gdLst/>
              <a:ahLst/>
              <a:cxnLst/>
              <a:rect l="l" t="t" r="r" b="b"/>
              <a:pathLst>
                <a:path w="9870" h="1702" extrusionOk="0">
                  <a:moveTo>
                    <a:pt x="3134" y="0"/>
                  </a:moveTo>
                  <a:cubicBezTo>
                    <a:pt x="2058" y="0"/>
                    <a:pt x="984" y="169"/>
                    <a:pt x="0" y="588"/>
                  </a:cubicBezTo>
                  <a:cubicBezTo>
                    <a:pt x="875" y="352"/>
                    <a:pt x="1769" y="252"/>
                    <a:pt x="2665" y="252"/>
                  </a:cubicBezTo>
                  <a:cubicBezTo>
                    <a:pt x="3442" y="252"/>
                    <a:pt x="4220" y="328"/>
                    <a:pt x="4988" y="455"/>
                  </a:cubicBezTo>
                  <a:cubicBezTo>
                    <a:pt x="6635" y="728"/>
                    <a:pt x="8236" y="1255"/>
                    <a:pt x="9870" y="1702"/>
                  </a:cubicBezTo>
                  <a:cubicBezTo>
                    <a:pt x="8322" y="1048"/>
                    <a:pt x="6695" y="435"/>
                    <a:pt x="5028" y="161"/>
                  </a:cubicBezTo>
                  <a:cubicBezTo>
                    <a:pt x="4408" y="60"/>
                    <a:pt x="3770" y="0"/>
                    <a:pt x="31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6" name="Google Shape;2029;p36"/>
            <p:cNvSpPr/>
            <p:nvPr/>
          </p:nvSpPr>
          <p:spPr>
            <a:xfrm>
              <a:off x="1466381" y="4212062"/>
              <a:ext cx="261352" cy="327361"/>
            </a:xfrm>
            <a:custGeom>
              <a:avLst/>
              <a:gdLst/>
              <a:ahLst/>
              <a:cxnLst/>
              <a:rect l="l" t="t" r="r" b="b"/>
              <a:pathLst>
                <a:path w="9344" h="11704" extrusionOk="0">
                  <a:moveTo>
                    <a:pt x="9276" y="1"/>
                  </a:moveTo>
                  <a:cubicBezTo>
                    <a:pt x="9236" y="1301"/>
                    <a:pt x="8923" y="2575"/>
                    <a:pt x="8370" y="3755"/>
                  </a:cubicBezTo>
                  <a:cubicBezTo>
                    <a:pt x="7816" y="4922"/>
                    <a:pt x="7002" y="5936"/>
                    <a:pt x="6096" y="6856"/>
                  </a:cubicBezTo>
                  <a:cubicBezTo>
                    <a:pt x="5182" y="7770"/>
                    <a:pt x="4175" y="8576"/>
                    <a:pt x="3148" y="9397"/>
                  </a:cubicBezTo>
                  <a:cubicBezTo>
                    <a:pt x="2121" y="10210"/>
                    <a:pt x="1121" y="11037"/>
                    <a:pt x="1" y="11704"/>
                  </a:cubicBezTo>
                  <a:cubicBezTo>
                    <a:pt x="1181" y="11137"/>
                    <a:pt x="2235" y="10364"/>
                    <a:pt x="3281" y="9577"/>
                  </a:cubicBezTo>
                  <a:cubicBezTo>
                    <a:pt x="4335" y="8797"/>
                    <a:pt x="5375" y="7990"/>
                    <a:pt x="6302" y="7063"/>
                  </a:cubicBezTo>
                  <a:cubicBezTo>
                    <a:pt x="7229" y="6136"/>
                    <a:pt x="8049" y="5062"/>
                    <a:pt x="8576" y="3855"/>
                  </a:cubicBezTo>
                  <a:cubicBezTo>
                    <a:pt x="9103" y="2642"/>
                    <a:pt x="9343" y="1321"/>
                    <a:pt x="927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7" name="Google Shape;2030;p36"/>
            <p:cNvSpPr/>
            <p:nvPr/>
          </p:nvSpPr>
          <p:spPr>
            <a:xfrm>
              <a:off x="1565422" y="4299915"/>
              <a:ext cx="178141" cy="227956"/>
            </a:xfrm>
            <a:custGeom>
              <a:avLst/>
              <a:gdLst/>
              <a:ahLst/>
              <a:cxnLst/>
              <a:rect l="l" t="t" r="r" b="b"/>
              <a:pathLst>
                <a:path w="6369" h="8150" extrusionOk="0">
                  <a:moveTo>
                    <a:pt x="6369" y="1"/>
                  </a:moveTo>
                  <a:lnTo>
                    <a:pt x="6369" y="1"/>
                  </a:lnTo>
                  <a:cubicBezTo>
                    <a:pt x="5335" y="3415"/>
                    <a:pt x="3061" y="6316"/>
                    <a:pt x="1" y="8150"/>
                  </a:cubicBezTo>
                  <a:cubicBezTo>
                    <a:pt x="1634" y="7429"/>
                    <a:pt x="3068" y="6256"/>
                    <a:pt x="4168" y="4849"/>
                  </a:cubicBezTo>
                  <a:cubicBezTo>
                    <a:pt x="5269" y="3435"/>
                    <a:pt x="6069" y="1761"/>
                    <a:pt x="636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8" name="Google Shape;2031;p36"/>
            <p:cNvSpPr/>
            <p:nvPr/>
          </p:nvSpPr>
          <p:spPr>
            <a:xfrm>
              <a:off x="1684043" y="4354932"/>
              <a:ext cx="87518" cy="152604"/>
            </a:xfrm>
            <a:custGeom>
              <a:avLst/>
              <a:gdLst/>
              <a:ahLst/>
              <a:cxnLst/>
              <a:rect l="l" t="t" r="r" b="b"/>
              <a:pathLst>
                <a:path w="3129" h="5456" extrusionOk="0">
                  <a:moveTo>
                    <a:pt x="3082" y="1"/>
                  </a:moveTo>
                  <a:lnTo>
                    <a:pt x="3082" y="1"/>
                  </a:lnTo>
                  <a:cubicBezTo>
                    <a:pt x="2901" y="1054"/>
                    <a:pt x="2548" y="2068"/>
                    <a:pt x="2028" y="3002"/>
                  </a:cubicBezTo>
                  <a:cubicBezTo>
                    <a:pt x="1501" y="3929"/>
                    <a:pt x="814" y="4762"/>
                    <a:pt x="1" y="5456"/>
                  </a:cubicBezTo>
                  <a:cubicBezTo>
                    <a:pt x="961" y="4929"/>
                    <a:pt x="1748" y="4095"/>
                    <a:pt x="2281" y="3148"/>
                  </a:cubicBezTo>
                  <a:cubicBezTo>
                    <a:pt x="2815" y="2195"/>
                    <a:pt x="3128" y="1094"/>
                    <a:pt x="308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9" name="Google Shape;2032;p36"/>
            <p:cNvSpPr/>
            <p:nvPr/>
          </p:nvSpPr>
          <p:spPr>
            <a:xfrm>
              <a:off x="2308501" y="3312882"/>
              <a:ext cx="167904" cy="167317"/>
            </a:xfrm>
            <a:custGeom>
              <a:avLst/>
              <a:gdLst/>
              <a:ahLst/>
              <a:cxnLst/>
              <a:rect l="l" t="t" r="r" b="b"/>
              <a:pathLst>
                <a:path w="6003" h="5982" extrusionOk="0">
                  <a:moveTo>
                    <a:pt x="6002" y="0"/>
                  </a:moveTo>
                  <a:lnTo>
                    <a:pt x="6002" y="0"/>
                  </a:lnTo>
                  <a:cubicBezTo>
                    <a:pt x="4869" y="861"/>
                    <a:pt x="3728" y="1707"/>
                    <a:pt x="2668" y="2661"/>
                  </a:cubicBezTo>
                  <a:cubicBezTo>
                    <a:pt x="1608" y="3608"/>
                    <a:pt x="614" y="4695"/>
                    <a:pt x="1" y="5982"/>
                  </a:cubicBezTo>
                  <a:cubicBezTo>
                    <a:pt x="808" y="4815"/>
                    <a:pt x="1808" y="3828"/>
                    <a:pt x="2861" y="2874"/>
                  </a:cubicBezTo>
                  <a:cubicBezTo>
                    <a:pt x="3908" y="1928"/>
                    <a:pt x="5015" y="1034"/>
                    <a:pt x="600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0" name="Google Shape;2033;p36"/>
            <p:cNvSpPr/>
            <p:nvPr/>
          </p:nvSpPr>
          <p:spPr>
            <a:xfrm>
              <a:off x="2524877" y="3436342"/>
              <a:ext cx="73869" cy="339304"/>
            </a:xfrm>
            <a:custGeom>
              <a:avLst/>
              <a:gdLst/>
              <a:ahLst/>
              <a:cxnLst/>
              <a:rect l="l" t="t" r="r" b="b"/>
              <a:pathLst>
                <a:path w="2641" h="12131" extrusionOk="0">
                  <a:moveTo>
                    <a:pt x="0" y="1"/>
                  </a:moveTo>
                  <a:lnTo>
                    <a:pt x="0" y="1"/>
                  </a:lnTo>
                  <a:cubicBezTo>
                    <a:pt x="607" y="1988"/>
                    <a:pt x="1154" y="3982"/>
                    <a:pt x="1601" y="6002"/>
                  </a:cubicBezTo>
                  <a:cubicBezTo>
                    <a:pt x="2041" y="8030"/>
                    <a:pt x="2367" y="10070"/>
                    <a:pt x="2641" y="12131"/>
                  </a:cubicBezTo>
                  <a:cubicBezTo>
                    <a:pt x="2601" y="10057"/>
                    <a:pt x="2314" y="7976"/>
                    <a:pt x="1881" y="5942"/>
                  </a:cubicBezTo>
                  <a:cubicBezTo>
                    <a:pt x="1447" y="3909"/>
                    <a:pt x="814" y="192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1" name="Google Shape;2034;p36"/>
            <p:cNvSpPr/>
            <p:nvPr/>
          </p:nvSpPr>
          <p:spPr>
            <a:xfrm>
              <a:off x="2589040" y="3835110"/>
              <a:ext cx="14377" cy="83602"/>
            </a:xfrm>
            <a:custGeom>
              <a:avLst/>
              <a:gdLst/>
              <a:ahLst/>
              <a:cxnLst/>
              <a:rect l="l" t="t" r="r" b="b"/>
              <a:pathLst>
                <a:path w="514" h="2989" extrusionOk="0">
                  <a:moveTo>
                    <a:pt x="0" y="1"/>
                  </a:moveTo>
                  <a:lnTo>
                    <a:pt x="0" y="1"/>
                  </a:lnTo>
                  <a:cubicBezTo>
                    <a:pt x="13" y="514"/>
                    <a:pt x="73" y="1001"/>
                    <a:pt x="147" y="1501"/>
                  </a:cubicBezTo>
                  <a:cubicBezTo>
                    <a:pt x="220" y="2001"/>
                    <a:pt x="287" y="2488"/>
                    <a:pt x="413" y="2988"/>
                  </a:cubicBezTo>
                  <a:cubicBezTo>
                    <a:pt x="507" y="2488"/>
                    <a:pt x="514" y="1975"/>
                    <a:pt x="440" y="1468"/>
                  </a:cubicBezTo>
                  <a:cubicBezTo>
                    <a:pt x="373" y="955"/>
                    <a:pt x="227" y="46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2" name="Google Shape;2035;p36"/>
            <p:cNvSpPr/>
            <p:nvPr/>
          </p:nvSpPr>
          <p:spPr>
            <a:xfrm>
              <a:off x="2587166" y="4020887"/>
              <a:ext cx="55241" cy="484972"/>
            </a:xfrm>
            <a:custGeom>
              <a:avLst/>
              <a:gdLst/>
              <a:ahLst/>
              <a:cxnLst/>
              <a:rect l="l" t="t" r="r" b="b"/>
              <a:pathLst>
                <a:path w="1975" h="17339" extrusionOk="0">
                  <a:moveTo>
                    <a:pt x="0" y="1"/>
                  </a:moveTo>
                  <a:cubicBezTo>
                    <a:pt x="414" y="1401"/>
                    <a:pt x="514" y="2841"/>
                    <a:pt x="574" y="4302"/>
                  </a:cubicBezTo>
                  <a:cubicBezTo>
                    <a:pt x="634" y="5762"/>
                    <a:pt x="707" y="7216"/>
                    <a:pt x="821" y="8670"/>
                  </a:cubicBezTo>
                  <a:cubicBezTo>
                    <a:pt x="1047" y="11577"/>
                    <a:pt x="1434" y="14471"/>
                    <a:pt x="1974" y="17339"/>
                  </a:cubicBezTo>
                  <a:cubicBezTo>
                    <a:pt x="1654" y="14445"/>
                    <a:pt x="1347" y="11544"/>
                    <a:pt x="1114" y="8643"/>
                  </a:cubicBezTo>
                  <a:cubicBezTo>
                    <a:pt x="987" y="7196"/>
                    <a:pt x="907" y="5742"/>
                    <a:pt x="801" y="4295"/>
                  </a:cubicBezTo>
                  <a:cubicBezTo>
                    <a:pt x="687" y="2841"/>
                    <a:pt x="520" y="1368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3" name="Google Shape;2036;p36"/>
            <p:cNvSpPr/>
            <p:nvPr/>
          </p:nvSpPr>
          <p:spPr>
            <a:xfrm>
              <a:off x="1237726" y="3311763"/>
              <a:ext cx="483461" cy="1193788"/>
            </a:xfrm>
            <a:custGeom>
              <a:avLst/>
              <a:gdLst/>
              <a:ahLst/>
              <a:cxnLst/>
              <a:rect l="l" t="t" r="r" b="b"/>
              <a:pathLst>
                <a:path w="17285" h="42681" extrusionOk="0">
                  <a:moveTo>
                    <a:pt x="9650" y="1"/>
                  </a:moveTo>
                  <a:cubicBezTo>
                    <a:pt x="8887" y="1"/>
                    <a:pt x="8037" y="174"/>
                    <a:pt x="7082" y="534"/>
                  </a:cubicBezTo>
                  <a:cubicBezTo>
                    <a:pt x="2407" y="2301"/>
                    <a:pt x="3008" y="5822"/>
                    <a:pt x="3008" y="5822"/>
                  </a:cubicBezTo>
                  <a:cubicBezTo>
                    <a:pt x="3539" y="5235"/>
                    <a:pt x="4376" y="4735"/>
                    <a:pt x="5258" y="4735"/>
                  </a:cubicBezTo>
                  <a:cubicBezTo>
                    <a:pt x="6779" y="4735"/>
                    <a:pt x="8433" y="6221"/>
                    <a:pt x="8876" y="11303"/>
                  </a:cubicBezTo>
                  <a:cubicBezTo>
                    <a:pt x="9356" y="16838"/>
                    <a:pt x="10323" y="27108"/>
                    <a:pt x="8409" y="31342"/>
                  </a:cubicBezTo>
                  <a:cubicBezTo>
                    <a:pt x="6882" y="34696"/>
                    <a:pt x="614" y="35143"/>
                    <a:pt x="614" y="35143"/>
                  </a:cubicBezTo>
                  <a:cubicBezTo>
                    <a:pt x="0" y="38050"/>
                    <a:pt x="987" y="42198"/>
                    <a:pt x="987" y="42198"/>
                  </a:cubicBezTo>
                  <a:cubicBezTo>
                    <a:pt x="1820" y="42530"/>
                    <a:pt x="2710" y="42681"/>
                    <a:pt x="3626" y="42681"/>
                  </a:cubicBezTo>
                  <a:cubicBezTo>
                    <a:pt x="8832" y="42681"/>
                    <a:pt x="14888" y="37804"/>
                    <a:pt x="16084" y="33376"/>
                  </a:cubicBezTo>
                  <a:cubicBezTo>
                    <a:pt x="17078" y="29722"/>
                    <a:pt x="17285" y="20993"/>
                    <a:pt x="16738" y="14184"/>
                  </a:cubicBezTo>
                  <a:cubicBezTo>
                    <a:pt x="16504" y="11283"/>
                    <a:pt x="16138" y="8723"/>
                    <a:pt x="15618" y="7069"/>
                  </a:cubicBezTo>
                  <a:cubicBezTo>
                    <a:pt x="15551" y="6842"/>
                    <a:pt x="15484" y="6615"/>
                    <a:pt x="15411" y="6409"/>
                  </a:cubicBezTo>
                  <a:cubicBezTo>
                    <a:pt x="14098" y="2376"/>
                    <a:pt x="12475" y="1"/>
                    <a:pt x="9650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4" name="Google Shape;2037;p36"/>
            <p:cNvSpPr/>
            <p:nvPr/>
          </p:nvSpPr>
          <p:spPr>
            <a:xfrm>
              <a:off x="1229503" y="3303680"/>
              <a:ext cx="498957" cy="1210206"/>
            </a:xfrm>
            <a:custGeom>
              <a:avLst/>
              <a:gdLst/>
              <a:ahLst/>
              <a:cxnLst/>
              <a:rect l="l" t="t" r="r" b="b"/>
              <a:pathLst>
                <a:path w="17839" h="43268" extrusionOk="0">
                  <a:moveTo>
                    <a:pt x="9946" y="581"/>
                  </a:moveTo>
                  <a:cubicBezTo>
                    <a:pt x="10574" y="581"/>
                    <a:pt x="11143" y="705"/>
                    <a:pt x="11657" y="956"/>
                  </a:cubicBezTo>
                  <a:cubicBezTo>
                    <a:pt x="13191" y="1690"/>
                    <a:pt x="14351" y="3490"/>
                    <a:pt x="15425" y="6778"/>
                  </a:cubicBezTo>
                  <a:cubicBezTo>
                    <a:pt x="15505" y="6998"/>
                    <a:pt x="15571" y="7224"/>
                    <a:pt x="15638" y="7438"/>
                  </a:cubicBezTo>
                  <a:cubicBezTo>
                    <a:pt x="16112" y="8992"/>
                    <a:pt x="16492" y="11432"/>
                    <a:pt x="16745" y="14500"/>
                  </a:cubicBezTo>
                  <a:cubicBezTo>
                    <a:pt x="17319" y="21608"/>
                    <a:pt x="17025" y="30171"/>
                    <a:pt x="16105" y="33585"/>
                  </a:cubicBezTo>
                  <a:cubicBezTo>
                    <a:pt x="15331" y="36432"/>
                    <a:pt x="12364" y="39640"/>
                    <a:pt x="8876" y="41380"/>
                  </a:cubicBezTo>
                  <a:cubicBezTo>
                    <a:pt x="7153" y="42244"/>
                    <a:pt x="5459" y="42684"/>
                    <a:pt x="3920" y="42684"/>
                  </a:cubicBezTo>
                  <a:cubicBezTo>
                    <a:pt x="3071" y="42684"/>
                    <a:pt x="2269" y="42551"/>
                    <a:pt x="1534" y="42280"/>
                  </a:cubicBezTo>
                  <a:cubicBezTo>
                    <a:pt x="1368" y="41540"/>
                    <a:pt x="701" y="38199"/>
                    <a:pt x="1148" y="35699"/>
                  </a:cubicBezTo>
                  <a:cubicBezTo>
                    <a:pt x="2315" y="35585"/>
                    <a:pt x="7536" y="34905"/>
                    <a:pt x="8970" y="31751"/>
                  </a:cubicBezTo>
                  <a:cubicBezTo>
                    <a:pt x="10857" y="27577"/>
                    <a:pt x="10010" y="17874"/>
                    <a:pt x="9503" y="12079"/>
                  </a:cubicBezTo>
                  <a:lnTo>
                    <a:pt x="9457" y="11566"/>
                  </a:lnTo>
                  <a:cubicBezTo>
                    <a:pt x="9036" y="6744"/>
                    <a:pt x="7543" y="5264"/>
                    <a:pt x="6369" y="4864"/>
                  </a:cubicBezTo>
                  <a:cubicBezTo>
                    <a:pt x="6091" y="4771"/>
                    <a:pt x="5816" y="4729"/>
                    <a:pt x="5549" y="4729"/>
                  </a:cubicBezTo>
                  <a:cubicBezTo>
                    <a:pt x="4801" y="4729"/>
                    <a:pt x="4110" y="5052"/>
                    <a:pt x="3575" y="5464"/>
                  </a:cubicBezTo>
                  <a:cubicBezTo>
                    <a:pt x="3648" y="4437"/>
                    <a:pt x="4215" y="2323"/>
                    <a:pt x="7476" y="1096"/>
                  </a:cubicBezTo>
                  <a:cubicBezTo>
                    <a:pt x="8385" y="754"/>
                    <a:pt x="9206" y="581"/>
                    <a:pt x="9946" y="581"/>
                  </a:cubicBezTo>
                  <a:close/>
                  <a:moveTo>
                    <a:pt x="9946" y="1"/>
                  </a:moveTo>
                  <a:cubicBezTo>
                    <a:pt x="9139" y="1"/>
                    <a:pt x="8253" y="185"/>
                    <a:pt x="7276" y="556"/>
                  </a:cubicBezTo>
                  <a:cubicBezTo>
                    <a:pt x="4755" y="1496"/>
                    <a:pt x="3775" y="2857"/>
                    <a:pt x="3315" y="4024"/>
                  </a:cubicBezTo>
                  <a:cubicBezTo>
                    <a:pt x="2855" y="5191"/>
                    <a:pt x="3008" y="6124"/>
                    <a:pt x="3015" y="6158"/>
                  </a:cubicBezTo>
                  <a:cubicBezTo>
                    <a:pt x="3035" y="6264"/>
                    <a:pt x="3115" y="6358"/>
                    <a:pt x="3222" y="6391"/>
                  </a:cubicBezTo>
                  <a:cubicBezTo>
                    <a:pt x="3246" y="6397"/>
                    <a:pt x="3271" y="6400"/>
                    <a:pt x="3295" y="6400"/>
                  </a:cubicBezTo>
                  <a:cubicBezTo>
                    <a:pt x="3378" y="6400"/>
                    <a:pt x="3458" y="6366"/>
                    <a:pt x="3515" y="6304"/>
                  </a:cubicBezTo>
                  <a:cubicBezTo>
                    <a:pt x="4004" y="5767"/>
                    <a:pt x="4772" y="5322"/>
                    <a:pt x="5553" y="5322"/>
                  </a:cubicBezTo>
                  <a:cubicBezTo>
                    <a:pt x="5761" y="5322"/>
                    <a:pt x="5970" y="5354"/>
                    <a:pt x="6176" y="5424"/>
                  </a:cubicBezTo>
                  <a:cubicBezTo>
                    <a:pt x="7609" y="5904"/>
                    <a:pt x="8570" y="8105"/>
                    <a:pt x="8876" y="11612"/>
                  </a:cubicBezTo>
                  <a:lnTo>
                    <a:pt x="8923" y="12132"/>
                  </a:lnTo>
                  <a:cubicBezTo>
                    <a:pt x="9390" y="17494"/>
                    <a:pt x="10270" y="27477"/>
                    <a:pt x="8436" y="31511"/>
                  </a:cubicBezTo>
                  <a:cubicBezTo>
                    <a:pt x="7003" y="34672"/>
                    <a:pt x="948" y="35139"/>
                    <a:pt x="881" y="35139"/>
                  </a:cubicBezTo>
                  <a:cubicBezTo>
                    <a:pt x="754" y="35145"/>
                    <a:pt x="647" y="35245"/>
                    <a:pt x="627" y="35372"/>
                  </a:cubicBezTo>
                  <a:cubicBezTo>
                    <a:pt x="1" y="38313"/>
                    <a:pt x="961" y="42387"/>
                    <a:pt x="1001" y="42567"/>
                  </a:cubicBezTo>
                  <a:cubicBezTo>
                    <a:pt x="1021" y="42654"/>
                    <a:pt x="1088" y="42727"/>
                    <a:pt x="1174" y="42767"/>
                  </a:cubicBezTo>
                  <a:cubicBezTo>
                    <a:pt x="2032" y="43094"/>
                    <a:pt x="2947" y="43268"/>
                    <a:pt x="3863" y="43268"/>
                  </a:cubicBezTo>
                  <a:cubicBezTo>
                    <a:pt x="3880" y="43268"/>
                    <a:pt x="3898" y="43268"/>
                    <a:pt x="3915" y="43267"/>
                  </a:cubicBezTo>
                  <a:cubicBezTo>
                    <a:pt x="5549" y="43267"/>
                    <a:pt x="7336" y="42807"/>
                    <a:pt x="9136" y="41900"/>
                  </a:cubicBezTo>
                  <a:cubicBezTo>
                    <a:pt x="12811" y="40067"/>
                    <a:pt x="15838" y="36779"/>
                    <a:pt x="16658" y="33738"/>
                  </a:cubicBezTo>
                  <a:cubicBezTo>
                    <a:pt x="17732" y="29804"/>
                    <a:pt x="17839" y="20841"/>
                    <a:pt x="17319" y="14460"/>
                  </a:cubicBezTo>
                  <a:cubicBezTo>
                    <a:pt x="17072" y="11339"/>
                    <a:pt x="16678" y="8858"/>
                    <a:pt x="16192" y="7264"/>
                  </a:cubicBezTo>
                  <a:cubicBezTo>
                    <a:pt x="16118" y="7044"/>
                    <a:pt x="16052" y="6824"/>
                    <a:pt x="15985" y="6604"/>
                  </a:cubicBezTo>
                  <a:cubicBezTo>
                    <a:pt x="14851" y="3143"/>
                    <a:pt x="13591" y="1236"/>
                    <a:pt x="11911" y="429"/>
                  </a:cubicBezTo>
                  <a:cubicBezTo>
                    <a:pt x="11313" y="145"/>
                    <a:pt x="10661" y="1"/>
                    <a:pt x="994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5" name="Google Shape;2038;p36"/>
            <p:cNvSpPr/>
            <p:nvPr/>
          </p:nvSpPr>
          <p:spPr>
            <a:xfrm>
              <a:off x="1237726" y="3311763"/>
              <a:ext cx="483461" cy="1193788"/>
            </a:xfrm>
            <a:custGeom>
              <a:avLst/>
              <a:gdLst/>
              <a:ahLst/>
              <a:cxnLst/>
              <a:rect l="l" t="t" r="r" b="b"/>
              <a:pathLst>
                <a:path w="17285" h="42681" extrusionOk="0">
                  <a:moveTo>
                    <a:pt x="9650" y="1"/>
                  </a:moveTo>
                  <a:cubicBezTo>
                    <a:pt x="8887" y="1"/>
                    <a:pt x="8037" y="174"/>
                    <a:pt x="7082" y="534"/>
                  </a:cubicBezTo>
                  <a:cubicBezTo>
                    <a:pt x="2407" y="2301"/>
                    <a:pt x="3008" y="5822"/>
                    <a:pt x="3008" y="5822"/>
                  </a:cubicBezTo>
                  <a:cubicBezTo>
                    <a:pt x="3539" y="5235"/>
                    <a:pt x="4376" y="4735"/>
                    <a:pt x="5258" y="4735"/>
                  </a:cubicBezTo>
                  <a:cubicBezTo>
                    <a:pt x="6779" y="4735"/>
                    <a:pt x="8433" y="6221"/>
                    <a:pt x="8876" y="11303"/>
                  </a:cubicBezTo>
                  <a:cubicBezTo>
                    <a:pt x="9356" y="16838"/>
                    <a:pt x="10323" y="27108"/>
                    <a:pt x="8409" y="31342"/>
                  </a:cubicBezTo>
                  <a:cubicBezTo>
                    <a:pt x="6882" y="34696"/>
                    <a:pt x="614" y="35143"/>
                    <a:pt x="614" y="35143"/>
                  </a:cubicBezTo>
                  <a:cubicBezTo>
                    <a:pt x="0" y="38050"/>
                    <a:pt x="987" y="42198"/>
                    <a:pt x="987" y="42198"/>
                  </a:cubicBezTo>
                  <a:cubicBezTo>
                    <a:pt x="1820" y="42530"/>
                    <a:pt x="2710" y="42681"/>
                    <a:pt x="3626" y="42681"/>
                  </a:cubicBezTo>
                  <a:cubicBezTo>
                    <a:pt x="8832" y="42681"/>
                    <a:pt x="14888" y="37804"/>
                    <a:pt x="16084" y="33376"/>
                  </a:cubicBezTo>
                  <a:cubicBezTo>
                    <a:pt x="17078" y="29722"/>
                    <a:pt x="17285" y="20993"/>
                    <a:pt x="16738" y="14184"/>
                  </a:cubicBezTo>
                  <a:cubicBezTo>
                    <a:pt x="16684" y="14181"/>
                    <a:pt x="16630" y="14179"/>
                    <a:pt x="16577" y="14179"/>
                  </a:cubicBezTo>
                  <a:cubicBezTo>
                    <a:pt x="16105" y="14179"/>
                    <a:pt x="15645" y="14313"/>
                    <a:pt x="15304" y="14624"/>
                  </a:cubicBezTo>
                  <a:cubicBezTo>
                    <a:pt x="14751" y="15124"/>
                    <a:pt x="14484" y="16018"/>
                    <a:pt x="13757" y="16171"/>
                  </a:cubicBezTo>
                  <a:cubicBezTo>
                    <a:pt x="13686" y="16186"/>
                    <a:pt x="13617" y="16193"/>
                    <a:pt x="13551" y="16193"/>
                  </a:cubicBezTo>
                  <a:cubicBezTo>
                    <a:pt x="12698" y="16193"/>
                    <a:pt x="12205" y="15020"/>
                    <a:pt x="12057" y="14104"/>
                  </a:cubicBezTo>
                  <a:cubicBezTo>
                    <a:pt x="11843" y="12744"/>
                    <a:pt x="11617" y="11370"/>
                    <a:pt x="11823" y="10010"/>
                  </a:cubicBezTo>
                  <a:cubicBezTo>
                    <a:pt x="12177" y="7689"/>
                    <a:pt x="13617" y="6509"/>
                    <a:pt x="15411" y="6409"/>
                  </a:cubicBezTo>
                  <a:cubicBezTo>
                    <a:pt x="14098" y="2376"/>
                    <a:pt x="12475" y="1"/>
                    <a:pt x="9650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6" name="Google Shape;2039;p36"/>
            <p:cNvSpPr/>
            <p:nvPr/>
          </p:nvSpPr>
          <p:spPr>
            <a:xfrm>
              <a:off x="1377240" y="3357047"/>
              <a:ext cx="102986" cy="38123"/>
            </a:xfrm>
            <a:custGeom>
              <a:avLst/>
              <a:gdLst/>
              <a:ahLst/>
              <a:cxnLst/>
              <a:rect l="l" t="t" r="r" b="b"/>
              <a:pathLst>
                <a:path w="3682" h="1363" extrusionOk="0">
                  <a:moveTo>
                    <a:pt x="2939" y="1"/>
                  </a:moveTo>
                  <a:cubicBezTo>
                    <a:pt x="2873" y="1"/>
                    <a:pt x="2807" y="5"/>
                    <a:pt x="2741" y="15"/>
                  </a:cubicBezTo>
                  <a:cubicBezTo>
                    <a:pt x="2401" y="48"/>
                    <a:pt x="2054" y="122"/>
                    <a:pt x="1727" y="228"/>
                  </a:cubicBezTo>
                  <a:cubicBezTo>
                    <a:pt x="1067" y="462"/>
                    <a:pt x="454" y="835"/>
                    <a:pt x="0" y="1362"/>
                  </a:cubicBezTo>
                  <a:cubicBezTo>
                    <a:pt x="580" y="1022"/>
                    <a:pt x="1187" y="735"/>
                    <a:pt x="1821" y="502"/>
                  </a:cubicBezTo>
                  <a:cubicBezTo>
                    <a:pt x="2134" y="395"/>
                    <a:pt x="2454" y="308"/>
                    <a:pt x="2774" y="235"/>
                  </a:cubicBezTo>
                  <a:cubicBezTo>
                    <a:pt x="2914" y="200"/>
                    <a:pt x="3059" y="181"/>
                    <a:pt x="3200" y="181"/>
                  </a:cubicBezTo>
                  <a:cubicBezTo>
                    <a:pt x="3220" y="181"/>
                    <a:pt x="3241" y="181"/>
                    <a:pt x="3261" y="182"/>
                  </a:cubicBezTo>
                  <a:cubicBezTo>
                    <a:pt x="3268" y="181"/>
                    <a:pt x="3276" y="181"/>
                    <a:pt x="3283" y="181"/>
                  </a:cubicBezTo>
                  <a:cubicBezTo>
                    <a:pt x="3435" y="181"/>
                    <a:pt x="3579" y="248"/>
                    <a:pt x="3681" y="369"/>
                  </a:cubicBezTo>
                  <a:cubicBezTo>
                    <a:pt x="3634" y="195"/>
                    <a:pt x="3454" y="82"/>
                    <a:pt x="3274" y="35"/>
                  </a:cubicBezTo>
                  <a:cubicBezTo>
                    <a:pt x="3165" y="14"/>
                    <a:pt x="3052" y="1"/>
                    <a:pt x="293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7" name="Google Shape;2040;p36"/>
            <p:cNvSpPr/>
            <p:nvPr/>
          </p:nvSpPr>
          <p:spPr>
            <a:xfrm>
              <a:off x="1524950" y="3696910"/>
              <a:ext cx="30431" cy="126480"/>
            </a:xfrm>
            <a:custGeom>
              <a:avLst/>
              <a:gdLst/>
              <a:ahLst/>
              <a:cxnLst/>
              <a:rect l="l" t="t" r="r" b="b"/>
              <a:pathLst>
                <a:path w="1088" h="4522" extrusionOk="0">
                  <a:moveTo>
                    <a:pt x="0" y="1"/>
                  </a:moveTo>
                  <a:lnTo>
                    <a:pt x="0" y="1"/>
                  </a:lnTo>
                  <a:cubicBezTo>
                    <a:pt x="174" y="1548"/>
                    <a:pt x="541" y="3068"/>
                    <a:pt x="1087" y="4522"/>
                  </a:cubicBezTo>
                  <a:cubicBezTo>
                    <a:pt x="1007" y="3748"/>
                    <a:pt x="874" y="2981"/>
                    <a:pt x="687" y="2221"/>
                  </a:cubicBezTo>
                  <a:cubicBezTo>
                    <a:pt x="507" y="1468"/>
                    <a:pt x="274" y="72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8" name="Google Shape;2041;p36"/>
            <p:cNvSpPr/>
            <p:nvPr/>
          </p:nvSpPr>
          <p:spPr>
            <a:xfrm>
              <a:off x="1493064" y="3427587"/>
              <a:ext cx="78344" cy="248290"/>
            </a:xfrm>
            <a:custGeom>
              <a:avLst/>
              <a:gdLst/>
              <a:ahLst/>
              <a:cxnLst/>
              <a:rect l="l" t="t" r="r" b="b"/>
              <a:pathLst>
                <a:path w="2801" h="8877" extrusionOk="0">
                  <a:moveTo>
                    <a:pt x="0" y="0"/>
                  </a:moveTo>
                  <a:lnTo>
                    <a:pt x="0" y="0"/>
                  </a:lnTo>
                  <a:cubicBezTo>
                    <a:pt x="620" y="514"/>
                    <a:pt x="1047" y="1174"/>
                    <a:pt x="1361" y="1901"/>
                  </a:cubicBezTo>
                  <a:cubicBezTo>
                    <a:pt x="1681" y="2628"/>
                    <a:pt x="1861" y="3395"/>
                    <a:pt x="2014" y="4168"/>
                  </a:cubicBezTo>
                  <a:cubicBezTo>
                    <a:pt x="2294" y="5735"/>
                    <a:pt x="2661" y="7276"/>
                    <a:pt x="2728" y="8876"/>
                  </a:cubicBezTo>
                  <a:cubicBezTo>
                    <a:pt x="2801" y="8076"/>
                    <a:pt x="2781" y="7269"/>
                    <a:pt x="2681" y="6475"/>
                  </a:cubicBezTo>
                  <a:cubicBezTo>
                    <a:pt x="2581" y="5682"/>
                    <a:pt x="2454" y="4895"/>
                    <a:pt x="2294" y="4108"/>
                  </a:cubicBezTo>
                  <a:cubicBezTo>
                    <a:pt x="2141" y="3328"/>
                    <a:pt x="1927" y="2534"/>
                    <a:pt x="1574" y="1808"/>
                  </a:cubicBezTo>
                  <a:cubicBezTo>
                    <a:pt x="1214" y="1081"/>
                    <a:pt x="687" y="414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9" name="Google Shape;2042;p36"/>
            <p:cNvSpPr/>
            <p:nvPr/>
          </p:nvSpPr>
          <p:spPr>
            <a:xfrm>
              <a:off x="1431306" y="3673779"/>
              <a:ext cx="394517" cy="556044"/>
            </a:xfrm>
            <a:custGeom>
              <a:avLst/>
              <a:gdLst/>
              <a:ahLst/>
              <a:cxnLst/>
              <a:rect l="l" t="t" r="r" b="b"/>
              <a:pathLst>
                <a:path w="14105" h="19880" extrusionOk="0">
                  <a:moveTo>
                    <a:pt x="9704" y="1"/>
                  </a:moveTo>
                  <a:cubicBezTo>
                    <a:pt x="9724" y="147"/>
                    <a:pt x="9730" y="274"/>
                    <a:pt x="9750" y="401"/>
                  </a:cubicBezTo>
                  <a:cubicBezTo>
                    <a:pt x="9824" y="1108"/>
                    <a:pt x="9624" y="1815"/>
                    <a:pt x="9197" y="2381"/>
                  </a:cubicBezTo>
                  <a:cubicBezTo>
                    <a:pt x="7450" y="4662"/>
                    <a:pt x="3989" y="6462"/>
                    <a:pt x="3495" y="6462"/>
                  </a:cubicBezTo>
                  <a:cubicBezTo>
                    <a:pt x="3002" y="6462"/>
                    <a:pt x="2435" y="4482"/>
                    <a:pt x="2435" y="4482"/>
                  </a:cubicBezTo>
                  <a:cubicBezTo>
                    <a:pt x="1" y="6703"/>
                    <a:pt x="294" y="8436"/>
                    <a:pt x="534" y="9603"/>
                  </a:cubicBezTo>
                  <a:cubicBezTo>
                    <a:pt x="781" y="10770"/>
                    <a:pt x="534" y="12084"/>
                    <a:pt x="534" y="12084"/>
                  </a:cubicBezTo>
                  <a:lnTo>
                    <a:pt x="5462" y="19879"/>
                  </a:lnTo>
                  <a:cubicBezTo>
                    <a:pt x="6543" y="19579"/>
                    <a:pt x="7603" y="19193"/>
                    <a:pt x="8623" y="18719"/>
                  </a:cubicBezTo>
                  <a:cubicBezTo>
                    <a:pt x="10884" y="17665"/>
                    <a:pt x="12424" y="16378"/>
                    <a:pt x="12918" y="15438"/>
                  </a:cubicBezTo>
                  <a:cubicBezTo>
                    <a:pt x="13605" y="14104"/>
                    <a:pt x="13158" y="13738"/>
                    <a:pt x="13158" y="13738"/>
                  </a:cubicBezTo>
                  <a:cubicBezTo>
                    <a:pt x="13158" y="13738"/>
                    <a:pt x="14105" y="12484"/>
                    <a:pt x="13758" y="10950"/>
                  </a:cubicBezTo>
                  <a:cubicBezTo>
                    <a:pt x="13474" y="9717"/>
                    <a:pt x="12974" y="9596"/>
                    <a:pt x="12789" y="9596"/>
                  </a:cubicBezTo>
                  <a:cubicBezTo>
                    <a:pt x="12744" y="9596"/>
                    <a:pt x="12718" y="9603"/>
                    <a:pt x="12718" y="9603"/>
                  </a:cubicBezTo>
                  <a:cubicBezTo>
                    <a:pt x="12718" y="9603"/>
                    <a:pt x="13358" y="8336"/>
                    <a:pt x="12718" y="6462"/>
                  </a:cubicBezTo>
                  <a:cubicBezTo>
                    <a:pt x="12311" y="5279"/>
                    <a:pt x="11869" y="5059"/>
                    <a:pt x="11598" y="5059"/>
                  </a:cubicBezTo>
                  <a:cubicBezTo>
                    <a:pt x="11438" y="5059"/>
                    <a:pt x="11337" y="5135"/>
                    <a:pt x="11337" y="5135"/>
                  </a:cubicBezTo>
                  <a:cubicBezTo>
                    <a:pt x="11531" y="4635"/>
                    <a:pt x="11631" y="3348"/>
                    <a:pt x="10937" y="1675"/>
                  </a:cubicBezTo>
                  <a:cubicBezTo>
                    <a:pt x="10717" y="1128"/>
                    <a:pt x="10504" y="748"/>
                    <a:pt x="10324" y="508"/>
                  </a:cubicBezTo>
                  <a:cubicBezTo>
                    <a:pt x="9957" y="1"/>
                    <a:pt x="9717" y="1"/>
                    <a:pt x="9704" y="1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0" name="Google Shape;2043;p36"/>
            <p:cNvSpPr/>
            <p:nvPr/>
          </p:nvSpPr>
          <p:spPr>
            <a:xfrm>
              <a:off x="1420678" y="3665584"/>
              <a:ext cx="411690" cy="573553"/>
            </a:xfrm>
            <a:custGeom>
              <a:avLst/>
              <a:gdLst/>
              <a:ahLst/>
              <a:cxnLst/>
              <a:rect l="l" t="t" r="r" b="b"/>
              <a:pathLst>
                <a:path w="14719" h="20506" extrusionOk="0">
                  <a:moveTo>
                    <a:pt x="10430" y="914"/>
                  </a:moveTo>
                  <a:lnTo>
                    <a:pt x="10470" y="967"/>
                  </a:lnTo>
                  <a:cubicBezTo>
                    <a:pt x="10704" y="1314"/>
                    <a:pt x="10897" y="1687"/>
                    <a:pt x="11050" y="2074"/>
                  </a:cubicBezTo>
                  <a:cubicBezTo>
                    <a:pt x="11731" y="3728"/>
                    <a:pt x="11604" y="4915"/>
                    <a:pt x="11444" y="5315"/>
                  </a:cubicBezTo>
                  <a:lnTo>
                    <a:pt x="11130" y="6129"/>
                  </a:lnTo>
                  <a:lnTo>
                    <a:pt x="11877" y="5662"/>
                  </a:lnTo>
                  <a:cubicBezTo>
                    <a:pt x="11907" y="5649"/>
                    <a:pt x="11939" y="5642"/>
                    <a:pt x="11971" y="5642"/>
                  </a:cubicBezTo>
                  <a:cubicBezTo>
                    <a:pt x="12002" y="5642"/>
                    <a:pt x="12034" y="5649"/>
                    <a:pt x="12064" y="5662"/>
                  </a:cubicBezTo>
                  <a:cubicBezTo>
                    <a:pt x="12184" y="5702"/>
                    <a:pt x="12491" y="5902"/>
                    <a:pt x="12818" y="6849"/>
                  </a:cubicBezTo>
                  <a:cubicBezTo>
                    <a:pt x="13411" y="8569"/>
                    <a:pt x="12844" y="9750"/>
                    <a:pt x="12838" y="9763"/>
                  </a:cubicBezTo>
                  <a:lnTo>
                    <a:pt x="12524" y="10343"/>
                  </a:lnTo>
                  <a:lnTo>
                    <a:pt x="13151" y="10176"/>
                  </a:lnTo>
                  <a:cubicBezTo>
                    <a:pt x="13158" y="10175"/>
                    <a:pt x="13166" y="10174"/>
                    <a:pt x="13174" y="10174"/>
                  </a:cubicBezTo>
                  <a:cubicBezTo>
                    <a:pt x="13312" y="10174"/>
                    <a:pt x="13644" y="10393"/>
                    <a:pt x="13851" y="11310"/>
                  </a:cubicBezTo>
                  <a:cubicBezTo>
                    <a:pt x="14165" y="12677"/>
                    <a:pt x="13311" y="13844"/>
                    <a:pt x="13304" y="13851"/>
                  </a:cubicBezTo>
                  <a:lnTo>
                    <a:pt x="13051" y="14071"/>
                  </a:lnTo>
                  <a:lnTo>
                    <a:pt x="13338" y="14237"/>
                  </a:lnTo>
                  <a:cubicBezTo>
                    <a:pt x="13404" y="14317"/>
                    <a:pt x="13484" y="14731"/>
                    <a:pt x="13038" y="15598"/>
                  </a:cubicBezTo>
                  <a:cubicBezTo>
                    <a:pt x="12651" y="16331"/>
                    <a:pt x="11337" y="17598"/>
                    <a:pt x="8877" y="18752"/>
                  </a:cubicBezTo>
                  <a:cubicBezTo>
                    <a:pt x="7936" y="19185"/>
                    <a:pt x="6969" y="19546"/>
                    <a:pt x="5976" y="19832"/>
                  </a:cubicBezTo>
                  <a:lnTo>
                    <a:pt x="1214" y="12317"/>
                  </a:lnTo>
                  <a:cubicBezTo>
                    <a:pt x="1274" y="11964"/>
                    <a:pt x="1401" y="10783"/>
                    <a:pt x="1201" y="9836"/>
                  </a:cubicBezTo>
                  <a:cubicBezTo>
                    <a:pt x="1001" y="8883"/>
                    <a:pt x="674" y="7316"/>
                    <a:pt x="2675" y="5308"/>
                  </a:cubicBezTo>
                  <a:cubicBezTo>
                    <a:pt x="2968" y="6182"/>
                    <a:pt x="3502" y="7042"/>
                    <a:pt x="3875" y="7042"/>
                  </a:cubicBezTo>
                  <a:cubicBezTo>
                    <a:pt x="4249" y="7042"/>
                    <a:pt x="5362" y="6475"/>
                    <a:pt x="6383" y="5815"/>
                  </a:cubicBezTo>
                  <a:cubicBezTo>
                    <a:pt x="7409" y="5162"/>
                    <a:pt x="8837" y="4115"/>
                    <a:pt x="9810" y="2861"/>
                  </a:cubicBezTo>
                  <a:cubicBezTo>
                    <a:pt x="10230" y="2301"/>
                    <a:pt x="10450" y="1614"/>
                    <a:pt x="10430" y="914"/>
                  </a:cubicBezTo>
                  <a:close/>
                  <a:moveTo>
                    <a:pt x="9770" y="0"/>
                  </a:moveTo>
                  <a:lnTo>
                    <a:pt x="9803" y="327"/>
                  </a:lnTo>
                  <a:cubicBezTo>
                    <a:pt x="9817" y="447"/>
                    <a:pt x="9823" y="560"/>
                    <a:pt x="9837" y="661"/>
                  </a:cubicBezTo>
                  <a:lnTo>
                    <a:pt x="9837" y="714"/>
                  </a:lnTo>
                  <a:cubicBezTo>
                    <a:pt x="9910" y="1354"/>
                    <a:pt x="9737" y="1988"/>
                    <a:pt x="9350" y="2501"/>
                  </a:cubicBezTo>
                  <a:cubicBezTo>
                    <a:pt x="7710" y="4635"/>
                    <a:pt x="4382" y="6375"/>
                    <a:pt x="3889" y="6462"/>
                  </a:cubicBezTo>
                  <a:cubicBezTo>
                    <a:pt x="3702" y="6342"/>
                    <a:pt x="3335" y="5535"/>
                    <a:pt x="3102" y="4702"/>
                  </a:cubicBezTo>
                  <a:lnTo>
                    <a:pt x="2968" y="4241"/>
                  </a:lnTo>
                  <a:lnTo>
                    <a:pt x="2622" y="4562"/>
                  </a:lnTo>
                  <a:cubicBezTo>
                    <a:pt x="1" y="6956"/>
                    <a:pt x="408" y="8863"/>
                    <a:pt x="634" y="9956"/>
                  </a:cubicBezTo>
                  <a:cubicBezTo>
                    <a:pt x="854" y="11043"/>
                    <a:pt x="634" y="12310"/>
                    <a:pt x="621" y="12330"/>
                  </a:cubicBezTo>
                  <a:lnTo>
                    <a:pt x="608" y="12437"/>
                  </a:lnTo>
                  <a:lnTo>
                    <a:pt x="5716" y="20506"/>
                  </a:lnTo>
                  <a:lnTo>
                    <a:pt x="5936" y="20446"/>
                  </a:lnTo>
                  <a:cubicBezTo>
                    <a:pt x="7029" y="20146"/>
                    <a:pt x="8103" y="19759"/>
                    <a:pt x="9137" y="19279"/>
                  </a:cubicBezTo>
                  <a:cubicBezTo>
                    <a:pt x="11297" y="18265"/>
                    <a:pt x="12991" y="16951"/>
                    <a:pt x="13564" y="15865"/>
                  </a:cubicBezTo>
                  <a:cubicBezTo>
                    <a:pt x="14078" y="14864"/>
                    <a:pt x="14018" y="14311"/>
                    <a:pt x="13898" y="14031"/>
                  </a:cubicBezTo>
                  <a:cubicBezTo>
                    <a:pt x="14151" y="13617"/>
                    <a:pt x="14718" y="12497"/>
                    <a:pt x="14431" y="11177"/>
                  </a:cubicBezTo>
                  <a:cubicBezTo>
                    <a:pt x="14265" y="10443"/>
                    <a:pt x="13985" y="9950"/>
                    <a:pt x="13611" y="9730"/>
                  </a:cubicBezTo>
                  <a:lnTo>
                    <a:pt x="13504" y="9670"/>
                  </a:lnTo>
                  <a:cubicBezTo>
                    <a:pt x="13658" y="9136"/>
                    <a:pt x="13858" y="8062"/>
                    <a:pt x="13378" y="6662"/>
                  </a:cubicBezTo>
                  <a:cubicBezTo>
                    <a:pt x="13078" y="5769"/>
                    <a:pt x="12684" y="5242"/>
                    <a:pt x="12224" y="5102"/>
                  </a:cubicBezTo>
                  <a:lnTo>
                    <a:pt x="12111" y="5068"/>
                  </a:lnTo>
                  <a:cubicBezTo>
                    <a:pt x="12217" y="4395"/>
                    <a:pt x="12177" y="3268"/>
                    <a:pt x="11591" y="1847"/>
                  </a:cubicBezTo>
                  <a:cubicBezTo>
                    <a:pt x="11431" y="1414"/>
                    <a:pt x="11210" y="1007"/>
                    <a:pt x="10944" y="627"/>
                  </a:cubicBezTo>
                  <a:cubicBezTo>
                    <a:pt x="10537" y="67"/>
                    <a:pt x="10210" y="0"/>
                    <a:pt x="1009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1" name="Google Shape;2044;p36"/>
            <p:cNvSpPr/>
            <p:nvPr/>
          </p:nvSpPr>
          <p:spPr>
            <a:xfrm>
              <a:off x="1431306" y="3673779"/>
              <a:ext cx="296426" cy="556044"/>
            </a:xfrm>
            <a:custGeom>
              <a:avLst/>
              <a:gdLst/>
              <a:ahLst/>
              <a:cxnLst/>
              <a:rect l="l" t="t" r="r" b="b"/>
              <a:pathLst>
                <a:path w="10598" h="19880" extrusionOk="0">
                  <a:moveTo>
                    <a:pt x="9704" y="1"/>
                  </a:moveTo>
                  <a:cubicBezTo>
                    <a:pt x="9724" y="147"/>
                    <a:pt x="9730" y="274"/>
                    <a:pt x="9750" y="401"/>
                  </a:cubicBezTo>
                  <a:cubicBezTo>
                    <a:pt x="9824" y="1108"/>
                    <a:pt x="9624" y="1815"/>
                    <a:pt x="9197" y="2381"/>
                  </a:cubicBezTo>
                  <a:cubicBezTo>
                    <a:pt x="7450" y="4662"/>
                    <a:pt x="3989" y="6456"/>
                    <a:pt x="3495" y="6456"/>
                  </a:cubicBezTo>
                  <a:cubicBezTo>
                    <a:pt x="3002" y="6456"/>
                    <a:pt x="2435" y="4482"/>
                    <a:pt x="2435" y="4482"/>
                  </a:cubicBezTo>
                  <a:cubicBezTo>
                    <a:pt x="1" y="6703"/>
                    <a:pt x="294" y="8436"/>
                    <a:pt x="534" y="9603"/>
                  </a:cubicBezTo>
                  <a:cubicBezTo>
                    <a:pt x="781" y="10770"/>
                    <a:pt x="534" y="12084"/>
                    <a:pt x="534" y="12084"/>
                  </a:cubicBezTo>
                  <a:lnTo>
                    <a:pt x="5462" y="19879"/>
                  </a:lnTo>
                  <a:cubicBezTo>
                    <a:pt x="6543" y="19579"/>
                    <a:pt x="7603" y="19193"/>
                    <a:pt x="8623" y="18719"/>
                  </a:cubicBezTo>
                  <a:cubicBezTo>
                    <a:pt x="8210" y="17285"/>
                    <a:pt x="7563" y="15925"/>
                    <a:pt x="6696" y="14711"/>
                  </a:cubicBezTo>
                  <a:cubicBezTo>
                    <a:pt x="5569" y="13111"/>
                    <a:pt x="4015" y="11164"/>
                    <a:pt x="4989" y="9470"/>
                  </a:cubicBezTo>
                  <a:cubicBezTo>
                    <a:pt x="5476" y="8616"/>
                    <a:pt x="6469" y="8216"/>
                    <a:pt x="7296" y="7683"/>
                  </a:cubicBezTo>
                  <a:cubicBezTo>
                    <a:pt x="9837" y="6042"/>
                    <a:pt x="10597" y="3322"/>
                    <a:pt x="10324" y="508"/>
                  </a:cubicBezTo>
                  <a:cubicBezTo>
                    <a:pt x="9957" y="1"/>
                    <a:pt x="9717" y="1"/>
                    <a:pt x="9704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2" name="Google Shape;2045;p36"/>
            <p:cNvSpPr/>
            <p:nvPr/>
          </p:nvSpPr>
          <p:spPr>
            <a:xfrm>
              <a:off x="1465625" y="3858633"/>
              <a:ext cx="48528" cy="107069"/>
            </a:xfrm>
            <a:custGeom>
              <a:avLst/>
              <a:gdLst/>
              <a:ahLst/>
              <a:cxnLst/>
              <a:rect l="l" t="t" r="r" b="b"/>
              <a:pathLst>
                <a:path w="1735" h="3828" extrusionOk="0">
                  <a:moveTo>
                    <a:pt x="648" y="0"/>
                  </a:moveTo>
                  <a:cubicBezTo>
                    <a:pt x="161" y="587"/>
                    <a:pt x="1" y="1441"/>
                    <a:pt x="221" y="2194"/>
                  </a:cubicBezTo>
                  <a:cubicBezTo>
                    <a:pt x="434" y="2941"/>
                    <a:pt x="1021" y="3594"/>
                    <a:pt x="1735" y="3828"/>
                  </a:cubicBezTo>
                  <a:cubicBezTo>
                    <a:pt x="488" y="2988"/>
                    <a:pt x="34" y="1367"/>
                    <a:pt x="64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" name="Google Shape;2046;p36"/>
            <p:cNvSpPr/>
            <p:nvPr/>
          </p:nvSpPr>
          <p:spPr>
            <a:xfrm>
              <a:off x="1528670" y="4026481"/>
              <a:ext cx="100384" cy="148129"/>
            </a:xfrm>
            <a:custGeom>
              <a:avLst/>
              <a:gdLst/>
              <a:ahLst/>
              <a:cxnLst/>
              <a:rect l="l" t="t" r="r" b="b"/>
              <a:pathLst>
                <a:path w="3589" h="5296" extrusionOk="0">
                  <a:moveTo>
                    <a:pt x="1" y="1"/>
                  </a:moveTo>
                  <a:lnTo>
                    <a:pt x="1" y="1"/>
                  </a:lnTo>
                  <a:cubicBezTo>
                    <a:pt x="148" y="528"/>
                    <a:pt x="521" y="954"/>
                    <a:pt x="868" y="1361"/>
                  </a:cubicBezTo>
                  <a:cubicBezTo>
                    <a:pt x="1208" y="1768"/>
                    <a:pt x="1541" y="2188"/>
                    <a:pt x="1841" y="2621"/>
                  </a:cubicBezTo>
                  <a:cubicBezTo>
                    <a:pt x="2148" y="3048"/>
                    <a:pt x="2428" y="3495"/>
                    <a:pt x="2688" y="3962"/>
                  </a:cubicBezTo>
                  <a:lnTo>
                    <a:pt x="3082" y="4662"/>
                  </a:lnTo>
                  <a:cubicBezTo>
                    <a:pt x="3208" y="4902"/>
                    <a:pt x="3382" y="5115"/>
                    <a:pt x="3588" y="5295"/>
                  </a:cubicBezTo>
                  <a:cubicBezTo>
                    <a:pt x="3422" y="5082"/>
                    <a:pt x="3295" y="4849"/>
                    <a:pt x="3215" y="4595"/>
                  </a:cubicBezTo>
                  <a:cubicBezTo>
                    <a:pt x="3115" y="4355"/>
                    <a:pt x="3015" y="4095"/>
                    <a:pt x="2902" y="3855"/>
                  </a:cubicBezTo>
                  <a:cubicBezTo>
                    <a:pt x="2662" y="3362"/>
                    <a:pt x="2388" y="2895"/>
                    <a:pt x="2075" y="2455"/>
                  </a:cubicBezTo>
                  <a:cubicBezTo>
                    <a:pt x="1761" y="2008"/>
                    <a:pt x="1415" y="1595"/>
                    <a:pt x="1034" y="1208"/>
                  </a:cubicBezTo>
                  <a:cubicBezTo>
                    <a:pt x="654" y="828"/>
                    <a:pt x="254" y="474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4" name="Google Shape;2047;p36"/>
            <p:cNvSpPr/>
            <p:nvPr/>
          </p:nvSpPr>
          <p:spPr>
            <a:xfrm>
              <a:off x="1653276" y="4075344"/>
              <a:ext cx="110454" cy="81533"/>
            </a:xfrm>
            <a:custGeom>
              <a:avLst/>
              <a:gdLst/>
              <a:ahLst/>
              <a:cxnLst/>
              <a:rect l="l" t="t" r="r" b="b"/>
              <a:pathLst>
                <a:path w="3949" h="2915" extrusionOk="0">
                  <a:moveTo>
                    <a:pt x="3948" y="1"/>
                  </a:moveTo>
                  <a:lnTo>
                    <a:pt x="3948" y="1"/>
                  </a:lnTo>
                  <a:cubicBezTo>
                    <a:pt x="3475" y="694"/>
                    <a:pt x="2894" y="1301"/>
                    <a:pt x="2221" y="1795"/>
                  </a:cubicBezTo>
                  <a:cubicBezTo>
                    <a:pt x="1547" y="2288"/>
                    <a:pt x="801" y="2668"/>
                    <a:pt x="0" y="2915"/>
                  </a:cubicBezTo>
                  <a:cubicBezTo>
                    <a:pt x="861" y="2882"/>
                    <a:pt x="1701" y="2535"/>
                    <a:pt x="2394" y="2028"/>
                  </a:cubicBezTo>
                  <a:cubicBezTo>
                    <a:pt x="3088" y="1521"/>
                    <a:pt x="3661" y="814"/>
                    <a:pt x="394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5" name="Google Shape;2048;p36"/>
            <p:cNvSpPr/>
            <p:nvPr/>
          </p:nvSpPr>
          <p:spPr>
            <a:xfrm>
              <a:off x="1655514" y="4048129"/>
              <a:ext cx="72023" cy="56919"/>
            </a:xfrm>
            <a:custGeom>
              <a:avLst/>
              <a:gdLst/>
              <a:ahLst/>
              <a:cxnLst/>
              <a:rect l="l" t="t" r="r" b="b"/>
              <a:pathLst>
                <a:path w="2575" h="2035" extrusionOk="0">
                  <a:moveTo>
                    <a:pt x="2574" y="0"/>
                  </a:moveTo>
                  <a:lnTo>
                    <a:pt x="2574" y="0"/>
                  </a:lnTo>
                  <a:cubicBezTo>
                    <a:pt x="2201" y="407"/>
                    <a:pt x="1801" y="787"/>
                    <a:pt x="1374" y="1127"/>
                  </a:cubicBezTo>
                  <a:cubicBezTo>
                    <a:pt x="941" y="1467"/>
                    <a:pt x="481" y="1767"/>
                    <a:pt x="0" y="2034"/>
                  </a:cubicBezTo>
                  <a:cubicBezTo>
                    <a:pt x="567" y="1967"/>
                    <a:pt x="1114" y="1721"/>
                    <a:pt x="1554" y="1361"/>
                  </a:cubicBezTo>
                  <a:cubicBezTo>
                    <a:pt x="2001" y="1001"/>
                    <a:pt x="2381" y="540"/>
                    <a:pt x="257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6" name="Google Shape;2049;p36"/>
            <p:cNvSpPr/>
            <p:nvPr/>
          </p:nvSpPr>
          <p:spPr>
            <a:xfrm>
              <a:off x="1651039" y="4026313"/>
              <a:ext cx="35270" cy="37312"/>
            </a:xfrm>
            <a:custGeom>
              <a:avLst/>
              <a:gdLst/>
              <a:ahLst/>
              <a:cxnLst/>
              <a:rect l="l" t="t" r="r" b="b"/>
              <a:pathLst>
                <a:path w="1261" h="1334" extrusionOk="0">
                  <a:moveTo>
                    <a:pt x="1261" y="0"/>
                  </a:moveTo>
                  <a:cubicBezTo>
                    <a:pt x="707" y="300"/>
                    <a:pt x="267" y="767"/>
                    <a:pt x="0" y="1334"/>
                  </a:cubicBezTo>
                  <a:cubicBezTo>
                    <a:pt x="274" y="1194"/>
                    <a:pt x="527" y="1000"/>
                    <a:pt x="734" y="767"/>
                  </a:cubicBezTo>
                  <a:cubicBezTo>
                    <a:pt x="954" y="540"/>
                    <a:pt x="1127" y="280"/>
                    <a:pt x="126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7" name="Google Shape;2050;p36"/>
            <p:cNvSpPr/>
            <p:nvPr/>
          </p:nvSpPr>
          <p:spPr>
            <a:xfrm>
              <a:off x="727973" y="3414385"/>
              <a:ext cx="911710" cy="1226736"/>
            </a:xfrm>
            <a:custGeom>
              <a:avLst/>
              <a:gdLst/>
              <a:ahLst/>
              <a:cxnLst/>
              <a:rect l="l" t="t" r="r" b="b"/>
              <a:pathLst>
                <a:path w="32596" h="43859" extrusionOk="0">
                  <a:moveTo>
                    <a:pt x="24853" y="0"/>
                  </a:moveTo>
                  <a:cubicBezTo>
                    <a:pt x="24005" y="0"/>
                    <a:pt x="22951" y="499"/>
                    <a:pt x="21653" y="1733"/>
                  </a:cubicBezTo>
                  <a:cubicBezTo>
                    <a:pt x="19585" y="3707"/>
                    <a:pt x="16405" y="8254"/>
                    <a:pt x="13297" y="10949"/>
                  </a:cubicBezTo>
                  <a:cubicBezTo>
                    <a:pt x="10183" y="13643"/>
                    <a:pt x="6649" y="18471"/>
                    <a:pt x="4295" y="22005"/>
                  </a:cubicBezTo>
                  <a:cubicBezTo>
                    <a:pt x="1934" y="25539"/>
                    <a:pt x="1607" y="30027"/>
                    <a:pt x="1074" y="32928"/>
                  </a:cubicBezTo>
                  <a:cubicBezTo>
                    <a:pt x="540" y="35828"/>
                    <a:pt x="0" y="41510"/>
                    <a:pt x="4295" y="43444"/>
                  </a:cubicBezTo>
                  <a:cubicBezTo>
                    <a:pt x="4935" y="43732"/>
                    <a:pt x="5689" y="43859"/>
                    <a:pt x="6521" y="43859"/>
                  </a:cubicBezTo>
                  <a:cubicBezTo>
                    <a:pt x="8695" y="43859"/>
                    <a:pt x="11402" y="42990"/>
                    <a:pt x="13997" y="41857"/>
                  </a:cubicBezTo>
                  <a:cubicBezTo>
                    <a:pt x="17038" y="40530"/>
                    <a:pt x="19939" y="38843"/>
                    <a:pt x="21653" y="37756"/>
                  </a:cubicBezTo>
                  <a:cubicBezTo>
                    <a:pt x="25407" y="35395"/>
                    <a:pt x="30875" y="33474"/>
                    <a:pt x="31735" y="32394"/>
                  </a:cubicBezTo>
                  <a:cubicBezTo>
                    <a:pt x="32596" y="31321"/>
                    <a:pt x="31942" y="30027"/>
                    <a:pt x="30662" y="27680"/>
                  </a:cubicBezTo>
                  <a:cubicBezTo>
                    <a:pt x="29375" y="25326"/>
                    <a:pt x="26907" y="21785"/>
                    <a:pt x="25407" y="19958"/>
                  </a:cubicBezTo>
                  <a:cubicBezTo>
                    <a:pt x="24958" y="19411"/>
                    <a:pt x="24426" y="19210"/>
                    <a:pt x="23880" y="19210"/>
                  </a:cubicBezTo>
                  <a:cubicBezTo>
                    <a:pt x="23008" y="19210"/>
                    <a:pt x="22102" y="19723"/>
                    <a:pt x="21446" y="20158"/>
                  </a:cubicBezTo>
                  <a:cubicBezTo>
                    <a:pt x="22273" y="19457"/>
                    <a:pt x="23020" y="18671"/>
                    <a:pt x="23693" y="17817"/>
                  </a:cubicBezTo>
                  <a:cubicBezTo>
                    <a:pt x="25840" y="15143"/>
                    <a:pt x="27074" y="12736"/>
                    <a:pt x="27874" y="8068"/>
                  </a:cubicBezTo>
                  <a:cubicBezTo>
                    <a:pt x="27981" y="7401"/>
                    <a:pt x="28021" y="6414"/>
                    <a:pt x="27934" y="5347"/>
                  </a:cubicBezTo>
                  <a:cubicBezTo>
                    <a:pt x="27737" y="2871"/>
                    <a:pt x="26888" y="0"/>
                    <a:pt x="24853" y="0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8" name="Google Shape;2051;p36"/>
            <p:cNvSpPr/>
            <p:nvPr/>
          </p:nvSpPr>
          <p:spPr>
            <a:xfrm>
              <a:off x="713232" y="3406358"/>
              <a:ext cx="937079" cy="1242931"/>
            </a:xfrm>
            <a:custGeom>
              <a:avLst/>
              <a:gdLst/>
              <a:ahLst/>
              <a:cxnLst/>
              <a:rect l="l" t="t" r="r" b="b"/>
              <a:pathLst>
                <a:path w="33503" h="44438" extrusionOk="0">
                  <a:moveTo>
                    <a:pt x="25374" y="573"/>
                  </a:moveTo>
                  <a:cubicBezTo>
                    <a:pt x="25587" y="573"/>
                    <a:pt x="25794" y="613"/>
                    <a:pt x="25994" y="693"/>
                  </a:cubicBezTo>
                  <a:cubicBezTo>
                    <a:pt x="27148" y="1133"/>
                    <a:pt x="27961" y="2993"/>
                    <a:pt x="28175" y="5661"/>
                  </a:cubicBezTo>
                  <a:cubicBezTo>
                    <a:pt x="28248" y="6634"/>
                    <a:pt x="28228" y="7628"/>
                    <a:pt x="28108" y="8301"/>
                  </a:cubicBezTo>
                  <a:cubicBezTo>
                    <a:pt x="27294" y="13089"/>
                    <a:pt x="26034" y="15377"/>
                    <a:pt x="23993" y="17924"/>
                  </a:cubicBezTo>
                  <a:cubicBezTo>
                    <a:pt x="23333" y="18758"/>
                    <a:pt x="22600" y="19531"/>
                    <a:pt x="21793" y="20225"/>
                  </a:cubicBezTo>
                  <a:cubicBezTo>
                    <a:pt x="21586" y="20420"/>
                    <a:pt x="21754" y="20729"/>
                    <a:pt x="21991" y="20729"/>
                  </a:cubicBezTo>
                  <a:cubicBezTo>
                    <a:pt x="22036" y="20729"/>
                    <a:pt x="22085" y="20717"/>
                    <a:pt x="22133" y="20691"/>
                  </a:cubicBezTo>
                  <a:cubicBezTo>
                    <a:pt x="23037" y="20090"/>
                    <a:pt x="23783" y="19792"/>
                    <a:pt x="24399" y="19792"/>
                  </a:cubicBezTo>
                  <a:cubicBezTo>
                    <a:pt x="24924" y="19792"/>
                    <a:pt x="25354" y="20008"/>
                    <a:pt x="25707" y="20438"/>
                  </a:cubicBezTo>
                  <a:cubicBezTo>
                    <a:pt x="27194" y="22232"/>
                    <a:pt x="29675" y="25793"/>
                    <a:pt x="30935" y="28107"/>
                  </a:cubicBezTo>
                  <a:cubicBezTo>
                    <a:pt x="32196" y="30427"/>
                    <a:pt x="32769" y="31581"/>
                    <a:pt x="32036" y="32501"/>
                  </a:cubicBezTo>
                  <a:cubicBezTo>
                    <a:pt x="31636" y="33001"/>
                    <a:pt x="29962" y="33775"/>
                    <a:pt x="28015" y="34695"/>
                  </a:cubicBezTo>
                  <a:cubicBezTo>
                    <a:pt x="26074" y="35609"/>
                    <a:pt x="23867" y="36642"/>
                    <a:pt x="22033" y="37803"/>
                  </a:cubicBezTo>
                  <a:cubicBezTo>
                    <a:pt x="20559" y="38716"/>
                    <a:pt x="17625" y="40477"/>
                    <a:pt x="14404" y="41877"/>
                  </a:cubicBezTo>
                  <a:cubicBezTo>
                    <a:pt x="11413" y="43187"/>
                    <a:pt x="8920" y="43852"/>
                    <a:pt x="7044" y="43852"/>
                  </a:cubicBezTo>
                  <a:cubicBezTo>
                    <a:pt x="6218" y="43852"/>
                    <a:pt x="5512" y="43723"/>
                    <a:pt x="4935" y="43464"/>
                  </a:cubicBezTo>
                  <a:cubicBezTo>
                    <a:pt x="1174" y="41770"/>
                    <a:pt x="1201" y="36982"/>
                    <a:pt x="1888" y="33275"/>
                  </a:cubicBezTo>
                  <a:cubicBezTo>
                    <a:pt x="1988" y="32761"/>
                    <a:pt x="2068" y="32201"/>
                    <a:pt x="2161" y="31608"/>
                  </a:cubicBezTo>
                  <a:cubicBezTo>
                    <a:pt x="2601" y="28807"/>
                    <a:pt x="3155" y="25306"/>
                    <a:pt x="5062" y="22445"/>
                  </a:cubicBezTo>
                  <a:cubicBezTo>
                    <a:pt x="6969" y="19584"/>
                    <a:pt x="10663" y="14350"/>
                    <a:pt x="14011" y="11456"/>
                  </a:cubicBezTo>
                  <a:cubicBezTo>
                    <a:pt x="15858" y="9862"/>
                    <a:pt x="17712" y="7628"/>
                    <a:pt x="19359" y="5661"/>
                  </a:cubicBezTo>
                  <a:cubicBezTo>
                    <a:pt x="20473" y="4307"/>
                    <a:pt x="21539" y="3033"/>
                    <a:pt x="22380" y="2233"/>
                  </a:cubicBezTo>
                  <a:cubicBezTo>
                    <a:pt x="23540" y="1133"/>
                    <a:pt x="24540" y="573"/>
                    <a:pt x="25374" y="573"/>
                  </a:cubicBezTo>
                  <a:close/>
                  <a:moveTo>
                    <a:pt x="25378" y="0"/>
                  </a:moveTo>
                  <a:cubicBezTo>
                    <a:pt x="24388" y="0"/>
                    <a:pt x="23254" y="606"/>
                    <a:pt x="21986" y="1806"/>
                  </a:cubicBezTo>
                  <a:cubicBezTo>
                    <a:pt x="21119" y="2633"/>
                    <a:pt x="20039" y="3927"/>
                    <a:pt x="18905" y="5287"/>
                  </a:cubicBezTo>
                  <a:cubicBezTo>
                    <a:pt x="17285" y="7234"/>
                    <a:pt x="15438" y="9455"/>
                    <a:pt x="13631" y="11009"/>
                  </a:cubicBezTo>
                  <a:cubicBezTo>
                    <a:pt x="10230" y="13956"/>
                    <a:pt x="6562" y="19144"/>
                    <a:pt x="4582" y="22125"/>
                  </a:cubicBezTo>
                  <a:cubicBezTo>
                    <a:pt x="2594" y="25099"/>
                    <a:pt x="2034" y="28660"/>
                    <a:pt x="1587" y="31514"/>
                  </a:cubicBezTo>
                  <a:cubicBezTo>
                    <a:pt x="1494" y="32108"/>
                    <a:pt x="1414" y="32668"/>
                    <a:pt x="1321" y="33168"/>
                  </a:cubicBezTo>
                  <a:cubicBezTo>
                    <a:pt x="0" y="40270"/>
                    <a:pt x="2428" y="42971"/>
                    <a:pt x="4702" y="43998"/>
                  </a:cubicBezTo>
                  <a:cubicBezTo>
                    <a:pt x="5362" y="44284"/>
                    <a:pt x="6149" y="44438"/>
                    <a:pt x="7062" y="44438"/>
                  </a:cubicBezTo>
                  <a:cubicBezTo>
                    <a:pt x="9023" y="44438"/>
                    <a:pt x="11557" y="43764"/>
                    <a:pt x="14638" y="42410"/>
                  </a:cubicBezTo>
                  <a:cubicBezTo>
                    <a:pt x="17892" y="40990"/>
                    <a:pt x="20859" y="39216"/>
                    <a:pt x="22340" y="38289"/>
                  </a:cubicBezTo>
                  <a:cubicBezTo>
                    <a:pt x="24147" y="37149"/>
                    <a:pt x="26334" y="36122"/>
                    <a:pt x="28268" y="35222"/>
                  </a:cubicBezTo>
                  <a:cubicBezTo>
                    <a:pt x="30362" y="34242"/>
                    <a:pt x="32002" y="33468"/>
                    <a:pt x="32482" y="32868"/>
                  </a:cubicBezTo>
                  <a:cubicBezTo>
                    <a:pt x="33503" y="31601"/>
                    <a:pt x="32756" y="30214"/>
                    <a:pt x="31442" y="27820"/>
                  </a:cubicBezTo>
                  <a:cubicBezTo>
                    <a:pt x="30135" y="25433"/>
                    <a:pt x="27661" y="21878"/>
                    <a:pt x="26161" y="20065"/>
                  </a:cubicBezTo>
                  <a:cubicBezTo>
                    <a:pt x="25633" y="19429"/>
                    <a:pt x="25014" y="19204"/>
                    <a:pt x="24404" y="19204"/>
                  </a:cubicBezTo>
                  <a:cubicBezTo>
                    <a:pt x="24112" y="19204"/>
                    <a:pt x="23823" y="19256"/>
                    <a:pt x="23547" y="19338"/>
                  </a:cubicBezTo>
                  <a:cubicBezTo>
                    <a:pt x="23833" y="19024"/>
                    <a:pt x="24134" y="18677"/>
                    <a:pt x="24447" y="18291"/>
                  </a:cubicBezTo>
                  <a:cubicBezTo>
                    <a:pt x="26501" y="15730"/>
                    <a:pt x="27848" y="13289"/>
                    <a:pt x="28681" y="8401"/>
                  </a:cubicBezTo>
                  <a:cubicBezTo>
                    <a:pt x="28808" y="7668"/>
                    <a:pt x="28835" y="6654"/>
                    <a:pt x="28755" y="5621"/>
                  </a:cubicBezTo>
                  <a:cubicBezTo>
                    <a:pt x="28641" y="4227"/>
                    <a:pt x="28175" y="899"/>
                    <a:pt x="26201" y="153"/>
                  </a:cubicBezTo>
                  <a:cubicBezTo>
                    <a:pt x="25939" y="51"/>
                    <a:pt x="25665" y="0"/>
                    <a:pt x="2537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9" name="Google Shape;2052;p36"/>
            <p:cNvSpPr/>
            <p:nvPr/>
          </p:nvSpPr>
          <p:spPr>
            <a:xfrm>
              <a:off x="1068927" y="3947941"/>
              <a:ext cx="296566" cy="231508"/>
            </a:xfrm>
            <a:custGeom>
              <a:avLst/>
              <a:gdLst/>
              <a:ahLst/>
              <a:cxnLst/>
              <a:rect l="l" t="t" r="r" b="b"/>
              <a:pathLst>
                <a:path w="10603" h="8277" extrusionOk="0">
                  <a:moveTo>
                    <a:pt x="10275" y="0"/>
                  </a:moveTo>
                  <a:cubicBezTo>
                    <a:pt x="10228" y="0"/>
                    <a:pt x="10181" y="11"/>
                    <a:pt x="10136" y="35"/>
                  </a:cubicBezTo>
                  <a:cubicBezTo>
                    <a:pt x="10083" y="68"/>
                    <a:pt x="4868" y="3002"/>
                    <a:pt x="173" y="7783"/>
                  </a:cubicBezTo>
                  <a:cubicBezTo>
                    <a:pt x="0" y="7970"/>
                    <a:pt x="127" y="8270"/>
                    <a:pt x="380" y="8277"/>
                  </a:cubicBezTo>
                  <a:cubicBezTo>
                    <a:pt x="460" y="8277"/>
                    <a:pt x="534" y="8250"/>
                    <a:pt x="587" y="8197"/>
                  </a:cubicBezTo>
                  <a:cubicBezTo>
                    <a:pt x="5215" y="3476"/>
                    <a:pt x="10370" y="575"/>
                    <a:pt x="10416" y="541"/>
                  </a:cubicBezTo>
                  <a:cubicBezTo>
                    <a:pt x="10556" y="461"/>
                    <a:pt x="10603" y="288"/>
                    <a:pt x="10523" y="148"/>
                  </a:cubicBezTo>
                  <a:cubicBezTo>
                    <a:pt x="10473" y="52"/>
                    <a:pt x="10376" y="0"/>
                    <a:pt x="1027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0" name="Google Shape;2053;p36"/>
            <p:cNvSpPr/>
            <p:nvPr/>
          </p:nvSpPr>
          <p:spPr>
            <a:xfrm>
              <a:off x="727973" y="3414385"/>
              <a:ext cx="781342" cy="1226736"/>
            </a:xfrm>
            <a:custGeom>
              <a:avLst/>
              <a:gdLst/>
              <a:ahLst/>
              <a:cxnLst/>
              <a:rect l="l" t="t" r="r" b="b"/>
              <a:pathLst>
                <a:path w="27935" h="43859" extrusionOk="0">
                  <a:moveTo>
                    <a:pt x="24857" y="0"/>
                  </a:moveTo>
                  <a:cubicBezTo>
                    <a:pt x="24009" y="0"/>
                    <a:pt x="22956" y="499"/>
                    <a:pt x="21659" y="1733"/>
                  </a:cubicBezTo>
                  <a:cubicBezTo>
                    <a:pt x="19592" y="3707"/>
                    <a:pt x="16405" y="8254"/>
                    <a:pt x="13297" y="10949"/>
                  </a:cubicBezTo>
                  <a:cubicBezTo>
                    <a:pt x="10183" y="13643"/>
                    <a:pt x="6649" y="18471"/>
                    <a:pt x="4295" y="22005"/>
                  </a:cubicBezTo>
                  <a:cubicBezTo>
                    <a:pt x="1934" y="25539"/>
                    <a:pt x="1607" y="30027"/>
                    <a:pt x="1074" y="32928"/>
                  </a:cubicBezTo>
                  <a:cubicBezTo>
                    <a:pt x="540" y="35828"/>
                    <a:pt x="0" y="41510"/>
                    <a:pt x="4295" y="43444"/>
                  </a:cubicBezTo>
                  <a:cubicBezTo>
                    <a:pt x="4935" y="43732"/>
                    <a:pt x="5689" y="43859"/>
                    <a:pt x="6521" y="43859"/>
                  </a:cubicBezTo>
                  <a:cubicBezTo>
                    <a:pt x="8695" y="43859"/>
                    <a:pt x="11402" y="42990"/>
                    <a:pt x="13997" y="41857"/>
                  </a:cubicBezTo>
                  <a:lnTo>
                    <a:pt x="13997" y="41857"/>
                  </a:lnTo>
                  <a:cubicBezTo>
                    <a:pt x="13717" y="41858"/>
                    <a:pt x="13437" y="41861"/>
                    <a:pt x="13157" y="41861"/>
                  </a:cubicBezTo>
                  <a:cubicBezTo>
                    <a:pt x="12016" y="41861"/>
                    <a:pt x="10888" y="41805"/>
                    <a:pt x="9876" y="41323"/>
                  </a:cubicBezTo>
                  <a:cubicBezTo>
                    <a:pt x="7162" y="40056"/>
                    <a:pt x="6555" y="36482"/>
                    <a:pt x="6695" y="33495"/>
                  </a:cubicBezTo>
                  <a:cubicBezTo>
                    <a:pt x="7229" y="22898"/>
                    <a:pt x="13124" y="12716"/>
                    <a:pt x="22046" y="6981"/>
                  </a:cubicBezTo>
                  <a:cubicBezTo>
                    <a:pt x="23480" y="6067"/>
                    <a:pt x="25067" y="5220"/>
                    <a:pt x="26774" y="5187"/>
                  </a:cubicBezTo>
                  <a:cubicBezTo>
                    <a:pt x="26796" y="5187"/>
                    <a:pt x="26818" y="5186"/>
                    <a:pt x="26840" y="5186"/>
                  </a:cubicBezTo>
                  <a:cubicBezTo>
                    <a:pt x="27210" y="5186"/>
                    <a:pt x="27575" y="5240"/>
                    <a:pt x="27934" y="5347"/>
                  </a:cubicBezTo>
                  <a:cubicBezTo>
                    <a:pt x="27741" y="2871"/>
                    <a:pt x="26891" y="0"/>
                    <a:pt x="24857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1" name="Google Shape;2054;p36"/>
            <p:cNvSpPr/>
            <p:nvPr/>
          </p:nvSpPr>
          <p:spPr>
            <a:xfrm>
              <a:off x="822707" y="3959912"/>
              <a:ext cx="122565" cy="341709"/>
            </a:xfrm>
            <a:custGeom>
              <a:avLst/>
              <a:gdLst/>
              <a:ahLst/>
              <a:cxnLst/>
              <a:rect l="l" t="t" r="r" b="b"/>
              <a:pathLst>
                <a:path w="4382" h="12217" extrusionOk="0">
                  <a:moveTo>
                    <a:pt x="4382" y="0"/>
                  </a:moveTo>
                  <a:cubicBezTo>
                    <a:pt x="4109" y="53"/>
                    <a:pt x="3882" y="254"/>
                    <a:pt x="3688" y="454"/>
                  </a:cubicBezTo>
                  <a:cubicBezTo>
                    <a:pt x="3502" y="654"/>
                    <a:pt x="3315" y="860"/>
                    <a:pt x="3128" y="1087"/>
                  </a:cubicBezTo>
                  <a:cubicBezTo>
                    <a:pt x="2781" y="1527"/>
                    <a:pt x="2468" y="1994"/>
                    <a:pt x="2188" y="2481"/>
                  </a:cubicBezTo>
                  <a:cubicBezTo>
                    <a:pt x="1635" y="3461"/>
                    <a:pt x="1201" y="4501"/>
                    <a:pt x="888" y="5582"/>
                  </a:cubicBezTo>
                  <a:cubicBezTo>
                    <a:pt x="274" y="7749"/>
                    <a:pt x="67" y="9989"/>
                    <a:pt x="1" y="12217"/>
                  </a:cubicBezTo>
                  <a:cubicBezTo>
                    <a:pt x="294" y="10009"/>
                    <a:pt x="548" y="7789"/>
                    <a:pt x="1174" y="5668"/>
                  </a:cubicBezTo>
                  <a:cubicBezTo>
                    <a:pt x="1474" y="4601"/>
                    <a:pt x="1881" y="3568"/>
                    <a:pt x="2388" y="2587"/>
                  </a:cubicBezTo>
                  <a:cubicBezTo>
                    <a:pt x="2648" y="2101"/>
                    <a:pt x="2935" y="1627"/>
                    <a:pt x="3248" y="1174"/>
                  </a:cubicBezTo>
                  <a:cubicBezTo>
                    <a:pt x="3408" y="947"/>
                    <a:pt x="3575" y="714"/>
                    <a:pt x="3748" y="507"/>
                  </a:cubicBezTo>
                  <a:cubicBezTo>
                    <a:pt x="3922" y="294"/>
                    <a:pt x="4115" y="87"/>
                    <a:pt x="438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2" name="Google Shape;2055;p36"/>
            <p:cNvSpPr/>
            <p:nvPr/>
          </p:nvSpPr>
          <p:spPr>
            <a:xfrm>
              <a:off x="789143" y="4378623"/>
              <a:ext cx="102986" cy="206335"/>
            </a:xfrm>
            <a:custGeom>
              <a:avLst/>
              <a:gdLst/>
              <a:ahLst/>
              <a:cxnLst/>
              <a:rect l="l" t="t" r="r" b="b"/>
              <a:pathLst>
                <a:path w="3682" h="7377" extrusionOk="0">
                  <a:moveTo>
                    <a:pt x="180" y="1"/>
                  </a:moveTo>
                  <a:cubicBezTo>
                    <a:pt x="67" y="748"/>
                    <a:pt x="7" y="1508"/>
                    <a:pt x="7" y="2268"/>
                  </a:cubicBezTo>
                  <a:cubicBezTo>
                    <a:pt x="0" y="3035"/>
                    <a:pt x="120" y="3802"/>
                    <a:pt x="354" y="4542"/>
                  </a:cubicBezTo>
                  <a:cubicBezTo>
                    <a:pt x="601" y="5282"/>
                    <a:pt x="1027" y="5949"/>
                    <a:pt x="1601" y="6482"/>
                  </a:cubicBezTo>
                  <a:cubicBezTo>
                    <a:pt x="2168" y="7009"/>
                    <a:pt x="2915" y="7369"/>
                    <a:pt x="3681" y="7376"/>
                  </a:cubicBezTo>
                  <a:cubicBezTo>
                    <a:pt x="2921" y="7249"/>
                    <a:pt x="2268" y="6843"/>
                    <a:pt x="1754" y="6316"/>
                  </a:cubicBezTo>
                  <a:cubicBezTo>
                    <a:pt x="1247" y="5782"/>
                    <a:pt x="861" y="5142"/>
                    <a:pt x="634" y="4442"/>
                  </a:cubicBezTo>
                  <a:cubicBezTo>
                    <a:pt x="147" y="3042"/>
                    <a:pt x="207" y="1508"/>
                    <a:pt x="1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3" name="Google Shape;2056;p36"/>
            <p:cNvSpPr/>
            <p:nvPr/>
          </p:nvSpPr>
          <p:spPr>
            <a:xfrm>
              <a:off x="823658" y="4409418"/>
              <a:ext cx="105223" cy="133753"/>
            </a:xfrm>
            <a:custGeom>
              <a:avLst/>
              <a:gdLst/>
              <a:ahLst/>
              <a:cxnLst/>
              <a:rect l="l" t="t" r="r" b="b"/>
              <a:pathLst>
                <a:path w="3762" h="4782" extrusionOk="0">
                  <a:moveTo>
                    <a:pt x="47" y="0"/>
                  </a:moveTo>
                  <a:lnTo>
                    <a:pt x="47" y="0"/>
                  </a:lnTo>
                  <a:cubicBezTo>
                    <a:pt x="0" y="1080"/>
                    <a:pt x="394" y="2181"/>
                    <a:pt x="1074" y="3041"/>
                  </a:cubicBezTo>
                  <a:cubicBezTo>
                    <a:pt x="1747" y="3901"/>
                    <a:pt x="2707" y="4568"/>
                    <a:pt x="3761" y="4781"/>
                  </a:cubicBezTo>
                  <a:cubicBezTo>
                    <a:pt x="2794" y="4355"/>
                    <a:pt x="1947" y="3694"/>
                    <a:pt x="1307" y="2854"/>
                  </a:cubicBezTo>
                  <a:cubicBezTo>
                    <a:pt x="654" y="2021"/>
                    <a:pt x="220" y="1040"/>
                    <a:pt x="4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4" name="Google Shape;2057;p36"/>
            <p:cNvSpPr/>
            <p:nvPr/>
          </p:nvSpPr>
          <p:spPr>
            <a:xfrm>
              <a:off x="943202" y="4494838"/>
              <a:ext cx="256317" cy="89224"/>
            </a:xfrm>
            <a:custGeom>
              <a:avLst/>
              <a:gdLst/>
              <a:ahLst/>
              <a:cxnLst/>
              <a:rect l="l" t="t" r="r" b="b"/>
              <a:pathLst>
                <a:path w="9164" h="3190" extrusionOk="0">
                  <a:moveTo>
                    <a:pt x="9163" y="0"/>
                  </a:moveTo>
                  <a:cubicBezTo>
                    <a:pt x="7863" y="1020"/>
                    <a:pt x="6402" y="1807"/>
                    <a:pt x="4842" y="2327"/>
                  </a:cubicBezTo>
                  <a:cubicBezTo>
                    <a:pt x="3320" y="2835"/>
                    <a:pt x="1723" y="3088"/>
                    <a:pt x="124" y="3088"/>
                  </a:cubicBezTo>
                  <a:cubicBezTo>
                    <a:pt x="83" y="3088"/>
                    <a:pt x="42" y="3088"/>
                    <a:pt x="1" y="3088"/>
                  </a:cubicBezTo>
                  <a:lnTo>
                    <a:pt x="1" y="3088"/>
                  </a:lnTo>
                  <a:cubicBezTo>
                    <a:pt x="469" y="3156"/>
                    <a:pt x="943" y="3189"/>
                    <a:pt x="1419" y="3189"/>
                  </a:cubicBezTo>
                  <a:cubicBezTo>
                    <a:pt x="2607" y="3189"/>
                    <a:pt x="3802" y="2982"/>
                    <a:pt x="4935" y="2601"/>
                  </a:cubicBezTo>
                  <a:cubicBezTo>
                    <a:pt x="6516" y="2067"/>
                    <a:pt x="8003" y="1194"/>
                    <a:pt x="916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5" name="Google Shape;2058;p36"/>
            <p:cNvSpPr/>
            <p:nvPr/>
          </p:nvSpPr>
          <p:spPr>
            <a:xfrm>
              <a:off x="1018189" y="4489804"/>
              <a:ext cx="127599" cy="49255"/>
            </a:xfrm>
            <a:custGeom>
              <a:avLst/>
              <a:gdLst/>
              <a:ahLst/>
              <a:cxnLst/>
              <a:rect l="l" t="t" r="r" b="b"/>
              <a:pathLst>
                <a:path w="4562" h="1761" extrusionOk="0">
                  <a:moveTo>
                    <a:pt x="4562" y="0"/>
                  </a:moveTo>
                  <a:lnTo>
                    <a:pt x="4562" y="0"/>
                  </a:lnTo>
                  <a:cubicBezTo>
                    <a:pt x="3795" y="300"/>
                    <a:pt x="3054" y="607"/>
                    <a:pt x="2294" y="907"/>
                  </a:cubicBezTo>
                  <a:cubicBezTo>
                    <a:pt x="1534" y="1207"/>
                    <a:pt x="767" y="1467"/>
                    <a:pt x="0" y="1761"/>
                  </a:cubicBezTo>
                  <a:cubicBezTo>
                    <a:pt x="1647" y="1587"/>
                    <a:pt x="3221" y="980"/>
                    <a:pt x="456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6" name="Google Shape;2059;p36"/>
            <p:cNvSpPr/>
            <p:nvPr/>
          </p:nvSpPr>
          <p:spPr>
            <a:xfrm>
              <a:off x="1311567" y="4338150"/>
              <a:ext cx="215453" cy="103181"/>
            </a:xfrm>
            <a:custGeom>
              <a:avLst/>
              <a:gdLst/>
              <a:ahLst/>
              <a:cxnLst/>
              <a:rect l="l" t="t" r="r" b="b"/>
              <a:pathLst>
                <a:path w="7703" h="3689" extrusionOk="0">
                  <a:moveTo>
                    <a:pt x="7703" y="1"/>
                  </a:moveTo>
                  <a:cubicBezTo>
                    <a:pt x="6249" y="134"/>
                    <a:pt x="4835" y="528"/>
                    <a:pt x="3528" y="1161"/>
                  </a:cubicBezTo>
                  <a:cubicBezTo>
                    <a:pt x="2208" y="1788"/>
                    <a:pt x="1014" y="2641"/>
                    <a:pt x="1" y="3688"/>
                  </a:cubicBezTo>
                  <a:cubicBezTo>
                    <a:pt x="1134" y="2808"/>
                    <a:pt x="2355" y="2048"/>
                    <a:pt x="3648" y="1421"/>
                  </a:cubicBezTo>
                  <a:cubicBezTo>
                    <a:pt x="4949" y="808"/>
                    <a:pt x="6302" y="334"/>
                    <a:pt x="770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7" name="Google Shape;2060;p36"/>
            <p:cNvSpPr/>
            <p:nvPr/>
          </p:nvSpPr>
          <p:spPr>
            <a:xfrm>
              <a:off x="962054" y="3860479"/>
              <a:ext cx="49255" cy="60667"/>
            </a:xfrm>
            <a:custGeom>
              <a:avLst/>
              <a:gdLst/>
              <a:ahLst/>
              <a:cxnLst/>
              <a:rect l="l" t="t" r="r" b="b"/>
              <a:pathLst>
                <a:path w="1761" h="2169" extrusionOk="0">
                  <a:moveTo>
                    <a:pt x="1761" y="1"/>
                  </a:moveTo>
                  <a:lnTo>
                    <a:pt x="1761" y="1"/>
                  </a:lnTo>
                  <a:cubicBezTo>
                    <a:pt x="1420" y="321"/>
                    <a:pt x="1107" y="668"/>
                    <a:pt x="820" y="1034"/>
                  </a:cubicBezTo>
                  <a:cubicBezTo>
                    <a:pt x="514" y="1395"/>
                    <a:pt x="247" y="1768"/>
                    <a:pt x="0" y="2168"/>
                  </a:cubicBezTo>
                  <a:cubicBezTo>
                    <a:pt x="394" y="1908"/>
                    <a:pt x="747" y="1588"/>
                    <a:pt x="1040" y="1221"/>
                  </a:cubicBezTo>
                  <a:cubicBezTo>
                    <a:pt x="1347" y="854"/>
                    <a:pt x="1587" y="441"/>
                    <a:pt x="17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8" name="Google Shape;2061;p36"/>
            <p:cNvSpPr/>
            <p:nvPr/>
          </p:nvSpPr>
          <p:spPr>
            <a:xfrm>
              <a:off x="1065179" y="3706616"/>
              <a:ext cx="128354" cy="105027"/>
            </a:xfrm>
            <a:custGeom>
              <a:avLst/>
              <a:gdLst/>
              <a:ahLst/>
              <a:cxnLst/>
              <a:rect l="l" t="t" r="r" b="b"/>
              <a:pathLst>
                <a:path w="4589" h="3755" extrusionOk="0">
                  <a:moveTo>
                    <a:pt x="4589" y="0"/>
                  </a:moveTo>
                  <a:lnTo>
                    <a:pt x="4589" y="0"/>
                  </a:lnTo>
                  <a:cubicBezTo>
                    <a:pt x="3682" y="427"/>
                    <a:pt x="2835" y="961"/>
                    <a:pt x="2068" y="1601"/>
                  </a:cubicBezTo>
                  <a:cubicBezTo>
                    <a:pt x="1288" y="2228"/>
                    <a:pt x="594" y="2948"/>
                    <a:pt x="1" y="3755"/>
                  </a:cubicBezTo>
                  <a:cubicBezTo>
                    <a:pt x="748" y="3101"/>
                    <a:pt x="1488" y="2454"/>
                    <a:pt x="2248" y="1828"/>
                  </a:cubicBezTo>
                  <a:cubicBezTo>
                    <a:pt x="3008" y="1201"/>
                    <a:pt x="3802" y="621"/>
                    <a:pt x="458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9" name="Google Shape;2062;p36"/>
            <p:cNvSpPr/>
            <p:nvPr/>
          </p:nvSpPr>
          <p:spPr>
            <a:xfrm>
              <a:off x="1297582" y="3452704"/>
              <a:ext cx="175903" cy="119823"/>
            </a:xfrm>
            <a:custGeom>
              <a:avLst/>
              <a:gdLst/>
              <a:ahLst/>
              <a:cxnLst/>
              <a:rect l="l" t="t" r="r" b="b"/>
              <a:pathLst>
                <a:path w="6289" h="4284" extrusionOk="0">
                  <a:moveTo>
                    <a:pt x="5092" y="1"/>
                  </a:moveTo>
                  <a:cubicBezTo>
                    <a:pt x="4995" y="1"/>
                    <a:pt x="4899" y="13"/>
                    <a:pt x="4802" y="36"/>
                  </a:cubicBezTo>
                  <a:cubicBezTo>
                    <a:pt x="4082" y="223"/>
                    <a:pt x="3415" y="543"/>
                    <a:pt x="2828" y="996"/>
                  </a:cubicBezTo>
                  <a:cubicBezTo>
                    <a:pt x="1648" y="1883"/>
                    <a:pt x="774" y="3070"/>
                    <a:pt x="1" y="4284"/>
                  </a:cubicBezTo>
                  <a:cubicBezTo>
                    <a:pt x="961" y="3203"/>
                    <a:pt x="1861" y="2077"/>
                    <a:pt x="3001" y="1230"/>
                  </a:cubicBezTo>
                  <a:cubicBezTo>
                    <a:pt x="3555" y="803"/>
                    <a:pt x="4182" y="476"/>
                    <a:pt x="4849" y="263"/>
                  </a:cubicBezTo>
                  <a:cubicBezTo>
                    <a:pt x="4958" y="232"/>
                    <a:pt x="5070" y="214"/>
                    <a:pt x="5180" y="214"/>
                  </a:cubicBezTo>
                  <a:cubicBezTo>
                    <a:pt x="5398" y="214"/>
                    <a:pt x="5604" y="285"/>
                    <a:pt x="5742" y="463"/>
                  </a:cubicBezTo>
                  <a:cubicBezTo>
                    <a:pt x="5949" y="730"/>
                    <a:pt x="6036" y="1116"/>
                    <a:pt x="6289" y="1376"/>
                  </a:cubicBezTo>
                  <a:cubicBezTo>
                    <a:pt x="6076" y="1076"/>
                    <a:pt x="6069" y="710"/>
                    <a:pt x="5862" y="376"/>
                  </a:cubicBezTo>
                  <a:cubicBezTo>
                    <a:pt x="5756" y="203"/>
                    <a:pt x="5582" y="76"/>
                    <a:pt x="5382" y="36"/>
                  </a:cubicBezTo>
                  <a:cubicBezTo>
                    <a:pt x="5285" y="13"/>
                    <a:pt x="5189" y="1"/>
                    <a:pt x="509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0" name="Google Shape;2063;p36"/>
            <p:cNvSpPr/>
            <p:nvPr/>
          </p:nvSpPr>
          <p:spPr>
            <a:xfrm>
              <a:off x="1094463" y="4028355"/>
              <a:ext cx="234109" cy="156324"/>
            </a:xfrm>
            <a:custGeom>
              <a:avLst/>
              <a:gdLst/>
              <a:ahLst/>
              <a:cxnLst/>
              <a:rect l="l" t="t" r="r" b="b"/>
              <a:pathLst>
                <a:path w="8370" h="5589" extrusionOk="0">
                  <a:moveTo>
                    <a:pt x="8370" y="0"/>
                  </a:moveTo>
                  <a:lnTo>
                    <a:pt x="8370" y="0"/>
                  </a:lnTo>
                  <a:cubicBezTo>
                    <a:pt x="6816" y="654"/>
                    <a:pt x="5322" y="1454"/>
                    <a:pt x="3928" y="2401"/>
                  </a:cubicBezTo>
                  <a:cubicBezTo>
                    <a:pt x="2515" y="3328"/>
                    <a:pt x="1201" y="4395"/>
                    <a:pt x="1" y="5589"/>
                  </a:cubicBezTo>
                  <a:cubicBezTo>
                    <a:pt x="1341" y="4562"/>
                    <a:pt x="2695" y="3575"/>
                    <a:pt x="4082" y="2641"/>
                  </a:cubicBezTo>
                  <a:cubicBezTo>
                    <a:pt x="5475" y="1708"/>
                    <a:pt x="6909" y="841"/>
                    <a:pt x="837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1" name="Google Shape;2064;p36"/>
            <p:cNvSpPr/>
            <p:nvPr/>
          </p:nvSpPr>
          <p:spPr>
            <a:xfrm>
              <a:off x="1491554" y="2957747"/>
              <a:ext cx="932072" cy="614221"/>
            </a:xfrm>
            <a:custGeom>
              <a:avLst/>
              <a:gdLst/>
              <a:ahLst/>
              <a:cxnLst/>
              <a:rect l="l" t="t" r="r" b="b"/>
              <a:pathLst>
                <a:path w="33324" h="21960" extrusionOk="0">
                  <a:moveTo>
                    <a:pt x="18688" y="1"/>
                  </a:moveTo>
                  <a:cubicBezTo>
                    <a:pt x="17979" y="1"/>
                    <a:pt x="17270" y="43"/>
                    <a:pt x="16565" y="127"/>
                  </a:cubicBezTo>
                  <a:cubicBezTo>
                    <a:pt x="9337" y="968"/>
                    <a:pt x="9483" y="2568"/>
                    <a:pt x="9483" y="2568"/>
                  </a:cubicBezTo>
                  <a:cubicBezTo>
                    <a:pt x="4615" y="3235"/>
                    <a:pt x="3975" y="7656"/>
                    <a:pt x="3975" y="7656"/>
                  </a:cubicBezTo>
                  <a:cubicBezTo>
                    <a:pt x="1475" y="8436"/>
                    <a:pt x="1" y="11577"/>
                    <a:pt x="1375" y="14631"/>
                  </a:cubicBezTo>
                  <a:cubicBezTo>
                    <a:pt x="2748" y="17679"/>
                    <a:pt x="9383" y="17825"/>
                    <a:pt x="14985" y="18125"/>
                  </a:cubicBezTo>
                  <a:cubicBezTo>
                    <a:pt x="18186" y="18292"/>
                    <a:pt x="20853" y="19506"/>
                    <a:pt x="22554" y="20533"/>
                  </a:cubicBezTo>
                  <a:cubicBezTo>
                    <a:pt x="23841" y="21300"/>
                    <a:pt x="24574" y="21960"/>
                    <a:pt x="24574" y="21960"/>
                  </a:cubicBezTo>
                  <a:cubicBezTo>
                    <a:pt x="26441" y="17379"/>
                    <a:pt x="32443" y="13898"/>
                    <a:pt x="32883" y="11337"/>
                  </a:cubicBezTo>
                  <a:cubicBezTo>
                    <a:pt x="33323" y="8776"/>
                    <a:pt x="31849" y="8330"/>
                    <a:pt x="31849" y="8330"/>
                  </a:cubicBezTo>
                  <a:cubicBezTo>
                    <a:pt x="31849" y="8330"/>
                    <a:pt x="31649" y="6722"/>
                    <a:pt x="30376" y="4802"/>
                  </a:cubicBezTo>
                  <a:cubicBezTo>
                    <a:pt x="29435" y="3388"/>
                    <a:pt x="26275" y="1041"/>
                    <a:pt x="21767" y="267"/>
                  </a:cubicBezTo>
                  <a:cubicBezTo>
                    <a:pt x="20748" y="90"/>
                    <a:pt x="19718" y="1"/>
                    <a:pt x="18688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2" name="Google Shape;2065;p36"/>
            <p:cNvSpPr/>
            <p:nvPr/>
          </p:nvSpPr>
          <p:spPr>
            <a:xfrm>
              <a:off x="1502014" y="2949720"/>
              <a:ext cx="928129" cy="630080"/>
            </a:xfrm>
            <a:custGeom>
              <a:avLst/>
              <a:gdLst/>
              <a:ahLst/>
              <a:cxnLst/>
              <a:rect l="l" t="t" r="r" b="b"/>
              <a:pathLst>
                <a:path w="33183" h="22527" extrusionOk="0">
                  <a:moveTo>
                    <a:pt x="18312" y="581"/>
                  </a:moveTo>
                  <a:cubicBezTo>
                    <a:pt x="19325" y="581"/>
                    <a:pt x="20339" y="668"/>
                    <a:pt x="21339" y="841"/>
                  </a:cubicBezTo>
                  <a:cubicBezTo>
                    <a:pt x="25861" y="1621"/>
                    <a:pt x="28901" y="3955"/>
                    <a:pt x="29762" y="5249"/>
                  </a:cubicBezTo>
                  <a:cubicBezTo>
                    <a:pt x="30975" y="7083"/>
                    <a:pt x="31182" y="8643"/>
                    <a:pt x="31182" y="8650"/>
                  </a:cubicBezTo>
                  <a:cubicBezTo>
                    <a:pt x="31202" y="8763"/>
                    <a:pt x="31275" y="8857"/>
                    <a:pt x="31382" y="8890"/>
                  </a:cubicBezTo>
                  <a:cubicBezTo>
                    <a:pt x="31435" y="8910"/>
                    <a:pt x="32609" y="9323"/>
                    <a:pt x="32216" y="11577"/>
                  </a:cubicBezTo>
                  <a:cubicBezTo>
                    <a:pt x="32029" y="12684"/>
                    <a:pt x="30635" y="14051"/>
                    <a:pt x="29028" y="15645"/>
                  </a:cubicBezTo>
                  <a:cubicBezTo>
                    <a:pt x="27208" y="17426"/>
                    <a:pt x="25160" y="19433"/>
                    <a:pt x="24093" y="21767"/>
                  </a:cubicBezTo>
                  <a:cubicBezTo>
                    <a:pt x="23533" y="21327"/>
                    <a:pt x="22946" y="20926"/>
                    <a:pt x="22333" y="20566"/>
                  </a:cubicBezTo>
                  <a:cubicBezTo>
                    <a:pt x="20626" y="19546"/>
                    <a:pt x="17905" y="18292"/>
                    <a:pt x="14631" y="18119"/>
                  </a:cubicBezTo>
                  <a:lnTo>
                    <a:pt x="13637" y="18066"/>
                  </a:lnTo>
                  <a:cubicBezTo>
                    <a:pt x="8409" y="17799"/>
                    <a:pt x="2488" y="17499"/>
                    <a:pt x="1267" y="14798"/>
                  </a:cubicBezTo>
                  <a:cubicBezTo>
                    <a:pt x="634" y="13391"/>
                    <a:pt x="600" y="11831"/>
                    <a:pt x="1194" y="10524"/>
                  </a:cubicBezTo>
                  <a:cubicBezTo>
                    <a:pt x="1694" y="9397"/>
                    <a:pt x="2601" y="8556"/>
                    <a:pt x="3695" y="8216"/>
                  </a:cubicBezTo>
                  <a:cubicBezTo>
                    <a:pt x="3801" y="8183"/>
                    <a:pt x="3875" y="8090"/>
                    <a:pt x="3895" y="7983"/>
                  </a:cubicBezTo>
                  <a:cubicBezTo>
                    <a:pt x="3901" y="7943"/>
                    <a:pt x="4555" y="3775"/>
                    <a:pt x="9156" y="3142"/>
                  </a:cubicBezTo>
                  <a:cubicBezTo>
                    <a:pt x="9303" y="3115"/>
                    <a:pt x="9416" y="2982"/>
                    <a:pt x="9403" y="2828"/>
                  </a:cubicBezTo>
                  <a:cubicBezTo>
                    <a:pt x="9403" y="2815"/>
                    <a:pt x="9796" y="1448"/>
                    <a:pt x="16225" y="708"/>
                  </a:cubicBezTo>
                  <a:cubicBezTo>
                    <a:pt x="16918" y="621"/>
                    <a:pt x="17612" y="581"/>
                    <a:pt x="18312" y="581"/>
                  </a:cubicBezTo>
                  <a:close/>
                  <a:moveTo>
                    <a:pt x="18325" y="1"/>
                  </a:moveTo>
                  <a:cubicBezTo>
                    <a:pt x="17601" y="1"/>
                    <a:pt x="16877" y="43"/>
                    <a:pt x="16158" y="128"/>
                  </a:cubicBezTo>
                  <a:cubicBezTo>
                    <a:pt x="10296" y="808"/>
                    <a:pt x="9096" y="2015"/>
                    <a:pt x="8869" y="2595"/>
                  </a:cubicBezTo>
                  <a:cubicBezTo>
                    <a:pt x="4588" y="3288"/>
                    <a:pt x="3541" y="6863"/>
                    <a:pt x="3354" y="7716"/>
                  </a:cubicBezTo>
                  <a:cubicBezTo>
                    <a:pt x="2174" y="8143"/>
                    <a:pt x="1201" y="9063"/>
                    <a:pt x="660" y="10284"/>
                  </a:cubicBezTo>
                  <a:cubicBezTo>
                    <a:pt x="0" y="11744"/>
                    <a:pt x="34" y="13478"/>
                    <a:pt x="734" y="15032"/>
                  </a:cubicBezTo>
                  <a:cubicBezTo>
                    <a:pt x="2101" y="18066"/>
                    <a:pt x="8222" y="18372"/>
                    <a:pt x="13604" y="18646"/>
                  </a:cubicBezTo>
                  <a:lnTo>
                    <a:pt x="14604" y="18693"/>
                  </a:lnTo>
                  <a:cubicBezTo>
                    <a:pt x="17758" y="18859"/>
                    <a:pt x="20379" y="20080"/>
                    <a:pt x="22033" y="21066"/>
                  </a:cubicBezTo>
                  <a:cubicBezTo>
                    <a:pt x="22726" y="21473"/>
                    <a:pt x="23387" y="21940"/>
                    <a:pt x="24007" y="22460"/>
                  </a:cubicBezTo>
                  <a:cubicBezTo>
                    <a:pt x="24060" y="22500"/>
                    <a:pt x="24127" y="22527"/>
                    <a:pt x="24200" y="22527"/>
                  </a:cubicBezTo>
                  <a:lnTo>
                    <a:pt x="24267" y="22520"/>
                  </a:lnTo>
                  <a:cubicBezTo>
                    <a:pt x="24360" y="22500"/>
                    <a:pt x="24433" y="22440"/>
                    <a:pt x="24473" y="22353"/>
                  </a:cubicBezTo>
                  <a:cubicBezTo>
                    <a:pt x="25440" y="19980"/>
                    <a:pt x="27561" y="17892"/>
                    <a:pt x="29428" y="16052"/>
                  </a:cubicBezTo>
                  <a:cubicBezTo>
                    <a:pt x="31115" y="14391"/>
                    <a:pt x="32569" y="12964"/>
                    <a:pt x="32796" y="11677"/>
                  </a:cubicBezTo>
                  <a:cubicBezTo>
                    <a:pt x="33183" y="9410"/>
                    <a:pt x="32169" y="8630"/>
                    <a:pt x="31735" y="8416"/>
                  </a:cubicBezTo>
                  <a:cubicBezTo>
                    <a:pt x="31649" y="7943"/>
                    <a:pt x="31315" y="6543"/>
                    <a:pt x="30242" y="4922"/>
                  </a:cubicBezTo>
                  <a:cubicBezTo>
                    <a:pt x="29695" y="4095"/>
                    <a:pt x="28541" y="3128"/>
                    <a:pt x="27174" y="2328"/>
                  </a:cubicBezTo>
                  <a:cubicBezTo>
                    <a:pt x="25400" y="1308"/>
                    <a:pt x="23460" y="608"/>
                    <a:pt x="21439" y="261"/>
                  </a:cubicBezTo>
                  <a:cubicBezTo>
                    <a:pt x="20409" y="88"/>
                    <a:pt x="19367" y="1"/>
                    <a:pt x="1832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3" name="Google Shape;2066;p36"/>
            <p:cNvSpPr/>
            <p:nvPr/>
          </p:nvSpPr>
          <p:spPr>
            <a:xfrm>
              <a:off x="1491554" y="2957747"/>
              <a:ext cx="630835" cy="574308"/>
            </a:xfrm>
            <a:custGeom>
              <a:avLst/>
              <a:gdLst/>
              <a:ahLst/>
              <a:cxnLst/>
              <a:rect l="l" t="t" r="r" b="b"/>
              <a:pathLst>
                <a:path w="22554" h="20533" extrusionOk="0">
                  <a:moveTo>
                    <a:pt x="18686" y="1"/>
                  </a:moveTo>
                  <a:cubicBezTo>
                    <a:pt x="17976" y="1"/>
                    <a:pt x="17266" y="43"/>
                    <a:pt x="16559" y="127"/>
                  </a:cubicBezTo>
                  <a:cubicBezTo>
                    <a:pt x="9337" y="968"/>
                    <a:pt x="9483" y="2568"/>
                    <a:pt x="9483" y="2568"/>
                  </a:cubicBezTo>
                  <a:cubicBezTo>
                    <a:pt x="4615" y="3235"/>
                    <a:pt x="3975" y="7656"/>
                    <a:pt x="3975" y="7656"/>
                  </a:cubicBezTo>
                  <a:cubicBezTo>
                    <a:pt x="1475" y="8436"/>
                    <a:pt x="1" y="11577"/>
                    <a:pt x="1375" y="14631"/>
                  </a:cubicBezTo>
                  <a:cubicBezTo>
                    <a:pt x="2748" y="17679"/>
                    <a:pt x="9383" y="17825"/>
                    <a:pt x="14985" y="18125"/>
                  </a:cubicBezTo>
                  <a:cubicBezTo>
                    <a:pt x="18186" y="18292"/>
                    <a:pt x="20853" y="19506"/>
                    <a:pt x="22554" y="20533"/>
                  </a:cubicBezTo>
                  <a:cubicBezTo>
                    <a:pt x="22107" y="20186"/>
                    <a:pt x="21633" y="19879"/>
                    <a:pt x="21140" y="19606"/>
                  </a:cubicBezTo>
                  <a:cubicBezTo>
                    <a:pt x="17659" y="17625"/>
                    <a:pt x="13931" y="16138"/>
                    <a:pt x="10044" y="15191"/>
                  </a:cubicBezTo>
                  <a:cubicBezTo>
                    <a:pt x="8543" y="14825"/>
                    <a:pt x="6936" y="14491"/>
                    <a:pt x="5816" y="13431"/>
                  </a:cubicBezTo>
                  <a:cubicBezTo>
                    <a:pt x="4702" y="12371"/>
                    <a:pt x="4389" y="10277"/>
                    <a:pt x="5649" y="9376"/>
                  </a:cubicBezTo>
                  <a:cubicBezTo>
                    <a:pt x="6176" y="6142"/>
                    <a:pt x="8483" y="2895"/>
                    <a:pt x="11484" y="1488"/>
                  </a:cubicBezTo>
                  <a:cubicBezTo>
                    <a:pt x="12245" y="1131"/>
                    <a:pt x="12925" y="1003"/>
                    <a:pt x="13570" y="1003"/>
                  </a:cubicBezTo>
                  <a:cubicBezTo>
                    <a:pt x="15096" y="1003"/>
                    <a:pt x="16428" y="1720"/>
                    <a:pt x="18186" y="1828"/>
                  </a:cubicBezTo>
                  <a:cubicBezTo>
                    <a:pt x="18266" y="1832"/>
                    <a:pt x="18347" y="1835"/>
                    <a:pt x="18426" y="1835"/>
                  </a:cubicBezTo>
                  <a:cubicBezTo>
                    <a:pt x="19758" y="1835"/>
                    <a:pt x="20910" y="1211"/>
                    <a:pt x="21760" y="267"/>
                  </a:cubicBezTo>
                  <a:cubicBezTo>
                    <a:pt x="20745" y="90"/>
                    <a:pt x="19716" y="1"/>
                    <a:pt x="18686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4" name="Google Shape;2067;p36"/>
            <p:cNvSpPr/>
            <p:nvPr/>
          </p:nvSpPr>
          <p:spPr>
            <a:xfrm>
              <a:off x="1639851" y="3078605"/>
              <a:ext cx="53926" cy="114369"/>
            </a:xfrm>
            <a:custGeom>
              <a:avLst/>
              <a:gdLst/>
              <a:ahLst/>
              <a:cxnLst/>
              <a:rect l="l" t="t" r="r" b="b"/>
              <a:pathLst>
                <a:path w="1928" h="4089" extrusionOk="0">
                  <a:moveTo>
                    <a:pt x="1927" y="1"/>
                  </a:moveTo>
                  <a:lnTo>
                    <a:pt x="1927" y="1"/>
                  </a:lnTo>
                  <a:cubicBezTo>
                    <a:pt x="1201" y="334"/>
                    <a:pt x="634" y="988"/>
                    <a:pt x="340" y="1741"/>
                  </a:cubicBezTo>
                  <a:cubicBezTo>
                    <a:pt x="47" y="2488"/>
                    <a:pt x="0" y="3355"/>
                    <a:pt x="307" y="4089"/>
                  </a:cubicBezTo>
                  <a:cubicBezTo>
                    <a:pt x="227" y="3328"/>
                    <a:pt x="334" y="2561"/>
                    <a:pt x="614" y="1848"/>
                  </a:cubicBezTo>
                  <a:cubicBezTo>
                    <a:pt x="900" y="1134"/>
                    <a:pt x="1347" y="501"/>
                    <a:pt x="192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5" name="Google Shape;2068;p36"/>
            <p:cNvSpPr/>
            <p:nvPr/>
          </p:nvSpPr>
          <p:spPr>
            <a:xfrm>
              <a:off x="1546039" y="3223154"/>
              <a:ext cx="97755" cy="174980"/>
            </a:xfrm>
            <a:custGeom>
              <a:avLst/>
              <a:gdLst/>
              <a:ahLst/>
              <a:cxnLst/>
              <a:rect l="l" t="t" r="r" b="b"/>
              <a:pathLst>
                <a:path w="3495" h="6256" extrusionOk="0">
                  <a:moveTo>
                    <a:pt x="1614" y="1"/>
                  </a:moveTo>
                  <a:lnTo>
                    <a:pt x="1614" y="1"/>
                  </a:lnTo>
                  <a:cubicBezTo>
                    <a:pt x="1434" y="34"/>
                    <a:pt x="1274" y="114"/>
                    <a:pt x="1147" y="234"/>
                  </a:cubicBezTo>
                  <a:lnTo>
                    <a:pt x="940" y="408"/>
                  </a:lnTo>
                  <a:lnTo>
                    <a:pt x="760" y="601"/>
                  </a:lnTo>
                  <a:cubicBezTo>
                    <a:pt x="527" y="874"/>
                    <a:pt x="347" y="1188"/>
                    <a:pt x="233" y="1528"/>
                  </a:cubicBezTo>
                  <a:cubicBezTo>
                    <a:pt x="0" y="2228"/>
                    <a:pt x="20" y="2982"/>
                    <a:pt x="287" y="3662"/>
                  </a:cubicBezTo>
                  <a:cubicBezTo>
                    <a:pt x="420" y="4002"/>
                    <a:pt x="620" y="4309"/>
                    <a:pt x="867" y="4575"/>
                  </a:cubicBezTo>
                  <a:cubicBezTo>
                    <a:pt x="1114" y="4829"/>
                    <a:pt x="1374" y="5069"/>
                    <a:pt x="1654" y="5282"/>
                  </a:cubicBezTo>
                  <a:cubicBezTo>
                    <a:pt x="2187" y="5709"/>
                    <a:pt x="2787" y="6176"/>
                    <a:pt x="3494" y="6256"/>
                  </a:cubicBezTo>
                  <a:cubicBezTo>
                    <a:pt x="2821" y="6056"/>
                    <a:pt x="2307" y="5562"/>
                    <a:pt x="1801" y="5109"/>
                  </a:cubicBezTo>
                  <a:cubicBezTo>
                    <a:pt x="1294" y="4649"/>
                    <a:pt x="787" y="4175"/>
                    <a:pt x="554" y="3555"/>
                  </a:cubicBezTo>
                  <a:cubicBezTo>
                    <a:pt x="307" y="2935"/>
                    <a:pt x="273" y="2241"/>
                    <a:pt x="453" y="1595"/>
                  </a:cubicBezTo>
                  <a:cubicBezTo>
                    <a:pt x="540" y="1274"/>
                    <a:pt x="680" y="961"/>
                    <a:pt x="867" y="681"/>
                  </a:cubicBezTo>
                  <a:lnTo>
                    <a:pt x="1020" y="481"/>
                  </a:lnTo>
                  <a:lnTo>
                    <a:pt x="1194" y="288"/>
                  </a:lnTo>
                  <a:cubicBezTo>
                    <a:pt x="1307" y="154"/>
                    <a:pt x="1447" y="54"/>
                    <a:pt x="161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6" name="Google Shape;2069;p36"/>
            <p:cNvSpPr/>
            <p:nvPr/>
          </p:nvSpPr>
          <p:spPr>
            <a:xfrm>
              <a:off x="1699902" y="3400736"/>
              <a:ext cx="183371" cy="19775"/>
            </a:xfrm>
            <a:custGeom>
              <a:avLst/>
              <a:gdLst/>
              <a:ahLst/>
              <a:cxnLst/>
              <a:rect l="l" t="t" r="r" b="b"/>
              <a:pathLst>
                <a:path w="6556" h="707" extrusionOk="0">
                  <a:moveTo>
                    <a:pt x="0" y="0"/>
                  </a:moveTo>
                  <a:cubicBezTo>
                    <a:pt x="454" y="347"/>
                    <a:pt x="994" y="567"/>
                    <a:pt x="1561" y="640"/>
                  </a:cubicBezTo>
                  <a:cubicBezTo>
                    <a:pt x="1874" y="685"/>
                    <a:pt x="2190" y="707"/>
                    <a:pt x="2507" y="707"/>
                  </a:cubicBezTo>
                  <a:cubicBezTo>
                    <a:pt x="2756" y="707"/>
                    <a:pt x="3005" y="693"/>
                    <a:pt x="3255" y="667"/>
                  </a:cubicBezTo>
                  <a:cubicBezTo>
                    <a:pt x="4093" y="591"/>
                    <a:pt x="4921" y="450"/>
                    <a:pt x="5754" y="450"/>
                  </a:cubicBezTo>
                  <a:cubicBezTo>
                    <a:pt x="6020" y="450"/>
                    <a:pt x="6287" y="465"/>
                    <a:pt x="6556" y="500"/>
                  </a:cubicBezTo>
                  <a:cubicBezTo>
                    <a:pt x="6070" y="344"/>
                    <a:pt x="5567" y="264"/>
                    <a:pt x="5064" y="264"/>
                  </a:cubicBezTo>
                  <a:cubicBezTo>
                    <a:pt x="5008" y="264"/>
                    <a:pt x="4951" y="265"/>
                    <a:pt x="4895" y="267"/>
                  </a:cubicBezTo>
                  <a:cubicBezTo>
                    <a:pt x="4328" y="274"/>
                    <a:pt x="3768" y="334"/>
                    <a:pt x="3221" y="387"/>
                  </a:cubicBezTo>
                  <a:cubicBezTo>
                    <a:pt x="2867" y="415"/>
                    <a:pt x="2508" y="438"/>
                    <a:pt x="2151" y="438"/>
                  </a:cubicBezTo>
                  <a:cubicBezTo>
                    <a:pt x="1414" y="438"/>
                    <a:pt x="683" y="342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7" name="Google Shape;2070;p36"/>
            <p:cNvSpPr/>
            <p:nvPr/>
          </p:nvSpPr>
          <p:spPr>
            <a:xfrm>
              <a:off x="1589113" y="3264186"/>
              <a:ext cx="37899" cy="100384"/>
            </a:xfrm>
            <a:custGeom>
              <a:avLst/>
              <a:gdLst/>
              <a:ahLst/>
              <a:cxnLst/>
              <a:rect l="l" t="t" r="r" b="b"/>
              <a:pathLst>
                <a:path w="1355" h="3589" extrusionOk="0">
                  <a:moveTo>
                    <a:pt x="454" y="1"/>
                  </a:moveTo>
                  <a:cubicBezTo>
                    <a:pt x="301" y="81"/>
                    <a:pt x="174" y="214"/>
                    <a:pt x="107" y="381"/>
                  </a:cubicBezTo>
                  <a:cubicBezTo>
                    <a:pt x="34" y="541"/>
                    <a:pt x="0" y="721"/>
                    <a:pt x="7" y="901"/>
                  </a:cubicBezTo>
                  <a:cubicBezTo>
                    <a:pt x="7" y="1248"/>
                    <a:pt x="87" y="1595"/>
                    <a:pt x="227" y="1915"/>
                  </a:cubicBezTo>
                  <a:cubicBezTo>
                    <a:pt x="481" y="2548"/>
                    <a:pt x="861" y="3122"/>
                    <a:pt x="1354" y="3588"/>
                  </a:cubicBezTo>
                  <a:cubicBezTo>
                    <a:pt x="1034" y="3015"/>
                    <a:pt x="747" y="2415"/>
                    <a:pt x="494" y="1808"/>
                  </a:cubicBezTo>
                  <a:cubicBezTo>
                    <a:pt x="367" y="1515"/>
                    <a:pt x="281" y="1208"/>
                    <a:pt x="227" y="888"/>
                  </a:cubicBezTo>
                  <a:cubicBezTo>
                    <a:pt x="194" y="581"/>
                    <a:pt x="220" y="248"/>
                    <a:pt x="45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8" name="Google Shape;2071;p36"/>
            <p:cNvSpPr/>
            <p:nvPr/>
          </p:nvSpPr>
          <p:spPr>
            <a:xfrm>
              <a:off x="1626789" y="3269976"/>
              <a:ext cx="39578" cy="70345"/>
            </a:xfrm>
            <a:custGeom>
              <a:avLst/>
              <a:gdLst/>
              <a:ahLst/>
              <a:cxnLst/>
              <a:rect l="l" t="t" r="r" b="b"/>
              <a:pathLst>
                <a:path w="1415" h="2515" extrusionOk="0">
                  <a:moveTo>
                    <a:pt x="267" y="1"/>
                  </a:moveTo>
                  <a:lnTo>
                    <a:pt x="267" y="1"/>
                  </a:lnTo>
                  <a:cubicBezTo>
                    <a:pt x="0" y="447"/>
                    <a:pt x="14" y="1048"/>
                    <a:pt x="241" y="1534"/>
                  </a:cubicBezTo>
                  <a:cubicBezTo>
                    <a:pt x="467" y="2014"/>
                    <a:pt x="901" y="2428"/>
                    <a:pt x="1414" y="2515"/>
                  </a:cubicBezTo>
                  <a:cubicBezTo>
                    <a:pt x="614" y="1941"/>
                    <a:pt x="181" y="981"/>
                    <a:pt x="26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9" name="Google Shape;2072;p36"/>
            <p:cNvSpPr/>
            <p:nvPr/>
          </p:nvSpPr>
          <p:spPr>
            <a:xfrm>
              <a:off x="1939577" y="3430384"/>
              <a:ext cx="213411" cy="96077"/>
            </a:xfrm>
            <a:custGeom>
              <a:avLst/>
              <a:gdLst/>
              <a:ahLst/>
              <a:cxnLst/>
              <a:rect l="l" t="t" r="r" b="b"/>
              <a:pathLst>
                <a:path w="7630" h="3435" extrusionOk="0">
                  <a:moveTo>
                    <a:pt x="573" y="1"/>
                  </a:moveTo>
                  <a:cubicBezTo>
                    <a:pt x="380" y="1"/>
                    <a:pt x="188" y="19"/>
                    <a:pt x="0" y="60"/>
                  </a:cubicBezTo>
                  <a:cubicBezTo>
                    <a:pt x="50" y="58"/>
                    <a:pt x="100" y="57"/>
                    <a:pt x="149" y="57"/>
                  </a:cubicBezTo>
                  <a:cubicBezTo>
                    <a:pt x="814" y="57"/>
                    <a:pt x="1438" y="261"/>
                    <a:pt x="2028" y="541"/>
                  </a:cubicBezTo>
                  <a:cubicBezTo>
                    <a:pt x="2661" y="841"/>
                    <a:pt x="3268" y="1207"/>
                    <a:pt x="3908" y="1534"/>
                  </a:cubicBezTo>
                  <a:cubicBezTo>
                    <a:pt x="4555" y="1854"/>
                    <a:pt x="5222" y="2121"/>
                    <a:pt x="5902" y="2341"/>
                  </a:cubicBezTo>
                  <a:cubicBezTo>
                    <a:pt x="6235" y="2448"/>
                    <a:pt x="6562" y="2574"/>
                    <a:pt x="6876" y="2734"/>
                  </a:cubicBezTo>
                  <a:cubicBezTo>
                    <a:pt x="7196" y="2888"/>
                    <a:pt x="7456" y="3128"/>
                    <a:pt x="7629" y="3435"/>
                  </a:cubicBezTo>
                  <a:cubicBezTo>
                    <a:pt x="7522" y="3095"/>
                    <a:pt x="7256" y="2808"/>
                    <a:pt x="6956" y="2608"/>
                  </a:cubicBezTo>
                  <a:cubicBezTo>
                    <a:pt x="6642" y="2421"/>
                    <a:pt x="6315" y="2261"/>
                    <a:pt x="5975" y="2134"/>
                  </a:cubicBezTo>
                  <a:cubicBezTo>
                    <a:pt x="5322" y="1868"/>
                    <a:pt x="4682" y="1574"/>
                    <a:pt x="4048" y="1267"/>
                  </a:cubicBezTo>
                  <a:cubicBezTo>
                    <a:pt x="3415" y="961"/>
                    <a:pt x="2788" y="601"/>
                    <a:pt x="2121" y="334"/>
                  </a:cubicBezTo>
                  <a:cubicBezTo>
                    <a:pt x="1633" y="139"/>
                    <a:pt x="1099" y="1"/>
                    <a:pt x="57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0" name="Google Shape;2073;p36"/>
            <p:cNvSpPr/>
            <p:nvPr/>
          </p:nvSpPr>
          <p:spPr>
            <a:xfrm>
              <a:off x="2195111" y="3368095"/>
              <a:ext cx="123683" cy="126676"/>
            </a:xfrm>
            <a:custGeom>
              <a:avLst/>
              <a:gdLst/>
              <a:ahLst/>
              <a:cxnLst/>
              <a:rect l="l" t="t" r="r" b="b"/>
              <a:pathLst>
                <a:path w="4422" h="4529" extrusionOk="0">
                  <a:moveTo>
                    <a:pt x="4421" y="0"/>
                  </a:moveTo>
                  <a:lnTo>
                    <a:pt x="4421" y="0"/>
                  </a:lnTo>
                  <a:cubicBezTo>
                    <a:pt x="3495" y="540"/>
                    <a:pt x="2661" y="1227"/>
                    <a:pt x="1887" y="1961"/>
                  </a:cubicBezTo>
                  <a:cubicBezTo>
                    <a:pt x="1501" y="2334"/>
                    <a:pt x="1134" y="2734"/>
                    <a:pt x="794" y="3134"/>
                  </a:cubicBezTo>
                  <a:cubicBezTo>
                    <a:pt x="454" y="3534"/>
                    <a:pt x="94" y="3988"/>
                    <a:pt x="0" y="4528"/>
                  </a:cubicBezTo>
                  <a:cubicBezTo>
                    <a:pt x="214" y="4028"/>
                    <a:pt x="587" y="3661"/>
                    <a:pt x="961" y="3281"/>
                  </a:cubicBezTo>
                  <a:cubicBezTo>
                    <a:pt x="1334" y="2908"/>
                    <a:pt x="1714" y="2534"/>
                    <a:pt x="2094" y="2167"/>
                  </a:cubicBezTo>
                  <a:cubicBezTo>
                    <a:pt x="2854" y="1434"/>
                    <a:pt x="3635" y="734"/>
                    <a:pt x="442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1" name="Google Shape;2074;p36"/>
            <p:cNvSpPr/>
            <p:nvPr/>
          </p:nvSpPr>
          <p:spPr>
            <a:xfrm>
              <a:off x="2328276" y="3253390"/>
              <a:ext cx="42738" cy="81141"/>
            </a:xfrm>
            <a:custGeom>
              <a:avLst/>
              <a:gdLst/>
              <a:ahLst/>
              <a:cxnLst/>
              <a:rect l="l" t="t" r="r" b="b"/>
              <a:pathLst>
                <a:path w="1528" h="2901" extrusionOk="0">
                  <a:moveTo>
                    <a:pt x="1301" y="0"/>
                  </a:moveTo>
                  <a:lnTo>
                    <a:pt x="1301" y="0"/>
                  </a:lnTo>
                  <a:cubicBezTo>
                    <a:pt x="1288" y="534"/>
                    <a:pt x="1147" y="1060"/>
                    <a:pt x="894" y="1534"/>
                  </a:cubicBezTo>
                  <a:cubicBezTo>
                    <a:pt x="654" y="2007"/>
                    <a:pt x="307" y="2427"/>
                    <a:pt x="1" y="2901"/>
                  </a:cubicBezTo>
                  <a:cubicBezTo>
                    <a:pt x="481" y="2587"/>
                    <a:pt x="874" y="2167"/>
                    <a:pt x="1154" y="1667"/>
                  </a:cubicBezTo>
                  <a:cubicBezTo>
                    <a:pt x="1408" y="1167"/>
                    <a:pt x="1528" y="534"/>
                    <a:pt x="13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2" name="Google Shape;2075;p36"/>
            <p:cNvSpPr/>
            <p:nvPr/>
          </p:nvSpPr>
          <p:spPr>
            <a:xfrm>
              <a:off x="1970736" y="3462829"/>
              <a:ext cx="136745" cy="595202"/>
            </a:xfrm>
            <a:custGeom>
              <a:avLst/>
              <a:gdLst/>
              <a:ahLst/>
              <a:cxnLst/>
              <a:rect l="l" t="t" r="r" b="b"/>
              <a:pathLst>
                <a:path w="4889" h="21280" extrusionOk="0">
                  <a:moveTo>
                    <a:pt x="3743" y="1"/>
                  </a:moveTo>
                  <a:cubicBezTo>
                    <a:pt x="3672" y="1"/>
                    <a:pt x="3600" y="18"/>
                    <a:pt x="3534" y="54"/>
                  </a:cubicBezTo>
                  <a:cubicBezTo>
                    <a:pt x="3328" y="174"/>
                    <a:pt x="3254" y="441"/>
                    <a:pt x="3368" y="648"/>
                  </a:cubicBezTo>
                  <a:cubicBezTo>
                    <a:pt x="3374" y="654"/>
                    <a:pt x="3808" y="1621"/>
                    <a:pt x="2087" y="3608"/>
                  </a:cubicBezTo>
                  <a:cubicBezTo>
                    <a:pt x="240" y="5742"/>
                    <a:pt x="0" y="8976"/>
                    <a:pt x="1334" y="13498"/>
                  </a:cubicBezTo>
                  <a:cubicBezTo>
                    <a:pt x="2374" y="17025"/>
                    <a:pt x="1400" y="20693"/>
                    <a:pt x="1387" y="20726"/>
                  </a:cubicBezTo>
                  <a:cubicBezTo>
                    <a:pt x="1327" y="20960"/>
                    <a:pt x="1467" y="21200"/>
                    <a:pt x="1701" y="21260"/>
                  </a:cubicBezTo>
                  <a:cubicBezTo>
                    <a:pt x="1734" y="21273"/>
                    <a:pt x="1774" y="21280"/>
                    <a:pt x="1814" y="21280"/>
                  </a:cubicBezTo>
                  <a:cubicBezTo>
                    <a:pt x="2007" y="21280"/>
                    <a:pt x="2181" y="21153"/>
                    <a:pt x="2234" y="20960"/>
                  </a:cubicBezTo>
                  <a:cubicBezTo>
                    <a:pt x="2274" y="20800"/>
                    <a:pt x="3281" y="17019"/>
                    <a:pt x="2167" y="13251"/>
                  </a:cubicBezTo>
                  <a:cubicBezTo>
                    <a:pt x="920" y="9030"/>
                    <a:pt x="1114" y="6062"/>
                    <a:pt x="2747" y="4182"/>
                  </a:cubicBezTo>
                  <a:cubicBezTo>
                    <a:pt x="4888" y="1695"/>
                    <a:pt x="4215" y="361"/>
                    <a:pt x="4135" y="221"/>
                  </a:cubicBezTo>
                  <a:cubicBezTo>
                    <a:pt x="4048" y="80"/>
                    <a:pt x="3897" y="1"/>
                    <a:pt x="374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3" name="Google Shape;2076;p36"/>
            <p:cNvSpPr/>
            <p:nvPr/>
          </p:nvSpPr>
          <p:spPr>
            <a:xfrm>
              <a:off x="2199810" y="3449236"/>
              <a:ext cx="227536" cy="542590"/>
            </a:xfrm>
            <a:custGeom>
              <a:avLst/>
              <a:gdLst/>
              <a:ahLst/>
              <a:cxnLst/>
              <a:rect l="l" t="t" r="r" b="b"/>
              <a:pathLst>
                <a:path w="8135" h="19399" extrusionOk="0">
                  <a:moveTo>
                    <a:pt x="612" y="1"/>
                  </a:moveTo>
                  <a:cubicBezTo>
                    <a:pt x="295" y="1"/>
                    <a:pt x="1" y="375"/>
                    <a:pt x="259" y="707"/>
                  </a:cubicBezTo>
                  <a:cubicBezTo>
                    <a:pt x="286" y="740"/>
                    <a:pt x="919" y="1574"/>
                    <a:pt x="3420" y="5828"/>
                  </a:cubicBezTo>
                  <a:cubicBezTo>
                    <a:pt x="4780" y="8115"/>
                    <a:pt x="5220" y="10763"/>
                    <a:pt x="5647" y="13303"/>
                  </a:cubicBezTo>
                  <a:cubicBezTo>
                    <a:pt x="6014" y="15484"/>
                    <a:pt x="6361" y="17545"/>
                    <a:pt x="7261" y="19172"/>
                  </a:cubicBezTo>
                  <a:cubicBezTo>
                    <a:pt x="7334" y="19312"/>
                    <a:pt x="7488" y="19398"/>
                    <a:pt x="7648" y="19398"/>
                  </a:cubicBezTo>
                  <a:cubicBezTo>
                    <a:pt x="7714" y="19398"/>
                    <a:pt x="7788" y="19378"/>
                    <a:pt x="7854" y="19345"/>
                  </a:cubicBezTo>
                  <a:cubicBezTo>
                    <a:pt x="8061" y="19225"/>
                    <a:pt x="8134" y="18958"/>
                    <a:pt x="8021" y="18745"/>
                  </a:cubicBezTo>
                  <a:cubicBezTo>
                    <a:pt x="7194" y="17251"/>
                    <a:pt x="6861" y="15271"/>
                    <a:pt x="6501" y="13163"/>
                  </a:cubicBezTo>
                  <a:cubicBezTo>
                    <a:pt x="6087" y="10663"/>
                    <a:pt x="5614" y="7815"/>
                    <a:pt x="4180" y="5381"/>
                  </a:cubicBezTo>
                  <a:cubicBezTo>
                    <a:pt x="1619" y="1034"/>
                    <a:pt x="966" y="200"/>
                    <a:pt x="946" y="173"/>
                  </a:cubicBezTo>
                  <a:cubicBezTo>
                    <a:pt x="849" y="51"/>
                    <a:pt x="729" y="1"/>
                    <a:pt x="61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4" name="Google Shape;2077;p36"/>
            <p:cNvSpPr/>
            <p:nvPr/>
          </p:nvSpPr>
          <p:spPr>
            <a:xfrm>
              <a:off x="1703454" y="3029658"/>
              <a:ext cx="610865" cy="465281"/>
            </a:xfrm>
            <a:custGeom>
              <a:avLst/>
              <a:gdLst/>
              <a:ahLst/>
              <a:cxnLst/>
              <a:rect l="l" t="t" r="r" b="b"/>
              <a:pathLst>
                <a:path w="21840" h="16635" extrusionOk="0">
                  <a:moveTo>
                    <a:pt x="11930" y="1"/>
                  </a:moveTo>
                  <a:cubicBezTo>
                    <a:pt x="11615" y="1"/>
                    <a:pt x="11294" y="8"/>
                    <a:pt x="10970" y="24"/>
                  </a:cubicBezTo>
                  <a:cubicBezTo>
                    <a:pt x="9563" y="90"/>
                    <a:pt x="8396" y="197"/>
                    <a:pt x="7402" y="330"/>
                  </a:cubicBezTo>
                  <a:cubicBezTo>
                    <a:pt x="5408" y="604"/>
                    <a:pt x="4168" y="1024"/>
                    <a:pt x="3294" y="1571"/>
                  </a:cubicBezTo>
                  <a:cubicBezTo>
                    <a:pt x="1994" y="2398"/>
                    <a:pt x="2221" y="3698"/>
                    <a:pt x="2221" y="3698"/>
                  </a:cubicBezTo>
                  <a:cubicBezTo>
                    <a:pt x="660" y="3971"/>
                    <a:pt x="0" y="5658"/>
                    <a:pt x="800" y="6799"/>
                  </a:cubicBezTo>
                  <a:cubicBezTo>
                    <a:pt x="1601" y="7939"/>
                    <a:pt x="5842" y="8919"/>
                    <a:pt x="9309" y="10940"/>
                  </a:cubicBezTo>
                  <a:cubicBezTo>
                    <a:pt x="12777" y="12967"/>
                    <a:pt x="16198" y="16635"/>
                    <a:pt x="16198" y="16635"/>
                  </a:cubicBezTo>
                  <a:cubicBezTo>
                    <a:pt x="17392" y="13227"/>
                    <a:pt x="21839" y="8459"/>
                    <a:pt x="21533" y="5759"/>
                  </a:cubicBezTo>
                  <a:cubicBezTo>
                    <a:pt x="21493" y="5398"/>
                    <a:pt x="21419" y="5045"/>
                    <a:pt x="21306" y="4705"/>
                  </a:cubicBezTo>
                  <a:cubicBezTo>
                    <a:pt x="20811" y="3171"/>
                    <a:pt x="19800" y="3124"/>
                    <a:pt x="19678" y="3124"/>
                  </a:cubicBezTo>
                  <a:cubicBezTo>
                    <a:pt x="19670" y="3124"/>
                    <a:pt x="19665" y="3124"/>
                    <a:pt x="19665" y="3124"/>
                  </a:cubicBezTo>
                  <a:cubicBezTo>
                    <a:pt x="19952" y="1565"/>
                    <a:pt x="16478" y="1"/>
                    <a:pt x="11930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5" name="Google Shape;2078;p36"/>
            <p:cNvSpPr/>
            <p:nvPr/>
          </p:nvSpPr>
          <p:spPr>
            <a:xfrm>
              <a:off x="1704573" y="3021435"/>
              <a:ext cx="614585" cy="481727"/>
            </a:xfrm>
            <a:custGeom>
              <a:avLst/>
              <a:gdLst/>
              <a:ahLst/>
              <a:cxnLst/>
              <a:rect l="l" t="t" r="r" b="b"/>
              <a:pathLst>
                <a:path w="21973" h="17223" extrusionOk="0">
                  <a:moveTo>
                    <a:pt x="11897" y="584"/>
                  </a:moveTo>
                  <a:cubicBezTo>
                    <a:pt x="15431" y="584"/>
                    <a:pt x="18172" y="1551"/>
                    <a:pt x="19045" y="2552"/>
                  </a:cubicBezTo>
                  <a:cubicBezTo>
                    <a:pt x="19292" y="2832"/>
                    <a:pt x="19392" y="3098"/>
                    <a:pt x="19339" y="3358"/>
                  </a:cubicBezTo>
                  <a:cubicBezTo>
                    <a:pt x="19325" y="3445"/>
                    <a:pt x="19345" y="3532"/>
                    <a:pt x="19405" y="3599"/>
                  </a:cubicBezTo>
                  <a:cubicBezTo>
                    <a:pt x="19461" y="3660"/>
                    <a:pt x="19534" y="3699"/>
                    <a:pt x="19613" y="3699"/>
                  </a:cubicBezTo>
                  <a:cubicBezTo>
                    <a:pt x="19620" y="3699"/>
                    <a:pt x="19626" y="3699"/>
                    <a:pt x="19632" y="3699"/>
                  </a:cubicBezTo>
                  <a:cubicBezTo>
                    <a:pt x="19672" y="3699"/>
                    <a:pt x="20546" y="3712"/>
                    <a:pt x="20993" y="5092"/>
                  </a:cubicBezTo>
                  <a:cubicBezTo>
                    <a:pt x="21093" y="5412"/>
                    <a:pt x="21166" y="5746"/>
                    <a:pt x="21199" y="6086"/>
                  </a:cubicBezTo>
                  <a:cubicBezTo>
                    <a:pt x="21366" y="7580"/>
                    <a:pt x="19899" y="9887"/>
                    <a:pt x="18472" y="12127"/>
                  </a:cubicBezTo>
                  <a:cubicBezTo>
                    <a:pt x="17552" y="13581"/>
                    <a:pt x="16591" y="15068"/>
                    <a:pt x="16051" y="16402"/>
                  </a:cubicBezTo>
                  <a:cubicBezTo>
                    <a:pt x="15104" y="15448"/>
                    <a:pt x="12263" y="12648"/>
                    <a:pt x="9423" y="10987"/>
                  </a:cubicBezTo>
                  <a:cubicBezTo>
                    <a:pt x="7782" y="10034"/>
                    <a:pt x="6082" y="9353"/>
                    <a:pt x="4435" y="8693"/>
                  </a:cubicBezTo>
                  <a:cubicBezTo>
                    <a:pt x="2794" y="8033"/>
                    <a:pt x="1374" y="7460"/>
                    <a:pt x="994" y="6926"/>
                  </a:cubicBezTo>
                  <a:cubicBezTo>
                    <a:pt x="674" y="6473"/>
                    <a:pt x="614" y="5886"/>
                    <a:pt x="834" y="5379"/>
                  </a:cubicBezTo>
                  <a:cubicBezTo>
                    <a:pt x="1074" y="4792"/>
                    <a:pt x="1601" y="4372"/>
                    <a:pt x="2227" y="4272"/>
                  </a:cubicBezTo>
                  <a:cubicBezTo>
                    <a:pt x="2388" y="4252"/>
                    <a:pt x="2494" y="4099"/>
                    <a:pt x="2461" y="3939"/>
                  </a:cubicBezTo>
                  <a:cubicBezTo>
                    <a:pt x="2461" y="3925"/>
                    <a:pt x="2287" y="2825"/>
                    <a:pt x="3414" y="2118"/>
                  </a:cubicBezTo>
                  <a:cubicBezTo>
                    <a:pt x="4301" y="1545"/>
                    <a:pt x="5582" y="1165"/>
                    <a:pt x="7402" y="918"/>
                  </a:cubicBezTo>
                  <a:cubicBezTo>
                    <a:pt x="8402" y="771"/>
                    <a:pt x="9596" y="671"/>
                    <a:pt x="10936" y="604"/>
                  </a:cubicBezTo>
                  <a:lnTo>
                    <a:pt x="11897" y="584"/>
                  </a:lnTo>
                  <a:close/>
                  <a:moveTo>
                    <a:pt x="11881" y="0"/>
                  </a:moveTo>
                  <a:cubicBezTo>
                    <a:pt x="11561" y="0"/>
                    <a:pt x="11239" y="8"/>
                    <a:pt x="10916" y="24"/>
                  </a:cubicBezTo>
                  <a:cubicBezTo>
                    <a:pt x="9556" y="91"/>
                    <a:pt x="8342" y="191"/>
                    <a:pt x="7329" y="331"/>
                  </a:cubicBezTo>
                  <a:cubicBezTo>
                    <a:pt x="5415" y="598"/>
                    <a:pt x="4175" y="938"/>
                    <a:pt x="3094" y="1625"/>
                  </a:cubicBezTo>
                  <a:cubicBezTo>
                    <a:pt x="2007" y="2305"/>
                    <a:pt x="1867" y="3292"/>
                    <a:pt x="1867" y="3759"/>
                  </a:cubicBezTo>
                  <a:cubicBezTo>
                    <a:pt x="1161" y="3959"/>
                    <a:pt x="580" y="4472"/>
                    <a:pt x="294" y="5152"/>
                  </a:cubicBezTo>
                  <a:cubicBezTo>
                    <a:pt x="0" y="5846"/>
                    <a:pt x="87" y="6646"/>
                    <a:pt x="520" y="7266"/>
                  </a:cubicBezTo>
                  <a:cubicBezTo>
                    <a:pt x="1000" y="7940"/>
                    <a:pt x="2421" y="8506"/>
                    <a:pt x="4221" y="9233"/>
                  </a:cubicBezTo>
                  <a:cubicBezTo>
                    <a:pt x="5768" y="9854"/>
                    <a:pt x="7522" y="10554"/>
                    <a:pt x="9123" y="11487"/>
                  </a:cubicBezTo>
                  <a:cubicBezTo>
                    <a:pt x="12517" y="13461"/>
                    <a:pt x="15904" y="17095"/>
                    <a:pt x="15938" y="17129"/>
                  </a:cubicBezTo>
                  <a:cubicBezTo>
                    <a:pt x="15998" y="17189"/>
                    <a:pt x="16071" y="17222"/>
                    <a:pt x="16158" y="17222"/>
                  </a:cubicBezTo>
                  <a:lnTo>
                    <a:pt x="16211" y="17222"/>
                  </a:lnTo>
                  <a:cubicBezTo>
                    <a:pt x="16318" y="17195"/>
                    <a:pt x="16398" y="17129"/>
                    <a:pt x="16431" y="17029"/>
                  </a:cubicBezTo>
                  <a:cubicBezTo>
                    <a:pt x="16905" y="15662"/>
                    <a:pt x="17952" y="14021"/>
                    <a:pt x="18959" y="12434"/>
                  </a:cubicBezTo>
                  <a:cubicBezTo>
                    <a:pt x="20506" y="10007"/>
                    <a:pt x="21973" y="7706"/>
                    <a:pt x="21773" y="6019"/>
                  </a:cubicBezTo>
                  <a:cubicBezTo>
                    <a:pt x="21733" y="5639"/>
                    <a:pt x="21659" y="5272"/>
                    <a:pt x="21553" y="4906"/>
                  </a:cubicBezTo>
                  <a:cubicBezTo>
                    <a:pt x="21133" y="3619"/>
                    <a:pt x="20366" y="3258"/>
                    <a:pt x="19932" y="3158"/>
                  </a:cubicBezTo>
                  <a:cubicBezTo>
                    <a:pt x="19892" y="2792"/>
                    <a:pt x="19739" y="2445"/>
                    <a:pt x="19485" y="2171"/>
                  </a:cubicBezTo>
                  <a:cubicBezTo>
                    <a:pt x="18347" y="875"/>
                    <a:pt x="15240" y="0"/>
                    <a:pt x="1188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6" name="Google Shape;2079;p36"/>
            <p:cNvSpPr/>
            <p:nvPr/>
          </p:nvSpPr>
          <p:spPr>
            <a:xfrm>
              <a:off x="1703454" y="3038888"/>
              <a:ext cx="610865" cy="456051"/>
            </a:xfrm>
            <a:custGeom>
              <a:avLst/>
              <a:gdLst/>
              <a:ahLst/>
              <a:cxnLst/>
              <a:rect l="l" t="t" r="r" b="b"/>
              <a:pathLst>
                <a:path w="21840" h="16305" extrusionOk="0">
                  <a:moveTo>
                    <a:pt x="7402" y="0"/>
                  </a:moveTo>
                  <a:lnTo>
                    <a:pt x="7402" y="0"/>
                  </a:lnTo>
                  <a:cubicBezTo>
                    <a:pt x="5408" y="274"/>
                    <a:pt x="4168" y="694"/>
                    <a:pt x="3294" y="1241"/>
                  </a:cubicBezTo>
                  <a:cubicBezTo>
                    <a:pt x="1994" y="2068"/>
                    <a:pt x="2221" y="3368"/>
                    <a:pt x="2221" y="3368"/>
                  </a:cubicBezTo>
                  <a:cubicBezTo>
                    <a:pt x="660" y="3641"/>
                    <a:pt x="0" y="5328"/>
                    <a:pt x="800" y="6469"/>
                  </a:cubicBezTo>
                  <a:cubicBezTo>
                    <a:pt x="1601" y="7609"/>
                    <a:pt x="5842" y="8589"/>
                    <a:pt x="9309" y="10610"/>
                  </a:cubicBezTo>
                  <a:cubicBezTo>
                    <a:pt x="12777" y="12637"/>
                    <a:pt x="16198" y="16305"/>
                    <a:pt x="16198" y="16305"/>
                  </a:cubicBezTo>
                  <a:cubicBezTo>
                    <a:pt x="17392" y="12897"/>
                    <a:pt x="21839" y="8129"/>
                    <a:pt x="21533" y="5429"/>
                  </a:cubicBezTo>
                  <a:cubicBezTo>
                    <a:pt x="21493" y="5068"/>
                    <a:pt x="21419" y="4715"/>
                    <a:pt x="21306" y="4375"/>
                  </a:cubicBezTo>
                  <a:cubicBezTo>
                    <a:pt x="21139" y="4755"/>
                    <a:pt x="21013" y="5162"/>
                    <a:pt x="20879" y="5535"/>
                  </a:cubicBezTo>
                  <a:cubicBezTo>
                    <a:pt x="19932" y="8243"/>
                    <a:pt x="18265" y="10630"/>
                    <a:pt x="16611" y="12977"/>
                  </a:cubicBezTo>
                  <a:cubicBezTo>
                    <a:pt x="16338" y="13371"/>
                    <a:pt x="16071" y="13804"/>
                    <a:pt x="15491" y="13824"/>
                  </a:cubicBezTo>
                  <a:cubicBezTo>
                    <a:pt x="15485" y="13824"/>
                    <a:pt x="15478" y="13824"/>
                    <a:pt x="15472" y="13824"/>
                  </a:cubicBezTo>
                  <a:cubicBezTo>
                    <a:pt x="14896" y="13824"/>
                    <a:pt x="14527" y="13232"/>
                    <a:pt x="14231" y="12730"/>
                  </a:cubicBezTo>
                  <a:cubicBezTo>
                    <a:pt x="12297" y="9456"/>
                    <a:pt x="8743" y="7189"/>
                    <a:pt x="4955" y="6802"/>
                  </a:cubicBezTo>
                  <a:cubicBezTo>
                    <a:pt x="4228" y="6729"/>
                    <a:pt x="3408" y="6696"/>
                    <a:pt x="2874" y="6202"/>
                  </a:cubicBezTo>
                  <a:cubicBezTo>
                    <a:pt x="2341" y="5709"/>
                    <a:pt x="2428" y="4568"/>
                    <a:pt x="3154" y="4475"/>
                  </a:cubicBezTo>
                  <a:cubicBezTo>
                    <a:pt x="2874" y="3595"/>
                    <a:pt x="3234" y="2428"/>
                    <a:pt x="4001" y="1888"/>
                  </a:cubicBezTo>
                  <a:cubicBezTo>
                    <a:pt x="4621" y="1434"/>
                    <a:pt x="5368" y="1627"/>
                    <a:pt x="6002" y="1387"/>
                  </a:cubicBezTo>
                  <a:cubicBezTo>
                    <a:pt x="6635" y="1141"/>
                    <a:pt x="7095" y="634"/>
                    <a:pt x="7402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7" name="Google Shape;2080;p36"/>
            <p:cNvSpPr/>
            <p:nvPr/>
          </p:nvSpPr>
          <p:spPr>
            <a:xfrm>
              <a:off x="1740738" y="3163662"/>
              <a:ext cx="52276" cy="52723"/>
            </a:xfrm>
            <a:custGeom>
              <a:avLst/>
              <a:gdLst/>
              <a:ahLst/>
              <a:cxnLst/>
              <a:rect l="l" t="t" r="r" b="b"/>
              <a:pathLst>
                <a:path w="1869" h="1885" extrusionOk="0">
                  <a:moveTo>
                    <a:pt x="661" y="1"/>
                  </a:moveTo>
                  <a:lnTo>
                    <a:pt x="661" y="1"/>
                  </a:lnTo>
                  <a:cubicBezTo>
                    <a:pt x="388" y="14"/>
                    <a:pt x="154" y="267"/>
                    <a:pt x="74" y="567"/>
                  </a:cubicBezTo>
                  <a:cubicBezTo>
                    <a:pt x="1" y="867"/>
                    <a:pt x="128" y="1194"/>
                    <a:pt x="321" y="1408"/>
                  </a:cubicBezTo>
                  <a:cubicBezTo>
                    <a:pt x="508" y="1628"/>
                    <a:pt x="768" y="1774"/>
                    <a:pt x="1055" y="1834"/>
                  </a:cubicBezTo>
                  <a:cubicBezTo>
                    <a:pt x="1216" y="1867"/>
                    <a:pt x="1380" y="1884"/>
                    <a:pt x="1545" y="1884"/>
                  </a:cubicBezTo>
                  <a:cubicBezTo>
                    <a:pt x="1652" y="1884"/>
                    <a:pt x="1760" y="1877"/>
                    <a:pt x="1868" y="1861"/>
                  </a:cubicBezTo>
                  <a:cubicBezTo>
                    <a:pt x="1355" y="1708"/>
                    <a:pt x="841" y="1574"/>
                    <a:pt x="534" y="1214"/>
                  </a:cubicBezTo>
                  <a:cubicBezTo>
                    <a:pt x="381" y="1048"/>
                    <a:pt x="294" y="827"/>
                    <a:pt x="301" y="601"/>
                  </a:cubicBezTo>
                  <a:cubicBezTo>
                    <a:pt x="314" y="354"/>
                    <a:pt x="448" y="127"/>
                    <a:pt x="6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8" name="Google Shape;2081;p36"/>
            <p:cNvSpPr/>
            <p:nvPr/>
          </p:nvSpPr>
          <p:spPr>
            <a:xfrm>
              <a:off x="1830830" y="3248719"/>
              <a:ext cx="85840" cy="31550"/>
            </a:xfrm>
            <a:custGeom>
              <a:avLst/>
              <a:gdLst/>
              <a:ahLst/>
              <a:cxnLst/>
              <a:rect l="l" t="t" r="r" b="b"/>
              <a:pathLst>
                <a:path w="3069" h="1128" extrusionOk="0">
                  <a:moveTo>
                    <a:pt x="1" y="0"/>
                  </a:moveTo>
                  <a:cubicBezTo>
                    <a:pt x="888" y="674"/>
                    <a:pt x="1955" y="1067"/>
                    <a:pt x="3068" y="1127"/>
                  </a:cubicBezTo>
                  <a:cubicBezTo>
                    <a:pt x="2568" y="894"/>
                    <a:pt x="2055" y="701"/>
                    <a:pt x="1548" y="521"/>
                  </a:cubicBezTo>
                  <a:cubicBezTo>
                    <a:pt x="1041" y="334"/>
                    <a:pt x="541" y="140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9" name="Google Shape;2082;p36"/>
            <p:cNvSpPr/>
            <p:nvPr/>
          </p:nvSpPr>
          <p:spPr>
            <a:xfrm>
              <a:off x="1952247" y="3290870"/>
              <a:ext cx="190280" cy="131151"/>
            </a:xfrm>
            <a:custGeom>
              <a:avLst/>
              <a:gdLst/>
              <a:ahLst/>
              <a:cxnLst/>
              <a:rect l="l" t="t" r="r" b="b"/>
              <a:pathLst>
                <a:path w="6803" h="4689" extrusionOk="0">
                  <a:moveTo>
                    <a:pt x="1" y="0"/>
                  </a:moveTo>
                  <a:lnTo>
                    <a:pt x="1" y="0"/>
                  </a:lnTo>
                  <a:cubicBezTo>
                    <a:pt x="1221" y="647"/>
                    <a:pt x="2408" y="1361"/>
                    <a:pt x="3549" y="2134"/>
                  </a:cubicBezTo>
                  <a:cubicBezTo>
                    <a:pt x="4682" y="2921"/>
                    <a:pt x="5769" y="3775"/>
                    <a:pt x="6803" y="4688"/>
                  </a:cubicBezTo>
                  <a:cubicBezTo>
                    <a:pt x="5903" y="3615"/>
                    <a:pt x="4862" y="2674"/>
                    <a:pt x="3709" y="1894"/>
                  </a:cubicBezTo>
                  <a:cubicBezTo>
                    <a:pt x="2562" y="1101"/>
                    <a:pt x="1315" y="467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0" name="Google Shape;2083;p36"/>
            <p:cNvSpPr/>
            <p:nvPr/>
          </p:nvSpPr>
          <p:spPr>
            <a:xfrm>
              <a:off x="2161351" y="3355033"/>
              <a:ext cx="41060" cy="66233"/>
            </a:xfrm>
            <a:custGeom>
              <a:avLst/>
              <a:gdLst/>
              <a:ahLst/>
              <a:cxnLst/>
              <a:rect l="l" t="t" r="r" b="b"/>
              <a:pathLst>
                <a:path w="1468" h="2368" extrusionOk="0">
                  <a:moveTo>
                    <a:pt x="1467" y="0"/>
                  </a:moveTo>
                  <a:lnTo>
                    <a:pt x="1467" y="0"/>
                  </a:lnTo>
                  <a:cubicBezTo>
                    <a:pt x="1021" y="200"/>
                    <a:pt x="640" y="534"/>
                    <a:pt x="394" y="961"/>
                  </a:cubicBezTo>
                  <a:cubicBezTo>
                    <a:pt x="154" y="1387"/>
                    <a:pt x="0" y="1874"/>
                    <a:pt x="54" y="2368"/>
                  </a:cubicBezTo>
                  <a:cubicBezTo>
                    <a:pt x="214" y="1934"/>
                    <a:pt x="414" y="1514"/>
                    <a:pt x="640" y="1107"/>
                  </a:cubicBezTo>
                  <a:cubicBezTo>
                    <a:pt x="880" y="714"/>
                    <a:pt x="1161" y="347"/>
                    <a:pt x="14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1" name="Google Shape;2084;p36"/>
            <p:cNvSpPr/>
            <p:nvPr/>
          </p:nvSpPr>
          <p:spPr>
            <a:xfrm>
              <a:off x="1779169" y="2975060"/>
              <a:ext cx="485335" cy="283756"/>
            </a:xfrm>
            <a:custGeom>
              <a:avLst/>
              <a:gdLst/>
              <a:ahLst/>
              <a:cxnLst/>
              <a:rect l="l" t="t" r="r" b="b"/>
              <a:pathLst>
                <a:path w="17352" h="10145" extrusionOk="0">
                  <a:moveTo>
                    <a:pt x="7228" y="0"/>
                  </a:moveTo>
                  <a:cubicBezTo>
                    <a:pt x="6864" y="0"/>
                    <a:pt x="6496" y="5"/>
                    <a:pt x="6129" y="22"/>
                  </a:cubicBezTo>
                  <a:cubicBezTo>
                    <a:pt x="4955" y="75"/>
                    <a:pt x="3768" y="215"/>
                    <a:pt x="2708" y="589"/>
                  </a:cubicBezTo>
                  <a:cubicBezTo>
                    <a:pt x="981" y="1215"/>
                    <a:pt x="1688" y="2983"/>
                    <a:pt x="1861" y="3776"/>
                  </a:cubicBezTo>
                  <a:cubicBezTo>
                    <a:pt x="2034" y="4570"/>
                    <a:pt x="1" y="5817"/>
                    <a:pt x="754" y="7711"/>
                  </a:cubicBezTo>
                  <a:cubicBezTo>
                    <a:pt x="1399" y="9345"/>
                    <a:pt x="5241" y="10145"/>
                    <a:pt x="9115" y="10145"/>
                  </a:cubicBezTo>
                  <a:cubicBezTo>
                    <a:pt x="9730" y="10145"/>
                    <a:pt x="10346" y="10125"/>
                    <a:pt x="10950" y="10084"/>
                  </a:cubicBezTo>
                  <a:cubicBezTo>
                    <a:pt x="14564" y="9844"/>
                    <a:pt x="16572" y="8457"/>
                    <a:pt x="17139" y="7257"/>
                  </a:cubicBezTo>
                  <a:cubicBezTo>
                    <a:pt x="17299" y="6904"/>
                    <a:pt x="17352" y="6557"/>
                    <a:pt x="17265" y="6263"/>
                  </a:cubicBezTo>
                  <a:cubicBezTo>
                    <a:pt x="16905" y="4983"/>
                    <a:pt x="15858" y="4616"/>
                    <a:pt x="16072" y="3329"/>
                  </a:cubicBezTo>
                  <a:cubicBezTo>
                    <a:pt x="16292" y="2049"/>
                    <a:pt x="14438" y="95"/>
                    <a:pt x="8303" y="8"/>
                  </a:cubicBezTo>
                  <a:cubicBezTo>
                    <a:pt x="7953" y="5"/>
                    <a:pt x="7593" y="0"/>
                    <a:pt x="7228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2" name="Google Shape;2085;p36"/>
            <p:cNvSpPr/>
            <p:nvPr/>
          </p:nvSpPr>
          <p:spPr>
            <a:xfrm>
              <a:off x="1778050" y="2967033"/>
              <a:ext cx="494482" cy="299978"/>
            </a:xfrm>
            <a:custGeom>
              <a:avLst/>
              <a:gdLst/>
              <a:ahLst/>
              <a:cxnLst/>
              <a:rect l="l" t="t" r="r" b="b"/>
              <a:pathLst>
                <a:path w="17679" h="10725" extrusionOk="0">
                  <a:moveTo>
                    <a:pt x="7323" y="576"/>
                  </a:moveTo>
                  <a:lnTo>
                    <a:pt x="8336" y="582"/>
                  </a:lnTo>
                  <a:cubicBezTo>
                    <a:pt x="13371" y="662"/>
                    <a:pt x="15005" y="1989"/>
                    <a:pt x="15478" y="2549"/>
                  </a:cubicBezTo>
                  <a:cubicBezTo>
                    <a:pt x="15765" y="2896"/>
                    <a:pt x="15878" y="3243"/>
                    <a:pt x="15825" y="3570"/>
                  </a:cubicBezTo>
                  <a:cubicBezTo>
                    <a:pt x="15671" y="4437"/>
                    <a:pt x="16045" y="4963"/>
                    <a:pt x="16405" y="5470"/>
                  </a:cubicBezTo>
                  <a:cubicBezTo>
                    <a:pt x="16645" y="5810"/>
                    <a:pt x="16892" y="6157"/>
                    <a:pt x="17025" y="6637"/>
                  </a:cubicBezTo>
                  <a:cubicBezTo>
                    <a:pt x="17092" y="6857"/>
                    <a:pt x="17045" y="7131"/>
                    <a:pt x="16912" y="7417"/>
                  </a:cubicBezTo>
                  <a:cubicBezTo>
                    <a:pt x="16412" y="8498"/>
                    <a:pt x="14544" y="9845"/>
                    <a:pt x="10970" y="10078"/>
                  </a:cubicBezTo>
                  <a:cubicBezTo>
                    <a:pt x="10387" y="10118"/>
                    <a:pt x="9789" y="10137"/>
                    <a:pt x="9191" y="10137"/>
                  </a:cubicBezTo>
                  <a:cubicBezTo>
                    <a:pt x="5442" y="10137"/>
                    <a:pt x="1648" y="9368"/>
                    <a:pt x="1068" y="7884"/>
                  </a:cubicBezTo>
                  <a:cubicBezTo>
                    <a:pt x="654" y="6844"/>
                    <a:pt x="1194" y="6030"/>
                    <a:pt x="1674" y="5303"/>
                  </a:cubicBezTo>
                  <a:cubicBezTo>
                    <a:pt x="2001" y="4830"/>
                    <a:pt x="2275" y="4410"/>
                    <a:pt x="2188" y="3996"/>
                  </a:cubicBezTo>
                  <a:cubicBezTo>
                    <a:pt x="2161" y="3903"/>
                    <a:pt x="2134" y="3796"/>
                    <a:pt x="2101" y="3676"/>
                  </a:cubicBezTo>
                  <a:cubicBezTo>
                    <a:pt x="1821" y="2596"/>
                    <a:pt x="1661" y="1576"/>
                    <a:pt x="2841" y="1156"/>
                  </a:cubicBezTo>
                  <a:cubicBezTo>
                    <a:pt x="3742" y="836"/>
                    <a:pt x="4802" y="662"/>
                    <a:pt x="6176" y="602"/>
                  </a:cubicBezTo>
                  <a:lnTo>
                    <a:pt x="7323" y="576"/>
                  </a:lnTo>
                  <a:close/>
                  <a:moveTo>
                    <a:pt x="7282" y="0"/>
                  </a:moveTo>
                  <a:cubicBezTo>
                    <a:pt x="6912" y="0"/>
                    <a:pt x="6532" y="5"/>
                    <a:pt x="6156" y="22"/>
                  </a:cubicBezTo>
                  <a:cubicBezTo>
                    <a:pt x="4722" y="75"/>
                    <a:pt x="3608" y="269"/>
                    <a:pt x="2655" y="602"/>
                  </a:cubicBezTo>
                  <a:cubicBezTo>
                    <a:pt x="861" y="1242"/>
                    <a:pt x="1321" y="2990"/>
                    <a:pt x="1541" y="3830"/>
                  </a:cubicBezTo>
                  <a:cubicBezTo>
                    <a:pt x="1568" y="3936"/>
                    <a:pt x="1568" y="3943"/>
                    <a:pt x="1608" y="4123"/>
                  </a:cubicBezTo>
                  <a:cubicBezTo>
                    <a:pt x="1654" y="4297"/>
                    <a:pt x="1414" y="4643"/>
                    <a:pt x="1194" y="4990"/>
                  </a:cubicBezTo>
                  <a:cubicBezTo>
                    <a:pt x="687" y="5737"/>
                    <a:pt x="1" y="6777"/>
                    <a:pt x="527" y="8104"/>
                  </a:cubicBezTo>
                  <a:cubicBezTo>
                    <a:pt x="1234" y="9891"/>
                    <a:pt x="5222" y="10725"/>
                    <a:pt x="9190" y="10725"/>
                  </a:cubicBezTo>
                  <a:cubicBezTo>
                    <a:pt x="9797" y="10725"/>
                    <a:pt x="10410" y="10698"/>
                    <a:pt x="11010" y="10665"/>
                  </a:cubicBezTo>
                  <a:cubicBezTo>
                    <a:pt x="14845" y="10405"/>
                    <a:pt x="16872" y="8891"/>
                    <a:pt x="17439" y="7664"/>
                  </a:cubicBezTo>
                  <a:lnTo>
                    <a:pt x="17445" y="7664"/>
                  </a:lnTo>
                  <a:cubicBezTo>
                    <a:pt x="17639" y="7244"/>
                    <a:pt x="17679" y="6837"/>
                    <a:pt x="17579" y="6477"/>
                  </a:cubicBezTo>
                  <a:cubicBezTo>
                    <a:pt x="17425" y="5904"/>
                    <a:pt x="17139" y="5497"/>
                    <a:pt x="16878" y="5137"/>
                  </a:cubicBezTo>
                  <a:cubicBezTo>
                    <a:pt x="16538" y="4657"/>
                    <a:pt x="16292" y="4297"/>
                    <a:pt x="16398" y="3670"/>
                  </a:cubicBezTo>
                  <a:cubicBezTo>
                    <a:pt x="16478" y="3176"/>
                    <a:pt x="16312" y="2643"/>
                    <a:pt x="15925" y="2176"/>
                  </a:cubicBezTo>
                  <a:cubicBezTo>
                    <a:pt x="15278" y="1396"/>
                    <a:pt x="13431" y="75"/>
                    <a:pt x="8343" y="9"/>
                  </a:cubicBezTo>
                  <a:cubicBezTo>
                    <a:pt x="8009" y="5"/>
                    <a:pt x="7651" y="0"/>
                    <a:pt x="728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3" name="Google Shape;2086;p36"/>
            <p:cNvSpPr/>
            <p:nvPr/>
          </p:nvSpPr>
          <p:spPr>
            <a:xfrm>
              <a:off x="1779169" y="2975648"/>
              <a:ext cx="479378" cy="283168"/>
            </a:xfrm>
            <a:custGeom>
              <a:avLst/>
              <a:gdLst/>
              <a:ahLst/>
              <a:cxnLst/>
              <a:rect l="l" t="t" r="r" b="b"/>
              <a:pathLst>
                <a:path w="17139" h="10124" extrusionOk="0">
                  <a:moveTo>
                    <a:pt x="6129" y="1"/>
                  </a:moveTo>
                  <a:cubicBezTo>
                    <a:pt x="4955" y="54"/>
                    <a:pt x="3768" y="194"/>
                    <a:pt x="2708" y="568"/>
                  </a:cubicBezTo>
                  <a:cubicBezTo>
                    <a:pt x="981" y="1194"/>
                    <a:pt x="1688" y="2962"/>
                    <a:pt x="1861" y="3755"/>
                  </a:cubicBezTo>
                  <a:cubicBezTo>
                    <a:pt x="2034" y="4549"/>
                    <a:pt x="1" y="5796"/>
                    <a:pt x="754" y="7690"/>
                  </a:cubicBezTo>
                  <a:cubicBezTo>
                    <a:pt x="1399" y="9324"/>
                    <a:pt x="5241" y="10124"/>
                    <a:pt x="9115" y="10124"/>
                  </a:cubicBezTo>
                  <a:cubicBezTo>
                    <a:pt x="9730" y="10124"/>
                    <a:pt x="10346" y="10104"/>
                    <a:pt x="10950" y="10063"/>
                  </a:cubicBezTo>
                  <a:cubicBezTo>
                    <a:pt x="14564" y="9823"/>
                    <a:pt x="16572" y="8436"/>
                    <a:pt x="17139" y="7236"/>
                  </a:cubicBezTo>
                  <a:lnTo>
                    <a:pt x="17139" y="7236"/>
                  </a:lnTo>
                  <a:lnTo>
                    <a:pt x="16598" y="7523"/>
                  </a:lnTo>
                  <a:cubicBezTo>
                    <a:pt x="14443" y="8642"/>
                    <a:pt x="12007" y="9212"/>
                    <a:pt x="9572" y="9212"/>
                  </a:cubicBezTo>
                  <a:cubicBezTo>
                    <a:pt x="7930" y="9212"/>
                    <a:pt x="6290" y="8953"/>
                    <a:pt x="4735" y="8430"/>
                  </a:cubicBezTo>
                  <a:cubicBezTo>
                    <a:pt x="427" y="6969"/>
                    <a:pt x="4568" y="2428"/>
                    <a:pt x="6029" y="161"/>
                  </a:cubicBezTo>
                  <a:lnTo>
                    <a:pt x="6129" y="1"/>
                  </a:ln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4" name="Google Shape;2087;p36"/>
            <p:cNvSpPr/>
            <p:nvPr/>
          </p:nvSpPr>
          <p:spPr>
            <a:xfrm>
              <a:off x="1836619" y="3033098"/>
              <a:ext cx="24642" cy="53367"/>
            </a:xfrm>
            <a:custGeom>
              <a:avLst/>
              <a:gdLst/>
              <a:ahLst/>
              <a:cxnLst/>
              <a:rect l="l" t="t" r="r" b="b"/>
              <a:pathLst>
                <a:path w="881" h="1908" extrusionOk="0">
                  <a:moveTo>
                    <a:pt x="294" y="1"/>
                  </a:moveTo>
                  <a:cubicBezTo>
                    <a:pt x="40" y="294"/>
                    <a:pt x="0" y="728"/>
                    <a:pt x="114" y="1101"/>
                  </a:cubicBezTo>
                  <a:cubicBezTo>
                    <a:pt x="234" y="1474"/>
                    <a:pt x="507" y="1808"/>
                    <a:pt x="881" y="1908"/>
                  </a:cubicBezTo>
                  <a:cubicBezTo>
                    <a:pt x="661" y="1641"/>
                    <a:pt x="494" y="1341"/>
                    <a:pt x="394" y="1014"/>
                  </a:cubicBezTo>
                  <a:cubicBezTo>
                    <a:pt x="287" y="688"/>
                    <a:pt x="254" y="341"/>
                    <a:pt x="29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5" name="Google Shape;2088;p36"/>
            <p:cNvSpPr/>
            <p:nvPr/>
          </p:nvSpPr>
          <p:spPr>
            <a:xfrm>
              <a:off x="1814411" y="3123945"/>
              <a:ext cx="51884" cy="89280"/>
            </a:xfrm>
            <a:custGeom>
              <a:avLst/>
              <a:gdLst/>
              <a:ahLst/>
              <a:cxnLst/>
              <a:rect l="l" t="t" r="r" b="b"/>
              <a:pathLst>
                <a:path w="1855" h="3192" extrusionOk="0">
                  <a:moveTo>
                    <a:pt x="1141" y="0"/>
                  </a:moveTo>
                  <a:cubicBezTo>
                    <a:pt x="441" y="260"/>
                    <a:pt x="1" y="1107"/>
                    <a:pt x="174" y="1887"/>
                  </a:cubicBezTo>
                  <a:cubicBezTo>
                    <a:pt x="346" y="2624"/>
                    <a:pt x="1038" y="3192"/>
                    <a:pt x="1749" y="3192"/>
                  </a:cubicBezTo>
                  <a:cubicBezTo>
                    <a:pt x="1784" y="3192"/>
                    <a:pt x="1820" y="3191"/>
                    <a:pt x="1855" y="3188"/>
                  </a:cubicBezTo>
                  <a:cubicBezTo>
                    <a:pt x="1155" y="3008"/>
                    <a:pt x="601" y="2461"/>
                    <a:pt x="461" y="1821"/>
                  </a:cubicBezTo>
                  <a:cubicBezTo>
                    <a:pt x="321" y="1181"/>
                    <a:pt x="574" y="460"/>
                    <a:pt x="114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6" name="Google Shape;2089;p36"/>
            <p:cNvSpPr/>
            <p:nvPr/>
          </p:nvSpPr>
          <p:spPr>
            <a:xfrm>
              <a:off x="1914404" y="3211603"/>
              <a:ext cx="220488" cy="18404"/>
            </a:xfrm>
            <a:custGeom>
              <a:avLst/>
              <a:gdLst/>
              <a:ahLst/>
              <a:cxnLst/>
              <a:rect l="l" t="t" r="r" b="b"/>
              <a:pathLst>
                <a:path w="7883" h="658" extrusionOk="0">
                  <a:moveTo>
                    <a:pt x="7882" y="0"/>
                  </a:moveTo>
                  <a:lnTo>
                    <a:pt x="7882" y="0"/>
                  </a:lnTo>
                  <a:cubicBezTo>
                    <a:pt x="6433" y="249"/>
                    <a:pt x="4970" y="373"/>
                    <a:pt x="3506" y="373"/>
                  </a:cubicBezTo>
                  <a:cubicBezTo>
                    <a:pt x="2335" y="373"/>
                    <a:pt x="1164" y="294"/>
                    <a:pt x="0" y="134"/>
                  </a:cubicBezTo>
                  <a:lnTo>
                    <a:pt x="0" y="134"/>
                  </a:lnTo>
                  <a:cubicBezTo>
                    <a:pt x="1177" y="483"/>
                    <a:pt x="2399" y="658"/>
                    <a:pt x="3625" y="658"/>
                  </a:cubicBezTo>
                  <a:cubicBezTo>
                    <a:pt x="3733" y="658"/>
                    <a:pt x="3840" y="657"/>
                    <a:pt x="3948" y="654"/>
                  </a:cubicBezTo>
                  <a:cubicBezTo>
                    <a:pt x="5282" y="627"/>
                    <a:pt x="6622" y="434"/>
                    <a:pt x="788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7" name="Google Shape;2090;p36"/>
            <p:cNvSpPr/>
            <p:nvPr/>
          </p:nvSpPr>
          <p:spPr>
            <a:xfrm>
              <a:off x="2160037" y="3173731"/>
              <a:ext cx="50010" cy="33788"/>
            </a:xfrm>
            <a:custGeom>
              <a:avLst/>
              <a:gdLst/>
              <a:ahLst/>
              <a:cxnLst/>
              <a:rect l="l" t="t" r="r" b="b"/>
              <a:pathLst>
                <a:path w="1788" h="1208" extrusionOk="0">
                  <a:moveTo>
                    <a:pt x="1788" y="1"/>
                  </a:moveTo>
                  <a:lnTo>
                    <a:pt x="1788" y="1"/>
                  </a:lnTo>
                  <a:cubicBezTo>
                    <a:pt x="1468" y="207"/>
                    <a:pt x="1188" y="407"/>
                    <a:pt x="901" y="608"/>
                  </a:cubicBezTo>
                  <a:cubicBezTo>
                    <a:pt x="607" y="808"/>
                    <a:pt x="307" y="988"/>
                    <a:pt x="1" y="1208"/>
                  </a:cubicBezTo>
                  <a:cubicBezTo>
                    <a:pt x="767" y="1161"/>
                    <a:pt x="1454" y="694"/>
                    <a:pt x="178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8" name="Google Shape;2091;p36"/>
            <p:cNvSpPr/>
            <p:nvPr/>
          </p:nvSpPr>
          <p:spPr>
            <a:xfrm>
              <a:off x="2656364" y="2141163"/>
              <a:ext cx="243619" cy="376448"/>
            </a:xfrm>
            <a:custGeom>
              <a:avLst/>
              <a:gdLst/>
              <a:ahLst/>
              <a:cxnLst/>
              <a:rect l="l" t="t" r="r" b="b"/>
              <a:pathLst>
                <a:path w="8710" h="13459" extrusionOk="0">
                  <a:moveTo>
                    <a:pt x="5053" y="0"/>
                  </a:moveTo>
                  <a:cubicBezTo>
                    <a:pt x="4802" y="0"/>
                    <a:pt x="4551" y="21"/>
                    <a:pt x="4301" y="61"/>
                  </a:cubicBezTo>
                  <a:cubicBezTo>
                    <a:pt x="1934" y="475"/>
                    <a:pt x="661" y="2715"/>
                    <a:pt x="661" y="2715"/>
                  </a:cubicBezTo>
                  <a:cubicBezTo>
                    <a:pt x="894" y="8270"/>
                    <a:pt x="0" y="13458"/>
                    <a:pt x="0" y="13458"/>
                  </a:cubicBezTo>
                  <a:cubicBezTo>
                    <a:pt x="0" y="13458"/>
                    <a:pt x="3061" y="12151"/>
                    <a:pt x="5262" y="9977"/>
                  </a:cubicBezTo>
                  <a:cubicBezTo>
                    <a:pt x="5809" y="9444"/>
                    <a:pt x="6289" y="8844"/>
                    <a:pt x="6682" y="8190"/>
                  </a:cubicBezTo>
                  <a:cubicBezTo>
                    <a:pt x="8596" y="4963"/>
                    <a:pt x="8709" y="381"/>
                    <a:pt x="5549" y="28"/>
                  </a:cubicBezTo>
                  <a:cubicBezTo>
                    <a:pt x="5384" y="9"/>
                    <a:pt x="5219" y="0"/>
                    <a:pt x="5053" y="0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9" name="Google Shape;2092;p36"/>
            <p:cNvSpPr/>
            <p:nvPr/>
          </p:nvSpPr>
          <p:spPr>
            <a:xfrm>
              <a:off x="2645903" y="2132940"/>
              <a:ext cx="255002" cy="397901"/>
            </a:xfrm>
            <a:custGeom>
              <a:avLst/>
              <a:gdLst/>
              <a:ahLst/>
              <a:cxnLst/>
              <a:rect l="l" t="t" r="r" b="b"/>
              <a:pathLst>
                <a:path w="9117" h="14226" extrusionOk="0">
                  <a:moveTo>
                    <a:pt x="5425" y="581"/>
                  </a:moveTo>
                  <a:cubicBezTo>
                    <a:pt x="5580" y="581"/>
                    <a:pt x="5735" y="590"/>
                    <a:pt x="5889" y="609"/>
                  </a:cubicBezTo>
                  <a:cubicBezTo>
                    <a:pt x="6736" y="709"/>
                    <a:pt x="7356" y="1135"/>
                    <a:pt x="7723" y="1882"/>
                  </a:cubicBezTo>
                  <a:cubicBezTo>
                    <a:pt x="8490" y="3423"/>
                    <a:pt x="8110" y="6137"/>
                    <a:pt x="6809" y="8344"/>
                  </a:cubicBezTo>
                  <a:cubicBezTo>
                    <a:pt x="6423" y="8971"/>
                    <a:pt x="5963" y="9544"/>
                    <a:pt x="5436" y="10058"/>
                  </a:cubicBezTo>
                  <a:cubicBezTo>
                    <a:pt x="3809" y="11672"/>
                    <a:pt x="1681" y="12805"/>
                    <a:pt x="741" y="13252"/>
                  </a:cubicBezTo>
                  <a:cubicBezTo>
                    <a:pt x="955" y="11785"/>
                    <a:pt x="1501" y="7544"/>
                    <a:pt x="1321" y="3083"/>
                  </a:cubicBezTo>
                  <a:cubicBezTo>
                    <a:pt x="1555" y="2716"/>
                    <a:pt x="2742" y="982"/>
                    <a:pt x="4722" y="642"/>
                  </a:cubicBezTo>
                  <a:cubicBezTo>
                    <a:pt x="4955" y="602"/>
                    <a:pt x="5191" y="581"/>
                    <a:pt x="5425" y="581"/>
                  </a:cubicBezTo>
                  <a:close/>
                  <a:moveTo>
                    <a:pt x="5401" y="1"/>
                  </a:moveTo>
                  <a:cubicBezTo>
                    <a:pt x="5144" y="1"/>
                    <a:pt x="4889" y="22"/>
                    <a:pt x="4635" y="68"/>
                  </a:cubicBezTo>
                  <a:cubicBezTo>
                    <a:pt x="2155" y="489"/>
                    <a:pt x="841" y="2769"/>
                    <a:pt x="781" y="2869"/>
                  </a:cubicBezTo>
                  <a:lnTo>
                    <a:pt x="741" y="2943"/>
                  </a:lnTo>
                  <a:lnTo>
                    <a:pt x="741" y="3023"/>
                  </a:lnTo>
                  <a:cubicBezTo>
                    <a:pt x="975" y="8484"/>
                    <a:pt x="88" y="13645"/>
                    <a:pt x="81" y="13705"/>
                  </a:cubicBezTo>
                  <a:lnTo>
                    <a:pt x="1" y="14226"/>
                  </a:lnTo>
                  <a:lnTo>
                    <a:pt x="488" y="14019"/>
                  </a:lnTo>
                  <a:cubicBezTo>
                    <a:pt x="621" y="13959"/>
                    <a:pt x="3635" y="12672"/>
                    <a:pt x="5849" y="10478"/>
                  </a:cubicBezTo>
                  <a:cubicBezTo>
                    <a:pt x="6416" y="9924"/>
                    <a:pt x="6909" y="9311"/>
                    <a:pt x="7316" y="8637"/>
                  </a:cubicBezTo>
                  <a:cubicBezTo>
                    <a:pt x="8730" y="6237"/>
                    <a:pt x="9117" y="3356"/>
                    <a:pt x="8256" y="1622"/>
                  </a:cubicBezTo>
                  <a:cubicBezTo>
                    <a:pt x="7803" y="702"/>
                    <a:pt x="7003" y="149"/>
                    <a:pt x="5969" y="35"/>
                  </a:cubicBezTo>
                  <a:cubicBezTo>
                    <a:pt x="5780" y="13"/>
                    <a:pt x="5590" y="1"/>
                    <a:pt x="540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0" name="Google Shape;2093;p36"/>
            <p:cNvSpPr/>
            <p:nvPr/>
          </p:nvSpPr>
          <p:spPr>
            <a:xfrm>
              <a:off x="2656364" y="2142869"/>
              <a:ext cx="147178" cy="374742"/>
            </a:xfrm>
            <a:custGeom>
              <a:avLst/>
              <a:gdLst/>
              <a:ahLst/>
              <a:cxnLst/>
              <a:rect l="l" t="t" r="r" b="b"/>
              <a:pathLst>
                <a:path w="5262" h="13398" extrusionOk="0">
                  <a:moveTo>
                    <a:pt x="4301" y="0"/>
                  </a:moveTo>
                  <a:cubicBezTo>
                    <a:pt x="1934" y="414"/>
                    <a:pt x="661" y="2654"/>
                    <a:pt x="661" y="2654"/>
                  </a:cubicBezTo>
                  <a:cubicBezTo>
                    <a:pt x="894" y="8216"/>
                    <a:pt x="0" y="13397"/>
                    <a:pt x="0" y="13397"/>
                  </a:cubicBezTo>
                  <a:cubicBezTo>
                    <a:pt x="0" y="13397"/>
                    <a:pt x="3061" y="12090"/>
                    <a:pt x="5262" y="9916"/>
                  </a:cubicBezTo>
                  <a:cubicBezTo>
                    <a:pt x="5068" y="9736"/>
                    <a:pt x="4848" y="9589"/>
                    <a:pt x="4702" y="9383"/>
                  </a:cubicBezTo>
                  <a:cubicBezTo>
                    <a:pt x="4428" y="9003"/>
                    <a:pt x="4402" y="8516"/>
                    <a:pt x="4395" y="8049"/>
                  </a:cubicBezTo>
                  <a:cubicBezTo>
                    <a:pt x="4328" y="5882"/>
                    <a:pt x="4268" y="3701"/>
                    <a:pt x="4201" y="1534"/>
                  </a:cubicBezTo>
                  <a:cubicBezTo>
                    <a:pt x="4188" y="1034"/>
                    <a:pt x="4188" y="494"/>
                    <a:pt x="4301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1" name="Google Shape;2094;p36"/>
            <p:cNvSpPr/>
            <p:nvPr/>
          </p:nvSpPr>
          <p:spPr>
            <a:xfrm>
              <a:off x="2678740" y="2191341"/>
              <a:ext cx="184294" cy="110649"/>
            </a:xfrm>
            <a:custGeom>
              <a:avLst/>
              <a:gdLst/>
              <a:ahLst/>
              <a:cxnLst/>
              <a:rect l="l" t="t" r="r" b="b"/>
              <a:pathLst>
                <a:path w="6589" h="3956" extrusionOk="0">
                  <a:moveTo>
                    <a:pt x="4069" y="1"/>
                  </a:moveTo>
                  <a:cubicBezTo>
                    <a:pt x="4058" y="1"/>
                    <a:pt x="4046" y="1"/>
                    <a:pt x="4035" y="1"/>
                  </a:cubicBezTo>
                  <a:cubicBezTo>
                    <a:pt x="1601" y="34"/>
                    <a:pt x="121" y="3402"/>
                    <a:pt x="67" y="3542"/>
                  </a:cubicBezTo>
                  <a:cubicBezTo>
                    <a:pt x="1" y="3695"/>
                    <a:pt x="67" y="3862"/>
                    <a:pt x="214" y="3929"/>
                  </a:cubicBezTo>
                  <a:lnTo>
                    <a:pt x="334" y="3955"/>
                  </a:lnTo>
                  <a:cubicBezTo>
                    <a:pt x="447" y="3955"/>
                    <a:pt x="554" y="3889"/>
                    <a:pt x="601" y="3782"/>
                  </a:cubicBezTo>
                  <a:cubicBezTo>
                    <a:pt x="614" y="3749"/>
                    <a:pt x="1981" y="615"/>
                    <a:pt x="4035" y="581"/>
                  </a:cubicBezTo>
                  <a:cubicBezTo>
                    <a:pt x="4622" y="581"/>
                    <a:pt x="5089" y="735"/>
                    <a:pt x="5422" y="1061"/>
                  </a:cubicBezTo>
                  <a:cubicBezTo>
                    <a:pt x="6002" y="1621"/>
                    <a:pt x="6009" y="2502"/>
                    <a:pt x="6009" y="2515"/>
                  </a:cubicBezTo>
                  <a:cubicBezTo>
                    <a:pt x="6009" y="2708"/>
                    <a:pt x="6154" y="2805"/>
                    <a:pt x="6299" y="2805"/>
                  </a:cubicBezTo>
                  <a:cubicBezTo>
                    <a:pt x="6444" y="2805"/>
                    <a:pt x="6589" y="2708"/>
                    <a:pt x="6589" y="2515"/>
                  </a:cubicBezTo>
                  <a:cubicBezTo>
                    <a:pt x="6589" y="2468"/>
                    <a:pt x="6582" y="1388"/>
                    <a:pt x="5842" y="655"/>
                  </a:cubicBezTo>
                  <a:cubicBezTo>
                    <a:pt x="5396" y="215"/>
                    <a:pt x="4800" y="1"/>
                    <a:pt x="406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2" name="Google Shape;2095;p36"/>
            <p:cNvSpPr/>
            <p:nvPr/>
          </p:nvSpPr>
          <p:spPr>
            <a:xfrm>
              <a:off x="2724052" y="2200683"/>
              <a:ext cx="69617" cy="172939"/>
            </a:xfrm>
            <a:custGeom>
              <a:avLst/>
              <a:gdLst/>
              <a:ahLst/>
              <a:cxnLst/>
              <a:rect l="l" t="t" r="r" b="b"/>
              <a:pathLst>
                <a:path w="2489" h="6183" extrusionOk="0">
                  <a:moveTo>
                    <a:pt x="1189" y="1"/>
                  </a:moveTo>
                  <a:cubicBezTo>
                    <a:pt x="944" y="1"/>
                    <a:pt x="766" y="349"/>
                    <a:pt x="1021" y="534"/>
                  </a:cubicBezTo>
                  <a:cubicBezTo>
                    <a:pt x="1048" y="554"/>
                    <a:pt x="1655" y="914"/>
                    <a:pt x="1775" y="1968"/>
                  </a:cubicBezTo>
                  <a:cubicBezTo>
                    <a:pt x="1888" y="3028"/>
                    <a:pt x="1315" y="4322"/>
                    <a:pt x="108" y="5695"/>
                  </a:cubicBezTo>
                  <a:cubicBezTo>
                    <a:pt x="1" y="5822"/>
                    <a:pt x="14" y="6002"/>
                    <a:pt x="141" y="6115"/>
                  </a:cubicBezTo>
                  <a:cubicBezTo>
                    <a:pt x="188" y="6155"/>
                    <a:pt x="254" y="6175"/>
                    <a:pt x="321" y="6182"/>
                  </a:cubicBezTo>
                  <a:cubicBezTo>
                    <a:pt x="408" y="6182"/>
                    <a:pt x="488" y="6142"/>
                    <a:pt x="548" y="6082"/>
                  </a:cubicBezTo>
                  <a:cubicBezTo>
                    <a:pt x="1888" y="4542"/>
                    <a:pt x="2488" y="3135"/>
                    <a:pt x="2348" y="1888"/>
                  </a:cubicBezTo>
                  <a:cubicBezTo>
                    <a:pt x="2275" y="1174"/>
                    <a:pt x="1922" y="514"/>
                    <a:pt x="1361" y="60"/>
                  </a:cubicBezTo>
                  <a:cubicBezTo>
                    <a:pt x="1303" y="19"/>
                    <a:pt x="1244" y="1"/>
                    <a:pt x="11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3" name="Google Shape;2096;p36"/>
            <p:cNvSpPr/>
            <p:nvPr/>
          </p:nvSpPr>
          <p:spPr>
            <a:xfrm>
              <a:off x="2675943" y="2461419"/>
              <a:ext cx="92721" cy="79351"/>
            </a:xfrm>
            <a:custGeom>
              <a:avLst/>
              <a:gdLst/>
              <a:ahLst/>
              <a:cxnLst/>
              <a:rect l="l" t="t" r="r" b="b"/>
              <a:pathLst>
                <a:path w="3315" h="2837" extrusionOk="0">
                  <a:moveTo>
                    <a:pt x="1894" y="1"/>
                  </a:moveTo>
                  <a:cubicBezTo>
                    <a:pt x="627" y="1"/>
                    <a:pt x="1" y="1521"/>
                    <a:pt x="887" y="2415"/>
                  </a:cubicBezTo>
                  <a:cubicBezTo>
                    <a:pt x="1176" y="2706"/>
                    <a:pt x="1533" y="2836"/>
                    <a:pt x="1883" y="2836"/>
                  </a:cubicBezTo>
                  <a:cubicBezTo>
                    <a:pt x="2608" y="2836"/>
                    <a:pt x="3304" y="2278"/>
                    <a:pt x="3308" y="1428"/>
                  </a:cubicBezTo>
                  <a:cubicBezTo>
                    <a:pt x="3315" y="641"/>
                    <a:pt x="2675" y="1"/>
                    <a:pt x="1894" y="1"/>
                  </a:cubicBezTo>
                  <a:close/>
                </a:path>
              </a:pathLst>
            </a:custGeom>
            <a:solidFill>
              <a:srgbClr val="B39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4" name="Google Shape;2097;p36"/>
            <p:cNvSpPr/>
            <p:nvPr/>
          </p:nvSpPr>
          <p:spPr>
            <a:xfrm>
              <a:off x="2670153" y="2457280"/>
              <a:ext cx="102622" cy="87938"/>
            </a:xfrm>
            <a:custGeom>
              <a:avLst/>
              <a:gdLst/>
              <a:ahLst/>
              <a:cxnLst/>
              <a:rect l="l" t="t" r="r" b="b"/>
              <a:pathLst>
                <a:path w="3669" h="3144" extrusionOk="0">
                  <a:moveTo>
                    <a:pt x="2101" y="296"/>
                  </a:moveTo>
                  <a:cubicBezTo>
                    <a:pt x="2802" y="302"/>
                    <a:pt x="3368" y="869"/>
                    <a:pt x="3375" y="1569"/>
                  </a:cubicBezTo>
                  <a:cubicBezTo>
                    <a:pt x="3375" y="2341"/>
                    <a:pt x="2745" y="2850"/>
                    <a:pt x="2088" y="2850"/>
                  </a:cubicBezTo>
                  <a:cubicBezTo>
                    <a:pt x="1775" y="2850"/>
                    <a:pt x="1455" y="2735"/>
                    <a:pt x="1194" y="2476"/>
                  </a:cubicBezTo>
                  <a:cubicBezTo>
                    <a:pt x="394" y="1669"/>
                    <a:pt x="961" y="296"/>
                    <a:pt x="2101" y="296"/>
                  </a:cubicBezTo>
                  <a:close/>
                  <a:moveTo>
                    <a:pt x="2084" y="1"/>
                  </a:moveTo>
                  <a:cubicBezTo>
                    <a:pt x="1699" y="1"/>
                    <a:pt x="1307" y="144"/>
                    <a:pt x="988" y="462"/>
                  </a:cubicBezTo>
                  <a:cubicBezTo>
                    <a:pt x="1" y="1449"/>
                    <a:pt x="701" y="3143"/>
                    <a:pt x="2101" y="3143"/>
                  </a:cubicBezTo>
                  <a:cubicBezTo>
                    <a:pt x="2962" y="3143"/>
                    <a:pt x="3668" y="2436"/>
                    <a:pt x="3668" y="1576"/>
                  </a:cubicBezTo>
                  <a:cubicBezTo>
                    <a:pt x="3668" y="628"/>
                    <a:pt x="2892" y="1"/>
                    <a:pt x="208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5" name="Google Shape;2098;p36"/>
            <p:cNvSpPr/>
            <p:nvPr/>
          </p:nvSpPr>
          <p:spPr>
            <a:xfrm>
              <a:off x="1227824" y="1627885"/>
              <a:ext cx="1493654" cy="1475138"/>
            </a:xfrm>
            <a:custGeom>
              <a:avLst/>
              <a:gdLst/>
              <a:ahLst/>
              <a:cxnLst/>
              <a:rect l="l" t="t" r="r" b="b"/>
              <a:pathLst>
                <a:path w="53402" h="52740" extrusionOk="0">
                  <a:moveTo>
                    <a:pt x="34783" y="1"/>
                  </a:moveTo>
                  <a:cubicBezTo>
                    <a:pt x="34783" y="1"/>
                    <a:pt x="36070" y="3102"/>
                    <a:pt x="36317" y="6622"/>
                  </a:cubicBezTo>
                  <a:cubicBezTo>
                    <a:pt x="36317" y="6622"/>
                    <a:pt x="34406" y="6318"/>
                    <a:pt x="31392" y="6318"/>
                  </a:cubicBezTo>
                  <a:cubicBezTo>
                    <a:pt x="29774" y="6318"/>
                    <a:pt x="27837" y="6406"/>
                    <a:pt x="25708" y="6676"/>
                  </a:cubicBezTo>
                  <a:cubicBezTo>
                    <a:pt x="25708" y="6676"/>
                    <a:pt x="25134" y="3162"/>
                    <a:pt x="27141" y="1"/>
                  </a:cubicBezTo>
                  <a:lnTo>
                    <a:pt x="27141" y="1"/>
                  </a:lnTo>
                  <a:cubicBezTo>
                    <a:pt x="27015" y="141"/>
                    <a:pt x="24921" y="2495"/>
                    <a:pt x="24454" y="6502"/>
                  </a:cubicBezTo>
                  <a:cubicBezTo>
                    <a:pt x="24454" y="6502"/>
                    <a:pt x="20399" y="6889"/>
                    <a:pt x="17539" y="8430"/>
                  </a:cubicBezTo>
                  <a:cubicBezTo>
                    <a:pt x="17539" y="8430"/>
                    <a:pt x="17879" y="4295"/>
                    <a:pt x="22413" y="954"/>
                  </a:cubicBezTo>
                  <a:lnTo>
                    <a:pt x="22413" y="954"/>
                  </a:lnTo>
                  <a:cubicBezTo>
                    <a:pt x="22267" y="1021"/>
                    <a:pt x="17452" y="3068"/>
                    <a:pt x="15985" y="8830"/>
                  </a:cubicBezTo>
                  <a:cubicBezTo>
                    <a:pt x="15985" y="8830"/>
                    <a:pt x="13117" y="9103"/>
                    <a:pt x="11210" y="10810"/>
                  </a:cubicBezTo>
                  <a:cubicBezTo>
                    <a:pt x="11210" y="10810"/>
                    <a:pt x="9477" y="13938"/>
                    <a:pt x="9837" y="21826"/>
                  </a:cubicBezTo>
                  <a:cubicBezTo>
                    <a:pt x="9837" y="21826"/>
                    <a:pt x="7995" y="19480"/>
                    <a:pt x="5456" y="19480"/>
                  </a:cubicBezTo>
                  <a:cubicBezTo>
                    <a:pt x="5287" y="19480"/>
                    <a:pt x="5116" y="19491"/>
                    <a:pt x="4942" y="19513"/>
                  </a:cubicBezTo>
                  <a:cubicBezTo>
                    <a:pt x="2141" y="19873"/>
                    <a:pt x="1" y="22793"/>
                    <a:pt x="1428" y="27001"/>
                  </a:cubicBezTo>
                  <a:cubicBezTo>
                    <a:pt x="2716" y="30817"/>
                    <a:pt x="7212" y="32702"/>
                    <a:pt x="10306" y="32702"/>
                  </a:cubicBezTo>
                  <a:cubicBezTo>
                    <a:pt x="10624" y="32702"/>
                    <a:pt x="10927" y="32682"/>
                    <a:pt x="11210" y="32643"/>
                  </a:cubicBezTo>
                  <a:cubicBezTo>
                    <a:pt x="11210" y="32643"/>
                    <a:pt x="12771" y="36104"/>
                    <a:pt x="15985" y="38311"/>
                  </a:cubicBezTo>
                  <a:cubicBezTo>
                    <a:pt x="19206" y="40518"/>
                    <a:pt x="22347" y="41832"/>
                    <a:pt x="22807" y="42545"/>
                  </a:cubicBezTo>
                  <a:cubicBezTo>
                    <a:pt x="23267" y="43265"/>
                    <a:pt x="23474" y="44633"/>
                    <a:pt x="23134" y="47080"/>
                  </a:cubicBezTo>
                  <a:cubicBezTo>
                    <a:pt x="22793" y="49534"/>
                    <a:pt x="22773" y="50427"/>
                    <a:pt x="24781" y="51441"/>
                  </a:cubicBezTo>
                  <a:cubicBezTo>
                    <a:pt x="26315" y="52208"/>
                    <a:pt x="28016" y="52739"/>
                    <a:pt x="30036" y="52739"/>
                  </a:cubicBezTo>
                  <a:cubicBezTo>
                    <a:pt x="30668" y="52739"/>
                    <a:pt x="31331" y="52687"/>
                    <a:pt x="32029" y="52575"/>
                  </a:cubicBezTo>
                  <a:cubicBezTo>
                    <a:pt x="32816" y="52441"/>
                    <a:pt x="33370" y="52281"/>
                    <a:pt x="33750" y="52081"/>
                  </a:cubicBezTo>
                  <a:cubicBezTo>
                    <a:pt x="34803" y="51554"/>
                    <a:pt x="34583" y="50774"/>
                    <a:pt x="34363" y="49767"/>
                  </a:cubicBezTo>
                  <a:cubicBezTo>
                    <a:pt x="34070" y="48400"/>
                    <a:pt x="33823" y="44639"/>
                    <a:pt x="34543" y="44039"/>
                  </a:cubicBezTo>
                  <a:cubicBezTo>
                    <a:pt x="35263" y="43439"/>
                    <a:pt x="41172" y="43979"/>
                    <a:pt x="47280" y="39444"/>
                  </a:cubicBezTo>
                  <a:cubicBezTo>
                    <a:pt x="53402" y="34910"/>
                    <a:pt x="53168" y="23207"/>
                    <a:pt x="52148" y="17065"/>
                  </a:cubicBezTo>
                  <a:cubicBezTo>
                    <a:pt x="51795" y="14945"/>
                    <a:pt x="51041" y="12844"/>
                    <a:pt x="50127" y="10930"/>
                  </a:cubicBezTo>
                  <a:cubicBezTo>
                    <a:pt x="48394" y="7276"/>
                    <a:pt x="46106" y="4268"/>
                    <a:pt x="44953" y="2988"/>
                  </a:cubicBezTo>
                  <a:lnTo>
                    <a:pt x="44953" y="2988"/>
                  </a:lnTo>
                  <a:cubicBezTo>
                    <a:pt x="44953" y="2989"/>
                    <a:pt x="47373" y="6863"/>
                    <a:pt x="47280" y="7576"/>
                  </a:cubicBezTo>
                  <a:cubicBezTo>
                    <a:pt x="47280" y="7576"/>
                    <a:pt x="43668" y="6687"/>
                    <a:pt x="39646" y="6687"/>
                  </a:cubicBezTo>
                  <a:cubicBezTo>
                    <a:pt x="39125" y="6687"/>
                    <a:pt x="38598" y="6702"/>
                    <a:pt x="38071" y="6736"/>
                  </a:cubicBezTo>
                  <a:cubicBezTo>
                    <a:pt x="38071" y="6736"/>
                    <a:pt x="36924" y="2441"/>
                    <a:pt x="34783" y="1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6" name="Google Shape;2099;p36"/>
            <p:cNvSpPr/>
            <p:nvPr/>
          </p:nvSpPr>
          <p:spPr>
            <a:xfrm>
              <a:off x="1239572" y="1585175"/>
              <a:ext cx="1481347" cy="1526099"/>
            </a:xfrm>
            <a:custGeom>
              <a:avLst/>
              <a:gdLst/>
              <a:ahLst/>
              <a:cxnLst/>
              <a:rect l="l" t="t" r="r" b="b"/>
              <a:pathLst>
                <a:path w="52962" h="54562" extrusionOk="0">
                  <a:moveTo>
                    <a:pt x="35290" y="3335"/>
                  </a:moveTo>
                  <a:cubicBezTo>
                    <a:pt x="36631" y="5622"/>
                    <a:pt x="37357" y="8303"/>
                    <a:pt x="37364" y="8336"/>
                  </a:cubicBezTo>
                  <a:lnTo>
                    <a:pt x="37431" y="8570"/>
                  </a:lnTo>
                  <a:lnTo>
                    <a:pt x="37664" y="8556"/>
                  </a:lnTo>
                  <a:cubicBezTo>
                    <a:pt x="38190" y="8522"/>
                    <a:pt x="38718" y="8507"/>
                    <a:pt x="39239" y="8507"/>
                  </a:cubicBezTo>
                  <a:cubicBezTo>
                    <a:pt x="43176" y="8507"/>
                    <a:pt x="46758" y="9372"/>
                    <a:pt x="46793" y="9390"/>
                  </a:cubicBezTo>
                  <a:lnTo>
                    <a:pt x="47113" y="9463"/>
                  </a:lnTo>
                  <a:lnTo>
                    <a:pt x="47153" y="9136"/>
                  </a:lnTo>
                  <a:cubicBezTo>
                    <a:pt x="47187" y="8916"/>
                    <a:pt x="47027" y="8470"/>
                    <a:pt x="46793" y="7936"/>
                  </a:cubicBezTo>
                  <a:lnTo>
                    <a:pt x="46793" y="7936"/>
                  </a:lnTo>
                  <a:cubicBezTo>
                    <a:pt x="47787" y="9423"/>
                    <a:pt x="48680" y="10970"/>
                    <a:pt x="49454" y="12584"/>
                  </a:cubicBezTo>
                  <a:cubicBezTo>
                    <a:pt x="50454" y="14698"/>
                    <a:pt x="51128" y="16738"/>
                    <a:pt x="51435" y="18639"/>
                  </a:cubicBezTo>
                  <a:cubicBezTo>
                    <a:pt x="52455" y="24787"/>
                    <a:pt x="52595" y="36357"/>
                    <a:pt x="46693" y="40738"/>
                  </a:cubicBezTo>
                  <a:cubicBezTo>
                    <a:pt x="42285" y="44006"/>
                    <a:pt x="37998" y="44599"/>
                    <a:pt x="35697" y="44926"/>
                  </a:cubicBezTo>
                  <a:cubicBezTo>
                    <a:pt x="34730" y="45059"/>
                    <a:pt x="34197" y="45133"/>
                    <a:pt x="33943" y="45339"/>
                  </a:cubicBezTo>
                  <a:cubicBezTo>
                    <a:pt x="33023" y="46113"/>
                    <a:pt x="33416" y="50214"/>
                    <a:pt x="33656" y="51361"/>
                  </a:cubicBezTo>
                  <a:lnTo>
                    <a:pt x="33683" y="51474"/>
                  </a:lnTo>
                  <a:cubicBezTo>
                    <a:pt x="33910" y="52495"/>
                    <a:pt x="33977" y="52961"/>
                    <a:pt x="33196" y="53348"/>
                  </a:cubicBezTo>
                  <a:cubicBezTo>
                    <a:pt x="32830" y="53541"/>
                    <a:pt x="32289" y="53695"/>
                    <a:pt x="31563" y="53808"/>
                  </a:cubicBezTo>
                  <a:cubicBezTo>
                    <a:pt x="30885" y="53922"/>
                    <a:pt x="30226" y="53979"/>
                    <a:pt x="29579" y="53979"/>
                  </a:cubicBezTo>
                  <a:cubicBezTo>
                    <a:pt x="27830" y="53979"/>
                    <a:pt x="26174" y="53560"/>
                    <a:pt x="24494" y="52708"/>
                  </a:cubicBezTo>
                  <a:cubicBezTo>
                    <a:pt x="22647" y="51768"/>
                    <a:pt x="22660" y="51041"/>
                    <a:pt x="23007" y="48647"/>
                  </a:cubicBezTo>
                  <a:cubicBezTo>
                    <a:pt x="23320" y="46400"/>
                    <a:pt x="23194" y="44806"/>
                    <a:pt x="22627" y="43926"/>
                  </a:cubicBezTo>
                  <a:cubicBezTo>
                    <a:pt x="22353" y="43492"/>
                    <a:pt x="21440" y="42972"/>
                    <a:pt x="20046" y="42198"/>
                  </a:cubicBezTo>
                  <a:cubicBezTo>
                    <a:pt x="18812" y="41512"/>
                    <a:pt x="17285" y="40665"/>
                    <a:pt x="15725" y="39598"/>
                  </a:cubicBezTo>
                  <a:cubicBezTo>
                    <a:pt x="12617" y="37464"/>
                    <a:pt x="11077" y="34083"/>
                    <a:pt x="11057" y="34050"/>
                  </a:cubicBezTo>
                  <a:lnTo>
                    <a:pt x="10970" y="33856"/>
                  </a:lnTo>
                  <a:lnTo>
                    <a:pt x="10750" y="33890"/>
                  </a:lnTo>
                  <a:cubicBezTo>
                    <a:pt x="10384" y="33940"/>
                    <a:pt x="10021" y="33964"/>
                    <a:pt x="9662" y="33964"/>
                  </a:cubicBezTo>
                  <a:cubicBezTo>
                    <a:pt x="5610" y="33964"/>
                    <a:pt x="2120" y="30910"/>
                    <a:pt x="1281" y="28435"/>
                  </a:cubicBezTo>
                  <a:cubicBezTo>
                    <a:pt x="608" y="26461"/>
                    <a:pt x="708" y="24620"/>
                    <a:pt x="1554" y="23253"/>
                  </a:cubicBezTo>
                  <a:cubicBezTo>
                    <a:pt x="2215" y="22186"/>
                    <a:pt x="3315" y="21480"/>
                    <a:pt x="4555" y="21326"/>
                  </a:cubicBezTo>
                  <a:cubicBezTo>
                    <a:pt x="4715" y="21306"/>
                    <a:pt x="4872" y="21297"/>
                    <a:pt x="5027" y="21297"/>
                  </a:cubicBezTo>
                  <a:cubicBezTo>
                    <a:pt x="7400" y="21297"/>
                    <a:pt x="9165" y="23508"/>
                    <a:pt x="9190" y="23534"/>
                  </a:cubicBezTo>
                  <a:lnTo>
                    <a:pt x="9750" y="24254"/>
                  </a:lnTo>
                  <a:lnTo>
                    <a:pt x="9710" y="23340"/>
                  </a:lnTo>
                  <a:cubicBezTo>
                    <a:pt x="9383" y="16125"/>
                    <a:pt x="10830" y="12917"/>
                    <a:pt x="11024" y="12524"/>
                  </a:cubicBezTo>
                  <a:cubicBezTo>
                    <a:pt x="12831" y="10930"/>
                    <a:pt x="15565" y="10650"/>
                    <a:pt x="15592" y="10650"/>
                  </a:cubicBezTo>
                  <a:lnTo>
                    <a:pt x="15792" y="10623"/>
                  </a:lnTo>
                  <a:lnTo>
                    <a:pt x="15845" y="10430"/>
                  </a:lnTo>
                  <a:cubicBezTo>
                    <a:pt x="16385" y="8263"/>
                    <a:pt x="17545" y="6296"/>
                    <a:pt x="19179" y="4769"/>
                  </a:cubicBezTo>
                  <a:lnTo>
                    <a:pt x="19179" y="4769"/>
                  </a:lnTo>
                  <a:cubicBezTo>
                    <a:pt x="17059" y="7396"/>
                    <a:pt x="16832" y="9797"/>
                    <a:pt x="16825" y="9930"/>
                  </a:cubicBezTo>
                  <a:lnTo>
                    <a:pt x="16779" y="10463"/>
                  </a:lnTo>
                  <a:lnTo>
                    <a:pt x="17252" y="10217"/>
                  </a:lnTo>
                  <a:cubicBezTo>
                    <a:pt x="20026" y="8723"/>
                    <a:pt x="24027" y="8323"/>
                    <a:pt x="24061" y="8323"/>
                  </a:cubicBezTo>
                  <a:lnTo>
                    <a:pt x="24294" y="8296"/>
                  </a:lnTo>
                  <a:lnTo>
                    <a:pt x="24327" y="8063"/>
                  </a:lnTo>
                  <a:cubicBezTo>
                    <a:pt x="24454" y="6969"/>
                    <a:pt x="24721" y="5896"/>
                    <a:pt x="25114" y="4869"/>
                  </a:cubicBezTo>
                  <a:lnTo>
                    <a:pt x="25114" y="4869"/>
                  </a:lnTo>
                  <a:cubicBezTo>
                    <a:pt x="24761" y="6722"/>
                    <a:pt x="24987" y="8163"/>
                    <a:pt x="25001" y="8256"/>
                  </a:cubicBezTo>
                  <a:lnTo>
                    <a:pt x="25047" y="8530"/>
                  </a:lnTo>
                  <a:lnTo>
                    <a:pt x="25328" y="8496"/>
                  </a:lnTo>
                  <a:cubicBezTo>
                    <a:pt x="27437" y="8228"/>
                    <a:pt x="29365" y="8140"/>
                    <a:pt x="30978" y="8140"/>
                  </a:cubicBezTo>
                  <a:cubicBezTo>
                    <a:pt x="33929" y="8140"/>
                    <a:pt x="35827" y="8432"/>
                    <a:pt x="35857" y="8436"/>
                  </a:cubicBezTo>
                  <a:lnTo>
                    <a:pt x="36217" y="8490"/>
                  </a:lnTo>
                  <a:lnTo>
                    <a:pt x="36190" y="8129"/>
                  </a:lnTo>
                  <a:cubicBezTo>
                    <a:pt x="36057" y="6502"/>
                    <a:pt x="35757" y="4895"/>
                    <a:pt x="35290" y="3335"/>
                  </a:cubicBezTo>
                  <a:close/>
                  <a:moveTo>
                    <a:pt x="33416" y="1"/>
                  </a:moveTo>
                  <a:lnTo>
                    <a:pt x="34097" y="1634"/>
                  </a:lnTo>
                  <a:cubicBezTo>
                    <a:pt x="34110" y="1668"/>
                    <a:pt x="35284" y="4528"/>
                    <a:pt x="35584" y="7816"/>
                  </a:cubicBezTo>
                  <a:cubicBezTo>
                    <a:pt x="34894" y="7726"/>
                    <a:pt x="33257" y="7560"/>
                    <a:pt x="31021" y="7560"/>
                  </a:cubicBezTo>
                  <a:cubicBezTo>
                    <a:pt x="29451" y="7560"/>
                    <a:pt x="27586" y="7642"/>
                    <a:pt x="25548" y="7889"/>
                  </a:cubicBezTo>
                  <a:cubicBezTo>
                    <a:pt x="25461" y="7016"/>
                    <a:pt x="25354" y="4215"/>
                    <a:pt x="26975" y="1688"/>
                  </a:cubicBezTo>
                  <a:lnTo>
                    <a:pt x="26515" y="1334"/>
                  </a:lnTo>
                  <a:cubicBezTo>
                    <a:pt x="26421" y="1434"/>
                    <a:pt x="24314" y="3768"/>
                    <a:pt x="23780" y="7763"/>
                  </a:cubicBezTo>
                  <a:cubicBezTo>
                    <a:pt x="22920" y="7863"/>
                    <a:pt x="19946" y="8283"/>
                    <a:pt x="17505" y="9436"/>
                  </a:cubicBezTo>
                  <a:cubicBezTo>
                    <a:pt x="17759" y="8229"/>
                    <a:pt x="18746" y="5235"/>
                    <a:pt x="22173" y="2715"/>
                  </a:cubicBezTo>
                  <a:lnTo>
                    <a:pt x="24027" y="1341"/>
                  </a:lnTo>
                  <a:lnTo>
                    <a:pt x="21887" y="2208"/>
                  </a:lnTo>
                  <a:cubicBezTo>
                    <a:pt x="21840" y="2228"/>
                    <a:pt x="16912" y="4288"/>
                    <a:pt x="15338" y="10090"/>
                  </a:cubicBezTo>
                  <a:cubicBezTo>
                    <a:pt x="14625" y="10190"/>
                    <a:pt x="12277" y="10610"/>
                    <a:pt x="10604" y="12124"/>
                  </a:cubicBezTo>
                  <a:lnTo>
                    <a:pt x="10557" y="12157"/>
                  </a:lnTo>
                  <a:lnTo>
                    <a:pt x="10537" y="12197"/>
                  </a:lnTo>
                  <a:cubicBezTo>
                    <a:pt x="10470" y="12331"/>
                    <a:pt x="8883" y="15271"/>
                    <a:pt x="9103" y="22573"/>
                  </a:cubicBezTo>
                  <a:cubicBezTo>
                    <a:pt x="8352" y="21846"/>
                    <a:pt x="6885" y="20717"/>
                    <a:pt x="5052" y="20717"/>
                  </a:cubicBezTo>
                  <a:cubicBezTo>
                    <a:pt x="4868" y="20717"/>
                    <a:pt x="4680" y="20728"/>
                    <a:pt x="4489" y="20753"/>
                  </a:cubicBezTo>
                  <a:cubicBezTo>
                    <a:pt x="3075" y="20933"/>
                    <a:pt x="1821" y="21733"/>
                    <a:pt x="1068" y="22940"/>
                  </a:cubicBezTo>
                  <a:cubicBezTo>
                    <a:pt x="121" y="24460"/>
                    <a:pt x="1" y="26474"/>
                    <a:pt x="734" y="28622"/>
                  </a:cubicBezTo>
                  <a:cubicBezTo>
                    <a:pt x="2054" y="32511"/>
                    <a:pt x="6646" y="34525"/>
                    <a:pt x="9895" y="34525"/>
                  </a:cubicBezTo>
                  <a:cubicBezTo>
                    <a:pt x="10144" y="34525"/>
                    <a:pt x="10386" y="34514"/>
                    <a:pt x="10617" y="34490"/>
                  </a:cubicBezTo>
                  <a:cubicBezTo>
                    <a:pt x="11004" y="35263"/>
                    <a:pt x="12551" y="38124"/>
                    <a:pt x="15405" y="40078"/>
                  </a:cubicBezTo>
                  <a:cubicBezTo>
                    <a:pt x="16979" y="41158"/>
                    <a:pt x="18592" y="42058"/>
                    <a:pt x="19759" y="42705"/>
                  </a:cubicBezTo>
                  <a:cubicBezTo>
                    <a:pt x="20926" y="43359"/>
                    <a:pt x="21947" y="43926"/>
                    <a:pt x="22140" y="44232"/>
                  </a:cubicBezTo>
                  <a:cubicBezTo>
                    <a:pt x="22480" y="44759"/>
                    <a:pt x="22807" y="45939"/>
                    <a:pt x="22427" y="48567"/>
                  </a:cubicBezTo>
                  <a:cubicBezTo>
                    <a:pt x="22087" y="50994"/>
                    <a:pt x="22027" y="52101"/>
                    <a:pt x="24241" y="53228"/>
                  </a:cubicBezTo>
                  <a:cubicBezTo>
                    <a:pt x="26008" y="54122"/>
                    <a:pt x="27748" y="54562"/>
                    <a:pt x="29589" y="54562"/>
                  </a:cubicBezTo>
                  <a:cubicBezTo>
                    <a:pt x="30282" y="54555"/>
                    <a:pt x="30976" y="54495"/>
                    <a:pt x="31656" y="54382"/>
                  </a:cubicBezTo>
                  <a:cubicBezTo>
                    <a:pt x="32449" y="54255"/>
                    <a:pt x="33043" y="54088"/>
                    <a:pt x="33463" y="53875"/>
                  </a:cubicBezTo>
                  <a:cubicBezTo>
                    <a:pt x="34677" y="53255"/>
                    <a:pt x="34457" y="52281"/>
                    <a:pt x="34257" y="51348"/>
                  </a:cubicBezTo>
                  <a:lnTo>
                    <a:pt x="34230" y="51234"/>
                  </a:lnTo>
                  <a:cubicBezTo>
                    <a:pt x="33883" y="49640"/>
                    <a:pt x="33796" y="46226"/>
                    <a:pt x="34317" y="45786"/>
                  </a:cubicBezTo>
                  <a:cubicBezTo>
                    <a:pt x="34443" y="45679"/>
                    <a:pt x="35124" y="45593"/>
                    <a:pt x="35777" y="45499"/>
                  </a:cubicBezTo>
                  <a:cubicBezTo>
                    <a:pt x="38124" y="45173"/>
                    <a:pt x="42512" y="44566"/>
                    <a:pt x="47033" y="41205"/>
                  </a:cubicBezTo>
                  <a:cubicBezTo>
                    <a:pt x="49814" y="39144"/>
                    <a:pt x="51561" y="35583"/>
                    <a:pt x="52261" y="30429"/>
                  </a:cubicBezTo>
                  <a:cubicBezTo>
                    <a:pt x="52962" y="25267"/>
                    <a:pt x="52335" y="20493"/>
                    <a:pt x="52015" y="18539"/>
                  </a:cubicBezTo>
                  <a:cubicBezTo>
                    <a:pt x="51688" y="16592"/>
                    <a:pt x="51001" y="14498"/>
                    <a:pt x="49981" y="12331"/>
                  </a:cubicBezTo>
                  <a:cubicBezTo>
                    <a:pt x="48354" y="8916"/>
                    <a:pt x="46153" y="5882"/>
                    <a:pt x="44753" y="4315"/>
                  </a:cubicBezTo>
                  <a:lnTo>
                    <a:pt x="44286" y="4662"/>
                  </a:lnTo>
                  <a:cubicBezTo>
                    <a:pt x="45226" y="6169"/>
                    <a:pt x="46213" y="7936"/>
                    <a:pt x="46493" y="8723"/>
                  </a:cubicBezTo>
                  <a:cubicBezTo>
                    <a:pt x="45404" y="8495"/>
                    <a:pt x="42425" y="7927"/>
                    <a:pt x="39214" y="7927"/>
                  </a:cubicBezTo>
                  <a:cubicBezTo>
                    <a:pt x="38767" y="7927"/>
                    <a:pt x="38316" y="7938"/>
                    <a:pt x="37864" y="7963"/>
                  </a:cubicBezTo>
                  <a:cubicBezTo>
                    <a:pt x="37598" y="7022"/>
                    <a:pt x="36491" y="3502"/>
                    <a:pt x="34583" y="1334"/>
                  </a:cubicBezTo>
                  <a:lnTo>
                    <a:pt x="33416" y="1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7" name="Google Shape;2100;p36"/>
            <p:cNvSpPr/>
            <p:nvPr/>
          </p:nvSpPr>
          <p:spPr>
            <a:xfrm>
              <a:off x="1227629" y="1627885"/>
              <a:ext cx="1402472" cy="1475166"/>
            </a:xfrm>
            <a:custGeom>
              <a:avLst/>
              <a:gdLst/>
              <a:ahLst/>
              <a:cxnLst/>
              <a:rect l="l" t="t" r="r" b="b"/>
              <a:pathLst>
                <a:path w="50142" h="52741" extrusionOk="0">
                  <a:moveTo>
                    <a:pt x="7710" y="21242"/>
                  </a:moveTo>
                  <a:cubicBezTo>
                    <a:pt x="8305" y="21242"/>
                    <a:pt x="8909" y="21394"/>
                    <a:pt x="9470" y="21733"/>
                  </a:cubicBezTo>
                  <a:cubicBezTo>
                    <a:pt x="11651" y="23060"/>
                    <a:pt x="11824" y="26781"/>
                    <a:pt x="10617" y="28762"/>
                  </a:cubicBezTo>
                  <a:cubicBezTo>
                    <a:pt x="10021" y="29727"/>
                    <a:pt x="8988" y="30533"/>
                    <a:pt x="7869" y="30533"/>
                  </a:cubicBezTo>
                  <a:cubicBezTo>
                    <a:pt x="7774" y="30533"/>
                    <a:pt x="7679" y="30527"/>
                    <a:pt x="7583" y="30515"/>
                  </a:cubicBezTo>
                  <a:cubicBezTo>
                    <a:pt x="6356" y="30369"/>
                    <a:pt x="5449" y="29248"/>
                    <a:pt x="4869" y="28148"/>
                  </a:cubicBezTo>
                  <a:cubicBezTo>
                    <a:pt x="4282" y="27048"/>
                    <a:pt x="3895" y="25914"/>
                    <a:pt x="3955" y="24714"/>
                  </a:cubicBezTo>
                  <a:cubicBezTo>
                    <a:pt x="4067" y="22742"/>
                    <a:pt x="5845" y="21242"/>
                    <a:pt x="7710" y="21242"/>
                  </a:cubicBezTo>
                  <a:close/>
                  <a:moveTo>
                    <a:pt x="34790" y="1"/>
                  </a:moveTo>
                  <a:cubicBezTo>
                    <a:pt x="34790" y="1"/>
                    <a:pt x="36077" y="3102"/>
                    <a:pt x="36324" y="6616"/>
                  </a:cubicBezTo>
                  <a:cubicBezTo>
                    <a:pt x="36324" y="6616"/>
                    <a:pt x="34426" y="6316"/>
                    <a:pt x="31429" y="6316"/>
                  </a:cubicBezTo>
                  <a:cubicBezTo>
                    <a:pt x="29804" y="6316"/>
                    <a:pt x="27857" y="6404"/>
                    <a:pt x="25715" y="6676"/>
                  </a:cubicBezTo>
                  <a:cubicBezTo>
                    <a:pt x="25715" y="6676"/>
                    <a:pt x="25141" y="3162"/>
                    <a:pt x="27148" y="1"/>
                  </a:cubicBezTo>
                  <a:lnTo>
                    <a:pt x="27148" y="1"/>
                  </a:lnTo>
                  <a:cubicBezTo>
                    <a:pt x="27022" y="141"/>
                    <a:pt x="24934" y="2495"/>
                    <a:pt x="24468" y="6502"/>
                  </a:cubicBezTo>
                  <a:cubicBezTo>
                    <a:pt x="24468" y="6502"/>
                    <a:pt x="20406" y="6883"/>
                    <a:pt x="17546" y="8430"/>
                  </a:cubicBezTo>
                  <a:cubicBezTo>
                    <a:pt x="17546" y="8430"/>
                    <a:pt x="17886" y="4295"/>
                    <a:pt x="22420" y="948"/>
                  </a:cubicBezTo>
                  <a:lnTo>
                    <a:pt x="22420" y="948"/>
                  </a:lnTo>
                  <a:cubicBezTo>
                    <a:pt x="22274" y="1014"/>
                    <a:pt x="17466" y="3068"/>
                    <a:pt x="15999" y="8830"/>
                  </a:cubicBezTo>
                  <a:cubicBezTo>
                    <a:pt x="15999" y="8830"/>
                    <a:pt x="13131" y="9103"/>
                    <a:pt x="11217" y="10810"/>
                  </a:cubicBezTo>
                  <a:cubicBezTo>
                    <a:pt x="11217" y="10810"/>
                    <a:pt x="9484" y="13938"/>
                    <a:pt x="9844" y="21826"/>
                  </a:cubicBezTo>
                  <a:cubicBezTo>
                    <a:pt x="9844" y="21826"/>
                    <a:pt x="8014" y="19480"/>
                    <a:pt x="5465" y="19480"/>
                  </a:cubicBezTo>
                  <a:cubicBezTo>
                    <a:pt x="5296" y="19480"/>
                    <a:pt x="5124" y="19491"/>
                    <a:pt x="4949" y="19513"/>
                  </a:cubicBezTo>
                  <a:cubicBezTo>
                    <a:pt x="2142" y="19873"/>
                    <a:pt x="1" y="22793"/>
                    <a:pt x="1435" y="27001"/>
                  </a:cubicBezTo>
                  <a:cubicBezTo>
                    <a:pt x="2735" y="30817"/>
                    <a:pt x="7221" y="32702"/>
                    <a:pt x="10313" y="32702"/>
                  </a:cubicBezTo>
                  <a:cubicBezTo>
                    <a:pt x="10631" y="32702"/>
                    <a:pt x="10934" y="32682"/>
                    <a:pt x="11217" y="32643"/>
                  </a:cubicBezTo>
                  <a:cubicBezTo>
                    <a:pt x="11217" y="32643"/>
                    <a:pt x="12771" y="36104"/>
                    <a:pt x="15999" y="38311"/>
                  </a:cubicBezTo>
                  <a:cubicBezTo>
                    <a:pt x="19219" y="40518"/>
                    <a:pt x="22354" y="41832"/>
                    <a:pt x="22814" y="42545"/>
                  </a:cubicBezTo>
                  <a:cubicBezTo>
                    <a:pt x="23274" y="43259"/>
                    <a:pt x="23487" y="44639"/>
                    <a:pt x="23141" y="47080"/>
                  </a:cubicBezTo>
                  <a:cubicBezTo>
                    <a:pt x="22787" y="49520"/>
                    <a:pt x="22800" y="50421"/>
                    <a:pt x="24788" y="51441"/>
                  </a:cubicBezTo>
                  <a:cubicBezTo>
                    <a:pt x="26305" y="52212"/>
                    <a:pt x="28011" y="52740"/>
                    <a:pt x="30032" y="52740"/>
                  </a:cubicBezTo>
                  <a:cubicBezTo>
                    <a:pt x="30668" y="52740"/>
                    <a:pt x="31334" y="52688"/>
                    <a:pt x="32036" y="52575"/>
                  </a:cubicBezTo>
                  <a:cubicBezTo>
                    <a:pt x="32823" y="52441"/>
                    <a:pt x="33377" y="52281"/>
                    <a:pt x="33757" y="52081"/>
                  </a:cubicBezTo>
                  <a:cubicBezTo>
                    <a:pt x="32910" y="51841"/>
                    <a:pt x="31970" y="51754"/>
                    <a:pt x="31089" y="51741"/>
                  </a:cubicBezTo>
                  <a:cubicBezTo>
                    <a:pt x="29182" y="51688"/>
                    <a:pt x="27022" y="51641"/>
                    <a:pt x="25755" y="50214"/>
                  </a:cubicBezTo>
                  <a:cubicBezTo>
                    <a:pt x="24107" y="48347"/>
                    <a:pt x="25034" y="45413"/>
                    <a:pt x="24368" y="43012"/>
                  </a:cubicBezTo>
                  <a:cubicBezTo>
                    <a:pt x="23814" y="40998"/>
                    <a:pt x="22174" y="39498"/>
                    <a:pt x="20953" y="37784"/>
                  </a:cubicBezTo>
                  <a:cubicBezTo>
                    <a:pt x="17332" y="32669"/>
                    <a:pt x="17646" y="25834"/>
                    <a:pt x="18119" y="19573"/>
                  </a:cubicBezTo>
                  <a:cubicBezTo>
                    <a:pt x="18399" y="15932"/>
                    <a:pt x="18873" y="11877"/>
                    <a:pt x="21673" y="9537"/>
                  </a:cubicBezTo>
                  <a:cubicBezTo>
                    <a:pt x="23941" y="7643"/>
                    <a:pt x="27135" y="7409"/>
                    <a:pt x="30089" y="7409"/>
                  </a:cubicBezTo>
                  <a:cubicBezTo>
                    <a:pt x="30186" y="7409"/>
                    <a:pt x="30283" y="7409"/>
                    <a:pt x="30380" y="7409"/>
                  </a:cubicBezTo>
                  <a:cubicBezTo>
                    <a:pt x="35141" y="7409"/>
                    <a:pt x="40146" y="7576"/>
                    <a:pt x="44793" y="8570"/>
                  </a:cubicBezTo>
                  <a:cubicBezTo>
                    <a:pt x="46327" y="8896"/>
                    <a:pt x="48214" y="9997"/>
                    <a:pt x="50141" y="10930"/>
                  </a:cubicBezTo>
                  <a:cubicBezTo>
                    <a:pt x="48407" y="7276"/>
                    <a:pt x="46113" y="4268"/>
                    <a:pt x="44960" y="2981"/>
                  </a:cubicBezTo>
                  <a:lnTo>
                    <a:pt x="44960" y="2981"/>
                  </a:lnTo>
                  <a:cubicBezTo>
                    <a:pt x="44960" y="2982"/>
                    <a:pt x="47380" y="6863"/>
                    <a:pt x="47287" y="7576"/>
                  </a:cubicBezTo>
                  <a:cubicBezTo>
                    <a:pt x="47287" y="7576"/>
                    <a:pt x="43675" y="6687"/>
                    <a:pt x="39653" y="6687"/>
                  </a:cubicBezTo>
                  <a:cubicBezTo>
                    <a:pt x="39132" y="6687"/>
                    <a:pt x="38605" y="6702"/>
                    <a:pt x="38078" y="6736"/>
                  </a:cubicBezTo>
                  <a:cubicBezTo>
                    <a:pt x="38078" y="6736"/>
                    <a:pt x="36938" y="2441"/>
                    <a:pt x="34790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8" name="Google Shape;2101;p36"/>
            <p:cNvSpPr/>
            <p:nvPr/>
          </p:nvSpPr>
          <p:spPr>
            <a:xfrm>
              <a:off x="1655514" y="2022374"/>
              <a:ext cx="23886" cy="198671"/>
            </a:xfrm>
            <a:custGeom>
              <a:avLst/>
              <a:gdLst/>
              <a:ahLst/>
              <a:cxnLst/>
              <a:rect l="l" t="t" r="r" b="b"/>
              <a:pathLst>
                <a:path w="854" h="7103" extrusionOk="0">
                  <a:moveTo>
                    <a:pt x="854" y="0"/>
                  </a:moveTo>
                  <a:lnTo>
                    <a:pt x="854" y="0"/>
                  </a:lnTo>
                  <a:cubicBezTo>
                    <a:pt x="314" y="1094"/>
                    <a:pt x="54" y="2321"/>
                    <a:pt x="34" y="3541"/>
                  </a:cubicBezTo>
                  <a:cubicBezTo>
                    <a:pt x="0" y="4768"/>
                    <a:pt x="247" y="5982"/>
                    <a:pt x="747" y="7102"/>
                  </a:cubicBezTo>
                  <a:cubicBezTo>
                    <a:pt x="447" y="5942"/>
                    <a:pt x="307" y="4742"/>
                    <a:pt x="320" y="3541"/>
                  </a:cubicBezTo>
                  <a:cubicBezTo>
                    <a:pt x="347" y="2341"/>
                    <a:pt x="527" y="1154"/>
                    <a:pt x="85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9" name="Google Shape;2102;p36"/>
            <p:cNvSpPr/>
            <p:nvPr/>
          </p:nvSpPr>
          <p:spPr>
            <a:xfrm>
              <a:off x="1661108" y="2282188"/>
              <a:ext cx="59352" cy="397873"/>
            </a:xfrm>
            <a:custGeom>
              <a:avLst/>
              <a:gdLst/>
              <a:ahLst/>
              <a:cxnLst/>
              <a:rect l="l" t="t" r="r" b="b"/>
              <a:pathLst>
                <a:path w="2122" h="14225" extrusionOk="0">
                  <a:moveTo>
                    <a:pt x="341" y="1"/>
                  </a:moveTo>
                  <a:cubicBezTo>
                    <a:pt x="0" y="2381"/>
                    <a:pt x="154" y="4822"/>
                    <a:pt x="534" y="7189"/>
                  </a:cubicBezTo>
                  <a:cubicBezTo>
                    <a:pt x="721" y="8383"/>
                    <a:pt x="954" y="9556"/>
                    <a:pt x="1214" y="10737"/>
                  </a:cubicBezTo>
                  <a:cubicBezTo>
                    <a:pt x="1354" y="11317"/>
                    <a:pt x="1481" y="11904"/>
                    <a:pt x="1641" y="12484"/>
                  </a:cubicBezTo>
                  <a:cubicBezTo>
                    <a:pt x="1801" y="13071"/>
                    <a:pt x="1954" y="13651"/>
                    <a:pt x="2121" y="14224"/>
                  </a:cubicBezTo>
                  <a:cubicBezTo>
                    <a:pt x="1901" y="13044"/>
                    <a:pt x="1654" y="11877"/>
                    <a:pt x="1441" y="10690"/>
                  </a:cubicBezTo>
                  <a:cubicBezTo>
                    <a:pt x="1221" y="9510"/>
                    <a:pt x="1001" y="8336"/>
                    <a:pt x="814" y="7149"/>
                  </a:cubicBezTo>
                  <a:cubicBezTo>
                    <a:pt x="441" y="4782"/>
                    <a:pt x="221" y="2401"/>
                    <a:pt x="34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0" name="Google Shape;2103;p36"/>
            <p:cNvSpPr/>
            <p:nvPr/>
          </p:nvSpPr>
          <p:spPr>
            <a:xfrm>
              <a:off x="1281163" y="2198837"/>
              <a:ext cx="76498" cy="115097"/>
            </a:xfrm>
            <a:custGeom>
              <a:avLst/>
              <a:gdLst/>
              <a:ahLst/>
              <a:cxnLst/>
              <a:rect l="l" t="t" r="r" b="b"/>
              <a:pathLst>
                <a:path w="2735" h="4115" extrusionOk="0">
                  <a:moveTo>
                    <a:pt x="2498" y="0"/>
                  </a:moveTo>
                  <a:cubicBezTo>
                    <a:pt x="2128" y="0"/>
                    <a:pt x="1752" y="179"/>
                    <a:pt x="1461" y="420"/>
                  </a:cubicBezTo>
                  <a:cubicBezTo>
                    <a:pt x="1121" y="720"/>
                    <a:pt x="834" y="1087"/>
                    <a:pt x="628" y="1493"/>
                  </a:cubicBezTo>
                  <a:cubicBezTo>
                    <a:pt x="208" y="2294"/>
                    <a:pt x="1" y="3221"/>
                    <a:pt x="121" y="4114"/>
                  </a:cubicBezTo>
                  <a:cubicBezTo>
                    <a:pt x="221" y="3247"/>
                    <a:pt x="481" y="2407"/>
                    <a:pt x="888" y="1634"/>
                  </a:cubicBezTo>
                  <a:cubicBezTo>
                    <a:pt x="1074" y="1247"/>
                    <a:pt x="1321" y="893"/>
                    <a:pt x="1621" y="587"/>
                  </a:cubicBezTo>
                  <a:cubicBezTo>
                    <a:pt x="1908" y="287"/>
                    <a:pt x="2288" y="46"/>
                    <a:pt x="2735" y="26"/>
                  </a:cubicBezTo>
                  <a:cubicBezTo>
                    <a:pt x="2657" y="9"/>
                    <a:pt x="2577" y="0"/>
                    <a:pt x="249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1" name="Google Shape;2104;p36"/>
            <p:cNvSpPr/>
            <p:nvPr/>
          </p:nvSpPr>
          <p:spPr>
            <a:xfrm>
              <a:off x="1305245" y="2405479"/>
              <a:ext cx="104664" cy="86008"/>
            </a:xfrm>
            <a:custGeom>
              <a:avLst/>
              <a:gdLst/>
              <a:ahLst/>
              <a:cxnLst/>
              <a:rect l="l" t="t" r="r" b="b"/>
              <a:pathLst>
                <a:path w="3742" h="3075" extrusionOk="0">
                  <a:moveTo>
                    <a:pt x="0" y="0"/>
                  </a:moveTo>
                  <a:cubicBezTo>
                    <a:pt x="400" y="734"/>
                    <a:pt x="907" y="1401"/>
                    <a:pt x="1507" y="1981"/>
                  </a:cubicBezTo>
                  <a:cubicBezTo>
                    <a:pt x="2121" y="2548"/>
                    <a:pt x="2894" y="3015"/>
                    <a:pt x="3741" y="3075"/>
                  </a:cubicBezTo>
                  <a:cubicBezTo>
                    <a:pt x="2961" y="2794"/>
                    <a:pt x="2307" y="2308"/>
                    <a:pt x="1707" y="1768"/>
                  </a:cubicBezTo>
                  <a:cubicBezTo>
                    <a:pt x="1107" y="1227"/>
                    <a:pt x="587" y="594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2" name="Google Shape;2105;p36"/>
            <p:cNvSpPr/>
            <p:nvPr/>
          </p:nvSpPr>
          <p:spPr>
            <a:xfrm>
              <a:off x="2755965" y="2157525"/>
              <a:ext cx="81337" cy="27886"/>
            </a:xfrm>
            <a:custGeom>
              <a:avLst/>
              <a:gdLst/>
              <a:ahLst/>
              <a:cxnLst/>
              <a:rect l="l" t="t" r="r" b="b"/>
              <a:pathLst>
                <a:path w="2908" h="997" extrusionOk="0">
                  <a:moveTo>
                    <a:pt x="1647" y="1"/>
                  </a:moveTo>
                  <a:cubicBezTo>
                    <a:pt x="1611" y="1"/>
                    <a:pt x="1576" y="2"/>
                    <a:pt x="1541" y="3"/>
                  </a:cubicBezTo>
                  <a:cubicBezTo>
                    <a:pt x="1241" y="30"/>
                    <a:pt x="941" y="103"/>
                    <a:pt x="667" y="223"/>
                  </a:cubicBezTo>
                  <a:cubicBezTo>
                    <a:pt x="380" y="336"/>
                    <a:pt x="147" y="550"/>
                    <a:pt x="0" y="823"/>
                  </a:cubicBezTo>
                  <a:cubicBezTo>
                    <a:pt x="214" y="637"/>
                    <a:pt x="474" y="503"/>
                    <a:pt x="747" y="436"/>
                  </a:cubicBezTo>
                  <a:cubicBezTo>
                    <a:pt x="1014" y="363"/>
                    <a:pt x="1281" y="316"/>
                    <a:pt x="1554" y="296"/>
                  </a:cubicBezTo>
                  <a:cubicBezTo>
                    <a:pt x="1615" y="289"/>
                    <a:pt x="1677" y="285"/>
                    <a:pt x="1738" y="285"/>
                  </a:cubicBezTo>
                  <a:cubicBezTo>
                    <a:pt x="1942" y="285"/>
                    <a:pt x="2144" y="328"/>
                    <a:pt x="2334" y="410"/>
                  </a:cubicBezTo>
                  <a:cubicBezTo>
                    <a:pt x="2581" y="523"/>
                    <a:pt x="2781" y="737"/>
                    <a:pt x="2881" y="997"/>
                  </a:cubicBezTo>
                  <a:cubicBezTo>
                    <a:pt x="2908" y="690"/>
                    <a:pt x="2714" y="396"/>
                    <a:pt x="2448" y="210"/>
                  </a:cubicBezTo>
                  <a:cubicBezTo>
                    <a:pt x="2211" y="50"/>
                    <a:pt x="1923" y="1"/>
                    <a:pt x="164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3" name="Google Shape;2106;p36"/>
            <p:cNvSpPr/>
            <p:nvPr/>
          </p:nvSpPr>
          <p:spPr>
            <a:xfrm>
              <a:off x="2756525" y="2309598"/>
              <a:ext cx="90847" cy="117166"/>
            </a:xfrm>
            <a:custGeom>
              <a:avLst/>
              <a:gdLst/>
              <a:ahLst/>
              <a:cxnLst/>
              <a:rect l="l" t="t" r="r" b="b"/>
              <a:pathLst>
                <a:path w="3248" h="4189" extrusionOk="0">
                  <a:moveTo>
                    <a:pt x="3248" y="1"/>
                  </a:moveTo>
                  <a:lnTo>
                    <a:pt x="3248" y="1"/>
                  </a:lnTo>
                  <a:cubicBezTo>
                    <a:pt x="2688" y="701"/>
                    <a:pt x="2161" y="1401"/>
                    <a:pt x="1627" y="2101"/>
                  </a:cubicBezTo>
                  <a:cubicBezTo>
                    <a:pt x="1094" y="2802"/>
                    <a:pt x="547" y="3475"/>
                    <a:pt x="0" y="4189"/>
                  </a:cubicBezTo>
                  <a:cubicBezTo>
                    <a:pt x="694" y="3628"/>
                    <a:pt x="1321" y="2982"/>
                    <a:pt x="1861" y="2275"/>
                  </a:cubicBezTo>
                  <a:cubicBezTo>
                    <a:pt x="2414" y="1575"/>
                    <a:pt x="2881" y="814"/>
                    <a:pt x="324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4" name="Google Shape;2107;p36"/>
            <p:cNvSpPr/>
            <p:nvPr/>
          </p:nvSpPr>
          <p:spPr>
            <a:xfrm>
              <a:off x="1769463" y="2696619"/>
              <a:ext cx="111377" cy="73897"/>
            </a:xfrm>
            <a:custGeom>
              <a:avLst/>
              <a:gdLst/>
              <a:ahLst/>
              <a:cxnLst/>
              <a:rect l="l" t="t" r="r" b="b"/>
              <a:pathLst>
                <a:path w="3982" h="2642" extrusionOk="0">
                  <a:moveTo>
                    <a:pt x="1" y="1"/>
                  </a:moveTo>
                  <a:lnTo>
                    <a:pt x="1" y="1"/>
                  </a:lnTo>
                  <a:cubicBezTo>
                    <a:pt x="328" y="768"/>
                    <a:pt x="914" y="1428"/>
                    <a:pt x="1615" y="1888"/>
                  </a:cubicBezTo>
                  <a:cubicBezTo>
                    <a:pt x="2315" y="2341"/>
                    <a:pt x="3148" y="2635"/>
                    <a:pt x="3982" y="2642"/>
                  </a:cubicBezTo>
                  <a:cubicBezTo>
                    <a:pt x="3202" y="2421"/>
                    <a:pt x="2455" y="2088"/>
                    <a:pt x="1775" y="1641"/>
                  </a:cubicBezTo>
                  <a:cubicBezTo>
                    <a:pt x="1101" y="1188"/>
                    <a:pt x="501" y="634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5" name="Google Shape;2108;p36"/>
            <p:cNvSpPr/>
            <p:nvPr/>
          </p:nvSpPr>
          <p:spPr>
            <a:xfrm>
              <a:off x="1906740" y="2807240"/>
              <a:ext cx="12894" cy="156688"/>
            </a:xfrm>
            <a:custGeom>
              <a:avLst/>
              <a:gdLst/>
              <a:ahLst/>
              <a:cxnLst/>
              <a:rect l="l" t="t" r="r" b="b"/>
              <a:pathLst>
                <a:path w="461" h="5602" extrusionOk="0">
                  <a:moveTo>
                    <a:pt x="1" y="0"/>
                  </a:moveTo>
                  <a:lnTo>
                    <a:pt x="1" y="0"/>
                  </a:lnTo>
                  <a:cubicBezTo>
                    <a:pt x="128" y="920"/>
                    <a:pt x="181" y="1854"/>
                    <a:pt x="148" y="2788"/>
                  </a:cubicBezTo>
                  <a:cubicBezTo>
                    <a:pt x="134" y="3721"/>
                    <a:pt x="54" y="4655"/>
                    <a:pt x="54" y="5602"/>
                  </a:cubicBezTo>
                  <a:cubicBezTo>
                    <a:pt x="288" y="4681"/>
                    <a:pt x="414" y="3741"/>
                    <a:pt x="441" y="2801"/>
                  </a:cubicBezTo>
                  <a:cubicBezTo>
                    <a:pt x="461" y="1854"/>
                    <a:pt x="361" y="880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6" name="Google Shape;2109;p36"/>
            <p:cNvSpPr/>
            <p:nvPr/>
          </p:nvSpPr>
          <p:spPr>
            <a:xfrm>
              <a:off x="2160400" y="2550951"/>
              <a:ext cx="50206" cy="22264"/>
            </a:xfrm>
            <a:custGeom>
              <a:avLst/>
              <a:gdLst/>
              <a:ahLst/>
              <a:cxnLst/>
              <a:rect l="l" t="t" r="r" b="b"/>
              <a:pathLst>
                <a:path w="1795" h="796" extrusionOk="0">
                  <a:moveTo>
                    <a:pt x="1" y="1"/>
                  </a:moveTo>
                  <a:lnTo>
                    <a:pt x="1" y="1"/>
                  </a:lnTo>
                  <a:cubicBezTo>
                    <a:pt x="348" y="498"/>
                    <a:pt x="916" y="795"/>
                    <a:pt x="1518" y="795"/>
                  </a:cubicBezTo>
                  <a:cubicBezTo>
                    <a:pt x="1610" y="795"/>
                    <a:pt x="1702" y="788"/>
                    <a:pt x="1795" y="774"/>
                  </a:cubicBezTo>
                  <a:cubicBezTo>
                    <a:pt x="1475" y="614"/>
                    <a:pt x="1195" y="494"/>
                    <a:pt x="901" y="374"/>
                  </a:cubicBezTo>
                  <a:cubicBezTo>
                    <a:pt x="608" y="261"/>
                    <a:pt x="328" y="114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7" name="Google Shape;2110;p36"/>
            <p:cNvSpPr/>
            <p:nvPr/>
          </p:nvSpPr>
          <p:spPr>
            <a:xfrm>
              <a:off x="2097552" y="1826752"/>
              <a:ext cx="130788" cy="20334"/>
            </a:xfrm>
            <a:custGeom>
              <a:avLst/>
              <a:gdLst/>
              <a:ahLst/>
              <a:cxnLst/>
              <a:rect l="l" t="t" r="r" b="b"/>
              <a:pathLst>
                <a:path w="4676" h="727" extrusionOk="0">
                  <a:moveTo>
                    <a:pt x="1790" y="1"/>
                  </a:moveTo>
                  <a:cubicBezTo>
                    <a:pt x="1180" y="1"/>
                    <a:pt x="575" y="101"/>
                    <a:pt x="1" y="293"/>
                  </a:cubicBezTo>
                  <a:cubicBezTo>
                    <a:pt x="326" y="270"/>
                    <a:pt x="654" y="260"/>
                    <a:pt x="983" y="260"/>
                  </a:cubicBezTo>
                  <a:cubicBezTo>
                    <a:pt x="1441" y="260"/>
                    <a:pt x="1900" y="280"/>
                    <a:pt x="2355" y="319"/>
                  </a:cubicBezTo>
                  <a:cubicBezTo>
                    <a:pt x="3135" y="399"/>
                    <a:pt x="3908" y="539"/>
                    <a:pt x="4675" y="726"/>
                  </a:cubicBezTo>
                  <a:cubicBezTo>
                    <a:pt x="3968" y="333"/>
                    <a:pt x="3188" y="99"/>
                    <a:pt x="2381" y="33"/>
                  </a:cubicBezTo>
                  <a:cubicBezTo>
                    <a:pt x="2184" y="11"/>
                    <a:pt x="1987" y="1"/>
                    <a:pt x="179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8" name="Google Shape;2111;p36"/>
            <p:cNvSpPr/>
            <p:nvPr/>
          </p:nvSpPr>
          <p:spPr>
            <a:xfrm>
              <a:off x="1903580" y="2990192"/>
              <a:ext cx="65506" cy="52136"/>
            </a:xfrm>
            <a:custGeom>
              <a:avLst/>
              <a:gdLst/>
              <a:ahLst/>
              <a:cxnLst/>
              <a:rect l="l" t="t" r="r" b="b"/>
              <a:pathLst>
                <a:path w="2342" h="1864" extrusionOk="0">
                  <a:moveTo>
                    <a:pt x="247" y="1"/>
                  </a:moveTo>
                  <a:lnTo>
                    <a:pt x="247" y="1"/>
                  </a:lnTo>
                  <a:cubicBezTo>
                    <a:pt x="40" y="208"/>
                    <a:pt x="0" y="561"/>
                    <a:pt x="80" y="848"/>
                  </a:cubicBezTo>
                  <a:cubicBezTo>
                    <a:pt x="174" y="1148"/>
                    <a:pt x="367" y="1401"/>
                    <a:pt x="634" y="1575"/>
                  </a:cubicBezTo>
                  <a:cubicBezTo>
                    <a:pt x="983" y="1790"/>
                    <a:pt x="1362" y="1863"/>
                    <a:pt x="1736" y="1863"/>
                  </a:cubicBezTo>
                  <a:cubicBezTo>
                    <a:pt x="1941" y="1863"/>
                    <a:pt x="2145" y="1841"/>
                    <a:pt x="2341" y="1808"/>
                  </a:cubicBezTo>
                  <a:cubicBezTo>
                    <a:pt x="1788" y="1675"/>
                    <a:pt x="1221" y="1615"/>
                    <a:pt x="787" y="1335"/>
                  </a:cubicBezTo>
                  <a:cubicBezTo>
                    <a:pt x="574" y="1195"/>
                    <a:pt x="407" y="995"/>
                    <a:pt x="301" y="768"/>
                  </a:cubicBezTo>
                  <a:cubicBezTo>
                    <a:pt x="174" y="528"/>
                    <a:pt x="154" y="248"/>
                    <a:pt x="24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9" name="Google Shape;2112;p36"/>
            <p:cNvSpPr/>
            <p:nvPr/>
          </p:nvSpPr>
          <p:spPr>
            <a:xfrm>
              <a:off x="1995909" y="3054355"/>
              <a:ext cx="70149" cy="10657"/>
            </a:xfrm>
            <a:custGeom>
              <a:avLst/>
              <a:gdLst/>
              <a:ahLst/>
              <a:cxnLst/>
              <a:rect l="l" t="t" r="r" b="b"/>
              <a:pathLst>
                <a:path w="2508" h="381" extrusionOk="0">
                  <a:moveTo>
                    <a:pt x="0" y="1"/>
                  </a:moveTo>
                  <a:cubicBezTo>
                    <a:pt x="374" y="208"/>
                    <a:pt x="801" y="334"/>
                    <a:pt x="1234" y="368"/>
                  </a:cubicBezTo>
                  <a:cubicBezTo>
                    <a:pt x="1326" y="376"/>
                    <a:pt x="1419" y="381"/>
                    <a:pt x="1511" y="381"/>
                  </a:cubicBezTo>
                  <a:cubicBezTo>
                    <a:pt x="1847" y="381"/>
                    <a:pt x="2184" y="324"/>
                    <a:pt x="2508" y="214"/>
                  </a:cubicBezTo>
                  <a:cubicBezTo>
                    <a:pt x="2074" y="141"/>
                    <a:pt x="1674" y="108"/>
                    <a:pt x="1254" y="74"/>
                  </a:cubicBezTo>
                  <a:cubicBezTo>
                    <a:pt x="841" y="41"/>
                    <a:pt x="440" y="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0" name="Google Shape;2113;p36"/>
            <p:cNvSpPr/>
            <p:nvPr/>
          </p:nvSpPr>
          <p:spPr>
            <a:xfrm>
              <a:off x="1304490" y="2253490"/>
              <a:ext cx="170114" cy="128522"/>
            </a:xfrm>
            <a:custGeom>
              <a:avLst/>
              <a:gdLst/>
              <a:ahLst/>
              <a:cxnLst/>
              <a:rect l="l" t="t" r="r" b="b"/>
              <a:pathLst>
                <a:path w="6082" h="4595" extrusionOk="0">
                  <a:moveTo>
                    <a:pt x="3718" y="1"/>
                  </a:moveTo>
                  <a:cubicBezTo>
                    <a:pt x="3306" y="1"/>
                    <a:pt x="2844" y="76"/>
                    <a:pt x="2334" y="273"/>
                  </a:cubicBezTo>
                  <a:cubicBezTo>
                    <a:pt x="27" y="1173"/>
                    <a:pt x="0" y="4174"/>
                    <a:pt x="0" y="4301"/>
                  </a:cubicBezTo>
                  <a:cubicBezTo>
                    <a:pt x="0" y="4461"/>
                    <a:pt x="134" y="4594"/>
                    <a:pt x="294" y="4594"/>
                  </a:cubicBezTo>
                  <a:cubicBezTo>
                    <a:pt x="454" y="4594"/>
                    <a:pt x="587" y="4461"/>
                    <a:pt x="587" y="4301"/>
                  </a:cubicBezTo>
                  <a:cubicBezTo>
                    <a:pt x="587" y="4274"/>
                    <a:pt x="614" y="1573"/>
                    <a:pt x="2548" y="813"/>
                  </a:cubicBezTo>
                  <a:cubicBezTo>
                    <a:pt x="2982" y="644"/>
                    <a:pt x="3374" y="579"/>
                    <a:pt x="3719" y="579"/>
                  </a:cubicBezTo>
                  <a:cubicBezTo>
                    <a:pt x="4600" y="579"/>
                    <a:pt x="5187" y="998"/>
                    <a:pt x="5455" y="1180"/>
                  </a:cubicBezTo>
                  <a:cubicBezTo>
                    <a:pt x="5557" y="1263"/>
                    <a:pt x="5659" y="1331"/>
                    <a:pt x="5777" y="1331"/>
                  </a:cubicBezTo>
                  <a:cubicBezTo>
                    <a:pt x="5821" y="1331"/>
                    <a:pt x="5867" y="1322"/>
                    <a:pt x="5915" y="1300"/>
                  </a:cubicBezTo>
                  <a:cubicBezTo>
                    <a:pt x="6015" y="1247"/>
                    <a:pt x="6075" y="1140"/>
                    <a:pt x="6082" y="1027"/>
                  </a:cubicBezTo>
                  <a:cubicBezTo>
                    <a:pt x="6082" y="880"/>
                    <a:pt x="5975" y="753"/>
                    <a:pt x="5829" y="733"/>
                  </a:cubicBezTo>
                  <a:lnTo>
                    <a:pt x="5789" y="706"/>
                  </a:lnTo>
                  <a:cubicBezTo>
                    <a:pt x="5500" y="504"/>
                    <a:pt x="4781" y="1"/>
                    <a:pt x="371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1" name="Google Shape;2114;p36"/>
            <p:cNvSpPr/>
            <p:nvPr/>
          </p:nvSpPr>
          <p:spPr>
            <a:xfrm>
              <a:off x="1330978" y="2252567"/>
              <a:ext cx="110817" cy="179987"/>
            </a:xfrm>
            <a:custGeom>
              <a:avLst/>
              <a:gdLst/>
              <a:ahLst/>
              <a:cxnLst/>
              <a:rect l="l" t="t" r="r" b="b"/>
              <a:pathLst>
                <a:path w="3962" h="6435" extrusionOk="0">
                  <a:moveTo>
                    <a:pt x="2757" y="1"/>
                  </a:moveTo>
                  <a:cubicBezTo>
                    <a:pt x="2673" y="1"/>
                    <a:pt x="2587" y="41"/>
                    <a:pt x="2521" y="139"/>
                  </a:cubicBezTo>
                  <a:cubicBezTo>
                    <a:pt x="2501" y="166"/>
                    <a:pt x="0" y="3240"/>
                    <a:pt x="3448" y="6361"/>
                  </a:cubicBezTo>
                  <a:cubicBezTo>
                    <a:pt x="3501" y="6408"/>
                    <a:pt x="3568" y="6434"/>
                    <a:pt x="3641" y="6434"/>
                  </a:cubicBezTo>
                  <a:cubicBezTo>
                    <a:pt x="3721" y="6434"/>
                    <a:pt x="3801" y="6401"/>
                    <a:pt x="3855" y="6341"/>
                  </a:cubicBezTo>
                  <a:cubicBezTo>
                    <a:pt x="3961" y="6221"/>
                    <a:pt x="3955" y="6034"/>
                    <a:pt x="3841" y="5928"/>
                  </a:cubicBezTo>
                  <a:cubicBezTo>
                    <a:pt x="814" y="3193"/>
                    <a:pt x="2881" y="613"/>
                    <a:pt x="2974" y="506"/>
                  </a:cubicBezTo>
                  <a:cubicBezTo>
                    <a:pt x="3192" y="283"/>
                    <a:pt x="2981" y="1"/>
                    <a:pt x="275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2" name="Google Shape;2115;p36"/>
            <p:cNvSpPr/>
            <p:nvPr/>
          </p:nvSpPr>
          <p:spPr>
            <a:xfrm>
              <a:off x="1391449" y="2500773"/>
              <a:ext cx="116299" cy="99517"/>
            </a:xfrm>
            <a:custGeom>
              <a:avLst/>
              <a:gdLst/>
              <a:ahLst/>
              <a:cxnLst/>
              <a:rect l="l" t="t" r="r" b="b"/>
              <a:pathLst>
                <a:path w="4158" h="3558" extrusionOk="0">
                  <a:moveTo>
                    <a:pt x="2378" y="1"/>
                  </a:moveTo>
                  <a:cubicBezTo>
                    <a:pt x="796" y="1"/>
                    <a:pt x="1" y="1910"/>
                    <a:pt x="1119" y="3035"/>
                  </a:cubicBezTo>
                  <a:cubicBezTo>
                    <a:pt x="1482" y="3396"/>
                    <a:pt x="1927" y="3558"/>
                    <a:pt x="2364" y="3558"/>
                  </a:cubicBezTo>
                  <a:cubicBezTo>
                    <a:pt x="3280" y="3558"/>
                    <a:pt x="4158" y="2844"/>
                    <a:pt x="4153" y="1768"/>
                  </a:cubicBezTo>
                  <a:cubicBezTo>
                    <a:pt x="4153" y="795"/>
                    <a:pt x="3360" y="1"/>
                    <a:pt x="2386" y="1"/>
                  </a:cubicBezTo>
                  <a:cubicBezTo>
                    <a:pt x="2383" y="1"/>
                    <a:pt x="2381" y="1"/>
                    <a:pt x="2378" y="1"/>
                  </a:cubicBezTo>
                  <a:close/>
                </a:path>
              </a:pathLst>
            </a:custGeom>
            <a:solidFill>
              <a:srgbClr val="B39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3" name="Google Shape;2116;p36"/>
            <p:cNvSpPr/>
            <p:nvPr/>
          </p:nvSpPr>
          <p:spPr>
            <a:xfrm>
              <a:off x="1386247" y="2496466"/>
              <a:ext cx="125306" cy="107489"/>
            </a:xfrm>
            <a:custGeom>
              <a:avLst/>
              <a:gdLst/>
              <a:ahLst/>
              <a:cxnLst/>
              <a:rect l="l" t="t" r="r" b="b"/>
              <a:pathLst>
                <a:path w="4480" h="3843" extrusionOk="0">
                  <a:moveTo>
                    <a:pt x="2564" y="295"/>
                  </a:moveTo>
                  <a:cubicBezTo>
                    <a:pt x="2567" y="295"/>
                    <a:pt x="2569" y="295"/>
                    <a:pt x="2572" y="295"/>
                  </a:cubicBezTo>
                  <a:cubicBezTo>
                    <a:pt x="3466" y="302"/>
                    <a:pt x="4193" y="1029"/>
                    <a:pt x="4193" y="1922"/>
                  </a:cubicBezTo>
                  <a:cubicBezTo>
                    <a:pt x="4188" y="2901"/>
                    <a:pt x="3384" y="3550"/>
                    <a:pt x="2549" y="3550"/>
                  </a:cubicBezTo>
                  <a:cubicBezTo>
                    <a:pt x="2149" y="3550"/>
                    <a:pt x="1742" y="3401"/>
                    <a:pt x="1412" y="3069"/>
                  </a:cubicBezTo>
                  <a:cubicBezTo>
                    <a:pt x="394" y="2044"/>
                    <a:pt x="1122" y="295"/>
                    <a:pt x="2564" y="295"/>
                  </a:cubicBezTo>
                  <a:close/>
                  <a:moveTo>
                    <a:pt x="2548" y="0"/>
                  </a:moveTo>
                  <a:cubicBezTo>
                    <a:pt x="2076" y="0"/>
                    <a:pt x="1596" y="176"/>
                    <a:pt x="1205" y="568"/>
                  </a:cubicBezTo>
                  <a:cubicBezTo>
                    <a:pt x="0" y="1780"/>
                    <a:pt x="862" y="3843"/>
                    <a:pt x="2564" y="3843"/>
                  </a:cubicBezTo>
                  <a:cubicBezTo>
                    <a:pt x="2567" y="3843"/>
                    <a:pt x="2569" y="3843"/>
                    <a:pt x="2572" y="3843"/>
                  </a:cubicBezTo>
                  <a:cubicBezTo>
                    <a:pt x="3626" y="3836"/>
                    <a:pt x="4479" y="2976"/>
                    <a:pt x="4479" y="1922"/>
                  </a:cubicBezTo>
                  <a:cubicBezTo>
                    <a:pt x="4479" y="767"/>
                    <a:pt x="3534" y="0"/>
                    <a:pt x="254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4" name="Google Shape;2117;p36"/>
            <p:cNvSpPr/>
            <p:nvPr/>
          </p:nvSpPr>
          <p:spPr>
            <a:xfrm>
              <a:off x="1424426" y="2532127"/>
              <a:ext cx="54290" cy="50122"/>
            </a:xfrm>
            <a:custGeom>
              <a:avLst/>
              <a:gdLst/>
              <a:ahLst/>
              <a:cxnLst/>
              <a:rect l="l" t="t" r="r" b="b"/>
              <a:pathLst>
                <a:path w="1941" h="1792" extrusionOk="0">
                  <a:moveTo>
                    <a:pt x="300" y="0"/>
                  </a:moveTo>
                  <a:lnTo>
                    <a:pt x="300" y="0"/>
                  </a:lnTo>
                  <a:cubicBezTo>
                    <a:pt x="0" y="414"/>
                    <a:pt x="74" y="1061"/>
                    <a:pt x="474" y="1454"/>
                  </a:cubicBezTo>
                  <a:cubicBezTo>
                    <a:pt x="700" y="1676"/>
                    <a:pt x="1008" y="1792"/>
                    <a:pt x="1307" y="1792"/>
                  </a:cubicBezTo>
                  <a:cubicBezTo>
                    <a:pt x="1538" y="1792"/>
                    <a:pt x="1764" y="1723"/>
                    <a:pt x="1941" y="1581"/>
                  </a:cubicBezTo>
                  <a:lnTo>
                    <a:pt x="1941" y="1581"/>
                  </a:lnTo>
                  <a:cubicBezTo>
                    <a:pt x="1824" y="1611"/>
                    <a:pt x="1709" y="1626"/>
                    <a:pt x="1597" y="1626"/>
                  </a:cubicBezTo>
                  <a:cubicBezTo>
                    <a:pt x="775" y="1626"/>
                    <a:pt x="107" y="857"/>
                    <a:pt x="3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5" name="Google Shape;2118;p36"/>
            <p:cNvSpPr/>
            <p:nvPr/>
          </p:nvSpPr>
          <p:spPr>
            <a:xfrm>
              <a:off x="2737505" y="2471684"/>
              <a:ext cx="18097" cy="53563"/>
            </a:xfrm>
            <a:custGeom>
              <a:avLst/>
              <a:gdLst/>
              <a:ahLst/>
              <a:cxnLst/>
              <a:rect l="l" t="t" r="r" b="b"/>
              <a:pathLst>
                <a:path w="647" h="1915" extrusionOk="0">
                  <a:moveTo>
                    <a:pt x="274" y="1"/>
                  </a:moveTo>
                  <a:lnTo>
                    <a:pt x="274" y="1"/>
                  </a:lnTo>
                  <a:cubicBezTo>
                    <a:pt x="247" y="347"/>
                    <a:pt x="234" y="648"/>
                    <a:pt x="194" y="968"/>
                  </a:cubicBezTo>
                  <a:cubicBezTo>
                    <a:pt x="147" y="1281"/>
                    <a:pt x="73" y="1574"/>
                    <a:pt x="0" y="1915"/>
                  </a:cubicBezTo>
                  <a:cubicBezTo>
                    <a:pt x="527" y="1421"/>
                    <a:pt x="647" y="621"/>
                    <a:pt x="27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6" name="Google Shape;2119;p36"/>
            <p:cNvSpPr/>
            <p:nvPr/>
          </p:nvSpPr>
          <p:spPr>
            <a:xfrm>
              <a:off x="1680015" y="2029143"/>
              <a:ext cx="502061" cy="353932"/>
            </a:xfrm>
            <a:custGeom>
              <a:avLst/>
              <a:gdLst/>
              <a:ahLst/>
              <a:cxnLst/>
              <a:rect l="l" t="t" r="r" b="b"/>
              <a:pathLst>
                <a:path w="17950" h="12654" extrusionOk="0">
                  <a:moveTo>
                    <a:pt x="8729" y="0"/>
                  </a:moveTo>
                  <a:cubicBezTo>
                    <a:pt x="903" y="0"/>
                    <a:pt x="1" y="12654"/>
                    <a:pt x="8717" y="12654"/>
                  </a:cubicBezTo>
                  <a:cubicBezTo>
                    <a:pt x="8819" y="12654"/>
                    <a:pt x="8922" y="12652"/>
                    <a:pt x="9027" y="12649"/>
                  </a:cubicBezTo>
                  <a:cubicBezTo>
                    <a:pt x="17949" y="12342"/>
                    <a:pt x="17169" y="305"/>
                    <a:pt x="9000" y="5"/>
                  </a:cubicBezTo>
                  <a:cubicBezTo>
                    <a:pt x="8909" y="2"/>
                    <a:pt x="8818" y="0"/>
                    <a:pt x="8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7" name="Google Shape;2120;p36"/>
            <p:cNvSpPr/>
            <p:nvPr/>
          </p:nvSpPr>
          <p:spPr>
            <a:xfrm>
              <a:off x="1634424" y="2014235"/>
              <a:ext cx="440975" cy="203006"/>
            </a:xfrm>
            <a:custGeom>
              <a:avLst/>
              <a:gdLst/>
              <a:ahLst/>
              <a:cxnLst/>
              <a:rect l="l" t="t" r="r" b="b"/>
              <a:pathLst>
                <a:path w="15766" h="7258" extrusionOk="0">
                  <a:moveTo>
                    <a:pt x="10214" y="0"/>
                  </a:moveTo>
                  <a:cubicBezTo>
                    <a:pt x="9781" y="0"/>
                    <a:pt x="9328" y="39"/>
                    <a:pt x="8857" y="125"/>
                  </a:cubicBezTo>
                  <a:cubicBezTo>
                    <a:pt x="4922" y="845"/>
                    <a:pt x="3568" y="3686"/>
                    <a:pt x="2742" y="5453"/>
                  </a:cubicBezTo>
                  <a:cubicBezTo>
                    <a:pt x="2159" y="6708"/>
                    <a:pt x="1021" y="6890"/>
                    <a:pt x="411" y="6890"/>
                  </a:cubicBezTo>
                  <a:cubicBezTo>
                    <a:pt x="162" y="6890"/>
                    <a:pt x="1" y="6860"/>
                    <a:pt x="1" y="6860"/>
                  </a:cubicBezTo>
                  <a:lnTo>
                    <a:pt x="1" y="6860"/>
                  </a:lnTo>
                  <a:cubicBezTo>
                    <a:pt x="999" y="7135"/>
                    <a:pt x="1785" y="7257"/>
                    <a:pt x="2404" y="7257"/>
                  </a:cubicBezTo>
                  <a:cubicBezTo>
                    <a:pt x="4020" y="7257"/>
                    <a:pt x="4512" y="6430"/>
                    <a:pt x="4729" y="5346"/>
                  </a:cubicBezTo>
                  <a:cubicBezTo>
                    <a:pt x="5029" y="3846"/>
                    <a:pt x="6603" y="1358"/>
                    <a:pt x="10277" y="1025"/>
                  </a:cubicBezTo>
                  <a:cubicBezTo>
                    <a:pt x="10513" y="1004"/>
                    <a:pt x="10741" y="994"/>
                    <a:pt x="10962" y="994"/>
                  </a:cubicBezTo>
                  <a:cubicBezTo>
                    <a:pt x="14182" y="994"/>
                    <a:pt x="15765" y="3126"/>
                    <a:pt x="15765" y="3126"/>
                  </a:cubicBezTo>
                  <a:cubicBezTo>
                    <a:pt x="15477" y="2092"/>
                    <a:pt x="13392" y="0"/>
                    <a:pt x="102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8" name="Google Shape;2121;p36"/>
            <p:cNvSpPr/>
            <p:nvPr/>
          </p:nvSpPr>
          <p:spPr>
            <a:xfrm>
              <a:off x="2308697" y="2061504"/>
              <a:ext cx="359722" cy="279504"/>
            </a:xfrm>
            <a:custGeom>
              <a:avLst/>
              <a:gdLst/>
              <a:ahLst/>
              <a:cxnLst/>
              <a:rect l="l" t="t" r="r" b="b"/>
              <a:pathLst>
                <a:path w="12861" h="9993" extrusionOk="0">
                  <a:moveTo>
                    <a:pt x="5942" y="1"/>
                  </a:moveTo>
                  <a:cubicBezTo>
                    <a:pt x="5762" y="1"/>
                    <a:pt x="5578" y="10"/>
                    <a:pt x="5388" y="28"/>
                  </a:cubicBezTo>
                  <a:cubicBezTo>
                    <a:pt x="1507" y="409"/>
                    <a:pt x="0" y="4156"/>
                    <a:pt x="1027" y="6937"/>
                  </a:cubicBezTo>
                  <a:cubicBezTo>
                    <a:pt x="1567" y="8404"/>
                    <a:pt x="2794" y="9598"/>
                    <a:pt x="4742" y="9904"/>
                  </a:cubicBezTo>
                  <a:cubicBezTo>
                    <a:pt x="5108" y="9965"/>
                    <a:pt x="5480" y="9992"/>
                    <a:pt x="5852" y="9992"/>
                  </a:cubicBezTo>
                  <a:cubicBezTo>
                    <a:pt x="5893" y="9992"/>
                    <a:pt x="5934" y="9992"/>
                    <a:pt x="5975" y="9991"/>
                  </a:cubicBezTo>
                  <a:cubicBezTo>
                    <a:pt x="12861" y="9803"/>
                    <a:pt x="11859" y="1"/>
                    <a:pt x="59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9" name="Google Shape;2122;p36"/>
            <p:cNvSpPr/>
            <p:nvPr/>
          </p:nvSpPr>
          <p:spPr>
            <a:xfrm>
              <a:off x="2351603" y="2049645"/>
              <a:ext cx="346185" cy="149891"/>
            </a:xfrm>
            <a:custGeom>
              <a:avLst/>
              <a:gdLst/>
              <a:ahLst/>
              <a:cxnLst/>
              <a:rect l="l" t="t" r="r" b="b"/>
              <a:pathLst>
                <a:path w="12377" h="5359" extrusionOk="0">
                  <a:moveTo>
                    <a:pt x="4480" y="1"/>
                  </a:moveTo>
                  <a:cubicBezTo>
                    <a:pt x="1822" y="1"/>
                    <a:pt x="184" y="1868"/>
                    <a:pt x="0" y="2726"/>
                  </a:cubicBezTo>
                  <a:cubicBezTo>
                    <a:pt x="0" y="2726"/>
                    <a:pt x="1229" y="816"/>
                    <a:pt x="3948" y="816"/>
                  </a:cubicBezTo>
                  <a:cubicBezTo>
                    <a:pt x="4012" y="816"/>
                    <a:pt x="4076" y="817"/>
                    <a:pt x="4141" y="819"/>
                  </a:cubicBezTo>
                  <a:cubicBezTo>
                    <a:pt x="7002" y="913"/>
                    <a:pt x="8342" y="2786"/>
                    <a:pt x="8642" y="3953"/>
                  </a:cubicBezTo>
                  <a:cubicBezTo>
                    <a:pt x="8848" y="4751"/>
                    <a:pt x="9237" y="5359"/>
                    <a:pt x="10338" y="5359"/>
                  </a:cubicBezTo>
                  <a:cubicBezTo>
                    <a:pt x="10847" y="5359"/>
                    <a:pt x="11510" y="5229"/>
                    <a:pt x="12377" y="4927"/>
                  </a:cubicBezTo>
                  <a:lnTo>
                    <a:pt x="12377" y="4927"/>
                  </a:lnTo>
                  <a:cubicBezTo>
                    <a:pt x="12377" y="4927"/>
                    <a:pt x="12194" y="4973"/>
                    <a:pt x="11927" y="4973"/>
                  </a:cubicBezTo>
                  <a:cubicBezTo>
                    <a:pt x="11436" y="4973"/>
                    <a:pt x="10658" y="4819"/>
                    <a:pt x="10196" y="3947"/>
                  </a:cubicBezTo>
                  <a:cubicBezTo>
                    <a:pt x="9476" y="2593"/>
                    <a:pt x="8289" y="419"/>
                    <a:pt x="5201" y="46"/>
                  </a:cubicBezTo>
                  <a:cubicBezTo>
                    <a:pt x="4953" y="15"/>
                    <a:pt x="4712" y="1"/>
                    <a:pt x="44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0" name="Google Shape;2123;p36"/>
            <p:cNvSpPr/>
            <p:nvPr/>
          </p:nvSpPr>
          <p:spPr>
            <a:xfrm>
              <a:off x="1799699" y="2148799"/>
              <a:ext cx="261743" cy="225438"/>
            </a:xfrm>
            <a:custGeom>
              <a:avLst/>
              <a:gdLst/>
              <a:ahLst/>
              <a:cxnLst/>
              <a:rect l="l" t="t" r="r" b="b"/>
              <a:pathLst>
                <a:path w="9358" h="8060" extrusionOk="0">
                  <a:moveTo>
                    <a:pt x="4741" y="1"/>
                  </a:moveTo>
                  <a:cubicBezTo>
                    <a:pt x="4717" y="1"/>
                    <a:pt x="4693" y="1"/>
                    <a:pt x="4668" y="2"/>
                  </a:cubicBezTo>
                  <a:cubicBezTo>
                    <a:pt x="133" y="82"/>
                    <a:pt x="0" y="7897"/>
                    <a:pt x="4668" y="8057"/>
                  </a:cubicBezTo>
                  <a:cubicBezTo>
                    <a:pt x="4713" y="8059"/>
                    <a:pt x="4757" y="8059"/>
                    <a:pt x="4800" y="8059"/>
                  </a:cubicBezTo>
                  <a:cubicBezTo>
                    <a:pt x="9313" y="8059"/>
                    <a:pt x="9357" y="1"/>
                    <a:pt x="474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1" name="Google Shape;2124;p36"/>
            <p:cNvSpPr/>
            <p:nvPr/>
          </p:nvSpPr>
          <p:spPr>
            <a:xfrm>
              <a:off x="2332947" y="2148631"/>
              <a:ext cx="196909" cy="189916"/>
            </a:xfrm>
            <a:custGeom>
              <a:avLst/>
              <a:gdLst/>
              <a:ahLst/>
              <a:cxnLst/>
              <a:rect l="l" t="t" r="r" b="b"/>
              <a:pathLst>
                <a:path w="7040" h="6790" extrusionOk="0">
                  <a:moveTo>
                    <a:pt x="3143" y="1"/>
                  </a:moveTo>
                  <a:cubicBezTo>
                    <a:pt x="3124" y="1"/>
                    <a:pt x="3106" y="1"/>
                    <a:pt x="3088" y="1"/>
                  </a:cubicBezTo>
                  <a:cubicBezTo>
                    <a:pt x="994" y="41"/>
                    <a:pt x="0" y="2001"/>
                    <a:pt x="160" y="3822"/>
                  </a:cubicBezTo>
                  <a:cubicBezTo>
                    <a:pt x="700" y="5289"/>
                    <a:pt x="1927" y="6483"/>
                    <a:pt x="3875" y="6789"/>
                  </a:cubicBezTo>
                  <a:cubicBezTo>
                    <a:pt x="7040" y="6033"/>
                    <a:pt x="6831" y="1"/>
                    <a:pt x="314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2" name="Google Shape;2125;p36"/>
            <p:cNvSpPr/>
            <p:nvPr/>
          </p:nvSpPr>
          <p:spPr>
            <a:xfrm>
              <a:off x="2245849" y="2049421"/>
              <a:ext cx="165443" cy="378210"/>
            </a:xfrm>
            <a:custGeom>
              <a:avLst/>
              <a:gdLst/>
              <a:ahLst/>
              <a:cxnLst/>
              <a:rect l="l" t="t" r="r" b="b"/>
              <a:pathLst>
                <a:path w="5915" h="13522" extrusionOk="0">
                  <a:moveTo>
                    <a:pt x="1080" y="0"/>
                  </a:moveTo>
                  <a:lnTo>
                    <a:pt x="1080" y="0"/>
                  </a:lnTo>
                  <a:cubicBezTo>
                    <a:pt x="747" y="714"/>
                    <a:pt x="494" y="1467"/>
                    <a:pt x="320" y="2234"/>
                  </a:cubicBezTo>
                  <a:cubicBezTo>
                    <a:pt x="147" y="3008"/>
                    <a:pt x="47" y="3801"/>
                    <a:pt x="33" y="4595"/>
                  </a:cubicBezTo>
                  <a:cubicBezTo>
                    <a:pt x="0" y="6175"/>
                    <a:pt x="280" y="7822"/>
                    <a:pt x="1154" y="9223"/>
                  </a:cubicBezTo>
                  <a:cubicBezTo>
                    <a:pt x="1380" y="9576"/>
                    <a:pt x="1647" y="9896"/>
                    <a:pt x="1967" y="10176"/>
                  </a:cubicBezTo>
                  <a:cubicBezTo>
                    <a:pt x="2127" y="10316"/>
                    <a:pt x="2314" y="10436"/>
                    <a:pt x="2507" y="10536"/>
                  </a:cubicBezTo>
                  <a:cubicBezTo>
                    <a:pt x="2607" y="10590"/>
                    <a:pt x="2714" y="10637"/>
                    <a:pt x="2821" y="10670"/>
                  </a:cubicBezTo>
                  <a:lnTo>
                    <a:pt x="3134" y="10743"/>
                  </a:lnTo>
                  <a:cubicBezTo>
                    <a:pt x="3541" y="10810"/>
                    <a:pt x="3934" y="10843"/>
                    <a:pt x="4308" y="10897"/>
                  </a:cubicBezTo>
                  <a:cubicBezTo>
                    <a:pt x="4681" y="10943"/>
                    <a:pt x="5075" y="11010"/>
                    <a:pt x="5308" y="11163"/>
                  </a:cubicBezTo>
                  <a:cubicBezTo>
                    <a:pt x="5542" y="11310"/>
                    <a:pt x="5542" y="11630"/>
                    <a:pt x="5382" y="11944"/>
                  </a:cubicBezTo>
                  <a:cubicBezTo>
                    <a:pt x="5221" y="12264"/>
                    <a:pt x="4941" y="12524"/>
                    <a:pt x="4641" y="12737"/>
                  </a:cubicBezTo>
                  <a:cubicBezTo>
                    <a:pt x="4008" y="13177"/>
                    <a:pt x="3274" y="13451"/>
                    <a:pt x="2507" y="13511"/>
                  </a:cubicBezTo>
                  <a:cubicBezTo>
                    <a:pt x="2605" y="13518"/>
                    <a:pt x="2703" y="13522"/>
                    <a:pt x="2801" y="13522"/>
                  </a:cubicBezTo>
                  <a:cubicBezTo>
                    <a:pt x="3502" y="13522"/>
                    <a:pt x="4193" y="13334"/>
                    <a:pt x="4801" y="12977"/>
                  </a:cubicBezTo>
                  <a:cubicBezTo>
                    <a:pt x="5141" y="12770"/>
                    <a:pt x="5475" y="12510"/>
                    <a:pt x="5708" y="12137"/>
                  </a:cubicBezTo>
                  <a:cubicBezTo>
                    <a:pt x="5842" y="11950"/>
                    <a:pt x="5915" y="11717"/>
                    <a:pt x="5915" y="11490"/>
                  </a:cubicBezTo>
                  <a:cubicBezTo>
                    <a:pt x="5915" y="11223"/>
                    <a:pt x="5795" y="10977"/>
                    <a:pt x="5588" y="10810"/>
                  </a:cubicBezTo>
                  <a:cubicBezTo>
                    <a:pt x="5188" y="10503"/>
                    <a:pt x="4775" y="10443"/>
                    <a:pt x="4381" y="10383"/>
                  </a:cubicBezTo>
                  <a:cubicBezTo>
                    <a:pt x="3988" y="10330"/>
                    <a:pt x="3608" y="10276"/>
                    <a:pt x="3241" y="10203"/>
                  </a:cubicBezTo>
                  <a:cubicBezTo>
                    <a:pt x="2567" y="10090"/>
                    <a:pt x="2041" y="9530"/>
                    <a:pt x="1647" y="8909"/>
                  </a:cubicBezTo>
                  <a:cubicBezTo>
                    <a:pt x="847" y="7656"/>
                    <a:pt x="540" y="6102"/>
                    <a:pt x="480" y="4588"/>
                  </a:cubicBezTo>
                  <a:cubicBezTo>
                    <a:pt x="447" y="3034"/>
                    <a:pt x="647" y="1487"/>
                    <a:pt x="108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3" name="Google Shape;2126;p36"/>
            <p:cNvSpPr/>
            <p:nvPr/>
          </p:nvSpPr>
          <p:spPr>
            <a:xfrm>
              <a:off x="2256058" y="2399606"/>
              <a:ext cx="36613" cy="15635"/>
            </a:xfrm>
            <a:custGeom>
              <a:avLst/>
              <a:gdLst/>
              <a:ahLst/>
              <a:cxnLst/>
              <a:rect l="l" t="t" r="r" b="b"/>
              <a:pathLst>
                <a:path w="1309" h="559" extrusionOk="0">
                  <a:moveTo>
                    <a:pt x="615" y="0"/>
                  </a:moveTo>
                  <a:cubicBezTo>
                    <a:pt x="400" y="0"/>
                    <a:pt x="198" y="61"/>
                    <a:pt x="122" y="204"/>
                  </a:cubicBezTo>
                  <a:cubicBezTo>
                    <a:pt x="0" y="414"/>
                    <a:pt x="465" y="559"/>
                    <a:pt x="848" y="559"/>
                  </a:cubicBezTo>
                  <a:cubicBezTo>
                    <a:pt x="1095" y="559"/>
                    <a:pt x="1309" y="498"/>
                    <a:pt x="1309" y="357"/>
                  </a:cubicBezTo>
                  <a:cubicBezTo>
                    <a:pt x="1309" y="143"/>
                    <a:pt x="945" y="0"/>
                    <a:pt x="61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4" name="Google Shape;2127;p36"/>
            <p:cNvSpPr/>
            <p:nvPr/>
          </p:nvSpPr>
          <p:spPr>
            <a:xfrm>
              <a:off x="2230549" y="2383103"/>
              <a:ext cx="12531" cy="32110"/>
            </a:xfrm>
            <a:custGeom>
              <a:avLst/>
              <a:gdLst/>
              <a:ahLst/>
              <a:cxnLst/>
              <a:rect l="l" t="t" r="r" b="b"/>
              <a:pathLst>
                <a:path w="448" h="1148" extrusionOk="0">
                  <a:moveTo>
                    <a:pt x="447" y="0"/>
                  </a:moveTo>
                  <a:lnTo>
                    <a:pt x="447" y="0"/>
                  </a:lnTo>
                  <a:cubicBezTo>
                    <a:pt x="320" y="27"/>
                    <a:pt x="214" y="100"/>
                    <a:pt x="134" y="200"/>
                  </a:cubicBezTo>
                  <a:cubicBezTo>
                    <a:pt x="47" y="307"/>
                    <a:pt x="0" y="440"/>
                    <a:pt x="0" y="574"/>
                  </a:cubicBezTo>
                  <a:cubicBezTo>
                    <a:pt x="0" y="707"/>
                    <a:pt x="47" y="840"/>
                    <a:pt x="127" y="947"/>
                  </a:cubicBezTo>
                  <a:cubicBezTo>
                    <a:pt x="207" y="1047"/>
                    <a:pt x="320" y="1120"/>
                    <a:pt x="447" y="1147"/>
                  </a:cubicBezTo>
                  <a:cubicBezTo>
                    <a:pt x="354" y="914"/>
                    <a:pt x="287" y="740"/>
                    <a:pt x="287" y="574"/>
                  </a:cubicBezTo>
                  <a:cubicBezTo>
                    <a:pt x="294" y="487"/>
                    <a:pt x="307" y="400"/>
                    <a:pt x="334" y="314"/>
                  </a:cubicBezTo>
                  <a:cubicBezTo>
                    <a:pt x="360" y="214"/>
                    <a:pt x="400" y="114"/>
                    <a:pt x="44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5" name="Google Shape;2128;p36"/>
            <p:cNvSpPr/>
            <p:nvPr/>
          </p:nvSpPr>
          <p:spPr>
            <a:xfrm>
              <a:off x="2111537" y="2461419"/>
              <a:ext cx="208572" cy="100804"/>
            </a:xfrm>
            <a:custGeom>
              <a:avLst/>
              <a:gdLst/>
              <a:ahLst/>
              <a:cxnLst/>
              <a:rect l="l" t="t" r="r" b="b"/>
              <a:pathLst>
                <a:path w="7457" h="3604" extrusionOk="0">
                  <a:moveTo>
                    <a:pt x="1" y="1"/>
                  </a:moveTo>
                  <a:lnTo>
                    <a:pt x="1" y="1"/>
                  </a:lnTo>
                  <a:cubicBezTo>
                    <a:pt x="314" y="661"/>
                    <a:pt x="788" y="1235"/>
                    <a:pt x="1321" y="1735"/>
                  </a:cubicBezTo>
                  <a:cubicBezTo>
                    <a:pt x="1861" y="2242"/>
                    <a:pt x="2481" y="2655"/>
                    <a:pt x="3155" y="2968"/>
                  </a:cubicBezTo>
                  <a:cubicBezTo>
                    <a:pt x="3322" y="3048"/>
                    <a:pt x="3488" y="3122"/>
                    <a:pt x="3668" y="3182"/>
                  </a:cubicBezTo>
                  <a:cubicBezTo>
                    <a:pt x="3842" y="3242"/>
                    <a:pt x="4015" y="3315"/>
                    <a:pt x="4189" y="3362"/>
                  </a:cubicBezTo>
                  <a:cubicBezTo>
                    <a:pt x="4555" y="3442"/>
                    <a:pt x="4915" y="3542"/>
                    <a:pt x="5282" y="3562"/>
                  </a:cubicBezTo>
                  <a:cubicBezTo>
                    <a:pt x="5490" y="3590"/>
                    <a:pt x="5699" y="3603"/>
                    <a:pt x="5907" y="3603"/>
                  </a:cubicBezTo>
                  <a:cubicBezTo>
                    <a:pt x="6432" y="3603"/>
                    <a:pt x="6954" y="3521"/>
                    <a:pt x="7456" y="3402"/>
                  </a:cubicBezTo>
                  <a:cubicBezTo>
                    <a:pt x="6736" y="3328"/>
                    <a:pt x="6036" y="3282"/>
                    <a:pt x="5356" y="3115"/>
                  </a:cubicBezTo>
                  <a:cubicBezTo>
                    <a:pt x="4682" y="2968"/>
                    <a:pt x="4022" y="2742"/>
                    <a:pt x="3402" y="2442"/>
                  </a:cubicBezTo>
                  <a:cubicBezTo>
                    <a:pt x="2768" y="2155"/>
                    <a:pt x="2175" y="1801"/>
                    <a:pt x="1615" y="1395"/>
                  </a:cubicBezTo>
                  <a:cubicBezTo>
                    <a:pt x="1041" y="968"/>
                    <a:pt x="501" y="501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6" name="Google Shape;2129;p36"/>
            <p:cNvSpPr/>
            <p:nvPr/>
          </p:nvSpPr>
          <p:spPr>
            <a:xfrm>
              <a:off x="1627712" y="2374153"/>
              <a:ext cx="247171" cy="219173"/>
            </a:xfrm>
            <a:custGeom>
              <a:avLst/>
              <a:gdLst/>
              <a:ahLst/>
              <a:cxnLst/>
              <a:rect l="l" t="t" r="r" b="b"/>
              <a:pathLst>
                <a:path w="8837" h="7836" extrusionOk="0">
                  <a:moveTo>
                    <a:pt x="4415" y="0"/>
                  </a:moveTo>
                  <a:cubicBezTo>
                    <a:pt x="1975" y="0"/>
                    <a:pt x="1" y="1754"/>
                    <a:pt x="1" y="3921"/>
                  </a:cubicBezTo>
                  <a:cubicBezTo>
                    <a:pt x="1" y="6082"/>
                    <a:pt x="1975" y="7836"/>
                    <a:pt x="4415" y="7836"/>
                  </a:cubicBezTo>
                  <a:cubicBezTo>
                    <a:pt x="6856" y="7836"/>
                    <a:pt x="8837" y="6082"/>
                    <a:pt x="8837" y="3921"/>
                  </a:cubicBezTo>
                  <a:cubicBezTo>
                    <a:pt x="8837" y="1754"/>
                    <a:pt x="6856" y="0"/>
                    <a:pt x="4415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7" name="Google Shape;2130;p36"/>
            <p:cNvSpPr/>
            <p:nvPr/>
          </p:nvSpPr>
          <p:spPr>
            <a:xfrm>
              <a:off x="2503424" y="2352141"/>
              <a:ext cx="213020" cy="188770"/>
            </a:xfrm>
            <a:custGeom>
              <a:avLst/>
              <a:gdLst/>
              <a:ahLst/>
              <a:cxnLst/>
              <a:rect l="l" t="t" r="r" b="b"/>
              <a:pathLst>
                <a:path w="7616" h="6749" extrusionOk="0">
                  <a:moveTo>
                    <a:pt x="3808" y="0"/>
                  </a:moveTo>
                  <a:cubicBezTo>
                    <a:pt x="1707" y="0"/>
                    <a:pt x="0" y="1507"/>
                    <a:pt x="0" y="3374"/>
                  </a:cubicBezTo>
                  <a:cubicBezTo>
                    <a:pt x="0" y="5235"/>
                    <a:pt x="1707" y="6749"/>
                    <a:pt x="3808" y="6749"/>
                  </a:cubicBezTo>
                  <a:cubicBezTo>
                    <a:pt x="5908" y="6749"/>
                    <a:pt x="7616" y="5235"/>
                    <a:pt x="7616" y="3374"/>
                  </a:cubicBezTo>
                  <a:cubicBezTo>
                    <a:pt x="7616" y="1507"/>
                    <a:pt x="5908" y="0"/>
                    <a:pt x="3808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8" name="Google Shape;2131;p36"/>
            <p:cNvSpPr/>
            <p:nvPr/>
          </p:nvSpPr>
          <p:spPr>
            <a:xfrm>
              <a:off x="1688211" y="1847310"/>
              <a:ext cx="393706" cy="150003"/>
            </a:xfrm>
            <a:custGeom>
              <a:avLst/>
              <a:gdLst/>
              <a:ahLst/>
              <a:cxnLst/>
              <a:rect l="l" t="t" r="r" b="b"/>
              <a:pathLst>
                <a:path w="14076" h="5363" extrusionOk="0">
                  <a:moveTo>
                    <a:pt x="10533" y="1"/>
                  </a:moveTo>
                  <a:cubicBezTo>
                    <a:pt x="9142" y="1"/>
                    <a:pt x="7631" y="165"/>
                    <a:pt x="6674" y="365"/>
                  </a:cubicBezTo>
                  <a:cubicBezTo>
                    <a:pt x="4586" y="798"/>
                    <a:pt x="2579" y="2145"/>
                    <a:pt x="1232" y="3452"/>
                  </a:cubicBezTo>
                  <a:cubicBezTo>
                    <a:pt x="80" y="4564"/>
                    <a:pt x="0" y="5362"/>
                    <a:pt x="564" y="5362"/>
                  </a:cubicBezTo>
                  <a:cubicBezTo>
                    <a:pt x="663" y="5362"/>
                    <a:pt x="782" y="5338"/>
                    <a:pt x="919" y="5286"/>
                  </a:cubicBezTo>
                  <a:cubicBezTo>
                    <a:pt x="1839" y="4932"/>
                    <a:pt x="4053" y="3225"/>
                    <a:pt x="6674" y="2885"/>
                  </a:cubicBezTo>
                  <a:cubicBezTo>
                    <a:pt x="9288" y="2545"/>
                    <a:pt x="13022" y="2672"/>
                    <a:pt x="13549" y="2545"/>
                  </a:cubicBezTo>
                  <a:cubicBezTo>
                    <a:pt x="14075" y="2412"/>
                    <a:pt x="14015" y="1411"/>
                    <a:pt x="13842" y="885"/>
                  </a:cubicBezTo>
                  <a:cubicBezTo>
                    <a:pt x="13626" y="226"/>
                    <a:pt x="12162" y="1"/>
                    <a:pt x="10533" y="1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9" name="Google Shape;2132;p36"/>
            <p:cNvSpPr/>
            <p:nvPr/>
          </p:nvSpPr>
          <p:spPr>
            <a:xfrm>
              <a:off x="1681050" y="1839227"/>
              <a:ext cx="408698" cy="166198"/>
            </a:xfrm>
            <a:custGeom>
              <a:avLst/>
              <a:gdLst/>
              <a:ahLst/>
              <a:cxnLst/>
              <a:rect l="l" t="t" r="r" b="b"/>
              <a:pathLst>
                <a:path w="14612" h="5942" extrusionOk="0">
                  <a:moveTo>
                    <a:pt x="10537" y="574"/>
                  </a:moveTo>
                  <a:cubicBezTo>
                    <a:pt x="12344" y="574"/>
                    <a:pt x="13698" y="880"/>
                    <a:pt x="13818" y="1260"/>
                  </a:cubicBezTo>
                  <a:cubicBezTo>
                    <a:pt x="13945" y="1627"/>
                    <a:pt x="13978" y="2194"/>
                    <a:pt x="13838" y="2447"/>
                  </a:cubicBezTo>
                  <a:cubicBezTo>
                    <a:pt x="13818" y="2494"/>
                    <a:pt x="13785" y="2527"/>
                    <a:pt x="13738" y="2547"/>
                  </a:cubicBezTo>
                  <a:cubicBezTo>
                    <a:pt x="13565" y="2587"/>
                    <a:pt x="12804" y="2594"/>
                    <a:pt x="11998" y="2614"/>
                  </a:cubicBezTo>
                  <a:cubicBezTo>
                    <a:pt x="10530" y="2641"/>
                    <a:pt x="8510" y="2674"/>
                    <a:pt x="6896" y="2887"/>
                  </a:cubicBezTo>
                  <a:cubicBezTo>
                    <a:pt x="4956" y="3148"/>
                    <a:pt x="3229" y="4121"/>
                    <a:pt x="2088" y="4775"/>
                  </a:cubicBezTo>
                  <a:cubicBezTo>
                    <a:pt x="1761" y="4968"/>
                    <a:pt x="1421" y="5141"/>
                    <a:pt x="1075" y="5301"/>
                  </a:cubicBezTo>
                  <a:cubicBezTo>
                    <a:pt x="993" y="5336"/>
                    <a:pt x="907" y="5356"/>
                    <a:pt x="815" y="5356"/>
                  </a:cubicBezTo>
                  <a:cubicBezTo>
                    <a:pt x="802" y="5356"/>
                    <a:pt x="788" y="5356"/>
                    <a:pt x="775" y="5355"/>
                  </a:cubicBezTo>
                  <a:cubicBezTo>
                    <a:pt x="735" y="5268"/>
                    <a:pt x="861" y="4755"/>
                    <a:pt x="1688" y="3948"/>
                  </a:cubicBezTo>
                  <a:cubicBezTo>
                    <a:pt x="3262" y="2427"/>
                    <a:pt x="5242" y="1300"/>
                    <a:pt x="6996" y="940"/>
                  </a:cubicBezTo>
                  <a:cubicBezTo>
                    <a:pt x="8163" y="700"/>
                    <a:pt x="9350" y="574"/>
                    <a:pt x="10537" y="574"/>
                  </a:cubicBezTo>
                  <a:close/>
                  <a:moveTo>
                    <a:pt x="10819" y="0"/>
                  </a:moveTo>
                  <a:cubicBezTo>
                    <a:pt x="9246" y="0"/>
                    <a:pt x="7594" y="215"/>
                    <a:pt x="6869" y="367"/>
                  </a:cubicBezTo>
                  <a:cubicBezTo>
                    <a:pt x="5022" y="754"/>
                    <a:pt x="2935" y="1941"/>
                    <a:pt x="1288" y="3534"/>
                  </a:cubicBezTo>
                  <a:cubicBezTo>
                    <a:pt x="368" y="4415"/>
                    <a:pt x="1" y="5215"/>
                    <a:pt x="288" y="5675"/>
                  </a:cubicBezTo>
                  <a:cubicBezTo>
                    <a:pt x="404" y="5843"/>
                    <a:pt x="595" y="5942"/>
                    <a:pt x="801" y="5942"/>
                  </a:cubicBezTo>
                  <a:cubicBezTo>
                    <a:pt x="808" y="5942"/>
                    <a:pt x="815" y="5942"/>
                    <a:pt x="821" y="5942"/>
                  </a:cubicBezTo>
                  <a:cubicBezTo>
                    <a:pt x="981" y="5935"/>
                    <a:pt x="1135" y="5902"/>
                    <a:pt x="1288" y="5842"/>
                  </a:cubicBezTo>
                  <a:cubicBezTo>
                    <a:pt x="1561" y="5742"/>
                    <a:pt x="1921" y="5535"/>
                    <a:pt x="2375" y="5275"/>
                  </a:cubicBezTo>
                  <a:cubicBezTo>
                    <a:pt x="3475" y="4648"/>
                    <a:pt x="5136" y="3708"/>
                    <a:pt x="6970" y="3468"/>
                  </a:cubicBezTo>
                  <a:cubicBezTo>
                    <a:pt x="8550" y="3254"/>
                    <a:pt x="10550" y="3221"/>
                    <a:pt x="12004" y="3201"/>
                  </a:cubicBezTo>
                  <a:cubicBezTo>
                    <a:pt x="13078" y="3181"/>
                    <a:pt x="13658" y="3168"/>
                    <a:pt x="13871" y="3114"/>
                  </a:cubicBezTo>
                  <a:cubicBezTo>
                    <a:pt x="14078" y="3061"/>
                    <a:pt x="14251" y="2921"/>
                    <a:pt x="14345" y="2734"/>
                  </a:cubicBezTo>
                  <a:cubicBezTo>
                    <a:pt x="14612" y="2254"/>
                    <a:pt x="14505" y="1487"/>
                    <a:pt x="14372" y="1080"/>
                  </a:cubicBezTo>
                  <a:cubicBezTo>
                    <a:pt x="14096" y="246"/>
                    <a:pt x="12502" y="0"/>
                    <a:pt x="1081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0" name="Google Shape;2133;p36"/>
            <p:cNvSpPr/>
            <p:nvPr/>
          </p:nvSpPr>
          <p:spPr>
            <a:xfrm>
              <a:off x="2320640" y="1863449"/>
              <a:ext cx="350632" cy="133864"/>
            </a:xfrm>
            <a:custGeom>
              <a:avLst/>
              <a:gdLst/>
              <a:ahLst/>
              <a:cxnLst/>
              <a:rect l="l" t="t" r="r" b="b"/>
              <a:pathLst>
                <a:path w="12536" h="4786" extrusionOk="0">
                  <a:moveTo>
                    <a:pt x="3320" y="1"/>
                  </a:moveTo>
                  <a:cubicBezTo>
                    <a:pt x="1794" y="1"/>
                    <a:pt x="420" y="229"/>
                    <a:pt x="214" y="888"/>
                  </a:cubicBezTo>
                  <a:cubicBezTo>
                    <a:pt x="47" y="1415"/>
                    <a:pt x="0" y="2415"/>
                    <a:pt x="494" y="2542"/>
                  </a:cubicBezTo>
                  <a:cubicBezTo>
                    <a:pt x="980" y="2668"/>
                    <a:pt x="4461" y="2542"/>
                    <a:pt x="6895" y="2888"/>
                  </a:cubicBezTo>
                  <a:cubicBezTo>
                    <a:pt x="9329" y="3242"/>
                    <a:pt x="10830" y="4355"/>
                    <a:pt x="11677" y="4709"/>
                  </a:cubicBezTo>
                  <a:cubicBezTo>
                    <a:pt x="11804" y="4761"/>
                    <a:pt x="11915" y="4785"/>
                    <a:pt x="12008" y="4785"/>
                  </a:cubicBezTo>
                  <a:cubicBezTo>
                    <a:pt x="12535" y="4785"/>
                    <a:pt x="12463" y="3987"/>
                    <a:pt x="11397" y="2875"/>
                  </a:cubicBezTo>
                  <a:cubicBezTo>
                    <a:pt x="10136" y="1568"/>
                    <a:pt x="8842" y="808"/>
                    <a:pt x="6895" y="368"/>
                  </a:cubicBezTo>
                  <a:cubicBezTo>
                    <a:pt x="6001" y="163"/>
                    <a:pt x="4607" y="1"/>
                    <a:pt x="3320" y="1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1" name="Google Shape;2134;p36"/>
            <p:cNvSpPr/>
            <p:nvPr/>
          </p:nvSpPr>
          <p:spPr>
            <a:xfrm>
              <a:off x="2312613" y="1855477"/>
              <a:ext cx="366351" cy="149947"/>
            </a:xfrm>
            <a:custGeom>
              <a:avLst/>
              <a:gdLst/>
              <a:ahLst/>
              <a:cxnLst/>
              <a:rect l="l" t="t" r="r" b="b"/>
              <a:pathLst>
                <a:path w="13098" h="5361" extrusionOk="0">
                  <a:moveTo>
                    <a:pt x="3635" y="581"/>
                  </a:moveTo>
                  <a:cubicBezTo>
                    <a:pt x="4817" y="581"/>
                    <a:pt x="6137" y="712"/>
                    <a:pt x="7122" y="933"/>
                  </a:cubicBezTo>
                  <a:cubicBezTo>
                    <a:pt x="8949" y="1340"/>
                    <a:pt x="10203" y="2053"/>
                    <a:pt x="11470" y="3367"/>
                  </a:cubicBezTo>
                  <a:cubicBezTo>
                    <a:pt x="12257" y="4174"/>
                    <a:pt x="12364" y="4694"/>
                    <a:pt x="12330" y="4774"/>
                  </a:cubicBezTo>
                  <a:cubicBezTo>
                    <a:pt x="12244" y="4774"/>
                    <a:pt x="12150" y="4754"/>
                    <a:pt x="12070" y="4720"/>
                  </a:cubicBezTo>
                  <a:cubicBezTo>
                    <a:pt x="11817" y="4614"/>
                    <a:pt x="11570" y="4487"/>
                    <a:pt x="11330" y="4354"/>
                  </a:cubicBezTo>
                  <a:cubicBezTo>
                    <a:pt x="10450" y="3874"/>
                    <a:pt x="9103" y="3160"/>
                    <a:pt x="7222" y="2893"/>
                  </a:cubicBezTo>
                  <a:cubicBezTo>
                    <a:pt x="5715" y="2673"/>
                    <a:pt x="3828" y="2640"/>
                    <a:pt x="2461" y="2620"/>
                  </a:cubicBezTo>
                  <a:cubicBezTo>
                    <a:pt x="1714" y="2600"/>
                    <a:pt x="1001" y="2593"/>
                    <a:pt x="854" y="2553"/>
                  </a:cubicBezTo>
                  <a:cubicBezTo>
                    <a:pt x="814" y="2533"/>
                    <a:pt x="787" y="2507"/>
                    <a:pt x="767" y="2466"/>
                  </a:cubicBezTo>
                  <a:cubicBezTo>
                    <a:pt x="627" y="2226"/>
                    <a:pt x="661" y="1633"/>
                    <a:pt x="781" y="1260"/>
                  </a:cubicBezTo>
                  <a:cubicBezTo>
                    <a:pt x="928" y="781"/>
                    <a:pt x="2176" y="581"/>
                    <a:pt x="3635" y="581"/>
                  </a:cubicBezTo>
                  <a:close/>
                  <a:moveTo>
                    <a:pt x="3552" y="1"/>
                  </a:moveTo>
                  <a:cubicBezTo>
                    <a:pt x="1976" y="1"/>
                    <a:pt x="482" y="249"/>
                    <a:pt x="220" y="1093"/>
                  </a:cubicBezTo>
                  <a:cubicBezTo>
                    <a:pt x="94" y="1500"/>
                    <a:pt x="0" y="2280"/>
                    <a:pt x="260" y="2753"/>
                  </a:cubicBezTo>
                  <a:cubicBezTo>
                    <a:pt x="347" y="2927"/>
                    <a:pt x="507" y="3053"/>
                    <a:pt x="694" y="3107"/>
                  </a:cubicBezTo>
                  <a:cubicBezTo>
                    <a:pt x="907" y="3167"/>
                    <a:pt x="1421" y="3173"/>
                    <a:pt x="2454" y="3200"/>
                  </a:cubicBezTo>
                  <a:cubicBezTo>
                    <a:pt x="3801" y="3227"/>
                    <a:pt x="5662" y="3260"/>
                    <a:pt x="7142" y="3467"/>
                  </a:cubicBezTo>
                  <a:cubicBezTo>
                    <a:pt x="8923" y="3720"/>
                    <a:pt x="10156" y="4387"/>
                    <a:pt x="11063" y="4867"/>
                  </a:cubicBezTo>
                  <a:cubicBezTo>
                    <a:pt x="11363" y="5027"/>
                    <a:pt x="11630" y="5167"/>
                    <a:pt x="11857" y="5261"/>
                  </a:cubicBezTo>
                  <a:cubicBezTo>
                    <a:pt x="11997" y="5321"/>
                    <a:pt x="12144" y="5354"/>
                    <a:pt x="12297" y="5361"/>
                  </a:cubicBezTo>
                  <a:cubicBezTo>
                    <a:pt x="12304" y="5361"/>
                    <a:pt x="12310" y="5361"/>
                    <a:pt x="12317" y="5361"/>
                  </a:cubicBezTo>
                  <a:cubicBezTo>
                    <a:pt x="12509" y="5361"/>
                    <a:pt x="12688" y="5268"/>
                    <a:pt x="12797" y="5107"/>
                  </a:cubicBezTo>
                  <a:cubicBezTo>
                    <a:pt x="13097" y="4667"/>
                    <a:pt x="12764" y="3867"/>
                    <a:pt x="11890" y="2960"/>
                  </a:cubicBezTo>
                  <a:cubicBezTo>
                    <a:pt x="10537" y="1560"/>
                    <a:pt x="9190" y="806"/>
                    <a:pt x="7249" y="366"/>
                  </a:cubicBezTo>
                  <a:cubicBezTo>
                    <a:pt x="6572" y="218"/>
                    <a:pt x="5026" y="1"/>
                    <a:pt x="355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2" name="Google Shape;2135;p36"/>
            <p:cNvSpPr/>
            <p:nvPr/>
          </p:nvSpPr>
          <p:spPr>
            <a:xfrm>
              <a:off x="1726026" y="2351749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4" y="1"/>
                  </a:moveTo>
                  <a:cubicBezTo>
                    <a:pt x="153" y="1"/>
                    <a:pt x="0" y="154"/>
                    <a:pt x="0" y="334"/>
                  </a:cubicBezTo>
                  <a:cubicBezTo>
                    <a:pt x="0" y="521"/>
                    <a:pt x="153" y="668"/>
                    <a:pt x="334" y="668"/>
                  </a:cubicBezTo>
                  <a:cubicBezTo>
                    <a:pt x="520" y="668"/>
                    <a:pt x="667" y="521"/>
                    <a:pt x="667" y="334"/>
                  </a:cubicBezTo>
                  <a:cubicBezTo>
                    <a:pt x="667" y="154"/>
                    <a:pt x="520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3" name="Google Shape;2136;p36"/>
            <p:cNvSpPr/>
            <p:nvPr/>
          </p:nvSpPr>
          <p:spPr>
            <a:xfrm>
              <a:off x="2044576" y="2387383"/>
              <a:ext cx="20166" cy="18684"/>
            </a:xfrm>
            <a:custGeom>
              <a:avLst/>
              <a:gdLst/>
              <a:ahLst/>
              <a:cxnLst/>
              <a:rect l="l" t="t" r="r" b="b"/>
              <a:pathLst>
                <a:path w="721" h="668" extrusionOk="0">
                  <a:moveTo>
                    <a:pt x="361" y="1"/>
                  </a:moveTo>
                  <a:cubicBezTo>
                    <a:pt x="154" y="1"/>
                    <a:pt x="1" y="187"/>
                    <a:pt x="34" y="387"/>
                  </a:cubicBezTo>
                  <a:cubicBezTo>
                    <a:pt x="64" y="574"/>
                    <a:pt x="214" y="667"/>
                    <a:pt x="364" y="667"/>
                  </a:cubicBezTo>
                  <a:cubicBezTo>
                    <a:pt x="514" y="667"/>
                    <a:pt x="664" y="574"/>
                    <a:pt x="694" y="387"/>
                  </a:cubicBezTo>
                  <a:cubicBezTo>
                    <a:pt x="721" y="187"/>
                    <a:pt x="568" y="1"/>
                    <a:pt x="3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4" name="Google Shape;2137;p36"/>
            <p:cNvSpPr/>
            <p:nvPr/>
          </p:nvSpPr>
          <p:spPr>
            <a:xfrm>
              <a:off x="2123676" y="2320059"/>
              <a:ext cx="18684" cy="18684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334" y="0"/>
                  </a:moveTo>
                  <a:cubicBezTo>
                    <a:pt x="147" y="0"/>
                    <a:pt x="0" y="154"/>
                    <a:pt x="0" y="334"/>
                  </a:cubicBezTo>
                  <a:cubicBezTo>
                    <a:pt x="0" y="520"/>
                    <a:pt x="147" y="667"/>
                    <a:pt x="334" y="667"/>
                  </a:cubicBezTo>
                  <a:cubicBezTo>
                    <a:pt x="514" y="667"/>
                    <a:pt x="667" y="520"/>
                    <a:pt x="667" y="334"/>
                  </a:cubicBezTo>
                  <a:cubicBezTo>
                    <a:pt x="667" y="154"/>
                    <a:pt x="514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5" name="Google Shape;2138;p36"/>
            <p:cNvSpPr/>
            <p:nvPr/>
          </p:nvSpPr>
          <p:spPr>
            <a:xfrm>
              <a:off x="1795951" y="2398207"/>
              <a:ext cx="18488" cy="18488"/>
            </a:xfrm>
            <a:custGeom>
              <a:avLst/>
              <a:gdLst/>
              <a:ahLst/>
              <a:cxnLst/>
              <a:rect l="l" t="t" r="r" b="b"/>
              <a:pathLst>
                <a:path w="661" h="661" extrusionOk="0">
                  <a:moveTo>
                    <a:pt x="339" y="0"/>
                  </a:moveTo>
                  <a:cubicBezTo>
                    <a:pt x="335" y="0"/>
                    <a:pt x="331" y="0"/>
                    <a:pt x="328" y="0"/>
                  </a:cubicBezTo>
                  <a:cubicBezTo>
                    <a:pt x="324" y="0"/>
                    <a:pt x="320" y="0"/>
                    <a:pt x="316" y="0"/>
                  </a:cubicBezTo>
                  <a:cubicBezTo>
                    <a:pt x="141" y="0"/>
                    <a:pt x="1" y="151"/>
                    <a:pt x="1" y="327"/>
                  </a:cubicBezTo>
                  <a:cubicBezTo>
                    <a:pt x="1" y="507"/>
                    <a:pt x="147" y="660"/>
                    <a:pt x="328" y="660"/>
                  </a:cubicBezTo>
                  <a:cubicBezTo>
                    <a:pt x="514" y="660"/>
                    <a:pt x="661" y="507"/>
                    <a:pt x="661" y="327"/>
                  </a:cubicBezTo>
                  <a:cubicBezTo>
                    <a:pt x="661" y="144"/>
                    <a:pt x="514" y="0"/>
                    <a:pt x="33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6" name="Google Shape;2139;p36"/>
            <p:cNvSpPr/>
            <p:nvPr/>
          </p:nvSpPr>
          <p:spPr>
            <a:xfrm>
              <a:off x="1987126" y="2442959"/>
              <a:ext cx="18684" cy="18488"/>
            </a:xfrm>
            <a:custGeom>
              <a:avLst/>
              <a:gdLst/>
              <a:ahLst/>
              <a:cxnLst/>
              <a:rect l="l" t="t" r="r" b="b"/>
              <a:pathLst>
                <a:path w="668" h="661" extrusionOk="0">
                  <a:moveTo>
                    <a:pt x="334" y="1"/>
                  </a:moveTo>
                  <a:cubicBezTo>
                    <a:pt x="154" y="1"/>
                    <a:pt x="1" y="147"/>
                    <a:pt x="1" y="334"/>
                  </a:cubicBezTo>
                  <a:cubicBezTo>
                    <a:pt x="1" y="514"/>
                    <a:pt x="154" y="661"/>
                    <a:pt x="334" y="661"/>
                  </a:cubicBezTo>
                  <a:cubicBezTo>
                    <a:pt x="514" y="661"/>
                    <a:pt x="668" y="514"/>
                    <a:pt x="661" y="334"/>
                  </a:cubicBezTo>
                  <a:cubicBezTo>
                    <a:pt x="668" y="154"/>
                    <a:pt x="521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7" name="Google Shape;2140;p36"/>
            <p:cNvSpPr/>
            <p:nvPr/>
          </p:nvSpPr>
          <p:spPr>
            <a:xfrm>
              <a:off x="2149604" y="2415185"/>
              <a:ext cx="18488" cy="18488"/>
            </a:xfrm>
            <a:custGeom>
              <a:avLst/>
              <a:gdLst/>
              <a:ahLst/>
              <a:cxnLst/>
              <a:rect l="l" t="t" r="r" b="b"/>
              <a:pathLst>
                <a:path w="661" h="661" extrusionOk="0">
                  <a:moveTo>
                    <a:pt x="327" y="0"/>
                  </a:moveTo>
                  <a:cubicBezTo>
                    <a:pt x="147" y="0"/>
                    <a:pt x="0" y="147"/>
                    <a:pt x="7" y="327"/>
                  </a:cubicBezTo>
                  <a:cubicBezTo>
                    <a:pt x="0" y="507"/>
                    <a:pt x="147" y="660"/>
                    <a:pt x="327" y="660"/>
                  </a:cubicBezTo>
                  <a:cubicBezTo>
                    <a:pt x="514" y="660"/>
                    <a:pt x="660" y="514"/>
                    <a:pt x="660" y="327"/>
                  </a:cubicBezTo>
                  <a:cubicBezTo>
                    <a:pt x="660" y="147"/>
                    <a:pt x="514" y="0"/>
                    <a:pt x="32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8" name="Google Shape;2141;p36"/>
            <p:cNvSpPr/>
            <p:nvPr/>
          </p:nvSpPr>
          <p:spPr>
            <a:xfrm>
              <a:off x="2387041" y="2461419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4" y="1"/>
                  </a:moveTo>
                  <a:cubicBezTo>
                    <a:pt x="147" y="1"/>
                    <a:pt x="0" y="148"/>
                    <a:pt x="0" y="334"/>
                  </a:cubicBezTo>
                  <a:cubicBezTo>
                    <a:pt x="0" y="514"/>
                    <a:pt x="147" y="668"/>
                    <a:pt x="334" y="668"/>
                  </a:cubicBezTo>
                  <a:cubicBezTo>
                    <a:pt x="520" y="668"/>
                    <a:pt x="667" y="514"/>
                    <a:pt x="667" y="334"/>
                  </a:cubicBezTo>
                  <a:cubicBezTo>
                    <a:pt x="667" y="148"/>
                    <a:pt x="520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9" name="Google Shape;2142;p36"/>
            <p:cNvSpPr/>
            <p:nvPr/>
          </p:nvSpPr>
          <p:spPr>
            <a:xfrm>
              <a:off x="2225151" y="2301767"/>
              <a:ext cx="18656" cy="18320"/>
            </a:xfrm>
            <a:custGeom>
              <a:avLst/>
              <a:gdLst/>
              <a:ahLst/>
              <a:cxnLst/>
              <a:rect l="l" t="t" r="r" b="b"/>
              <a:pathLst>
                <a:path w="667" h="655" extrusionOk="0">
                  <a:moveTo>
                    <a:pt x="351" y="1"/>
                  </a:moveTo>
                  <a:cubicBezTo>
                    <a:pt x="348" y="1"/>
                    <a:pt x="344" y="1"/>
                    <a:pt x="340" y="1"/>
                  </a:cubicBezTo>
                  <a:cubicBezTo>
                    <a:pt x="153" y="1"/>
                    <a:pt x="7" y="147"/>
                    <a:pt x="7" y="334"/>
                  </a:cubicBezTo>
                  <a:cubicBezTo>
                    <a:pt x="0" y="510"/>
                    <a:pt x="147" y="654"/>
                    <a:pt x="328" y="654"/>
                  </a:cubicBezTo>
                  <a:cubicBezTo>
                    <a:pt x="332" y="654"/>
                    <a:pt x="336" y="654"/>
                    <a:pt x="340" y="654"/>
                  </a:cubicBezTo>
                  <a:cubicBezTo>
                    <a:pt x="344" y="654"/>
                    <a:pt x="348" y="654"/>
                    <a:pt x="352" y="654"/>
                  </a:cubicBezTo>
                  <a:cubicBezTo>
                    <a:pt x="526" y="654"/>
                    <a:pt x="667" y="510"/>
                    <a:pt x="660" y="334"/>
                  </a:cubicBezTo>
                  <a:cubicBezTo>
                    <a:pt x="667" y="151"/>
                    <a:pt x="526" y="1"/>
                    <a:pt x="35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0" name="Google Shape;2143;p36"/>
            <p:cNvSpPr/>
            <p:nvPr/>
          </p:nvSpPr>
          <p:spPr>
            <a:xfrm>
              <a:off x="2609738" y="2301767"/>
              <a:ext cx="18684" cy="18320"/>
            </a:xfrm>
            <a:custGeom>
              <a:avLst/>
              <a:gdLst/>
              <a:ahLst/>
              <a:cxnLst/>
              <a:rect l="l" t="t" r="r" b="b"/>
              <a:pathLst>
                <a:path w="668" h="655" extrusionOk="0">
                  <a:moveTo>
                    <a:pt x="322" y="1"/>
                  </a:moveTo>
                  <a:cubicBezTo>
                    <a:pt x="141" y="1"/>
                    <a:pt x="0" y="151"/>
                    <a:pt x="7" y="334"/>
                  </a:cubicBezTo>
                  <a:cubicBezTo>
                    <a:pt x="0" y="510"/>
                    <a:pt x="147" y="654"/>
                    <a:pt x="322" y="654"/>
                  </a:cubicBezTo>
                  <a:cubicBezTo>
                    <a:pt x="326" y="654"/>
                    <a:pt x="330" y="654"/>
                    <a:pt x="334" y="654"/>
                  </a:cubicBezTo>
                  <a:cubicBezTo>
                    <a:pt x="338" y="654"/>
                    <a:pt x="342" y="654"/>
                    <a:pt x="345" y="654"/>
                  </a:cubicBezTo>
                  <a:cubicBezTo>
                    <a:pt x="520" y="654"/>
                    <a:pt x="667" y="510"/>
                    <a:pt x="667" y="334"/>
                  </a:cubicBezTo>
                  <a:cubicBezTo>
                    <a:pt x="667" y="147"/>
                    <a:pt x="514" y="1"/>
                    <a:pt x="334" y="1"/>
                  </a:cubicBezTo>
                  <a:cubicBezTo>
                    <a:pt x="330" y="1"/>
                    <a:pt x="326" y="1"/>
                    <a:pt x="32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1" name="Google Shape;2144;p36"/>
            <p:cNvSpPr/>
            <p:nvPr/>
          </p:nvSpPr>
          <p:spPr>
            <a:xfrm>
              <a:off x="2459763" y="2373761"/>
              <a:ext cx="18684" cy="18684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334" y="1"/>
                  </a:moveTo>
                  <a:cubicBezTo>
                    <a:pt x="147" y="1"/>
                    <a:pt x="1" y="147"/>
                    <a:pt x="1" y="334"/>
                  </a:cubicBezTo>
                  <a:cubicBezTo>
                    <a:pt x="1" y="514"/>
                    <a:pt x="147" y="668"/>
                    <a:pt x="334" y="668"/>
                  </a:cubicBezTo>
                  <a:cubicBezTo>
                    <a:pt x="521" y="668"/>
                    <a:pt x="668" y="514"/>
                    <a:pt x="668" y="334"/>
                  </a:cubicBezTo>
                  <a:cubicBezTo>
                    <a:pt x="668" y="147"/>
                    <a:pt x="521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2" name="Google Shape;2145;p36"/>
            <p:cNvSpPr/>
            <p:nvPr/>
          </p:nvSpPr>
          <p:spPr>
            <a:xfrm>
              <a:off x="2485132" y="2452105"/>
              <a:ext cx="18684" cy="18684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334" y="0"/>
                  </a:moveTo>
                  <a:cubicBezTo>
                    <a:pt x="154" y="0"/>
                    <a:pt x="1" y="147"/>
                    <a:pt x="1" y="334"/>
                  </a:cubicBezTo>
                  <a:cubicBezTo>
                    <a:pt x="1" y="514"/>
                    <a:pt x="154" y="667"/>
                    <a:pt x="334" y="667"/>
                  </a:cubicBezTo>
                  <a:cubicBezTo>
                    <a:pt x="521" y="667"/>
                    <a:pt x="668" y="514"/>
                    <a:pt x="668" y="334"/>
                  </a:cubicBezTo>
                  <a:cubicBezTo>
                    <a:pt x="668" y="147"/>
                    <a:pt x="521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3" name="Google Shape;2146;p36"/>
            <p:cNvSpPr/>
            <p:nvPr/>
          </p:nvSpPr>
          <p:spPr>
            <a:xfrm>
              <a:off x="2656168" y="2331443"/>
              <a:ext cx="18684" cy="18656"/>
            </a:xfrm>
            <a:custGeom>
              <a:avLst/>
              <a:gdLst/>
              <a:ahLst/>
              <a:cxnLst/>
              <a:rect l="l" t="t" r="r" b="b"/>
              <a:pathLst>
                <a:path w="668" h="667" extrusionOk="0">
                  <a:moveTo>
                    <a:pt x="334" y="0"/>
                  </a:moveTo>
                  <a:cubicBezTo>
                    <a:pt x="147" y="0"/>
                    <a:pt x="1" y="153"/>
                    <a:pt x="1" y="333"/>
                  </a:cubicBezTo>
                  <a:cubicBezTo>
                    <a:pt x="1" y="520"/>
                    <a:pt x="147" y="667"/>
                    <a:pt x="334" y="667"/>
                  </a:cubicBezTo>
                  <a:cubicBezTo>
                    <a:pt x="514" y="667"/>
                    <a:pt x="668" y="520"/>
                    <a:pt x="668" y="333"/>
                  </a:cubicBezTo>
                  <a:cubicBezTo>
                    <a:pt x="668" y="153"/>
                    <a:pt x="514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4" name="Google Shape;2147;p36"/>
            <p:cNvSpPr/>
            <p:nvPr/>
          </p:nvSpPr>
          <p:spPr>
            <a:xfrm>
              <a:off x="2591278" y="2424303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3" y="1"/>
                  </a:moveTo>
                  <a:cubicBezTo>
                    <a:pt x="147" y="1"/>
                    <a:pt x="0" y="148"/>
                    <a:pt x="0" y="334"/>
                  </a:cubicBezTo>
                  <a:cubicBezTo>
                    <a:pt x="0" y="521"/>
                    <a:pt x="147" y="668"/>
                    <a:pt x="333" y="668"/>
                  </a:cubicBezTo>
                  <a:cubicBezTo>
                    <a:pt x="520" y="668"/>
                    <a:pt x="667" y="521"/>
                    <a:pt x="667" y="334"/>
                  </a:cubicBezTo>
                  <a:cubicBezTo>
                    <a:pt x="667" y="148"/>
                    <a:pt x="520" y="1"/>
                    <a:pt x="33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5" name="Google Shape;2148;p36"/>
            <p:cNvSpPr/>
            <p:nvPr/>
          </p:nvSpPr>
          <p:spPr>
            <a:xfrm>
              <a:off x="2550218" y="2351749"/>
              <a:ext cx="18684" cy="18684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334" y="1"/>
                  </a:moveTo>
                  <a:cubicBezTo>
                    <a:pt x="148" y="1"/>
                    <a:pt x="1" y="154"/>
                    <a:pt x="1" y="334"/>
                  </a:cubicBezTo>
                  <a:cubicBezTo>
                    <a:pt x="1" y="521"/>
                    <a:pt x="148" y="668"/>
                    <a:pt x="334" y="668"/>
                  </a:cubicBezTo>
                  <a:cubicBezTo>
                    <a:pt x="521" y="668"/>
                    <a:pt x="668" y="521"/>
                    <a:pt x="668" y="334"/>
                  </a:cubicBezTo>
                  <a:cubicBezTo>
                    <a:pt x="668" y="154"/>
                    <a:pt x="521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6" name="Google Shape;2149;p36"/>
            <p:cNvSpPr/>
            <p:nvPr/>
          </p:nvSpPr>
          <p:spPr>
            <a:xfrm>
              <a:off x="1865540" y="2452105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4" y="0"/>
                  </a:moveTo>
                  <a:cubicBezTo>
                    <a:pt x="147" y="0"/>
                    <a:pt x="0" y="147"/>
                    <a:pt x="0" y="334"/>
                  </a:cubicBezTo>
                  <a:cubicBezTo>
                    <a:pt x="0" y="514"/>
                    <a:pt x="147" y="667"/>
                    <a:pt x="334" y="667"/>
                  </a:cubicBezTo>
                  <a:cubicBezTo>
                    <a:pt x="514" y="667"/>
                    <a:pt x="667" y="514"/>
                    <a:pt x="667" y="334"/>
                  </a:cubicBezTo>
                  <a:cubicBezTo>
                    <a:pt x="667" y="147"/>
                    <a:pt x="514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7" name="Google Shape;2150;p36"/>
            <p:cNvSpPr/>
            <p:nvPr/>
          </p:nvSpPr>
          <p:spPr>
            <a:xfrm>
              <a:off x="1726026" y="2414989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4" y="0"/>
                  </a:moveTo>
                  <a:cubicBezTo>
                    <a:pt x="153" y="0"/>
                    <a:pt x="0" y="147"/>
                    <a:pt x="0" y="334"/>
                  </a:cubicBezTo>
                  <a:cubicBezTo>
                    <a:pt x="0" y="521"/>
                    <a:pt x="153" y="667"/>
                    <a:pt x="334" y="667"/>
                  </a:cubicBezTo>
                  <a:cubicBezTo>
                    <a:pt x="520" y="667"/>
                    <a:pt x="667" y="521"/>
                    <a:pt x="667" y="334"/>
                  </a:cubicBezTo>
                  <a:cubicBezTo>
                    <a:pt x="667" y="147"/>
                    <a:pt x="520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8" name="Google Shape;2151;p36"/>
            <p:cNvSpPr/>
            <p:nvPr/>
          </p:nvSpPr>
          <p:spPr>
            <a:xfrm>
              <a:off x="1911048" y="2399522"/>
              <a:ext cx="20166" cy="18656"/>
            </a:xfrm>
            <a:custGeom>
              <a:avLst/>
              <a:gdLst/>
              <a:ahLst/>
              <a:cxnLst/>
              <a:rect l="l" t="t" r="r" b="b"/>
              <a:pathLst>
                <a:path w="721" h="667" extrusionOk="0">
                  <a:moveTo>
                    <a:pt x="358" y="0"/>
                  </a:moveTo>
                  <a:cubicBezTo>
                    <a:pt x="209" y="0"/>
                    <a:pt x="60" y="93"/>
                    <a:pt x="34" y="280"/>
                  </a:cubicBezTo>
                  <a:cubicBezTo>
                    <a:pt x="0" y="480"/>
                    <a:pt x="154" y="667"/>
                    <a:pt x="360" y="667"/>
                  </a:cubicBezTo>
                  <a:cubicBezTo>
                    <a:pt x="567" y="667"/>
                    <a:pt x="720" y="480"/>
                    <a:pt x="687" y="280"/>
                  </a:cubicBezTo>
                  <a:cubicBezTo>
                    <a:pt x="657" y="93"/>
                    <a:pt x="507" y="0"/>
                    <a:pt x="35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9" name="Google Shape;2152;p36"/>
            <p:cNvSpPr/>
            <p:nvPr/>
          </p:nvSpPr>
          <p:spPr>
            <a:xfrm>
              <a:off x="1441012" y="1620305"/>
              <a:ext cx="459239" cy="1706030"/>
            </a:xfrm>
            <a:custGeom>
              <a:avLst/>
              <a:gdLst/>
              <a:ahLst/>
              <a:cxnLst/>
              <a:rect l="l" t="t" r="r" b="b"/>
              <a:pathLst>
                <a:path w="16419" h="60995" extrusionOk="0">
                  <a:moveTo>
                    <a:pt x="15398" y="0"/>
                  </a:moveTo>
                  <a:cubicBezTo>
                    <a:pt x="15336" y="0"/>
                    <a:pt x="15271" y="2"/>
                    <a:pt x="15205" y="5"/>
                  </a:cubicBezTo>
                  <a:cubicBezTo>
                    <a:pt x="12384" y="158"/>
                    <a:pt x="6082" y="3259"/>
                    <a:pt x="3335" y="10374"/>
                  </a:cubicBezTo>
                  <a:cubicBezTo>
                    <a:pt x="1" y="19003"/>
                    <a:pt x="1708" y="31867"/>
                    <a:pt x="5989" y="43116"/>
                  </a:cubicBezTo>
                  <a:cubicBezTo>
                    <a:pt x="10277" y="54373"/>
                    <a:pt x="8570" y="60994"/>
                    <a:pt x="8570" y="60994"/>
                  </a:cubicBezTo>
                  <a:cubicBezTo>
                    <a:pt x="10157" y="58120"/>
                    <a:pt x="10857" y="55240"/>
                    <a:pt x="11004" y="52292"/>
                  </a:cubicBezTo>
                  <a:cubicBezTo>
                    <a:pt x="11477" y="42403"/>
                    <a:pt x="5669" y="31873"/>
                    <a:pt x="6669" y="18897"/>
                  </a:cubicBezTo>
                  <a:cubicBezTo>
                    <a:pt x="7976" y="2059"/>
                    <a:pt x="16418" y="272"/>
                    <a:pt x="16418" y="265"/>
                  </a:cubicBezTo>
                  <a:cubicBezTo>
                    <a:pt x="16212" y="88"/>
                    <a:pt x="15866" y="0"/>
                    <a:pt x="15398" y="0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0" name="Google Shape;2153;p36"/>
            <p:cNvSpPr/>
            <p:nvPr/>
          </p:nvSpPr>
          <p:spPr>
            <a:xfrm>
              <a:off x="1441012" y="1612250"/>
              <a:ext cx="467826" cy="1722477"/>
            </a:xfrm>
            <a:custGeom>
              <a:avLst/>
              <a:gdLst/>
              <a:ahLst/>
              <a:cxnLst/>
              <a:rect l="l" t="t" r="r" b="b"/>
              <a:pathLst>
                <a:path w="16726" h="61583" extrusionOk="0">
                  <a:moveTo>
                    <a:pt x="15438" y="580"/>
                  </a:moveTo>
                  <a:lnTo>
                    <a:pt x="15438" y="580"/>
                  </a:lnTo>
                  <a:cubicBezTo>
                    <a:pt x="13158" y="1567"/>
                    <a:pt x="7443" y="5414"/>
                    <a:pt x="6382" y="19151"/>
                  </a:cubicBezTo>
                  <a:cubicBezTo>
                    <a:pt x="5836" y="26287"/>
                    <a:pt x="7289" y="32541"/>
                    <a:pt x="8703" y="38603"/>
                  </a:cubicBezTo>
                  <a:cubicBezTo>
                    <a:pt x="9843" y="43491"/>
                    <a:pt x="10924" y="48106"/>
                    <a:pt x="10710" y="52567"/>
                  </a:cubicBezTo>
                  <a:cubicBezTo>
                    <a:pt x="10584" y="55061"/>
                    <a:pt x="10070" y="57348"/>
                    <a:pt x="9123" y="59502"/>
                  </a:cubicBezTo>
                  <a:cubicBezTo>
                    <a:pt x="9357" y="56795"/>
                    <a:pt x="9270" y="51193"/>
                    <a:pt x="6269" y="43298"/>
                  </a:cubicBezTo>
                  <a:cubicBezTo>
                    <a:pt x="1608" y="31041"/>
                    <a:pt x="588" y="18584"/>
                    <a:pt x="3608" y="10762"/>
                  </a:cubicBezTo>
                  <a:cubicBezTo>
                    <a:pt x="6422" y="3460"/>
                    <a:pt x="12757" y="720"/>
                    <a:pt x="15218" y="586"/>
                  </a:cubicBezTo>
                  <a:lnTo>
                    <a:pt x="15405" y="586"/>
                  </a:lnTo>
                  <a:lnTo>
                    <a:pt x="15438" y="580"/>
                  </a:lnTo>
                  <a:close/>
                  <a:moveTo>
                    <a:pt x="15402" y="1"/>
                  </a:moveTo>
                  <a:cubicBezTo>
                    <a:pt x="15332" y="1"/>
                    <a:pt x="15259" y="2"/>
                    <a:pt x="15185" y="6"/>
                  </a:cubicBezTo>
                  <a:cubicBezTo>
                    <a:pt x="12611" y="153"/>
                    <a:pt x="5982" y="3000"/>
                    <a:pt x="3068" y="10562"/>
                  </a:cubicBezTo>
                  <a:cubicBezTo>
                    <a:pt x="1" y="18504"/>
                    <a:pt x="1014" y="31134"/>
                    <a:pt x="5722" y="43511"/>
                  </a:cubicBezTo>
                  <a:cubicBezTo>
                    <a:pt x="9917" y="54534"/>
                    <a:pt x="8296" y="61156"/>
                    <a:pt x="8283" y="61216"/>
                  </a:cubicBezTo>
                  <a:cubicBezTo>
                    <a:pt x="8243" y="61362"/>
                    <a:pt x="8316" y="61516"/>
                    <a:pt x="8456" y="61569"/>
                  </a:cubicBezTo>
                  <a:lnTo>
                    <a:pt x="8570" y="61583"/>
                  </a:lnTo>
                  <a:cubicBezTo>
                    <a:pt x="8670" y="61583"/>
                    <a:pt x="8763" y="61523"/>
                    <a:pt x="8816" y="61436"/>
                  </a:cubicBezTo>
                  <a:cubicBezTo>
                    <a:pt x="10323" y="58715"/>
                    <a:pt x="11137" y="55834"/>
                    <a:pt x="11290" y="52600"/>
                  </a:cubicBezTo>
                  <a:cubicBezTo>
                    <a:pt x="11510" y="48066"/>
                    <a:pt x="10423" y="43404"/>
                    <a:pt x="9270" y="38476"/>
                  </a:cubicBezTo>
                  <a:cubicBezTo>
                    <a:pt x="7869" y="32461"/>
                    <a:pt x="6416" y="26240"/>
                    <a:pt x="6956" y="19205"/>
                  </a:cubicBezTo>
                  <a:cubicBezTo>
                    <a:pt x="8223" y="2820"/>
                    <a:pt x="16392" y="860"/>
                    <a:pt x="16478" y="840"/>
                  </a:cubicBezTo>
                  <a:cubicBezTo>
                    <a:pt x="16585" y="820"/>
                    <a:pt x="16672" y="733"/>
                    <a:pt x="16705" y="626"/>
                  </a:cubicBezTo>
                  <a:cubicBezTo>
                    <a:pt x="16725" y="520"/>
                    <a:pt x="16685" y="406"/>
                    <a:pt x="16605" y="333"/>
                  </a:cubicBezTo>
                  <a:cubicBezTo>
                    <a:pt x="16345" y="114"/>
                    <a:pt x="15944" y="1"/>
                    <a:pt x="1540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1" name="Google Shape;2154;p36"/>
            <p:cNvSpPr/>
            <p:nvPr/>
          </p:nvSpPr>
          <p:spPr>
            <a:xfrm>
              <a:off x="1441012" y="1620613"/>
              <a:ext cx="425284" cy="1706086"/>
            </a:xfrm>
            <a:custGeom>
              <a:avLst/>
              <a:gdLst/>
              <a:ahLst/>
              <a:cxnLst/>
              <a:rect l="l" t="t" r="r" b="b"/>
              <a:pathLst>
                <a:path w="15205" h="60997" extrusionOk="0">
                  <a:moveTo>
                    <a:pt x="15205" y="1"/>
                  </a:moveTo>
                  <a:lnTo>
                    <a:pt x="15205" y="1"/>
                  </a:lnTo>
                  <a:cubicBezTo>
                    <a:pt x="12384" y="154"/>
                    <a:pt x="6082" y="3255"/>
                    <a:pt x="3335" y="10370"/>
                  </a:cubicBezTo>
                  <a:cubicBezTo>
                    <a:pt x="1" y="18999"/>
                    <a:pt x="1708" y="31862"/>
                    <a:pt x="5989" y="43112"/>
                  </a:cubicBezTo>
                  <a:cubicBezTo>
                    <a:pt x="10277" y="54368"/>
                    <a:pt x="8570" y="60997"/>
                    <a:pt x="8570" y="60997"/>
                  </a:cubicBezTo>
                  <a:cubicBezTo>
                    <a:pt x="10157" y="58116"/>
                    <a:pt x="10857" y="55235"/>
                    <a:pt x="11004" y="52294"/>
                  </a:cubicBezTo>
                  <a:lnTo>
                    <a:pt x="11004" y="52294"/>
                  </a:lnTo>
                  <a:cubicBezTo>
                    <a:pt x="10572" y="53778"/>
                    <a:pt x="10283" y="54382"/>
                    <a:pt x="10075" y="54382"/>
                  </a:cubicBezTo>
                  <a:cubicBezTo>
                    <a:pt x="9430" y="54382"/>
                    <a:pt x="9546" y="48616"/>
                    <a:pt x="8523" y="45226"/>
                  </a:cubicBezTo>
                  <a:cubicBezTo>
                    <a:pt x="7176" y="40731"/>
                    <a:pt x="2381" y="33243"/>
                    <a:pt x="2655" y="20193"/>
                  </a:cubicBezTo>
                  <a:cubicBezTo>
                    <a:pt x="2935" y="7136"/>
                    <a:pt x="15205" y="1"/>
                    <a:pt x="15205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2" name="Google Shape;2155;p36"/>
            <p:cNvSpPr/>
            <p:nvPr/>
          </p:nvSpPr>
          <p:spPr>
            <a:xfrm>
              <a:off x="2485132" y="1711460"/>
              <a:ext cx="358519" cy="1479277"/>
            </a:xfrm>
            <a:custGeom>
              <a:avLst/>
              <a:gdLst/>
              <a:ahLst/>
              <a:cxnLst/>
              <a:rect l="l" t="t" r="r" b="b"/>
              <a:pathLst>
                <a:path w="12818" h="52888" extrusionOk="0">
                  <a:moveTo>
                    <a:pt x="1" y="0"/>
                  </a:moveTo>
                  <a:cubicBezTo>
                    <a:pt x="2" y="1"/>
                    <a:pt x="6322" y="5876"/>
                    <a:pt x="7196" y="14077"/>
                  </a:cubicBezTo>
                  <a:cubicBezTo>
                    <a:pt x="8716" y="28241"/>
                    <a:pt x="1414" y="44359"/>
                    <a:pt x="9737" y="52888"/>
                  </a:cubicBezTo>
                  <a:lnTo>
                    <a:pt x="9737" y="52888"/>
                  </a:lnTo>
                  <a:cubicBezTo>
                    <a:pt x="9737" y="52887"/>
                    <a:pt x="6329" y="45432"/>
                    <a:pt x="7296" y="37117"/>
                  </a:cubicBezTo>
                  <a:cubicBezTo>
                    <a:pt x="8263" y="28794"/>
                    <a:pt x="12817" y="9829"/>
                    <a:pt x="1" y="0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3" name="Google Shape;2156;p36"/>
            <p:cNvSpPr/>
            <p:nvPr/>
          </p:nvSpPr>
          <p:spPr>
            <a:xfrm>
              <a:off x="2474224" y="1703348"/>
              <a:ext cx="337346" cy="1495584"/>
            </a:xfrm>
            <a:custGeom>
              <a:avLst/>
              <a:gdLst/>
              <a:ahLst/>
              <a:cxnLst/>
              <a:rect l="l" t="t" r="r" b="b"/>
              <a:pathLst>
                <a:path w="12061" h="53471" extrusionOk="0">
                  <a:moveTo>
                    <a:pt x="4125" y="4445"/>
                  </a:moveTo>
                  <a:cubicBezTo>
                    <a:pt x="10827" y="13327"/>
                    <a:pt x="8993" y="26070"/>
                    <a:pt x="7839" y="34132"/>
                  </a:cubicBezTo>
                  <a:cubicBezTo>
                    <a:pt x="7659" y="35306"/>
                    <a:pt x="7506" y="36413"/>
                    <a:pt x="7393" y="37373"/>
                  </a:cubicBezTo>
                  <a:cubicBezTo>
                    <a:pt x="6692" y="43382"/>
                    <a:pt x="8286" y="48990"/>
                    <a:pt x="9226" y="51670"/>
                  </a:cubicBezTo>
                  <a:cubicBezTo>
                    <a:pt x="5325" y="46356"/>
                    <a:pt x="6239" y="38560"/>
                    <a:pt x="7186" y="30351"/>
                  </a:cubicBezTo>
                  <a:cubicBezTo>
                    <a:pt x="7806" y="25063"/>
                    <a:pt x="8440" y="19582"/>
                    <a:pt x="7879" y="14334"/>
                  </a:cubicBezTo>
                  <a:cubicBezTo>
                    <a:pt x="7453" y="10386"/>
                    <a:pt x="5772" y="6952"/>
                    <a:pt x="4125" y="4445"/>
                  </a:cubicBezTo>
                  <a:close/>
                  <a:moveTo>
                    <a:pt x="408" y="0"/>
                  </a:moveTo>
                  <a:cubicBezTo>
                    <a:pt x="177" y="0"/>
                    <a:pt x="1" y="291"/>
                    <a:pt x="191" y="497"/>
                  </a:cubicBezTo>
                  <a:cubicBezTo>
                    <a:pt x="257" y="550"/>
                    <a:pt x="6446" y="6405"/>
                    <a:pt x="7293" y="14401"/>
                  </a:cubicBezTo>
                  <a:cubicBezTo>
                    <a:pt x="7853" y="19575"/>
                    <a:pt x="7219" y="25023"/>
                    <a:pt x="6612" y="30285"/>
                  </a:cubicBezTo>
                  <a:cubicBezTo>
                    <a:pt x="5559" y="39340"/>
                    <a:pt x="4572" y="47889"/>
                    <a:pt x="9920" y="53378"/>
                  </a:cubicBezTo>
                  <a:cubicBezTo>
                    <a:pt x="9973" y="53431"/>
                    <a:pt x="10047" y="53464"/>
                    <a:pt x="10127" y="53471"/>
                  </a:cubicBezTo>
                  <a:cubicBezTo>
                    <a:pt x="10347" y="53471"/>
                    <a:pt x="10487" y="53244"/>
                    <a:pt x="10393" y="53051"/>
                  </a:cubicBezTo>
                  <a:cubicBezTo>
                    <a:pt x="10360" y="52984"/>
                    <a:pt x="7026" y="45582"/>
                    <a:pt x="7973" y="37440"/>
                  </a:cubicBezTo>
                  <a:cubicBezTo>
                    <a:pt x="8079" y="36486"/>
                    <a:pt x="8246" y="35386"/>
                    <a:pt x="8413" y="34212"/>
                  </a:cubicBezTo>
                  <a:cubicBezTo>
                    <a:pt x="9773" y="24737"/>
                    <a:pt x="12061" y="8872"/>
                    <a:pt x="571" y="50"/>
                  </a:cubicBezTo>
                  <a:cubicBezTo>
                    <a:pt x="516" y="15"/>
                    <a:pt x="461" y="0"/>
                    <a:pt x="40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4" name="Google Shape;2157;p36"/>
            <p:cNvSpPr/>
            <p:nvPr/>
          </p:nvSpPr>
          <p:spPr>
            <a:xfrm>
              <a:off x="1536893" y="1783622"/>
              <a:ext cx="114929" cy="404027"/>
            </a:xfrm>
            <a:custGeom>
              <a:avLst/>
              <a:gdLst/>
              <a:ahLst/>
              <a:cxnLst/>
              <a:rect l="l" t="t" r="r" b="b"/>
              <a:pathLst>
                <a:path w="4109" h="14445" extrusionOk="0">
                  <a:moveTo>
                    <a:pt x="4108" y="1"/>
                  </a:moveTo>
                  <a:lnTo>
                    <a:pt x="4108" y="1"/>
                  </a:lnTo>
                  <a:cubicBezTo>
                    <a:pt x="3108" y="808"/>
                    <a:pt x="2394" y="1928"/>
                    <a:pt x="1887" y="3122"/>
                  </a:cubicBezTo>
                  <a:cubicBezTo>
                    <a:pt x="1381" y="4309"/>
                    <a:pt x="1047" y="5556"/>
                    <a:pt x="767" y="6803"/>
                  </a:cubicBezTo>
                  <a:cubicBezTo>
                    <a:pt x="207" y="9310"/>
                    <a:pt x="0" y="11884"/>
                    <a:pt x="147" y="14445"/>
                  </a:cubicBezTo>
                  <a:cubicBezTo>
                    <a:pt x="220" y="11891"/>
                    <a:pt x="494" y="9357"/>
                    <a:pt x="1054" y="6869"/>
                  </a:cubicBezTo>
                  <a:cubicBezTo>
                    <a:pt x="1327" y="5629"/>
                    <a:pt x="1641" y="4375"/>
                    <a:pt x="2094" y="3202"/>
                  </a:cubicBezTo>
                  <a:cubicBezTo>
                    <a:pt x="2554" y="2028"/>
                    <a:pt x="3181" y="901"/>
                    <a:pt x="410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5" name="Google Shape;2158;p36"/>
            <p:cNvSpPr/>
            <p:nvPr/>
          </p:nvSpPr>
          <p:spPr>
            <a:xfrm>
              <a:off x="1518796" y="2240596"/>
              <a:ext cx="18488" cy="134144"/>
            </a:xfrm>
            <a:custGeom>
              <a:avLst/>
              <a:gdLst/>
              <a:ahLst/>
              <a:cxnLst/>
              <a:rect l="l" t="t" r="r" b="b"/>
              <a:pathLst>
                <a:path w="661" h="4796" extrusionOk="0">
                  <a:moveTo>
                    <a:pt x="267" y="0"/>
                  </a:moveTo>
                  <a:cubicBezTo>
                    <a:pt x="67" y="794"/>
                    <a:pt x="0" y="1621"/>
                    <a:pt x="74" y="2434"/>
                  </a:cubicBezTo>
                  <a:cubicBezTo>
                    <a:pt x="134" y="3248"/>
                    <a:pt x="327" y="4048"/>
                    <a:pt x="661" y="4795"/>
                  </a:cubicBezTo>
                  <a:cubicBezTo>
                    <a:pt x="541" y="3995"/>
                    <a:pt x="427" y="3208"/>
                    <a:pt x="361" y="2408"/>
                  </a:cubicBezTo>
                  <a:cubicBezTo>
                    <a:pt x="294" y="1608"/>
                    <a:pt x="287" y="821"/>
                    <a:pt x="2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6" name="Google Shape;2159;p36"/>
            <p:cNvSpPr/>
            <p:nvPr/>
          </p:nvSpPr>
          <p:spPr>
            <a:xfrm>
              <a:off x="1539131" y="2432890"/>
              <a:ext cx="22600" cy="103909"/>
            </a:xfrm>
            <a:custGeom>
              <a:avLst/>
              <a:gdLst/>
              <a:ahLst/>
              <a:cxnLst/>
              <a:rect l="l" t="t" r="r" b="b"/>
              <a:pathLst>
                <a:path w="808" h="3715" extrusionOk="0">
                  <a:moveTo>
                    <a:pt x="80" y="1"/>
                  </a:moveTo>
                  <a:lnTo>
                    <a:pt x="80" y="1"/>
                  </a:lnTo>
                  <a:cubicBezTo>
                    <a:pt x="0" y="1281"/>
                    <a:pt x="254" y="2561"/>
                    <a:pt x="807" y="3715"/>
                  </a:cubicBezTo>
                  <a:cubicBezTo>
                    <a:pt x="740" y="3081"/>
                    <a:pt x="614" y="2468"/>
                    <a:pt x="494" y="1854"/>
                  </a:cubicBezTo>
                  <a:cubicBezTo>
                    <a:pt x="367" y="1234"/>
                    <a:pt x="260" y="621"/>
                    <a:pt x="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7" name="Google Shape;2160;p36"/>
            <p:cNvSpPr/>
            <p:nvPr/>
          </p:nvSpPr>
          <p:spPr>
            <a:xfrm>
              <a:off x="1566541" y="2574838"/>
              <a:ext cx="87686" cy="281099"/>
            </a:xfrm>
            <a:custGeom>
              <a:avLst/>
              <a:gdLst/>
              <a:ahLst/>
              <a:cxnLst/>
              <a:rect l="l" t="t" r="r" b="b"/>
              <a:pathLst>
                <a:path w="3135" h="10050" extrusionOk="0">
                  <a:moveTo>
                    <a:pt x="1" y="0"/>
                  </a:moveTo>
                  <a:lnTo>
                    <a:pt x="1" y="0"/>
                  </a:lnTo>
                  <a:cubicBezTo>
                    <a:pt x="354" y="1721"/>
                    <a:pt x="801" y="3421"/>
                    <a:pt x="1334" y="5095"/>
                  </a:cubicBezTo>
                  <a:cubicBezTo>
                    <a:pt x="1868" y="6775"/>
                    <a:pt x="2441" y="8429"/>
                    <a:pt x="3135" y="10050"/>
                  </a:cubicBezTo>
                  <a:cubicBezTo>
                    <a:pt x="2661" y="8356"/>
                    <a:pt x="2148" y="6689"/>
                    <a:pt x="1621" y="5015"/>
                  </a:cubicBezTo>
                  <a:cubicBezTo>
                    <a:pt x="1094" y="3335"/>
                    <a:pt x="567" y="1661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8" name="Google Shape;2161;p36"/>
            <p:cNvSpPr/>
            <p:nvPr/>
          </p:nvSpPr>
          <p:spPr>
            <a:xfrm>
              <a:off x="1667821" y="2913918"/>
              <a:ext cx="30236" cy="202223"/>
            </a:xfrm>
            <a:custGeom>
              <a:avLst/>
              <a:gdLst/>
              <a:ahLst/>
              <a:cxnLst/>
              <a:rect l="l" t="t" r="r" b="b"/>
              <a:pathLst>
                <a:path w="1081" h="7230" extrusionOk="0">
                  <a:moveTo>
                    <a:pt x="1" y="1"/>
                  </a:moveTo>
                  <a:lnTo>
                    <a:pt x="1" y="1"/>
                  </a:lnTo>
                  <a:cubicBezTo>
                    <a:pt x="207" y="1201"/>
                    <a:pt x="414" y="2401"/>
                    <a:pt x="581" y="3601"/>
                  </a:cubicBezTo>
                  <a:cubicBezTo>
                    <a:pt x="747" y="4802"/>
                    <a:pt x="867" y="6009"/>
                    <a:pt x="994" y="7229"/>
                  </a:cubicBezTo>
                  <a:cubicBezTo>
                    <a:pt x="1081" y="6002"/>
                    <a:pt x="1041" y="4775"/>
                    <a:pt x="867" y="3561"/>
                  </a:cubicBezTo>
                  <a:cubicBezTo>
                    <a:pt x="707" y="2348"/>
                    <a:pt x="421" y="1154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0" y="2260600"/>
            <a:ext cx="4284020" cy="4597400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90253" y="230105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https://wxc.cdut.edu.cn/</a:t>
            </a:r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1"/>
            </p:custDataLst>
          </p:nvPr>
        </p:nvSpPr>
        <p:spPr>
          <a:xfrm>
            <a:off x="1397635" y="1729740"/>
            <a:ext cx="2886075" cy="979170"/>
          </a:xfrm>
          <a:custGeom>
            <a:avLst/>
            <a:gdLst>
              <a:gd name="connsiteX0" fmla="*/ 0 w 2636520"/>
              <a:gd name="connsiteY0" fmla="*/ 0 h 1447800"/>
              <a:gd name="connsiteX1" fmla="*/ 2103122 w 2636520"/>
              <a:gd name="connsiteY1" fmla="*/ 0 h 1447800"/>
              <a:gd name="connsiteX2" fmla="*/ 2636520 w 2636520"/>
              <a:gd name="connsiteY2" fmla="*/ 723900 h 1447800"/>
              <a:gd name="connsiteX3" fmla="*/ 2103122 w 2636520"/>
              <a:gd name="connsiteY3" fmla="*/ 1447800 h 1447800"/>
              <a:gd name="connsiteX4" fmla="*/ 0 w 2636520"/>
              <a:gd name="connsiteY4" fmla="*/ 1447800 h 1447800"/>
              <a:gd name="connsiteX5" fmla="*/ 0 w 2636520"/>
              <a:gd name="connsiteY5" fmla="*/ 1442632 h 1447800"/>
              <a:gd name="connsiteX6" fmla="*/ 529590 w 2636520"/>
              <a:gd name="connsiteY6" fmla="*/ 723900 h 1447800"/>
              <a:gd name="connsiteX7" fmla="*/ 0 w 2636520"/>
              <a:gd name="connsiteY7" fmla="*/ 5168 h 144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36520" h="1447800">
                <a:moveTo>
                  <a:pt x="0" y="0"/>
                </a:moveTo>
                <a:lnTo>
                  <a:pt x="2103122" y="0"/>
                </a:lnTo>
                <a:lnTo>
                  <a:pt x="2636520" y="723900"/>
                </a:lnTo>
                <a:lnTo>
                  <a:pt x="2103122" y="1447800"/>
                </a:lnTo>
                <a:lnTo>
                  <a:pt x="0" y="1447800"/>
                </a:lnTo>
                <a:lnTo>
                  <a:pt x="0" y="1442632"/>
                </a:lnTo>
                <a:lnTo>
                  <a:pt x="529590" y="723900"/>
                </a:lnTo>
                <a:lnTo>
                  <a:pt x="0" y="5168"/>
                </a:lnTo>
                <a:close/>
              </a:path>
            </a:pathLst>
          </a:custGeom>
          <a:solidFill>
            <a:srgbClr val="BEC2B4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535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golian Baiti" panose="03000500000000000000" charset="0"/>
                <a:ea typeface="Mongolian Baiti" panose="03000500000000000000" charset="0"/>
                <a:cs typeface="Mongolian Baiti" panose="03000500000000000000" charset="0"/>
                <a:hlinkClick r:id="rId2" action="ppaction://hlinkfile"/>
              </a:rPr>
              <a:t>成都理工大学</a:t>
            </a:r>
            <a:r>
              <a:rPr lang="en-US" altLang="zh-CN" sz="2535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golian Baiti" panose="03000500000000000000" charset="0"/>
                <a:ea typeface="Mongolian Baiti" panose="03000500000000000000" charset="0"/>
                <a:cs typeface="Mongolian Baiti" panose="03000500000000000000" charset="0"/>
                <a:hlinkClick r:id="rId2" action="ppaction://hlinkfile"/>
              </a:rPr>
              <a:t> </a:t>
            </a:r>
            <a:endParaRPr lang="en-US" altLang="zh-CN" sz="2535" b="1" dirty="0">
              <a:solidFill>
                <a:schemeClr val="tx1">
                  <a:lumMod val="95000"/>
                  <a:lumOff val="5000"/>
                </a:schemeClr>
              </a:solidFill>
              <a:latin typeface="Mongolian Baiti" panose="03000500000000000000" charset="0"/>
              <a:ea typeface="Mongolian Baiti" panose="03000500000000000000" charset="0"/>
              <a:cs typeface="Mongolian Baiti" panose="03000500000000000000" charset="0"/>
              <a:hlinkClick r:id="rId2" action="ppaction://hlinkfile"/>
            </a:endParaRPr>
          </a:p>
          <a:p>
            <a:pPr algn="ctr"/>
            <a:r>
              <a:rPr lang="zh-CN" altLang="en-US" sz="2535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golian Baiti" panose="03000500000000000000" charset="0"/>
                <a:ea typeface="Mongolian Baiti" panose="03000500000000000000" charset="0"/>
                <a:cs typeface="Mongolian Baiti" panose="03000500000000000000" charset="0"/>
                <a:hlinkClick r:id="rId2" action="ppaction://hlinkfile"/>
              </a:rPr>
              <a:t>网络信息化处</a:t>
            </a:r>
            <a:endParaRPr lang="zh-CN" altLang="en-US" sz="2535" b="1" dirty="0">
              <a:solidFill>
                <a:schemeClr val="tx1">
                  <a:lumMod val="95000"/>
                  <a:lumOff val="5000"/>
                </a:schemeClr>
              </a:solidFill>
              <a:latin typeface="Mongolian Baiti" panose="03000500000000000000" charset="0"/>
              <a:ea typeface="Mongolian Baiti" panose="03000500000000000000" charset="0"/>
              <a:cs typeface="Mongolian Baiti" panose="03000500000000000000" charset="0"/>
            </a:endParaRPr>
          </a:p>
        </p:txBody>
      </p:sp>
      <p:sp>
        <p:nvSpPr>
          <p:cNvPr id="7" name="任意多边形 6"/>
          <p:cNvSpPr/>
          <p:nvPr>
            <p:custDataLst>
              <p:tags r:id="rId3"/>
            </p:custDataLst>
          </p:nvPr>
        </p:nvSpPr>
        <p:spPr>
          <a:xfrm rot="10800000">
            <a:off x="7908925" y="3832860"/>
            <a:ext cx="2878455" cy="994410"/>
          </a:xfrm>
          <a:custGeom>
            <a:avLst/>
            <a:gdLst>
              <a:gd name="connsiteX0" fmla="*/ 0 w 2636520"/>
              <a:gd name="connsiteY0" fmla="*/ 0 h 1447800"/>
              <a:gd name="connsiteX1" fmla="*/ 2103122 w 2636520"/>
              <a:gd name="connsiteY1" fmla="*/ 0 h 1447800"/>
              <a:gd name="connsiteX2" fmla="*/ 2636520 w 2636520"/>
              <a:gd name="connsiteY2" fmla="*/ 723900 h 1447800"/>
              <a:gd name="connsiteX3" fmla="*/ 2103122 w 2636520"/>
              <a:gd name="connsiteY3" fmla="*/ 1447800 h 1447800"/>
              <a:gd name="connsiteX4" fmla="*/ 0 w 2636520"/>
              <a:gd name="connsiteY4" fmla="*/ 1447800 h 1447800"/>
              <a:gd name="connsiteX5" fmla="*/ 0 w 2636520"/>
              <a:gd name="connsiteY5" fmla="*/ 1442632 h 1447800"/>
              <a:gd name="connsiteX6" fmla="*/ 529590 w 2636520"/>
              <a:gd name="connsiteY6" fmla="*/ 723900 h 1447800"/>
              <a:gd name="connsiteX7" fmla="*/ 0 w 2636520"/>
              <a:gd name="connsiteY7" fmla="*/ 5168 h 144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36520" h="1447800">
                <a:moveTo>
                  <a:pt x="0" y="0"/>
                </a:moveTo>
                <a:lnTo>
                  <a:pt x="2103122" y="0"/>
                </a:lnTo>
                <a:lnTo>
                  <a:pt x="2636520" y="723900"/>
                </a:lnTo>
                <a:lnTo>
                  <a:pt x="2103122" y="1447800"/>
                </a:lnTo>
                <a:lnTo>
                  <a:pt x="0" y="1447800"/>
                </a:lnTo>
                <a:lnTo>
                  <a:pt x="0" y="1442632"/>
                </a:lnTo>
                <a:lnTo>
                  <a:pt x="529590" y="723900"/>
                </a:lnTo>
                <a:lnTo>
                  <a:pt x="0" y="5168"/>
                </a:lnTo>
                <a:close/>
              </a:path>
            </a:pathLst>
          </a:custGeom>
          <a:solidFill>
            <a:srgbClr val="D6C5B9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535" dirty="0">
              <a:solidFill>
                <a:schemeClr val="bg1"/>
              </a:solidFill>
              <a:latin typeface="Mongolian Baiti" panose="03000500000000000000" charset="0"/>
              <a:ea typeface="Mongolian Baiti" panose="03000500000000000000" charset="0"/>
              <a:cs typeface="Mongolian Baiti" panose="03000500000000000000" charset="0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708097" y="688591"/>
            <a:ext cx="1803192" cy="490095"/>
          </a:xfrm>
          <a:prstGeom prst="roundRect">
            <a:avLst>
              <a:gd name="adj" fmla="val 17552"/>
            </a:avLst>
          </a:prstGeom>
          <a:solidFill>
            <a:srgbClr val="D6A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安装指南</a:t>
            </a:r>
            <a:endParaRPr lang="zh-CN" altLang="en-US" sz="2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4"/>
            </p:custDataLst>
          </p:nvPr>
        </p:nvSpPr>
        <p:spPr>
          <a:xfrm>
            <a:off x="4653280" y="1729740"/>
            <a:ext cx="2886075" cy="979170"/>
          </a:xfrm>
          <a:custGeom>
            <a:avLst/>
            <a:gdLst>
              <a:gd name="connsiteX0" fmla="*/ 0 w 2636520"/>
              <a:gd name="connsiteY0" fmla="*/ 0 h 1447800"/>
              <a:gd name="connsiteX1" fmla="*/ 2103122 w 2636520"/>
              <a:gd name="connsiteY1" fmla="*/ 0 h 1447800"/>
              <a:gd name="connsiteX2" fmla="*/ 2636520 w 2636520"/>
              <a:gd name="connsiteY2" fmla="*/ 723900 h 1447800"/>
              <a:gd name="connsiteX3" fmla="*/ 2103122 w 2636520"/>
              <a:gd name="connsiteY3" fmla="*/ 1447800 h 1447800"/>
              <a:gd name="connsiteX4" fmla="*/ 0 w 2636520"/>
              <a:gd name="connsiteY4" fmla="*/ 1447800 h 1447800"/>
              <a:gd name="connsiteX5" fmla="*/ 0 w 2636520"/>
              <a:gd name="connsiteY5" fmla="*/ 1442632 h 1447800"/>
              <a:gd name="connsiteX6" fmla="*/ 529590 w 2636520"/>
              <a:gd name="connsiteY6" fmla="*/ 723900 h 1447800"/>
              <a:gd name="connsiteX7" fmla="*/ 0 w 2636520"/>
              <a:gd name="connsiteY7" fmla="*/ 5168 h 144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36520" h="1447800">
                <a:moveTo>
                  <a:pt x="0" y="0"/>
                </a:moveTo>
                <a:lnTo>
                  <a:pt x="2103122" y="0"/>
                </a:lnTo>
                <a:lnTo>
                  <a:pt x="2636520" y="723900"/>
                </a:lnTo>
                <a:lnTo>
                  <a:pt x="2103122" y="1447800"/>
                </a:lnTo>
                <a:lnTo>
                  <a:pt x="0" y="1447800"/>
                </a:lnTo>
                <a:lnTo>
                  <a:pt x="0" y="1442632"/>
                </a:lnTo>
                <a:lnTo>
                  <a:pt x="529590" y="723900"/>
                </a:lnTo>
                <a:lnTo>
                  <a:pt x="0" y="5168"/>
                </a:lnTo>
                <a:close/>
              </a:path>
            </a:pathLst>
          </a:custGeom>
          <a:solidFill>
            <a:srgbClr val="BEC2B4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535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golian Baiti" panose="03000500000000000000" charset="0"/>
                <a:ea typeface="Mongolian Baiti" panose="03000500000000000000" charset="0"/>
                <a:cs typeface="Mongolian Baiti" panose="03000500000000000000" charset="0"/>
              </a:rPr>
              <a:t>正版软件</a:t>
            </a:r>
            <a:endParaRPr lang="zh-CN" altLang="en-US" sz="2535" b="1" dirty="0">
              <a:solidFill>
                <a:schemeClr val="tx1">
                  <a:lumMod val="95000"/>
                  <a:lumOff val="5000"/>
                </a:schemeClr>
              </a:solidFill>
              <a:latin typeface="Mongolian Baiti" panose="03000500000000000000" charset="0"/>
              <a:ea typeface="Mongolian Baiti" panose="03000500000000000000" charset="0"/>
              <a:cs typeface="Mongolian Baiti" panose="03000500000000000000" charset="0"/>
            </a:endParaRPr>
          </a:p>
        </p:txBody>
      </p:sp>
      <p:sp>
        <p:nvSpPr>
          <p:cNvPr id="23" name="任意多边形 22"/>
          <p:cNvSpPr/>
          <p:nvPr>
            <p:custDataLst>
              <p:tags r:id="rId5"/>
            </p:custDataLst>
          </p:nvPr>
        </p:nvSpPr>
        <p:spPr>
          <a:xfrm>
            <a:off x="7908925" y="1679575"/>
            <a:ext cx="2886075" cy="979170"/>
          </a:xfrm>
          <a:custGeom>
            <a:avLst/>
            <a:gdLst>
              <a:gd name="connsiteX0" fmla="*/ 0 w 2636520"/>
              <a:gd name="connsiteY0" fmla="*/ 0 h 1447800"/>
              <a:gd name="connsiteX1" fmla="*/ 2103122 w 2636520"/>
              <a:gd name="connsiteY1" fmla="*/ 0 h 1447800"/>
              <a:gd name="connsiteX2" fmla="*/ 2636520 w 2636520"/>
              <a:gd name="connsiteY2" fmla="*/ 723900 h 1447800"/>
              <a:gd name="connsiteX3" fmla="*/ 2103122 w 2636520"/>
              <a:gd name="connsiteY3" fmla="*/ 1447800 h 1447800"/>
              <a:gd name="connsiteX4" fmla="*/ 0 w 2636520"/>
              <a:gd name="connsiteY4" fmla="*/ 1447800 h 1447800"/>
              <a:gd name="connsiteX5" fmla="*/ 0 w 2636520"/>
              <a:gd name="connsiteY5" fmla="*/ 1442632 h 1447800"/>
              <a:gd name="connsiteX6" fmla="*/ 529590 w 2636520"/>
              <a:gd name="connsiteY6" fmla="*/ 723900 h 1447800"/>
              <a:gd name="connsiteX7" fmla="*/ 0 w 2636520"/>
              <a:gd name="connsiteY7" fmla="*/ 5168 h 144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36520" h="1447800">
                <a:moveTo>
                  <a:pt x="0" y="0"/>
                </a:moveTo>
                <a:lnTo>
                  <a:pt x="2103122" y="0"/>
                </a:lnTo>
                <a:lnTo>
                  <a:pt x="2636520" y="723900"/>
                </a:lnTo>
                <a:lnTo>
                  <a:pt x="2103122" y="1447800"/>
                </a:lnTo>
                <a:lnTo>
                  <a:pt x="0" y="1447800"/>
                </a:lnTo>
                <a:lnTo>
                  <a:pt x="0" y="1442632"/>
                </a:lnTo>
                <a:lnTo>
                  <a:pt x="529590" y="723900"/>
                </a:lnTo>
                <a:lnTo>
                  <a:pt x="0" y="5168"/>
                </a:lnTo>
                <a:close/>
              </a:path>
            </a:pathLst>
          </a:custGeom>
          <a:solidFill>
            <a:srgbClr val="BEC2B4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535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golian Baiti" panose="03000500000000000000" charset="0"/>
                <a:ea typeface="Mongolian Baiti" panose="03000500000000000000" charset="0"/>
                <a:cs typeface="Mongolian Baiti" panose="03000500000000000000" charset="0"/>
              </a:rPr>
              <a:t>MATLAB</a:t>
            </a:r>
            <a:endParaRPr lang="en-US" altLang="zh-CN" sz="2535" b="1" dirty="0">
              <a:solidFill>
                <a:schemeClr val="tx1">
                  <a:lumMod val="95000"/>
                  <a:lumOff val="5000"/>
                </a:schemeClr>
              </a:solidFill>
              <a:latin typeface="Mongolian Baiti" panose="03000500000000000000" charset="0"/>
              <a:ea typeface="Mongolian Baiti" panose="03000500000000000000" charset="0"/>
              <a:cs typeface="Mongolian Baiti" panose="03000500000000000000" charset="0"/>
            </a:endParaRPr>
          </a:p>
        </p:txBody>
      </p:sp>
      <p:sp>
        <p:nvSpPr>
          <p:cNvPr id="24" name="任意多边形 23"/>
          <p:cNvSpPr/>
          <p:nvPr>
            <p:custDataLst>
              <p:tags r:id="rId6"/>
            </p:custDataLst>
          </p:nvPr>
        </p:nvSpPr>
        <p:spPr>
          <a:xfrm rot="10800000">
            <a:off x="4657090" y="3832860"/>
            <a:ext cx="2878455" cy="994410"/>
          </a:xfrm>
          <a:custGeom>
            <a:avLst/>
            <a:gdLst>
              <a:gd name="connsiteX0" fmla="*/ 0 w 2636520"/>
              <a:gd name="connsiteY0" fmla="*/ 0 h 1447800"/>
              <a:gd name="connsiteX1" fmla="*/ 2103122 w 2636520"/>
              <a:gd name="connsiteY1" fmla="*/ 0 h 1447800"/>
              <a:gd name="connsiteX2" fmla="*/ 2636520 w 2636520"/>
              <a:gd name="connsiteY2" fmla="*/ 723900 h 1447800"/>
              <a:gd name="connsiteX3" fmla="*/ 2103122 w 2636520"/>
              <a:gd name="connsiteY3" fmla="*/ 1447800 h 1447800"/>
              <a:gd name="connsiteX4" fmla="*/ 0 w 2636520"/>
              <a:gd name="connsiteY4" fmla="*/ 1447800 h 1447800"/>
              <a:gd name="connsiteX5" fmla="*/ 0 w 2636520"/>
              <a:gd name="connsiteY5" fmla="*/ 1442632 h 1447800"/>
              <a:gd name="connsiteX6" fmla="*/ 529590 w 2636520"/>
              <a:gd name="connsiteY6" fmla="*/ 723900 h 1447800"/>
              <a:gd name="connsiteX7" fmla="*/ 0 w 2636520"/>
              <a:gd name="connsiteY7" fmla="*/ 5168 h 144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36520" h="1447800">
                <a:moveTo>
                  <a:pt x="0" y="0"/>
                </a:moveTo>
                <a:lnTo>
                  <a:pt x="2103122" y="0"/>
                </a:lnTo>
                <a:lnTo>
                  <a:pt x="2636520" y="723900"/>
                </a:lnTo>
                <a:lnTo>
                  <a:pt x="2103122" y="1447800"/>
                </a:lnTo>
                <a:lnTo>
                  <a:pt x="0" y="1447800"/>
                </a:lnTo>
                <a:lnTo>
                  <a:pt x="0" y="1442632"/>
                </a:lnTo>
                <a:lnTo>
                  <a:pt x="529590" y="723900"/>
                </a:lnTo>
                <a:lnTo>
                  <a:pt x="0" y="5168"/>
                </a:lnTo>
                <a:close/>
              </a:path>
            </a:pathLst>
          </a:custGeom>
          <a:solidFill>
            <a:srgbClr val="D6C5B9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535" dirty="0">
              <a:solidFill>
                <a:schemeClr val="bg1"/>
              </a:solidFill>
              <a:latin typeface="Mongolian Baiti" panose="03000500000000000000" charset="0"/>
              <a:ea typeface="Mongolian Baiti" panose="03000500000000000000" charset="0"/>
              <a:cs typeface="Mongolian Baiti" panose="03000500000000000000" charset="0"/>
            </a:endParaRPr>
          </a:p>
        </p:txBody>
      </p:sp>
      <p:sp>
        <p:nvSpPr>
          <p:cNvPr id="25" name="任意多边形 24"/>
          <p:cNvSpPr/>
          <p:nvPr>
            <p:custDataLst>
              <p:tags r:id="rId7"/>
            </p:custDataLst>
          </p:nvPr>
        </p:nvSpPr>
        <p:spPr>
          <a:xfrm rot="10800000">
            <a:off x="1347470" y="3832860"/>
            <a:ext cx="2878455" cy="994410"/>
          </a:xfrm>
          <a:custGeom>
            <a:avLst/>
            <a:gdLst>
              <a:gd name="connsiteX0" fmla="*/ 0 w 2636520"/>
              <a:gd name="connsiteY0" fmla="*/ 0 h 1447800"/>
              <a:gd name="connsiteX1" fmla="*/ 2103122 w 2636520"/>
              <a:gd name="connsiteY1" fmla="*/ 0 h 1447800"/>
              <a:gd name="connsiteX2" fmla="*/ 2636520 w 2636520"/>
              <a:gd name="connsiteY2" fmla="*/ 723900 h 1447800"/>
              <a:gd name="connsiteX3" fmla="*/ 2103122 w 2636520"/>
              <a:gd name="connsiteY3" fmla="*/ 1447800 h 1447800"/>
              <a:gd name="connsiteX4" fmla="*/ 0 w 2636520"/>
              <a:gd name="connsiteY4" fmla="*/ 1447800 h 1447800"/>
              <a:gd name="connsiteX5" fmla="*/ 0 w 2636520"/>
              <a:gd name="connsiteY5" fmla="*/ 1442632 h 1447800"/>
              <a:gd name="connsiteX6" fmla="*/ 529590 w 2636520"/>
              <a:gd name="connsiteY6" fmla="*/ 723900 h 1447800"/>
              <a:gd name="connsiteX7" fmla="*/ 0 w 2636520"/>
              <a:gd name="connsiteY7" fmla="*/ 5168 h 144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36520" h="1447800">
                <a:moveTo>
                  <a:pt x="0" y="0"/>
                </a:moveTo>
                <a:lnTo>
                  <a:pt x="2103122" y="0"/>
                </a:lnTo>
                <a:lnTo>
                  <a:pt x="2636520" y="723900"/>
                </a:lnTo>
                <a:lnTo>
                  <a:pt x="2103122" y="1447800"/>
                </a:lnTo>
                <a:lnTo>
                  <a:pt x="0" y="1447800"/>
                </a:lnTo>
                <a:lnTo>
                  <a:pt x="0" y="1442632"/>
                </a:lnTo>
                <a:lnTo>
                  <a:pt x="529590" y="723900"/>
                </a:lnTo>
                <a:lnTo>
                  <a:pt x="0" y="5168"/>
                </a:lnTo>
                <a:close/>
              </a:path>
            </a:pathLst>
          </a:custGeom>
          <a:solidFill>
            <a:srgbClr val="D6C5B9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535" dirty="0">
              <a:solidFill>
                <a:schemeClr val="bg1"/>
              </a:solidFill>
              <a:latin typeface="Mongolian Baiti" panose="03000500000000000000" charset="0"/>
              <a:ea typeface="Mongolian Baiti" panose="03000500000000000000" charset="0"/>
              <a:cs typeface="Mongolian Baiti" panose="03000500000000000000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446135" y="4089400"/>
            <a:ext cx="1480820" cy="48133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540" b="1">
                <a:latin typeface="Mongolian Baiti" panose="03000500000000000000" charset="0"/>
                <a:ea typeface="宋体" panose="02010600030101010101" pitchFamily="2" charset="-122"/>
                <a:hlinkClick r:id="rId8"/>
              </a:rPr>
              <a:t>绑定邮箱</a:t>
            </a:r>
            <a:endParaRPr lang="zh-CN" altLang="en-US" sz="2540" b="1">
              <a:latin typeface="Mongolian Baiti" panose="03000500000000000000" charset="0"/>
              <a:ea typeface="宋体" panose="02010600030101010101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958340" y="4089400"/>
            <a:ext cx="1480820" cy="48133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540" b="1">
                <a:latin typeface="Mongolian Baiti" panose="03000500000000000000" charset="0"/>
                <a:ea typeface="Mongolian Baiti" panose="03000500000000000000" charset="0"/>
              </a:rPr>
              <a:t>安装成功</a:t>
            </a:r>
            <a:endParaRPr lang="zh-CN" altLang="en-US" sz="2540" b="1">
              <a:latin typeface="Mongolian Baiti" panose="03000500000000000000" charset="0"/>
              <a:ea typeface="Mongolian Baiti" panose="03000500000000000000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991100" y="4089400"/>
            <a:ext cx="2051050" cy="48133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540" b="1">
                <a:latin typeface="Mongolian Baiti" panose="03000500000000000000" charset="0"/>
                <a:ea typeface="Mongolian Baiti" panose="03000500000000000000" charset="0"/>
              </a:rPr>
              <a:t>获取验证码</a:t>
            </a:r>
            <a:endParaRPr lang="zh-CN" altLang="en-US" sz="2540" b="1">
              <a:latin typeface="Mongolian Baiti" panose="03000500000000000000" charset="0"/>
              <a:ea typeface="Mongolian Baiti" panose="03000500000000000000" charset="0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8945880" y="-284480"/>
            <a:ext cx="3039110" cy="1751330"/>
            <a:chOff x="-776" y="-373"/>
            <a:chExt cx="5024" cy="2882"/>
          </a:xfrm>
        </p:grpSpPr>
        <p:pic>
          <p:nvPicPr>
            <p:cNvPr id="30" name="图片 29" descr="01标示标准彩色图形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-776" y="-373"/>
              <a:ext cx="4071" cy="2882"/>
            </a:xfrm>
            <a:prstGeom prst="rect">
              <a:avLst/>
            </a:prstGeom>
          </p:spPr>
        </p:pic>
        <p:pic>
          <p:nvPicPr>
            <p:cNvPr id="31" name="图片 30" descr="679ea5b50a417660f7076eba1cf8bbad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sp>
        <p:nvSpPr>
          <p:cNvPr id="33" name="文本框 32"/>
          <p:cNvSpPr txBox="1"/>
          <p:nvPr/>
        </p:nvSpPr>
        <p:spPr>
          <a:xfrm>
            <a:off x="2736215" y="697230"/>
            <a:ext cx="6209665" cy="48133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540" b="1">
                <a:latin typeface="Mongolian Baiti" panose="03000500000000000000" charset="0"/>
                <a:ea typeface="宋体" panose="02010600030101010101" pitchFamily="2" charset="-122"/>
                <a:hlinkClick r:id="rId11" action="ppaction://hlinkfile"/>
              </a:rPr>
              <a:t>成都理工大学</a:t>
            </a:r>
            <a:r>
              <a:rPr lang="en-US" altLang="zh-CN" sz="2540" b="1">
                <a:latin typeface="Mongolian Baiti" panose="03000500000000000000" charset="0"/>
                <a:ea typeface="宋体" panose="02010600030101010101" pitchFamily="2" charset="-122"/>
                <a:hlinkClick r:id="rId11" action="ppaction://hlinkfile"/>
              </a:rPr>
              <a:t> MATLAB </a:t>
            </a:r>
            <a:r>
              <a:rPr lang="zh-CN" altLang="en-US" sz="2540" b="1">
                <a:latin typeface="Mongolian Baiti" panose="03000500000000000000" charset="0"/>
                <a:ea typeface="宋体" panose="02010600030101010101" pitchFamily="2" charset="-122"/>
                <a:hlinkClick r:id="rId11" action="ppaction://hlinkfile"/>
              </a:rPr>
              <a:t>个人版安装指南</a:t>
            </a:r>
            <a:endParaRPr lang="en-US" altLang="zh-CN" sz="2540" b="1">
              <a:latin typeface="Mongolian Baiti" panose="03000500000000000000" charset="0"/>
              <a:ea typeface="宋体" panose="02010600030101010101" pitchFamily="2" charset="-122"/>
            </a:endParaRPr>
          </a:p>
        </p:txBody>
      </p:sp>
      <p:grpSp>
        <p:nvGrpSpPr>
          <p:cNvPr id="579" name="组合 578"/>
          <p:cNvGrpSpPr/>
          <p:nvPr/>
        </p:nvGrpSpPr>
        <p:grpSpPr>
          <a:xfrm>
            <a:off x="8912225" y="1155700"/>
            <a:ext cx="3279140" cy="4554220"/>
            <a:chOff x="14035" y="1820"/>
            <a:chExt cx="5164" cy="7172"/>
          </a:xfrm>
        </p:grpSpPr>
        <p:grpSp>
          <p:nvGrpSpPr>
            <p:cNvPr id="2208" name="Google Shape;2208;p36"/>
            <p:cNvGrpSpPr/>
            <p:nvPr/>
          </p:nvGrpSpPr>
          <p:grpSpPr>
            <a:xfrm>
              <a:off x="15401" y="4153"/>
              <a:ext cx="1385" cy="1035"/>
              <a:chOff x="4030925" y="2186525"/>
              <a:chExt cx="944700" cy="706325"/>
            </a:xfrm>
          </p:grpSpPr>
          <p:sp>
            <p:nvSpPr>
              <p:cNvPr id="2209" name="Google Shape;2209;p36"/>
              <p:cNvSpPr/>
              <p:nvPr/>
            </p:nvSpPr>
            <p:spPr>
              <a:xfrm>
                <a:off x="4030925" y="2186525"/>
                <a:ext cx="944700" cy="281675"/>
              </a:xfrm>
              <a:custGeom>
                <a:avLst/>
                <a:gdLst/>
                <a:ahLst/>
                <a:cxnLst/>
                <a:rect l="l" t="t" r="r" b="b"/>
                <a:pathLst>
                  <a:path w="37788" h="11267" extrusionOk="0">
                    <a:moveTo>
                      <a:pt x="33327" y="1430"/>
                    </a:moveTo>
                    <a:lnTo>
                      <a:pt x="9699" y="10348"/>
                    </a:lnTo>
                    <a:lnTo>
                      <a:pt x="1770" y="6049"/>
                    </a:lnTo>
                    <a:lnTo>
                      <a:pt x="33327" y="1430"/>
                    </a:lnTo>
                    <a:close/>
                    <a:moveTo>
                      <a:pt x="37185" y="0"/>
                    </a:moveTo>
                    <a:cubicBezTo>
                      <a:pt x="37164" y="0"/>
                      <a:pt x="37142" y="1"/>
                      <a:pt x="37120" y="5"/>
                    </a:cubicBezTo>
                    <a:lnTo>
                      <a:pt x="391" y="5383"/>
                    </a:lnTo>
                    <a:cubicBezTo>
                      <a:pt x="207" y="5406"/>
                      <a:pt x="69" y="5544"/>
                      <a:pt x="23" y="5728"/>
                    </a:cubicBezTo>
                    <a:cubicBezTo>
                      <a:pt x="0" y="5912"/>
                      <a:pt x="92" y="6095"/>
                      <a:pt x="253" y="6187"/>
                    </a:cubicBezTo>
                    <a:lnTo>
                      <a:pt x="9447" y="11221"/>
                    </a:lnTo>
                    <a:lnTo>
                      <a:pt x="9653" y="11267"/>
                    </a:lnTo>
                    <a:lnTo>
                      <a:pt x="9814" y="11244"/>
                    </a:lnTo>
                    <a:lnTo>
                      <a:pt x="37327" y="855"/>
                    </a:lnTo>
                    <a:cubicBezTo>
                      <a:pt x="37788" y="679"/>
                      <a:pt x="37641" y="0"/>
                      <a:pt x="371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0" name="Google Shape;2210;p36"/>
              <p:cNvSpPr/>
              <p:nvPr/>
            </p:nvSpPr>
            <p:spPr>
              <a:xfrm>
                <a:off x="4423950" y="2187475"/>
                <a:ext cx="547625" cy="512875"/>
              </a:xfrm>
              <a:custGeom>
                <a:avLst/>
                <a:gdLst/>
                <a:ahLst/>
                <a:cxnLst/>
                <a:rect l="l" t="t" r="r" b="b"/>
                <a:pathLst>
                  <a:path w="21905" h="20515" extrusionOk="0">
                    <a:moveTo>
                      <a:pt x="19882" y="2104"/>
                    </a:moveTo>
                    <a:lnTo>
                      <a:pt x="8918" y="19572"/>
                    </a:lnTo>
                    <a:lnTo>
                      <a:pt x="1265" y="15918"/>
                    </a:lnTo>
                    <a:lnTo>
                      <a:pt x="19882" y="2104"/>
                    </a:lnTo>
                    <a:close/>
                    <a:moveTo>
                      <a:pt x="21443" y="0"/>
                    </a:moveTo>
                    <a:cubicBezTo>
                      <a:pt x="21354" y="0"/>
                      <a:pt x="21266" y="29"/>
                      <a:pt x="21192" y="81"/>
                    </a:cubicBezTo>
                    <a:lnTo>
                      <a:pt x="184" y="15688"/>
                    </a:lnTo>
                    <a:cubicBezTo>
                      <a:pt x="69" y="15780"/>
                      <a:pt x="0" y="15941"/>
                      <a:pt x="23" y="16102"/>
                    </a:cubicBezTo>
                    <a:cubicBezTo>
                      <a:pt x="23" y="16240"/>
                      <a:pt x="115" y="16378"/>
                      <a:pt x="253" y="16446"/>
                    </a:cubicBezTo>
                    <a:lnTo>
                      <a:pt x="8918" y="20515"/>
                    </a:lnTo>
                    <a:lnTo>
                      <a:pt x="9102" y="20515"/>
                    </a:lnTo>
                    <a:cubicBezTo>
                      <a:pt x="9240" y="20515"/>
                      <a:pt x="9378" y="20469"/>
                      <a:pt x="9470" y="20354"/>
                    </a:cubicBezTo>
                    <a:lnTo>
                      <a:pt x="21813" y="656"/>
                    </a:lnTo>
                    <a:cubicBezTo>
                      <a:pt x="21905" y="472"/>
                      <a:pt x="21882" y="265"/>
                      <a:pt x="21744" y="127"/>
                    </a:cubicBezTo>
                    <a:cubicBezTo>
                      <a:pt x="21656" y="40"/>
                      <a:pt x="21549" y="0"/>
                      <a:pt x="214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1" name="Google Shape;2211;p36"/>
              <p:cNvSpPr/>
              <p:nvPr/>
            </p:nvSpPr>
            <p:spPr>
              <a:xfrm>
                <a:off x="4261325" y="2186625"/>
                <a:ext cx="710825" cy="706225"/>
              </a:xfrm>
              <a:custGeom>
                <a:avLst/>
                <a:gdLst/>
                <a:ahLst/>
                <a:cxnLst/>
                <a:rect l="l" t="t" r="r" b="b"/>
                <a:pathLst>
                  <a:path w="28433" h="28249" extrusionOk="0">
                    <a:moveTo>
                      <a:pt x="25261" y="1908"/>
                    </a:moveTo>
                    <a:lnTo>
                      <a:pt x="6689" y="15699"/>
                    </a:lnTo>
                    <a:cubicBezTo>
                      <a:pt x="6620" y="15745"/>
                      <a:pt x="6551" y="15837"/>
                      <a:pt x="6528" y="15929"/>
                    </a:cubicBezTo>
                    <a:lnTo>
                      <a:pt x="3196" y="25973"/>
                    </a:lnTo>
                    <a:lnTo>
                      <a:pt x="920" y="11102"/>
                    </a:lnTo>
                    <a:lnTo>
                      <a:pt x="25261" y="1908"/>
                    </a:lnTo>
                    <a:close/>
                    <a:moveTo>
                      <a:pt x="27953" y="1"/>
                    </a:moveTo>
                    <a:cubicBezTo>
                      <a:pt x="27906" y="1"/>
                      <a:pt x="27859" y="8"/>
                      <a:pt x="27812" y="24"/>
                    </a:cubicBezTo>
                    <a:lnTo>
                      <a:pt x="300" y="10436"/>
                    </a:lnTo>
                    <a:cubicBezTo>
                      <a:pt x="116" y="10504"/>
                      <a:pt x="1" y="10711"/>
                      <a:pt x="24" y="10895"/>
                    </a:cubicBezTo>
                    <a:lnTo>
                      <a:pt x="2621" y="27881"/>
                    </a:lnTo>
                    <a:cubicBezTo>
                      <a:pt x="2644" y="28065"/>
                      <a:pt x="2805" y="28226"/>
                      <a:pt x="3012" y="28249"/>
                    </a:cubicBezTo>
                    <a:lnTo>
                      <a:pt x="3058" y="28249"/>
                    </a:lnTo>
                    <a:cubicBezTo>
                      <a:pt x="3242" y="28249"/>
                      <a:pt x="3402" y="28111"/>
                      <a:pt x="3448" y="27927"/>
                    </a:cubicBezTo>
                    <a:lnTo>
                      <a:pt x="7310" y="16297"/>
                    </a:lnTo>
                    <a:lnTo>
                      <a:pt x="28226" y="782"/>
                    </a:lnTo>
                    <a:cubicBezTo>
                      <a:pt x="28387" y="667"/>
                      <a:pt x="28433" y="414"/>
                      <a:pt x="28341" y="230"/>
                    </a:cubicBezTo>
                    <a:cubicBezTo>
                      <a:pt x="28269" y="88"/>
                      <a:pt x="28115" y="1"/>
                      <a:pt x="279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2" name="Google Shape;2212;p36"/>
              <p:cNvSpPr/>
              <p:nvPr/>
            </p:nvSpPr>
            <p:spPr>
              <a:xfrm>
                <a:off x="4325700" y="2577225"/>
                <a:ext cx="236750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9470" h="12625" extrusionOk="0">
                    <a:moveTo>
                      <a:pt x="4620" y="1017"/>
                    </a:moveTo>
                    <a:lnTo>
                      <a:pt x="8343" y="2764"/>
                    </a:lnTo>
                    <a:lnTo>
                      <a:pt x="1540" y="10395"/>
                    </a:lnTo>
                    <a:lnTo>
                      <a:pt x="4620" y="1017"/>
                    </a:lnTo>
                    <a:close/>
                    <a:moveTo>
                      <a:pt x="4379" y="0"/>
                    </a:moveTo>
                    <a:cubicBezTo>
                      <a:pt x="4321" y="0"/>
                      <a:pt x="4264" y="18"/>
                      <a:pt x="4206" y="52"/>
                    </a:cubicBezTo>
                    <a:cubicBezTo>
                      <a:pt x="4091" y="98"/>
                      <a:pt x="3999" y="190"/>
                      <a:pt x="3953" y="305"/>
                    </a:cubicBezTo>
                    <a:lnTo>
                      <a:pt x="69" y="12050"/>
                    </a:lnTo>
                    <a:cubicBezTo>
                      <a:pt x="0" y="12257"/>
                      <a:pt x="92" y="12464"/>
                      <a:pt x="276" y="12579"/>
                    </a:cubicBezTo>
                    <a:lnTo>
                      <a:pt x="483" y="12625"/>
                    </a:lnTo>
                    <a:cubicBezTo>
                      <a:pt x="598" y="12625"/>
                      <a:pt x="713" y="12579"/>
                      <a:pt x="781" y="12487"/>
                    </a:cubicBezTo>
                    <a:lnTo>
                      <a:pt x="9355" y="2925"/>
                    </a:lnTo>
                    <a:cubicBezTo>
                      <a:pt x="9424" y="2810"/>
                      <a:pt x="9470" y="2672"/>
                      <a:pt x="9470" y="2534"/>
                    </a:cubicBezTo>
                    <a:cubicBezTo>
                      <a:pt x="9447" y="2396"/>
                      <a:pt x="9332" y="2304"/>
                      <a:pt x="9217" y="2259"/>
                    </a:cubicBezTo>
                    <a:lnTo>
                      <a:pt x="4551" y="52"/>
                    </a:lnTo>
                    <a:cubicBezTo>
                      <a:pt x="4493" y="18"/>
                      <a:pt x="4436" y="0"/>
                      <a:pt x="4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61" name="Google Shape;4561;p69"/>
            <p:cNvSpPr/>
            <p:nvPr/>
          </p:nvSpPr>
          <p:spPr>
            <a:xfrm>
              <a:off x="14035" y="1820"/>
              <a:ext cx="5165" cy="7172"/>
            </a:xfrm>
            <a:custGeom>
              <a:avLst/>
              <a:gdLst/>
              <a:ahLst/>
              <a:cxnLst/>
              <a:rect l="l" t="t" r="r" b="b"/>
              <a:pathLst>
                <a:path w="92138" h="127940" extrusionOk="0">
                  <a:moveTo>
                    <a:pt x="85073" y="0"/>
                  </a:moveTo>
                  <a:cubicBezTo>
                    <a:pt x="85013" y="0"/>
                    <a:pt x="84958" y="40"/>
                    <a:pt x="84958" y="108"/>
                  </a:cubicBezTo>
                  <a:cubicBezTo>
                    <a:pt x="84899" y="167"/>
                    <a:pt x="84919" y="266"/>
                    <a:pt x="84998" y="326"/>
                  </a:cubicBezTo>
                  <a:cubicBezTo>
                    <a:pt x="85573" y="603"/>
                    <a:pt x="86128" y="940"/>
                    <a:pt x="86644" y="1337"/>
                  </a:cubicBezTo>
                  <a:lnTo>
                    <a:pt x="86743" y="1337"/>
                  </a:lnTo>
                  <a:cubicBezTo>
                    <a:pt x="86783" y="1337"/>
                    <a:pt x="86842" y="1317"/>
                    <a:pt x="86882" y="1297"/>
                  </a:cubicBezTo>
                  <a:cubicBezTo>
                    <a:pt x="86922" y="1218"/>
                    <a:pt x="86902" y="1119"/>
                    <a:pt x="86842" y="1059"/>
                  </a:cubicBezTo>
                  <a:cubicBezTo>
                    <a:pt x="86307" y="663"/>
                    <a:pt x="85732" y="326"/>
                    <a:pt x="85157" y="28"/>
                  </a:cubicBezTo>
                  <a:cubicBezTo>
                    <a:pt x="85131" y="9"/>
                    <a:pt x="85102" y="0"/>
                    <a:pt x="85073" y="0"/>
                  </a:cubicBezTo>
                  <a:close/>
                  <a:moveTo>
                    <a:pt x="88675" y="2762"/>
                  </a:moveTo>
                  <a:cubicBezTo>
                    <a:pt x="88636" y="2762"/>
                    <a:pt x="88595" y="2777"/>
                    <a:pt x="88568" y="2805"/>
                  </a:cubicBezTo>
                  <a:cubicBezTo>
                    <a:pt x="88488" y="2844"/>
                    <a:pt x="88488" y="2963"/>
                    <a:pt x="88548" y="3023"/>
                  </a:cubicBezTo>
                  <a:cubicBezTo>
                    <a:pt x="88984" y="3499"/>
                    <a:pt x="89381" y="4014"/>
                    <a:pt x="89738" y="4570"/>
                  </a:cubicBezTo>
                  <a:cubicBezTo>
                    <a:pt x="89777" y="4609"/>
                    <a:pt x="89817" y="4629"/>
                    <a:pt x="89877" y="4629"/>
                  </a:cubicBezTo>
                  <a:lnTo>
                    <a:pt x="89956" y="4609"/>
                  </a:lnTo>
                  <a:cubicBezTo>
                    <a:pt x="90035" y="4550"/>
                    <a:pt x="90055" y="4451"/>
                    <a:pt x="89996" y="4371"/>
                  </a:cubicBezTo>
                  <a:cubicBezTo>
                    <a:pt x="89658" y="3816"/>
                    <a:pt x="89242" y="3300"/>
                    <a:pt x="88786" y="2824"/>
                  </a:cubicBezTo>
                  <a:cubicBezTo>
                    <a:pt x="88765" y="2782"/>
                    <a:pt x="88721" y="2762"/>
                    <a:pt x="88675" y="2762"/>
                  </a:cubicBezTo>
                  <a:close/>
                  <a:moveTo>
                    <a:pt x="91110" y="6597"/>
                  </a:moveTo>
                  <a:cubicBezTo>
                    <a:pt x="91089" y="6597"/>
                    <a:pt x="91068" y="6602"/>
                    <a:pt x="91047" y="6612"/>
                  </a:cubicBezTo>
                  <a:cubicBezTo>
                    <a:pt x="90967" y="6632"/>
                    <a:pt x="90908" y="6731"/>
                    <a:pt x="90947" y="6810"/>
                  </a:cubicBezTo>
                  <a:cubicBezTo>
                    <a:pt x="91185" y="7425"/>
                    <a:pt x="91384" y="8040"/>
                    <a:pt x="91523" y="8675"/>
                  </a:cubicBezTo>
                  <a:cubicBezTo>
                    <a:pt x="91542" y="8754"/>
                    <a:pt x="91622" y="8794"/>
                    <a:pt x="91701" y="8794"/>
                  </a:cubicBezTo>
                  <a:lnTo>
                    <a:pt x="91721" y="8794"/>
                  </a:lnTo>
                  <a:cubicBezTo>
                    <a:pt x="91800" y="8774"/>
                    <a:pt x="91860" y="8694"/>
                    <a:pt x="91840" y="8595"/>
                  </a:cubicBezTo>
                  <a:cubicBezTo>
                    <a:pt x="91681" y="7941"/>
                    <a:pt x="91483" y="7306"/>
                    <a:pt x="91245" y="6692"/>
                  </a:cubicBezTo>
                  <a:cubicBezTo>
                    <a:pt x="91216" y="6633"/>
                    <a:pt x="91166" y="6597"/>
                    <a:pt x="91110" y="6597"/>
                  </a:cubicBezTo>
                  <a:close/>
                  <a:moveTo>
                    <a:pt x="91959" y="11054"/>
                  </a:moveTo>
                  <a:cubicBezTo>
                    <a:pt x="91879" y="11054"/>
                    <a:pt x="91800" y="11114"/>
                    <a:pt x="91780" y="11213"/>
                  </a:cubicBezTo>
                  <a:cubicBezTo>
                    <a:pt x="91800" y="11848"/>
                    <a:pt x="91741" y="12502"/>
                    <a:pt x="91622" y="13137"/>
                  </a:cubicBezTo>
                  <a:cubicBezTo>
                    <a:pt x="91622" y="13236"/>
                    <a:pt x="91681" y="13315"/>
                    <a:pt x="91760" y="13335"/>
                  </a:cubicBezTo>
                  <a:lnTo>
                    <a:pt x="91800" y="13335"/>
                  </a:lnTo>
                  <a:cubicBezTo>
                    <a:pt x="91879" y="13335"/>
                    <a:pt x="91939" y="13275"/>
                    <a:pt x="91939" y="13196"/>
                  </a:cubicBezTo>
                  <a:cubicBezTo>
                    <a:pt x="92058" y="12542"/>
                    <a:pt x="92117" y="11887"/>
                    <a:pt x="92137" y="11233"/>
                  </a:cubicBezTo>
                  <a:cubicBezTo>
                    <a:pt x="92137" y="11134"/>
                    <a:pt x="92058" y="11054"/>
                    <a:pt x="91959" y="11054"/>
                  </a:cubicBezTo>
                  <a:close/>
                  <a:moveTo>
                    <a:pt x="91092" y="15504"/>
                  </a:moveTo>
                  <a:cubicBezTo>
                    <a:pt x="91027" y="15504"/>
                    <a:pt x="90963" y="15554"/>
                    <a:pt x="90947" y="15616"/>
                  </a:cubicBezTo>
                  <a:cubicBezTo>
                    <a:pt x="90709" y="16211"/>
                    <a:pt x="90432" y="16786"/>
                    <a:pt x="90134" y="17381"/>
                  </a:cubicBezTo>
                  <a:cubicBezTo>
                    <a:pt x="90095" y="17460"/>
                    <a:pt x="90114" y="17539"/>
                    <a:pt x="90174" y="17599"/>
                  </a:cubicBezTo>
                  <a:lnTo>
                    <a:pt x="90253" y="17599"/>
                  </a:lnTo>
                  <a:cubicBezTo>
                    <a:pt x="90313" y="17599"/>
                    <a:pt x="90372" y="17579"/>
                    <a:pt x="90412" y="17519"/>
                  </a:cubicBezTo>
                  <a:cubicBezTo>
                    <a:pt x="90729" y="16944"/>
                    <a:pt x="91007" y="16349"/>
                    <a:pt x="91245" y="15735"/>
                  </a:cubicBezTo>
                  <a:cubicBezTo>
                    <a:pt x="91265" y="15635"/>
                    <a:pt x="91245" y="15536"/>
                    <a:pt x="91146" y="15516"/>
                  </a:cubicBezTo>
                  <a:cubicBezTo>
                    <a:pt x="91128" y="15508"/>
                    <a:pt x="91110" y="15504"/>
                    <a:pt x="91092" y="15504"/>
                  </a:cubicBezTo>
                  <a:close/>
                  <a:moveTo>
                    <a:pt x="88856" y="19462"/>
                  </a:moveTo>
                  <a:cubicBezTo>
                    <a:pt x="88802" y="19462"/>
                    <a:pt x="88752" y="19484"/>
                    <a:pt x="88726" y="19522"/>
                  </a:cubicBezTo>
                  <a:cubicBezTo>
                    <a:pt x="88330" y="20018"/>
                    <a:pt x="87893" y="20514"/>
                    <a:pt x="87457" y="20990"/>
                  </a:cubicBezTo>
                  <a:cubicBezTo>
                    <a:pt x="87378" y="21049"/>
                    <a:pt x="87378" y="21168"/>
                    <a:pt x="87457" y="21208"/>
                  </a:cubicBezTo>
                  <a:lnTo>
                    <a:pt x="87576" y="21267"/>
                  </a:lnTo>
                  <a:lnTo>
                    <a:pt x="87675" y="21208"/>
                  </a:lnTo>
                  <a:cubicBezTo>
                    <a:pt x="88131" y="20752"/>
                    <a:pt x="88568" y="20256"/>
                    <a:pt x="88964" y="19721"/>
                  </a:cubicBezTo>
                  <a:cubicBezTo>
                    <a:pt x="89024" y="19661"/>
                    <a:pt x="89004" y="19542"/>
                    <a:pt x="88944" y="19483"/>
                  </a:cubicBezTo>
                  <a:cubicBezTo>
                    <a:pt x="88916" y="19469"/>
                    <a:pt x="88886" y="19462"/>
                    <a:pt x="88856" y="19462"/>
                  </a:cubicBezTo>
                  <a:close/>
                  <a:moveTo>
                    <a:pt x="85625" y="22735"/>
                  </a:moveTo>
                  <a:cubicBezTo>
                    <a:pt x="85601" y="22735"/>
                    <a:pt x="85577" y="22741"/>
                    <a:pt x="85553" y="22755"/>
                  </a:cubicBezTo>
                  <a:cubicBezTo>
                    <a:pt x="85057" y="23151"/>
                    <a:pt x="84522" y="23548"/>
                    <a:pt x="83987" y="23925"/>
                  </a:cubicBezTo>
                  <a:cubicBezTo>
                    <a:pt x="83907" y="23965"/>
                    <a:pt x="83887" y="24084"/>
                    <a:pt x="83967" y="24143"/>
                  </a:cubicBezTo>
                  <a:cubicBezTo>
                    <a:pt x="83987" y="24183"/>
                    <a:pt x="84026" y="24222"/>
                    <a:pt x="84086" y="24222"/>
                  </a:cubicBezTo>
                  <a:lnTo>
                    <a:pt x="84185" y="24183"/>
                  </a:lnTo>
                  <a:cubicBezTo>
                    <a:pt x="84720" y="23826"/>
                    <a:pt x="85256" y="23429"/>
                    <a:pt x="85771" y="22993"/>
                  </a:cubicBezTo>
                  <a:cubicBezTo>
                    <a:pt x="85837" y="22878"/>
                    <a:pt x="85739" y="22735"/>
                    <a:pt x="85625" y="22735"/>
                  </a:cubicBezTo>
                  <a:close/>
                  <a:moveTo>
                    <a:pt x="81855" y="25254"/>
                  </a:moveTo>
                  <a:cubicBezTo>
                    <a:pt x="81829" y="25254"/>
                    <a:pt x="81805" y="25260"/>
                    <a:pt x="81785" y="25273"/>
                  </a:cubicBezTo>
                  <a:lnTo>
                    <a:pt x="81706" y="25273"/>
                  </a:lnTo>
                  <a:lnTo>
                    <a:pt x="80020" y="26106"/>
                  </a:lnTo>
                  <a:cubicBezTo>
                    <a:pt x="79834" y="26144"/>
                    <a:pt x="79893" y="26407"/>
                    <a:pt x="80064" y="26407"/>
                  </a:cubicBezTo>
                  <a:cubicBezTo>
                    <a:pt x="80075" y="26407"/>
                    <a:pt x="80087" y="26406"/>
                    <a:pt x="80100" y="26404"/>
                  </a:cubicBezTo>
                  <a:lnTo>
                    <a:pt x="80159" y="26424"/>
                  </a:lnTo>
                  <a:lnTo>
                    <a:pt x="81845" y="25611"/>
                  </a:lnTo>
                  <a:lnTo>
                    <a:pt x="81924" y="25551"/>
                  </a:lnTo>
                  <a:cubicBezTo>
                    <a:pt x="82023" y="25531"/>
                    <a:pt x="82043" y="25412"/>
                    <a:pt x="82003" y="25333"/>
                  </a:cubicBezTo>
                  <a:cubicBezTo>
                    <a:pt x="81964" y="25280"/>
                    <a:pt x="81907" y="25254"/>
                    <a:pt x="81855" y="25254"/>
                  </a:cubicBezTo>
                  <a:close/>
                  <a:moveTo>
                    <a:pt x="77650" y="27033"/>
                  </a:moveTo>
                  <a:cubicBezTo>
                    <a:pt x="77634" y="27033"/>
                    <a:pt x="77618" y="27035"/>
                    <a:pt x="77601" y="27038"/>
                  </a:cubicBezTo>
                  <a:cubicBezTo>
                    <a:pt x="77026" y="27257"/>
                    <a:pt x="76391" y="27455"/>
                    <a:pt x="75757" y="27653"/>
                  </a:cubicBezTo>
                  <a:cubicBezTo>
                    <a:pt x="75677" y="27693"/>
                    <a:pt x="75638" y="27772"/>
                    <a:pt x="75657" y="27851"/>
                  </a:cubicBezTo>
                  <a:cubicBezTo>
                    <a:pt x="75657" y="27931"/>
                    <a:pt x="75737" y="27990"/>
                    <a:pt x="75796" y="27990"/>
                  </a:cubicBezTo>
                  <a:lnTo>
                    <a:pt x="75856" y="27970"/>
                  </a:lnTo>
                  <a:lnTo>
                    <a:pt x="77720" y="27376"/>
                  </a:lnTo>
                  <a:cubicBezTo>
                    <a:pt x="77819" y="27316"/>
                    <a:pt x="77859" y="27237"/>
                    <a:pt x="77819" y="27138"/>
                  </a:cubicBezTo>
                  <a:cubicBezTo>
                    <a:pt x="77786" y="27072"/>
                    <a:pt x="77726" y="27033"/>
                    <a:pt x="77650" y="27033"/>
                  </a:cubicBezTo>
                  <a:close/>
                  <a:moveTo>
                    <a:pt x="73289" y="28343"/>
                  </a:moveTo>
                  <a:cubicBezTo>
                    <a:pt x="73279" y="28343"/>
                    <a:pt x="73268" y="28345"/>
                    <a:pt x="73258" y="28347"/>
                  </a:cubicBezTo>
                  <a:lnTo>
                    <a:pt x="71374" y="28823"/>
                  </a:lnTo>
                  <a:cubicBezTo>
                    <a:pt x="71275" y="28843"/>
                    <a:pt x="71215" y="28942"/>
                    <a:pt x="71235" y="29022"/>
                  </a:cubicBezTo>
                  <a:cubicBezTo>
                    <a:pt x="71252" y="29090"/>
                    <a:pt x="71299" y="29144"/>
                    <a:pt x="71363" y="29144"/>
                  </a:cubicBezTo>
                  <a:cubicBezTo>
                    <a:pt x="71373" y="29144"/>
                    <a:pt x="71383" y="29143"/>
                    <a:pt x="71394" y="29141"/>
                  </a:cubicBezTo>
                  <a:lnTo>
                    <a:pt x="71433" y="29141"/>
                  </a:lnTo>
                  <a:lnTo>
                    <a:pt x="73317" y="28684"/>
                  </a:lnTo>
                  <a:cubicBezTo>
                    <a:pt x="73416" y="28665"/>
                    <a:pt x="73456" y="28565"/>
                    <a:pt x="73456" y="28486"/>
                  </a:cubicBezTo>
                  <a:cubicBezTo>
                    <a:pt x="73439" y="28400"/>
                    <a:pt x="73361" y="28343"/>
                    <a:pt x="73289" y="28343"/>
                  </a:cubicBezTo>
                  <a:close/>
                  <a:moveTo>
                    <a:pt x="68816" y="29398"/>
                  </a:moveTo>
                  <a:lnTo>
                    <a:pt x="66912" y="29815"/>
                  </a:lnTo>
                  <a:cubicBezTo>
                    <a:pt x="66813" y="29835"/>
                    <a:pt x="66753" y="29934"/>
                    <a:pt x="66773" y="30013"/>
                  </a:cubicBezTo>
                  <a:cubicBezTo>
                    <a:pt x="66790" y="30082"/>
                    <a:pt x="66837" y="30136"/>
                    <a:pt x="66901" y="30136"/>
                  </a:cubicBezTo>
                  <a:cubicBezTo>
                    <a:pt x="66911" y="30136"/>
                    <a:pt x="66921" y="30135"/>
                    <a:pt x="66932" y="30132"/>
                  </a:cubicBezTo>
                  <a:lnTo>
                    <a:pt x="66971" y="30132"/>
                  </a:lnTo>
                  <a:lnTo>
                    <a:pt x="68895" y="29716"/>
                  </a:lnTo>
                  <a:cubicBezTo>
                    <a:pt x="68974" y="29716"/>
                    <a:pt x="69034" y="29616"/>
                    <a:pt x="69014" y="29517"/>
                  </a:cubicBezTo>
                  <a:cubicBezTo>
                    <a:pt x="68974" y="29438"/>
                    <a:pt x="68895" y="29398"/>
                    <a:pt x="68816" y="29398"/>
                  </a:cubicBezTo>
                  <a:close/>
                  <a:moveTo>
                    <a:pt x="64396" y="30405"/>
                  </a:moveTo>
                  <a:cubicBezTo>
                    <a:pt x="64381" y="30405"/>
                    <a:pt x="64367" y="30406"/>
                    <a:pt x="64354" y="30410"/>
                  </a:cubicBezTo>
                  <a:lnTo>
                    <a:pt x="64135" y="30469"/>
                  </a:lnTo>
                  <a:lnTo>
                    <a:pt x="62470" y="30886"/>
                  </a:lnTo>
                  <a:cubicBezTo>
                    <a:pt x="62370" y="30886"/>
                    <a:pt x="62311" y="30985"/>
                    <a:pt x="62351" y="31084"/>
                  </a:cubicBezTo>
                  <a:cubicBezTo>
                    <a:pt x="62351" y="31163"/>
                    <a:pt x="62410" y="31203"/>
                    <a:pt x="62489" y="31203"/>
                  </a:cubicBezTo>
                  <a:lnTo>
                    <a:pt x="62549" y="31183"/>
                  </a:lnTo>
                  <a:lnTo>
                    <a:pt x="64195" y="30787"/>
                  </a:lnTo>
                  <a:lnTo>
                    <a:pt x="64433" y="30707"/>
                  </a:lnTo>
                  <a:cubicBezTo>
                    <a:pt x="64512" y="30707"/>
                    <a:pt x="64572" y="30608"/>
                    <a:pt x="64552" y="30509"/>
                  </a:cubicBezTo>
                  <a:cubicBezTo>
                    <a:pt x="64535" y="30443"/>
                    <a:pt x="64465" y="30405"/>
                    <a:pt x="64396" y="30405"/>
                  </a:cubicBezTo>
                  <a:close/>
                  <a:moveTo>
                    <a:pt x="59994" y="31567"/>
                  </a:moveTo>
                  <a:cubicBezTo>
                    <a:pt x="59974" y="31567"/>
                    <a:pt x="59952" y="31571"/>
                    <a:pt x="59931" y="31580"/>
                  </a:cubicBezTo>
                  <a:lnTo>
                    <a:pt x="58087" y="32195"/>
                  </a:lnTo>
                  <a:cubicBezTo>
                    <a:pt x="57988" y="32234"/>
                    <a:pt x="57948" y="32333"/>
                    <a:pt x="57988" y="32413"/>
                  </a:cubicBezTo>
                  <a:cubicBezTo>
                    <a:pt x="57988" y="32478"/>
                    <a:pt x="58042" y="32517"/>
                    <a:pt x="58095" y="32517"/>
                  </a:cubicBezTo>
                  <a:cubicBezTo>
                    <a:pt x="58106" y="32517"/>
                    <a:pt x="58116" y="32515"/>
                    <a:pt x="58127" y="32512"/>
                  </a:cubicBezTo>
                  <a:lnTo>
                    <a:pt x="58186" y="32512"/>
                  </a:lnTo>
                  <a:lnTo>
                    <a:pt x="60030" y="31897"/>
                  </a:lnTo>
                  <a:cubicBezTo>
                    <a:pt x="60110" y="31877"/>
                    <a:pt x="60149" y="31778"/>
                    <a:pt x="60129" y="31699"/>
                  </a:cubicBezTo>
                  <a:cubicBezTo>
                    <a:pt x="60129" y="31621"/>
                    <a:pt x="60068" y="31567"/>
                    <a:pt x="59994" y="31567"/>
                  </a:cubicBezTo>
                  <a:close/>
                  <a:moveTo>
                    <a:pt x="55702" y="33154"/>
                  </a:moveTo>
                  <a:cubicBezTo>
                    <a:pt x="55683" y="33154"/>
                    <a:pt x="55665" y="33158"/>
                    <a:pt x="55648" y="33166"/>
                  </a:cubicBezTo>
                  <a:cubicBezTo>
                    <a:pt x="55033" y="33444"/>
                    <a:pt x="54438" y="33741"/>
                    <a:pt x="53863" y="34039"/>
                  </a:cubicBezTo>
                  <a:cubicBezTo>
                    <a:pt x="53783" y="34059"/>
                    <a:pt x="53744" y="34158"/>
                    <a:pt x="53783" y="34237"/>
                  </a:cubicBezTo>
                  <a:cubicBezTo>
                    <a:pt x="53803" y="34297"/>
                    <a:pt x="53863" y="34336"/>
                    <a:pt x="53942" y="34336"/>
                  </a:cubicBezTo>
                  <a:lnTo>
                    <a:pt x="54021" y="34316"/>
                  </a:lnTo>
                  <a:lnTo>
                    <a:pt x="55767" y="33464"/>
                  </a:lnTo>
                  <a:cubicBezTo>
                    <a:pt x="55846" y="33424"/>
                    <a:pt x="55886" y="33345"/>
                    <a:pt x="55846" y="33265"/>
                  </a:cubicBezTo>
                  <a:cubicBezTo>
                    <a:pt x="55830" y="33203"/>
                    <a:pt x="55767" y="33154"/>
                    <a:pt x="55702" y="33154"/>
                  </a:cubicBezTo>
                  <a:close/>
                  <a:moveTo>
                    <a:pt x="51683" y="35303"/>
                  </a:moveTo>
                  <a:cubicBezTo>
                    <a:pt x="51654" y="35303"/>
                    <a:pt x="51626" y="35316"/>
                    <a:pt x="51602" y="35348"/>
                  </a:cubicBezTo>
                  <a:cubicBezTo>
                    <a:pt x="51047" y="35705"/>
                    <a:pt x="50511" y="36081"/>
                    <a:pt x="49996" y="36518"/>
                  </a:cubicBezTo>
                  <a:cubicBezTo>
                    <a:pt x="49916" y="36557"/>
                    <a:pt x="49916" y="36676"/>
                    <a:pt x="49976" y="36736"/>
                  </a:cubicBezTo>
                  <a:lnTo>
                    <a:pt x="50095" y="36795"/>
                  </a:lnTo>
                  <a:lnTo>
                    <a:pt x="50194" y="36756"/>
                  </a:lnTo>
                  <a:cubicBezTo>
                    <a:pt x="50690" y="36359"/>
                    <a:pt x="51245" y="36002"/>
                    <a:pt x="51780" y="35625"/>
                  </a:cubicBezTo>
                  <a:cubicBezTo>
                    <a:pt x="51960" y="35593"/>
                    <a:pt x="51816" y="35303"/>
                    <a:pt x="51683" y="35303"/>
                  </a:cubicBezTo>
                  <a:close/>
                  <a:moveTo>
                    <a:pt x="48182" y="38228"/>
                  </a:moveTo>
                  <a:cubicBezTo>
                    <a:pt x="48145" y="38228"/>
                    <a:pt x="48106" y="38244"/>
                    <a:pt x="48072" y="38283"/>
                  </a:cubicBezTo>
                  <a:lnTo>
                    <a:pt x="47775" y="38580"/>
                  </a:lnTo>
                  <a:cubicBezTo>
                    <a:pt x="47418" y="38937"/>
                    <a:pt x="47100" y="39334"/>
                    <a:pt x="46783" y="39770"/>
                  </a:cubicBezTo>
                  <a:cubicBezTo>
                    <a:pt x="46704" y="39830"/>
                    <a:pt x="46723" y="39929"/>
                    <a:pt x="46803" y="39988"/>
                  </a:cubicBezTo>
                  <a:lnTo>
                    <a:pt x="46902" y="40028"/>
                  </a:lnTo>
                  <a:cubicBezTo>
                    <a:pt x="46942" y="40028"/>
                    <a:pt x="47001" y="40008"/>
                    <a:pt x="47021" y="39968"/>
                  </a:cubicBezTo>
                  <a:cubicBezTo>
                    <a:pt x="47338" y="39572"/>
                    <a:pt x="47675" y="39175"/>
                    <a:pt x="48013" y="38798"/>
                  </a:cubicBezTo>
                  <a:lnTo>
                    <a:pt x="48290" y="38501"/>
                  </a:lnTo>
                  <a:cubicBezTo>
                    <a:pt x="48395" y="38381"/>
                    <a:pt x="48296" y="38228"/>
                    <a:pt x="48182" y="38228"/>
                  </a:cubicBezTo>
                  <a:close/>
                  <a:moveTo>
                    <a:pt x="45430" y="41892"/>
                  </a:moveTo>
                  <a:cubicBezTo>
                    <a:pt x="45373" y="41892"/>
                    <a:pt x="45315" y="41918"/>
                    <a:pt x="45276" y="41971"/>
                  </a:cubicBezTo>
                  <a:cubicBezTo>
                    <a:pt x="44958" y="42546"/>
                    <a:pt x="44661" y="43122"/>
                    <a:pt x="44383" y="43716"/>
                  </a:cubicBezTo>
                  <a:cubicBezTo>
                    <a:pt x="44364" y="43796"/>
                    <a:pt x="44383" y="43895"/>
                    <a:pt x="44463" y="43935"/>
                  </a:cubicBezTo>
                  <a:lnTo>
                    <a:pt x="44542" y="43935"/>
                  </a:lnTo>
                  <a:cubicBezTo>
                    <a:pt x="44602" y="43935"/>
                    <a:pt x="44661" y="43895"/>
                    <a:pt x="44701" y="43855"/>
                  </a:cubicBezTo>
                  <a:cubicBezTo>
                    <a:pt x="44958" y="43260"/>
                    <a:pt x="45256" y="42685"/>
                    <a:pt x="45593" y="42150"/>
                  </a:cubicBezTo>
                  <a:cubicBezTo>
                    <a:pt x="45633" y="42051"/>
                    <a:pt x="45613" y="41952"/>
                    <a:pt x="45514" y="41912"/>
                  </a:cubicBezTo>
                  <a:cubicBezTo>
                    <a:pt x="45487" y="41899"/>
                    <a:pt x="45459" y="41892"/>
                    <a:pt x="45430" y="41892"/>
                  </a:cubicBezTo>
                  <a:close/>
                  <a:moveTo>
                    <a:pt x="43607" y="46032"/>
                  </a:moveTo>
                  <a:cubicBezTo>
                    <a:pt x="43538" y="46032"/>
                    <a:pt x="43464" y="46070"/>
                    <a:pt x="43431" y="46136"/>
                  </a:cubicBezTo>
                  <a:cubicBezTo>
                    <a:pt x="43233" y="46751"/>
                    <a:pt x="43055" y="47365"/>
                    <a:pt x="42876" y="48040"/>
                  </a:cubicBezTo>
                  <a:cubicBezTo>
                    <a:pt x="42876" y="48119"/>
                    <a:pt x="42936" y="48198"/>
                    <a:pt x="43015" y="48238"/>
                  </a:cubicBezTo>
                  <a:lnTo>
                    <a:pt x="43055" y="48238"/>
                  </a:lnTo>
                  <a:cubicBezTo>
                    <a:pt x="43134" y="48238"/>
                    <a:pt x="43194" y="48179"/>
                    <a:pt x="43213" y="48119"/>
                  </a:cubicBezTo>
                  <a:cubicBezTo>
                    <a:pt x="43372" y="47465"/>
                    <a:pt x="43550" y="46850"/>
                    <a:pt x="43749" y="46235"/>
                  </a:cubicBezTo>
                  <a:cubicBezTo>
                    <a:pt x="43769" y="46156"/>
                    <a:pt x="43729" y="46057"/>
                    <a:pt x="43650" y="46037"/>
                  </a:cubicBezTo>
                  <a:cubicBezTo>
                    <a:pt x="43636" y="46033"/>
                    <a:pt x="43622" y="46032"/>
                    <a:pt x="43607" y="46032"/>
                  </a:cubicBezTo>
                  <a:close/>
                  <a:moveTo>
                    <a:pt x="42528" y="50475"/>
                  </a:moveTo>
                  <a:cubicBezTo>
                    <a:pt x="42460" y="50475"/>
                    <a:pt x="42398" y="50529"/>
                    <a:pt x="42380" y="50598"/>
                  </a:cubicBezTo>
                  <a:cubicBezTo>
                    <a:pt x="42281" y="51233"/>
                    <a:pt x="42182" y="51887"/>
                    <a:pt x="42142" y="52561"/>
                  </a:cubicBezTo>
                  <a:cubicBezTo>
                    <a:pt x="42123" y="52641"/>
                    <a:pt x="42202" y="52720"/>
                    <a:pt x="42281" y="52720"/>
                  </a:cubicBezTo>
                  <a:cubicBezTo>
                    <a:pt x="42380" y="52720"/>
                    <a:pt x="42460" y="52680"/>
                    <a:pt x="42460" y="52581"/>
                  </a:cubicBezTo>
                  <a:cubicBezTo>
                    <a:pt x="42539" y="51927"/>
                    <a:pt x="42618" y="51292"/>
                    <a:pt x="42718" y="50638"/>
                  </a:cubicBezTo>
                  <a:cubicBezTo>
                    <a:pt x="42718" y="50558"/>
                    <a:pt x="42638" y="50479"/>
                    <a:pt x="42559" y="50479"/>
                  </a:cubicBezTo>
                  <a:cubicBezTo>
                    <a:pt x="42548" y="50476"/>
                    <a:pt x="42538" y="50475"/>
                    <a:pt x="42528" y="50475"/>
                  </a:cubicBezTo>
                  <a:close/>
                  <a:moveTo>
                    <a:pt x="42142" y="55000"/>
                  </a:moveTo>
                  <a:cubicBezTo>
                    <a:pt x="42063" y="55000"/>
                    <a:pt x="41964" y="55080"/>
                    <a:pt x="41964" y="55159"/>
                  </a:cubicBezTo>
                  <a:lnTo>
                    <a:pt x="41964" y="57142"/>
                  </a:lnTo>
                  <a:cubicBezTo>
                    <a:pt x="41964" y="57222"/>
                    <a:pt x="42023" y="57281"/>
                    <a:pt x="42123" y="57281"/>
                  </a:cubicBezTo>
                  <a:cubicBezTo>
                    <a:pt x="42202" y="57281"/>
                    <a:pt x="42281" y="57202"/>
                    <a:pt x="42281" y="57122"/>
                  </a:cubicBezTo>
                  <a:lnTo>
                    <a:pt x="42281" y="55179"/>
                  </a:lnTo>
                  <a:cubicBezTo>
                    <a:pt x="42301" y="55080"/>
                    <a:pt x="42222" y="55000"/>
                    <a:pt x="42142" y="55000"/>
                  </a:cubicBezTo>
                  <a:close/>
                  <a:moveTo>
                    <a:pt x="42221" y="59619"/>
                  </a:moveTo>
                  <a:cubicBezTo>
                    <a:pt x="42152" y="59619"/>
                    <a:pt x="42084" y="59658"/>
                    <a:pt x="42063" y="59740"/>
                  </a:cubicBezTo>
                  <a:cubicBezTo>
                    <a:pt x="42123" y="60395"/>
                    <a:pt x="42162" y="61029"/>
                    <a:pt x="42242" y="61703"/>
                  </a:cubicBezTo>
                  <a:cubicBezTo>
                    <a:pt x="42242" y="61783"/>
                    <a:pt x="42321" y="61842"/>
                    <a:pt x="42420" y="61842"/>
                  </a:cubicBezTo>
                  <a:cubicBezTo>
                    <a:pt x="42519" y="61822"/>
                    <a:pt x="42579" y="61743"/>
                    <a:pt x="42559" y="61684"/>
                  </a:cubicBezTo>
                  <a:cubicBezTo>
                    <a:pt x="42519" y="61009"/>
                    <a:pt x="42440" y="60355"/>
                    <a:pt x="42380" y="59720"/>
                  </a:cubicBezTo>
                  <a:cubicBezTo>
                    <a:pt x="42352" y="59653"/>
                    <a:pt x="42286" y="59619"/>
                    <a:pt x="42221" y="59619"/>
                  </a:cubicBezTo>
                  <a:close/>
                  <a:moveTo>
                    <a:pt x="42718" y="64103"/>
                  </a:moveTo>
                  <a:cubicBezTo>
                    <a:pt x="42618" y="64123"/>
                    <a:pt x="42559" y="64202"/>
                    <a:pt x="42559" y="64301"/>
                  </a:cubicBezTo>
                  <a:lnTo>
                    <a:pt x="42856" y="66245"/>
                  </a:lnTo>
                  <a:cubicBezTo>
                    <a:pt x="42876" y="66304"/>
                    <a:pt x="42956" y="66364"/>
                    <a:pt x="43035" y="66364"/>
                  </a:cubicBezTo>
                  <a:lnTo>
                    <a:pt x="43055" y="66364"/>
                  </a:lnTo>
                  <a:cubicBezTo>
                    <a:pt x="43134" y="66344"/>
                    <a:pt x="43194" y="66265"/>
                    <a:pt x="43174" y="66185"/>
                  </a:cubicBezTo>
                  <a:lnTo>
                    <a:pt x="42876" y="64262"/>
                  </a:lnTo>
                  <a:cubicBezTo>
                    <a:pt x="42876" y="64163"/>
                    <a:pt x="42797" y="64103"/>
                    <a:pt x="42718" y="64103"/>
                  </a:cubicBezTo>
                  <a:close/>
                  <a:moveTo>
                    <a:pt x="43471" y="68650"/>
                  </a:moveTo>
                  <a:cubicBezTo>
                    <a:pt x="43389" y="68650"/>
                    <a:pt x="43312" y="68709"/>
                    <a:pt x="43312" y="68803"/>
                  </a:cubicBezTo>
                  <a:lnTo>
                    <a:pt x="43610" y="70548"/>
                  </a:lnTo>
                  <a:lnTo>
                    <a:pt x="43650" y="70727"/>
                  </a:lnTo>
                  <a:cubicBezTo>
                    <a:pt x="43650" y="70806"/>
                    <a:pt x="43709" y="70866"/>
                    <a:pt x="43808" y="70866"/>
                  </a:cubicBezTo>
                  <a:lnTo>
                    <a:pt x="43828" y="70866"/>
                  </a:lnTo>
                  <a:cubicBezTo>
                    <a:pt x="43907" y="70846"/>
                    <a:pt x="43967" y="70766"/>
                    <a:pt x="43967" y="70667"/>
                  </a:cubicBezTo>
                  <a:lnTo>
                    <a:pt x="43927" y="70489"/>
                  </a:lnTo>
                  <a:lnTo>
                    <a:pt x="43630" y="68744"/>
                  </a:lnTo>
                  <a:cubicBezTo>
                    <a:pt x="43589" y="68679"/>
                    <a:pt x="43529" y="68650"/>
                    <a:pt x="43471" y="68650"/>
                  </a:cubicBezTo>
                  <a:close/>
                  <a:moveTo>
                    <a:pt x="44225" y="73106"/>
                  </a:moveTo>
                  <a:cubicBezTo>
                    <a:pt x="44126" y="73126"/>
                    <a:pt x="44086" y="73206"/>
                    <a:pt x="44106" y="73305"/>
                  </a:cubicBezTo>
                  <a:cubicBezTo>
                    <a:pt x="44205" y="73939"/>
                    <a:pt x="44324" y="74594"/>
                    <a:pt x="44423" y="75228"/>
                  </a:cubicBezTo>
                  <a:cubicBezTo>
                    <a:pt x="44423" y="75308"/>
                    <a:pt x="44502" y="75367"/>
                    <a:pt x="44562" y="75367"/>
                  </a:cubicBezTo>
                  <a:lnTo>
                    <a:pt x="44602" y="75367"/>
                  </a:lnTo>
                  <a:cubicBezTo>
                    <a:pt x="44681" y="75347"/>
                    <a:pt x="44740" y="75268"/>
                    <a:pt x="44740" y="75189"/>
                  </a:cubicBezTo>
                  <a:cubicBezTo>
                    <a:pt x="44641" y="74534"/>
                    <a:pt x="44522" y="73900"/>
                    <a:pt x="44423" y="73245"/>
                  </a:cubicBezTo>
                  <a:cubicBezTo>
                    <a:pt x="44403" y="73166"/>
                    <a:pt x="44304" y="73106"/>
                    <a:pt x="44225" y="73106"/>
                  </a:cubicBezTo>
                  <a:close/>
                  <a:moveTo>
                    <a:pt x="44939" y="77608"/>
                  </a:moveTo>
                  <a:cubicBezTo>
                    <a:pt x="44840" y="77628"/>
                    <a:pt x="44780" y="77727"/>
                    <a:pt x="44780" y="77806"/>
                  </a:cubicBezTo>
                  <a:cubicBezTo>
                    <a:pt x="44879" y="78481"/>
                    <a:pt x="44958" y="79135"/>
                    <a:pt x="45038" y="79750"/>
                  </a:cubicBezTo>
                  <a:cubicBezTo>
                    <a:pt x="45038" y="79829"/>
                    <a:pt x="45097" y="79889"/>
                    <a:pt x="45177" y="79889"/>
                  </a:cubicBezTo>
                  <a:lnTo>
                    <a:pt x="45216" y="79889"/>
                  </a:lnTo>
                  <a:cubicBezTo>
                    <a:pt x="45296" y="79869"/>
                    <a:pt x="45355" y="79790"/>
                    <a:pt x="45355" y="79690"/>
                  </a:cubicBezTo>
                  <a:cubicBezTo>
                    <a:pt x="45276" y="79076"/>
                    <a:pt x="45216" y="78421"/>
                    <a:pt x="45117" y="77767"/>
                  </a:cubicBezTo>
                  <a:cubicBezTo>
                    <a:pt x="45117" y="77668"/>
                    <a:pt x="45038" y="77608"/>
                    <a:pt x="44939" y="77608"/>
                  </a:cubicBezTo>
                  <a:close/>
                  <a:moveTo>
                    <a:pt x="45415" y="82150"/>
                  </a:moveTo>
                  <a:cubicBezTo>
                    <a:pt x="45335" y="82169"/>
                    <a:pt x="45276" y="82249"/>
                    <a:pt x="45256" y="82328"/>
                  </a:cubicBezTo>
                  <a:cubicBezTo>
                    <a:pt x="45315" y="83002"/>
                    <a:pt x="45335" y="83657"/>
                    <a:pt x="45355" y="84291"/>
                  </a:cubicBezTo>
                  <a:cubicBezTo>
                    <a:pt x="45355" y="84371"/>
                    <a:pt x="45434" y="84430"/>
                    <a:pt x="45514" y="84430"/>
                  </a:cubicBezTo>
                  <a:cubicBezTo>
                    <a:pt x="45593" y="84430"/>
                    <a:pt x="45672" y="84371"/>
                    <a:pt x="45672" y="84291"/>
                  </a:cubicBezTo>
                  <a:cubicBezTo>
                    <a:pt x="45653" y="83637"/>
                    <a:pt x="45633" y="82963"/>
                    <a:pt x="45573" y="82308"/>
                  </a:cubicBezTo>
                  <a:cubicBezTo>
                    <a:pt x="45573" y="82209"/>
                    <a:pt x="45494" y="82150"/>
                    <a:pt x="45415" y="82150"/>
                  </a:cubicBezTo>
                  <a:close/>
                  <a:moveTo>
                    <a:pt x="45514" y="86711"/>
                  </a:moveTo>
                  <a:cubicBezTo>
                    <a:pt x="45415" y="86711"/>
                    <a:pt x="45335" y="86790"/>
                    <a:pt x="45335" y="86889"/>
                  </a:cubicBezTo>
                  <a:cubicBezTo>
                    <a:pt x="45315" y="87524"/>
                    <a:pt x="45256" y="88198"/>
                    <a:pt x="45196" y="88813"/>
                  </a:cubicBezTo>
                  <a:cubicBezTo>
                    <a:pt x="45196" y="88912"/>
                    <a:pt x="45236" y="88991"/>
                    <a:pt x="45335" y="88991"/>
                  </a:cubicBezTo>
                  <a:lnTo>
                    <a:pt x="45355" y="88991"/>
                  </a:lnTo>
                  <a:cubicBezTo>
                    <a:pt x="45434" y="88991"/>
                    <a:pt x="45514" y="88932"/>
                    <a:pt x="45514" y="88852"/>
                  </a:cubicBezTo>
                  <a:cubicBezTo>
                    <a:pt x="45573" y="88218"/>
                    <a:pt x="45633" y="87563"/>
                    <a:pt x="45653" y="86889"/>
                  </a:cubicBezTo>
                  <a:cubicBezTo>
                    <a:pt x="45653" y="86810"/>
                    <a:pt x="45593" y="86731"/>
                    <a:pt x="45514" y="86711"/>
                  </a:cubicBezTo>
                  <a:close/>
                  <a:moveTo>
                    <a:pt x="45018" y="91252"/>
                  </a:moveTo>
                  <a:cubicBezTo>
                    <a:pt x="44919" y="91252"/>
                    <a:pt x="44859" y="91312"/>
                    <a:pt x="44840" y="91391"/>
                  </a:cubicBezTo>
                  <a:cubicBezTo>
                    <a:pt x="44721" y="92025"/>
                    <a:pt x="44602" y="92660"/>
                    <a:pt x="44423" y="93315"/>
                  </a:cubicBezTo>
                  <a:cubicBezTo>
                    <a:pt x="44403" y="93394"/>
                    <a:pt x="44463" y="93473"/>
                    <a:pt x="44542" y="93513"/>
                  </a:cubicBezTo>
                  <a:lnTo>
                    <a:pt x="44602" y="93513"/>
                  </a:lnTo>
                  <a:cubicBezTo>
                    <a:pt x="44661" y="93513"/>
                    <a:pt x="44721" y="93453"/>
                    <a:pt x="44740" y="93374"/>
                  </a:cubicBezTo>
                  <a:cubicBezTo>
                    <a:pt x="44879" y="92739"/>
                    <a:pt x="45038" y="92085"/>
                    <a:pt x="45157" y="91450"/>
                  </a:cubicBezTo>
                  <a:cubicBezTo>
                    <a:pt x="45157" y="91351"/>
                    <a:pt x="45097" y="91272"/>
                    <a:pt x="45018" y="91252"/>
                  </a:cubicBezTo>
                  <a:close/>
                  <a:moveTo>
                    <a:pt x="43854" y="95679"/>
                  </a:moveTo>
                  <a:cubicBezTo>
                    <a:pt x="43788" y="95679"/>
                    <a:pt x="43733" y="95720"/>
                    <a:pt x="43689" y="95793"/>
                  </a:cubicBezTo>
                  <a:cubicBezTo>
                    <a:pt x="43511" y="96408"/>
                    <a:pt x="43273" y="97023"/>
                    <a:pt x="43055" y="97618"/>
                  </a:cubicBezTo>
                  <a:cubicBezTo>
                    <a:pt x="43015" y="97697"/>
                    <a:pt x="43055" y="97796"/>
                    <a:pt x="43134" y="97836"/>
                  </a:cubicBezTo>
                  <a:lnTo>
                    <a:pt x="43213" y="97836"/>
                  </a:lnTo>
                  <a:cubicBezTo>
                    <a:pt x="43273" y="97836"/>
                    <a:pt x="43332" y="97796"/>
                    <a:pt x="43352" y="97737"/>
                  </a:cubicBezTo>
                  <a:cubicBezTo>
                    <a:pt x="43590" y="97122"/>
                    <a:pt x="43828" y="96507"/>
                    <a:pt x="44026" y="95893"/>
                  </a:cubicBezTo>
                  <a:cubicBezTo>
                    <a:pt x="44046" y="95793"/>
                    <a:pt x="44007" y="95714"/>
                    <a:pt x="43927" y="95694"/>
                  </a:cubicBezTo>
                  <a:cubicBezTo>
                    <a:pt x="43902" y="95684"/>
                    <a:pt x="43877" y="95679"/>
                    <a:pt x="43854" y="95679"/>
                  </a:cubicBezTo>
                  <a:close/>
                  <a:moveTo>
                    <a:pt x="42153" y="99929"/>
                  </a:moveTo>
                  <a:cubicBezTo>
                    <a:pt x="42092" y="99929"/>
                    <a:pt x="42030" y="99965"/>
                    <a:pt x="42004" y="100017"/>
                  </a:cubicBezTo>
                  <a:cubicBezTo>
                    <a:pt x="41746" y="100593"/>
                    <a:pt x="41448" y="101188"/>
                    <a:pt x="41111" y="101763"/>
                  </a:cubicBezTo>
                  <a:cubicBezTo>
                    <a:pt x="41091" y="101842"/>
                    <a:pt x="41111" y="101941"/>
                    <a:pt x="41191" y="101981"/>
                  </a:cubicBezTo>
                  <a:lnTo>
                    <a:pt x="41270" y="101981"/>
                  </a:lnTo>
                  <a:cubicBezTo>
                    <a:pt x="41329" y="101981"/>
                    <a:pt x="41389" y="101961"/>
                    <a:pt x="41409" y="101901"/>
                  </a:cubicBezTo>
                  <a:cubicBezTo>
                    <a:pt x="41706" y="101326"/>
                    <a:pt x="42043" y="100751"/>
                    <a:pt x="42301" y="100176"/>
                  </a:cubicBezTo>
                  <a:cubicBezTo>
                    <a:pt x="42341" y="100077"/>
                    <a:pt x="42301" y="99978"/>
                    <a:pt x="42242" y="99958"/>
                  </a:cubicBezTo>
                  <a:cubicBezTo>
                    <a:pt x="42215" y="99938"/>
                    <a:pt x="42184" y="99929"/>
                    <a:pt x="42153" y="99929"/>
                  </a:cubicBezTo>
                  <a:close/>
                  <a:moveTo>
                    <a:pt x="39901" y="103899"/>
                  </a:moveTo>
                  <a:cubicBezTo>
                    <a:pt x="39853" y="103899"/>
                    <a:pt x="39813" y="103923"/>
                    <a:pt x="39802" y="103984"/>
                  </a:cubicBezTo>
                  <a:cubicBezTo>
                    <a:pt x="39465" y="104539"/>
                    <a:pt x="39088" y="105074"/>
                    <a:pt x="38712" y="105630"/>
                  </a:cubicBezTo>
                  <a:cubicBezTo>
                    <a:pt x="38672" y="105709"/>
                    <a:pt x="38692" y="105788"/>
                    <a:pt x="38771" y="105848"/>
                  </a:cubicBezTo>
                  <a:lnTo>
                    <a:pt x="38870" y="105848"/>
                  </a:lnTo>
                  <a:cubicBezTo>
                    <a:pt x="38910" y="105848"/>
                    <a:pt x="38969" y="105828"/>
                    <a:pt x="38989" y="105808"/>
                  </a:cubicBezTo>
                  <a:cubicBezTo>
                    <a:pt x="39366" y="105273"/>
                    <a:pt x="39743" y="104717"/>
                    <a:pt x="40080" y="104162"/>
                  </a:cubicBezTo>
                  <a:cubicBezTo>
                    <a:pt x="40209" y="104062"/>
                    <a:pt x="40027" y="103899"/>
                    <a:pt x="39901" y="103899"/>
                  </a:cubicBezTo>
                  <a:close/>
                  <a:moveTo>
                    <a:pt x="37289" y="107605"/>
                  </a:moveTo>
                  <a:cubicBezTo>
                    <a:pt x="37242" y="107605"/>
                    <a:pt x="37198" y="107620"/>
                    <a:pt x="37165" y="107653"/>
                  </a:cubicBezTo>
                  <a:cubicBezTo>
                    <a:pt x="36768" y="108188"/>
                    <a:pt x="36332" y="108684"/>
                    <a:pt x="35915" y="109180"/>
                  </a:cubicBezTo>
                  <a:cubicBezTo>
                    <a:pt x="35856" y="109239"/>
                    <a:pt x="35876" y="109338"/>
                    <a:pt x="35935" y="109398"/>
                  </a:cubicBezTo>
                  <a:cubicBezTo>
                    <a:pt x="35955" y="109418"/>
                    <a:pt x="35995" y="109437"/>
                    <a:pt x="36034" y="109437"/>
                  </a:cubicBezTo>
                  <a:cubicBezTo>
                    <a:pt x="36094" y="109437"/>
                    <a:pt x="36134" y="109418"/>
                    <a:pt x="36173" y="109378"/>
                  </a:cubicBezTo>
                  <a:cubicBezTo>
                    <a:pt x="36590" y="108882"/>
                    <a:pt x="37026" y="108386"/>
                    <a:pt x="37423" y="107890"/>
                  </a:cubicBezTo>
                  <a:cubicBezTo>
                    <a:pt x="37482" y="107811"/>
                    <a:pt x="37462" y="107692"/>
                    <a:pt x="37403" y="107633"/>
                  </a:cubicBezTo>
                  <a:cubicBezTo>
                    <a:pt x="37367" y="107615"/>
                    <a:pt x="37327" y="107605"/>
                    <a:pt x="37289" y="107605"/>
                  </a:cubicBezTo>
                  <a:close/>
                  <a:moveTo>
                    <a:pt x="34266" y="111031"/>
                  </a:moveTo>
                  <a:cubicBezTo>
                    <a:pt x="34228" y="111031"/>
                    <a:pt x="34188" y="111046"/>
                    <a:pt x="34150" y="111083"/>
                  </a:cubicBezTo>
                  <a:cubicBezTo>
                    <a:pt x="33714" y="111520"/>
                    <a:pt x="33238" y="111996"/>
                    <a:pt x="32742" y="112452"/>
                  </a:cubicBezTo>
                  <a:cubicBezTo>
                    <a:pt x="32683" y="112511"/>
                    <a:pt x="32683" y="112591"/>
                    <a:pt x="32742" y="112670"/>
                  </a:cubicBezTo>
                  <a:lnTo>
                    <a:pt x="32861" y="112709"/>
                  </a:lnTo>
                  <a:lnTo>
                    <a:pt x="32961" y="112670"/>
                  </a:lnTo>
                  <a:cubicBezTo>
                    <a:pt x="33456" y="112214"/>
                    <a:pt x="33932" y="111777"/>
                    <a:pt x="34388" y="111301"/>
                  </a:cubicBezTo>
                  <a:cubicBezTo>
                    <a:pt x="34495" y="111195"/>
                    <a:pt x="34392" y="111031"/>
                    <a:pt x="34266" y="111031"/>
                  </a:cubicBezTo>
                  <a:close/>
                  <a:moveTo>
                    <a:pt x="30919" y="114115"/>
                  </a:moveTo>
                  <a:cubicBezTo>
                    <a:pt x="30883" y="114115"/>
                    <a:pt x="30846" y="114130"/>
                    <a:pt x="30819" y="114157"/>
                  </a:cubicBezTo>
                  <a:lnTo>
                    <a:pt x="29292" y="115367"/>
                  </a:lnTo>
                  <a:cubicBezTo>
                    <a:pt x="29232" y="115426"/>
                    <a:pt x="29193" y="115526"/>
                    <a:pt x="29252" y="115625"/>
                  </a:cubicBezTo>
                  <a:lnTo>
                    <a:pt x="29391" y="115664"/>
                  </a:lnTo>
                  <a:lnTo>
                    <a:pt x="29490" y="115645"/>
                  </a:lnTo>
                  <a:cubicBezTo>
                    <a:pt x="30025" y="115248"/>
                    <a:pt x="30521" y="114831"/>
                    <a:pt x="31017" y="114395"/>
                  </a:cubicBezTo>
                  <a:cubicBezTo>
                    <a:pt x="31077" y="114355"/>
                    <a:pt x="31096" y="114237"/>
                    <a:pt x="31037" y="114177"/>
                  </a:cubicBezTo>
                  <a:cubicBezTo>
                    <a:pt x="31005" y="114135"/>
                    <a:pt x="30962" y="114115"/>
                    <a:pt x="30919" y="114115"/>
                  </a:cubicBezTo>
                  <a:close/>
                  <a:moveTo>
                    <a:pt x="27278" y="116860"/>
                  </a:moveTo>
                  <a:cubicBezTo>
                    <a:pt x="27247" y="116860"/>
                    <a:pt x="27216" y="116876"/>
                    <a:pt x="27190" y="116914"/>
                  </a:cubicBezTo>
                  <a:lnTo>
                    <a:pt x="25563" y="117965"/>
                  </a:lnTo>
                  <a:cubicBezTo>
                    <a:pt x="25484" y="118024"/>
                    <a:pt x="25464" y="118143"/>
                    <a:pt x="25504" y="118223"/>
                  </a:cubicBezTo>
                  <a:cubicBezTo>
                    <a:pt x="25544" y="118262"/>
                    <a:pt x="25603" y="118282"/>
                    <a:pt x="25663" y="118302"/>
                  </a:cubicBezTo>
                  <a:lnTo>
                    <a:pt x="25722" y="118262"/>
                  </a:lnTo>
                  <a:lnTo>
                    <a:pt x="27368" y="117172"/>
                  </a:lnTo>
                  <a:cubicBezTo>
                    <a:pt x="27545" y="117139"/>
                    <a:pt x="27409" y="116860"/>
                    <a:pt x="27278" y="116860"/>
                  </a:cubicBezTo>
                  <a:close/>
                  <a:moveTo>
                    <a:pt x="23367" y="119328"/>
                  </a:moveTo>
                  <a:cubicBezTo>
                    <a:pt x="23353" y="119328"/>
                    <a:pt x="23338" y="119329"/>
                    <a:pt x="23322" y="119333"/>
                  </a:cubicBezTo>
                  <a:lnTo>
                    <a:pt x="21617" y="120245"/>
                  </a:lnTo>
                  <a:cubicBezTo>
                    <a:pt x="21538" y="120305"/>
                    <a:pt x="21518" y="120384"/>
                    <a:pt x="21538" y="120483"/>
                  </a:cubicBezTo>
                  <a:cubicBezTo>
                    <a:pt x="21557" y="120523"/>
                    <a:pt x="21617" y="120563"/>
                    <a:pt x="21696" y="120583"/>
                  </a:cubicBezTo>
                  <a:lnTo>
                    <a:pt x="21756" y="120543"/>
                  </a:lnTo>
                  <a:cubicBezTo>
                    <a:pt x="22351" y="120245"/>
                    <a:pt x="22926" y="119928"/>
                    <a:pt x="23501" y="119611"/>
                  </a:cubicBezTo>
                  <a:cubicBezTo>
                    <a:pt x="23573" y="119485"/>
                    <a:pt x="23499" y="119328"/>
                    <a:pt x="23367" y="119328"/>
                  </a:cubicBezTo>
                  <a:close/>
                  <a:moveTo>
                    <a:pt x="19343" y="121409"/>
                  </a:moveTo>
                  <a:cubicBezTo>
                    <a:pt x="19321" y="121409"/>
                    <a:pt x="19299" y="121411"/>
                    <a:pt x="19277" y="121415"/>
                  </a:cubicBezTo>
                  <a:cubicBezTo>
                    <a:pt x="18722" y="121713"/>
                    <a:pt x="18127" y="121991"/>
                    <a:pt x="17532" y="122229"/>
                  </a:cubicBezTo>
                  <a:cubicBezTo>
                    <a:pt x="17452" y="122288"/>
                    <a:pt x="17413" y="122367"/>
                    <a:pt x="17433" y="122466"/>
                  </a:cubicBezTo>
                  <a:cubicBezTo>
                    <a:pt x="17472" y="122506"/>
                    <a:pt x="17532" y="122546"/>
                    <a:pt x="17591" y="122566"/>
                  </a:cubicBezTo>
                  <a:lnTo>
                    <a:pt x="17651" y="122526"/>
                  </a:lnTo>
                  <a:cubicBezTo>
                    <a:pt x="18246" y="122288"/>
                    <a:pt x="18841" y="122010"/>
                    <a:pt x="19436" y="121713"/>
                  </a:cubicBezTo>
                  <a:cubicBezTo>
                    <a:pt x="19515" y="121673"/>
                    <a:pt x="19535" y="121594"/>
                    <a:pt x="19515" y="121515"/>
                  </a:cubicBezTo>
                  <a:cubicBezTo>
                    <a:pt x="19484" y="121438"/>
                    <a:pt x="19418" y="121409"/>
                    <a:pt x="19343" y="121409"/>
                  </a:cubicBezTo>
                  <a:close/>
                  <a:moveTo>
                    <a:pt x="15196" y="123240"/>
                  </a:moveTo>
                  <a:cubicBezTo>
                    <a:pt x="15167" y="123240"/>
                    <a:pt x="15139" y="123247"/>
                    <a:pt x="15112" y="123260"/>
                  </a:cubicBezTo>
                  <a:lnTo>
                    <a:pt x="13288" y="123954"/>
                  </a:lnTo>
                  <a:cubicBezTo>
                    <a:pt x="13208" y="123974"/>
                    <a:pt x="13169" y="124053"/>
                    <a:pt x="13189" y="124152"/>
                  </a:cubicBezTo>
                  <a:cubicBezTo>
                    <a:pt x="13208" y="124212"/>
                    <a:pt x="13288" y="124271"/>
                    <a:pt x="13367" y="124271"/>
                  </a:cubicBezTo>
                  <a:lnTo>
                    <a:pt x="13407" y="124251"/>
                  </a:lnTo>
                  <a:lnTo>
                    <a:pt x="15251" y="123557"/>
                  </a:lnTo>
                  <a:cubicBezTo>
                    <a:pt x="15330" y="123498"/>
                    <a:pt x="15370" y="123418"/>
                    <a:pt x="15350" y="123319"/>
                  </a:cubicBezTo>
                  <a:cubicBezTo>
                    <a:pt x="15311" y="123266"/>
                    <a:pt x="15253" y="123240"/>
                    <a:pt x="15196" y="123240"/>
                  </a:cubicBezTo>
                  <a:close/>
                  <a:moveTo>
                    <a:pt x="10871" y="124782"/>
                  </a:moveTo>
                  <a:cubicBezTo>
                    <a:pt x="10857" y="124782"/>
                    <a:pt x="10842" y="124783"/>
                    <a:pt x="10829" y="124787"/>
                  </a:cubicBezTo>
                  <a:lnTo>
                    <a:pt x="8965" y="125382"/>
                  </a:lnTo>
                  <a:cubicBezTo>
                    <a:pt x="8885" y="125421"/>
                    <a:pt x="8846" y="125501"/>
                    <a:pt x="8865" y="125580"/>
                  </a:cubicBezTo>
                  <a:cubicBezTo>
                    <a:pt x="8885" y="125659"/>
                    <a:pt x="8945" y="125699"/>
                    <a:pt x="9024" y="125699"/>
                  </a:cubicBezTo>
                  <a:lnTo>
                    <a:pt x="9064" y="125699"/>
                  </a:lnTo>
                  <a:lnTo>
                    <a:pt x="10928" y="125104"/>
                  </a:lnTo>
                  <a:cubicBezTo>
                    <a:pt x="11027" y="125084"/>
                    <a:pt x="11087" y="124985"/>
                    <a:pt x="11047" y="124886"/>
                  </a:cubicBezTo>
                  <a:cubicBezTo>
                    <a:pt x="11014" y="124820"/>
                    <a:pt x="10940" y="124782"/>
                    <a:pt x="10871" y="124782"/>
                  </a:cubicBezTo>
                  <a:close/>
                  <a:moveTo>
                    <a:pt x="6503" y="126092"/>
                  </a:moveTo>
                  <a:cubicBezTo>
                    <a:pt x="6491" y="126092"/>
                    <a:pt x="6479" y="126093"/>
                    <a:pt x="6466" y="126096"/>
                  </a:cubicBezTo>
                  <a:lnTo>
                    <a:pt x="4582" y="126591"/>
                  </a:lnTo>
                  <a:cubicBezTo>
                    <a:pt x="4503" y="126611"/>
                    <a:pt x="4443" y="126710"/>
                    <a:pt x="4463" y="126790"/>
                  </a:cubicBezTo>
                  <a:cubicBezTo>
                    <a:pt x="4483" y="126869"/>
                    <a:pt x="4562" y="126909"/>
                    <a:pt x="4641" y="126929"/>
                  </a:cubicBezTo>
                  <a:lnTo>
                    <a:pt x="4661" y="126929"/>
                  </a:lnTo>
                  <a:lnTo>
                    <a:pt x="6565" y="126433"/>
                  </a:lnTo>
                  <a:cubicBezTo>
                    <a:pt x="6644" y="126393"/>
                    <a:pt x="6684" y="126314"/>
                    <a:pt x="6664" y="126234"/>
                  </a:cubicBezTo>
                  <a:cubicBezTo>
                    <a:pt x="6647" y="126148"/>
                    <a:pt x="6584" y="126092"/>
                    <a:pt x="6503" y="126092"/>
                  </a:cubicBezTo>
                  <a:close/>
                  <a:moveTo>
                    <a:pt x="2103" y="127221"/>
                  </a:moveTo>
                  <a:cubicBezTo>
                    <a:pt x="2090" y="127221"/>
                    <a:pt x="2076" y="127223"/>
                    <a:pt x="2063" y="127226"/>
                  </a:cubicBezTo>
                  <a:lnTo>
                    <a:pt x="140" y="127623"/>
                  </a:lnTo>
                  <a:cubicBezTo>
                    <a:pt x="60" y="127642"/>
                    <a:pt x="1" y="127722"/>
                    <a:pt x="21" y="127821"/>
                  </a:cubicBezTo>
                  <a:cubicBezTo>
                    <a:pt x="40" y="127880"/>
                    <a:pt x="100" y="127940"/>
                    <a:pt x="179" y="127940"/>
                  </a:cubicBezTo>
                  <a:lnTo>
                    <a:pt x="199" y="127940"/>
                  </a:lnTo>
                  <a:lnTo>
                    <a:pt x="2123" y="127523"/>
                  </a:lnTo>
                  <a:cubicBezTo>
                    <a:pt x="2202" y="127523"/>
                    <a:pt x="2262" y="127424"/>
                    <a:pt x="2262" y="127345"/>
                  </a:cubicBezTo>
                  <a:cubicBezTo>
                    <a:pt x="2229" y="127262"/>
                    <a:pt x="2168" y="127221"/>
                    <a:pt x="2103" y="127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/>
        </p:nvSpPr>
        <p:spPr>
          <a:xfrm>
            <a:off x="0" y="3641552"/>
            <a:ext cx="2997200" cy="3216448"/>
          </a:xfrm>
          <a:custGeom>
            <a:avLst/>
            <a:gdLst>
              <a:gd name="connsiteX0" fmla="*/ 1471191 w 3313608"/>
              <a:gd name="connsiteY0" fmla="*/ 1223 h 3556001"/>
              <a:gd name="connsiteX1" fmla="*/ 3312768 w 3313608"/>
              <a:gd name="connsiteY1" fmla="*/ 1587026 h 3556001"/>
              <a:gd name="connsiteX2" fmla="*/ 2340939 w 3313608"/>
              <a:gd name="connsiteY2" fmla="*/ 3537192 h 3556001"/>
              <a:gd name="connsiteX3" fmla="*/ 2318742 w 3313608"/>
              <a:gd name="connsiteY3" fmla="*/ 3556001 h 3556001"/>
              <a:gd name="connsiteX4" fmla="*/ 772887 w 3313608"/>
              <a:gd name="connsiteY4" fmla="*/ 3556001 h 3556001"/>
              <a:gd name="connsiteX5" fmla="*/ 731276 w 3313608"/>
              <a:gd name="connsiteY5" fmla="*/ 3533849 h 3556001"/>
              <a:gd name="connsiteX6" fmla="*/ 60970 w 3313608"/>
              <a:gd name="connsiteY6" fmla="*/ 3084974 h 3556001"/>
              <a:gd name="connsiteX7" fmla="*/ 0 w 3313608"/>
              <a:gd name="connsiteY7" fmla="*/ 3035685 h 3556001"/>
              <a:gd name="connsiteX8" fmla="*/ 0 w 3313608"/>
              <a:gd name="connsiteY8" fmla="*/ 591269 h 3556001"/>
              <a:gd name="connsiteX9" fmla="*/ 160097 w 3313608"/>
              <a:gd name="connsiteY9" fmla="*/ 454574 h 3556001"/>
              <a:gd name="connsiteX10" fmla="*/ 1471191 w 3313608"/>
              <a:gd name="connsiteY10" fmla="*/ 1223 h 355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13608" h="3556001">
                <a:moveTo>
                  <a:pt x="1471191" y="1223"/>
                </a:moveTo>
                <a:cubicBezTo>
                  <a:pt x="2283579" y="31672"/>
                  <a:pt x="3281102" y="792907"/>
                  <a:pt x="3312768" y="1587026"/>
                </a:cubicBezTo>
                <a:cubicBezTo>
                  <a:pt x="3336518" y="2182615"/>
                  <a:pt x="2853287" y="3065950"/>
                  <a:pt x="2340939" y="3537192"/>
                </a:cubicBezTo>
                <a:lnTo>
                  <a:pt x="2318742" y="3556001"/>
                </a:lnTo>
                <a:lnTo>
                  <a:pt x="772887" y="3556001"/>
                </a:lnTo>
                <a:lnTo>
                  <a:pt x="731276" y="3533849"/>
                </a:lnTo>
                <a:cubicBezTo>
                  <a:pt x="496979" y="3402018"/>
                  <a:pt x="264656" y="3243791"/>
                  <a:pt x="60970" y="3084974"/>
                </a:cubicBezTo>
                <a:lnTo>
                  <a:pt x="0" y="3035685"/>
                </a:lnTo>
                <a:lnTo>
                  <a:pt x="0" y="591269"/>
                </a:lnTo>
                <a:lnTo>
                  <a:pt x="160097" y="454574"/>
                </a:lnTo>
                <a:cubicBezTo>
                  <a:pt x="507089" y="187726"/>
                  <a:pt x="963449" y="-17807"/>
                  <a:pt x="1471191" y="1223"/>
                </a:cubicBezTo>
                <a:close/>
              </a:path>
            </a:pathLst>
          </a:cu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 rot="5400000" flipH="1">
            <a:off x="7797228" y="1067372"/>
            <a:ext cx="5462144" cy="3327400"/>
          </a:xfrm>
          <a:custGeom>
            <a:avLst/>
            <a:gdLst>
              <a:gd name="connsiteX0" fmla="*/ 71135 w 3937000"/>
              <a:gd name="connsiteY0" fmla="*/ 0 h 3485309"/>
              <a:gd name="connsiteX1" fmla="*/ 3937000 w 3937000"/>
              <a:gd name="connsiteY1" fmla="*/ 0 h 3485309"/>
              <a:gd name="connsiteX2" fmla="*/ 3937000 w 3937000"/>
              <a:gd name="connsiteY2" fmla="*/ 3481867 h 3485309"/>
              <a:gd name="connsiteX3" fmla="*/ 3922699 w 3937000"/>
              <a:gd name="connsiteY3" fmla="*/ 3482920 h 3485309"/>
              <a:gd name="connsiteX4" fmla="*/ 2859661 w 3937000"/>
              <a:gd name="connsiteY4" fmla="*/ 3266421 h 3485309"/>
              <a:gd name="connsiteX5" fmla="*/ 1800401 w 3937000"/>
              <a:gd name="connsiteY5" fmla="*/ 1945621 h 3485309"/>
              <a:gd name="connsiteX6" fmla="*/ 290652 w 3937000"/>
              <a:gd name="connsiteY6" fmla="*/ 1196321 h 3485309"/>
              <a:gd name="connsiteX7" fmla="*/ 39249 w 3937000"/>
              <a:gd name="connsiteY7" fmla="*/ 94695 h 348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7000" h="3485309">
                <a:moveTo>
                  <a:pt x="71135" y="0"/>
                </a:moveTo>
                <a:lnTo>
                  <a:pt x="3937000" y="0"/>
                </a:lnTo>
                <a:lnTo>
                  <a:pt x="3937000" y="3481867"/>
                </a:lnTo>
                <a:lnTo>
                  <a:pt x="3922699" y="3482920"/>
                </a:lnTo>
                <a:cubicBezTo>
                  <a:pt x="3552914" y="3498973"/>
                  <a:pt x="3193470" y="3434961"/>
                  <a:pt x="2859661" y="3266421"/>
                </a:cubicBezTo>
                <a:cubicBezTo>
                  <a:pt x="2096669" y="2881188"/>
                  <a:pt x="2228570" y="2290638"/>
                  <a:pt x="1800401" y="1945621"/>
                </a:cubicBezTo>
                <a:cubicBezTo>
                  <a:pt x="1372233" y="1600604"/>
                  <a:pt x="586920" y="1568854"/>
                  <a:pt x="290652" y="1196321"/>
                </a:cubicBezTo>
                <a:cubicBezTo>
                  <a:pt x="68451" y="916921"/>
                  <a:pt x="-72708" y="493456"/>
                  <a:pt x="39249" y="94695"/>
                </a:cubicBezTo>
                <a:close/>
              </a:path>
            </a:pathLst>
          </a:cu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5"/>
          <p:cNvSpPr/>
          <p:nvPr/>
        </p:nvSpPr>
        <p:spPr bwMode="auto">
          <a:xfrm rot="5400000" flipH="1">
            <a:off x="8160024" y="845491"/>
            <a:ext cx="4868287" cy="3184014"/>
          </a:xfrm>
          <a:custGeom>
            <a:avLst/>
            <a:gdLst>
              <a:gd name="T0" fmla="*/ 18 w 1619"/>
              <a:gd name="T1" fmla="*/ 36 h 1181"/>
              <a:gd name="T2" fmla="*/ 14 w 1619"/>
              <a:gd name="T3" fmla="*/ 108 h 1181"/>
              <a:gd name="T4" fmla="*/ 30 w 1619"/>
              <a:gd name="T5" fmla="*/ 285 h 1181"/>
              <a:gd name="T6" fmla="*/ 84 w 1619"/>
              <a:gd name="T7" fmla="*/ 425 h 1181"/>
              <a:gd name="T8" fmla="*/ 99 w 1619"/>
              <a:gd name="T9" fmla="*/ 448 h 1181"/>
              <a:gd name="T10" fmla="*/ 114 w 1619"/>
              <a:gd name="T11" fmla="*/ 469 h 1181"/>
              <a:gd name="T12" fmla="*/ 174 w 1619"/>
              <a:gd name="T13" fmla="*/ 519 h 1181"/>
              <a:gd name="T14" fmla="*/ 306 w 1619"/>
              <a:gd name="T15" fmla="*/ 572 h 1181"/>
              <a:gd name="T16" fmla="*/ 444 w 1619"/>
              <a:gd name="T17" fmla="*/ 615 h 1181"/>
              <a:gd name="T18" fmla="*/ 571 w 1619"/>
              <a:gd name="T19" fmla="*/ 681 h 1181"/>
              <a:gd name="T20" fmla="*/ 661 w 1619"/>
              <a:gd name="T21" fmla="*/ 794 h 1181"/>
              <a:gd name="T22" fmla="*/ 728 w 1619"/>
              <a:gd name="T23" fmla="*/ 921 h 1181"/>
              <a:gd name="T24" fmla="*/ 876 w 1619"/>
              <a:gd name="T25" fmla="*/ 1072 h 1181"/>
              <a:gd name="T26" fmla="*/ 907 w 1619"/>
              <a:gd name="T27" fmla="*/ 1090 h 1181"/>
              <a:gd name="T28" fmla="*/ 1003 w 1619"/>
              <a:gd name="T29" fmla="*/ 1135 h 1181"/>
              <a:gd name="T30" fmla="*/ 1054 w 1619"/>
              <a:gd name="T31" fmla="*/ 1150 h 1181"/>
              <a:gd name="T32" fmla="*/ 1353 w 1619"/>
              <a:gd name="T33" fmla="*/ 1143 h 1181"/>
              <a:gd name="T34" fmla="*/ 1554 w 1619"/>
              <a:gd name="T35" fmla="*/ 1068 h 1181"/>
              <a:gd name="T36" fmla="*/ 1619 w 1619"/>
              <a:gd name="T37" fmla="*/ 1037 h 1181"/>
              <a:gd name="T38" fmla="*/ 1491 w 1619"/>
              <a:gd name="T39" fmla="*/ 1104 h 1181"/>
              <a:gd name="T40" fmla="*/ 1356 w 1619"/>
              <a:gd name="T41" fmla="*/ 1154 h 1181"/>
              <a:gd name="T42" fmla="*/ 1068 w 1619"/>
              <a:gd name="T43" fmla="*/ 1168 h 1181"/>
              <a:gd name="T44" fmla="*/ 1051 w 1619"/>
              <a:gd name="T45" fmla="*/ 1164 h 1181"/>
              <a:gd name="T46" fmla="*/ 998 w 1619"/>
              <a:gd name="T47" fmla="*/ 1149 h 1181"/>
              <a:gd name="T48" fmla="*/ 899 w 1619"/>
              <a:gd name="T49" fmla="*/ 1102 h 1181"/>
              <a:gd name="T50" fmla="*/ 869 w 1619"/>
              <a:gd name="T51" fmla="*/ 1083 h 1181"/>
              <a:gd name="T52" fmla="*/ 760 w 1619"/>
              <a:gd name="T53" fmla="*/ 986 h 1181"/>
              <a:gd name="T54" fmla="*/ 654 w 1619"/>
              <a:gd name="T55" fmla="*/ 798 h 1181"/>
              <a:gd name="T56" fmla="*/ 606 w 1619"/>
              <a:gd name="T57" fmla="*/ 723 h 1181"/>
              <a:gd name="T58" fmla="*/ 595 w 1619"/>
              <a:gd name="T59" fmla="*/ 709 h 1181"/>
              <a:gd name="T60" fmla="*/ 442 w 1619"/>
              <a:gd name="T61" fmla="*/ 619 h 1181"/>
              <a:gd name="T62" fmla="*/ 304 w 1619"/>
              <a:gd name="T63" fmla="*/ 580 h 1181"/>
              <a:gd name="T64" fmla="*/ 168 w 1619"/>
              <a:gd name="T65" fmla="*/ 530 h 1181"/>
              <a:gd name="T66" fmla="*/ 104 w 1619"/>
              <a:gd name="T67" fmla="*/ 477 h 1181"/>
              <a:gd name="T68" fmla="*/ 88 w 1619"/>
              <a:gd name="T69" fmla="*/ 455 h 1181"/>
              <a:gd name="T70" fmla="*/ 74 w 1619"/>
              <a:gd name="T71" fmla="*/ 432 h 1181"/>
              <a:gd name="T72" fmla="*/ 60 w 1619"/>
              <a:gd name="T73" fmla="*/ 408 h 1181"/>
              <a:gd name="T74" fmla="*/ 49 w 1619"/>
              <a:gd name="T75" fmla="*/ 383 h 1181"/>
              <a:gd name="T76" fmla="*/ 39 w 1619"/>
              <a:gd name="T77" fmla="*/ 357 h 1181"/>
              <a:gd name="T78" fmla="*/ 28 w 1619"/>
              <a:gd name="T79" fmla="*/ 323 h 1181"/>
              <a:gd name="T80" fmla="*/ 21 w 1619"/>
              <a:gd name="T81" fmla="*/ 296 h 1181"/>
              <a:gd name="T82" fmla="*/ 21 w 1619"/>
              <a:gd name="T83" fmla="*/ 0 h 1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619" h="1181">
                <a:moveTo>
                  <a:pt x="22" y="0"/>
                </a:moveTo>
                <a:cubicBezTo>
                  <a:pt x="18" y="36"/>
                  <a:pt x="18" y="36"/>
                  <a:pt x="18" y="36"/>
                </a:cubicBezTo>
                <a:cubicBezTo>
                  <a:pt x="16" y="72"/>
                  <a:pt x="16" y="72"/>
                  <a:pt x="16" y="72"/>
                </a:cubicBezTo>
                <a:cubicBezTo>
                  <a:pt x="15" y="84"/>
                  <a:pt x="14" y="96"/>
                  <a:pt x="14" y="108"/>
                </a:cubicBezTo>
                <a:cubicBezTo>
                  <a:pt x="14" y="120"/>
                  <a:pt x="14" y="132"/>
                  <a:pt x="14" y="143"/>
                </a:cubicBezTo>
                <a:cubicBezTo>
                  <a:pt x="15" y="191"/>
                  <a:pt x="20" y="239"/>
                  <a:pt x="30" y="285"/>
                </a:cubicBezTo>
                <a:cubicBezTo>
                  <a:pt x="40" y="332"/>
                  <a:pt x="57" y="376"/>
                  <a:pt x="80" y="418"/>
                </a:cubicBezTo>
                <a:cubicBezTo>
                  <a:pt x="84" y="425"/>
                  <a:pt x="84" y="425"/>
                  <a:pt x="84" y="425"/>
                </a:cubicBezTo>
                <a:cubicBezTo>
                  <a:pt x="86" y="428"/>
                  <a:pt x="87" y="430"/>
                  <a:pt x="89" y="433"/>
                </a:cubicBezTo>
                <a:cubicBezTo>
                  <a:pt x="99" y="448"/>
                  <a:pt x="99" y="448"/>
                  <a:pt x="99" y="448"/>
                </a:cubicBezTo>
                <a:cubicBezTo>
                  <a:pt x="102" y="453"/>
                  <a:pt x="106" y="457"/>
                  <a:pt x="109" y="462"/>
                </a:cubicBezTo>
                <a:cubicBezTo>
                  <a:pt x="114" y="469"/>
                  <a:pt x="114" y="469"/>
                  <a:pt x="114" y="469"/>
                </a:cubicBezTo>
                <a:cubicBezTo>
                  <a:pt x="116" y="472"/>
                  <a:pt x="118" y="474"/>
                  <a:pt x="120" y="476"/>
                </a:cubicBezTo>
                <a:cubicBezTo>
                  <a:pt x="135" y="493"/>
                  <a:pt x="154" y="508"/>
                  <a:pt x="174" y="519"/>
                </a:cubicBezTo>
                <a:cubicBezTo>
                  <a:pt x="194" y="531"/>
                  <a:pt x="216" y="541"/>
                  <a:pt x="238" y="549"/>
                </a:cubicBezTo>
                <a:cubicBezTo>
                  <a:pt x="260" y="558"/>
                  <a:pt x="283" y="565"/>
                  <a:pt x="306" y="572"/>
                </a:cubicBezTo>
                <a:cubicBezTo>
                  <a:pt x="375" y="593"/>
                  <a:pt x="375" y="593"/>
                  <a:pt x="375" y="593"/>
                </a:cubicBezTo>
                <a:cubicBezTo>
                  <a:pt x="398" y="600"/>
                  <a:pt x="421" y="607"/>
                  <a:pt x="444" y="615"/>
                </a:cubicBezTo>
                <a:cubicBezTo>
                  <a:pt x="466" y="623"/>
                  <a:pt x="488" y="633"/>
                  <a:pt x="510" y="643"/>
                </a:cubicBezTo>
                <a:cubicBezTo>
                  <a:pt x="532" y="654"/>
                  <a:pt x="552" y="666"/>
                  <a:pt x="571" y="681"/>
                </a:cubicBezTo>
                <a:cubicBezTo>
                  <a:pt x="590" y="696"/>
                  <a:pt x="607" y="714"/>
                  <a:pt x="622" y="733"/>
                </a:cubicBezTo>
                <a:cubicBezTo>
                  <a:pt x="637" y="752"/>
                  <a:pt x="649" y="773"/>
                  <a:pt x="661" y="794"/>
                </a:cubicBezTo>
                <a:cubicBezTo>
                  <a:pt x="672" y="816"/>
                  <a:pt x="683" y="837"/>
                  <a:pt x="694" y="858"/>
                </a:cubicBezTo>
                <a:cubicBezTo>
                  <a:pt x="705" y="880"/>
                  <a:pt x="716" y="901"/>
                  <a:pt x="728" y="921"/>
                </a:cubicBezTo>
                <a:cubicBezTo>
                  <a:pt x="753" y="961"/>
                  <a:pt x="784" y="998"/>
                  <a:pt x="819" y="1029"/>
                </a:cubicBezTo>
                <a:cubicBezTo>
                  <a:pt x="837" y="1045"/>
                  <a:pt x="856" y="1059"/>
                  <a:pt x="876" y="1072"/>
                </a:cubicBezTo>
                <a:cubicBezTo>
                  <a:pt x="891" y="1081"/>
                  <a:pt x="891" y="1081"/>
                  <a:pt x="891" y="1081"/>
                </a:cubicBezTo>
                <a:cubicBezTo>
                  <a:pt x="896" y="1084"/>
                  <a:pt x="901" y="1087"/>
                  <a:pt x="907" y="1090"/>
                </a:cubicBezTo>
                <a:cubicBezTo>
                  <a:pt x="917" y="1096"/>
                  <a:pt x="927" y="1101"/>
                  <a:pt x="938" y="1107"/>
                </a:cubicBezTo>
                <a:cubicBezTo>
                  <a:pt x="959" y="1117"/>
                  <a:pt x="981" y="1127"/>
                  <a:pt x="1003" y="1135"/>
                </a:cubicBezTo>
                <a:cubicBezTo>
                  <a:pt x="1014" y="1139"/>
                  <a:pt x="1026" y="1142"/>
                  <a:pt x="1037" y="1145"/>
                </a:cubicBezTo>
                <a:cubicBezTo>
                  <a:pt x="1043" y="1147"/>
                  <a:pt x="1048" y="1148"/>
                  <a:pt x="1054" y="1150"/>
                </a:cubicBezTo>
                <a:cubicBezTo>
                  <a:pt x="1060" y="1151"/>
                  <a:pt x="1066" y="1153"/>
                  <a:pt x="1071" y="1154"/>
                </a:cubicBezTo>
                <a:cubicBezTo>
                  <a:pt x="1164" y="1174"/>
                  <a:pt x="1261" y="1167"/>
                  <a:pt x="1353" y="1143"/>
                </a:cubicBezTo>
                <a:cubicBezTo>
                  <a:pt x="1399" y="1132"/>
                  <a:pt x="1444" y="1116"/>
                  <a:pt x="1489" y="1097"/>
                </a:cubicBezTo>
                <a:cubicBezTo>
                  <a:pt x="1511" y="1088"/>
                  <a:pt x="1532" y="1078"/>
                  <a:pt x="1554" y="1068"/>
                </a:cubicBezTo>
                <a:cubicBezTo>
                  <a:pt x="1576" y="1058"/>
                  <a:pt x="1597" y="1047"/>
                  <a:pt x="1618" y="1036"/>
                </a:cubicBezTo>
                <a:cubicBezTo>
                  <a:pt x="1619" y="1037"/>
                  <a:pt x="1619" y="1037"/>
                  <a:pt x="1619" y="1037"/>
                </a:cubicBezTo>
                <a:cubicBezTo>
                  <a:pt x="1598" y="1049"/>
                  <a:pt x="1577" y="1061"/>
                  <a:pt x="1556" y="1072"/>
                </a:cubicBezTo>
                <a:cubicBezTo>
                  <a:pt x="1535" y="1083"/>
                  <a:pt x="1513" y="1094"/>
                  <a:pt x="1491" y="1104"/>
                </a:cubicBezTo>
                <a:cubicBezTo>
                  <a:pt x="1469" y="1114"/>
                  <a:pt x="1447" y="1123"/>
                  <a:pt x="1425" y="1132"/>
                </a:cubicBezTo>
                <a:cubicBezTo>
                  <a:pt x="1402" y="1140"/>
                  <a:pt x="1379" y="1148"/>
                  <a:pt x="1356" y="1154"/>
                </a:cubicBezTo>
                <a:cubicBezTo>
                  <a:pt x="1309" y="1167"/>
                  <a:pt x="1262" y="1175"/>
                  <a:pt x="1213" y="1178"/>
                </a:cubicBezTo>
                <a:cubicBezTo>
                  <a:pt x="1165" y="1181"/>
                  <a:pt x="1116" y="1178"/>
                  <a:pt x="1068" y="1168"/>
                </a:cubicBezTo>
                <a:cubicBezTo>
                  <a:pt x="1065" y="1168"/>
                  <a:pt x="1062" y="1167"/>
                  <a:pt x="1059" y="1166"/>
                </a:cubicBezTo>
                <a:cubicBezTo>
                  <a:pt x="1051" y="1164"/>
                  <a:pt x="1051" y="1164"/>
                  <a:pt x="1051" y="1164"/>
                </a:cubicBezTo>
                <a:cubicBezTo>
                  <a:pt x="1045" y="1163"/>
                  <a:pt x="1039" y="1161"/>
                  <a:pt x="1033" y="1160"/>
                </a:cubicBezTo>
                <a:cubicBezTo>
                  <a:pt x="1021" y="1156"/>
                  <a:pt x="1010" y="1153"/>
                  <a:pt x="998" y="1149"/>
                </a:cubicBezTo>
                <a:cubicBezTo>
                  <a:pt x="975" y="1141"/>
                  <a:pt x="953" y="1131"/>
                  <a:pt x="931" y="1120"/>
                </a:cubicBezTo>
                <a:cubicBezTo>
                  <a:pt x="921" y="1114"/>
                  <a:pt x="910" y="1109"/>
                  <a:pt x="899" y="1102"/>
                </a:cubicBezTo>
                <a:cubicBezTo>
                  <a:pt x="894" y="1099"/>
                  <a:pt x="889" y="1096"/>
                  <a:pt x="884" y="1093"/>
                </a:cubicBezTo>
                <a:cubicBezTo>
                  <a:pt x="869" y="1083"/>
                  <a:pt x="869" y="1083"/>
                  <a:pt x="869" y="1083"/>
                </a:cubicBezTo>
                <a:cubicBezTo>
                  <a:pt x="848" y="1070"/>
                  <a:pt x="829" y="1055"/>
                  <a:pt x="811" y="1039"/>
                </a:cubicBezTo>
                <a:cubicBezTo>
                  <a:pt x="793" y="1023"/>
                  <a:pt x="776" y="1005"/>
                  <a:pt x="760" y="986"/>
                </a:cubicBezTo>
                <a:cubicBezTo>
                  <a:pt x="745" y="967"/>
                  <a:pt x="731" y="947"/>
                  <a:pt x="719" y="927"/>
                </a:cubicBezTo>
                <a:cubicBezTo>
                  <a:pt x="694" y="885"/>
                  <a:pt x="675" y="840"/>
                  <a:pt x="654" y="798"/>
                </a:cubicBezTo>
                <a:cubicBezTo>
                  <a:pt x="643" y="777"/>
                  <a:pt x="631" y="756"/>
                  <a:pt x="617" y="737"/>
                </a:cubicBezTo>
                <a:cubicBezTo>
                  <a:pt x="614" y="732"/>
                  <a:pt x="610" y="727"/>
                  <a:pt x="606" y="723"/>
                </a:cubicBezTo>
                <a:cubicBezTo>
                  <a:pt x="601" y="716"/>
                  <a:pt x="601" y="716"/>
                  <a:pt x="601" y="716"/>
                </a:cubicBezTo>
                <a:cubicBezTo>
                  <a:pt x="595" y="709"/>
                  <a:pt x="595" y="709"/>
                  <a:pt x="595" y="709"/>
                </a:cubicBezTo>
                <a:cubicBezTo>
                  <a:pt x="586" y="701"/>
                  <a:pt x="578" y="693"/>
                  <a:pt x="568" y="685"/>
                </a:cubicBezTo>
                <a:cubicBezTo>
                  <a:pt x="531" y="655"/>
                  <a:pt x="487" y="635"/>
                  <a:pt x="442" y="619"/>
                </a:cubicBezTo>
                <a:cubicBezTo>
                  <a:pt x="419" y="612"/>
                  <a:pt x="397" y="605"/>
                  <a:pt x="373" y="598"/>
                </a:cubicBezTo>
                <a:cubicBezTo>
                  <a:pt x="304" y="580"/>
                  <a:pt x="304" y="580"/>
                  <a:pt x="304" y="580"/>
                </a:cubicBezTo>
                <a:cubicBezTo>
                  <a:pt x="281" y="573"/>
                  <a:pt x="258" y="567"/>
                  <a:pt x="235" y="559"/>
                </a:cubicBezTo>
                <a:cubicBezTo>
                  <a:pt x="212" y="551"/>
                  <a:pt x="189" y="542"/>
                  <a:pt x="168" y="530"/>
                </a:cubicBezTo>
                <a:cubicBezTo>
                  <a:pt x="147" y="518"/>
                  <a:pt x="127" y="503"/>
                  <a:pt x="110" y="484"/>
                </a:cubicBezTo>
                <a:cubicBezTo>
                  <a:pt x="108" y="482"/>
                  <a:pt x="106" y="479"/>
                  <a:pt x="104" y="477"/>
                </a:cubicBezTo>
                <a:cubicBezTo>
                  <a:pt x="99" y="470"/>
                  <a:pt x="99" y="470"/>
                  <a:pt x="99" y="470"/>
                </a:cubicBezTo>
                <a:cubicBezTo>
                  <a:pt x="95" y="465"/>
                  <a:pt x="92" y="460"/>
                  <a:pt x="88" y="455"/>
                </a:cubicBezTo>
                <a:cubicBezTo>
                  <a:pt x="78" y="439"/>
                  <a:pt x="78" y="439"/>
                  <a:pt x="78" y="439"/>
                </a:cubicBezTo>
                <a:cubicBezTo>
                  <a:pt x="77" y="437"/>
                  <a:pt x="75" y="434"/>
                  <a:pt x="74" y="432"/>
                </a:cubicBezTo>
                <a:cubicBezTo>
                  <a:pt x="69" y="424"/>
                  <a:pt x="69" y="424"/>
                  <a:pt x="69" y="424"/>
                </a:cubicBezTo>
                <a:cubicBezTo>
                  <a:pt x="60" y="408"/>
                  <a:pt x="60" y="408"/>
                  <a:pt x="60" y="408"/>
                </a:cubicBezTo>
                <a:cubicBezTo>
                  <a:pt x="53" y="391"/>
                  <a:pt x="53" y="391"/>
                  <a:pt x="53" y="391"/>
                </a:cubicBezTo>
                <a:cubicBezTo>
                  <a:pt x="49" y="383"/>
                  <a:pt x="49" y="383"/>
                  <a:pt x="49" y="383"/>
                </a:cubicBezTo>
                <a:cubicBezTo>
                  <a:pt x="48" y="380"/>
                  <a:pt x="47" y="377"/>
                  <a:pt x="46" y="374"/>
                </a:cubicBezTo>
                <a:cubicBezTo>
                  <a:pt x="39" y="357"/>
                  <a:pt x="39" y="357"/>
                  <a:pt x="39" y="357"/>
                </a:cubicBezTo>
                <a:cubicBezTo>
                  <a:pt x="37" y="352"/>
                  <a:pt x="35" y="346"/>
                  <a:pt x="33" y="340"/>
                </a:cubicBezTo>
                <a:cubicBezTo>
                  <a:pt x="32" y="334"/>
                  <a:pt x="30" y="329"/>
                  <a:pt x="28" y="323"/>
                </a:cubicBezTo>
                <a:cubicBezTo>
                  <a:pt x="24" y="305"/>
                  <a:pt x="24" y="305"/>
                  <a:pt x="24" y="305"/>
                </a:cubicBezTo>
                <a:cubicBezTo>
                  <a:pt x="23" y="302"/>
                  <a:pt x="22" y="299"/>
                  <a:pt x="21" y="296"/>
                </a:cubicBezTo>
                <a:cubicBezTo>
                  <a:pt x="20" y="287"/>
                  <a:pt x="20" y="287"/>
                  <a:pt x="20" y="287"/>
                </a:cubicBezTo>
                <a:cubicBezTo>
                  <a:pt x="0" y="192"/>
                  <a:pt x="4" y="94"/>
                  <a:pt x="21" y="0"/>
                </a:cubicBezTo>
                <a:lnTo>
                  <a:pt x="22" y="0"/>
                </a:lnTo>
                <a:close/>
              </a:path>
            </a:pathLst>
          </a:custGeom>
          <a:solidFill>
            <a:srgbClr val="56342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9" name="椭圆 78"/>
          <p:cNvSpPr/>
          <p:nvPr/>
        </p:nvSpPr>
        <p:spPr>
          <a:xfrm>
            <a:off x="3934747" y="2588019"/>
            <a:ext cx="463831" cy="463831"/>
          </a:xfrm>
          <a:prstGeom prst="ellipse">
            <a:avLst/>
          </a:pr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椭圆 79"/>
          <p:cNvSpPr/>
          <p:nvPr/>
        </p:nvSpPr>
        <p:spPr>
          <a:xfrm>
            <a:off x="7867848" y="2199910"/>
            <a:ext cx="276207" cy="276207"/>
          </a:xfrm>
          <a:prstGeom prst="ellipse">
            <a:avLst/>
          </a:prstGeom>
          <a:solidFill>
            <a:srgbClr val="BEC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椭圆 80"/>
          <p:cNvSpPr/>
          <p:nvPr/>
        </p:nvSpPr>
        <p:spPr>
          <a:xfrm>
            <a:off x="4972838" y="730129"/>
            <a:ext cx="1122794" cy="1122793"/>
          </a:xfrm>
          <a:prstGeom prst="ellipse">
            <a:avLst/>
          </a:prstGeom>
          <a:solidFill>
            <a:srgbClr val="D6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3614020" y="2085761"/>
            <a:ext cx="5250607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0" spc="1000" dirty="0">
                <a:solidFill>
                  <a:srgbClr val="5634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感谢观看</a:t>
            </a:r>
            <a:endParaRPr kumimoji="0" lang="zh-CN" altLang="en-US" sz="8000" i="0" u="none" strike="noStrike" kern="1200" cap="none" spc="1000" normalizeH="0" noProof="0" dirty="0">
              <a:ln>
                <a:noFill/>
              </a:ln>
              <a:solidFill>
                <a:srgbClr val="56342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" name="Google Shape;1908;p36"/>
          <p:cNvGrpSpPr/>
          <p:nvPr/>
        </p:nvGrpSpPr>
        <p:grpSpPr>
          <a:xfrm>
            <a:off x="222387" y="2267513"/>
            <a:ext cx="2761954" cy="4001808"/>
            <a:chOff x="713232" y="1274373"/>
            <a:chExt cx="2761954" cy="4001808"/>
          </a:xfrm>
        </p:grpSpPr>
        <p:sp>
          <p:nvSpPr>
            <p:cNvPr id="2" name="Google Shape;1909;p36"/>
            <p:cNvSpPr/>
            <p:nvPr/>
          </p:nvSpPr>
          <p:spPr>
            <a:xfrm>
              <a:off x="1128978" y="1282624"/>
              <a:ext cx="1817826" cy="2659779"/>
            </a:xfrm>
            <a:custGeom>
              <a:avLst/>
              <a:gdLst/>
              <a:ahLst/>
              <a:cxnLst/>
              <a:rect l="l" t="t" r="r" b="b"/>
              <a:pathLst>
                <a:path w="64992" h="95094" extrusionOk="0">
                  <a:moveTo>
                    <a:pt x="24797" y="0"/>
                  </a:moveTo>
                  <a:cubicBezTo>
                    <a:pt x="24005" y="0"/>
                    <a:pt x="23542" y="573"/>
                    <a:pt x="23847" y="1542"/>
                  </a:cubicBezTo>
                  <a:cubicBezTo>
                    <a:pt x="24400" y="3282"/>
                    <a:pt x="27508" y="4569"/>
                    <a:pt x="28428" y="7137"/>
                  </a:cubicBezTo>
                  <a:cubicBezTo>
                    <a:pt x="28342" y="7111"/>
                    <a:pt x="26935" y="6697"/>
                    <a:pt x="24817" y="6697"/>
                  </a:cubicBezTo>
                  <a:cubicBezTo>
                    <a:pt x="21522" y="6697"/>
                    <a:pt x="16505" y="7699"/>
                    <a:pt x="12064" y="12725"/>
                  </a:cubicBezTo>
                  <a:cubicBezTo>
                    <a:pt x="4768" y="20987"/>
                    <a:pt x="8536" y="35277"/>
                    <a:pt x="9129" y="41152"/>
                  </a:cubicBezTo>
                  <a:cubicBezTo>
                    <a:pt x="9723" y="47027"/>
                    <a:pt x="10577" y="50615"/>
                    <a:pt x="7629" y="55843"/>
                  </a:cubicBezTo>
                  <a:cubicBezTo>
                    <a:pt x="4675" y="61064"/>
                    <a:pt x="0" y="67026"/>
                    <a:pt x="2934" y="78302"/>
                  </a:cubicBezTo>
                  <a:cubicBezTo>
                    <a:pt x="2934" y="78302"/>
                    <a:pt x="2388" y="69927"/>
                    <a:pt x="7429" y="65085"/>
                  </a:cubicBezTo>
                  <a:lnTo>
                    <a:pt x="7429" y="65085"/>
                  </a:lnTo>
                  <a:cubicBezTo>
                    <a:pt x="7429" y="65086"/>
                    <a:pt x="3762" y="71601"/>
                    <a:pt x="7429" y="81423"/>
                  </a:cubicBezTo>
                  <a:cubicBezTo>
                    <a:pt x="11097" y="91239"/>
                    <a:pt x="16892" y="95000"/>
                    <a:pt x="30682" y="95093"/>
                  </a:cubicBezTo>
                  <a:cubicBezTo>
                    <a:pt x="30746" y="95094"/>
                    <a:pt x="30810" y="95094"/>
                    <a:pt x="30874" y="95094"/>
                  </a:cubicBezTo>
                  <a:cubicBezTo>
                    <a:pt x="41889" y="95094"/>
                    <a:pt x="55401" y="88826"/>
                    <a:pt x="58723" y="75201"/>
                  </a:cubicBezTo>
                  <a:cubicBezTo>
                    <a:pt x="59556" y="71787"/>
                    <a:pt x="59750" y="67899"/>
                    <a:pt x="59103" y="63545"/>
                  </a:cubicBezTo>
                  <a:lnTo>
                    <a:pt x="59103" y="63545"/>
                  </a:lnTo>
                  <a:cubicBezTo>
                    <a:pt x="59103" y="63545"/>
                    <a:pt x="62184" y="64732"/>
                    <a:pt x="63471" y="68953"/>
                  </a:cubicBezTo>
                  <a:cubicBezTo>
                    <a:pt x="63471" y="68953"/>
                    <a:pt x="64991" y="63552"/>
                    <a:pt x="61710" y="56850"/>
                  </a:cubicBezTo>
                  <a:cubicBezTo>
                    <a:pt x="58423" y="50148"/>
                    <a:pt x="57936" y="43086"/>
                    <a:pt x="57356" y="31903"/>
                  </a:cubicBezTo>
                  <a:cubicBezTo>
                    <a:pt x="56869" y="22547"/>
                    <a:pt x="55602" y="9551"/>
                    <a:pt x="41351" y="7183"/>
                  </a:cubicBezTo>
                  <a:cubicBezTo>
                    <a:pt x="39881" y="6938"/>
                    <a:pt x="38271" y="6809"/>
                    <a:pt x="36509" y="6809"/>
                  </a:cubicBezTo>
                  <a:cubicBezTo>
                    <a:pt x="34915" y="6809"/>
                    <a:pt x="33195" y="6915"/>
                    <a:pt x="31342" y="7137"/>
                  </a:cubicBezTo>
                  <a:cubicBezTo>
                    <a:pt x="31342" y="7137"/>
                    <a:pt x="30969" y="5850"/>
                    <a:pt x="32176" y="4476"/>
                  </a:cubicBezTo>
                  <a:cubicBezTo>
                    <a:pt x="33383" y="3102"/>
                    <a:pt x="33443" y="2182"/>
                    <a:pt x="32176" y="2182"/>
                  </a:cubicBezTo>
                  <a:cubicBezTo>
                    <a:pt x="30909" y="2182"/>
                    <a:pt x="29442" y="3742"/>
                    <a:pt x="29982" y="7130"/>
                  </a:cubicBezTo>
                  <a:cubicBezTo>
                    <a:pt x="29928" y="6877"/>
                    <a:pt x="28961" y="3009"/>
                    <a:pt x="27094" y="1175"/>
                  </a:cubicBezTo>
                  <a:cubicBezTo>
                    <a:pt x="26267" y="363"/>
                    <a:pt x="25428" y="0"/>
                    <a:pt x="24797" y="0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" name="Google Shape;1910;p36"/>
            <p:cNvSpPr/>
            <p:nvPr/>
          </p:nvSpPr>
          <p:spPr>
            <a:xfrm>
              <a:off x="1128978" y="1274373"/>
              <a:ext cx="1825658" cy="2676226"/>
            </a:xfrm>
            <a:custGeom>
              <a:avLst/>
              <a:gdLst/>
              <a:ahLst/>
              <a:cxnLst/>
              <a:rect l="l" t="t" r="r" b="b"/>
              <a:pathLst>
                <a:path w="65272" h="95682" extrusionOk="0">
                  <a:moveTo>
                    <a:pt x="24802" y="583"/>
                  </a:moveTo>
                  <a:cubicBezTo>
                    <a:pt x="25345" y="583"/>
                    <a:pt x="26113" y="914"/>
                    <a:pt x="26881" y="1677"/>
                  </a:cubicBezTo>
                  <a:cubicBezTo>
                    <a:pt x="28675" y="3437"/>
                    <a:pt x="29688" y="7445"/>
                    <a:pt x="29708" y="7485"/>
                  </a:cubicBezTo>
                  <a:cubicBezTo>
                    <a:pt x="29737" y="7618"/>
                    <a:pt x="29852" y="7711"/>
                    <a:pt x="29982" y="7711"/>
                  </a:cubicBezTo>
                  <a:cubicBezTo>
                    <a:pt x="30002" y="7711"/>
                    <a:pt x="30022" y="7709"/>
                    <a:pt x="30042" y="7705"/>
                  </a:cubicBezTo>
                  <a:cubicBezTo>
                    <a:pt x="30195" y="7678"/>
                    <a:pt x="30302" y="7525"/>
                    <a:pt x="30275" y="7372"/>
                  </a:cubicBezTo>
                  <a:cubicBezTo>
                    <a:pt x="29902" y="5044"/>
                    <a:pt x="30589" y="3831"/>
                    <a:pt x="30942" y="3411"/>
                  </a:cubicBezTo>
                  <a:cubicBezTo>
                    <a:pt x="31289" y="2997"/>
                    <a:pt x="31842" y="2770"/>
                    <a:pt x="32176" y="2770"/>
                  </a:cubicBezTo>
                  <a:cubicBezTo>
                    <a:pt x="32509" y="2770"/>
                    <a:pt x="32702" y="2770"/>
                    <a:pt x="32789" y="2970"/>
                  </a:cubicBezTo>
                  <a:cubicBezTo>
                    <a:pt x="32883" y="3171"/>
                    <a:pt x="32716" y="3711"/>
                    <a:pt x="31956" y="4578"/>
                  </a:cubicBezTo>
                  <a:cubicBezTo>
                    <a:pt x="30655" y="6051"/>
                    <a:pt x="31049" y="7452"/>
                    <a:pt x="31069" y="7512"/>
                  </a:cubicBezTo>
                  <a:cubicBezTo>
                    <a:pt x="31105" y="7633"/>
                    <a:pt x="31213" y="7721"/>
                    <a:pt x="31338" y="7721"/>
                  </a:cubicBezTo>
                  <a:cubicBezTo>
                    <a:pt x="31350" y="7721"/>
                    <a:pt x="31363" y="7720"/>
                    <a:pt x="31375" y="7718"/>
                  </a:cubicBezTo>
                  <a:cubicBezTo>
                    <a:pt x="33166" y="7502"/>
                    <a:pt x="34872" y="7394"/>
                    <a:pt x="36484" y="7394"/>
                  </a:cubicBezTo>
                  <a:cubicBezTo>
                    <a:pt x="38203" y="7394"/>
                    <a:pt x="39814" y="7517"/>
                    <a:pt x="41305" y="7765"/>
                  </a:cubicBezTo>
                  <a:cubicBezTo>
                    <a:pt x="47540" y="8799"/>
                    <a:pt x="51774" y="11933"/>
                    <a:pt x="54248" y="17341"/>
                  </a:cubicBezTo>
                  <a:cubicBezTo>
                    <a:pt x="56375" y="21975"/>
                    <a:pt x="56816" y="27444"/>
                    <a:pt x="57062" y="32212"/>
                  </a:cubicBezTo>
                  <a:cubicBezTo>
                    <a:pt x="57662" y="43728"/>
                    <a:pt x="58156" y="50576"/>
                    <a:pt x="61450" y="57265"/>
                  </a:cubicBezTo>
                  <a:cubicBezTo>
                    <a:pt x="63817" y="62093"/>
                    <a:pt x="63631" y="66281"/>
                    <a:pt x="63377" y="68134"/>
                  </a:cubicBezTo>
                  <a:cubicBezTo>
                    <a:pt x="61930" y="64653"/>
                    <a:pt x="59323" y="63613"/>
                    <a:pt x="59210" y="63560"/>
                  </a:cubicBezTo>
                  <a:cubicBezTo>
                    <a:pt x="59178" y="63549"/>
                    <a:pt x="59144" y="63544"/>
                    <a:pt x="59111" y="63544"/>
                  </a:cubicBezTo>
                  <a:cubicBezTo>
                    <a:pt x="59041" y="63544"/>
                    <a:pt x="58971" y="63568"/>
                    <a:pt x="58916" y="63613"/>
                  </a:cubicBezTo>
                  <a:cubicBezTo>
                    <a:pt x="58836" y="63680"/>
                    <a:pt x="58803" y="63780"/>
                    <a:pt x="58816" y="63880"/>
                  </a:cubicBezTo>
                  <a:cubicBezTo>
                    <a:pt x="59423" y="68014"/>
                    <a:pt x="59296" y="71895"/>
                    <a:pt x="58443" y="75423"/>
                  </a:cubicBezTo>
                  <a:cubicBezTo>
                    <a:pt x="56922" y="81631"/>
                    <a:pt x="53121" y="86793"/>
                    <a:pt x="47440" y="90360"/>
                  </a:cubicBezTo>
                  <a:cubicBezTo>
                    <a:pt x="42625" y="93381"/>
                    <a:pt x="36604" y="95095"/>
                    <a:pt x="30875" y="95095"/>
                  </a:cubicBezTo>
                  <a:lnTo>
                    <a:pt x="30682" y="95095"/>
                  </a:lnTo>
                  <a:cubicBezTo>
                    <a:pt x="23767" y="95042"/>
                    <a:pt x="18845" y="94008"/>
                    <a:pt x="15411" y="91954"/>
                  </a:cubicBezTo>
                  <a:cubicBezTo>
                    <a:pt x="11977" y="89894"/>
                    <a:pt x="9603" y="86699"/>
                    <a:pt x="7702" y="81618"/>
                  </a:cubicBezTo>
                  <a:cubicBezTo>
                    <a:pt x="4128" y="72055"/>
                    <a:pt x="7642" y="65587"/>
                    <a:pt x="7682" y="65520"/>
                  </a:cubicBezTo>
                  <a:cubicBezTo>
                    <a:pt x="7749" y="65394"/>
                    <a:pt x="7722" y="65240"/>
                    <a:pt x="7609" y="65147"/>
                  </a:cubicBezTo>
                  <a:cubicBezTo>
                    <a:pt x="7556" y="65107"/>
                    <a:pt x="7496" y="65087"/>
                    <a:pt x="7429" y="65087"/>
                  </a:cubicBezTo>
                  <a:cubicBezTo>
                    <a:pt x="7349" y="65087"/>
                    <a:pt x="7282" y="65120"/>
                    <a:pt x="7229" y="65174"/>
                  </a:cubicBezTo>
                  <a:cubicBezTo>
                    <a:pt x="3808" y="68448"/>
                    <a:pt x="2908" y="73229"/>
                    <a:pt x="2681" y="76123"/>
                  </a:cubicBezTo>
                  <a:cubicBezTo>
                    <a:pt x="1174" y="67641"/>
                    <a:pt x="4195" y="62540"/>
                    <a:pt x="6882" y="57992"/>
                  </a:cubicBezTo>
                  <a:cubicBezTo>
                    <a:pt x="7236" y="57398"/>
                    <a:pt x="7569" y="56838"/>
                    <a:pt x="7882" y="56278"/>
                  </a:cubicBezTo>
                  <a:cubicBezTo>
                    <a:pt x="10537" y="51577"/>
                    <a:pt x="10163" y="48142"/>
                    <a:pt x="9636" y="43388"/>
                  </a:cubicBezTo>
                  <a:cubicBezTo>
                    <a:pt x="9563" y="42754"/>
                    <a:pt x="9483" y="42107"/>
                    <a:pt x="9416" y="41414"/>
                  </a:cubicBezTo>
                  <a:cubicBezTo>
                    <a:pt x="9330" y="40480"/>
                    <a:pt x="9149" y="39347"/>
                    <a:pt x="8949" y="38040"/>
                  </a:cubicBezTo>
                  <a:cubicBezTo>
                    <a:pt x="7936" y="31311"/>
                    <a:pt x="6229" y="20068"/>
                    <a:pt x="12277" y="13213"/>
                  </a:cubicBezTo>
                  <a:cubicBezTo>
                    <a:pt x="16636" y="8277"/>
                    <a:pt x="21655" y="7313"/>
                    <a:pt x="24910" y="7313"/>
                  </a:cubicBezTo>
                  <a:cubicBezTo>
                    <a:pt x="26884" y="7313"/>
                    <a:pt x="28210" y="7667"/>
                    <a:pt x="28348" y="7705"/>
                  </a:cubicBezTo>
                  <a:cubicBezTo>
                    <a:pt x="28375" y="7714"/>
                    <a:pt x="28403" y="7718"/>
                    <a:pt x="28431" y="7718"/>
                  </a:cubicBezTo>
                  <a:cubicBezTo>
                    <a:pt x="28510" y="7718"/>
                    <a:pt x="28587" y="7683"/>
                    <a:pt x="28641" y="7618"/>
                  </a:cubicBezTo>
                  <a:cubicBezTo>
                    <a:pt x="28708" y="7538"/>
                    <a:pt x="28735" y="7432"/>
                    <a:pt x="28701" y="7332"/>
                  </a:cubicBezTo>
                  <a:cubicBezTo>
                    <a:pt x="28175" y="5871"/>
                    <a:pt x="26988" y="4818"/>
                    <a:pt x="25954" y="3897"/>
                  </a:cubicBezTo>
                  <a:cubicBezTo>
                    <a:pt x="25134" y="3164"/>
                    <a:pt x="24347" y="2470"/>
                    <a:pt x="24120" y="1743"/>
                  </a:cubicBezTo>
                  <a:cubicBezTo>
                    <a:pt x="24033" y="1463"/>
                    <a:pt x="23847" y="1003"/>
                    <a:pt x="24320" y="703"/>
                  </a:cubicBezTo>
                  <a:cubicBezTo>
                    <a:pt x="24446" y="625"/>
                    <a:pt x="24610" y="583"/>
                    <a:pt x="24802" y="583"/>
                  </a:cubicBezTo>
                  <a:close/>
                  <a:moveTo>
                    <a:pt x="24797" y="1"/>
                  </a:moveTo>
                  <a:cubicBezTo>
                    <a:pt x="24490" y="1"/>
                    <a:pt x="24223" y="73"/>
                    <a:pt x="24013" y="203"/>
                  </a:cubicBezTo>
                  <a:cubicBezTo>
                    <a:pt x="23500" y="516"/>
                    <a:pt x="23333" y="1163"/>
                    <a:pt x="23567" y="1917"/>
                  </a:cubicBezTo>
                  <a:cubicBezTo>
                    <a:pt x="23847" y="2804"/>
                    <a:pt x="24707" y="3564"/>
                    <a:pt x="25567" y="4331"/>
                  </a:cubicBezTo>
                  <a:cubicBezTo>
                    <a:pt x="26427" y="5098"/>
                    <a:pt x="27381" y="5945"/>
                    <a:pt x="27935" y="7012"/>
                  </a:cubicBezTo>
                  <a:cubicBezTo>
                    <a:pt x="27336" y="6895"/>
                    <a:pt x="26306" y="6747"/>
                    <a:pt x="24999" y="6747"/>
                  </a:cubicBezTo>
                  <a:cubicBezTo>
                    <a:pt x="21605" y="6747"/>
                    <a:pt x="16333" y="7740"/>
                    <a:pt x="11837" y="12833"/>
                  </a:cubicBezTo>
                  <a:cubicBezTo>
                    <a:pt x="5609" y="19882"/>
                    <a:pt x="7342" y="31305"/>
                    <a:pt x="8376" y="38120"/>
                  </a:cubicBezTo>
                  <a:cubicBezTo>
                    <a:pt x="8576" y="39427"/>
                    <a:pt x="8756" y="40554"/>
                    <a:pt x="8843" y="41474"/>
                  </a:cubicBezTo>
                  <a:cubicBezTo>
                    <a:pt x="8909" y="42161"/>
                    <a:pt x="8983" y="42821"/>
                    <a:pt x="9056" y="43448"/>
                  </a:cubicBezTo>
                  <a:cubicBezTo>
                    <a:pt x="9590" y="48262"/>
                    <a:pt x="9943" y="51450"/>
                    <a:pt x="7376" y="55985"/>
                  </a:cubicBezTo>
                  <a:cubicBezTo>
                    <a:pt x="7062" y="56545"/>
                    <a:pt x="6735" y="57098"/>
                    <a:pt x="6389" y="57692"/>
                  </a:cubicBezTo>
                  <a:cubicBezTo>
                    <a:pt x="3541" y="62506"/>
                    <a:pt x="0" y="68488"/>
                    <a:pt x="2648" y="78677"/>
                  </a:cubicBezTo>
                  <a:cubicBezTo>
                    <a:pt x="2683" y="78832"/>
                    <a:pt x="2805" y="78902"/>
                    <a:pt x="2928" y="78902"/>
                  </a:cubicBezTo>
                  <a:cubicBezTo>
                    <a:pt x="3086" y="78902"/>
                    <a:pt x="3247" y="78786"/>
                    <a:pt x="3228" y="78584"/>
                  </a:cubicBezTo>
                  <a:cubicBezTo>
                    <a:pt x="3221" y="78510"/>
                    <a:pt x="2814" y="71595"/>
                    <a:pt x="6509" y="66827"/>
                  </a:cubicBezTo>
                  <a:lnTo>
                    <a:pt x="6509" y="66827"/>
                  </a:lnTo>
                  <a:cubicBezTo>
                    <a:pt x="5655" y="69381"/>
                    <a:pt x="4535" y="74796"/>
                    <a:pt x="7162" y="81825"/>
                  </a:cubicBezTo>
                  <a:cubicBezTo>
                    <a:pt x="10943" y="91961"/>
                    <a:pt x="17105" y="95588"/>
                    <a:pt x="30682" y="95682"/>
                  </a:cubicBezTo>
                  <a:lnTo>
                    <a:pt x="30875" y="95682"/>
                  </a:lnTo>
                  <a:cubicBezTo>
                    <a:pt x="36710" y="95682"/>
                    <a:pt x="42852" y="93928"/>
                    <a:pt x="47746" y="90854"/>
                  </a:cubicBezTo>
                  <a:cubicBezTo>
                    <a:pt x="53568" y="87199"/>
                    <a:pt x="57456" y="81918"/>
                    <a:pt x="59010" y="75563"/>
                  </a:cubicBezTo>
                  <a:cubicBezTo>
                    <a:pt x="59850" y="72122"/>
                    <a:pt x="60003" y="68348"/>
                    <a:pt x="59470" y="64347"/>
                  </a:cubicBezTo>
                  <a:lnTo>
                    <a:pt x="59470" y="64347"/>
                  </a:lnTo>
                  <a:cubicBezTo>
                    <a:pt x="60350" y="64860"/>
                    <a:pt x="62257" y="66287"/>
                    <a:pt x="63184" y="69328"/>
                  </a:cubicBezTo>
                  <a:cubicBezTo>
                    <a:pt x="63224" y="69455"/>
                    <a:pt x="63337" y="69535"/>
                    <a:pt x="63471" y="69541"/>
                  </a:cubicBezTo>
                  <a:cubicBezTo>
                    <a:pt x="63597" y="69535"/>
                    <a:pt x="63704" y="69455"/>
                    <a:pt x="63744" y="69328"/>
                  </a:cubicBezTo>
                  <a:cubicBezTo>
                    <a:pt x="63811" y="69108"/>
                    <a:pt x="65271" y="63727"/>
                    <a:pt x="61970" y="57011"/>
                  </a:cubicBezTo>
                  <a:cubicBezTo>
                    <a:pt x="58736" y="50423"/>
                    <a:pt x="58243" y="43621"/>
                    <a:pt x="57642" y="32178"/>
                  </a:cubicBezTo>
                  <a:cubicBezTo>
                    <a:pt x="57236" y="24316"/>
                    <a:pt x="56476" y="9699"/>
                    <a:pt x="41405" y="7185"/>
                  </a:cubicBezTo>
                  <a:cubicBezTo>
                    <a:pt x="39880" y="6937"/>
                    <a:pt x="38232" y="6811"/>
                    <a:pt x="36473" y="6811"/>
                  </a:cubicBezTo>
                  <a:cubicBezTo>
                    <a:pt x="34926" y="6811"/>
                    <a:pt x="33293" y="6908"/>
                    <a:pt x="31582" y="7105"/>
                  </a:cubicBezTo>
                  <a:cubicBezTo>
                    <a:pt x="31549" y="6711"/>
                    <a:pt x="31542" y="5931"/>
                    <a:pt x="32396" y="4964"/>
                  </a:cubicBezTo>
                  <a:cubicBezTo>
                    <a:pt x="33243" y="3997"/>
                    <a:pt x="33563" y="3244"/>
                    <a:pt x="33329" y="2730"/>
                  </a:cubicBezTo>
                  <a:cubicBezTo>
                    <a:pt x="33209" y="2484"/>
                    <a:pt x="32916" y="2184"/>
                    <a:pt x="32176" y="2184"/>
                  </a:cubicBezTo>
                  <a:cubicBezTo>
                    <a:pt x="31562" y="2184"/>
                    <a:pt x="30969" y="2484"/>
                    <a:pt x="30502" y="3037"/>
                  </a:cubicBezTo>
                  <a:cubicBezTo>
                    <a:pt x="30182" y="3404"/>
                    <a:pt x="29748" y="4111"/>
                    <a:pt x="29615" y="5304"/>
                  </a:cubicBezTo>
                  <a:cubicBezTo>
                    <a:pt x="29115" y="3971"/>
                    <a:pt x="28341" y="2284"/>
                    <a:pt x="27294" y="1263"/>
                  </a:cubicBezTo>
                  <a:cubicBezTo>
                    <a:pt x="26377" y="364"/>
                    <a:pt x="25485" y="1"/>
                    <a:pt x="2479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" name="Google Shape;1911;p36"/>
            <p:cNvSpPr/>
            <p:nvPr/>
          </p:nvSpPr>
          <p:spPr>
            <a:xfrm>
              <a:off x="1128978" y="1282624"/>
              <a:ext cx="1642482" cy="2659779"/>
            </a:xfrm>
            <a:custGeom>
              <a:avLst/>
              <a:gdLst/>
              <a:ahLst/>
              <a:cxnLst/>
              <a:rect l="l" t="t" r="r" b="b"/>
              <a:pathLst>
                <a:path w="58723" h="95094" extrusionOk="0">
                  <a:moveTo>
                    <a:pt x="24797" y="0"/>
                  </a:moveTo>
                  <a:cubicBezTo>
                    <a:pt x="24005" y="0"/>
                    <a:pt x="23542" y="573"/>
                    <a:pt x="23847" y="1542"/>
                  </a:cubicBezTo>
                  <a:cubicBezTo>
                    <a:pt x="24400" y="3282"/>
                    <a:pt x="27508" y="4569"/>
                    <a:pt x="28428" y="7137"/>
                  </a:cubicBezTo>
                  <a:cubicBezTo>
                    <a:pt x="28342" y="7111"/>
                    <a:pt x="26935" y="6697"/>
                    <a:pt x="24817" y="6697"/>
                  </a:cubicBezTo>
                  <a:cubicBezTo>
                    <a:pt x="21522" y="6697"/>
                    <a:pt x="16505" y="7699"/>
                    <a:pt x="12064" y="12725"/>
                  </a:cubicBezTo>
                  <a:cubicBezTo>
                    <a:pt x="4768" y="20987"/>
                    <a:pt x="8536" y="35277"/>
                    <a:pt x="9129" y="41152"/>
                  </a:cubicBezTo>
                  <a:cubicBezTo>
                    <a:pt x="9723" y="47027"/>
                    <a:pt x="10577" y="50615"/>
                    <a:pt x="7629" y="55843"/>
                  </a:cubicBezTo>
                  <a:cubicBezTo>
                    <a:pt x="4675" y="61064"/>
                    <a:pt x="0" y="67026"/>
                    <a:pt x="2934" y="78302"/>
                  </a:cubicBezTo>
                  <a:cubicBezTo>
                    <a:pt x="2934" y="78302"/>
                    <a:pt x="2388" y="69927"/>
                    <a:pt x="7429" y="65085"/>
                  </a:cubicBezTo>
                  <a:lnTo>
                    <a:pt x="7429" y="65085"/>
                  </a:lnTo>
                  <a:cubicBezTo>
                    <a:pt x="7429" y="65086"/>
                    <a:pt x="3762" y="71601"/>
                    <a:pt x="7429" y="81423"/>
                  </a:cubicBezTo>
                  <a:cubicBezTo>
                    <a:pt x="11097" y="91239"/>
                    <a:pt x="16892" y="95000"/>
                    <a:pt x="30682" y="95093"/>
                  </a:cubicBezTo>
                  <a:cubicBezTo>
                    <a:pt x="30746" y="95094"/>
                    <a:pt x="30810" y="95094"/>
                    <a:pt x="30874" y="95094"/>
                  </a:cubicBezTo>
                  <a:cubicBezTo>
                    <a:pt x="41889" y="95094"/>
                    <a:pt x="55401" y="88826"/>
                    <a:pt x="58723" y="75201"/>
                  </a:cubicBezTo>
                  <a:cubicBezTo>
                    <a:pt x="54188" y="69900"/>
                    <a:pt x="50114" y="69947"/>
                    <a:pt x="47820" y="69246"/>
                  </a:cubicBezTo>
                  <a:cubicBezTo>
                    <a:pt x="45306" y="68460"/>
                    <a:pt x="47807" y="62698"/>
                    <a:pt x="40711" y="60164"/>
                  </a:cubicBezTo>
                  <a:cubicBezTo>
                    <a:pt x="36734" y="58744"/>
                    <a:pt x="29168" y="58291"/>
                    <a:pt x="22643" y="58291"/>
                  </a:cubicBezTo>
                  <a:cubicBezTo>
                    <a:pt x="17528" y="58291"/>
                    <a:pt x="13053" y="58569"/>
                    <a:pt x="11450" y="58877"/>
                  </a:cubicBezTo>
                  <a:cubicBezTo>
                    <a:pt x="11034" y="58957"/>
                    <a:pt x="10706" y="58996"/>
                    <a:pt x="10453" y="58996"/>
                  </a:cubicBezTo>
                  <a:cubicBezTo>
                    <a:pt x="8500" y="58996"/>
                    <a:pt x="11071" y="56689"/>
                    <a:pt x="12064" y="53536"/>
                  </a:cubicBezTo>
                  <a:cubicBezTo>
                    <a:pt x="13177" y="49981"/>
                    <a:pt x="10230" y="36651"/>
                    <a:pt x="9770" y="33017"/>
                  </a:cubicBezTo>
                  <a:cubicBezTo>
                    <a:pt x="9310" y="29383"/>
                    <a:pt x="8443" y="22614"/>
                    <a:pt x="13811" y="14445"/>
                  </a:cubicBezTo>
                  <a:cubicBezTo>
                    <a:pt x="17143" y="9375"/>
                    <a:pt x="20868" y="8520"/>
                    <a:pt x="24139" y="8520"/>
                  </a:cubicBezTo>
                  <a:cubicBezTo>
                    <a:pt x="25802" y="8520"/>
                    <a:pt x="27348" y="8741"/>
                    <a:pt x="28665" y="8741"/>
                  </a:cubicBezTo>
                  <a:cubicBezTo>
                    <a:pt x="28931" y="8741"/>
                    <a:pt x="29188" y="8732"/>
                    <a:pt x="29435" y="8710"/>
                  </a:cubicBezTo>
                  <a:cubicBezTo>
                    <a:pt x="33303" y="8370"/>
                    <a:pt x="41351" y="7183"/>
                    <a:pt x="41351" y="7183"/>
                  </a:cubicBezTo>
                  <a:cubicBezTo>
                    <a:pt x="39881" y="6938"/>
                    <a:pt x="38271" y="6809"/>
                    <a:pt x="36509" y="6809"/>
                  </a:cubicBezTo>
                  <a:cubicBezTo>
                    <a:pt x="34915" y="6809"/>
                    <a:pt x="33195" y="6915"/>
                    <a:pt x="31342" y="7137"/>
                  </a:cubicBezTo>
                  <a:cubicBezTo>
                    <a:pt x="31342" y="7137"/>
                    <a:pt x="30969" y="5850"/>
                    <a:pt x="32176" y="4476"/>
                  </a:cubicBezTo>
                  <a:cubicBezTo>
                    <a:pt x="33383" y="3102"/>
                    <a:pt x="33443" y="2182"/>
                    <a:pt x="32176" y="2182"/>
                  </a:cubicBezTo>
                  <a:cubicBezTo>
                    <a:pt x="30909" y="2182"/>
                    <a:pt x="29442" y="3742"/>
                    <a:pt x="29982" y="7130"/>
                  </a:cubicBezTo>
                  <a:cubicBezTo>
                    <a:pt x="29928" y="6877"/>
                    <a:pt x="28961" y="3009"/>
                    <a:pt x="27094" y="1175"/>
                  </a:cubicBezTo>
                  <a:cubicBezTo>
                    <a:pt x="26267" y="363"/>
                    <a:pt x="25428" y="0"/>
                    <a:pt x="24797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" name="Google Shape;1912;p36"/>
            <p:cNvSpPr/>
            <p:nvPr/>
          </p:nvSpPr>
          <p:spPr>
            <a:xfrm>
              <a:off x="1366779" y="1871476"/>
              <a:ext cx="16642" cy="275141"/>
            </a:xfrm>
            <a:custGeom>
              <a:avLst/>
              <a:gdLst/>
              <a:ahLst/>
              <a:cxnLst/>
              <a:rect l="l" t="t" r="r" b="b"/>
              <a:pathLst>
                <a:path w="595" h="9837" extrusionOk="0">
                  <a:moveTo>
                    <a:pt x="361" y="1"/>
                  </a:moveTo>
                  <a:lnTo>
                    <a:pt x="361" y="1"/>
                  </a:lnTo>
                  <a:cubicBezTo>
                    <a:pt x="107" y="1634"/>
                    <a:pt x="1" y="3282"/>
                    <a:pt x="54" y="4929"/>
                  </a:cubicBezTo>
                  <a:cubicBezTo>
                    <a:pt x="81" y="6576"/>
                    <a:pt x="261" y="8223"/>
                    <a:pt x="594" y="9837"/>
                  </a:cubicBezTo>
                  <a:cubicBezTo>
                    <a:pt x="474" y="8196"/>
                    <a:pt x="387" y="6556"/>
                    <a:pt x="341" y="4922"/>
                  </a:cubicBezTo>
                  <a:cubicBezTo>
                    <a:pt x="301" y="3288"/>
                    <a:pt x="327" y="1648"/>
                    <a:pt x="3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" name="Google Shape;1913;p36"/>
            <p:cNvSpPr/>
            <p:nvPr/>
          </p:nvSpPr>
          <p:spPr>
            <a:xfrm>
              <a:off x="1390666" y="1769833"/>
              <a:ext cx="20530" cy="65674"/>
            </a:xfrm>
            <a:custGeom>
              <a:avLst/>
              <a:gdLst/>
              <a:ahLst/>
              <a:cxnLst/>
              <a:rect l="l" t="t" r="r" b="b"/>
              <a:pathLst>
                <a:path w="734" h="2348" extrusionOk="0">
                  <a:moveTo>
                    <a:pt x="734" y="0"/>
                  </a:moveTo>
                  <a:lnTo>
                    <a:pt x="734" y="0"/>
                  </a:lnTo>
                  <a:cubicBezTo>
                    <a:pt x="467" y="327"/>
                    <a:pt x="274" y="701"/>
                    <a:pt x="154" y="1101"/>
                  </a:cubicBezTo>
                  <a:cubicBezTo>
                    <a:pt x="34" y="1507"/>
                    <a:pt x="0" y="1928"/>
                    <a:pt x="47" y="2348"/>
                  </a:cubicBezTo>
                  <a:cubicBezTo>
                    <a:pt x="200" y="1968"/>
                    <a:pt x="334" y="1581"/>
                    <a:pt x="440" y="1187"/>
                  </a:cubicBezTo>
                  <a:cubicBezTo>
                    <a:pt x="560" y="801"/>
                    <a:pt x="654" y="400"/>
                    <a:pt x="7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" name="Google Shape;1914;p36"/>
            <p:cNvSpPr/>
            <p:nvPr/>
          </p:nvSpPr>
          <p:spPr>
            <a:xfrm>
              <a:off x="1433544" y="1525319"/>
              <a:ext cx="255198" cy="231116"/>
            </a:xfrm>
            <a:custGeom>
              <a:avLst/>
              <a:gdLst/>
              <a:ahLst/>
              <a:cxnLst/>
              <a:rect l="l" t="t" r="r" b="b"/>
              <a:pathLst>
                <a:path w="9124" h="8263" extrusionOk="0">
                  <a:moveTo>
                    <a:pt x="9123" y="0"/>
                  </a:moveTo>
                  <a:lnTo>
                    <a:pt x="9123" y="0"/>
                  </a:lnTo>
                  <a:cubicBezTo>
                    <a:pt x="7170" y="767"/>
                    <a:pt x="5242" y="1761"/>
                    <a:pt x="3615" y="3121"/>
                  </a:cubicBezTo>
                  <a:cubicBezTo>
                    <a:pt x="1988" y="4475"/>
                    <a:pt x="614" y="6228"/>
                    <a:pt x="1" y="8262"/>
                  </a:cubicBezTo>
                  <a:cubicBezTo>
                    <a:pt x="834" y="6322"/>
                    <a:pt x="2195" y="4681"/>
                    <a:pt x="3809" y="3341"/>
                  </a:cubicBezTo>
                  <a:cubicBezTo>
                    <a:pt x="5416" y="2001"/>
                    <a:pt x="7256" y="974"/>
                    <a:pt x="912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" name="Google Shape;1915;p36"/>
            <p:cNvSpPr/>
            <p:nvPr/>
          </p:nvSpPr>
          <p:spPr>
            <a:xfrm>
              <a:off x="1747843" y="1495391"/>
              <a:ext cx="191762" cy="30879"/>
            </a:xfrm>
            <a:custGeom>
              <a:avLst/>
              <a:gdLst/>
              <a:ahLst/>
              <a:cxnLst/>
              <a:rect l="l" t="t" r="r" b="b"/>
              <a:pathLst>
                <a:path w="6856" h="1104" extrusionOk="0">
                  <a:moveTo>
                    <a:pt x="4657" y="0"/>
                  </a:moveTo>
                  <a:cubicBezTo>
                    <a:pt x="4216" y="0"/>
                    <a:pt x="3775" y="19"/>
                    <a:pt x="3335" y="56"/>
                  </a:cubicBezTo>
                  <a:cubicBezTo>
                    <a:pt x="2741" y="83"/>
                    <a:pt x="2154" y="163"/>
                    <a:pt x="1581" y="303"/>
                  </a:cubicBezTo>
                  <a:cubicBezTo>
                    <a:pt x="1007" y="457"/>
                    <a:pt x="440" y="703"/>
                    <a:pt x="0" y="1103"/>
                  </a:cubicBezTo>
                  <a:cubicBezTo>
                    <a:pt x="1021" y="497"/>
                    <a:pt x="2201" y="437"/>
                    <a:pt x="3355" y="343"/>
                  </a:cubicBezTo>
                  <a:cubicBezTo>
                    <a:pt x="4515" y="256"/>
                    <a:pt x="5682" y="210"/>
                    <a:pt x="6855" y="156"/>
                  </a:cubicBezTo>
                  <a:cubicBezTo>
                    <a:pt x="6126" y="52"/>
                    <a:pt x="5392" y="0"/>
                    <a:pt x="465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0" name="Google Shape;1916;p36"/>
            <p:cNvSpPr/>
            <p:nvPr/>
          </p:nvSpPr>
          <p:spPr>
            <a:xfrm>
              <a:off x="1820005" y="1306566"/>
              <a:ext cx="69785" cy="71240"/>
            </a:xfrm>
            <a:custGeom>
              <a:avLst/>
              <a:gdLst/>
              <a:ahLst/>
              <a:cxnLst/>
              <a:rect l="l" t="t" r="r" b="b"/>
              <a:pathLst>
                <a:path w="2495" h="2547" extrusionOk="0">
                  <a:moveTo>
                    <a:pt x="306" y="0"/>
                  </a:moveTo>
                  <a:cubicBezTo>
                    <a:pt x="232" y="0"/>
                    <a:pt x="163" y="68"/>
                    <a:pt x="134" y="126"/>
                  </a:cubicBezTo>
                  <a:cubicBezTo>
                    <a:pt x="81" y="206"/>
                    <a:pt x="48" y="286"/>
                    <a:pt x="34" y="379"/>
                  </a:cubicBezTo>
                  <a:cubicBezTo>
                    <a:pt x="1" y="552"/>
                    <a:pt x="21" y="739"/>
                    <a:pt x="88" y="906"/>
                  </a:cubicBezTo>
                  <a:cubicBezTo>
                    <a:pt x="208" y="1226"/>
                    <a:pt x="421" y="1513"/>
                    <a:pt x="695" y="1726"/>
                  </a:cubicBezTo>
                  <a:cubicBezTo>
                    <a:pt x="1221" y="2146"/>
                    <a:pt x="1841" y="2453"/>
                    <a:pt x="2495" y="2546"/>
                  </a:cubicBezTo>
                  <a:cubicBezTo>
                    <a:pt x="1921" y="2253"/>
                    <a:pt x="1388" y="1899"/>
                    <a:pt x="888" y="1506"/>
                  </a:cubicBezTo>
                  <a:cubicBezTo>
                    <a:pt x="641" y="1319"/>
                    <a:pt x="441" y="1079"/>
                    <a:pt x="294" y="813"/>
                  </a:cubicBezTo>
                  <a:cubicBezTo>
                    <a:pt x="214" y="679"/>
                    <a:pt x="174" y="532"/>
                    <a:pt x="174" y="386"/>
                  </a:cubicBezTo>
                  <a:cubicBezTo>
                    <a:pt x="174" y="312"/>
                    <a:pt x="181" y="232"/>
                    <a:pt x="201" y="159"/>
                  </a:cubicBezTo>
                  <a:cubicBezTo>
                    <a:pt x="221" y="92"/>
                    <a:pt x="254" y="12"/>
                    <a:pt x="341" y="6"/>
                  </a:cubicBezTo>
                  <a:cubicBezTo>
                    <a:pt x="329" y="2"/>
                    <a:pt x="318" y="0"/>
                    <a:pt x="30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4" name="Google Shape;1917;p36"/>
            <p:cNvSpPr/>
            <p:nvPr/>
          </p:nvSpPr>
          <p:spPr>
            <a:xfrm>
              <a:off x="1983042" y="1367345"/>
              <a:ext cx="40109" cy="84497"/>
            </a:xfrm>
            <a:custGeom>
              <a:avLst/>
              <a:gdLst/>
              <a:ahLst/>
              <a:cxnLst/>
              <a:rect l="l" t="t" r="r" b="b"/>
              <a:pathLst>
                <a:path w="1434" h="3021" extrusionOk="0">
                  <a:moveTo>
                    <a:pt x="1233" y="0"/>
                  </a:moveTo>
                  <a:cubicBezTo>
                    <a:pt x="1141" y="0"/>
                    <a:pt x="1051" y="29"/>
                    <a:pt x="974" y="87"/>
                  </a:cubicBezTo>
                  <a:cubicBezTo>
                    <a:pt x="840" y="180"/>
                    <a:pt x="727" y="293"/>
                    <a:pt x="640" y="420"/>
                  </a:cubicBezTo>
                  <a:cubicBezTo>
                    <a:pt x="467" y="673"/>
                    <a:pt x="334" y="940"/>
                    <a:pt x="234" y="1227"/>
                  </a:cubicBezTo>
                  <a:cubicBezTo>
                    <a:pt x="20" y="1807"/>
                    <a:pt x="0" y="2434"/>
                    <a:pt x="167" y="3021"/>
                  </a:cubicBezTo>
                  <a:cubicBezTo>
                    <a:pt x="207" y="2441"/>
                    <a:pt x="327" y="1874"/>
                    <a:pt x="507" y="1320"/>
                  </a:cubicBezTo>
                  <a:cubicBezTo>
                    <a:pt x="594" y="1053"/>
                    <a:pt x="707" y="787"/>
                    <a:pt x="840" y="540"/>
                  </a:cubicBezTo>
                  <a:cubicBezTo>
                    <a:pt x="900" y="413"/>
                    <a:pt x="974" y="300"/>
                    <a:pt x="1067" y="200"/>
                  </a:cubicBezTo>
                  <a:cubicBezTo>
                    <a:pt x="1145" y="98"/>
                    <a:pt x="1266" y="45"/>
                    <a:pt x="1392" y="45"/>
                  </a:cubicBezTo>
                  <a:cubicBezTo>
                    <a:pt x="1406" y="45"/>
                    <a:pt x="1420" y="45"/>
                    <a:pt x="1434" y="47"/>
                  </a:cubicBezTo>
                  <a:cubicBezTo>
                    <a:pt x="1369" y="16"/>
                    <a:pt x="1301" y="0"/>
                    <a:pt x="123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5" name="Google Shape;1918;p36"/>
            <p:cNvSpPr/>
            <p:nvPr/>
          </p:nvSpPr>
          <p:spPr>
            <a:xfrm>
              <a:off x="1302448" y="2802933"/>
              <a:ext cx="99797" cy="208572"/>
            </a:xfrm>
            <a:custGeom>
              <a:avLst/>
              <a:gdLst/>
              <a:ahLst/>
              <a:cxnLst/>
              <a:rect l="l" t="t" r="r" b="b"/>
              <a:pathLst>
                <a:path w="3568" h="7457" extrusionOk="0">
                  <a:moveTo>
                    <a:pt x="3568" y="1"/>
                  </a:moveTo>
                  <a:lnTo>
                    <a:pt x="3568" y="1"/>
                  </a:lnTo>
                  <a:cubicBezTo>
                    <a:pt x="3054" y="1301"/>
                    <a:pt x="2207" y="2395"/>
                    <a:pt x="1440" y="3562"/>
                  </a:cubicBezTo>
                  <a:cubicBezTo>
                    <a:pt x="1054" y="4142"/>
                    <a:pt x="714" y="4762"/>
                    <a:pt x="433" y="5402"/>
                  </a:cubicBezTo>
                  <a:cubicBezTo>
                    <a:pt x="153" y="6049"/>
                    <a:pt x="7" y="6749"/>
                    <a:pt x="0" y="7456"/>
                  </a:cubicBezTo>
                  <a:cubicBezTo>
                    <a:pt x="220" y="6062"/>
                    <a:pt x="934" y="4869"/>
                    <a:pt x="1680" y="3715"/>
                  </a:cubicBezTo>
                  <a:cubicBezTo>
                    <a:pt x="2067" y="3135"/>
                    <a:pt x="2447" y="2562"/>
                    <a:pt x="2794" y="1941"/>
                  </a:cubicBezTo>
                  <a:cubicBezTo>
                    <a:pt x="3148" y="1335"/>
                    <a:pt x="3408" y="681"/>
                    <a:pt x="356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6" name="Google Shape;1919;p36"/>
            <p:cNvSpPr/>
            <p:nvPr/>
          </p:nvSpPr>
          <p:spPr>
            <a:xfrm>
              <a:off x="1418832" y="2634330"/>
              <a:ext cx="17369" cy="144018"/>
            </a:xfrm>
            <a:custGeom>
              <a:avLst/>
              <a:gdLst/>
              <a:ahLst/>
              <a:cxnLst/>
              <a:rect l="l" t="t" r="r" b="b"/>
              <a:pathLst>
                <a:path w="621" h="5149" extrusionOk="0">
                  <a:moveTo>
                    <a:pt x="407" y="1"/>
                  </a:moveTo>
                  <a:cubicBezTo>
                    <a:pt x="347" y="867"/>
                    <a:pt x="307" y="1728"/>
                    <a:pt x="247" y="2581"/>
                  </a:cubicBezTo>
                  <a:cubicBezTo>
                    <a:pt x="194" y="3428"/>
                    <a:pt x="80" y="4282"/>
                    <a:pt x="0" y="5149"/>
                  </a:cubicBezTo>
                  <a:cubicBezTo>
                    <a:pt x="294" y="4322"/>
                    <a:pt x="480" y="3468"/>
                    <a:pt x="540" y="2595"/>
                  </a:cubicBezTo>
                  <a:cubicBezTo>
                    <a:pt x="620" y="1728"/>
                    <a:pt x="574" y="854"/>
                    <a:pt x="40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7" name="Google Shape;1920;p36"/>
            <p:cNvSpPr/>
            <p:nvPr/>
          </p:nvSpPr>
          <p:spPr>
            <a:xfrm>
              <a:off x="2207418" y="2891150"/>
              <a:ext cx="23523" cy="76694"/>
            </a:xfrm>
            <a:custGeom>
              <a:avLst/>
              <a:gdLst/>
              <a:ahLst/>
              <a:cxnLst/>
              <a:rect l="l" t="t" r="r" b="b"/>
              <a:pathLst>
                <a:path w="841" h="2742" extrusionOk="0">
                  <a:moveTo>
                    <a:pt x="280" y="1"/>
                  </a:moveTo>
                  <a:cubicBezTo>
                    <a:pt x="87" y="474"/>
                    <a:pt x="0" y="988"/>
                    <a:pt x="20" y="1508"/>
                  </a:cubicBezTo>
                  <a:cubicBezTo>
                    <a:pt x="27" y="1775"/>
                    <a:pt x="87" y="2042"/>
                    <a:pt x="207" y="2282"/>
                  </a:cubicBezTo>
                  <a:cubicBezTo>
                    <a:pt x="320" y="2522"/>
                    <a:pt x="574" y="2742"/>
                    <a:pt x="841" y="2742"/>
                  </a:cubicBezTo>
                  <a:cubicBezTo>
                    <a:pt x="627" y="2622"/>
                    <a:pt x="474" y="2422"/>
                    <a:pt x="414" y="2188"/>
                  </a:cubicBezTo>
                  <a:cubicBezTo>
                    <a:pt x="347" y="1962"/>
                    <a:pt x="307" y="1728"/>
                    <a:pt x="307" y="1488"/>
                  </a:cubicBezTo>
                  <a:cubicBezTo>
                    <a:pt x="287" y="1008"/>
                    <a:pt x="307" y="508"/>
                    <a:pt x="2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" name="Google Shape;1921;p36"/>
            <p:cNvSpPr/>
            <p:nvPr/>
          </p:nvSpPr>
          <p:spPr>
            <a:xfrm>
              <a:off x="2250883" y="2779998"/>
              <a:ext cx="301433" cy="111572"/>
            </a:xfrm>
            <a:custGeom>
              <a:avLst/>
              <a:gdLst/>
              <a:ahLst/>
              <a:cxnLst/>
              <a:rect l="l" t="t" r="r" b="b"/>
              <a:pathLst>
                <a:path w="10777" h="3989" extrusionOk="0">
                  <a:moveTo>
                    <a:pt x="10776" y="1"/>
                  </a:moveTo>
                  <a:cubicBezTo>
                    <a:pt x="9189" y="1114"/>
                    <a:pt x="7462" y="2014"/>
                    <a:pt x="5642" y="2688"/>
                  </a:cubicBezTo>
                  <a:cubicBezTo>
                    <a:pt x="3828" y="3361"/>
                    <a:pt x="1927" y="3795"/>
                    <a:pt x="0" y="3988"/>
                  </a:cubicBezTo>
                  <a:cubicBezTo>
                    <a:pt x="36" y="3989"/>
                    <a:pt x="71" y="3989"/>
                    <a:pt x="107" y="3989"/>
                  </a:cubicBezTo>
                  <a:cubicBezTo>
                    <a:pt x="2031" y="3989"/>
                    <a:pt x="3941" y="3636"/>
                    <a:pt x="5742" y="2961"/>
                  </a:cubicBezTo>
                  <a:cubicBezTo>
                    <a:pt x="7582" y="2281"/>
                    <a:pt x="9309" y="1294"/>
                    <a:pt x="1077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9" name="Google Shape;1922;p36"/>
            <p:cNvSpPr/>
            <p:nvPr/>
          </p:nvSpPr>
          <p:spPr>
            <a:xfrm>
              <a:off x="2569629" y="2704283"/>
              <a:ext cx="44780" cy="54486"/>
            </a:xfrm>
            <a:custGeom>
              <a:avLst/>
              <a:gdLst/>
              <a:ahLst/>
              <a:cxnLst/>
              <a:rect l="l" t="t" r="r" b="b"/>
              <a:pathLst>
                <a:path w="1601" h="1948" extrusionOk="0">
                  <a:moveTo>
                    <a:pt x="1601" y="0"/>
                  </a:moveTo>
                  <a:cubicBezTo>
                    <a:pt x="921" y="514"/>
                    <a:pt x="367" y="1181"/>
                    <a:pt x="1" y="1947"/>
                  </a:cubicBezTo>
                  <a:cubicBezTo>
                    <a:pt x="341" y="1694"/>
                    <a:pt x="647" y="1394"/>
                    <a:pt x="907" y="1061"/>
                  </a:cubicBezTo>
                  <a:cubicBezTo>
                    <a:pt x="1187" y="740"/>
                    <a:pt x="1414" y="387"/>
                    <a:pt x="16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0" name="Google Shape;1923;p36"/>
            <p:cNvSpPr/>
            <p:nvPr/>
          </p:nvSpPr>
          <p:spPr>
            <a:xfrm>
              <a:off x="2299915" y="3009044"/>
              <a:ext cx="125557" cy="160240"/>
            </a:xfrm>
            <a:custGeom>
              <a:avLst/>
              <a:gdLst/>
              <a:ahLst/>
              <a:cxnLst/>
              <a:rect l="l" t="t" r="r" b="b"/>
              <a:pathLst>
                <a:path w="4489" h="5729" extrusionOk="0">
                  <a:moveTo>
                    <a:pt x="1" y="0"/>
                  </a:moveTo>
                  <a:cubicBezTo>
                    <a:pt x="968" y="821"/>
                    <a:pt x="1941" y="1621"/>
                    <a:pt x="2875" y="2461"/>
                  </a:cubicBezTo>
                  <a:cubicBezTo>
                    <a:pt x="3108" y="2661"/>
                    <a:pt x="3315" y="2881"/>
                    <a:pt x="3509" y="3128"/>
                  </a:cubicBezTo>
                  <a:cubicBezTo>
                    <a:pt x="3695" y="3368"/>
                    <a:pt x="3849" y="3635"/>
                    <a:pt x="3969" y="3921"/>
                  </a:cubicBezTo>
                  <a:cubicBezTo>
                    <a:pt x="4209" y="4488"/>
                    <a:pt x="4342" y="5108"/>
                    <a:pt x="4489" y="5729"/>
                  </a:cubicBezTo>
                  <a:cubicBezTo>
                    <a:pt x="4455" y="5095"/>
                    <a:pt x="4389" y="4455"/>
                    <a:pt x="4182" y="3835"/>
                  </a:cubicBezTo>
                  <a:cubicBezTo>
                    <a:pt x="4075" y="3521"/>
                    <a:pt x="3922" y="3228"/>
                    <a:pt x="3735" y="2961"/>
                  </a:cubicBezTo>
                  <a:cubicBezTo>
                    <a:pt x="3535" y="2701"/>
                    <a:pt x="3315" y="2461"/>
                    <a:pt x="3075" y="2241"/>
                  </a:cubicBezTo>
                  <a:cubicBezTo>
                    <a:pt x="2128" y="1394"/>
                    <a:pt x="1095" y="641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1" name="Google Shape;1924;p36"/>
            <p:cNvSpPr/>
            <p:nvPr/>
          </p:nvSpPr>
          <p:spPr>
            <a:xfrm>
              <a:off x="2378650" y="3041685"/>
              <a:ext cx="71631" cy="141221"/>
            </a:xfrm>
            <a:custGeom>
              <a:avLst/>
              <a:gdLst/>
              <a:ahLst/>
              <a:cxnLst/>
              <a:rect l="l" t="t" r="r" b="b"/>
              <a:pathLst>
                <a:path w="2561" h="5049" extrusionOk="0">
                  <a:moveTo>
                    <a:pt x="0" y="0"/>
                  </a:moveTo>
                  <a:lnTo>
                    <a:pt x="0" y="0"/>
                  </a:lnTo>
                  <a:cubicBezTo>
                    <a:pt x="807" y="561"/>
                    <a:pt x="1354" y="1374"/>
                    <a:pt x="1727" y="2261"/>
                  </a:cubicBezTo>
                  <a:cubicBezTo>
                    <a:pt x="2101" y="3141"/>
                    <a:pt x="2287" y="4102"/>
                    <a:pt x="2561" y="5048"/>
                  </a:cubicBezTo>
                  <a:cubicBezTo>
                    <a:pt x="2521" y="4068"/>
                    <a:pt x="2374" y="3075"/>
                    <a:pt x="1994" y="2141"/>
                  </a:cubicBezTo>
                  <a:cubicBezTo>
                    <a:pt x="1800" y="1674"/>
                    <a:pt x="1540" y="1247"/>
                    <a:pt x="1207" y="867"/>
                  </a:cubicBezTo>
                  <a:cubicBezTo>
                    <a:pt x="880" y="487"/>
                    <a:pt x="467" y="187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2" name="Google Shape;1925;p36"/>
            <p:cNvSpPr/>
            <p:nvPr/>
          </p:nvSpPr>
          <p:spPr>
            <a:xfrm>
              <a:off x="1404455" y="2011354"/>
              <a:ext cx="21677" cy="142535"/>
            </a:xfrm>
            <a:custGeom>
              <a:avLst/>
              <a:gdLst/>
              <a:ahLst/>
              <a:cxnLst/>
              <a:rect l="l" t="t" r="r" b="b"/>
              <a:pathLst>
                <a:path w="775" h="5096" extrusionOk="0">
                  <a:moveTo>
                    <a:pt x="374" y="1"/>
                  </a:moveTo>
                  <a:cubicBezTo>
                    <a:pt x="1" y="1701"/>
                    <a:pt x="141" y="3475"/>
                    <a:pt x="774" y="5096"/>
                  </a:cubicBezTo>
                  <a:cubicBezTo>
                    <a:pt x="661" y="4249"/>
                    <a:pt x="547" y="3415"/>
                    <a:pt x="481" y="2562"/>
                  </a:cubicBezTo>
                  <a:cubicBezTo>
                    <a:pt x="414" y="1715"/>
                    <a:pt x="394" y="868"/>
                    <a:pt x="37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" name="Google Shape;1926;p36"/>
            <p:cNvSpPr/>
            <p:nvPr/>
          </p:nvSpPr>
          <p:spPr>
            <a:xfrm>
              <a:off x="1435614" y="2067881"/>
              <a:ext cx="24446" cy="97755"/>
            </a:xfrm>
            <a:custGeom>
              <a:avLst/>
              <a:gdLst/>
              <a:ahLst/>
              <a:cxnLst/>
              <a:rect l="l" t="t" r="r" b="b"/>
              <a:pathLst>
                <a:path w="874" h="3495" extrusionOk="0">
                  <a:moveTo>
                    <a:pt x="114" y="1"/>
                  </a:moveTo>
                  <a:lnTo>
                    <a:pt x="114" y="1"/>
                  </a:lnTo>
                  <a:cubicBezTo>
                    <a:pt x="0" y="601"/>
                    <a:pt x="14" y="1221"/>
                    <a:pt x="147" y="1814"/>
                  </a:cubicBezTo>
                  <a:cubicBezTo>
                    <a:pt x="267" y="2421"/>
                    <a:pt x="514" y="2988"/>
                    <a:pt x="874" y="3495"/>
                  </a:cubicBezTo>
                  <a:cubicBezTo>
                    <a:pt x="714" y="2901"/>
                    <a:pt x="567" y="2334"/>
                    <a:pt x="434" y="1761"/>
                  </a:cubicBezTo>
                  <a:cubicBezTo>
                    <a:pt x="300" y="1181"/>
                    <a:pt x="214" y="601"/>
                    <a:pt x="11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4" name="Google Shape;1927;p36"/>
            <p:cNvSpPr/>
            <p:nvPr/>
          </p:nvSpPr>
          <p:spPr>
            <a:xfrm>
              <a:off x="1349802" y="2873445"/>
              <a:ext cx="66429" cy="103741"/>
            </a:xfrm>
            <a:custGeom>
              <a:avLst/>
              <a:gdLst/>
              <a:ahLst/>
              <a:cxnLst/>
              <a:rect l="l" t="t" r="r" b="b"/>
              <a:pathLst>
                <a:path w="2375" h="3709" extrusionOk="0">
                  <a:moveTo>
                    <a:pt x="2375" y="0"/>
                  </a:moveTo>
                  <a:lnTo>
                    <a:pt x="2375" y="0"/>
                  </a:lnTo>
                  <a:cubicBezTo>
                    <a:pt x="1655" y="301"/>
                    <a:pt x="1048" y="821"/>
                    <a:pt x="641" y="1488"/>
                  </a:cubicBezTo>
                  <a:cubicBezTo>
                    <a:pt x="234" y="2148"/>
                    <a:pt x="1" y="2941"/>
                    <a:pt x="67" y="3708"/>
                  </a:cubicBezTo>
                  <a:cubicBezTo>
                    <a:pt x="214" y="2975"/>
                    <a:pt x="494" y="2281"/>
                    <a:pt x="881" y="1648"/>
                  </a:cubicBezTo>
                  <a:cubicBezTo>
                    <a:pt x="1281" y="1014"/>
                    <a:pt x="1788" y="461"/>
                    <a:pt x="237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5" name="Google Shape;1928;p36"/>
            <p:cNvSpPr/>
            <p:nvPr/>
          </p:nvSpPr>
          <p:spPr>
            <a:xfrm>
              <a:off x="1404259" y="2898451"/>
              <a:ext cx="28026" cy="44976"/>
            </a:xfrm>
            <a:custGeom>
              <a:avLst/>
              <a:gdLst/>
              <a:ahLst/>
              <a:cxnLst/>
              <a:rect l="l" t="t" r="r" b="b"/>
              <a:pathLst>
                <a:path w="1002" h="1608" extrusionOk="0">
                  <a:moveTo>
                    <a:pt x="1001" y="0"/>
                  </a:moveTo>
                  <a:lnTo>
                    <a:pt x="1001" y="0"/>
                  </a:lnTo>
                  <a:cubicBezTo>
                    <a:pt x="361" y="247"/>
                    <a:pt x="1" y="934"/>
                    <a:pt x="161" y="1607"/>
                  </a:cubicBezTo>
                  <a:cubicBezTo>
                    <a:pt x="274" y="1320"/>
                    <a:pt x="394" y="1047"/>
                    <a:pt x="534" y="780"/>
                  </a:cubicBezTo>
                  <a:cubicBezTo>
                    <a:pt x="668" y="520"/>
                    <a:pt x="828" y="287"/>
                    <a:pt x="10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6" name="Google Shape;1929;p36"/>
            <p:cNvSpPr/>
            <p:nvPr/>
          </p:nvSpPr>
          <p:spPr>
            <a:xfrm>
              <a:off x="2716779" y="2683585"/>
              <a:ext cx="48920" cy="300118"/>
            </a:xfrm>
            <a:custGeom>
              <a:avLst/>
              <a:gdLst/>
              <a:ahLst/>
              <a:cxnLst/>
              <a:rect l="l" t="t" r="r" b="b"/>
              <a:pathLst>
                <a:path w="1749" h="10730" extrusionOk="0">
                  <a:moveTo>
                    <a:pt x="581" y="0"/>
                  </a:moveTo>
                  <a:lnTo>
                    <a:pt x="581" y="0"/>
                  </a:lnTo>
                  <a:cubicBezTo>
                    <a:pt x="188" y="1827"/>
                    <a:pt x="1" y="3688"/>
                    <a:pt x="21" y="5548"/>
                  </a:cubicBezTo>
                  <a:cubicBezTo>
                    <a:pt x="21" y="6475"/>
                    <a:pt x="108" y="7429"/>
                    <a:pt x="341" y="8336"/>
                  </a:cubicBezTo>
                  <a:cubicBezTo>
                    <a:pt x="574" y="9242"/>
                    <a:pt x="1035" y="10129"/>
                    <a:pt x="1748" y="10730"/>
                  </a:cubicBezTo>
                  <a:cubicBezTo>
                    <a:pt x="1115" y="10043"/>
                    <a:pt x="754" y="9176"/>
                    <a:pt x="554" y="8289"/>
                  </a:cubicBezTo>
                  <a:cubicBezTo>
                    <a:pt x="354" y="7395"/>
                    <a:pt x="314" y="6468"/>
                    <a:pt x="308" y="5555"/>
                  </a:cubicBezTo>
                  <a:cubicBezTo>
                    <a:pt x="301" y="3701"/>
                    <a:pt x="414" y="1854"/>
                    <a:pt x="58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7" name="Google Shape;1930;p36"/>
            <p:cNvSpPr/>
            <p:nvPr/>
          </p:nvSpPr>
          <p:spPr>
            <a:xfrm>
              <a:off x="1761828" y="1725249"/>
              <a:ext cx="63072" cy="86959"/>
            </a:xfrm>
            <a:custGeom>
              <a:avLst/>
              <a:gdLst/>
              <a:ahLst/>
              <a:cxnLst/>
              <a:rect l="l" t="t" r="r" b="b"/>
              <a:pathLst>
                <a:path w="2255" h="3109" extrusionOk="0">
                  <a:moveTo>
                    <a:pt x="2254" y="1"/>
                  </a:moveTo>
                  <a:lnTo>
                    <a:pt x="2254" y="1"/>
                  </a:lnTo>
                  <a:cubicBezTo>
                    <a:pt x="1694" y="347"/>
                    <a:pt x="1207" y="794"/>
                    <a:pt x="821" y="1328"/>
                  </a:cubicBezTo>
                  <a:cubicBezTo>
                    <a:pt x="427" y="1861"/>
                    <a:pt x="147" y="2461"/>
                    <a:pt x="0" y="3108"/>
                  </a:cubicBezTo>
                  <a:cubicBezTo>
                    <a:pt x="347" y="2555"/>
                    <a:pt x="681" y="2021"/>
                    <a:pt x="1054" y="1501"/>
                  </a:cubicBezTo>
                  <a:cubicBezTo>
                    <a:pt x="1434" y="988"/>
                    <a:pt x="1841" y="514"/>
                    <a:pt x="225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8" name="Google Shape;1931;p36"/>
            <p:cNvSpPr/>
            <p:nvPr/>
          </p:nvSpPr>
          <p:spPr>
            <a:xfrm>
              <a:off x="1989000" y="1686650"/>
              <a:ext cx="9929" cy="83770"/>
            </a:xfrm>
            <a:custGeom>
              <a:avLst/>
              <a:gdLst/>
              <a:ahLst/>
              <a:cxnLst/>
              <a:rect l="l" t="t" r="r" b="b"/>
              <a:pathLst>
                <a:path w="355" h="2995" extrusionOk="0">
                  <a:moveTo>
                    <a:pt x="354" y="0"/>
                  </a:moveTo>
                  <a:cubicBezTo>
                    <a:pt x="141" y="467"/>
                    <a:pt x="27" y="974"/>
                    <a:pt x="21" y="1487"/>
                  </a:cubicBezTo>
                  <a:cubicBezTo>
                    <a:pt x="1" y="2001"/>
                    <a:pt x="87" y="2514"/>
                    <a:pt x="281" y="2994"/>
                  </a:cubicBezTo>
                  <a:cubicBezTo>
                    <a:pt x="301" y="2474"/>
                    <a:pt x="301" y="1987"/>
                    <a:pt x="314" y="1494"/>
                  </a:cubicBezTo>
                  <a:cubicBezTo>
                    <a:pt x="321" y="1001"/>
                    <a:pt x="354" y="507"/>
                    <a:pt x="35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9" name="Google Shape;1932;p36"/>
            <p:cNvSpPr/>
            <p:nvPr/>
          </p:nvSpPr>
          <p:spPr>
            <a:xfrm>
              <a:off x="2264477" y="1666120"/>
              <a:ext cx="58038" cy="108775"/>
            </a:xfrm>
            <a:custGeom>
              <a:avLst/>
              <a:gdLst/>
              <a:ahLst/>
              <a:cxnLst/>
              <a:rect l="l" t="t" r="r" b="b"/>
              <a:pathLst>
                <a:path w="2075" h="3889" extrusionOk="0">
                  <a:moveTo>
                    <a:pt x="1" y="1"/>
                  </a:moveTo>
                  <a:lnTo>
                    <a:pt x="1" y="1"/>
                  </a:lnTo>
                  <a:cubicBezTo>
                    <a:pt x="274" y="267"/>
                    <a:pt x="448" y="574"/>
                    <a:pt x="588" y="908"/>
                  </a:cubicBezTo>
                  <a:cubicBezTo>
                    <a:pt x="734" y="1241"/>
                    <a:pt x="874" y="1594"/>
                    <a:pt x="1021" y="1928"/>
                  </a:cubicBezTo>
                  <a:cubicBezTo>
                    <a:pt x="1321" y="2601"/>
                    <a:pt x="1675" y="3262"/>
                    <a:pt x="2075" y="3888"/>
                  </a:cubicBezTo>
                  <a:cubicBezTo>
                    <a:pt x="1861" y="3175"/>
                    <a:pt x="1601" y="2481"/>
                    <a:pt x="1288" y="1808"/>
                  </a:cubicBezTo>
                  <a:cubicBezTo>
                    <a:pt x="1135" y="1468"/>
                    <a:pt x="981" y="1134"/>
                    <a:pt x="788" y="808"/>
                  </a:cubicBezTo>
                  <a:cubicBezTo>
                    <a:pt x="601" y="488"/>
                    <a:pt x="341" y="167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" name="Google Shape;1933;p36"/>
            <p:cNvSpPr/>
            <p:nvPr/>
          </p:nvSpPr>
          <p:spPr>
            <a:xfrm>
              <a:off x="2532709" y="1709949"/>
              <a:ext cx="112663" cy="121278"/>
            </a:xfrm>
            <a:custGeom>
              <a:avLst/>
              <a:gdLst/>
              <a:ahLst/>
              <a:cxnLst/>
              <a:rect l="l" t="t" r="r" b="b"/>
              <a:pathLst>
                <a:path w="4028" h="4336" extrusionOk="0">
                  <a:moveTo>
                    <a:pt x="0" y="1"/>
                  </a:moveTo>
                  <a:lnTo>
                    <a:pt x="0" y="1"/>
                  </a:lnTo>
                  <a:cubicBezTo>
                    <a:pt x="894" y="474"/>
                    <a:pt x="1694" y="1088"/>
                    <a:pt x="2387" y="1821"/>
                  </a:cubicBezTo>
                  <a:cubicBezTo>
                    <a:pt x="3061" y="2561"/>
                    <a:pt x="3614" y="3415"/>
                    <a:pt x="4028" y="4335"/>
                  </a:cubicBezTo>
                  <a:cubicBezTo>
                    <a:pt x="3828" y="3328"/>
                    <a:pt x="3301" y="2388"/>
                    <a:pt x="2594" y="1628"/>
                  </a:cubicBezTo>
                  <a:cubicBezTo>
                    <a:pt x="1887" y="868"/>
                    <a:pt x="987" y="274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" name="Google Shape;1934;p36"/>
            <p:cNvSpPr/>
            <p:nvPr/>
          </p:nvSpPr>
          <p:spPr>
            <a:xfrm>
              <a:off x="1438578" y="1575665"/>
              <a:ext cx="268624" cy="362603"/>
            </a:xfrm>
            <a:custGeom>
              <a:avLst/>
              <a:gdLst/>
              <a:ahLst/>
              <a:cxnLst/>
              <a:rect l="l" t="t" r="r" b="b"/>
              <a:pathLst>
                <a:path w="9604" h="12964" extrusionOk="0">
                  <a:moveTo>
                    <a:pt x="9604" y="1"/>
                  </a:moveTo>
                  <a:cubicBezTo>
                    <a:pt x="8310" y="501"/>
                    <a:pt x="7123" y="1268"/>
                    <a:pt x="6069" y="2181"/>
                  </a:cubicBezTo>
                  <a:cubicBezTo>
                    <a:pt x="5022" y="3115"/>
                    <a:pt x="4109" y="4175"/>
                    <a:pt x="3335" y="5342"/>
                  </a:cubicBezTo>
                  <a:cubicBezTo>
                    <a:pt x="1795" y="7676"/>
                    <a:pt x="775" y="10303"/>
                    <a:pt x="1" y="12964"/>
                  </a:cubicBezTo>
                  <a:cubicBezTo>
                    <a:pt x="995" y="10377"/>
                    <a:pt x="2062" y="7796"/>
                    <a:pt x="3575" y="5509"/>
                  </a:cubicBezTo>
                  <a:cubicBezTo>
                    <a:pt x="5096" y="3228"/>
                    <a:pt x="7103" y="1214"/>
                    <a:pt x="960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" name="Google Shape;1935;p36"/>
            <p:cNvSpPr/>
            <p:nvPr/>
          </p:nvSpPr>
          <p:spPr>
            <a:xfrm>
              <a:off x="1840731" y="1642821"/>
              <a:ext cx="67548" cy="61394"/>
            </a:xfrm>
            <a:custGeom>
              <a:avLst/>
              <a:gdLst/>
              <a:ahLst/>
              <a:cxnLst/>
              <a:rect l="l" t="t" r="r" b="b"/>
              <a:pathLst>
                <a:path w="2415" h="2195" extrusionOk="0">
                  <a:moveTo>
                    <a:pt x="2414" y="0"/>
                  </a:moveTo>
                  <a:lnTo>
                    <a:pt x="2414" y="0"/>
                  </a:lnTo>
                  <a:cubicBezTo>
                    <a:pt x="1901" y="214"/>
                    <a:pt x="1427" y="514"/>
                    <a:pt x="1020" y="894"/>
                  </a:cubicBezTo>
                  <a:cubicBezTo>
                    <a:pt x="607" y="1260"/>
                    <a:pt x="260" y="1701"/>
                    <a:pt x="0" y="2194"/>
                  </a:cubicBezTo>
                  <a:cubicBezTo>
                    <a:pt x="434" y="1834"/>
                    <a:pt x="827" y="1474"/>
                    <a:pt x="1221" y="1107"/>
                  </a:cubicBezTo>
                  <a:cubicBezTo>
                    <a:pt x="1614" y="740"/>
                    <a:pt x="2021" y="400"/>
                    <a:pt x="24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" name="Google Shape;1936;p36"/>
            <p:cNvSpPr/>
            <p:nvPr/>
          </p:nvSpPr>
          <p:spPr>
            <a:xfrm>
              <a:off x="2222158" y="1575302"/>
              <a:ext cx="45535" cy="61954"/>
            </a:xfrm>
            <a:custGeom>
              <a:avLst/>
              <a:gdLst/>
              <a:ahLst/>
              <a:cxnLst/>
              <a:rect l="l" t="t" r="r" b="b"/>
              <a:pathLst>
                <a:path w="1628" h="2215" extrusionOk="0">
                  <a:moveTo>
                    <a:pt x="0" y="0"/>
                  </a:moveTo>
                  <a:lnTo>
                    <a:pt x="0" y="0"/>
                  </a:lnTo>
                  <a:cubicBezTo>
                    <a:pt x="387" y="840"/>
                    <a:pt x="940" y="1594"/>
                    <a:pt x="1627" y="2214"/>
                  </a:cubicBezTo>
                  <a:cubicBezTo>
                    <a:pt x="1254" y="1367"/>
                    <a:pt x="700" y="607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" name="Google Shape;1937;p36"/>
            <p:cNvSpPr/>
            <p:nvPr/>
          </p:nvSpPr>
          <p:spPr>
            <a:xfrm>
              <a:off x="2016411" y="1492119"/>
              <a:ext cx="173134" cy="16418"/>
            </a:xfrm>
            <a:custGeom>
              <a:avLst/>
              <a:gdLst/>
              <a:ahLst/>
              <a:cxnLst/>
              <a:rect l="l" t="t" r="r" b="b"/>
              <a:pathLst>
                <a:path w="6190" h="587" extrusionOk="0">
                  <a:moveTo>
                    <a:pt x="4340" y="1"/>
                  </a:moveTo>
                  <a:cubicBezTo>
                    <a:pt x="3917" y="1"/>
                    <a:pt x="3495" y="18"/>
                    <a:pt x="3075" y="53"/>
                  </a:cubicBezTo>
                  <a:cubicBezTo>
                    <a:pt x="2035" y="127"/>
                    <a:pt x="1001" y="307"/>
                    <a:pt x="1" y="587"/>
                  </a:cubicBezTo>
                  <a:cubicBezTo>
                    <a:pt x="1041" y="520"/>
                    <a:pt x="2075" y="427"/>
                    <a:pt x="3102" y="347"/>
                  </a:cubicBezTo>
                  <a:cubicBezTo>
                    <a:pt x="4122" y="260"/>
                    <a:pt x="5149" y="207"/>
                    <a:pt x="6189" y="113"/>
                  </a:cubicBezTo>
                  <a:cubicBezTo>
                    <a:pt x="5575" y="38"/>
                    <a:pt x="4957" y="1"/>
                    <a:pt x="434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" name="Google Shape;1938;p36"/>
            <p:cNvSpPr/>
            <p:nvPr/>
          </p:nvSpPr>
          <p:spPr>
            <a:xfrm>
              <a:off x="1758108" y="1541878"/>
              <a:ext cx="119376" cy="23187"/>
            </a:xfrm>
            <a:custGeom>
              <a:avLst/>
              <a:gdLst/>
              <a:ahLst/>
              <a:cxnLst/>
              <a:rect l="l" t="t" r="r" b="b"/>
              <a:pathLst>
                <a:path w="4268" h="829" extrusionOk="0">
                  <a:moveTo>
                    <a:pt x="2900" y="0"/>
                  </a:moveTo>
                  <a:cubicBezTo>
                    <a:pt x="2621" y="0"/>
                    <a:pt x="2342" y="23"/>
                    <a:pt x="2067" y="68"/>
                  </a:cubicBezTo>
                  <a:cubicBezTo>
                    <a:pt x="1327" y="175"/>
                    <a:pt x="627" y="428"/>
                    <a:pt x="0" y="828"/>
                  </a:cubicBezTo>
                  <a:cubicBezTo>
                    <a:pt x="687" y="628"/>
                    <a:pt x="1394" y="468"/>
                    <a:pt x="2107" y="362"/>
                  </a:cubicBezTo>
                  <a:cubicBezTo>
                    <a:pt x="2821" y="255"/>
                    <a:pt x="3541" y="202"/>
                    <a:pt x="4268" y="182"/>
                  </a:cubicBezTo>
                  <a:cubicBezTo>
                    <a:pt x="3820" y="61"/>
                    <a:pt x="3359" y="0"/>
                    <a:pt x="29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" name="Google Shape;1939;p36"/>
            <p:cNvSpPr/>
            <p:nvPr/>
          </p:nvSpPr>
          <p:spPr>
            <a:xfrm>
              <a:off x="2329031" y="1539109"/>
              <a:ext cx="217495" cy="98874"/>
            </a:xfrm>
            <a:custGeom>
              <a:avLst/>
              <a:gdLst/>
              <a:ahLst/>
              <a:cxnLst/>
              <a:rect l="l" t="t" r="r" b="b"/>
              <a:pathLst>
                <a:path w="7776" h="3535" extrusionOk="0">
                  <a:moveTo>
                    <a:pt x="0" y="1"/>
                  </a:moveTo>
                  <a:lnTo>
                    <a:pt x="0" y="1"/>
                  </a:lnTo>
                  <a:cubicBezTo>
                    <a:pt x="1374" y="461"/>
                    <a:pt x="2748" y="861"/>
                    <a:pt x="4075" y="1394"/>
                  </a:cubicBezTo>
                  <a:cubicBezTo>
                    <a:pt x="5402" y="1928"/>
                    <a:pt x="6669" y="2608"/>
                    <a:pt x="7776" y="3535"/>
                  </a:cubicBezTo>
                  <a:cubicBezTo>
                    <a:pt x="6815" y="2434"/>
                    <a:pt x="5522" y="1668"/>
                    <a:pt x="4181" y="1127"/>
                  </a:cubicBezTo>
                  <a:cubicBezTo>
                    <a:pt x="2834" y="594"/>
                    <a:pt x="1427" y="22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" name="Google Shape;1940;p36"/>
            <p:cNvSpPr/>
            <p:nvPr/>
          </p:nvSpPr>
          <p:spPr>
            <a:xfrm>
              <a:off x="2360917" y="2950475"/>
              <a:ext cx="176463" cy="290608"/>
            </a:xfrm>
            <a:custGeom>
              <a:avLst/>
              <a:gdLst/>
              <a:ahLst/>
              <a:cxnLst/>
              <a:rect l="l" t="t" r="r" b="b"/>
              <a:pathLst>
                <a:path w="6309" h="10390" extrusionOk="0">
                  <a:moveTo>
                    <a:pt x="1" y="1"/>
                  </a:moveTo>
                  <a:cubicBezTo>
                    <a:pt x="521" y="101"/>
                    <a:pt x="934" y="427"/>
                    <a:pt x="1294" y="794"/>
                  </a:cubicBezTo>
                  <a:cubicBezTo>
                    <a:pt x="1654" y="1161"/>
                    <a:pt x="1941" y="1594"/>
                    <a:pt x="2254" y="2014"/>
                  </a:cubicBezTo>
                  <a:cubicBezTo>
                    <a:pt x="4048" y="4568"/>
                    <a:pt x="5415" y="7396"/>
                    <a:pt x="6309" y="10390"/>
                  </a:cubicBezTo>
                  <a:cubicBezTo>
                    <a:pt x="5902" y="8329"/>
                    <a:pt x="5182" y="6349"/>
                    <a:pt x="4162" y="4515"/>
                  </a:cubicBezTo>
                  <a:cubicBezTo>
                    <a:pt x="3648" y="3595"/>
                    <a:pt x="3068" y="2715"/>
                    <a:pt x="2434" y="1881"/>
                  </a:cubicBezTo>
                  <a:cubicBezTo>
                    <a:pt x="2101" y="1468"/>
                    <a:pt x="1774" y="1054"/>
                    <a:pt x="1394" y="694"/>
                  </a:cubicBezTo>
                  <a:cubicBezTo>
                    <a:pt x="1007" y="334"/>
                    <a:pt x="527" y="47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" name="Google Shape;1941;p36"/>
            <p:cNvSpPr/>
            <p:nvPr/>
          </p:nvSpPr>
          <p:spPr>
            <a:xfrm>
              <a:off x="2597040" y="2837084"/>
              <a:ext cx="132662" cy="428081"/>
            </a:xfrm>
            <a:custGeom>
              <a:avLst/>
              <a:gdLst/>
              <a:ahLst/>
              <a:cxnLst/>
              <a:rect l="l" t="t" r="r" b="b"/>
              <a:pathLst>
                <a:path w="4743" h="15305" extrusionOk="0">
                  <a:moveTo>
                    <a:pt x="288" y="0"/>
                  </a:moveTo>
                  <a:cubicBezTo>
                    <a:pt x="87" y="654"/>
                    <a:pt x="34" y="1341"/>
                    <a:pt x="54" y="2034"/>
                  </a:cubicBezTo>
                  <a:cubicBezTo>
                    <a:pt x="67" y="2721"/>
                    <a:pt x="141" y="3408"/>
                    <a:pt x="201" y="4081"/>
                  </a:cubicBezTo>
                  <a:cubicBezTo>
                    <a:pt x="328" y="5442"/>
                    <a:pt x="494" y="6809"/>
                    <a:pt x="808" y="8149"/>
                  </a:cubicBezTo>
                  <a:cubicBezTo>
                    <a:pt x="1108" y="9503"/>
                    <a:pt x="1621" y="10796"/>
                    <a:pt x="2328" y="11983"/>
                  </a:cubicBezTo>
                  <a:cubicBezTo>
                    <a:pt x="3028" y="13170"/>
                    <a:pt x="3875" y="14251"/>
                    <a:pt x="4742" y="15304"/>
                  </a:cubicBezTo>
                  <a:cubicBezTo>
                    <a:pt x="3969" y="14177"/>
                    <a:pt x="3182" y="13057"/>
                    <a:pt x="2521" y="11870"/>
                  </a:cubicBezTo>
                  <a:cubicBezTo>
                    <a:pt x="1868" y="10676"/>
                    <a:pt x="1388" y="9403"/>
                    <a:pt x="1094" y="8082"/>
                  </a:cubicBezTo>
                  <a:cubicBezTo>
                    <a:pt x="774" y="6769"/>
                    <a:pt x="574" y="5408"/>
                    <a:pt x="428" y="4055"/>
                  </a:cubicBezTo>
                  <a:cubicBezTo>
                    <a:pt x="281" y="2708"/>
                    <a:pt x="1" y="1347"/>
                    <a:pt x="2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" name="Google Shape;1942;p36"/>
            <p:cNvSpPr/>
            <p:nvPr/>
          </p:nvSpPr>
          <p:spPr>
            <a:xfrm>
              <a:off x="2593879" y="3130825"/>
              <a:ext cx="95322" cy="154842"/>
            </a:xfrm>
            <a:custGeom>
              <a:avLst/>
              <a:gdLst/>
              <a:ahLst/>
              <a:cxnLst/>
              <a:rect l="l" t="t" r="r" b="b"/>
              <a:pathLst>
                <a:path w="3408" h="5536" extrusionOk="0">
                  <a:moveTo>
                    <a:pt x="60" y="1"/>
                  </a:moveTo>
                  <a:lnTo>
                    <a:pt x="60" y="1"/>
                  </a:lnTo>
                  <a:cubicBezTo>
                    <a:pt x="0" y="1121"/>
                    <a:pt x="341" y="2275"/>
                    <a:pt x="934" y="3248"/>
                  </a:cubicBezTo>
                  <a:cubicBezTo>
                    <a:pt x="1527" y="4222"/>
                    <a:pt x="2381" y="5056"/>
                    <a:pt x="3408" y="5536"/>
                  </a:cubicBezTo>
                  <a:cubicBezTo>
                    <a:pt x="2514" y="4869"/>
                    <a:pt x="1754" y="4042"/>
                    <a:pt x="1174" y="3102"/>
                  </a:cubicBezTo>
                  <a:cubicBezTo>
                    <a:pt x="607" y="2148"/>
                    <a:pt x="227" y="1095"/>
                    <a:pt x="6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" name="Google Shape;1943;p36"/>
            <p:cNvSpPr/>
            <p:nvPr/>
          </p:nvSpPr>
          <p:spPr>
            <a:xfrm>
              <a:off x="2819933" y="2905527"/>
              <a:ext cx="65114" cy="177777"/>
            </a:xfrm>
            <a:custGeom>
              <a:avLst/>
              <a:gdLst/>
              <a:ahLst/>
              <a:cxnLst/>
              <a:rect l="l" t="t" r="r" b="b"/>
              <a:pathLst>
                <a:path w="2328" h="6356" extrusionOk="0">
                  <a:moveTo>
                    <a:pt x="1" y="0"/>
                  </a:moveTo>
                  <a:lnTo>
                    <a:pt x="1" y="0"/>
                  </a:lnTo>
                  <a:cubicBezTo>
                    <a:pt x="427" y="1054"/>
                    <a:pt x="847" y="2101"/>
                    <a:pt x="1234" y="3155"/>
                  </a:cubicBezTo>
                  <a:cubicBezTo>
                    <a:pt x="1628" y="4202"/>
                    <a:pt x="1968" y="5269"/>
                    <a:pt x="2328" y="6355"/>
                  </a:cubicBezTo>
                  <a:cubicBezTo>
                    <a:pt x="2188" y="5222"/>
                    <a:pt x="1914" y="4115"/>
                    <a:pt x="1514" y="3055"/>
                  </a:cubicBezTo>
                  <a:cubicBezTo>
                    <a:pt x="1128" y="1981"/>
                    <a:pt x="621" y="954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" name="Google Shape;1944;p36"/>
            <p:cNvSpPr/>
            <p:nvPr/>
          </p:nvSpPr>
          <p:spPr>
            <a:xfrm>
              <a:off x="2812101" y="2992989"/>
              <a:ext cx="23159" cy="67380"/>
            </a:xfrm>
            <a:custGeom>
              <a:avLst/>
              <a:gdLst/>
              <a:ahLst/>
              <a:cxnLst/>
              <a:rect l="l" t="t" r="r" b="b"/>
              <a:pathLst>
                <a:path w="828" h="2409" extrusionOk="0">
                  <a:moveTo>
                    <a:pt x="67" y="1"/>
                  </a:moveTo>
                  <a:cubicBezTo>
                    <a:pt x="1" y="434"/>
                    <a:pt x="41" y="875"/>
                    <a:pt x="174" y="1295"/>
                  </a:cubicBezTo>
                  <a:cubicBezTo>
                    <a:pt x="294" y="1715"/>
                    <a:pt x="521" y="2095"/>
                    <a:pt x="827" y="2408"/>
                  </a:cubicBezTo>
                  <a:cubicBezTo>
                    <a:pt x="707" y="1981"/>
                    <a:pt x="574" y="1608"/>
                    <a:pt x="447" y="1208"/>
                  </a:cubicBezTo>
                  <a:cubicBezTo>
                    <a:pt x="327" y="808"/>
                    <a:pt x="214" y="414"/>
                    <a:pt x="6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" name="Google Shape;1945;p36"/>
            <p:cNvSpPr/>
            <p:nvPr/>
          </p:nvSpPr>
          <p:spPr>
            <a:xfrm>
              <a:off x="791940" y="3380010"/>
              <a:ext cx="327920" cy="1097739"/>
            </a:xfrm>
            <a:custGeom>
              <a:avLst/>
              <a:gdLst/>
              <a:ahLst/>
              <a:cxnLst/>
              <a:rect l="l" t="t" r="r" b="b"/>
              <a:pathLst>
                <a:path w="11724" h="39247" extrusionOk="0">
                  <a:moveTo>
                    <a:pt x="7269" y="1"/>
                  </a:moveTo>
                  <a:lnTo>
                    <a:pt x="7269" y="1"/>
                  </a:lnTo>
                  <a:cubicBezTo>
                    <a:pt x="4682" y="648"/>
                    <a:pt x="2501" y="4375"/>
                    <a:pt x="1247" y="11351"/>
                  </a:cubicBezTo>
                  <a:cubicBezTo>
                    <a:pt x="0" y="18332"/>
                    <a:pt x="541" y="29189"/>
                    <a:pt x="3668" y="34277"/>
                  </a:cubicBezTo>
                  <a:cubicBezTo>
                    <a:pt x="6327" y="38606"/>
                    <a:pt x="9397" y="39247"/>
                    <a:pt x="10636" y="39247"/>
                  </a:cubicBezTo>
                  <a:cubicBezTo>
                    <a:pt x="10851" y="39247"/>
                    <a:pt x="11011" y="39227"/>
                    <a:pt x="11103" y="39205"/>
                  </a:cubicBezTo>
                  <a:cubicBezTo>
                    <a:pt x="11724" y="39045"/>
                    <a:pt x="6409" y="33630"/>
                    <a:pt x="5309" y="21873"/>
                  </a:cubicBezTo>
                  <a:cubicBezTo>
                    <a:pt x="4208" y="10110"/>
                    <a:pt x="7269" y="1"/>
                    <a:pt x="7269" y="1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3" name="Google Shape;1946;p36"/>
            <p:cNvSpPr/>
            <p:nvPr/>
          </p:nvSpPr>
          <p:spPr>
            <a:xfrm>
              <a:off x="782990" y="3371759"/>
              <a:ext cx="331081" cy="1113598"/>
            </a:xfrm>
            <a:custGeom>
              <a:avLst/>
              <a:gdLst/>
              <a:ahLst/>
              <a:cxnLst/>
              <a:rect l="l" t="t" r="r" b="b"/>
              <a:pathLst>
                <a:path w="11837" h="39814" extrusionOk="0">
                  <a:moveTo>
                    <a:pt x="7162" y="743"/>
                  </a:moveTo>
                  <a:lnTo>
                    <a:pt x="7162" y="743"/>
                  </a:lnTo>
                  <a:cubicBezTo>
                    <a:pt x="6562" y="2997"/>
                    <a:pt x="4395" y="12032"/>
                    <a:pt x="5342" y="22195"/>
                  </a:cubicBezTo>
                  <a:cubicBezTo>
                    <a:pt x="6162" y="30997"/>
                    <a:pt x="9303" y="36232"/>
                    <a:pt x="10643" y="38466"/>
                  </a:cubicBezTo>
                  <a:cubicBezTo>
                    <a:pt x="10823" y="38766"/>
                    <a:pt x="10997" y="39046"/>
                    <a:pt x="11097" y="39233"/>
                  </a:cubicBezTo>
                  <a:cubicBezTo>
                    <a:pt x="11059" y="39234"/>
                    <a:pt x="11018" y="39235"/>
                    <a:pt x="10972" y="39235"/>
                  </a:cubicBezTo>
                  <a:cubicBezTo>
                    <a:pt x="9929" y="39235"/>
                    <a:pt x="6926" y="38790"/>
                    <a:pt x="4235" y="34418"/>
                  </a:cubicBezTo>
                  <a:cubicBezTo>
                    <a:pt x="1828" y="30504"/>
                    <a:pt x="234" y="20708"/>
                    <a:pt x="1854" y="11699"/>
                  </a:cubicBezTo>
                  <a:cubicBezTo>
                    <a:pt x="2941" y="5604"/>
                    <a:pt x="4822" y="1756"/>
                    <a:pt x="7162" y="743"/>
                  </a:cubicBezTo>
                  <a:close/>
                  <a:moveTo>
                    <a:pt x="7591" y="0"/>
                  </a:moveTo>
                  <a:cubicBezTo>
                    <a:pt x="7568" y="0"/>
                    <a:pt x="7545" y="3"/>
                    <a:pt x="7522" y="9"/>
                  </a:cubicBezTo>
                  <a:cubicBezTo>
                    <a:pt x="5529" y="509"/>
                    <a:pt x="2834" y="2930"/>
                    <a:pt x="1274" y="11599"/>
                  </a:cubicBezTo>
                  <a:cubicBezTo>
                    <a:pt x="0" y="18714"/>
                    <a:pt x="574" y="29584"/>
                    <a:pt x="3741" y="34718"/>
                  </a:cubicBezTo>
                  <a:cubicBezTo>
                    <a:pt x="6569" y="39320"/>
                    <a:pt x="9763" y="39813"/>
                    <a:pt x="10977" y="39813"/>
                  </a:cubicBezTo>
                  <a:cubicBezTo>
                    <a:pt x="11150" y="39813"/>
                    <a:pt x="11323" y="39806"/>
                    <a:pt x="11497" y="39780"/>
                  </a:cubicBezTo>
                  <a:cubicBezTo>
                    <a:pt x="11603" y="39746"/>
                    <a:pt x="11690" y="39673"/>
                    <a:pt x="11737" y="39573"/>
                  </a:cubicBezTo>
                  <a:cubicBezTo>
                    <a:pt x="11837" y="39320"/>
                    <a:pt x="11677" y="39053"/>
                    <a:pt x="11143" y="38166"/>
                  </a:cubicBezTo>
                  <a:cubicBezTo>
                    <a:pt x="9823" y="35965"/>
                    <a:pt x="6729" y="30811"/>
                    <a:pt x="5922" y="22142"/>
                  </a:cubicBezTo>
                  <a:cubicBezTo>
                    <a:pt x="4842" y="10572"/>
                    <a:pt x="7836" y="476"/>
                    <a:pt x="7869" y="376"/>
                  </a:cubicBezTo>
                  <a:cubicBezTo>
                    <a:pt x="7896" y="276"/>
                    <a:pt x="7869" y="169"/>
                    <a:pt x="7796" y="96"/>
                  </a:cubicBezTo>
                  <a:cubicBezTo>
                    <a:pt x="7744" y="34"/>
                    <a:pt x="7669" y="0"/>
                    <a:pt x="759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" name="Google Shape;1947;p36"/>
            <p:cNvSpPr/>
            <p:nvPr/>
          </p:nvSpPr>
          <p:spPr>
            <a:xfrm>
              <a:off x="828693" y="2955397"/>
              <a:ext cx="1442357" cy="1707093"/>
            </a:xfrm>
            <a:custGeom>
              <a:avLst/>
              <a:gdLst/>
              <a:ahLst/>
              <a:cxnLst/>
              <a:rect l="l" t="t" r="r" b="b"/>
              <a:pathLst>
                <a:path w="51568" h="61033" extrusionOk="0">
                  <a:moveTo>
                    <a:pt x="28422" y="0"/>
                  </a:moveTo>
                  <a:cubicBezTo>
                    <a:pt x="23277" y="0"/>
                    <a:pt x="18984" y="1276"/>
                    <a:pt x="15444" y="3446"/>
                  </a:cubicBezTo>
                  <a:cubicBezTo>
                    <a:pt x="7969" y="8027"/>
                    <a:pt x="3895" y="16636"/>
                    <a:pt x="2367" y="25771"/>
                  </a:cubicBezTo>
                  <a:cubicBezTo>
                    <a:pt x="0" y="39875"/>
                    <a:pt x="2174" y="58780"/>
                    <a:pt x="21919" y="60774"/>
                  </a:cubicBezTo>
                  <a:cubicBezTo>
                    <a:pt x="23642" y="60947"/>
                    <a:pt x="25293" y="61033"/>
                    <a:pt x="26872" y="61033"/>
                  </a:cubicBezTo>
                  <a:cubicBezTo>
                    <a:pt x="33740" y="61033"/>
                    <a:pt x="39237" y="59413"/>
                    <a:pt x="43265" y="56333"/>
                  </a:cubicBezTo>
                  <a:cubicBezTo>
                    <a:pt x="44972" y="55039"/>
                    <a:pt x="46439" y="53452"/>
                    <a:pt x="47600" y="51652"/>
                  </a:cubicBezTo>
                  <a:cubicBezTo>
                    <a:pt x="50307" y="47457"/>
                    <a:pt x="51567" y="41949"/>
                    <a:pt x="51281" y="35287"/>
                  </a:cubicBezTo>
                  <a:cubicBezTo>
                    <a:pt x="50754" y="22637"/>
                    <a:pt x="49920" y="10981"/>
                    <a:pt x="43038" y="4746"/>
                  </a:cubicBezTo>
                  <a:cubicBezTo>
                    <a:pt x="42031" y="3839"/>
                    <a:pt x="40924" y="3059"/>
                    <a:pt x="39731" y="2425"/>
                  </a:cubicBezTo>
                  <a:cubicBezTo>
                    <a:pt x="37604" y="1312"/>
                    <a:pt x="35076" y="545"/>
                    <a:pt x="32062" y="198"/>
                  </a:cubicBezTo>
                  <a:cubicBezTo>
                    <a:pt x="31662" y="158"/>
                    <a:pt x="31262" y="118"/>
                    <a:pt x="30842" y="91"/>
                  </a:cubicBezTo>
                  <a:cubicBezTo>
                    <a:pt x="30015" y="30"/>
                    <a:pt x="29208" y="0"/>
                    <a:pt x="28422" y="0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" name="Google Shape;1948;p36"/>
            <p:cNvSpPr/>
            <p:nvPr/>
          </p:nvSpPr>
          <p:spPr>
            <a:xfrm>
              <a:off x="823826" y="2947286"/>
              <a:ext cx="1455251" cy="1723455"/>
            </a:xfrm>
            <a:custGeom>
              <a:avLst/>
              <a:gdLst/>
              <a:ahLst/>
              <a:cxnLst/>
              <a:rect l="l" t="t" r="r" b="b"/>
              <a:pathLst>
                <a:path w="52029" h="61618" extrusionOk="0">
                  <a:moveTo>
                    <a:pt x="28615" y="581"/>
                  </a:moveTo>
                  <a:cubicBezTo>
                    <a:pt x="29389" y="581"/>
                    <a:pt x="30189" y="608"/>
                    <a:pt x="30996" y="675"/>
                  </a:cubicBezTo>
                  <a:cubicBezTo>
                    <a:pt x="31403" y="701"/>
                    <a:pt x="31809" y="741"/>
                    <a:pt x="32189" y="781"/>
                  </a:cubicBezTo>
                  <a:lnTo>
                    <a:pt x="32209" y="781"/>
                  </a:lnTo>
                  <a:cubicBezTo>
                    <a:pt x="35084" y="1108"/>
                    <a:pt x="37624" y="1848"/>
                    <a:pt x="39758" y="2975"/>
                  </a:cubicBezTo>
                  <a:cubicBezTo>
                    <a:pt x="40938" y="3595"/>
                    <a:pt x="42032" y="4362"/>
                    <a:pt x="43019" y="5249"/>
                  </a:cubicBezTo>
                  <a:cubicBezTo>
                    <a:pt x="49634" y="11244"/>
                    <a:pt x="50594" y="22060"/>
                    <a:pt x="51168" y="35584"/>
                  </a:cubicBezTo>
                  <a:cubicBezTo>
                    <a:pt x="51448" y="42166"/>
                    <a:pt x="50221" y="47620"/>
                    <a:pt x="47527" y="51782"/>
                  </a:cubicBezTo>
                  <a:cubicBezTo>
                    <a:pt x="46387" y="53555"/>
                    <a:pt x="44939" y="55116"/>
                    <a:pt x="43259" y="56389"/>
                  </a:cubicBezTo>
                  <a:cubicBezTo>
                    <a:pt x="39225" y="59474"/>
                    <a:pt x="33795" y="61033"/>
                    <a:pt x="27090" y="61033"/>
                  </a:cubicBezTo>
                  <a:cubicBezTo>
                    <a:pt x="25504" y="61033"/>
                    <a:pt x="23847" y="60945"/>
                    <a:pt x="22120" y="60771"/>
                  </a:cubicBezTo>
                  <a:cubicBezTo>
                    <a:pt x="15585" y="60117"/>
                    <a:pt x="10544" y="57523"/>
                    <a:pt x="7143" y="53082"/>
                  </a:cubicBezTo>
                  <a:cubicBezTo>
                    <a:pt x="4969" y="50221"/>
                    <a:pt x="181" y="41879"/>
                    <a:pt x="2828" y="26108"/>
                  </a:cubicBezTo>
                  <a:cubicBezTo>
                    <a:pt x="4535" y="15912"/>
                    <a:pt x="9137" y="8063"/>
                    <a:pt x="15778" y="3982"/>
                  </a:cubicBezTo>
                  <a:cubicBezTo>
                    <a:pt x="19453" y="1728"/>
                    <a:pt x="23767" y="581"/>
                    <a:pt x="28615" y="581"/>
                  </a:cubicBezTo>
                  <a:close/>
                  <a:moveTo>
                    <a:pt x="28647" y="1"/>
                  </a:moveTo>
                  <a:cubicBezTo>
                    <a:pt x="23674" y="1"/>
                    <a:pt x="19250" y="1167"/>
                    <a:pt x="15472" y="3482"/>
                  </a:cubicBezTo>
                  <a:cubicBezTo>
                    <a:pt x="8683" y="7650"/>
                    <a:pt x="3982" y="15652"/>
                    <a:pt x="2248" y="26015"/>
                  </a:cubicBezTo>
                  <a:cubicBezTo>
                    <a:pt x="1354" y="31343"/>
                    <a:pt x="1" y="44680"/>
                    <a:pt x="6683" y="53429"/>
                  </a:cubicBezTo>
                  <a:cubicBezTo>
                    <a:pt x="10183" y="58017"/>
                    <a:pt x="15358" y="60677"/>
                    <a:pt x="22060" y="61351"/>
                  </a:cubicBezTo>
                  <a:cubicBezTo>
                    <a:pt x="23734" y="61524"/>
                    <a:pt x="25408" y="61618"/>
                    <a:pt x="27088" y="61618"/>
                  </a:cubicBezTo>
                  <a:cubicBezTo>
                    <a:pt x="33923" y="61618"/>
                    <a:pt x="39471" y="60024"/>
                    <a:pt x="43612" y="56850"/>
                  </a:cubicBezTo>
                  <a:cubicBezTo>
                    <a:pt x="45346" y="55529"/>
                    <a:pt x="46840" y="53922"/>
                    <a:pt x="48020" y="52088"/>
                  </a:cubicBezTo>
                  <a:cubicBezTo>
                    <a:pt x="50781" y="47821"/>
                    <a:pt x="52028" y="42259"/>
                    <a:pt x="51748" y="35551"/>
                  </a:cubicBezTo>
                  <a:cubicBezTo>
                    <a:pt x="51174" y="21894"/>
                    <a:pt x="50194" y="10951"/>
                    <a:pt x="43412" y="4809"/>
                  </a:cubicBezTo>
                  <a:cubicBezTo>
                    <a:pt x="42385" y="3889"/>
                    <a:pt x="41252" y="3095"/>
                    <a:pt x="40038" y="2449"/>
                  </a:cubicBezTo>
                  <a:cubicBezTo>
                    <a:pt x="37838" y="1288"/>
                    <a:pt x="35224" y="535"/>
                    <a:pt x="32289" y="201"/>
                  </a:cubicBezTo>
                  <a:lnTo>
                    <a:pt x="32243" y="201"/>
                  </a:lnTo>
                  <a:cubicBezTo>
                    <a:pt x="31849" y="155"/>
                    <a:pt x="31443" y="115"/>
                    <a:pt x="31042" y="88"/>
                  </a:cubicBezTo>
                  <a:cubicBezTo>
                    <a:pt x="30231" y="30"/>
                    <a:pt x="29432" y="1"/>
                    <a:pt x="2864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" name="Google Shape;1949;p36"/>
            <p:cNvSpPr/>
            <p:nvPr/>
          </p:nvSpPr>
          <p:spPr>
            <a:xfrm>
              <a:off x="828693" y="2948657"/>
              <a:ext cx="1493822" cy="1713834"/>
            </a:xfrm>
            <a:custGeom>
              <a:avLst/>
              <a:gdLst/>
              <a:ahLst/>
              <a:cxnLst/>
              <a:rect l="l" t="t" r="r" b="b"/>
              <a:pathLst>
                <a:path w="53408" h="61274" extrusionOk="0">
                  <a:moveTo>
                    <a:pt x="35139" y="0"/>
                  </a:moveTo>
                  <a:cubicBezTo>
                    <a:pt x="34082" y="0"/>
                    <a:pt x="33043" y="131"/>
                    <a:pt x="32062" y="446"/>
                  </a:cubicBezTo>
                  <a:cubicBezTo>
                    <a:pt x="31462" y="632"/>
                    <a:pt x="30895" y="892"/>
                    <a:pt x="30362" y="1219"/>
                  </a:cubicBezTo>
                  <a:cubicBezTo>
                    <a:pt x="26881" y="3353"/>
                    <a:pt x="25827" y="7848"/>
                    <a:pt x="23366" y="11095"/>
                  </a:cubicBezTo>
                  <a:cubicBezTo>
                    <a:pt x="22893" y="11722"/>
                    <a:pt x="22339" y="12315"/>
                    <a:pt x="21633" y="12636"/>
                  </a:cubicBezTo>
                  <a:cubicBezTo>
                    <a:pt x="20672" y="13076"/>
                    <a:pt x="19479" y="12989"/>
                    <a:pt x="18658" y="13629"/>
                  </a:cubicBezTo>
                  <a:cubicBezTo>
                    <a:pt x="17532" y="14503"/>
                    <a:pt x="17625" y="16203"/>
                    <a:pt x="17045" y="17504"/>
                  </a:cubicBezTo>
                  <a:cubicBezTo>
                    <a:pt x="16631" y="18417"/>
                    <a:pt x="15878" y="19131"/>
                    <a:pt x="15138" y="19817"/>
                  </a:cubicBezTo>
                  <a:cubicBezTo>
                    <a:pt x="13424" y="21425"/>
                    <a:pt x="11690" y="23038"/>
                    <a:pt x="9663" y="24232"/>
                  </a:cubicBezTo>
                  <a:cubicBezTo>
                    <a:pt x="9293" y="24459"/>
                    <a:pt x="8869" y="24674"/>
                    <a:pt x="8450" y="24674"/>
                  </a:cubicBezTo>
                  <a:cubicBezTo>
                    <a:pt x="8340" y="24674"/>
                    <a:pt x="8231" y="24659"/>
                    <a:pt x="8122" y="24625"/>
                  </a:cubicBezTo>
                  <a:cubicBezTo>
                    <a:pt x="7122" y="24325"/>
                    <a:pt x="7109" y="22918"/>
                    <a:pt x="7335" y="21898"/>
                  </a:cubicBezTo>
                  <a:cubicBezTo>
                    <a:pt x="8389" y="16977"/>
                    <a:pt x="9696" y="12035"/>
                    <a:pt x="12310" y="7741"/>
                  </a:cubicBezTo>
                  <a:cubicBezTo>
                    <a:pt x="13197" y="6274"/>
                    <a:pt x="14251" y="4914"/>
                    <a:pt x="15444" y="3687"/>
                  </a:cubicBezTo>
                  <a:lnTo>
                    <a:pt x="15444" y="3687"/>
                  </a:lnTo>
                  <a:cubicBezTo>
                    <a:pt x="7969" y="8268"/>
                    <a:pt x="3895" y="16877"/>
                    <a:pt x="2367" y="26012"/>
                  </a:cubicBezTo>
                  <a:cubicBezTo>
                    <a:pt x="0" y="40116"/>
                    <a:pt x="2174" y="59021"/>
                    <a:pt x="21919" y="61015"/>
                  </a:cubicBezTo>
                  <a:cubicBezTo>
                    <a:pt x="23639" y="61188"/>
                    <a:pt x="25287" y="61273"/>
                    <a:pt x="26863" y="61273"/>
                  </a:cubicBezTo>
                  <a:cubicBezTo>
                    <a:pt x="33735" y="61273"/>
                    <a:pt x="39235" y="59649"/>
                    <a:pt x="43265" y="56574"/>
                  </a:cubicBezTo>
                  <a:cubicBezTo>
                    <a:pt x="44559" y="55354"/>
                    <a:pt x="45786" y="54053"/>
                    <a:pt x="46933" y="52686"/>
                  </a:cubicBezTo>
                  <a:cubicBezTo>
                    <a:pt x="47153" y="52433"/>
                    <a:pt x="47380" y="52159"/>
                    <a:pt x="47600" y="51893"/>
                  </a:cubicBezTo>
                  <a:cubicBezTo>
                    <a:pt x="49887" y="49045"/>
                    <a:pt x="51874" y="45784"/>
                    <a:pt x="52621" y="42330"/>
                  </a:cubicBezTo>
                  <a:cubicBezTo>
                    <a:pt x="53374" y="38869"/>
                    <a:pt x="52954" y="35275"/>
                    <a:pt x="52901" y="31734"/>
                  </a:cubicBezTo>
                  <a:cubicBezTo>
                    <a:pt x="52808" y="26786"/>
                    <a:pt x="53408" y="21825"/>
                    <a:pt x="52914" y="16903"/>
                  </a:cubicBezTo>
                  <a:cubicBezTo>
                    <a:pt x="52421" y="11989"/>
                    <a:pt x="50634" y="6914"/>
                    <a:pt x="46733" y="3867"/>
                  </a:cubicBezTo>
                  <a:cubicBezTo>
                    <a:pt x="44812" y="2366"/>
                    <a:pt x="42498" y="1453"/>
                    <a:pt x="40151" y="786"/>
                  </a:cubicBezTo>
                  <a:cubicBezTo>
                    <a:pt x="38542" y="331"/>
                    <a:pt x="36818" y="0"/>
                    <a:pt x="35139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" name="Google Shape;1950;p36"/>
            <p:cNvSpPr/>
            <p:nvPr/>
          </p:nvSpPr>
          <p:spPr>
            <a:xfrm>
              <a:off x="896576" y="3639292"/>
              <a:ext cx="27075" cy="251618"/>
            </a:xfrm>
            <a:custGeom>
              <a:avLst/>
              <a:gdLst/>
              <a:ahLst/>
              <a:cxnLst/>
              <a:rect l="l" t="t" r="r" b="b"/>
              <a:pathLst>
                <a:path w="968" h="8996" extrusionOk="0">
                  <a:moveTo>
                    <a:pt x="967" y="0"/>
                  </a:moveTo>
                  <a:cubicBezTo>
                    <a:pt x="514" y="1447"/>
                    <a:pt x="234" y="2941"/>
                    <a:pt x="127" y="4461"/>
                  </a:cubicBezTo>
                  <a:cubicBezTo>
                    <a:pt x="0" y="5968"/>
                    <a:pt x="40" y="7489"/>
                    <a:pt x="261" y="8996"/>
                  </a:cubicBezTo>
                  <a:cubicBezTo>
                    <a:pt x="261" y="7475"/>
                    <a:pt x="294" y="5982"/>
                    <a:pt x="407" y="4481"/>
                  </a:cubicBezTo>
                  <a:cubicBezTo>
                    <a:pt x="527" y="2981"/>
                    <a:pt x="727" y="1500"/>
                    <a:pt x="9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" name="Google Shape;1951;p36"/>
            <p:cNvSpPr/>
            <p:nvPr/>
          </p:nvSpPr>
          <p:spPr>
            <a:xfrm>
              <a:off x="935734" y="3412651"/>
              <a:ext cx="48892" cy="177973"/>
            </a:xfrm>
            <a:custGeom>
              <a:avLst/>
              <a:gdLst/>
              <a:ahLst/>
              <a:cxnLst/>
              <a:rect l="l" t="t" r="r" b="b"/>
              <a:pathLst>
                <a:path w="1748" h="6363" extrusionOk="0">
                  <a:moveTo>
                    <a:pt x="1748" y="1"/>
                  </a:moveTo>
                  <a:cubicBezTo>
                    <a:pt x="1275" y="1001"/>
                    <a:pt x="881" y="2035"/>
                    <a:pt x="568" y="3102"/>
                  </a:cubicBezTo>
                  <a:cubicBezTo>
                    <a:pt x="254" y="4162"/>
                    <a:pt x="28" y="5249"/>
                    <a:pt x="1" y="6363"/>
                  </a:cubicBezTo>
                  <a:cubicBezTo>
                    <a:pt x="254" y="5282"/>
                    <a:pt x="548" y="4229"/>
                    <a:pt x="848" y="3175"/>
                  </a:cubicBezTo>
                  <a:cubicBezTo>
                    <a:pt x="1148" y="2121"/>
                    <a:pt x="1495" y="1081"/>
                    <a:pt x="174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" name="Google Shape;1952;p36"/>
            <p:cNvSpPr/>
            <p:nvPr/>
          </p:nvSpPr>
          <p:spPr>
            <a:xfrm>
              <a:off x="1019867" y="3126182"/>
              <a:ext cx="204433" cy="243619"/>
            </a:xfrm>
            <a:custGeom>
              <a:avLst/>
              <a:gdLst/>
              <a:ahLst/>
              <a:cxnLst/>
              <a:rect l="l" t="t" r="r" b="b"/>
              <a:pathLst>
                <a:path w="7309" h="8710" extrusionOk="0">
                  <a:moveTo>
                    <a:pt x="7309" y="0"/>
                  </a:moveTo>
                  <a:lnTo>
                    <a:pt x="7309" y="0"/>
                  </a:lnTo>
                  <a:cubicBezTo>
                    <a:pt x="5588" y="914"/>
                    <a:pt x="4061" y="2154"/>
                    <a:pt x="2821" y="3655"/>
                  </a:cubicBezTo>
                  <a:cubicBezTo>
                    <a:pt x="1567" y="5148"/>
                    <a:pt x="574" y="6869"/>
                    <a:pt x="0" y="8709"/>
                  </a:cubicBezTo>
                  <a:cubicBezTo>
                    <a:pt x="781" y="6955"/>
                    <a:pt x="1801" y="5315"/>
                    <a:pt x="3034" y="3841"/>
                  </a:cubicBezTo>
                  <a:cubicBezTo>
                    <a:pt x="4275" y="2368"/>
                    <a:pt x="5715" y="1074"/>
                    <a:pt x="730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" name="Google Shape;1953;p36"/>
            <p:cNvSpPr/>
            <p:nvPr/>
          </p:nvSpPr>
          <p:spPr>
            <a:xfrm>
              <a:off x="1117035" y="3343090"/>
              <a:ext cx="100748" cy="317487"/>
            </a:xfrm>
            <a:custGeom>
              <a:avLst/>
              <a:gdLst/>
              <a:ahLst/>
              <a:cxnLst/>
              <a:rect l="l" t="t" r="r" b="b"/>
              <a:pathLst>
                <a:path w="3602" h="11351" extrusionOk="0">
                  <a:moveTo>
                    <a:pt x="3602" y="1"/>
                  </a:moveTo>
                  <a:lnTo>
                    <a:pt x="3602" y="1"/>
                  </a:lnTo>
                  <a:cubicBezTo>
                    <a:pt x="2408" y="1621"/>
                    <a:pt x="1501" y="3462"/>
                    <a:pt x="907" y="5389"/>
                  </a:cubicBezTo>
                  <a:cubicBezTo>
                    <a:pt x="321" y="7316"/>
                    <a:pt x="1" y="9330"/>
                    <a:pt x="61" y="11350"/>
                  </a:cubicBezTo>
                  <a:cubicBezTo>
                    <a:pt x="221" y="9350"/>
                    <a:pt x="601" y="7383"/>
                    <a:pt x="1194" y="5469"/>
                  </a:cubicBezTo>
                  <a:cubicBezTo>
                    <a:pt x="1801" y="3568"/>
                    <a:pt x="2608" y="1734"/>
                    <a:pt x="360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" name="Google Shape;1954;p36"/>
            <p:cNvSpPr/>
            <p:nvPr/>
          </p:nvSpPr>
          <p:spPr>
            <a:xfrm>
              <a:off x="1162179" y="3388233"/>
              <a:ext cx="48136" cy="209300"/>
            </a:xfrm>
            <a:custGeom>
              <a:avLst/>
              <a:gdLst/>
              <a:ahLst/>
              <a:cxnLst/>
              <a:rect l="l" t="t" r="r" b="b"/>
              <a:pathLst>
                <a:path w="1721" h="7483" extrusionOk="0">
                  <a:moveTo>
                    <a:pt x="1721" y="0"/>
                  </a:moveTo>
                  <a:cubicBezTo>
                    <a:pt x="527" y="2301"/>
                    <a:pt x="0" y="4895"/>
                    <a:pt x="200" y="7482"/>
                  </a:cubicBezTo>
                  <a:cubicBezTo>
                    <a:pt x="387" y="4935"/>
                    <a:pt x="901" y="2414"/>
                    <a:pt x="172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" name="Google Shape;1955;p36"/>
            <p:cNvSpPr/>
            <p:nvPr/>
          </p:nvSpPr>
          <p:spPr>
            <a:xfrm>
              <a:off x="1214399" y="3374612"/>
              <a:ext cx="55996" cy="149807"/>
            </a:xfrm>
            <a:custGeom>
              <a:avLst/>
              <a:gdLst/>
              <a:ahLst/>
              <a:cxnLst/>
              <a:rect l="l" t="t" r="r" b="b"/>
              <a:pathLst>
                <a:path w="2002" h="5356" extrusionOk="0">
                  <a:moveTo>
                    <a:pt x="2001" y="1"/>
                  </a:moveTo>
                  <a:lnTo>
                    <a:pt x="2001" y="1"/>
                  </a:lnTo>
                  <a:cubicBezTo>
                    <a:pt x="641" y="1428"/>
                    <a:pt x="1" y="3395"/>
                    <a:pt x="254" y="5355"/>
                  </a:cubicBezTo>
                  <a:cubicBezTo>
                    <a:pt x="327" y="4408"/>
                    <a:pt x="514" y="3475"/>
                    <a:pt x="794" y="2568"/>
                  </a:cubicBezTo>
                  <a:cubicBezTo>
                    <a:pt x="1094" y="1668"/>
                    <a:pt x="1501" y="807"/>
                    <a:pt x="200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" name="Google Shape;1956;p36"/>
            <p:cNvSpPr/>
            <p:nvPr/>
          </p:nvSpPr>
          <p:spPr>
            <a:xfrm>
              <a:off x="1291065" y="3089430"/>
              <a:ext cx="302915" cy="204629"/>
            </a:xfrm>
            <a:custGeom>
              <a:avLst/>
              <a:gdLst/>
              <a:ahLst/>
              <a:cxnLst/>
              <a:rect l="l" t="t" r="r" b="b"/>
              <a:pathLst>
                <a:path w="10830" h="7316" extrusionOk="0">
                  <a:moveTo>
                    <a:pt x="10830" y="1"/>
                  </a:moveTo>
                  <a:cubicBezTo>
                    <a:pt x="8689" y="647"/>
                    <a:pt x="6642" y="1574"/>
                    <a:pt x="4748" y="2755"/>
                  </a:cubicBezTo>
                  <a:cubicBezTo>
                    <a:pt x="3801" y="3341"/>
                    <a:pt x="2894" y="3995"/>
                    <a:pt x="2027" y="4695"/>
                  </a:cubicBezTo>
                  <a:cubicBezTo>
                    <a:pt x="1587" y="5042"/>
                    <a:pt x="1187" y="5435"/>
                    <a:pt x="827" y="5862"/>
                  </a:cubicBezTo>
                  <a:cubicBezTo>
                    <a:pt x="454" y="6289"/>
                    <a:pt x="174" y="6782"/>
                    <a:pt x="0" y="7316"/>
                  </a:cubicBezTo>
                  <a:cubicBezTo>
                    <a:pt x="447" y="6282"/>
                    <a:pt x="1281" y="5535"/>
                    <a:pt x="2167" y="4868"/>
                  </a:cubicBezTo>
                  <a:cubicBezTo>
                    <a:pt x="3048" y="4202"/>
                    <a:pt x="3968" y="3581"/>
                    <a:pt x="4908" y="2995"/>
                  </a:cubicBezTo>
                  <a:cubicBezTo>
                    <a:pt x="6795" y="1834"/>
                    <a:pt x="8776" y="834"/>
                    <a:pt x="1083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" name="Google Shape;1957;p36"/>
            <p:cNvSpPr/>
            <p:nvPr/>
          </p:nvSpPr>
          <p:spPr>
            <a:xfrm>
              <a:off x="824385" y="3800064"/>
              <a:ext cx="19243" cy="206111"/>
            </a:xfrm>
            <a:custGeom>
              <a:avLst/>
              <a:gdLst/>
              <a:ahLst/>
              <a:cxnLst/>
              <a:rect l="l" t="t" r="r" b="b"/>
              <a:pathLst>
                <a:path w="688" h="7369" extrusionOk="0">
                  <a:moveTo>
                    <a:pt x="688" y="0"/>
                  </a:moveTo>
                  <a:lnTo>
                    <a:pt x="688" y="0"/>
                  </a:lnTo>
                  <a:cubicBezTo>
                    <a:pt x="54" y="2414"/>
                    <a:pt x="1" y="4935"/>
                    <a:pt x="528" y="7369"/>
                  </a:cubicBezTo>
                  <a:cubicBezTo>
                    <a:pt x="474" y="6135"/>
                    <a:pt x="448" y="4902"/>
                    <a:pt x="461" y="3675"/>
                  </a:cubicBezTo>
                  <a:cubicBezTo>
                    <a:pt x="481" y="2454"/>
                    <a:pt x="581" y="1234"/>
                    <a:pt x="68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" name="Google Shape;1958;p36"/>
            <p:cNvSpPr/>
            <p:nvPr/>
          </p:nvSpPr>
          <p:spPr>
            <a:xfrm>
              <a:off x="978584" y="2991870"/>
              <a:ext cx="1053910" cy="976684"/>
            </a:xfrm>
            <a:custGeom>
              <a:avLst/>
              <a:gdLst/>
              <a:ahLst/>
              <a:cxnLst/>
              <a:rect l="l" t="t" r="r" b="b"/>
              <a:pathLst>
                <a:path w="37680" h="34919" extrusionOk="0">
                  <a:moveTo>
                    <a:pt x="26166" y="0"/>
                  </a:moveTo>
                  <a:cubicBezTo>
                    <a:pt x="24242" y="0"/>
                    <a:pt x="22226" y="202"/>
                    <a:pt x="20201" y="714"/>
                  </a:cubicBezTo>
                  <a:cubicBezTo>
                    <a:pt x="10472" y="3182"/>
                    <a:pt x="6031" y="8296"/>
                    <a:pt x="3210" y="16359"/>
                  </a:cubicBezTo>
                  <a:cubicBezTo>
                    <a:pt x="13" y="25528"/>
                    <a:pt x="0" y="34918"/>
                    <a:pt x="1830" y="34918"/>
                  </a:cubicBezTo>
                  <a:cubicBezTo>
                    <a:pt x="1935" y="34918"/>
                    <a:pt x="2046" y="34887"/>
                    <a:pt x="2163" y="34824"/>
                  </a:cubicBezTo>
                  <a:cubicBezTo>
                    <a:pt x="3197" y="34257"/>
                    <a:pt x="2350" y="25961"/>
                    <a:pt x="5244" y="17219"/>
                  </a:cubicBezTo>
                  <a:cubicBezTo>
                    <a:pt x="8138" y="8477"/>
                    <a:pt x="14980" y="3369"/>
                    <a:pt x="23169" y="1888"/>
                  </a:cubicBezTo>
                  <a:cubicBezTo>
                    <a:pt x="25010" y="1556"/>
                    <a:pt x="26711" y="1411"/>
                    <a:pt x="28282" y="1411"/>
                  </a:cubicBezTo>
                  <a:cubicBezTo>
                    <a:pt x="32145" y="1411"/>
                    <a:pt x="35224" y="2290"/>
                    <a:pt x="37679" y="3442"/>
                  </a:cubicBezTo>
                  <a:cubicBezTo>
                    <a:pt x="36672" y="2535"/>
                    <a:pt x="35565" y="1755"/>
                    <a:pt x="34372" y="1121"/>
                  </a:cubicBezTo>
                  <a:cubicBezTo>
                    <a:pt x="32104" y="521"/>
                    <a:pt x="29254" y="0"/>
                    <a:pt x="261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" name="Google Shape;1959;p36"/>
            <p:cNvSpPr/>
            <p:nvPr/>
          </p:nvSpPr>
          <p:spPr>
            <a:xfrm>
              <a:off x="982360" y="2983927"/>
              <a:ext cx="1095641" cy="992795"/>
            </a:xfrm>
            <a:custGeom>
              <a:avLst/>
              <a:gdLst/>
              <a:ahLst/>
              <a:cxnLst/>
              <a:rect l="l" t="t" r="r" b="b"/>
              <a:pathLst>
                <a:path w="39172" h="35495" extrusionOk="0">
                  <a:moveTo>
                    <a:pt x="25873" y="584"/>
                  </a:moveTo>
                  <a:cubicBezTo>
                    <a:pt x="25927" y="584"/>
                    <a:pt x="25981" y="585"/>
                    <a:pt x="26035" y="585"/>
                  </a:cubicBezTo>
                  <a:cubicBezTo>
                    <a:pt x="29135" y="585"/>
                    <a:pt x="31970" y="1105"/>
                    <a:pt x="34123" y="1685"/>
                  </a:cubicBezTo>
                  <a:cubicBezTo>
                    <a:pt x="34690" y="1979"/>
                    <a:pt x="35244" y="2319"/>
                    <a:pt x="35771" y="2686"/>
                  </a:cubicBezTo>
                  <a:cubicBezTo>
                    <a:pt x="33372" y="1836"/>
                    <a:pt x="30809" y="1412"/>
                    <a:pt x="28098" y="1412"/>
                  </a:cubicBezTo>
                  <a:cubicBezTo>
                    <a:pt x="26446" y="1412"/>
                    <a:pt x="24738" y="1570"/>
                    <a:pt x="22980" y="1885"/>
                  </a:cubicBezTo>
                  <a:cubicBezTo>
                    <a:pt x="14185" y="3472"/>
                    <a:pt x="7570" y="9134"/>
                    <a:pt x="4836" y="17409"/>
                  </a:cubicBezTo>
                  <a:cubicBezTo>
                    <a:pt x="3082" y="22698"/>
                    <a:pt x="2695" y="27786"/>
                    <a:pt x="2435" y="31166"/>
                  </a:cubicBezTo>
                  <a:cubicBezTo>
                    <a:pt x="2302" y="32894"/>
                    <a:pt x="2082" y="34741"/>
                    <a:pt x="1895" y="34847"/>
                  </a:cubicBezTo>
                  <a:cubicBezTo>
                    <a:pt x="1815" y="34891"/>
                    <a:pt x="1751" y="34908"/>
                    <a:pt x="1696" y="34908"/>
                  </a:cubicBezTo>
                  <a:cubicBezTo>
                    <a:pt x="1617" y="34908"/>
                    <a:pt x="1559" y="34873"/>
                    <a:pt x="1508" y="34834"/>
                  </a:cubicBezTo>
                  <a:cubicBezTo>
                    <a:pt x="981" y="34381"/>
                    <a:pt x="561" y="32400"/>
                    <a:pt x="835" y="28599"/>
                  </a:cubicBezTo>
                  <a:cubicBezTo>
                    <a:pt x="1108" y="24798"/>
                    <a:pt x="2008" y="20590"/>
                    <a:pt x="3349" y="16736"/>
                  </a:cubicBezTo>
                  <a:cubicBezTo>
                    <a:pt x="6403" y="8007"/>
                    <a:pt x="11264" y="3532"/>
                    <a:pt x="20140" y="1285"/>
                  </a:cubicBezTo>
                  <a:cubicBezTo>
                    <a:pt x="22015" y="818"/>
                    <a:pt x="23940" y="584"/>
                    <a:pt x="25873" y="584"/>
                  </a:cubicBezTo>
                  <a:close/>
                  <a:moveTo>
                    <a:pt x="26042" y="0"/>
                  </a:moveTo>
                  <a:cubicBezTo>
                    <a:pt x="24101" y="0"/>
                    <a:pt x="22054" y="204"/>
                    <a:pt x="20000" y="725"/>
                  </a:cubicBezTo>
                  <a:cubicBezTo>
                    <a:pt x="10904" y="3026"/>
                    <a:pt x="5929" y="7607"/>
                    <a:pt x="2802" y="16543"/>
                  </a:cubicBezTo>
                  <a:cubicBezTo>
                    <a:pt x="1441" y="20444"/>
                    <a:pt x="534" y="24705"/>
                    <a:pt x="261" y="28559"/>
                  </a:cubicBezTo>
                  <a:cubicBezTo>
                    <a:pt x="1" y="32080"/>
                    <a:pt x="328" y="34594"/>
                    <a:pt x="1135" y="35274"/>
                  </a:cubicBezTo>
                  <a:cubicBezTo>
                    <a:pt x="1288" y="35414"/>
                    <a:pt x="1488" y="35488"/>
                    <a:pt x="1695" y="35494"/>
                  </a:cubicBezTo>
                  <a:cubicBezTo>
                    <a:pt x="1861" y="35488"/>
                    <a:pt x="2021" y="35441"/>
                    <a:pt x="2168" y="35361"/>
                  </a:cubicBezTo>
                  <a:cubicBezTo>
                    <a:pt x="2688" y="35074"/>
                    <a:pt x="2802" y="33947"/>
                    <a:pt x="3008" y="31206"/>
                  </a:cubicBezTo>
                  <a:cubicBezTo>
                    <a:pt x="3268" y="27866"/>
                    <a:pt x="3662" y="22804"/>
                    <a:pt x="5382" y="17596"/>
                  </a:cubicBezTo>
                  <a:cubicBezTo>
                    <a:pt x="8050" y="9527"/>
                    <a:pt x="14505" y="4006"/>
                    <a:pt x="23080" y="2459"/>
                  </a:cubicBezTo>
                  <a:cubicBezTo>
                    <a:pt x="24845" y="2141"/>
                    <a:pt x="26536" y="1982"/>
                    <a:pt x="28164" y="1982"/>
                  </a:cubicBezTo>
                  <a:cubicBezTo>
                    <a:pt x="31493" y="1982"/>
                    <a:pt x="34553" y="2649"/>
                    <a:pt x="37424" y="3993"/>
                  </a:cubicBezTo>
                  <a:lnTo>
                    <a:pt x="39171" y="4806"/>
                  </a:lnTo>
                  <a:lnTo>
                    <a:pt x="37744" y="3506"/>
                  </a:lnTo>
                  <a:cubicBezTo>
                    <a:pt x="36717" y="2586"/>
                    <a:pt x="35584" y="1792"/>
                    <a:pt x="34370" y="1152"/>
                  </a:cubicBezTo>
                  <a:lnTo>
                    <a:pt x="34310" y="1132"/>
                  </a:lnTo>
                  <a:cubicBezTo>
                    <a:pt x="32113" y="544"/>
                    <a:pt x="29217" y="0"/>
                    <a:pt x="2604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7" name="Google Shape;1960;p36"/>
            <p:cNvSpPr/>
            <p:nvPr/>
          </p:nvSpPr>
          <p:spPr>
            <a:xfrm>
              <a:off x="989660" y="3900448"/>
              <a:ext cx="74065" cy="16334"/>
            </a:xfrm>
            <a:custGeom>
              <a:avLst/>
              <a:gdLst/>
              <a:ahLst/>
              <a:cxnLst/>
              <a:rect l="l" t="t" r="r" b="b"/>
              <a:pathLst>
                <a:path w="2648" h="584" extrusionOk="0">
                  <a:moveTo>
                    <a:pt x="287" y="1"/>
                  </a:moveTo>
                  <a:cubicBezTo>
                    <a:pt x="130" y="1"/>
                    <a:pt x="0" y="130"/>
                    <a:pt x="0" y="292"/>
                  </a:cubicBezTo>
                  <a:cubicBezTo>
                    <a:pt x="0" y="454"/>
                    <a:pt x="130" y="584"/>
                    <a:pt x="287" y="584"/>
                  </a:cubicBezTo>
                  <a:cubicBezTo>
                    <a:pt x="304" y="584"/>
                    <a:pt x="322" y="582"/>
                    <a:pt x="340" y="579"/>
                  </a:cubicBezTo>
                  <a:lnTo>
                    <a:pt x="2307" y="579"/>
                  </a:lnTo>
                  <a:cubicBezTo>
                    <a:pt x="2325" y="582"/>
                    <a:pt x="2342" y="584"/>
                    <a:pt x="2359" y="584"/>
                  </a:cubicBezTo>
                  <a:cubicBezTo>
                    <a:pt x="2512" y="584"/>
                    <a:pt x="2647" y="454"/>
                    <a:pt x="2647" y="292"/>
                  </a:cubicBezTo>
                  <a:cubicBezTo>
                    <a:pt x="2647" y="130"/>
                    <a:pt x="2512" y="1"/>
                    <a:pt x="2359" y="1"/>
                  </a:cubicBezTo>
                  <a:cubicBezTo>
                    <a:pt x="2342" y="1"/>
                    <a:pt x="2325" y="2"/>
                    <a:pt x="2307" y="6"/>
                  </a:cubicBezTo>
                  <a:lnTo>
                    <a:pt x="340" y="6"/>
                  </a:lnTo>
                  <a:cubicBezTo>
                    <a:pt x="322" y="2"/>
                    <a:pt x="304" y="1"/>
                    <a:pt x="28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" name="Google Shape;1961;p36"/>
            <p:cNvSpPr/>
            <p:nvPr/>
          </p:nvSpPr>
          <p:spPr>
            <a:xfrm>
              <a:off x="990024" y="3809937"/>
              <a:ext cx="81644" cy="31942"/>
            </a:xfrm>
            <a:custGeom>
              <a:avLst/>
              <a:gdLst/>
              <a:ahLst/>
              <a:cxnLst/>
              <a:rect l="l" t="t" r="r" b="b"/>
              <a:pathLst>
                <a:path w="2919" h="1142" extrusionOk="0">
                  <a:moveTo>
                    <a:pt x="329" y="1"/>
                  </a:moveTo>
                  <a:cubicBezTo>
                    <a:pt x="194" y="1"/>
                    <a:pt x="75" y="88"/>
                    <a:pt x="40" y="221"/>
                  </a:cubicBezTo>
                  <a:cubicBezTo>
                    <a:pt x="0" y="381"/>
                    <a:pt x="94" y="534"/>
                    <a:pt x="247" y="574"/>
                  </a:cubicBezTo>
                  <a:lnTo>
                    <a:pt x="2441" y="1134"/>
                  </a:lnTo>
                  <a:lnTo>
                    <a:pt x="2508" y="1134"/>
                  </a:lnTo>
                  <a:lnTo>
                    <a:pt x="2508" y="1141"/>
                  </a:lnTo>
                  <a:cubicBezTo>
                    <a:pt x="2510" y="1141"/>
                    <a:pt x="2512" y="1141"/>
                    <a:pt x="2515" y="1141"/>
                  </a:cubicBezTo>
                  <a:cubicBezTo>
                    <a:pt x="2862" y="1141"/>
                    <a:pt x="2919" y="647"/>
                    <a:pt x="2581" y="568"/>
                  </a:cubicBezTo>
                  <a:lnTo>
                    <a:pt x="394" y="7"/>
                  </a:lnTo>
                  <a:cubicBezTo>
                    <a:pt x="372" y="3"/>
                    <a:pt x="350" y="1"/>
                    <a:pt x="32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" name="Google Shape;1962;p36"/>
            <p:cNvSpPr/>
            <p:nvPr/>
          </p:nvSpPr>
          <p:spPr>
            <a:xfrm>
              <a:off x="992457" y="3740935"/>
              <a:ext cx="83574" cy="17565"/>
            </a:xfrm>
            <a:custGeom>
              <a:avLst/>
              <a:gdLst/>
              <a:ahLst/>
              <a:cxnLst/>
              <a:rect l="l" t="t" r="r" b="b"/>
              <a:pathLst>
                <a:path w="2988" h="628" extrusionOk="0">
                  <a:moveTo>
                    <a:pt x="300" y="0"/>
                  </a:moveTo>
                  <a:cubicBezTo>
                    <a:pt x="140" y="0"/>
                    <a:pt x="7" y="127"/>
                    <a:pt x="7" y="280"/>
                  </a:cubicBezTo>
                  <a:cubicBezTo>
                    <a:pt x="0" y="441"/>
                    <a:pt x="127" y="574"/>
                    <a:pt x="287" y="574"/>
                  </a:cubicBezTo>
                  <a:lnTo>
                    <a:pt x="2687" y="627"/>
                  </a:lnTo>
                  <a:lnTo>
                    <a:pt x="2701" y="627"/>
                  </a:lnTo>
                  <a:cubicBezTo>
                    <a:pt x="2854" y="627"/>
                    <a:pt x="2988" y="501"/>
                    <a:pt x="2988" y="340"/>
                  </a:cubicBezTo>
                  <a:cubicBezTo>
                    <a:pt x="2988" y="180"/>
                    <a:pt x="2867" y="47"/>
                    <a:pt x="2707" y="40"/>
                  </a:cubicBezTo>
                  <a:lnTo>
                    <a:pt x="300" y="0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" name="Google Shape;1963;p36"/>
            <p:cNvSpPr/>
            <p:nvPr/>
          </p:nvSpPr>
          <p:spPr>
            <a:xfrm>
              <a:off x="1001407" y="3668017"/>
              <a:ext cx="82260" cy="37704"/>
            </a:xfrm>
            <a:custGeom>
              <a:avLst/>
              <a:gdLst/>
              <a:ahLst/>
              <a:cxnLst/>
              <a:rect l="l" t="t" r="r" b="b"/>
              <a:pathLst>
                <a:path w="2941" h="1348" extrusionOk="0">
                  <a:moveTo>
                    <a:pt x="331" y="0"/>
                  </a:moveTo>
                  <a:cubicBezTo>
                    <a:pt x="207" y="0"/>
                    <a:pt x="91" y="76"/>
                    <a:pt x="53" y="200"/>
                  </a:cubicBezTo>
                  <a:cubicBezTo>
                    <a:pt x="0" y="353"/>
                    <a:pt x="80" y="513"/>
                    <a:pt x="234" y="574"/>
                  </a:cubicBezTo>
                  <a:lnTo>
                    <a:pt x="2521" y="1327"/>
                  </a:lnTo>
                  <a:lnTo>
                    <a:pt x="2614" y="1347"/>
                  </a:lnTo>
                  <a:cubicBezTo>
                    <a:pt x="2734" y="1347"/>
                    <a:pt x="2848" y="1267"/>
                    <a:pt x="2888" y="1147"/>
                  </a:cubicBezTo>
                  <a:cubicBezTo>
                    <a:pt x="2941" y="994"/>
                    <a:pt x="2854" y="827"/>
                    <a:pt x="2701" y="780"/>
                  </a:cubicBezTo>
                  <a:lnTo>
                    <a:pt x="420" y="13"/>
                  </a:lnTo>
                  <a:cubicBezTo>
                    <a:pt x="391" y="4"/>
                    <a:pt x="361" y="0"/>
                    <a:pt x="33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" name="Google Shape;1964;p36"/>
            <p:cNvSpPr/>
            <p:nvPr/>
          </p:nvSpPr>
          <p:spPr>
            <a:xfrm>
              <a:off x="1017434" y="3623685"/>
              <a:ext cx="74065" cy="31858"/>
            </a:xfrm>
            <a:custGeom>
              <a:avLst/>
              <a:gdLst/>
              <a:ahLst/>
              <a:cxnLst/>
              <a:rect l="l" t="t" r="r" b="b"/>
              <a:pathLst>
                <a:path w="2648" h="1139" extrusionOk="0">
                  <a:moveTo>
                    <a:pt x="333" y="0"/>
                  </a:moveTo>
                  <a:cubicBezTo>
                    <a:pt x="231" y="0"/>
                    <a:pt x="193" y="30"/>
                    <a:pt x="147" y="65"/>
                  </a:cubicBezTo>
                  <a:cubicBezTo>
                    <a:pt x="21" y="165"/>
                    <a:pt x="1" y="351"/>
                    <a:pt x="107" y="471"/>
                  </a:cubicBezTo>
                  <a:cubicBezTo>
                    <a:pt x="160" y="541"/>
                    <a:pt x="238" y="581"/>
                    <a:pt x="323" y="581"/>
                  </a:cubicBezTo>
                  <a:cubicBezTo>
                    <a:pt x="335" y="581"/>
                    <a:pt x="348" y="580"/>
                    <a:pt x="361" y="578"/>
                  </a:cubicBezTo>
                  <a:cubicBezTo>
                    <a:pt x="561" y="611"/>
                    <a:pt x="1454" y="872"/>
                    <a:pt x="2228" y="1125"/>
                  </a:cubicBezTo>
                  <a:lnTo>
                    <a:pt x="2321" y="1138"/>
                  </a:lnTo>
                  <a:cubicBezTo>
                    <a:pt x="2326" y="1138"/>
                    <a:pt x="2330" y="1139"/>
                    <a:pt x="2335" y="1139"/>
                  </a:cubicBezTo>
                  <a:cubicBezTo>
                    <a:pt x="2456" y="1139"/>
                    <a:pt x="2563" y="1054"/>
                    <a:pt x="2595" y="938"/>
                  </a:cubicBezTo>
                  <a:cubicBezTo>
                    <a:pt x="2648" y="785"/>
                    <a:pt x="2561" y="625"/>
                    <a:pt x="2415" y="571"/>
                  </a:cubicBezTo>
                  <a:cubicBezTo>
                    <a:pt x="1025" y="123"/>
                    <a:pt x="543" y="0"/>
                    <a:pt x="33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" name="Google Shape;1965;p36"/>
            <p:cNvSpPr/>
            <p:nvPr/>
          </p:nvSpPr>
          <p:spPr>
            <a:xfrm>
              <a:off x="1022133" y="3554543"/>
              <a:ext cx="84302" cy="25257"/>
            </a:xfrm>
            <a:custGeom>
              <a:avLst/>
              <a:gdLst/>
              <a:ahLst/>
              <a:cxnLst/>
              <a:rect l="l" t="t" r="r" b="b"/>
              <a:pathLst>
                <a:path w="3014" h="903" extrusionOk="0">
                  <a:moveTo>
                    <a:pt x="400" y="0"/>
                  </a:moveTo>
                  <a:cubicBezTo>
                    <a:pt x="56" y="0"/>
                    <a:pt x="1" y="565"/>
                    <a:pt x="393" y="589"/>
                  </a:cubicBezTo>
                  <a:lnTo>
                    <a:pt x="2660" y="903"/>
                  </a:lnTo>
                  <a:lnTo>
                    <a:pt x="2707" y="903"/>
                  </a:lnTo>
                  <a:cubicBezTo>
                    <a:pt x="2847" y="903"/>
                    <a:pt x="2967" y="796"/>
                    <a:pt x="2987" y="656"/>
                  </a:cubicBezTo>
                  <a:cubicBezTo>
                    <a:pt x="3013" y="496"/>
                    <a:pt x="2900" y="343"/>
                    <a:pt x="2740" y="329"/>
                  </a:cubicBezTo>
                  <a:lnTo>
                    <a:pt x="479" y="9"/>
                  </a:lnTo>
                  <a:cubicBezTo>
                    <a:pt x="452" y="3"/>
                    <a:pt x="425" y="0"/>
                    <a:pt x="4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" name="Google Shape;1966;p36"/>
            <p:cNvSpPr/>
            <p:nvPr/>
          </p:nvSpPr>
          <p:spPr>
            <a:xfrm>
              <a:off x="1044117" y="3486883"/>
              <a:ext cx="77057" cy="37899"/>
            </a:xfrm>
            <a:custGeom>
              <a:avLst/>
              <a:gdLst/>
              <a:ahLst/>
              <a:cxnLst/>
              <a:rect l="l" t="t" r="r" b="b"/>
              <a:pathLst>
                <a:path w="2755" h="1355" extrusionOk="0">
                  <a:moveTo>
                    <a:pt x="328" y="1"/>
                  </a:moveTo>
                  <a:cubicBezTo>
                    <a:pt x="208" y="1"/>
                    <a:pt x="96" y="76"/>
                    <a:pt x="60" y="194"/>
                  </a:cubicBezTo>
                  <a:cubicBezTo>
                    <a:pt x="0" y="341"/>
                    <a:pt x="74" y="514"/>
                    <a:pt x="227" y="561"/>
                  </a:cubicBezTo>
                  <a:lnTo>
                    <a:pt x="2327" y="1341"/>
                  </a:lnTo>
                  <a:lnTo>
                    <a:pt x="2428" y="1355"/>
                  </a:lnTo>
                  <a:cubicBezTo>
                    <a:pt x="2548" y="1348"/>
                    <a:pt x="2654" y="1275"/>
                    <a:pt x="2701" y="1161"/>
                  </a:cubicBezTo>
                  <a:cubicBezTo>
                    <a:pt x="2754" y="1008"/>
                    <a:pt x="2674" y="848"/>
                    <a:pt x="2528" y="788"/>
                  </a:cubicBezTo>
                  <a:lnTo>
                    <a:pt x="434" y="21"/>
                  </a:lnTo>
                  <a:cubicBezTo>
                    <a:pt x="399" y="7"/>
                    <a:pt x="363" y="1"/>
                    <a:pt x="32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" name="Google Shape;1967;p36"/>
            <p:cNvSpPr/>
            <p:nvPr/>
          </p:nvSpPr>
          <p:spPr>
            <a:xfrm>
              <a:off x="1065375" y="3424259"/>
              <a:ext cx="74065" cy="33200"/>
            </a:xfrm>
            <a:custGeom>
              <a:avLst/>
              <a:gdLst/>
              <a:ahLst/>
              <a:cxnLst/>
              <a:rect l="l" t="t" r="r" b="b"/>
              <a:pathLst>
                <a:path w="2648" h="1187" extrusionOk="0">
                  <a:moveTo>
                    <a:pt x="329" y="0"/>
                  </a:moveTo>
                  <a:cubicBezTo>
                    <a:pt x="204" y="0"/>
                    <a:pt x="85" y="82"/>
                    <a:pt x="47" y="213"/>
                  </a:cubicBezTo>
                  <a:cubicBezTo>
                    <a:pt x="0" y="359"/>
                    <a:pt x="87" y="526"/>
                    <a:pt x="240" y="566"/>
                  </a:cubicBezTo>
                  <a:lnTo>
                    <a:pt x="2234" y="1186"/>
                  </a:lnTo>
                  <a:lnTo>
                    <a:pt x="2328" y="1186"/>
                  </a:lnTo>
                  <a:cubicBezTo>
                    <a:pt x="2448" y="1186"/>
                    <a:pt x="2561" y="1113"/>
                    <a:pt x="2601" y="993"/>
                  </a:cubicBezTo>
                  <a:cubicBezTo>
                    <a:pt x="2648" y="840"/>
                    <a:pt x="2561" y="673"/>
                    <a:pt x="2408" y="626"/>
                  </a:cubicBezTo>
                  <a:lnTo>
                    <a:pt x="414" y="13"/>
                  </a:lnTo>
                  <a:cubicBezTo>
                    <a:pt x="386" y="4"/>
                    <a:pt x="357" y="0"/>
                    <a:pt x="32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" name="Google Shape;1968;p36"/>
            <p:cNvSpPr/>
            <p:nvPr/>
          </p:nvSpPr>
          <p:spPr>
            <a:xfrm>
              <a:off x="1090660" y="3355704"/>
              <a:ext cx="75351" cy="48416"/>
            </a:xfrm>
            <a:custGeom>
              <a:avLst/>
              <a:gdLst/>
              <a:ahLst/>
              <a:cxnLst/>
              <a:rect l="l" t="t" r="r" b="b"/>
              <a:pathLst>
                <a:path w="2694" h="1731" extrusionOk="0">
                  <a:moveTo>
                    <a:pt x="421" y="1"/>
                  </a:moveTo>
                  <a:cubicBezTo>
                    <a:pt x="166" y="1"/>
                    <a:pt x="0" y="369"/>
                    <a:pt x="270" y="543"/>
                  </a:cubicBezTo>
                  <a:lnTo>
                    <a:pt x="2131" y="1684"/>
                  </a:lnTo>
                  <a:cubicBezTo>
                    <a:pt x="2171" y="1717"/>
                    <a:pt x="2224" y="1730"/>
                    <a:pt x="2277" y="1730"/>
                  </a:cubicBezTo>
                  <a:cubicBezTo>
                    <a:pt x="2282" y="1730"/>
                    <a:pt x="2287" y="1731"/>
                    <a:pt x="2292" y="1731"/>
                  </a:cubicBezTo>
                  <a:cubicBezTo>
                    <a:pt x="2588" y="1731"/>
                    <a:pt x="2693" y="1334"/>
                    <a:pt x="2431" y="1190"/>
                  </a:cubicBezTo>
                  <a:lnTo>
                    <a:pt x="570" y="43"/>
                  </a:lnTo>
                  <a:cubicBezTo>
                    <a:pt x="519" y="14"/>
                    <a:pt x="468" y="1"/>
                    <a:pt x="42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" name="Google Shape;1969;p36"/>
            <p:cNvSpPr/>
            <p:nvPr/>
          </p:nvSpPr>
          <p:spPr>
            <a:xfrm>
              <a:off x="1120951" y="3303512"/>
              <a:ext cx="73337" cy="52472"/>
            </a:xfrm>
            <a:custGeom>
              <a:avLst/>
              <a:gdLst/>
              <a:ahLst/>
              <a:cxnLst/>
              <a:rect l="l" t="t" r="r" b="b"/>
              <a:pathLst>
                <a:path w="2622" h="1876" extrusionOk="0">
                  <a:moveTo>
                    <a:pt x="335" y="1"/>
                  </a:moveTo>
                  <a:cubicBezTo>
                    <a:pt x="241" y="1"/>
                    <a:pt x="149" y="47"/>
                    <a:pt x="94" y="135"/>
                  </a:cubicBezTo>
                  <a:cubicBezTo>
                    <a:pt x="1" y="262"/>
                    <a:pt x="41" y="449"/>
                    <a:pt x="181" y="535"/>
                  </a:cubicBezTo>
                  <a:lnTo>
                    <a:pt x="2128" y="1829"/>
                  </a:lnTo>
                  <a:cubicBezTo>
                    <a:pt x="2175" y="1856"/>
                    <a:pt x="2235" y="1876"/>
                    <a:pt x="2288" y="1876"/>
                  </a:cubicBezTo>
                  <a:cubicBezTo>
                    <a:pt x="2388" y="1876"/>
                    <a:pt x="2475" y="1822"/>
                    <a:pt x="2528" y="1742"/>
                  </a:cubicBezTo>
                  <a:cubicBezTo>
                    <a:pt x="2621" y="1609"/>
                    <a:pt x="2588" y="1429"/>
                    <a:pt x="2455" y="1342"/>
                  </a:cubicBezTo>
                  <a:lnTo>
                    <a:pt x="494" y="49"/>
                  </a:lnTo>
                  <a:cubicBezTo>
                    <a:pt x="445" y="17"/>
                    <a:pt x="389" y="1"/>
                    <a:pt x="33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" name="Google Shape;1970;p36"/>
            <p:cNvSpPr/>
            <p:nvPr/>
          </p:nvSpPr>
          <p:spPr>
            <a:xfrm>
              <a:off x="1165032" y="3227713"/>
              <a:ext cx="73841" cy="59296"/>
            </a:xfrm>
            <a:custGeom>
              <a:avLst/>
              <a:gdLst/>
              <a:ahLst/>
              <a:cxnLst/>
              <a:rect l="l" t="t" r="r" b="b"/>
              <a:pathLst>
                <a:path w="2640" h="2120" extrusionOk="0">
                  <a:moveTo>
                    <a:pt x="426" y="1"/>
                  </a:moveTo>
                  <a:cubicBezTo>
                    <a:pt x="185" y="1"/>
                    <a:pt x="0" y="333"/>
                    <a:pt x="245" y="525"/>
                  </a:cubicBezTo>
                  <a:lnTo>
                    <a:pt x="2132" y="2052"/>
                  </a:lnTo>
                  <a:cubicBezTo>
                    <a:pt x="2174" y="2094"/>
                    <a:pt x="2232" y="2119"/>
                    <a:pt x="2292" y="2119"/>
                  </a:cubicBezTo>
                  <a:cubicBezTo>
                    <a:pt x="2299" y="2119"/>
                    <a:pt x="2306" y="2119"/>
                    <a:pt x="2312" y="2118"/>
                  </a:cubicBezTo>
                  <a:cubicBezTo>
                    <a:pt x="2399" y="2118"/>
                    <a:pt x="2486" y="2078"/>
                    <a:pt x="2539" y="2012"/>
                  </a:cubicBezTo>
                  <a:cubicBezTo>
                    <a:pt x="2639" y="1885"/>
                    <a:pt x="2619" y="1705"/>
                    <a:pt x="2499" y="1605"/>
                  </a:cubicBezTo>
                  <a:lnTo>
                    <a:pt x="612" y="71"/>
                  </a:lnTo>
                  <a:cubicBezTo>
                    <a:pt x="550" y="22"/>
                    <a:pt x="486" y="1"/>
                    <a:pt x="42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" name="Google Shape;1971;p36"/>
            <p:cNvSpPr/>
            <p:nvPr/>
          </p:nvSpPr>
          <p:spPr>
            <a:xfrm>
              <a:off x="1217587" y="3166599"/>
              <a:ext cx="59884" cy="77505"/>
            </a:xfrm>
            <a:custGeom>
              <a:avLst/>
              <a:gdLst/>
              <a:ahLst/>
              <a:cxnLst/>
              <a:rect l="l" t="t" r="r" b="b"/>
              <a:pathLst>
                <a:path w="2141" h="2771" extrusionOk="0">
                  <a:moveTo>
                    <a:pt x="426" y="0"/>
                  </a:moveTo>
                  <a:cubicBezTo>
                    <a:pt x="215" y="0"/>
                    <a:pt x="1" y="241"/>
                    <a:pt x="180" y="476"/>
                  </a:cubicBezTo>
                  <a:lnTo>
                    <a:pt x="1560" y="2636"/>
                  </a:lnTo>
                  <a:cubicBezTo>
                    <a:pt x="1611" y="2718"/>
                    <a:pt x="1697" y="2770"/>
                    <a:pt x="1790" y="2770"/>
                  </a:cubicBezTo>
                  <a:cubicBezTo>
                    <a:pt x="1796" y="2770"/>
                    <a:pt x="1801" y="2770"/>
                    <a:pt x="1807" y="2770"/>
                  </a:cubicBezTo>
                  <a:cubicBezTo>
                    <a:pt x="1860" y="2770"/>
                    <a:pt x="1914" y="2756"/>
                    <a:pt x="1960" y="2730"/>
                  </a:cubicBezTo>
                  <a:cubicBezTo>
                    <a:pt x="2100" y="2643"/>
                    <a:pt x="2140" y="2463"/>
                    <a:pt x="2054" y="2330"/>
                  </a:cubicBezTo>
                  <a:lnTo>
                    <a:pt x="673" y="169"/>
                  </a:lnTo>
                  <a:cubicBezTo>
                    <a:pt x="615" y="49"/>
                    <a:pt x="521" y="0"/>
                    <a:pt x="426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9" name="Google Shape;1972;p36"/>
            <p:cNvSpPr/>
            <p:nvPr/>
          </p:nvSpPr>
          <p:spPr>
            <a:xfrm>
              <a:off x="1266031" y="3127413"/>
              <a:ext cx="65114" cy="63688"/>
            </a:xfrm>
            <a:custGeom>
              <a:avLst/>
              <a:gdLst/>
              <a:ahLst/>
              <a:cxnLst/>
              <a:rect l="l" t="t" r="r" b="b"/>
              <a:pathLst>
                <a:path w="2328" h="2277" extrusionOk="0">
                  <a:moveTo>
                    <a:pt x="392" y="1"/>
                  </a:moveTo>
                  <a:cubicBezTo>
                    <a:pt x="181" y="1"/>
                    <a:pt x="0" y="246"/>
                    <a:pt x="155" y="463"/>
                  </a:cubicBezTo>
                  <a:lnTo>
                    <a:pt x="1722" y="2190"/>
                  </a:lnTo>
                  <a:cubicBezTo>
                    <a:pt x="1775" y="2243"/>
                    <a:pt x="1855" y="2277"/>
                    <a:pt x="1936" y="2277"/>
                  </a:cubicBezTo>
                  <a:cubicBezTo>
                    <a:pt x="1938" y="2277"/>
                    <a:pt x="1941" y="2277"/>
                    <a:pt x="1944" y="2277"/>
                  </a:cubicBezTo>
                  <a:cubicBezTo>
                    <a:pt x="2198" y="2277"/>
                    <a:pt x="2327" y="1975"/>
                    <a:pt x="2156" y="1790"/>
                  </a:cubicBezTo>
                  <a:lnTo>
                    <a:pt x="575" y="70"/>
                  </a:lnTo>
                  <a:cubicBezTo>
                    <a:pt x="517" y="22"/>
                    <a:pt x="453" y="1"/>
                    <a:pt x="39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" name="Google Shape;1973;p36"/>
            <p:cNvSpPr/>
            <p:nvPr/>
          </p:nvSpPr>
          <p:spPr>
            <a:xfrm>
              <a:off x="1327621" y="3094772"/>
              <a:ext cx="40864" cy="67240"/>
            </a:xfrm>
            <a:custGeom>
              <a:avLst/>
              <a:gdLst/>
              <a:ahLst/>
              <a:cxnLst/>
              <a:rect l="l" t="t" r="r" b="b"/>
              <a:pathLst>
                <a:path w="1461" h="2404" extrusionOk="0">
                  <a:moveTo>
                    <a:pt x="329" y="1"/>
                  </a:moveTo>
                  <a:cubicBezTo>
                    <a:pt x="288" y="1"/>
                    <a:pt x="246" y="10"/>
                    <a:pt x="207" y="30"/>
                  </a:cubicBezTo>
                  <a:cubicBezTo>
                    <a:pt x="67" y="96"/>
                    <a:pt x="0" y="263"/>
                    <a:pt x="60" y="410"/>
                  </a:cubicBezTo>
                  <a:lnTo>
                    <a:pt x="840" y="2230"/>
                  </a:lnTo>
                  <a:cubicBezTo>
                    <a:pt x="887" y="2337"/>
                    <a:pt x="994" y="2404"/>
                    <a:pt x="1107" y="2404"/>
                  </a:cubicBezTo>
                  <a:cubicBezTo>
                    <a:pt x="1321" y="2404"/>
                    <a:pt x="1461" y="2190"/>
                    <a:pt x="1374" y="1997"/>
                  </a:cubicBezTo>
                  <a:lnTo>
                    <a:pt x="594" y="176"/>
                  </a:lnTo>
                  <a:cubicBezTo>
                    <a:pt x="550" y="69"/>
                    <a:pt x="442" y="1"/>
                    <a:pt x="32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" name="Google Shape;1974;p36"/>
            <p:cNvSpPr/>
            <p:nvPr/>
          </p:nvSpPr>
          <p:spPr>
            <a:xfrm>
              <a:off x="1374191" y="3060816"/>
              <a:ext cx="49507" cy="64443"/>
            </a:xfrm>
            <a:custGeom>
              <a:avLst/>
              <a:gdLst/>
              <a:ahLst/>
              <a:cxnLst/>
              <a:rect l="l" t="t" r="r" b="b"/>
              <a:pathLst>
                <a:path w="1770" h="2304" extrusionOk="0">
                  <a:moveTo>
                    <a:pt x="379" y="0"/>
                  </a:moveTo>
                  <a:cubicBezTo>
                    <a:pt x="186" y="0"/>
                    <a:pt x="1" y="202"/>
                    <a:pt x="109" y="423"/>
                  </a:cubicBezTo>
                  <a:lnTo>
                    <a:pt x="1196" y="2157"/>
                  </a:lnTo>
                  <a:cubicBezTo>
                    <a:pt x="1249" y="2244"/>
                    <a:pt x="1343" y="2297"/>
                    <a:pt x="1443" y="2304"/>
                  </a:cubicBezTo>
                  <a:cubicBezTo>
                    <a:pt x="1496" y="2297"/>
                    <a:pt x="1549" y="2284"/>
                    <a:pt x="1596" y="2251"/>
                  </a:cubicBezTo>
                  <a:cubicBezTo>
                    <a:pt x="1730" y="2164"/>
                    <a:pt x="1770" y="1984"/>
                    <a:pt x="1689" y="1850"/>
                  </a:cubicBezTo>
                  <a:lnTo>
                    <a:pt x="603" y="117"/>
                  </a:lnTo>
                  <a:cubicBezTo>
                    <a:pt x="540" y="35"/>
                    <a:pt x="459" y="0"/>
                    <a:pt x="37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" name="Google Shape;1975;p36"/>
            <p:cNvSpPr/>
            <p:nvPr/>
          </p:nvSpPr>
          <p:spPr>
            <a:xfrm>
              <a:off x="1426272" y="3037965"/>
              <a:ext cx="44416" cy="65506"/>
            </a:xfrm>
            <a:custGeom>
              <a:avLst/>
              <a:gdLst/>
              <a:ahLst/>
              <a:cxnLst/>
              <a:rect l="l" t="t" r="r" b="b"/>
              <a:pathLst>
                <a:path w="1588" h="2342" extrusionOk="0">
                  <a:moveTo>
                    <a:pt x="326" y="1"/>
                  </a:moveTo>
                  <a:cubicBezTo>
                    <a:pt x="282" y="1"/>
                    <a:pt x="236" y="11"/>
                    <a:pt x="194" y="33"/>
                  </a:cubicBezTo>
                  <a:cubicBezTo>
                    <a:pt x="54" y="113"/>
                    <a:pt x="1" y="287"/>
                    <a:pt x="74" y="427"/>
                  </a:cubicBezTo>
                  <a:lnTo>
                    <a:pt x="1001" y="2194"/>
                  </a:lnTo>
                  <a:cubicBezTo>
                    <a:pt x="1045" y="2283"/>
                    <a:pt x="1138" y="2341"/>
                    <a:pt x="1244" y="2341"/>
                  </a:cubicBezTo>
                  <a:cubicBezTo>
                    <a:pt x="1250" y="2341"/>
                    <a:pt x="1255" y="2341"/>
                    <a:pt x="1261" y="2341"/>
                  </a:cubicBezTo>
                  <a:cubicBezTo>
                    <a:pt x="1301" y="2341"/>
                    <a:pt x="1348" y="2334"/>
                    <a:pt x="1388" y="2307"/>
                  </a:cubicBezTo>
                  <a:cubicBezTo>
                    <a:pt x="1528" y="2234"/>
                    <a:pt x="1588" y="2061"/>
                    <a:pt x="1515" y="1921"/>
                  </a:cubicBezTo>
                  <a:lnTo>
                    <a:pt x="581" y="160"/>
                  </a:lnTo>
                  <a:cubicBezTo>
                    <a:pt x="530" y="58"/>
                    <a:pt x="430" y="1"/>
                    <a:pt x="32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3" name="Google Shape;1976;p36"/>
            <p:cNvSpPr/>
            <p:nvPr/>
          </p:nvSpPr>
          <p:spPr>
            <a:xfrm>
              <a:off x="1472058" y="3022358"/>
              <a:ext cx="43046" cy="56667"/>
            </a:xfrm>
            <a:custGeom>
              <a:avLst/>
              <a:gdLst/>
              <a:ahLst/>
              <a:cxnLst/>
              <a:rect l="l" t="t" r="r" b="b"/>
              <a:pathLst>
                <a:path w="1539" h="2026" extrusionOk="0">
                  <a:moveTo>
                    <a:pt x="367" y="0"/>
                  </a:moveTo>
                  <a:cubicBezTo>
                    <a:pt x="178" y="0"/>
                    <a:pt x="0" y="186"/>
                    <a:pt x="98" y="405"/>
                  </a:cubicBezTo>
                  <a:lnTo>
                    <a:pt x="958" y="1885"/>
                  </a:lnTo>
                  <a:cubicBezTo>
                    <a:pt x="1005" y="1972"/>
                    <a:pt x="1105" y="2025"/>
                    <a:pt x="1205" y="2025"/>
                  </a:cubicBezTo>
                  <a:cubicBezTo>
                    <a:pt x="1258" y="2025"/>
                    <a:pt x="1311" y="2012"/>
                    <a:pt x="1358" y="1985"/>
                  </a:cubicBezTo>
                  <a:cubicBezTo>
                    <a:pt x="1491" y="1898"/>
                    <a:pt x="1538" y="1718"/>
                    <a:pt x="1458" y="1585"/>
                  </a:cubicBezTo>
                  <a:lnTo>
                    <a:pt x="598" y="118"/>
                  </a:lnTo>
                  <a:cubicBezTo>
                    <a:pt x="533" y="35"/>
                    <a:pt x="449" y="0"/>
                    <a:pt x="3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4" name="Google Shape;1977;p36"/>
            <p:cNvSpPr/>
            <p:nvPr/>
          </p:nvSpPr>
          <p:spPr>
            <a:xfrm>
              <a:off x="1534264" y="3003897"/>
              <a:ext cx="43689" cy="61870"/>
            </a:xfrm>
            <a:custGeom>
              <a:avLst/>
              <a:gdLst/>
              <a:ahLst/>
              <a:cxnLst/>
              <a:rect l="l" t="t" r="r" b="b"/>
              <a:pathLst>
                <a:path w="1562" h="2212" extrusionOk="0">
                  <a:moveTo>
                    <a:pt x="332" y="0"/>
                  </a:moveTo>
                  <a:cubicBezTo>
                    <a:pt x="284" y="0"/>
                    <a:pt x="234" y="12"/>
                    <a:pt x="188" y="38"/>
                  </a:cubicBezTo>
                  <a:cubicBezTo>
                    <a:pt x="48" y="111"/>
                    <a:pt x="1" y="291"/>
                    <a:pt x="81" y="425"/>
                  </a:cubicBezTo>
                  <a:lnTo>
                    <a:pt x="975" y="2058"/>
                  </a:lnTo>
                  <a:cubicBezTo>
                    <a:pt x="1028" y="2152"/>
                    <a:pt x="1128" y="2205"/>
                    <a:pt x="1235" y="2212"/>
                  </a:cubicBezTo>
                  <a:cubicBezTo>
                    <a:pt x="1281" y="2212"/>
                    <a:pt x="1328" y="2192"/>
                    <a:pt x="1375" y="2172"/>
                  </a:cubicBezTo>
                  <a:cubicBezTo>
                    <a:pt x="1515" y="2092"/>
                    <a:pt x="1561" y="1918"/>
                    <a:pt x="1488" y="1778"/>
                  </a:cubicBezTo>
                  <a:lnTo>
                    <a:pt x="588" y="151"/>
                  </a:lnTo>
                  <a:cubicBezTo>
                    <a:pt x="533" y="56"/>
                    <a:pt x="435" y="0"/>
                    <a:pt x="33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" name="Google Shape;1978;p36"/>
            <p:cNvSpPr/>
            <p:nvPr/>
          </p:nvSpPr>
          <p:spPr>
            <a:xfrm>
              <a:off x="1583883" y="2993465"/>
              <a:ext cx="30627" cy="60919"/>
            </a:xfrm>
            <a:custGeom>
              <a:avLst/>
              <a:gdLst/>
              <a:ahLst/>
              <a:cxnLst/>
              <a:rect l="l" t="t" r="r" b="b"/>
              <a:pathLst>
                <a:path w="1095" h="2178" extrusionOk="0">
                  <a:moveTo>
                    <a:pt x="323" y="1"/>
                  </a:moveTo>
                  <a:cubicBezTo>
                    <a:pt x="298" y="1"/>
                    <a:pt x="273" y="4"/>
                    <a:pt x="247" y="11"/>
                  </a:cubicBezTo>
                  <a:cubicBezTo>
                    <a:pt x="94" y="51"/>
                    <a:pt x="1" y="211"/>
                    <a:pt x="47" y="364"/>
                  </a:cubicBezTo>
                  <a:lnTo>
                    <a:pt x="501" y="1964"/>
                  </a:lnTo>
                  <a:cubicBezTo>
                    <a:pt x="534" y="2091"/>
                    <a:pt x="648" y="2178"/>
                    <a:pt x="774" y="2178"/>
                  </a:cubicBezTo>
                  <a:lnTo>
                    <a:pt x="861" y="2165"/>
                  </a:lnTo>
                  <a:cubicBezTo>
                    <a:pt x="1008" y="2118"/>
                    <a:pt x="1094" y="1964"/>
                    <a:pt x="1061" y="1811"/>
                  </a:cubicBezTo>
                  <a:lnTo>
                    <a:pt x="608" y="211"/>
                  </a:lnTo>
                  <a:cubicBezTo>
                    <a:pt x="569" y="83"/>
                    <a:pt x="450" y="1"/>
                    <a:pt x="32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" name="Google Shape;1979;p36"/>
            <p:cNvSpPr/>
            <p:nvPr/>
          </p:nvSpPr>
          <p:spPr>
            <a:xfrm>
              <a:off x="1638312" y="2987423"/>
              <a:ext cx="29536" cy="60080"/>
            </a:xfrm>
            <a:custGeom>
              <a:avLst/>
              <a:gdLst/>
              <a:ahLst/>
              <a:cxnLst/>
              <a:rect l="l" t="t" r="r" b="b"/>
              <a:pathLst>
                <a:path w="1056" h="2148" extrusionOk="0">
                  <a:moveTo>
                    <a:pt x="323" y="1"/>
                  </a:moveTo>
                  <a:cubicBezTo>
                    <a:pt x="162" y="1"/>
                    <a:pt x="0" y="128"/>
                    <a:pt x="29" y="333"/>
                  </a:cubicBezTo>
                  <a:lnTo>
                    <a:pt x="455" y="1934"/>
                  </a:lnTo>
                  <a:cubicBezTo>
                    <a:pt x="482" y="2060"/>
                    <a:pt x="595" y="2147"/>
                    <a:pt x="729" y="2147"/>
                  </a:cubicBezTo>
                  <a:lnTo>
                    <a:pt x="802" y="2140"/>
                  </a:lnTo>
                  <a:cubicBezTo>
                    <a:pt x="962" y="2100"/>
                    <a:pt x="1056" y="1940"/>
                    <a:pt x="1009" y="1780"/>
                  </a:cubicBezTo>
                  <a:lnTo>
                    <a:pt x="589" y="180"/>
                  </a:lnTo>
                  <a:cubicBezTo>
                    <a:pt x="536" y="56"/>
                    <a:pt x="429" y="1"/>
                    <a:pt x="32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7" name="Google Shape;1980;p36"/>
            <p:cNvSpPr/>
            <p:nvPr/>
          </p:nvSpPr>
          <p:spPr>
            <a:xfrm>
              <a:off x="1688602" y="2983843"/>
              <a:ext cx="34655" cy="58989"/>
            </a:xfrm>
            <a:custGeom>
              <a:avLst/>
              <a:gdLst/>
              <a:ahLst/>
              <a:cxnLst/>
              <a:rect l="l" t="t" r="r" b="b"/>
              <a:pathLst>
                <a:path w="1239" h="2109" extrusionOk="0">
                  <a:moveTo>
                    <a:pt x="367" y="0"/>
                  </a:moveTo>
                  <a:cubicBezTo>
                    <a:pt x="185" y="0"/>
                    <a:pt x="1" y="165"/>
                    <a:pt x="84" y="395"/>
                  </a:cubicBezTo>
                  <a:lnTo>
                    <a:pt x="638" y="1922"/>
                  </a:lnTo>
                  <a:cubicBezTo>
                    <a:pt x="685" y="2035"/>
                    <a:pt x="791" y="2108"/>
                    <a:pt x="918" y="2108"/>
                  </a:cubicBezTo>
                  <a:lnTo>
                    <a:pt x="1018" y="2095"/>
                  </a:lnTo>
                  <a:cubicBezTo>
                    <a:pt x="1165" y="2035"/>
                    <a:pt x="1238" y="1868"/>
                    <a:pt x="1191" y="1722"/>
                  </a:cubicBezTo>
                  <a:lnTo>
                    <a:pt x="631" y="195"/>
                  </a:lnTo>
                  <a:cubicBezTo>
                    <a:pt x="582" y="58"/>
                    <a:pt x="474" y="0"/>
                    <a:pt x="3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8" name="Google Shape;1981;p36"/>
            <p:cNvSpPr/>
            <p:nvPr/>
          </p:nvSpPr>
          <p:spPr>
            <a:xfrm>
              <a:off x="1738333" y="2984598"/>
              <a:ext cx="27439" cy="53199"/>
            </a:xfrm>
            <a:custGeom>
              <a:avLst/>
              <a:gdLst/>
              <a:ahLst/>
              <a:cxnLst/>
              <a:rect l="l" t="t" r="r" b="b"/>
              <a:pathLst>
                <a:path w="981" h="1902" extrusionOk="0">
                  <a:moveTo>
                    <a:pt x="310" y="1"/>
                  </a:moveTo>
                  <a:cubicBezTo>
                    <a:pt x="289" y="1"/>
                    <a:pt x="268" y="3"/>
                    <a:pt x="247" y="8"/>
                  </a:cubicBezTo>
                  <a:cubicBezTo>
                    <a:pt x="94" y="54"/>
                    <a:pt x="0" y="208"/>
                    <a:pt x="40" y="368"/>
                  </a:cubicBezTo>
                  <a:lnTo>
                    <a:pt x="380" y="1681"/>
                  </a:lnTo>
                  <a:cubicBezTo>
                    <a:pt x="414" y="1808"/>
                    <a:pt x="527" y="1901"/>
                    <a:pt x="660" y="1901"/>
                  </a:cubicBezTo>
                  <a:lnTo>
                    <a:pt x="740" y="1895"/>
                  </a:lnTo>
                  <a:cubicBezTo>
                    <a:pt x="894" y="1848"/>
                    <a:pt x="980" y="1688"/>
                    <a:pt x="947" y="1535"/>
                  </a:cubicBezTo>
                  <a:lnTo>
                    <a:pt x="607" y="214"/>
                  </a:lnTo>
                  <a:cubicBezTo>
                    <a:pt x="561" y="88"/>
                    <a:pt x="440" y="1"/>
                    <a:pt x="31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9" name="Google Shape;1982;p36"/>
            <p:cNvSpPr/>
            <p:nvPr/>
          </p:nvSpPr>
          <p:spPr>
            <a:xfrm>
              <a:off x="1786441" y="2986472"/>
              <a:ext cx="29872" cy="51521"/>
            </a:xfrm>
            <a:custGeom>
              <a:avLst/>
              <a:gdLst/>
              <a:ahLst/>
              <a:cxnLst/>
              <a:rect l="l" t="t" r="r" b="b"/>
              <a:pathLst>
                <a:path w="1068" h="1842" extrusionOk="0">
                  <a:moveTo>
                    <a:pt x="322" y="1"/>
                  </a:moveTo>
                  <a:cubicBezTo>
                    <a:pt x="293" y="1"/>
                    <a:pt x="263" y="5"/>
                    <a:pt x="234" y="14"/>
                  </a:cubicBezTo>
                  <a:cubicBezTo>
                    <a:pt x="81" y="67"/>
                    <a:pt x="1" y="227"/>
                    <a:pt x="54" y="381"/>
                  </a:cubicBezTo>
                  <a:lnTo>
                    <a:pt x="461" y="1641"/>
                  </a:lnTo>
                  <a:cubicBezTo>
                    <a:pt x="501" y="1761"/>
                    <a:pt x="614" y="1841"/>
                    <a:pt x="741" y="1841"/>
                  </a:cubicBezTo>
                  <a:lnTo>
                    <a:pt x="834" y="1828"/>
                  </a:lnTo>
                  <a:cubicBezTo>
                    <a:pt x="988" y="1774"/>
                    <a:pt x="1068" y="1608"/>
                    <a:pt x="1021" y="1461"/>
                  </a:cubicBezTo>
                  <a:lnTo>
                    <a:pt x="601" y="201"/>
                  </a:lnTo>
                  <a:cubicBezTo>
                    <a:pt x="558" y="77"/>
                    <a:pt x="445" y="1"/>
                    <a:pt x="32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0" name="Google Shape;1983;p36"/>
            <p:cNvSpPr/>
            <p:nvPr/>
          </p:nvSpPr>
          <p:spPr>
            <a:xfrm>
              <a:off x="1827865" y="2993437"/>
              <a:ext cx="36585" cy="51633"/>
            </a:xfrm>
            <a:custGeom>
              <a:avLst/>
              <a:gdLst/>
              <a:ahLst/>
              <a:cxnLst/>
              <a:rect l="l" t="t" r="r" b="b"/>
              <a:pathLst>
                <a:path w="1308" h="1846" extrusionOk="0">
                  <a:moveTo>
                    <a:pt x="335" y="0"/>
                  </a:moveTo>
                  <a:cubicBezTo>
                    <a:pt x="291" y="0"/>
                    <a:pt x="248" y="10"/>
                    <a:pt x="207" y="32"/>
                  </a:cubicBezTo>
                  <a:cubicBezTo>
                    <a:pt x="60" y="105"/>
                    <a:pt x="0" y="285"/>
                    <a:pt x="80" y="425"/>
                  </a:cubicBezTo>
                  <a:lnTo>
                    <a:pt x="714" y="1679"/>
                  </a:lnTo>
                  <a:cubicBezTo>
                    <a:pt x="760" y="1779"/>
                    <a:pt x="860" y="1845"/>
                    <a:pt x="974" y="1845"/>
                  </a:cubicBezTo>
                  <a:cubicBezTo>
                    <a:pt x="1014" y="1839"/>
                    <a:pt x="1054" y="1825"/>
                    <a:pt x="1094" y="1812"/>
                  </a:cubicBezTo>
                  <a:cubicBezTo>
                    <a:pt x="1247" y="1739"/>
                    <a:pt x="1307" y="1559"/>
                    <a:pt x="1227" y="1419"/>
                  </a:cubicBezTo>
                  <a:lnTo>
                    <a:pt x="594" y="158"/>
                  </a:lnTo>
                  <a:cubicBezTo>
                    <a:pt x="542" y="59"/>
                    <a:pt x="440" y="0"/>
                    <a:pt x="33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1" name="Google Shape;1984;p36"/>
            <p:cNvSpPr/>
            <p:nvPr/>
          </p:nvSpPr>
          <p:spPr>
            <a:xfrm>
              <a:off x="1879525" y="3002974"/>
              <a:ext cx="29872" cy="49563"/>
            </a:xfrm>
            <a:custGeom>
              <a:avLst/>
              <a:gdLst/>
              <a:ahLst/>
              <a:cxnLst/>
              <a:rect l="l" t="t" r="r" b="b"/>
              <a:pathLst>
                <a:path w="1068" h="1772" extrusionOk="0">
                  <a:moveTo>
                    <a:pt x="330" y="1"/>
                  </a:moveTo>
                  <a:cubicBezTo>
                    <a:pt x="298" y="1"/>
                    <a:pt x="266" y="6"/>
                    <a:pt x="234" y="17"/>
                  </a:cubicBezTo>
                  <a:cubicBezTo>
                    <a:pt x="80" y="71"/>
                    <a:pt x="0" y="237"/>
                    <a:pt x="47" y="391"/>
                  </a:cubicBezTo>
                  <a:lnTo>
                    <a:pt x="467" y="1578"/>
                  </a:lnTo>
                  <a:cubicBezTo>
                    <a:pt x="507" y="1691"/>
                    <a:pt x="620" y="1771"/>
                    <a:pt x="740" y="1771"/>
                  </a:cubicBezTo>
                  <a:lnTo>
                    <a:pt x="834" y="1751"/>
                  </a:lnTo>
                  <a:cubicBezTo>
                    <a:pt x="987" y="1705"/>
                    <a:pt x="1067" y="1538"/>
                    <a:pt x="1014" y="1384"/>
                  </a:cubicBezTo>
                  <a:lnTo>
                    <a:pt x="600" y="204"/>
                  </a:lnTo>
                  <a:cubicBezTo>
                    <a:pt x="563" y="77"/>
                    <a:pt x="451" y="1"/>
                    <a:pt x="33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2" name="Google Shape;1985;p36"/>
            <p:cNvSpPr/>
            <p:nvPr/>
          </p:nvSpPr>
          <p:spPr>
            <a:xfrm>
              <a:off x="1922403" y="3011002"/>
              <a:ext cx="31746" cy="54765"/>
            </a:xfrm>
            <a:custGeom>
              <a:avLst/>
              <a:gdLst/>
              <a:ahLst/>
              <a:cxnLst/>
              <a:rect l="l" t="t" r="r" b="b"/>
              <a:pathLst>
                <a:path w="1135" h="1958" extrusionOk="0">
                  <a:moveTo>
                    <a:pt x="332" y="1"/>
                  </a:moveTo>
                  <a:cubicBezTo>
                    <a:pt x="299" y="1"/>
                    <a:pt x="267" y="6"/>
                    <a:pt x="234" y="17"/>
                  </a:cubicBezTo>
                  <a:cubicBezTo>
                    <a:pt x="81" y="70"/>
                    <a:pt x="1" y="237"/>
                    <a:pt x="61" y="391"/>
                  </a:cubicBezTo>
                  <a:lnTo>
                    <a:pt x="534" y="1758"/>
                  </a:lnTo>
                  <a:cubicBezTo>
                    <a:pt x="568" y="1878"/>
                    <a:pt x="681" y="1958"/>
                    <a:pt x="808" y="1958"/>
                  </a:cubicBezTo>
                  <a:lnTo>
                    <a:pt x="901" y="1938"/>
                  </a:lnTo>
                  <a:cubicBezTo>
                    <a:pt x="1055" y="1884"/>
                    <a:pt x="1135" y="1718"/>
                    <a:pt x="1081" y="1564"/>
                  </a:cubicBezTo>
                  <a:lnTo>
                    <a:pt x="608" y="197"/>
                  </a:lnTo>
                  <a:cubicBezTo>
                    <a:pt x="566" y="76"/>
                    <a:pt x="453" y="1"/>
                    <a:pt x="33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3" name="Google Shape;1986;p36"/>
            <p:cNvSpPr/>
            <p:nvPr/>
          </p:nvSpPr>
          <p:spPr>
            <a:xfrm>
              <a:off x="966836" y="3927215"/>
              <a:ext cx="117586" cy="195287"/>
            </a:xfrm>
            <a:custGeom>
              <a:avLst/>
              <a:gdLst/>
              <a:ahLst/>
              <a:cxnLst/>
              <a:rect l="l" t="t" r="r" b="b"/>
              <a:pathLst>
                <a:path w="4204" h="6982" extrusionOk="0">
                  <a:moveTo>
                    <a:pt x="2150" y="4090"/>
                  </a:moveTo>
                  <a:cubicBezTo>
                    <a:pt x="3097" y="4090"/>
                    <a:pt x="3323" y="5684"/>
                    <a:pt x="2250" y="5810"/>
                  </a:cubicBezTo>
                  <a:cubicBezTo>
                    <a:pt x="2212" y="5815"/>
                    <a:pt x="2176" y="5817"/>
                    <a:pt x="2140" y="5817"/>
                  </a:cubicBezTo>
                  <a:cubicBezTo>
                    <a:pt x="1157" y="5817"/>
                    <a:pt x="1004" y="4090"/>
                    <a:pt x="2150" y="4090"/>
                  </a:cubicBezTo>
                  <a:close/>
                  <a:moveTo>
                    <a:pt x="2244" y="0"/>
                  </a:moveTo>
                  <a:cubicBezTo>
                    <a:pt x="708" y="0"/>
                    <a:pt x="0" y="6593"/>
                    <a:pt x="469" y="6824"/>
                  </a:cubicBezTo>
                  <a:cubicBezTo>
                    <a:pt x="672" y="6924"/>
                    <a:pt x="1171" y="6981"/>
                    <a:pt x="1721" y="6981"/>
                  </a:cubicBezTo>
                  <a:cubicBezTo>
                    <a:pt x="2453" y="6981"/>
                    <a:pt x="3275" y="6880"/>
                    <a:pt x="3610" y="6644"/>
                  </a:cubicBezTo>
                  <a:cubicBezTo>
                    <a:pt x="4204" y="6224"/>
                    <a:pt x="3964" y="4557"/>
                    <a:pt x="3617" y="2523"/>
                  </a:cubicBezTo>
                  <a:cubicBezTo>
                    <a:pt x="3270" y="489"/>
                    <a:pt x="3183" y="76"/>
                    <a:pt x="2290" y="2"/>
                  </a:cubicBezTo>
                  <a:cubicBezTo>
                    <a:pt x="2274" y="1"/>
                    <a:pt x="2259" y="0"/>
                    <a:pt x="22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4" name="Google Shape;1987;p36"/>
            <p:cNvSpPr/>
            <p:nvPr/>
          </p:nvSpPr>
          <p:spPr>
            <a:xfrm>
              <a:off x="957578" y="3918936"/>
              <a:ext cx="135235" cy="211845"/>
            </a:xfrm>
            <a:custGeom>
              <a:avLst/>
              <a:gdLst/>
              <a:ahLst/>
              <a:cxnLst/>
              <a:rect l="l" t="t" r="r" b="b"/>
              <a:pathLst>
                <a:path w="4835" h="7574" extrusionOk="0">
                  <a:moveTo>
                    <a:pt x="2481" y="4679"/>
                  </a:moveTo>
                  <a:cubicBezTo>
                    <a:pt x="2834" y="4679"/>
                    <a:pt x="2994" y="5139"/>
                    <a:pt x="3001" y="5253"/>
                  </a:cubicBezTo>
                  <a:cubicBezTo>
                    <a:pt x="3014" y="5373"/>
                    <a:pt x="2994" y="5760"/>
                    <a:pt x="2547" y="5820"/>
                  </a:cubicBezTo>
                  <a:cubicBezTo>
                    <a:pt x="2524" y="5823"/>
                    <a:pt x="2501" y="5825"/>
                    <a:pt x="2479" y="5825"/>
                  </a:cubicBezTo>
                  <a:cubicBezTo>
                    <a:pt x="2323" y="5825"/>
                    <a:pt x="2175" y="5747"/>
                    <a:pt x="2094" y="5613"/>
                  </a:cubicBezTo>
                  <a:cubicBezTo>
                    <a:pt x="1954" y="5406"/>
                    <a:pt x="1927" y="5139"/>
                    <a:pt x="2034" y="4913"/>
                  </a:cubicBezTo>
                  <a:cubicBezTo>
                    <a:pt x="2121" y="4753"/>
                    <a:pt x="2267" y="4679"/>
                    <a:pt x="2481" y="4679"/>
                  </a:cubicBezTo>
                  <a:close/>
                  <a:moveTo>
                    <a:pt x="2445" y="4092"/>
                  </a:moveTo>
                  <a:cubicBezTo>
                    <a:pt x="2059" y="4092"/>
                    <a:pt x="1702" y="4303"/>
                    <a:pt x="1520" y="4639"/>
                  </a:cubicBezTo>
                  <a:cubicBezTo>
                    <a:pt x="1314" y="5059"/>
                    <a:pt x="1347" y="5560"/>
                    <a:pt x="1614" y="5946"/>
                  </a:cubicBezTo>
                  <a:cubicBezTo>
                    <a:pt x="1807" y="6233"/>
                    <a:pt x="2127" y="6406"/>
                    <a:pt x="2481" y="6406"/>
                  </a:cubicBezTo>
                  <a:lnTo>
                    <a:pt x="2481" y="6400"/>
                  </a:lnTo>
                  <a:lnTo>
                    <a:pt x="2614" y="6400"/>
                  </a:lnTo>
                  <a:cubicBezTo>
                    <a:pt x="3221" y="6320"/>
                    <a:pt x="3608" y="5753"/>
                    <a:pt x="3581" y="5213"/>
                  </a:cubicBezTo>
                  <a:cubicBezTo>
                    <a:pt x="3548" y="4673"/>
                    <a:pt x="3154" y="4092"/>
                    <a:pt x="2481" y="4092"/>
                  </a:cubicBezTo>
                  <a:cubicBezTo>
                    <a:pt x="2469" y="4092"/>
                    <a:pt x="2457" y="4092"/>
                    <a:pt x="2445" y="4092"/>
                  </a:cubicBezTo>
                  <a:close/>
                  <a:moveTo>
                    <a:pt x="2571" y="577"/>
                  </a:moveTo>
                  <a:cubicBezTo>
                    <a:pt x="2579" y="577"/>
                    <a:pt x="2586" y="577"/>
                    <a:pt x="2594" y="578"/>
                  </a:cubicBezTo>
                  <a:cubicBezTo>
                    <a:pt x="3234" y="638"/>
                    <a:pt x="3301" y="785"/>
                    <a:pt x="3661" y="2872"/>
                  </a:cubicBezTo>
                  <a:cubicBezTo>
                    <a:pt x="3894" y="4259"/>
                    <a:pt x="4248" y="6380"/>
                    <a:pt x="3781" y="6707"/>
                  </a:cubicBezTo>
                  <a:cubicBezTo>
                    <a:pt x="3496" y="6902"/>
                    <a:pt x="2710" y="6990"/>
                    <a:pt x="2025" y="6990"/>
                  </a:cubicBezTo>
                  <a:cubicBezTo>
                    <a:pt x="1588" y="6990"/>
                    <a:pt x="1191" y="6954"/>
                    <a:pt x="994" y="6887"/>
                  </a:cubicBezTo>
                  <a:cubicBezTo>
                    <a:pt x="800" y="6246"/>
                    <a:pt x="1214" y="2272"/>
                    <a:pt x="2127" y="938"/>
                  </a:cubicBezTo>
                  <a:cubicBezTo>
                    <a:pt x="2242" y="779"/>
                    <a:pt x="2406" y="577"/>
                    <a:pt x="2571" y="577"/>
                  </a:cubicBezTo>
                  <a:close/>
                  <a:moveTo>
                    <a:pt x="2566" y="1"/>
                  </a:moveTo>
                  <a:cubicBezTo>
                    <a:pt x="1921" y="1"/>
                    <a:pt x="1370" y="767"/>
                    <a:pt x="954" y="2259"/>
                  </a:cubicBezTo>
                  <a:cubicBezTo>
                    <a:pt x="620" y="3446"/>
                    <a:pt x="0" y="7047"/>
                    <a:pt x="667" y="7380"/>
                  </a:cubicBezTo>
                  <a:cubicBezTo>
                    <a:pt x="914" y="7507"/>
                    <a:pt x="1454" y="7573"/>
                    <a:pt x="2047" y="7573"/>
                  </a:cubicBezTo>
                  <a:cubicBezTo>
                    <a:pt x="2834" y="7573"/>
                    <a:pt x="3728" y="7447"/>
                    <a:pt x="4114" y="7180"/>
                  </a:cubicBezTo>
                  <a:cubicBezTo>
                    <a:pt x="4835" y="6673"/>
                    <a:pt x="4628" y="5106"/>
                    <a:pt x="4228" y="2772"/>
                  </a:cubicBezTo>
                  <a:cubicBezTo>
                    <a:pt x="3894" y="772"/>
                    <a:pt x="3781" y="91"/>
                    <a:pt x="2647" y="5"/>
                  </a:cubicBezTo>
                  <a:cubicBezTo>
                    <a:pt x="2620" y="2"/>
                    <a:pt x="2593" y="1"/>
                    <a:pt x="256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5" name="Google Shape;1988;p36"/>
            <p:cNvSpPr/>
            <p:nvPr/>
          </p:nvSpPr>
          <p:spPr>
            <a:xfrm>
              <a:off x="1579044" y="2787242"/>
              <a:ext cx="204629" cy="189693"/>
            </a:xfrm>
            <a:custGeom>
              <a:avLst/>
              <a:gdLst/>
              <a:ahLst/>
              <a:cxnLst/>
              <a:rect l="l" t="t" r="r" b="b"/>
              <a:pathLst>
                <a:path w="7316" h="6782" extrusionOk="0">
                  <a:moveTo>
                    <a:pt x="4629" y="0"/>
                  </a:moveTo>
                  <a:cubicBezTo>
                    <a:pt x="4018" y="0"/>
                    <a:pt x="3341" y="111"/>
                    <a:pt x="2641" y="422"/>
                  </a:cubicBezTo>
                  <a:cubicBezTo>
                    <a:pt x="154" y="1522"/>
                    <a:pt x="0" y="4103"/>
                    <a:pt x="154" y="6717"/>
                  </a:cubicBezTo>
                  <a:cubicBezTo>
                    <a:pt x="534" y="6760"/>
                    <a:pt x="914" y="6782"/>
                    <a:pt x="1294" y="6782"/>
                  </a:cubicBezTo>
                  <a:cubicBezTo>
                    <a:pt x="1674" y="6782"/>
                    <a:pt x="2054" y="6760"/>
                    <a:pt x="2434" y="6717"/>
                  </a:cubicBezTo>
                  <a:cubicBezTo>
                    <a:pt x="2434" y="6717"/>
                    <a:pt x="1821" y="3983"/>
                    <a:pt x="3034" y="2089"/>
                  </a:cubicBezTo>
                  <a:cubicBezTo>
                    <a:pt x="3825" y="849"/>
                    <a:pt x="4975" y="421"/>
                    <a:pt x="5963" y="421"/>
                  </a:cubicBezTo>
                  <a:cubicBezTo>
                    <a:pt x="6485" y="421"/>
                    <a:pt x="6961" y="540"/>
                    <a:pt x="7316" y="722"/>
                  </a:cubicBezTo>
                  <a:cubicBezTo>
                    <a:pt x="7316" y="722"/>
                    <a:pt x="6185" y="0"/>
                    <a:pt x="4629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6" name="Google Shape;1989;p36"/>
            <p:cNvSpPr/>
            <p:nvPr/>
          </p:nvSpPr>
          <p:spPr>
            <a:xfrm>
              <a:off x="1570821" y="2778963"/>
              <a:ext cx="221998" cy="206419"/>
            </a:xfrm>
            <a:custGeom>
              <a:avLst/>
              <a:gdLst/>
              <a:ahLst/>
              <a:cxnLst/>
              <a:rect l="l" t="t" r="r" b="b"/>
              <a:pathLst>
                <a:path w="7937" h="7380" extrusionOk="0">
                  <a:moveTo>
                    <a:pt x="4910" y="591"/>
                  </a:moveTo>
                  <a:cubicBezTo>
                    <a:pt x="4994" y="591"/>
                    <a:pt x="5078" y="593"/>
                    <a:pt x="5162" y="598"/>
                  </a:cubicBezTo>
                  <a:cubicBezTo>
                    <a:pt x="4402" y="831"/>
                    <a:pt x="3649" y="1345"/>
                    <a:pt x="3082" y="2225"/>
                  </a:cubicBezTo>
                  <a:cubicBezTo>
                    <a:pt x="2048" y="3832"/>
                    <a:pt x="2262" y="5959"/>
                    <a:pt x="2382" y="6759"/>
                  </a:cubicBezTo>
                  <a:cubicBezTo>
                    <a:pt x="2124" y="6781"/>
                    <a:pt x="1867" y="6791"/>
                    <a:pt x="1611" y="6791"/>
                  </a:cubicBezTo>
                  <a:cubicBezTo>
                    <a:pt x="1315" y="6791"/>
                    <a:pt x="1021" y="6778"/>
                    <a:pt x="728" y="6753"/>
                  </a:cubicBezTo>
                  <a:cubicBezTo>
                    <a:pt x="581" y="3959"/>
                    <a:pt x="961" y="1911"/>
                    <a:pt x="3048" y="985"/>
                  </a:cubicBezTo>
                  <a:cubicBezTo>
                    <a:pt x="3638" y="725"/>
                    <a:pt x="4269" y="591"/>
                    <a:pt x="4910" y="591"/>
                  </a:cubicBezTo>
                  <a:close/>
                  <a:moveTo>
                    <a:pt x="4932" y="1"/>
                  </a:moveTo>
                  <a:cubicBezTo>
                    <a:pt x="4285" y="1"/>
                    <a:pt x="3565" y="120"/>
                    <a:pt x="2815" y="451"/>
                  </a:cubicBezTo>
                  <a:cubicBezTo>
                    <a:pt x="208" y="1598"/>
                    <a:pt x="1" y="4292"/>
                    <a:pt x="161" y="7026"/>
                  </a:cubicBezTo>
                  <a:cubicBezTo>
                    <a:pt x="161" y="7166"/>
                    <a:pt x="268" y="7286"/>
                    <a:pt x="408" y="7300"/>
                  </a:cubicBezTo>
                  <a:cubicBezTo>
                    <a:pt x="808" y="7353"/>
                    <a:pt x="1208" y="7373"/>
                    <a:pt x="1608" y="7380"/>
                  </a:cubicBezTo>
                  <a:cubicBezTo>
                    <a:pt x="1995" y="7373"/>
                    <a:pt x="2375" y="7346"/>
                    <a:pt x="2762" y="7300"/>
                  </a:cubicBezTo>
                  <a:cubicBezTo>
                    <a:pt x="2842" y="7293"/>
                    <a:pt x="2915" y="7246"/>
                    <a:pt x="2962" y="7180"/>
                  </a:cubicBezTo>
                  <a:cubicBezTo>
                    <a:pt x="3008" y="7113"/>
                    <a:pt x="3028" y="7033"/>
                    <a:pt x="3008" y="6953"/>
                  </a:cubicBezTo>
                  <a:cubicBezTo>
                    <a:pt x="3002" y="6926"/>
                    <a:pt x="2495" y="4245"/>
                    <a:pt x="3575" y="2545"/>
                  </a:cubicBezTo>
                  <a:cubicBezTo>
                    <a:pt x="4298" y="1415"/>
                    <a:pt x="5356" y="1006"/>
                    <a:pt x="6268" y="1006"/>
                  </a:cubicBezTo>
                  <a:cubicBezTo>
                    <a:pt x="6729" y="1006"/>
                    <a:pt x="7152" y="1110"/>
                    <a:pt x="7476" y="1278"/>
                  </a:cubicBezTo>
                  <a:cubicBezTo>
                    <a:pt x="7517" y="1300"/>
                    <a:pt x="7562" y="1311"/>
                    <a:pt x="7606" y="1311"/>
                  </a:cubicBezTo>
                  <a:cubicBezTo>
                    <a:pt x="7707" y="1311"/>
                    <a:pt x="7808" y="1257"/>
                    <a:pt x="7863" y="1165"/>
                  </a:cubicBezTo>
                  <a:cubicBezTo>
                    <a:pt x="7936" y="1031"/>
                    <a:pt x="7896" y="864"/>
                    <a:pt x="7770" y="778"/>
                  </a:cubicBezTo>
                  <a:cubicBezTo>
                    <a:pt x="7698" y="735"/>
                    <a:pt x="6539" y="1"/>
                    <a:pt x="493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7" name="Google Shape;1990;p36"/>
            <p:cNvSpPr/>
            <p:nvPr/>
          </p:nvSpPr>
          <p:spPr>
            <a:xfrm>
              <a:off x="1730669" y="2798598"/>
              <a:ext cx="125362" cy="186979"/>
            </a:xfrm>
            <a:custGeom>
              <a:avLst/>
              <a:gdLst/>
              <a:ahLst/>
              <a:cxnLst/>
              <a:rect l="l" t="t" r="r" b="b"/>
              <a:pathLst>
                <a:path w="4482" h="6685" extrusionOk="0">
                  <a:moveTo>
                    <a:pt x="466" y="1"/>
                  </a:moveTo>
                  <a:cubicBezTo>
                    <a:pt x="162" y="1"/>
                    <a:pt x="1" y="56"/>
                    <a:pt x="1" y="56"/>
                  </a:cubicBezTo>
                  <a:cubicBezTo>
                    <a:pt x="3582" y="2190"/>
                    <a:pt x="761" y="6384"/>
                    <a:pt x="761" y="6384"/>
                  </a:cubicBezTo>
                  <a:cubicBezTo>
                    <a:pt x="1648" y="6644"/>
                    <a:pt x="2735" y="6684"/>
                    <a:pt x="2735" y="6684"/>
                  </a:cubicBezTo>
                  <a:cubicBezTo>
                    <a:pt x="4482" y="3917"/>
                    <a:pt x="3622" y="1023"/>
                    <a:pt x="1895" y="316"/>
                  </a:cubicBezTo>
                  <a:cubicBezTo>
                    <a:pt x="1271" y="62"/>
                    <a:pt x="788" y="1"/>
                    <a:pt x="466" y="1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8" name="Google Shape;1991;p36"/>
            <p:cNvSpPr/>
            <p:nvPr/>
          </p:nvSpPr>
          <p:spPr>
            <a:xfrm>
              <a:off x="1722474" y="2790626"/>
              <a:ext cx="126676" cy="203146"/>
            </a:xfrm>
            <a:custGeom>
              <a:avLst/>
              <a:gdLst/>
              <a:ahLst/>
              <a:cxnLst/>
              <a:rect l="l" t="t" r="r" b="b"/>
              <a:pathLst>
                <a:path w="4529" h="7263" extrusionOk="0">
                  <a:moveTo>
                    <a:pt x="1161" y="614"/>
                  </a:moveTo>
                  <a:lnTo>
                    <a:pt x="1161" y="614"/>
                  </a:lnTo>
                  <a:cubicBezTo>
                    <a:pt x="1481" y="661"/>
                    <a:pt x="1788" y="748"/>
                    <a:pt x="2081" y="874"/>
                  </a:cubicBezTo>
                  <a:cubicBezTo>
                    <a:pt x="2721" y="1134"/>
                    <a:pt x="3241" y="1761"/>
                    <a:pt x="3508" y="2575"/>
                  </a:cubicBezTo>
                  <a:cubicBezTo>
                    <a:pt x="3908" y="3835"/>
                    <a:pt x="3681" y="5315"/>
                    <a:pt x="2874" y="6669"/>
                  </a:cubicBezTo>
                  <a:cubicBezTo>
                    <a:pt x="2414" y="6636"/>
                    <a:pt x="1954" y="6576"/>
                    <a:pt x="1507" y="6482"/>
                  </a:cubicBezTo>
                  <a:cubicBezTo>
                    <a:pt x="1894" y="5782"/>
                    <a:pt x="2674" y="4135"/>
                    <a:pt x="2308" y="2515"/>
                  </a:cubicBezTo>
                  <a:cubicBezTo>
                    <a:pt x="2141" y="1775"/>
                    <a:pt x="1741" y="1108"/>
                    <a:pt x="1161" y="614"/>
                  </a:cubicBezTo>
                  <a:close/>
                  <a:moveTo>
                    <a:pt x="762" y="1"/>
                  </a:moveTo>
                  <a:cubicBezTo>
                    <a:pt x="416" y="1"/>
                    <a:pt x="224" y="64"/>
                    <a:pt x="207" y="67"/>
                  </a:cubicBezTo>
                  <a:cubicBezTo>
                    <a:pt x="94" y="107"/>
                    <a:pt x="20" y="201"/>
                    <a:pt x="14" y="314"/>
                  </a:cubicBezTo>
                  <a:cubicBezTo>
                    <a:pt x="0" y="427"/>
                    <a:pt x="54" y="534"/>
                    <a:pt x="154" y="594"/>
                  </a:cubicBezTo>
                  <a:cubicBezTo>
                    <a:pt x="1014" y="1108"/>
                    <a:pt x="1547" y="1801"/>
                    <a:pt x="1741" y="2641"/>
                  </a:cubicBezTo>
                  <a:cubicBezTo>
                    <a:pt x="2154" y="4475"/>
                    <a:pt x="827" y="6482"/>
                    <a:pt x="814" y="6502"/>
                  </a:cubicBezTo>
                  <a:cubicBezTo>
                    <a:pt x="761" y="6582"/>
                    <a:pt x="754" y="6682"/>
                    <a:pt x="787" y="6769"/>
                  </a:cubicBezTo>
                  <a:cubicBezTo>
                    <a:pt x="814" y="6849"/>
                    <a:pt x="887" y="6916"/>
                    <a:pt x="974" y="6943"/>
                  </a:cubicBezTo>
                  <a:cubicBezTo>
                    <a:pt x="1881" y="7216"/>
                    <a:pt x="2975" y="7263"/>
                    <a:pt x="3015" y="7263"/>
                  </a:cubicBezTo>
                  <a:lnTo>
                    <a:pt x="3028" y="7263"/>
                  </a:lnTo>
                  <a:cubicBezTo>
                    <a:pt x="3128" y="7263"/>
                    <a:pt x="3221" y="7209"/>
                    <a:pt x="3275" y="7129"/>
                  </a:cubicBezTo>
                  <a:cubicBezTo>
                    <a:pt x="4248" y="5596"/>
                    <a:pt x="4528" y="3868"/>
                    <a:pt x="4055" y="2401"/>
                  </a:cubicBezTo>
                  <a:cubicBezTo>
                    <a:pt x="3741" y="1408"/>
                    <a:pt x="3095" y="661"/>
                    <a:pt x="2294" y="334"/>
                  </a:cubicBezTo>
                  <a:cubicBezTo>
                    <a:pt x="1636" y="67"/>
                    <a:pt x="1118" y="1"/>
                    <a:pt x="76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9" name="Google Shape;1992;p36"/>
            <p:cNvSpPr/>
            <p:nvPr/>
          </p:nvSpPr>
          <p:spPr>
            <a:xfrm>
              <a:off x="2507340" y="3289555"/>
              <a:ext cx="957049" cy="1246595"/>
            </a:xfrm>
            <a:custGeom>
              <a:avLst/>
              <a:gdLst/>
              <a:ahLst/>
              <a:cxnLst/>
              <a:rect l="l" t="t" r="r" b="b"/>
              <a:pathLst>
                <a:path w="34217" h="44569" extrusionOk="0">
                  <a:moveTo>
                    <a:pt x="0" y="1"/>
                  </a:moveTo>
                  <a:cubicBezTo>
                    <a:pt x="0" y="1"/>
                    <a:pt x="787" y="2855"/>
                    <a:pt x="1807" y="6789"/>
                  </a:cubicBezTo>
                  <a:cubicBezTo>
                    <a:pt x="2834" y="10724"/>
                    <a:pt x="3635" y="20546"/>
                    <a:pt x="3975" y="20993"/>
                  </a:cubicBezTo>
                  <a:cubicBezTo>
                    <a:pt x="4321" y="21446"/>
                    <a:pt x="6602" y="22707"/>
                    <a:pt x="9509" y="23727"/>
                  </a:cubicBezTo>
                  <a:cubicBezTo>
                    <a:pt x="11423" y="24407"/>
                    <a:pt x="13937" y="24927"/>
                    <a:pt x="15444" y="25214"/>
                  </a:cubicBezTo>
                  <a:cubicBezTo>
                    <a:pt x="14758" y="25854"/>
                    <a:pt x="13030" y="29249"/>
                    <a:pt x="12197" y="30749"/>
                  </a:cubicBezTo>
                  <a:cubicBezTo>
                    <a:pt x="11277" y="32409"/>
                    <a:pt x="8309" y="36450"/>
                    <a:pt x="9169" y="37991"/>
                  </a:cubicBezTo>
                  <a:cubicBezTo>
                    <a:pt x="10030" y="39538"/>
                    <a:pt x="11457" y="40158"/>
                    <a:pt x="13737" y="40618"/>
                  </a:cubicBezTo>
                  <a:cubicBezTo>
                    <a:pt x="15939" y="41061"/>
                    <a:pt x="20878" y="44569"/>
                    <a:pt x="25212" y="44569"/>
                  </a:cubicBezTo>
                  <a:cubicBezTo>
                    <a:pt x="25380" y="44569"/>
                    <a:pt x="25547" y="44564"/>
                    <a:pt x="25714" y="44553"/>
                  </a:cubicBezTo>
                  <a:cubicBezTo>
                    <a:pt x="27428" y="44446"/>
                    <a:pt x="28848" y="43886"/>
                    <a:pt x="30008" y="42939"/>
                  </a:cubicBezTo>
                  <a:cubicBezTo>
                    <a:pt x="31869" y="41438"/>
                    <a:pt x="33016" y="38958"/>
                    <a:pt x="33476" y="35824"/>
                  </a:cubicBezTo>
                  <a:cubicBezTo>
                    <a:pt x="34216" y="30749"/>
                    <a:pt x="27828" y="23787"/>
                    <a:pt x="24860" y="20993"/>
                  </a:cubicBezTo>
                  <a:cubicBezTo>
                    <a:pt x="22493" y="18759"/>
                    <a:pt x="17158" y="13558"/>
                    <a:pt x="13204" y="9823"/>
                  </a:cubicBezTo>
                  <a:cubicBezTo>
                    <a:pt x="12204" y="8883"/>
                    <a:pt x="11290" y="8023"/>
                    <a:pt x="10536" y="7343"/>
                  </a:cubicBezTo>
                  <a:cubicBezTo>
                    <a:pt x="6835" y="3968"/>
                    <a:pt x="1361" y="174"/>
                    <a:pt x="0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0" name="Google Shape;1993;p36"/>
            <p:cNvSpPr/>
            <p:nvPr/>
          </p:nvSpPr>
          <p:spPr>
            <a:xfrm>
              <a:off x="2498250" y="3281332"/>
              <a:ext cx="976936" cy="1262957"/>
            </a:xfrm>
            <a:custGeom>
              <a:avLst/>
              <a:gdLst/>
              <a:ahLst/>
              <a:cxnLst/>
              <a:rect l="l" t="t" r="r" b="b"/>
              <a:pathLst>
                <a:path w="34928" h="45154" extrusionOk="0">
                  <a:moveTo>
                    <a:pt x="745" y="722"/>
                  </a:moveTo>
                  <a:lnTo>
                    <a:pt x="745" y="722"/>
                  </a:lnTo>
                  <a:cubicBezTo>
                    <a:pt x="2492" y="1428"/>
                    <a:pt x="7200" y="4696"/>
                    <a:pt x="10668" y="7857"/>
                  </a:cubicBezTo>
                  <a:cubicBezTo>
                    <a:pt x="11368" y="8497"/>
                    <a:pt x="12268" y="9330"/>
                    <a:pt x="13329" y="10331"/>
                  </a:cubicBezTo>
                  <a:cubicBezTo>
                    <a:pt x="15469" y="12358"/>
                    <a:pt x="18030" y="14825"/>
                    <a:pt x="20291" y="16999"/>
                  </a:cubicBezTo>
                  <a:cubicBezTo>
                    <a:pt x="22231" y="18866"/>
                    <a:pt x="23972" y="20547"/>
                    <a:pt x="24985" y="21500"/>
                  </a:cubicBezTo>
                  <a:cubicBezTo>
                    <a:pt x="25992" y="22447"/>
                    <a:pt x="28559" y="24981"/>
                    <a:pt x="30640" y="28015"/>
                  </a:cubicBezTo>
                  <a:cubicBezTo>
                    <a:pt x="32861" y="31236"/>
                    <a:pt x="33828" y="33944"/>
                    <a:pt x="33507" y="36078"/>
                  </a:cubicBezTo>
                  <a:cubicBezTo>
                    <a:pt x="33061" y="39205"/>
                    <a:pt x="31894" y="41599"/>
                    <a:pt x="30153" y="43006"/>
                  </a:cubicBezTo>
                  <a:cubicBezTo>
                    <a:pt x="29020" y="43940"/>
                    <a:pt x="27626" y="44453"/>
                    <a:pt x="26025" y="44567"/>
                  </a:cubicBezTo>
                  <a:cubicBezTo>
                    <a:pt x="25870" y="44576"/>
                    <a:pt x="25715" y="44581"/>
                    <a:pt x="25558" y="44581"/>
                  </a:cubicBezTo>
                  <a:cubicBezTo>
                    <a:pt x="22815" y="44581"/>
                    <a:pt x="19825" y="43140"/>
                    <a:pt x="17396" y="41979"/>
                  </a:cubicBezTo>
                  <a:cubicBezTo>
                    <a:pt x="16069" y="41339"/>
                    <a:pt x="14929" y="40799"/>
                    <a:pt x="14116" y="40632"/>
                  </a:cubicBezTo>
                  <a:cubicBezTo>
                    <a:pt x="12048" y="40212"/>
                    <a:pt x="10588" y="39652"/>
                    <a:pt x="9754" y="38145"/>
                  </a:cubicBezTo>
                  <a:cubicBezTo>
                    <a:pt x="9154" y="37071"/>
                    <a:pt x="10948" y="34170"/>
                    <a:pt x="12022" y="32443"/>
                  </a:cubicBezTo>
                  <a:cubicBezTo>
                    <a:pt x="12328" y="31950"/>
                    <a:pt x="12589" y="31516"/>
                    <a:pt x="12782" y="31183"/>
                  </a:cubicBezTo>
                  <a:lnTo>
                    <a:pt x="13402" y="30029"/>
                  </a:lnTo>
                  <a:cubicBezTo>
                    <a:pt x="14222" y="28502"/>
                    <a:pt x="15463" y="26195"/>
                    <a:pt x="15969" y="25715"/>
                  </a:cubicBezTo>
                  <a:cubicBezTo>
                    <a:pt x="16049" y="25641"/>
                    <a:pt x="16083" y="25528"/>
                    <a:pt x="16056" y="25428"/>
                  </a:cubicBezTo>
                  <a:cubicBezTo>
                    <a:pt x="16023" y="25315"/>
                    <a:pt x="15929" y="25241"/>
                    <a:pt x="15823" y="25215"/>
                  </a:cubicBezTo>
                  <a:cubicBezTo>
                    <a:pt x="14462" y="24968"/>
                    <a:pt x="11895" y="24441"/>
                    <a:pt x="9934" y="23748"/>
                  </a:cubicBezTo>
                  <a:cubicBezTo>
                    <a:pt x="6887" y="22674"/>
                    <a:pt x="4800" y="21467"/>
                    <a:pt x="4553" y="21134"/>
                  </a:cubicBezTo>
                  <a:cubicBezTo>
                    <a:pt x="4426" y="20874"/>
                    <a:pt x="4180" y="18840"/>
                    <a:pt x="3946" y="16873"/>
                  </a:cubicBezTo>
                  <a:cubicBezTo>
                    <a:pt x="3526" y="13505"/>
                    <a:pt x="3019" y="9324"/>
                    <a:pt x="2419" y="7010"/>
                  </a:cubicBezTo>
                  <a:cubicBezTo>
                    <a:pt x="1652" y="4069"/>
                    <a:pt x="1005" y="1708"/>
                    <a:pt x="745" y="722"/>
                  </a:cubicBezTo>
                  <a:close/>
                  <a:moveTo>
                    <a:pt x="338" y="1"/>
                  </a:moveTo>
                  <a:cubicBezTo>
                    <a:pt x="148" y="1"/>
                    <a:pt x="0" y="175"/>
                    <a:pt x="45" y="368"/>
                  </a:cubicBezTo>
                  <a:cubicBezTo>
                    <a:pt x="52" y="395"/>
                    <a:pt x="845" y="3269"/>
                    <a:pt x="1859" y="7163"/>
                  </a:cubicBezTo>
                  <a:cubicBezTo>
                    <a:pt x="2446" y="9431"/>
                    <a:pt x="2979" y="13772"/>
                    <a:pt x="3359" y="16939"/>
                  </a:cubicBezTo>
                  <a:cubicBezTo>
                    <a:pt x="3780" y="20347"/>
                    <a:pt x="3900" y="21240"/>
                    <a:pt x="4066" y="21467"/>
                  </a:cubicBezTo>
                  <a:cubicBezTo>
                    <a:pt x="4486" y="22014"/>
                    <a:pt x="6860" y="23281"/>
                    <a:pt x="9748" y="24301"/>
                  </a:cubicBezTo>
                  <a:cubicBezTo>
                    <a:pt x="11522" y="24935"/>
                    <a:pt x="13789" y="25415"/>
                    <a:pt x="15229" y="25702"/>
                  </a:cubicBezTo>
                  <a:cubicBezTo>
                    <a:pt x="14662" y="26475"/>
                    <a:pt x="13829" y="28002"/>
                    <a:pt x="12889" y="29749"/>
                  </a:cubicBezTo>
                  <a:lnTo>
                    <a:pt x="12262" y="30903"/>
                  </a:lnTo>
                  <a:cubicBezTo>
                    <a:pt x="12088" y="31223"/>
                    <a:pt x="11828" y="31650"/>
                    <a:pt x="11528" y="32137"/>
                  </a:cubicBezTo>
                  <a:cubicBezTo>
                    <a:pt x="10235" y="34210"/>
                    <a:pt x="8481" y="37051"/>
                    <a:pt x="9248" y="38432"/>
                  </a:cubicBezTo>
                  <a:cubicBezTo>
                    <a:pt x="10188" y="40125"/>
                    <a:pt x="11762" y="40752"/>
                    <a:pt x="14002" y="41206"/>
                  </a:cubicBezTo>
                  <a:cubicBezTo>
                    <a:pt x="14749" y="41346"/>
                    <a:pt x="15856" y="41879"/>
                    <a:pt x="17136" y="42499"/>
                  </a:cubicBezTo>
                  <a:cubicBezTo>
                    <a:pt x="19624" y="43686"/>
                    <a:pt x="22671" y="45153"/>
                    <a:pt x="25539" y="45153"/>
                  </a:cubicBezTo>
                  <a:cubicBezTo>
                    <a:pt x="25719" y="45153"/>
                    <a:pt x="25892" y="45153"/>
                    <a:pt x="26059" y="45140"/>
                  </a:cubicBezTo>
                  <a:cubicBezTo>
                    <a:pt x="27793" y="45033"/>
                    <a:pt x="29293" y="44466"/>
                    <a:pt x="30513" y="43466"/>
                  </a:cubicBezTo>
                  <a:cubicBezTo>
                    <a:pt x="32374" y="41952"/>
                    <a:pt x="33608" y="39432"/>
                    <a:pt x="34088" y="36164"/>
                  </a:cubicBezTo>
                  <a:cubicBezTo>
                    <a:pt x="34928" y="30409"/>
                    <a:pt x="26979" y="22581"/>
                    <a:pt x="25385" y="21074"/>
                  </a:cubicBezTo>
                  <a:cubicBezTo>
                    <a:pt x="24305" y="20060"/>
                    <a:pt x="22631" y="18446"/>
                    <a:pt x="20697" y="16579"/>
                  </a:cubicBezTo>
                  <a:cubicBezTo>
                    <a:pt x="18437" y="14405"/>
                    <a:pt x="15869" y="11938"/>
                    <a:pt x="13729" y="9911"/>
                  </a:cubicBezTo>
                  <a:cubicBezTo>
                    <a:pt x="12662" y="8904"/>
                    <a:pt x="11762" y="8070"/>
                    <a:pt x="11061" y="7430"/>
                  </a:cubicBezTo>
                  <a:cubicBezTo>
                    <a:pt x="7300" y="4002"/>
                    <a:pt x="1799" y="188"/>
                    <a:pt x="359" y="1"/>
                  </a:cubicBezTo>
                  <a:cubicBezTo>
                    <a:pt x="352" y="1"/>
                    <a:pt x="345" y="1"/>
                    <a:pt x="33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1" name="Google Shape;1994;p36"/>
            <p:cNvSpPr/>
            <p:nvPr/>
          </p:nvSpPr>
          <p:spPr>
            <a:xfrm>
              <a:off x="2507340" y="3289555"/>
              <a:ext cx="839352" cy="1246595"/>
            </a:xfrm>
            <a:custGeom>
              <a:avLst/>
              <a:gdLst/>
              <a:ahLst/>
              <a:cxnLst/>
              <a:rect l="l" t="t" r="r" b="b"/>
              <a:pathLst>
                <a:path w="30009" h="44569" extrusionOk="0">
                  <a:moveTo>
                    <a:pt x="0" y="1"/>
                  </a:moveTo>
                  <a:cubicBezTo>
                    <a:pt x="0" y="1"/>
                    <a:pt x="787" y="2862"/>
                    <a:pt x="1807" y="6796"/>
                  </a:cubicBezTo>
                  <a:cubicBezTo>
                    <a:pt x="2834" y="10730"/>
                    <a:pt x="3635" y="20546"/>
                    <a:pt x="3975" y="21000"/>
                  </a:cubicBezTo>
                  <a:cubicBezTo>
                    <a:pt x="4321" y="21446"/>
                    <a:pt x="6602" y="22707"/>
                    <a:pt x="9509" y="23734"/>
                  </a:cubicBezTo>
                  <a:cubicBezTo>
                    <a:pt x="11423" y="24407"/>
                    <a:pt x="13937" y="24927"/>
                    <a:pt x="15444" y="25214"/>
                  </a:cubicBezTo>
                  <a:cubicBezTo>
                    <a:pt x="14758" y="25854"/>
                    <a:pt x="13030" y="29249"/>
                    <a:pt x="12197" y="30749"/>
                  </a:cubicBezTo>
                  <a:cubicBezTo>
                    <a:pt x="11277" y="32409"/>
                    <a:pt x="8309" y="36450"/>
                    <a:pt x="9169" y="37991"/>
                  </a:cubicBezTo>
                  <a:cubicBezTo>
                    <a:pt x="10030" y="39538"/>
                    <a:pt x="11457" y="40158"/>
                    <a:pt x="13737" y="40618"/>
                  </a:cubicBezTo>
                  <a:cubicBezTo>
                    <a:pt x="15933" y="41061"/>
                    <a:pt x="20878" y="44569"/>
                    <a:pt x="25212" y="44569"/>
                  </a:cubicBezTo>
                  <a:cubicBezTo>
                    <a:pt x="25380" y="44569"/>
                    <a:pt x="25547" y="44564"/>
                    <a:pt x="25714" y="44553"/>
                  </a:cubicBezTo>
                  <a:cubicBezTo>
                    <a:pt x="27428" y="44446"/>
                    <a:pt x="28848" y="43886"/>
                    <a:pt x="30008" y="42939"/>
                  </a:cubicBezTo>
                  <a:lnTo>
                    <a:pt x="30008" y="42939"/>
                  </a:lnTo>
                  <a:cubicBezTo>
                    <a:pt x="29912" y="42940"/>
                    <a:pt x="29816" y="42941"/>
                    <a:pt x="29720" y="42941"/>
                  </a:cubicBezTo>
                  <a:cubicBezTo>
                    <a:pt x="29035" y="42941"/>
                    <a:pt x="28346" y="42899"/>
                    <a:pt x="27668" y="42805"/>
                  </a:cubicBezTo>
                  <a:cubicBezTo>
                    <a:pt x="25247" y="42499"/>
                    <a:pt x="22873" y="41925"/>
                    <a:pt x="20592" y="41092"/>
                  </a:cubicBezTo>
                  <a:cubicBezTo>
                    <a:pt x="18492" y="40325"/>
                    <a:pt x="16331" y="39205"/>
                    <a:pt x="15338" y="37204"/>
                  </a:cubicBezTo>
                  <a:cubicBezTo>
                    <a:pt x="13977" y="34457"/>
                    <a:pt x="15278" y="31209"/>
                    <a:pt x="16578" y="28442"/>
                  </a:cubicBezTo>
                  <a:cubicBezTo>
                    <a:pt x="16811" y="27935"/>
                    <a:pt x="17112" y="27375"/>
                    <a:pt x="17665" y="27241"/>
                  </a:cubicBezTo>
                  <a:cubicBezTo>
                    <a:pt x="17742" y="27222"/>
                    <a:pt x="17820" y="27214"/>
                    <a:pt x="17899" y="27214"/>
                  </a:cubicBezTo>
                  <a:cubicBezTo>
                    <a:pt x="18200" y="27214"/>
                    <a:pt x="18506" y="27338"/>
                    <a:pt x="18792" y="27455"/>
                  </a:cubicBezTo>
                  <a:lnTo>
                    <a:pt x="24100" y="29689"/>
                  </a:lnTo>
                  <a:cubicBezTo>
                    <a:pt x="21926" y="28308"/>
                    <a:pt x="19699" y="26875"/>
                    <a:pt x="18258" y="24741"/>
                  </a:cubicBezTo>
                  <a:cubicBezTo>
                    <a:pt x="17312" y="23354"/>
                    <a:pt x="16771" y="21747"/>
                    <a:pt x="16238" y="20166"/>
                  </a:cubicBezTo>
                  <a:cubicBezTo>
                    <a:pt x="15304" y="17419"/>
                    <a:pt x="12644" y="12797"/>
                    <a:pt x="13204" y="9830"/>
                  </a:cubicBezTo>
                  <a:cubicBezTo>
                    <a:pt x="12204" y="8883"/>
                    <a:pt x="11290" y="8030"/>
                    <a:pt x="10536" y="7343"/>
                  </a:cubicBezTo>
                  <a:cubicBezTo>
                    <a:pt x="6835" y="3968"/>
                    <a:pt x="1361" y="174"/>
                    <a:pt x="0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2" name="Google Shape;1995;p36"/>
            <p:cNvSpPr/>
            <p:nvPr/>
          </p:nvSpPr>
          <p:spPr>
            <a:xfrm>
              <a:off x="2507340" y="3289555"/>
              <a:ext cx="321571" cy="680622"/>
            </a:xfrm>
            <a:custGeom>
              <a:avLst/>
              <a:gdLst/>
              <a:ahLst/>
              <a:cxnLst/>
              <a:rect l="l" t="t" r="r" b="b"/>
              <a:pathLst>
                <a:path w="11497" h="24334" extrusionOk="0">
                  <a:moveTo>
                    <a:pt x="0" y="1"/>
                  </a:moveTo>
                  <a:cubicBezTo>
                    <a:pt x="0" y="1"/>
                    <a:pt x="147" y="534"/>
                    <a:pt x="394" y="1461"/>
                  </a:cubicBezTo>
                  <a:cubicBezTo>
                    <a:pt x="727" y="2675"/>
                    <a:pt x="1227" y="4562"/>
                    <a:pt x="1807" y="6796"/>
                  </a:cubicBezTo>
                  <a:cubicBezTo>
                    <a:pt x="2268" y="8516"/>
                    <a:pt x="2668" y="11397"/>
                    <a:pt x="3014" y="14098"/>
                  </a:cubicBezTo>
                  <a:cubicBezTo>
                    <a:pt x="3448" y="17545"/>
                    <a:pt x="3781" y="20740"/>
                    <a:pt x="3975" y="21000"/>
                  </a:cubicBezTo>
                  <a:cubicBezTo>
                    <a:pt x="4061" y="21106"/>
                    <a:pt x="4261" y="21266"/>
                    <a:pt x="4561" y="21453"/>
                  </a:cubicBezTo>
                  <a:cubicBezTo>
                    <a:pt x="5235" y="21900"/>
                    <a:pt x="6402" y="22500"/>
                    <a:pt x="7842" y="23100"/>
                  </a:cubicBezTo>
                  <a:cubicBezTo>
                    <a:pt x="8369" y="23314"/>
                    <a:pt x="8896" y="23514"/>
                    <a:pt x="9509" y="23734"/>
                  </a:cubicBezTo>
                  <a:cubicBezTo>
                    <a:pt x="10130" y="23947"/>
                    <a:pt x="10810" y="24154"/>
                    <a:pt x="11497" y="24334"/>
                  </a:cubicBezTo>
                  <a:cubicBezTo>
                    <a:pt x="11277" y="22413"/>
                    <a:pt x="11057" y="20279"/>
                    <a:pt x="10776" y="17946"/>
                  </a:cubicBezTo>
                  <a:cubicBezTo>
                    <a:pt x="10696" y="17219"/>
                    <a:pt x="10603" y="16498"/>
                    <a:pt x="10510" y="15738"/>
                  </a:cubicBezTo>
                  <a:cubicBezTo>
                    <a:pt x="10003" y="11611"/>
                    <a:pt x="9183" y="7783"/>
                    <a:pt x="8376" y="5496"/>
                  </a:cubicBezTo>
                  <a:cubicBezTo>
                    <a:pt x="4975" y="2708"/>
                    <a:pt x="1107" y="141"/>
                    <a:pt x="0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3" name="Google Shape;1996;p36"/>
            <p:cNvSpPr/>
            <p:nvPr/>
          </p:nvSpPr>
          <p:spPr>
            <a:xfrm>
              <a:off x="2498250" y="3281528"/>
              <a:ext cx="339052" cy="696677"/>
            </a:xfrm>
            <a:custGeom>
              <a:avLst/>
              <a:gdLst/>
              <a:ahLst/>
              <a:cxnLst/>
              <a:rect l="l" t="t" r="r" b="b"/>
              <a:pathLst>
                <a:path w="12122" h="24908" extrusionOk="0">
                  <a:moveTo>
                    <a:pt x="745" y="715"/>
                  </a:moveTo>
                  <a:lnTo>
                    <a:pt x="745" y="715"/>
                  </a:lnTo>
                  <a:cubicBezTo>
                    <a:pt x="2159" y="1288"/>
                    <a:pt x="5480" y="3522"/>
                    <a:pt x="8454" y="5949"/>
                  </a:cubicBezTo>
                  <a:cubicBezTo>
                    <a:pt x="9281" y="8317"/>
                    <a:pt x="10055" y="12084"/>
                    <a:pt x="10548" y="16059"/>
                  </a:cubicBezTo>
                  <a:cubicBezTo>
                    <a:pt x="10635" y="16812"/>
                    <a:pt x="10728" y="17552"/>
                    <a:pt x="10815" y="18266"/>
                  </a:cubicBezTo>
                  <a:cubicBezTo>
                    <a:pt x="11048" y="20213"/>
                    <a:pt x="11248" y="22040"/>
                    <a:pt x="11428" y="23707"/>
                  </a:cubicBezTo>
                  <a:lnTo>
                    <a:pt x="11488" y="24227"/>
                  </a:lnTo>
                  <a:cubicBezTo>
                    <a:pt x="10928" y="24074"/>
                    <a:pt x="10415" y="23907"/>
                    <a:pt x="9934" y="23741"/>
                  </a:cubicBezTo>
                  <a:cubicBezTo>
                    <a:pt x="9388" y="23547"/>
                    <a:pt x="8834" y="23341"/>
                    <a:pt x="8287" y="23120"/>
                  </a:cubicBezTo>
                  <a:cubicBezTo>
                    <a:pt x="6974" y="22574"/>
                    <a:pt x="5767" y="21967"/>
                    <a:pt x="5047" y="21500"/>
                  </a:cubicBezTo>
                  <a:cubicBezTo>
                    <a:pt x="4660" y="21253"/>
                    <a:pt x="4560" y="21133"/>
                    <a:pt x="4553" y="21127"/>
                  </a:cubicBezTo>
                  <a:cubicBezTo>
                    <a:pt x="4426" y="20867"/>
                    <a:pt x="4173" y="18806"/>
                    <a:pt x="3933" y="16825"/>
                  </a:cubicBezTo>
                  <a:cubicBezTo>
                    <a:pt x="3840" y="16039"/>
                    <a:pt x="3733" y="15198"/>
                    <a:pt x="3626" y="14351"/>
                  </a:cubicBezTo>
                  <a:cubicBezTo>
                    <a:pt x="3293" y="11717"/>
                    <a:pt x="2866" y="8737"/>
                    <a:pt x="2419" y="7003"/>
                  </a:cubicBezTo>
                  <a:cubicBezTo>
                    <a:pt x="1966" y="5269"/>
                    <a:pt x="1492" y="3482"/>
                    <a:pt x="999" y="1668"/>
                  </a:cubicBezTo>
                  <a:cubicBezTo>
                    <a:pt x="892" y="1281"/>
                    <a:pt x="812" y="955"/>
                    <a:pt x="745" y="715"/>
                  </a:cubicBezTo>
                  <a:close/>
                  <a:moveTo>
                    <a:pt x="338" y="0"/>
                  </a:moveTo>
                  <a:cubicBezTo>
                    <a:pt x="148" y="0"/>
                    <a:pt x="0" y="181"/>
                    <a:pt x="45" y="368"/>
                  </a:cubicBezTo>
                  <a:cubicBezTo>
                    <a:pt x="45" y="368"/>
                    <a:pt x="192" y="901"/>
                    <a:pt x="445" y="1828"/>
                  </a:cubicBezTo>
                  <a:cubicBezTo>
                    <a:pt x="925" y="3635"/>
                    <a:pt x="1399" y="5416"/>
                    <a:pt x="1859" y="7163"/>
                  </a:cubicBezTo>
                  <a:cubicBezTo>
                    <a:pt x="2319" y="8917"/>
                    <a:pt x="2719" y="11817"/>
                    <a:pt x="3053" y="14425"/>
                  </a:cubicBezTo>
                  <a:cubicBezTo>
                    <a:pt x="3159" y="15285"/>
                    <a:pt x="3259" y="16119"/>
                    <a:pt x="3359" y="16899"/>
                  </a:cubicBezTo>
                  <a:cubicBezTo>
                    <a:pt x="3780" y="20340"/>
                    <a:pt x="3900" y="21240"/>
                    <a:pt x="4080" y="21467"/>
                  </a:cubicBezTo>
                  <a:cubicBezTo>
                    <a:pt x="4180" y="21613"/>
                    <a:pt x="4393" y="21787"/>
                    <a:pt x="4726" y="21994"/>
                  </a:cubicBezTo>
                  <a:cubicBezTo>
                    <a:pt x="5480" y="22487"/>
                    <a:pt x="6727" y="23107"/>
                    <a:pt x="8061" y="23661"/>
                  </a:cubicBezTo>
                  <a:cubicBezTo>
                    <a:pt x="8621" y="23894"/>
                    <a:pt x="9148" y="24087"/>
                    <a:pt x="9748" y="24301"/>
                  </a:cubicBezTo>
                  <a:cubicBezTo>
                    <a:pt x="10341" y="24521"/>
                    <a:pt x="11021" y="24721"/>
                    <a:pt x="11748" y="24908"/>
                  </a:cubicBezTo>
                  <a:lnTo>
                    <a:pt x="11822" y="24908"/>
                  </a:lnTo>
                  <a:cubicBezTo>
                    <a:pt x="11888" y="24908"/>
                    <a:pt x="11955" y="24888"/>
                    <a:pt x="12015" y="24854"/>
                  </a:cubicBezTo>
                  <a:cubicBezTo>
                    <a:pt x="12082" y="24781"/>
                    <a:pt x="12122" y="24688"/>
                    <a:pt x="12115" y="24594"/>
                  </a:cubicBezTo>
                  <a:lnTo>
                    <a:pt x="12002" y="23654"/>
                  </a:lnTo>
                  <a:cubicBezTo>
                    <a:pt x="11822" y="21987"/>
                    <a:pt x="11622" y="20166"/>
                    <a:pt x="11388" y="18206"/>
                  </a:cubicBezTo>
                  <a:cubicBezTo>
                    <a:pt x="11302" y="17486"/>
                    <a:pt x="11215" y="16752"/>
                    <a:pt x="11121" y="15999"/>
                  </a:cubicBezTo>
                  <a:cubicBezTo>
                    <a:pt x="10621" y="11931"/>
                    <a:pt x="9821" y="8083"/>
                    <a:pt x="8981" y="5689"/>
                  </a:cubicBezTo>
                  <a:cubicBezTo>
                    <a:pt x="8961" y="5636"/>
                    <a:pt x="8928" y="5589"/>
                    <a:pt x="8888" y="5556"/>
                  </a:cubicBezTo>
                  <a:cubicBezTo>
                    <a:pt x="5780" y="3015"/>
                    <a:pt x="1632" y="168"/>
                    <a:pt x="359" y="1"/>
                  </a:cubicBezTo>
                  <a:cubicBezTo>
                    <a:pt x="352" y="1"/>
                    <a:pt x="345" y="0"/>
                    <a:pt x="33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4" name="Google Shape;1997;p36"/>
            <p:cNvSpPr/>
            <p:nvPr/>
          </p:nvSpPr>
          <p:spPr>
            <a:xfrm>
              <a:off x="2939309" y="3991602"/>
              <a:ext cx="36781" cy="9538"/>
            </a:xfrm>
            <a:custGeom>
              <a:avLst/>
              <a:gdLst/>
              <a:ahLst/>
              <a:cxnLst/>
              <a:rect l="l" t="t" r="r" b="b"/>
              <a:pathLst>
                <a:path w="1315" h="341" extrusionOk="0">
                  <a:moveTo>
                    <a:pt x="294" y="1"/>
                  </a:moveTo>
                  <a:cubicBezTo>
                    <a:pt x="256" y="1"/>
                    <a:pt x="218" y="3"/>
                    <a:pt x="180" y="7"/>
                  </a:cubicBezTo>
                  <a:cubicBezTo>
                    <a:pt x="107" y="21"/>
                    <a:pt x="47" y="61"/>
                    <a:pt x="0" y="114"/>
                  </a:cubicBezTo>
                  <a:cubicBezTo>
                    <a:pt x="754" y="254"/>
                    <a:pt x="1254" y="334"/>
                    <a:pt x="1314" y="341"/>
                  </a:cubicBezTo>
                  <a:cubicBezTo>
                    <a:pt x="1253" y="304"/>
                    <a:pt x="749" y="1"/>
                    <a:pt x="294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5" name="Google Shape;1998;p36"/>
            <p:cNvSpPr/>
            <p:nvPr/>
          </p:nvSpPr>
          <p:spPr>
            <a:xfrm>
              <a:off x="2930722" y="3983379"/>
              <a:ext cx="54318" cy="25984"/>
            </a:xfrm>
            <a:custGeom>
              <a:avLst/>
              <a:gdLst/>
              <a:ahLst/>
              <a:cxnLst/>
              <a:rect l="l" t="t" r="r" b="b"/>
              <a:pathLst>
                <a:path w="1942" h="929" extrusionOk="0">
                  <a:moveTo>
                    <a:pt x="577" y="1"/>
                  </a:moveTo>
                  <a:cubicBezTo>
                    <a:pt x="531" y="1"/>
                    <a:pt x="486" y="3"/>
                    <a:pt x="441" y="8"/>
                  </a:cubicBezTo>
                  <a:cubicBezTo>
                    <a:pt x="314" y="35"/>
                    <a:pt x="201" y="95"/>
                    <a:pt x="107" y="195"/>
                  </a:cubicBezTo>
                  <a:cubicBezTo>
                    <a:pt x="27" y="268"/>
                    <a:pt x="1" y="388"/>
                    <a:pt x="34" y="495"/>
                  </a:cubicBezTo>
                  <a:cubicBezTo>
                    <a:pt x="67" y="595"/>
                    <a:pt x="154" y="675"/>
                    <a:pt x="261" y="695"/>
                  </a:cubicBezTo>
                  <a:lnTo>
                    <a:pt x="1588" y="928"/>
                  </a:lnTo>
                  <a:lnTo>
                    <a:pt x="1628" y="928"/>
                  </a:lnTo>
                  <a:cubicBezTo>
                    <a:pt x="1748" y="922"/>
                    <a:pt x="1854" y="848"/>
                    <a:pt x="1894" y="735"/>
                  </a:cubicBezTo>
                  <a:cubicBezTo>
                    <a:pt x="1941" y="602"/>
                    <a:pt x="1894" y="455"/>
                    <a:pt x="1774" y="381"/>
                  </a:cubicBezTo>
                  <a:cubicBezTo>
                    <a:pt x="1615" y="290"/>
                    <a:pt x="1090" y="1"/>
                    <a:pt x="57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6" name="Google Shape;1999;p36"/>
            <p:cNvSpPr/>
            <p:nvPr/>
          </p:nvSpPr>
          <p:spPr>
            <a:xfrm>
              <a:off x="2591642" y="3676408"/>
              <a:ext cx="336871" cy="316341"/>
            </a:xfrm>
            <a:custGeom>
              <a:avLst/>
              <a:gdLst/>
              <a:ahLst/>
              <a:cxnLst/>
              <a:rect l="l" t="t" r="r" b="b"/>
              <a:pathLst>
                <a:path w="12044" h="11310" extrusionOk="0">
                  <a:moveTo>
                    <a:pt x="594" y="0"/>
                  </a:moveTo>
                  <a:cubicBezTo>
                    <a:pt x="387" y="53"/>
                    <a:pt x="187" y="140"/>
                    <a:pt x="0" y="267"/>
                  </a:cubicBezTo>
                  <a:cubicBezTo>
                    <a:pt x="434" y="3714"/>
                    <a:pt x="767" y="6909"/>
                    <a:pt x="961" y="7169"/>
                  </a:cubicBezTo>
                  <a:cubicBezTo>
                    <a:pt x="1301" y="7615"/>
                    <a:pt x="3588" y="8876"/>
                    <a:pt x="6495" y="9903"/>
                  </a:cubicBezTo>
                  <a:cubicBezTo>
                    <a:pt x="8249" y="10516"/>
                    <a:pt x="10503" y="11010"/>
                    <a:pt x="12044" y="11310"/>
                  </a:cubicBezTo>
                  <a:cubicBezTo>
                    <a:pt x="11810" y="11023"/>
                    <a:pt x="11637" y="10696"/>
                    <a:pt x="11530" y="10350"/>
                  </a:cubicBezTo>
                  <a:cubicBezTo>
                    <a:pt x="11043" y="8882"/>
                    <a:pt x="10597" y="3708"/>
                    <a:pt x="7389" y="1067"/>
                  </a:cubicBezTo>
                  <a:lnTo>
                    <a:pt x="7389" y="1067"/>
                  </a:lnTo>
                  <a:cubicBezTo>
                    <a:pt x="7389" y="1067"/>
                    <a:pt x="7502" y="1981"/>
                    <a:pt x="7629" y="3008"/>
                  </a:cubicBezTo>
                  <a:cubicBezTo>
                    <a:pt x="7629" y="3008"/>
                    <a:pt x="6113" y="3618"/>
                    <a:pt x="4349" y="3618"/>
                  </a:cubicBezTo>
                  <a:cubicBezTo>
                    <a:pt x="4223" y="3618"/>
                    <a:pt x="4096" y="3614"/>
                    <a:pt x="3968" y="3608"/>
                  </a:cubicBezTo>
                  <a:cubicBezTo>
                    <a:pt x="2921" y="3548"/>
                    <a:pt x="1828" y="3254"/>
                    <a:pt x="927" y="2481"/>
                  </a:cubicBezTo>
                  <a:cubicBezTo>
                    <a:pt x="927" y="2481"/>
                    <a:pt x="681" y="607"/>
                    <a:pt x="594" y="0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7" name="Google Shape;2000;p36"/>
            <p:cNvSpPr/>
            <p:nvPr/>
          </p:nvSpPr>
          <p:spPr>
            <a:xfrm>
              <a:off x="2583055" y="3668045"/>
              <a:ext cx="354044" cy="332563"/>
            </a:xfrm>
            <a:custGeom>
              <a:avLst/>
              <a:gdLst/>
              <a:ahLst/>
              <a:cxnLst/>
              <a:rect l="l" t="t" r="r" b="b"/>
              <a:pathLst>
                <a:path w="12658" h="11890" extrusionOk="0">
                  <a:moveTo>
                    <a:pt x="661" y="693"/>
                  </a:moveTo>
                  <a:cubicBezTo>
                    <a:pt x="768" y="1473"/>
                    <a:pt x="948" y="2813"/>
                    <a:pt x="948" y="2813"/>
                  </a:cubicBezTo>
                  <a:cubicBezTo>
                    <a:pt x="954" y="2886"/>
                    <a:pt x="988" y="2953"/>
                    <a:pt x="1048" y="2993"/>
                  </a:cubicBezTo>
                  <a:cubicBezTo>
                    <a:pt x="1888" y="3720"/>
                    <a:pt x="2968" y="4120"/>
                    <a:pt x="4262" y="4187"/>
                  </a:cubicBezTo>
                  <a:cubicBezTo>
                    <a:pt x="4403" y="4194"/>
                    <a:pt x="4543" y="4198"/>
                    <a:pt x="4681" y="4198"/>
                  </a:cubicBezTo>
                  <a:cubicBezTo>
                    <a:pt x="6465" y="4198"/>
                    <a:pt x="7975" y="3604"/>
                    <a:pt x="8049" y="3573"/>
                  </a:cubicBezTo>
                  <a:cubicBezTo>
                    <a:pt x="8163" y="3520"/>
                    <a:pt x="8236" y="3400"/>
                    <a:pt x="8223" y="3273"/>
                  </a:cubicBezTo>
                  <a:cubicBezTo>
                    <a:pt x="8170" y="2846"/>
                    <a:pt x="8123" y="2446"/>
                    <a:pt x="8083" y="2120"/>
                  </a:cubicBezTo>
                  <a:lnTo>
                    <a:pt x="8083" y="2120"/>
                  </a:lnTo>
                  <a:cubicBezTo>
                    <a:pt x="10117" y="4213"/>
                    <a:pt x="10804" y="7421"/>
                    <a:pt x="11230" y="9408"/>
                  </a:cubicBezTo>
                  <a:cubicBezTo>
                    <a:pt x="11357" y="9975"/>
                    <a:pt x="11457" y="10422"/>
                    <a:pt x="11557" y="10742"/>
                  </a:cubicBezTo>
                  <a:cubicBezTo>
                    <a:pt x="11617" y="10902"/>
                    <a:pt x="11670" y="11049"/>
                    <a:pt x="11737" y="11189"/>
                  </a:cubicBezTo>
                  <a:cubicBezTo>
                    <a:pt x="10257" y="10889"/>
                    <a:pt x="8396" y="10455"/>
                    <a:pt x="6902" y="9922"/>
                  </a:cubicBezTo>
                  <a:cubicBezTo>
                    <a:pt x="3855" y="8848"/>
                    <a:pt x="1768" y="7641"/>
                    <a:pt x="1521" y="7308"/>
                  </a:cubicBezTo>
                  <a:cubicBezTo>
                    <a:pt x="1394" y="7048"/>
                    <a:pt x="1148" y="4987"/>
                    <a:pt x="901" y="3006"/>
                  </a:cubicBezTo>
                  <a:cubicBezTo>
                    <a:pt x="814" y="2280"/>
                    <a:pt x="721" y="1506"/>
                    <a:pt x="621" y="713"/>
                  </a:cubicBezTo>
                  <a:lnTo>
                    <a:pt x="661" y="693"/>
                  </a:lnTo>
                  <a:close/>
                  <a:moveTo>
                    <a:pt x="902" y="1"/>
                  </a:moveTo>
                  <a:cubicBezTo>
                    <a:pt x="884" y="1"/>
                    <a:pt x="865" y="2"/>
                    <a:pt x="848" y="6"/>
                  </a:cubicBezTo>
                  <a:cubicBezTo>
                    <a:pt x="594" y="72"/>
                    <a:pt x="361" y="179"/>
                    <a:pt x="154" y="319"/>
                  </a:cubicBezTo>
                  <a:cubicBezTo>
                    <a:pt x="54" y="372"/>
                    <a:pt x="1" y="486"/>
                    <a:pt x="21" y="599"/>
                  </a:cubicBezTo>
                  <a:cubicBezTo>
                    <a:pt x="127" y="1453"/>
                    <a:pt x="227" y="2286"/>
                    <a:pt x="327" y="3073"/>
                  </a:cubicBezTo>
                  <a:cubicBezTo>
                    <a:pt x="748" y="6514"/>
                    <a:pt x="868" y="7414"/>
                    <a:pt x="1034" y="7641"/>
                  </a:cubicBezTo>
                  <a:cubicBezTo>
                    <a:pt x="1454" y="8188"/>
                    <a:pt x="3828" y="9455"/>
                    <a:pt x="6716" y="10475"/>
                  </a:cubicBezTo>
                  <a:cubicBezTo>
                    <a:pt x="8463" y="11102"/>
                    <a:pt x="10717" y="11589"/>
                    <a:pt x="12291" y="11889"/>
                  </a:cubicBezTo>
                  <a:lnTo>
                    <a:pt x="12351" y="11889"/>
                  </a:lnTo>
                  <a:cubicBezTo>
                    <a:pt x="12356" y="11889"/>
                    <a:pt x="12361" y="11889"/>
                    <a:pt x="12366" y="11889"/>
                  </a:cubicBezTo>
                  <a:cubicBezTo>
                    <a:pt x="12460" y="11889"/>
                    <a:pt x="12547" y="11831"/>
                    <a:pt x="12597" y="11749"/>
                  </a:cubicBezTo>
                  <a:cubicBezTo>
                    <a:pt x="12657" y="11642"/>
                    <a:pt x="12651" y="11509"/>
                    <a:pt x="12571" y="11415"/>
                  </a:cubicBezTo>
                  <a:cubicBezTo>
                    <a:pt x="12364" y="11162"/>
                    <a:pt x="12211" y="10869"/>
                    <a:pt x="12117" y="10555"/>
                  </a:cubicBezTo>
                  <a:cubicBezTo>
                    <a:pt x="11984" y="10135"/>
                    <a:pt x="11884" y="9715"/>
                    <a:pt x="11804" y="9281"/>
                  </a:cubicBezTo>
                  <a:cubicBezTo>
                    <a:pt x="11324" y="7048"/>
                    <a:pt x="10517" y="3307"/>
                    <a:pt x="7883" y="1139"/>
                  </a:cubicBezTo>
                  <a:cubicBezTo>
                    <a:pt x="7828" y="1093"/>
                    <a:pt x="7760" y="1069"/>
                    <a:pt x="7693" y="1069"/>
                  </a:cubicBezTo>
                  <a:cubicBezTo>
                    <a:pt x="7645" y="1069"/>
                    <a:pt x="7598" y="1081"/>
                    <a:pt x="7556" y="1106"/>
                  </a:cubicBezTo>
                  <a:cubicBezTo>
                    <a:pt x="7449" y="1159"/>
                    <a:pt x="7389" y="1279"/>
                    <a:pt x="7403" y="1399"/>
                  </a:cubicBezTo>
                  <a:lnTo>
                    <a:pt x="7623" y="3107"/>
                  </a:lnTo>
                  <a:cubicBezTo>
                    <a:pt x="7157" y="3266"/>
                    <a:pt x="5965" y="3622"/>
                    <a:pt x="4648" y="3622"/>
                  </a:cubicBezTo>
                  <a:cubicBezTo>
                    <a:pt x="4531" y="3622"/>
                    <a:pt x="4413" y="3619"/>
                    <a:pt x="4295" y="3613"/>
                  </a:cubicBezTo>
                  <a:cubicBezTo>
                    <a:pt x="3168" y="3553"/>
                    <a:pt x="2235" y="3220"/>
                    <a:pt x="1514" y="2633"/>
                  </a:cubicBezTo>
                  <a:cubicBezTo>
                    <a:pt x="1454" y="2213"/>
                    <a:pt x="1261" y="779"/>
                    <a:pt x="1188" y="252"/>
                  </a:cubicBezTo>
                  <a:cubicBezTo>
                    <a:pt x="1181" y="172"/>
                    <a:pt x="1134" y="99"/>
                    <a:pt x="1068" y="52"/>
                  </a:cubicBezTo>
                  <a:cubicBezTo>
                    <a:pt x="1017" y="17"/>
                    <a:pt x="959" y="1"/>
                    <a:pt x="90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8" name="Google Shape;2001;p36"/>
            <p:cNvSpPr/>
            <p:nvPr/>
          </p:nvSpPr>
          <p:spPr>
            <a:xfrm>
              <a:off x="2939309" y="3991602"/>
              <a:ext cx="36781" cy="9538"/>
            </a:xfrm>
            <a:custGeom>
              <a:avLst/>
              <a:gdLst/>
              <a:ahLst/>
              <a:cxnLst/>
              <a:rect l="l" t="t" r="r" b="b"/>
              <a:pathLst>
                <a:path w="1315" h="341" extrusionOk="0">
                  <a:moveTo>
                    <a:pt x="294" y="1"/>
                  </a:moveTo>
                  <a:cubicBezTo>
                    <a:pt x="256" y="1"/>
                    <a:pt x="218" y="3"/>
                    <a:pt x="180" y="7"/>
                  </a:cubicBezTo>
                  <a:cubicBezTo>
                    <a:pt x="107" y="21"/>
                    <a:pt x="47" y="61"/>
                    <a:pt x="0" y="114"/>
                  </a:cubicBezTo>
                  <a:cubicBezTo>
                    <a:pt x="754" y="254"/>
                    <a:pt x="1254" y="334"/>
                    <a:pt x="1314" y="341"/>
                  </a:cubicBezTo>
                  <a:cubicBezTo>
                    <a:pt x="1253" y="304"/>
                    <a:pt x="749" y="1"/>
                    <a:pt x="294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9" name="Google Shape;2002;p36"/>
            <p:cNvSpPr/>
            <p:nvPr/>
          </p:nvSpPr>
          <p:spPr>
            <a:xfrm>
              <a:off x="2930722" y="3983379"/>
              <a:ext cx="54318" cy="25984"/>
            </a:xfrm>
            <a:custGeom>
              <a:avLst/>
              <a:gdLst/>
              <a:ahLst/>
              <a:cxnLst/>
              <a:rect l="l" t="t" r="r" b="b"/>
              <a:pathLst>
                <a:path w="1942" h="929" extrusionOk="0">
                  <a:moveTo>
                    <a:pt x="577" y="1"/>
                  </a:moveTo>
                  <a:cubicBezTo>
                    <a:pt x="531" y="1"/>
                    <a:pt x="486" y="3"/>
                    <a:pt x="441" y="8"/>
                  </a:cubicBezTo>
                  <a:cubicBezTo>
                    <a:pt x="314" y="35"/>
                    <a:pt x="201" y="95"/>
                    <a:pt x="107" y="195"/>
                  </a:cubicBezTo>
                  <a:cubicBezTo>
                    <a:pt x="27" y="268"/>
                    <a:pt x="1" y="388"/>
                    <a:pt x="34" y="495"/>
                  </a:cubicBezTo>
                  <a:cubicBezTo>
                    <a:pt x="67" y="595"/>
                    <a:pt x="154" y="675"/>
                    <a:pt x="261" y="695"/>
                  </a:cubicBezTo>
                  <a:lnTo>
                    <a:pt x="1588" y="928"/>
                  </a:lnTo>
                  <a:lnTo>
                    <a:pt x="1628" y="928"/>
                  </a:lnTo>
                  <a:cubicBezTo>
                    <a:pt x="1748" y="922"/>
                    <a:pt x="1854" y="848"/>
                    <a:pt x="1894" y="735"/>
                  </a:cubicBezTo>
                  <a:cubicBezTo>
                    <a:pt x="1941" y="602"/>
                    <a:pt x="1894" y="455"/>
                    <a:pt x="1774" y="381"/>
                  </a:cubicBezTo>
                  <a:cubicBezTo>
                    <a:pt x="1615" y="290"/>
                    <a:pt x="1090" y="1"/>
                    <a:pt x="57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0" name="Google Shape;2003;p36"/>
            <p:cNvSpPr/>
            <p:nvPr/>
          </p:nvSpPr>
          <p:spPr>
            <a:xfrm>
              <a:off x="2796242" y="3548641"/>
              <a:ext cx="31187" cy="171065"/>
            </a:xfrm>
            <a:custGeom>
              <a:avLst/>
              <a:gdLst/>
              <a:ahLst/>
              <a:cxnLst/>
              <a:rect l="l" t="t" r="r" b="b"/>
              <a:pathLst>
                <a:path w="1115" h="6116" extrusionOk="0">
                  <a:moveTo>
                    <a:pt x="1" y="0"/>
                  </a:moveTo>
                  <a:lnTo>
                    <a:pt x="1" y="0"/>
                  </a:lnTo>
                  <a:cubicBezTo>
                    <a:pt x="81" y="1034"/>
                    <a:pt x="221" y="2061"/>
                    <a:pt x="414" y="3081"/>
                  </a:cubicBezTo>
                  <a:cubicBezTo>
                    <a:pt x="594" y="4101"/>
                    <a:pt x="828" y="5115"/>
                    <a:pt x="1114" y="6115"/>
                  </a:cubicBezTo>
                  <a:cubicBezTo>
                    <a:pt x="1034" y="5082"/>
                    <a:pt x="894" y="4048"/>
                    <a:pt x="701" y="3034"/>
                  </a:cubicBezTo>
                  <a:cubicBezTo>
                    <a:pt x="521" y="2007"/>
                    <a:pt x="287" y="994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1" name="Google Shape;2004;p36"/>
            <p:cNvSpPr/>
            <p:nvPr/>
          </p:nvSpPr>
          <p:spPr>
            <a:xfrm>
              <a:off x="2844183" y="3629027"/>
              <a:ext cx="36221" cy="125166"/>
            </a:xfrm>
            <a:custGeom>
              <a:avLst/>
              <a:gdLst/>
              <a:ahLst/>
              <a:cxnLst/>
              <a:rect l="l" t="t" r="r" b="b"/>
              <a:pathLst>
                <a:path w="1295" h="4475" extrusionOk="0">
                  <a:moveTo>
                    <a:pt x="0" y="0"/>
                  </a:moveTo>
                  <a:lnTo>
                    <a:pt x="0" y="0"/>
                  </a:lnTo>
                  <a:cubicBezTo>
                    <a:pt x="134" y="1561"/>
                    <a:pt x="574" y="3081"/>
                    <a:pt x="1294" y="4475"/>
                  </a:cubicBezTo>
                  <a:cubicBezTo>
                    <a:pt x="1134" y="3708"/>
                    <a:pt x="921" y="2968"/>
                    <a:pt x="701" y="2221"/>
                  </a:cubicBezTo>
                  <a:cubicBezTo>
                    <a:pt x="487" y="1481"/>
                    <a:pt x="281" y="734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2" name="Google Shape;2005;p36"/>
            <p:cNvSpPr/>
            <p:nvPr/>
          </p:nvSpPr>
          <p:spPr>
            <a:xfrm>
              <a:off x="2865999" y="4377141"/>
              <a:ext cx="131711" cy="35662"/>
            </a:xfrm>
            <a:custGeom>
              <a:avLst/>
              <a:gdLst/>
              <a:ahLst/>
              <a:cxnLst/>
              <a:rect l="l" t="t" r="r" b="b"/>
              <a:pathLst>
                <a:path w="4709" h="1275" extrusionOk="0">
                  <a:moveTo>
                    <a:pt x="1" y="0"/>
                  </a:moveTo>
                  <a:lnTo>
                    <a:pt x="1" y="0"/>
                  </a:lnTo>
                  <a:cubicBezTo>
                    <a:pt x="754" y="314"/>
                    <a:pt x="1528" y="567"/>
                    <a:pt x="2315" y="774"/>
                  </a:cubicBezTo>
                  <a:cubicBezTo>
                    <a:pt x="3102" y="1001"/>
                    <a:pt x="3902" y="1167"/>
                    <a:pt x="4709" y="1274"/>
                  </a:cubicBezTo>
                  <a:cubicBezTo>
                    <a:pt x="3195" y="667"/>
                    <a:pt x="1614" y="240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3" name="Google Shape;2006;p36"/>
            <p:cNvSpPr/>
            <p:nvPr/>
          </p:nvSpPr>
          <p:spPr>
            <a:xfrm>
              <a:off x="3039833" y="4429165"/>
              <a:ext cx="282413" cy="49059"/>
            </a:xfrm>
            <a:custGeom>
              <a:avLst/>
              <a:gdLst/>
              <a:ahLst/>
              <a:cxnLst/>
              <a:rect l="l" t="t" r="r" b="b"/>
              <a:pathLst>
                <a:path w="10097" h="1754" extrusionOk="0">
                  <a:moveTo>
                    <a:pt x="1" y="1"/>
                  </a:moveTo>
                  <a:cubicBezTo>
                    <a:pt x="434" y="61"/>
                    <a:pt x="834" y="221"/>
                    <a:pt x="1241" y="401"/>
                  </a:cubicBezTo>
                  <a:cubicBezTo>
                    <a:pt x="1654" y="574"/>
                    <a:pt x="2061" y="734"/>
                    <a:pt x="2468" y="894"/>
                  </a:cubicBezTo>
                  <a:cubicBezTo>
                    <a:pt x="3295" y="1208"/>
                    <a:pt x="4148" y="1455"/>
                    <a:pt x="5022" y="1628"/>
                  </a:cubicBezTo>
                  <a:cubicBezTo>
                    <a:pt x="5481" y="1712"/>
                    <a:pt x="5946" y="1753"/>
                    <a:pt x="6411" y="1753"/>
                  </a:cubicBezTo>
                  <a:cubicBezTo>
                    <a:pt x="6838" y="1753"/>
                    <a:pt x="7265" y="1718"/>
                    <a:pt x="7689" y="1648"/>
                  </a:cubicBezTo>
                  <a:cubicBezTo>
                    <a:pt x="8563" y="1501"/>
                    <a:pt x="9423" y="1148"/>
                    <a:pt x="10097" y="574"/>
                  </a:cubicBezTo>
                  <a:lnTo>
                    <a:pt x="10097" y="574"/>
                  </a:lnTo>
                  <a:cubicBezTo>
                    <a:pt x="9357" y="1035"/>
                    <a:pt x="8523" y="1328"/>
                    <a:pt x="7656" y="1421"/>
                  </a:cubicBezTo>
                  <a:cubicBezTo>
                    <a:pt x="7320" y="1463"/>
                    <a:pt x="6983" y="1483"/>
                    <a:pt x="6647" y="1483"/>
                  </a:cubicBezTo>
                  <a:cubicBezTo>
                    <a:pt x="6118" y="1483"/>
                    <a:pt x="5591" y="1433"/>
                    <a:pt x="5069" y="1335"/>
                  </a:cubicBezTo>
                  <a:cubicBezTo>
                    <a:pt x="4215" y="1168"/>
                    <a:pt x="3368" y="948"/>
                    <a:pt x="2541" y="674"/>
                  </a:cubicBezTo>
                  <a:lnTo>
                    <a:pt x="1294" y="274"/>
                  </a:lnTo>
                  <a:cubicBezTo>
                    <a:pt x="874" y="141"/>
                    <a:pt x="441" y="1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4" name="Google Shape;2007;p36"/>
            <p:cNvSpPr/>
            <p:nvPr/>
          </p:nvSpPr>
          <p:spPr>
            <a:xfrm>
              <a:off x="3176550" y="4372106"/>
              <a:ext cx="159513" cy="68666"/>
            </a:xfrm>
            <a:custGeom>
              <a:avLst/>
              <a:gdLst/>
              <a:ahLst/>
              <a:cxnLst/>
              <a:rect l="l" t="t" r="r" b="b"/>
              <a:pathLst>
                <a:path w="5703" h="2455" extrusionOk="0">
                  <a:moveTo>
                    <a:pt x="5702" y="0"/>
                  </a:moveTo>
                  <a:cubicBezTo>
                    <a:pt x="5355" y="420"/>
                    <a:pt x="4982" y="807"/>
                    <a:pt x="4575" y="1167"/>
                  </a:cubicBezTo>
                  <a:cubicBezTo>
                    <a:pt x="4168" y="1501"/>
                    <a:pt x="3702" y="1761"/>
                    <a:pt x="3202" y="1921"/>
                  </a:cubicBezTo>
                  <a:cubicBezTo>
                    <a:pt x="2188" y="2254"/>
                    <a:pt x="1088" y="2254"/>
                    <a:pt x="1" y="2341"/>
                  </a:cubicBezTo>
                  <a:cubicBezTo>
                    <a:pt x="488" y="2408"/>
                    <a:pt x="988" y="2455"/>
                    <a:pt x="1490" y="2455"/>
                  </a:cubicBezTo>
                  <a:cubicBezTo>
                    <a:pt x="2093" y="2455"/>
                    <a:pt x="2699" y="2387"/>
                    <a:pt x="3288" y="2201"/>
                  </a:cubicBezTo>
                  <a:cubicBezTo>
                    <a:pt x="3828" y="2028"/>
                    <a:pt x="4322" y="1727"/>
                    <a:pt x="4722" y="1334"/>
                  </a:cubicBezTo>
                  <a:cubicBezTo>
                    <a:pt x="5115" y="941"/>
                    <a:pt x="5449" y="487"/>
                    <a:pt x="570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5" name="Google Shape;2008;p36"/>
            <p:cNvSpPr/>
            <p:nvPr/>
          </p:nvSpPr>
          <p:spPr>
            <a:xfrm>
              <a:off x="3186452" y="4349171"/>
              <a:ext cx="119768" cy="50738"/>
            </a:xfrm>
            <a:custGeom>
              <a:avLst/>
              <a:gdLst/>
              <a:ahLst/>
              <a:cxnLst/>
              <a:rect l="l" t="t" r="r" b="b"/>
              <a:pathLst>
                <a:path w="4282" h="1814" extrusionOk="0">
                  <a:moveTo>
                    <a:pt x="4281" y="0"/>
                  </a:moveTo>
                  <a:cubicBezTo>
                    <a:pt x="3634" y="434"/>
                    <a:pt x="2948" y="814"/>
                    <a:pt x="2234" y="1120"/>
                  </a:cubicBezTo>
                  <a:cubicBezTo>
                    <a:pt x="1514" y="1421"/>
                    <a:pt x="767" y="1647"/>
                    <a:pt x="0" y="1807"/>
                  </a:cubicBezTo>
                  <a:cubicBezTo>
                    <a:pt x="88" y="1812"/>
                    <a:pt x="176" y="1814"/>
                    <a:pt x="263" y="1814"/>
                  </a:cubicBezTo>
                  <a:cubicBezTo>
                    <a:pt x="1796" y="1814"/>
                    <a:pt x="3259" y="1155"/>
                    <a:pt x="428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6" name="Google Shape;2009;p36"/>
            <p:cNvSpPr/>
            <p:nvPr/>
          </p:nvSpPr>
          <p:spPr>
            <a:xfrm>
              <a:off x="2458504" y="3260774"/>
              <a:ext cx="389986" cy="1410527"/>
            </a:xfrm>
            <a:custGeom>
              <a:avLst/>
              <a:gdLst/>
              <a:ahLst/>
              <a:cxnLst/>
              <a:rect l="l" t="t" r="r" b="b"/>
              <a:pathLst>
                <a:path w="13943" h="50430" extrusionOk="0">
                  <a:moveTo>
                    <a:pt x="885" y="1"/>
                  </a:moveTo>
                  <a:cubicBezTo>
                    <a:pt x="0" y="1"/>
                    <a:pt x="373" y="403"/>
                    <a:pt x="373" y="403"/>
                  </a:cubicBezTo>
                  <a:lnTo>
                    <a:pt x="1306" y="770"/>
                  </a:lnTo>
                  <a:lnTo>
                    <a:pt x="1339" y="830"/>
                  </a:lnTo>
                  <a:lnTo>
                    <a:pt x="1366" y="876"/>
                  </a:lnTo>
                  <a:lnTo>
                    <a:pt x="1606" y="1363"/>
                  </a:lnTo>
                  <a:lnTo>
                    <a:pt x="1733" y="1623"/>
                  </a:lnTo>
                  <a:cubicBezTo>
                    <a:pt x="1833" y="1810"/>
                    <a:pt x="1933" y="2037"/>
                    <a:pt x="2046" y="2277"/>
                  </a:cubicBezTo>
                  <a:cubicBezTo>
                    <a:pt x="2086" y="2363"/>
                    <a:pt x="2120" y="2443"/>
                    <a:pt x="2166" y="2537"/>
                  </a:cubicBezTo>
                  <a:cubicBezTo>
                    <a:pt x="2206" y="2630"/>
                    <a:pt x="2233" y="2677"/>
                    <a:pt x="2286" y="2810"/>
                  </a:cubicBezTo>
                  <a:cubicBezTo>
                    <a:pt x="2346" y="2944"/>
                    <a:pt x="2380" y="3044"/>
                    <a:pt x="2473" y="3244"/>
                  </a:cubicBezTo>
                  <a:cubicBezTo>
                    <a:pt x="2566" y="3444"/>
                    <a:pt x="2646" y="3657"/>
                    <a:pt x="2740" y="3871"/>
                  </a:cubicBezTo>
                  <a:lnTo>
                    <a:pt x="2773" y="3944"/>
                  </a:lnTo>
                  <a:lnTo>
                    <a:pt x="3013" y="4544"/>
                  </a:lnTo>
                  <a:lnTo>
                    <a:pt x="3147" y="4904"/>
                  </a:lnTo>
                  <a:cubicBezTo>
                    <a:pt x="3187" y="5011"/>
                    <a:pt x="3240" y="5131"/>
                    <a:pt x="3273" y="5238"/>
                  </a:cubicBezTo>
                  <a:cubicBezTo>
                    <a:pt x="3413" y="5624"/>
                    <a:pt x="3553" y="6004"/>
                    <a:pt x="3680" y="6411"/>
                  </a:cubicBezTo>
                  <a:cubicBezTo>
                    <a:pt x="3733" y="6538"/>
                    <a:pt x="3773" y="6671"/>
                    <a:pt x="3813" y="6805"/>
                  </a:cubicBezTo>
                  <a:lnTo>
                    <a:pt x="4067" y="7645"/>
                  </a:lnTo>
                  <a:cubicBezTo>
                    <a:pt x="4107" y="7805"/>
                    <a:pt x="4147" y="7972"/>
                    <a:pt x="4200" y="8145"/>
                  </a:cubicBezTo>
                  <a:cubicBezTo>
                    <a:pt x="4247" y="8325"/>
                    <a:pt x="4287" y="8498"/>
                    <a:pt x="4334" y="8678"/>
                  </a:cubicBezTo>
                  <a:lnTo>
                    <a:pt x="4434" y="9125"/>
                  </a:lnTo>
                  <a:cubicBezTo>
                    <a:pt x="4474" y="9305"/>
                    <a:pt x="4487" y="9372"/>
                    <a:pt x="4547" y="9679"/>
                  </a:cubicBezTo>
                  <a:cubicBezTo>
                    <a:pt x="4607" y="9992"/>
                    <a:pt x="4674" y="10339"/>
                    <a:pt x="4734" y="10726"/>
                  </a:cubicBezTo>
                  <a:cubicBezTo>
                    <a:pt x="4767" y="10906"/>
                    <a:pt x="4800" y="11106"/>
                    <a:pt x="4834" y="11312"/>
                  </a:cubicBezTo>
                  <a:lnTo>
                    <a:pt x="4854" y="11473"/>
                  </a:lnTo>
                  <a:lnTo>
                    <a:pt x="4934" y="11933"/>
                  </a:lnTo>
                  <a:cubicBezTo>
                    <a:pt x="5014" y="12493"/>
                    <a:pt x="5107" y="13080"/>
                    <a:pt x="5201" y="13706"/>
                  </a:cubicBezTo>
                  <a:lnTo>
                    <a:pt x="5247" y="14080"/>
                  </a:lnTo>
                  <a:lnTo>
                    <a:pt x="5267" y="14207"/>
                  </a:lnTo>
                  <a:cubicBezTo>
                    <a:pt x="5301" y="14413"/>
                    <a:pt x="5307" y="14513"/>
                    <a:pt x="5354" y="14860"/>
                  </a:cubicBezTo>
                  <a:cubicBezTo>
                    <a:pt x="5407" y="15200"/>
                    <a:pt x="5447" y="15547"/>
                    <a:pt x="5501" y="15907"/>
                  </a:cubicBezTo>
                  <a:cubicBezTo>
                    <a:pt x="5507" y="15980"/>
                    <a:pt x="5514" y="16054"/>
                    <a:pt x="5534" y="16127"/>
                  </a:cubicBezTo>
                  <a:cubicBezTo>
                    <a:pt x="5667" y="17161"/>
                    <a:pt x="5801" y="18228"/>
                    <a:pt x="5934" y="19295"/>
                  </a:cubicBezTo>
                  <a:cubicBezTo>
                    <a:pt x="5967" y="19535"/>
                    <a:pt x="5987" y="19781"/>
                    <a:pt x="6021" y="20028"/>
                  </a:cubicBezTo>
                  <a:cubicBezTo>
                    <a:pt x="6174" y="21262"/>
                    <a:pt x="6307" y="22469"/>
                    <a:pt x="6421" y="23596"/>
                  </a:cubicBezTo>
                  <a:lnTo>
                    <a:pt x="6501" y="24263"/>
                  </a:lnTo>
                  <a:cubicBezTo>
                    <a:pt x="6541" y="24696"/>
                    <a:pt x="6581" y="25109"/>
                    <a:pt x="6621" y="25510"/>
                  </a:cubicBezTo>
                  <a:lnTo>
                    <a:pt x="6621" y="25576"/>
                  </a:lnTo>
                  <a:lnTo>
                    <a:pt x="6674" y="26043"/>
                  </a:lnTo>
                  <a:lnTo>
                    <a:pt x="6721" y="26683"/>
                  </a:lnTo>
                  <a:cubicBezTo>
                    <a:pt x="6741" y="26830"/>
                    <a:pt x="6741" y="26950"/>
                    <a:pt x="6754" y="27083"/>
                  </a:cubicBezTo>
                  <a:cubicBezTo>
                    <a:pt x="6774" y="27217"/>
                    <a:pt x="6781" y="27303"/>
                    <a:pt x="6788" y="27470"/>
                  </a:cubicBezTo>
                  <a:cubicBezTo>
                    <a:pt x="6801" y="27637"/>
                    <a:pt x="6814" y="27770"/>
                    <a:pt x="6821" y="27944"/>
                  </a:cubicBezTo>
                  <a:cubicBezTo>
                    <a:pt x="6834" y="28117"/>
                    <a:pt x="6841" y="28330"/>
                    <a:pt x="6848" y="28430"/>
                  </a:cubicBezTo>
                  <a:cubicBezTo>
                    <a:pt x="6854" y="28530"/>
                    <a:pt x="6854" y="28650"/>
                    <a:pt x="6854" y="28697"/>
                  </a:cubicBezTo>
                  <a:cubicBezTo>
                    <a:pt x="6854" y="28737"/>
                    <a:pt x="6868" y="28777"/>
                    <a:pt x="6868" y="28810"/>
                  </a:cubicBezTo>
                  <a:lnTo>
                    <a:pt x="6868" y="29031"/>
                  </a:lnTo>
                  <a:cubicBezTo>
                    <a:pt x="6868" y="29637"/>
                    <a:pt x="6874" y="30284"/>
                    <a:pt x="6901" y="30951"/>
                  </a:cubicBezTo>
                  <a:cubicBezTo>
                    <a:pt x="6908" y="31218"/>
                    <a:pt x="6914" y="31498"/>
                    <a:pt x="6934" y="31771"/>
                  </a:cubicBezTo>
                  <a:cubicBezTo>
                    <a:pt x="6974" y="32745"/>
                    <a:pt x="7034" y="33752"/>
                    <a:pt x="7101" y="34779"/>
                  </a:cubicBezTo>
                  <a:cubicBezTo>
                    <a:pt x="7121" y="35212"/>
                    <a:pt x="7154" y="35639"/>
                    <a:pt x="7188" y="36079"/>
                  </a:cubicBezTo>
                  <a:cubicBezTo>
                    <a:pt x="7208" y="36239"/>
                    <a:pt x="7214" y="36406"/>
                    <a:pt x="7234" y="36559"/>
                  </a:cubicBezTo>
                  <a:lnTo>
                    <a:pt x="7308" y="37453"/>
                  </a:lnTo>
                  <a:cubicBezTo>
                    <a:pt x="7374" y="38300"/>
                    <a:pt x="7448" y="39133"/>
                    <a:pt x="7534" y="39953"/>
                  </a:cubicBezTo>
                  <a:cubicBezTo>
                    <a:pt x="7548" y="40153"/>
                    <a:pt x="7568" y="40347"/>
                    <a:pt x="7588" y="40547"/>
                  </a:cubicBezTo>
                  <a:cubicBezTo>
                    <a:pt x="7655" y="41274"/>
                    <a:pt x="7735" y="41974"/>
                    <a:pt x="7808" y="42654"/>
                  </a:cubicBezTo>
                  <a:cubicBezTo>
                    <a:pt x="7881" y="43381"/>
                    <a:pt x="7961" y="44075"/>
                    <a:pt x="8035" y="44728"/>
                  </a:cubicBezTo>
                  <a:cubicBezTo>
                    <a:pt x="8048" y="44915"/>
                    <a:pt x="8075" y="45088"/>
                    <a:pt x="8088" y="45262"/>
                  </a:cubicBezTo>
                  <a:cubicBezTo>
                    <a:pt x="8141" y="45688"/>
                    <a:pt x="8188" y="46108"/>
                    <a:pt x="8241" y="46495"/>
                  </a:cubicBezTo>
                  <a:cubicBezTo>
                    <a:pt x="8261" y="46682"/>
                    <a:pt x="8261" y="46809"/>
                    <a:pt x="8301" y="47022"/>
                  </a:cubicBezTo>
                  <a:cubicBezTo>
                    <a:pt x="8335" y="47242"/>
                    <a:pt x="8348" y="47442"/>
                    <a:pt x="8375" y="47629"/>
                  </a:cubicBezTo>
                  <a:lnTo>
                    <a:pt x="8448" y="48182"/>
                  </a:lnTo>
                  <a:cubicBezTo>
                    <a:pt x="8521" y="48822"/>
                    <a:pt x="8588" y="49343"/>
                    <a:pt x="8641" y="49723"/>
                  </a:cubicBezTo>
                  <a:cubicBezTo>
                    <a:pt x="8655" y="49816"/>
                    <a:pt x="8668" y="49883"/>
                    <a:pt x="8675" y="49963"/>
                  </a:cubicBezTo>
                  <a:cubicBezTo>
                    <a:pt x="8681" y="50049"/>
                    <a:pt x="8708" y="50143"/>
                    <a:pt x="8708" y="50189"/>
                  </a:cubicBezTo>
                  <a:cubicBezTo>
                    <a:pt x="8708" y="50243"/>
                    <a:pt x="8715" y="50283"/>
                    <a:pt x="8715" y="50310"/>
                  </a:cubicBezTo>
                  <a:cubicBezTo>
                    <a:pt x="8715" y="50336"/>
                    <a:pt x="8721" y="50363"/>
                    <a:pt x="8735" y="50390"/>
                  </a:cubicBezTo>
                  <a:lnTo>
                    <a:pt x="8735" y="50430"/>
                  </a:lnTo>
                  <a:cubicBezTo>
                    <a:pt x="9622" y="49876"/>
                    <a:pt x="10455" y="48329"/>
                    <a:pt x="11189" y="46322"/>
                  </a:cubicBezTo>
                  <a:cubicBezTo>
                    <a:pt x="11789" y="44688"/>
                    <a:pt x="12316" y="42748"/>
                    <a:pt x="12743" y="40780"/>
                  </a:cubicBezTo>
                  <a:cubicBezTo>
                    <a:pt x="11969" y="40394"/>
                    <a:pt x="11329" y="39780"/>
                    <a:pt x="10915" y="39020"/>
                  </a:cubicBezTo>
                  <a:cubicBezTo>
                    <a:pt x="10409" y="38113"/>
                    <a:pt x="11255" y="36306"/>
                    <a:pt x="12209" y="34645"/>
                  </a:cubicBezTo>
                  <a:cubicBezTo>
                    <a:pt x="12442" y="34245"/>
                    <a:pt x="12683" y="33852"/>
                    <a:pt x="12909" y="33505"/>
                  </a:cubicBezTo>
                  <a:cubicBezTo>
                    <a:pt x="13316" y="32832"/>
                    <a:pt x="13703" y="32238"/>
                    <a:pt x="13943" y="31805"/>
                  </a:cubicBezTo>
                  <a:cubicBezTo>
                    <a:pt x="13943" y="31731"/>
                    <a:pt x="13936" y="31665"/>
                    <a:pt x="13936" y="31585"/>
                  </a:cubicBezTo>
                  <a:cubicBezTo>
                    <a:pt x="13936" y="31518"/>
                    <a:pt x="13930" y="31451"/>
                    <a:pt x="13923" y="31384"/>
                  </a:cubicBezTo>
                  <a:cubicBezTo>
                    <a:pt x="13916" y="31211"/>
                    <a:pt x="13903" y="31098"/>
                    <a:pt x="13883" y="30911"/>
                  </a:cubicBezTo>
                  <a:cubicBezTo>
                    <a:pt x="13870" y="30731"/>
                    <a:pt x="13836" y="30538"/>
                    <a:pt x="13816" y="30344"/>
                  </a:cubicBezTo>
                  <a:cubicBezTo>
                    <a:pt x="13809" y="30338"/>
                    <a:pt x="13809" y="30324"/>
                    <a:pt x="13809" y="30311"/>
                  </a:cubicBezTo>
                  <a:cubicBezTo>
                    <a:pt x="13789" y="30151"/>
                    <a:pt x="13769" y="29984"/>
                    <a:pt x="13749" y="29817"/>
                  </a:cubicBezTo>
                  <a:cubicBezTo>
                    <a:pt x="13709" y="29504"/>
                    <a:pt x="13669" y="29164"/>
                    <a:pt x="13623" y="28817"/>
                  </a:cubicBezTo>
                  <a:cubicBezTo>
                    <a:pt x="13616" y="28710"/>
                    <a:pt x="13609" y="28604"/>
                    <a:pt x="13589" y="28497"/>
                  </a:cubicBezTo>
                  <a:cubicBezTo>
                    <a:pt x="13523" y="27950"/>
                    <a:pt x="13456" y="27377"/>
                    <a:pt x="13403" y="26783"/>
                  </a:cubicBezTo>
                  <a:cubicBezTo>
                    <a:pt x="13383" y="26670"/>
                    <a:pt x="13369" y="26543"/>
                    <a:pt x="13356" y="26430"/>
                  </a:cubicBezTo>
                  <a:cubicBezTo>
                    <a:pt x="13156" y="24636"/>
                    <a:pt x="12943" y="22629"/>
                    <a:pt x="12689" y="20428"/>
                  </a:cubicBezTo>
                  <a:cubicBezTo>
                    <a:pt x="12636" y="19961"/>
                    <a:pt x="12582" y="19475"/>
                    <a:pt x="12522" y="18995"/>
                  </a:cubicBezTo>
                  <a:cubicBezTo>
                    <a:pt x="12442" y="18268"/>
                    <a:pt x="12349" y="17541"/>
                    <a:pt x="12256" y="16781"/>
                  </a:cubicBezTo>
                  <a:cubicBezTo>
                    <a:pt x="11749" y="12660"/>
                    <a:pt x="10935" y="8832"/>
                    <a:pt x="10122" y="6538"/>
                  </a:cubicBezTo>
                  <a:cubicBezTo>
                    <a:pt x="9775" y="5544"/>
                    <a:pt x="9422" y="4837"/>
                    <a:pt x="9108" y="4524"/>
                  </a:cubicBezTo>
                  <a:cubicBezTo>
                    <a:pt x="8788" y="4204"/>
                    <a:pt x="8301" y="3757"/>
                    <a:pt x="7688" y="3244"/>
                  </a:cubicBezTo>
                  <a:cubicBezTo>
                    <a:pt x="6201" y="2010"/>
                    <a:pt x="4040" y="496"/>
                    <a:pt x="2240" y="163"/>
                  </a:cubicBezTo>
                  <a:cubicBezTo>
                    <a:pt x="1610" y="45"/>
                    <a:pt x="1178" y="1"/>
                    <a:pt x="885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7" name="Google Shape;2010;p36"/>
            <p:cNvSpPr/>
            <p:nvPr/>
          </p:nvSpPr>
          <p:spPr>
            <a:xfrm>
              <a:off x="2458281" y="3252355"/>
              <a:ext cx="399356" cy="1427113"/>
            </a:xfrm>
            <a:custGeom>
              <a:avLst/>
              <a:gdLst/>
              <a:ahLst/>
              <a:cxnLst/>
              <a:rect l="l" t="t" r="r" b="b"/>
              <a:pathLst>
                <a:path w="14278" h="51023" extrusionOk="0">
                  <a:moveTo>
                    <a:pt x="847" y="571"/>
                  </a:moveTo>
                  <a:cubicBezTo>
                    <a:pt x="1094" y="571"/>
                    <a:pt x="1488" y="604"/>
                    <a:pt x="2161" y="731"/>
                  </a:cubicBezTo>
                  <a:cubicBezTo>
                    <a:pt x="4042" y="1077"/>
                    <a:pt x="6295" y="2771"/>
                    <a:pt x="7482" y="3758"/>
                  </a:cubicBezTo>
                  <a:cubicBezTo>
                    <a:pt x="7996" y="4178"/>
                    <a:pt x="8509" y="4638"/>
                    <a:pt x="8876" y="5005"/>
                  </a:cubicBezTo>
                  <a:cubicBezTo>
                    <a:pt x="9063" y="5205"/>
                    <a:pt x="9390" y="5685"/>
                    <a:pt x="9823" y="6912"/>
                  </a:cubicBezTo>
                  <a:cubicBezTo>
                    <a:pt x="10657" y="9273"/>
                    <a:pt x="11444" y="13081"/>
                    <a:pt x="11944" y="17102"/>
                  </a:cubicBezTo>
                  <a:cubicBezTo>
                    <a:pt x="12030" y="17855"/>
                    <a:pt x="12124" y="18595"/>
                    <a:pt x="12210" y="19309"/>
                  </a:cubicBezTo>
                  <a:cubicBezTo>
                    <a:pt x="12264" y="19796"/>
                    <a:pt x="12324" y="20276"/>
                    <a:pt x="12377" y="20743"/>
                  </a:cubicBezTo>
                  <a:cubicBezTo>
                    <a:pt x="12577" y="22530"/>
                    <a:pt x="12764" y="24190"/>
                    <a:pt x="12931" y="25717"/>
                  </a:cubicBezTo>
                  <a:lnTo>
                    <a:pt x="13044" y="26738"/>
                  </a:lnTo>
                  <a:cubicBezTo>
                    <a:pt x="13051" y="26851"/>
                    <a:pt x="13064" y="26978"/>
                    <a:pt x="13084" y="27104"/>
                  </a:cubicBezTo>
                  <a:cubicBezTo>
                    <a:pt x="13151" y="27698"/>
                    <a:pt x="13211" y="28271"/>
                    <a:pt x="13277" y="28818"/>
                  </a:cubicBezTo>
                  <a:cubicBezTo>
                    <a:pt x="13291" y="28918"/>
                    <a:pt x="13297" y="29031"/>
                    <a:pt x="13317" y="29138"/>
                  </a:cubicBezTo>
                  <a:cubicBezTo>
                    <a:pt x="13357" y="29478"/>
                    <a:pt x="13391" y="29818"/>
                    <a:pt x="13431" y="30145"/>
                  </a:cubicBezTo>
                  <a:lnTo>
                    <a:pt x="13491" y="30619"/>
                  </a:lnTo>
                  <a:cubicBezTo>
                    <a:pt x="13497" y="30632"/>
                    <a:pt x="13497" y="30652"/>
                    <a:pt x="13497" y="30679"/>
                  </a:cubicBezTo>
                  <a:lnTo>
                    <a:pt x="13551" y="31032"/>
                  </a:lnTo>
                  <a:lnTo>
                    <a:pt x="13577" y="31232"/>
                  </a:lnTo>
                  <a:cubicBezTo>
                    <a:pt x="13591" y="31365"/>
                    <a:pt x="13597" y="31512"/>
                    <a:pt x="13611" y="31679"/>
                  </a:cubicBezTo>
                  <a:lnTo>
                    <a:pt x="13624" y="32012"/>
                  </a:lnTo>
                  <a:cubicBezTo>
                    <a:pt x="13451" y="32312"/>
                    <a:pt x="13224" y="32679"/>
                    <a:pt x="12957" y="33106"/>
                  </a:cubicBezTo>
                  <a:lnTo>
                    <a:pt x="12631" y="33639"/>
                  </a:lnTo>
                  <a:cubicBezTo>
                    <a:pt x="12404" y="34006"/>
                    <a:pt x="12164" y="34400"/>
                    <a:pt x="11930" y="34800"/>
                  </a:cubicBezTo>
                  <a:cubicBezTo>
                    <a:pt x="10563" y="37180"/>
                    <a:pt x="10163" y="38614"/>
                    <a:pt x="10643" y="39468"/>
                  </a:cubicBezTo>
                  <a:cubicBezTo>
                    <a:pt x="11037" y="40208"/>
                    <a:pt x="11644" y="40828"/>
                    <a:pt x="12384" y="41235"/>
                  </a:cubicBezTo>
                  <a:cubicBezTo>
                    <a:pt x="11937" y="43249"/>
                    <a:pt x="11424" y="45076"/>
                    <a:pt x="10890" y="46523"/>
                  </a:cubicBezTo>
                  <a:cubicBezTo>
                    <a:pt x="10250" y="48303"/>
                    <a:pt x="9570" y="49544"/>
                    <a:pt x="8930" y="50184"/>
                  </a:cubicBezTo>
                  <a:cubicBezTo>
                    <a:pt x="8923" y="50150"/>
                    <a:pt x="8923" y="50110"/>
                    <a:pt x="8916" y="50077"/>
                  </a:cubicBezTo>
                  <a:lnTo>
                    <a:pt x="8916" y="49984"/>
                  </a:lnTo>
                  <a:lnTo>
                    <a:pt x="8716" y="48450"/>
                  </a:lnTo>
                  <a:lnTo>
                    <a:pt x="8649" y="47903"/>
                  </a:lnTo>
                  <a:lnTo>
                    <a:pt x="8596" y="47483"/>
                  </a:lnTo>
                  <a:lnTo>
                    <a:pt x="8556" y="47156"/>
                  </a:lnTo>
                  <a:lnTo>
                    <a:pt x="8509" y="46769"/>
                  </a:lnTo>
                  <a:lnTo>
                    <a:pt x="8476" y="46483"/>
                  </a:lnTo>
                  <a:cubicBezTo>
                    <a:pt x="8436" y="46176"/>
                    <a:pt x="8396" y="45856"/>
                    <a:pt x="8363" y="45536"/>
                  </a:cubicBezTo>
                  <a:lnTo>
                    <a:pt x="8256" y="44576"/>
                  </a:lnTo>
                  <a:cubicBezTo>
                    <a:pt x="8196" y="44049"/>
                    <a:pt x="8149" y="43615"/>
                    <a:pt x="8069" y="42935"/>
                  </a:cubicBezTo>
                  <a:cubicBezTo>
                    <a:pt x="7996" y="42248"/>
                    <a:pt x="7929" y="41541"/>
                    <a:pt x="7856" y="40821"/>
                  </a:cubicBezTo>
                  <a:lnTo>
                    <a:pt x="7796" y="40221"/>
                  </a:lnTo>
                  <a:cubicBezTo>
                    <a:pt x="7723" y="39408"/>
                    <a:pt x="7649" y="38574"/>
                    <a:pt x="7576" y="37734"/>
                  </a:cubicBezTo>
                  <a:lnTo>
                    <a:pt x="7496" y="36847"/>
                  </a:lnTo>
                  <a:cubicBezTo>
                    <a:pt x="7489" y="36680"/>
                    <a:pt x="7482" y="36513"/>
                    <a:pt x="7462" y="36353"/>
                  </a:cubicBezTo>
                  <a:lnTo>
                    <a:pt x="7462" y="36240"/>
                  </a:lnTo>
                  <a:cubicBezTo>
                    <a:pt x="7429" y="35847"/>
                    <a:pt x="7409" y="35453"/>
                    <a:pt x="7382" y="35066"/>
                  </a:cubicBezTo>
                  <a:cubicBezTo>
                    <a:pt x="7309" y="33953"/>
                    <a:pt x="7249" y="32979"/>
                    <a:pt x="7216" y="32066"/>
                  </a:cubicBezTo>
                  <a:cubicBezTo>
                    <a:pt x="7196" y="31786"/>
                    <a:pt x="7189" y="31519"/>
                    <a:pt x="7182" y="31245"/>
                  </a:cubicBezTo>
                  <a:cubicBezTo>
                    <a:pt x="7156" y="30579"/>
                    <a:pt x="7149" y="29938"/>
                    <a:pt x="7149" y="29332"/>
                  </a:cubicBezTo>
                  <a:lnTo>
                    <a:pt x="7149" y="28951"/>
                  </a:lnTo>
                  <a:cubicBezTo>
                    <a:pt x="7149" y="28878"/>
                    <a:pt x="7149" y="28871"/>
                    <a:pt x="7142" y="28718"/>
                  </a:cubicBezTo>
                  <a:cubicBezTo>
                    <a:pt x="7129" y="28571"/>
                    <a:pt x="7122" y="28405"/>
                    <a:pt x="7116" y="28231"/>
                  </a:cubicBezTo>
                  <a:lnTo>
                    <a:pt x="7089" y="27851"/>
                  </a:lnTo>
                  <a:lnTo>
                    <a:pt x="7062" y="27578"/>
                  </a:lnTo>
                  <a:cubicBezTo>
                    <a:pt x="7062" y="27504"/>
                    <a:pt x="7056" y="27431"/>
                    <a:pt x="7049" y="27364"/>
                  </a:cubicBezTo>
                  <a:lnTo>
                    <a:pt x="7049" y="27211"/>
                  </a:lnTo>
                  <a:lnTo>
                    <a:pt x="7022" y="26964"/>
                  </a:lnTo>
                  <a:lnTo>
                    <a:pt x="7002" y="26804"/>
                  </a:lnTo>
                  <a:cubicBezTo>
                    <a:pt x="6996" y="26644"/>
                    <a:pt x="6982" y="26477"/>
                    <a:pt x="6962" y="26311"/>
                  </a:cubicBezTo>
                  <a:lnTo>
                    <a:pt x="6922" y="25877"/>
                  </a:lnTo>
                  <a:cubicBezTo>
                    <a:pt x="6922" y="25844"/>
                    <a:pt x="6922" y="25811"/>
                    <a:pt x="6916" y="25777"/>
                  </a:cubicBezTo>
                  <a:cubicBezTo>
                    <a:pt x="6889" y="25517"/>
                    <a:pt x="6862" y="25250"/>
                    <a:pt x="6836" y="24970"/>
                  </a:cubicBezTo>
                  <a:lnTo>
                    <a:pt x="6789" y="24530"/>
                  </a:lnTo>
                  <a:cubicBezTo>
                    <a:pt x="6769" y="24310"/>
                    <a:pt x="6749" y="24097"/>
                    <a:pt x="6722" y="23863"/>
                  </a:cubicBezTo>
                  <a:cubicBezTo>
                    <a:pt x="6596" y="22696"/>
                    <a:pt x="6462" y="21496"/>
                    <a:pt x="6315" y="20296"/>
                  </a:cubicBezTo>
                  <a:cubicBezTo>
                    <a:pt x="6289" y="20042"/>
                    <a:pt x="6255" y="19802"/>
                    <a:pt x="6229" y="19549"/>
                  </a:cubicBezTo>
                  <a:cubicBezTo>
                    <a:pt x="6095" y="18495"/>
                    <a:pt x="5962" y="17415"/>
                    <a:pt x="5822" y="16395"/>
                  </a:cubicBezTo>
                  <a:lnTo>
                    <a:pt x="5795" y="16175"/>
                  </a:lnTo>
                  <a:cubicBezTo>
                    <a:pt x="5762" y="15948"/>
                    <a:pt x="5729" y="15728"/>
                    <a:pt x="5702" y="15508"/>
                  </a:cubicBezTo>
                  <a:lnTo>
                    <a:pt x="5655" y="15114"/>
                  </a:lnTo>
                  <a:cubicBezTo>
                    <a:pt x="5629" y="14981"/>
                    <a:pt x="5615" y="14861"/>
                    <a:pt x="5595" y="14734"/>
                  </a:cubicBezTo>
                  <a:lnTo>
                    <a:pt x="5489" y="13967"/>
                  </a:lnTo>
                  <a:cubicBezTo>
                    <a:pt x="5395" y="13341"/>
                    <a:pt x="5315" y="12740"/>
                    <a:pt x="5222" y="12194"/>
                  </a:cubicBezTo>
                  <a:cubicBezTo>
                    <a:pt x="5202" y="12094"/>
                    <a:pt x="5195" y="12000"/>
                    <a:pt x="5182" y="11900"/>
                  </a:cubicBezTo>
                  <a:lnTo>
                    <a:pt x="5122" y="11573"/>
                  </a:lnTo>
                  <a:cubicBezTo>
                    <a:pt x="5088" y="11367"/>
                    <a:pt x="5062" y="11167"/>
                    <a:pt x="5028" y="10973"/>
                  </a:cubicBezTo>
                  <a:cubicBezTo>
                    <a:pt x="4962" y="10593"/>
                    <a:pt x="4895" y="10240"/>
                    <a:pt x="4835" y="9926"/>
                  </a:cubicBezTo>
                  <a:cubicBezTo>
                    <a:pt x="4802" y="9740"/>
                    <a:pt x="4748" y="9513"/>
                    <a:pt x="4722" y="9366"/>
                  </a:cubicBezTo>
                  <a:cubicBezTo>
                    <a:pt x="4695" y="9213"/>
                    <a:pt x="4662" y="9093"/>
                    <a:pt x="4622" y="8913"/>
                  </a:cubicBezTo>
                  <a:cubicBezTo>
                    <a:pt x="4582" y="8739"/>
                    <a:pt x="4528" y="8539"/>
                    <a:pt x="4488" y="8373"/>
                  </a:cubicBezTo>
                  <a:cubicBezTo>
                    <a:pt x="4448" y="8206"/>
                    <a:pt x="4422" y="8146"/>
                    <a:pt x="4348" y="7866"/>
                  </a:cubicBezTo>
                  <a:cubicBezTo>
                    <a:pt x="4268" y="7579"/>
                    <a:pt x="4188" y="7299"/>
                    <a:pt x="4095" y="7026"/>
                  </a:cubicBezTo>
                  <a:cubicBezTo>
                    <a:pt x="4055" y="6892"/>
                    <a:pt x="4015" y="6759"/>
                    <a:pt x="3962" y="6626"/>
                  </a:cubicBezTo>
                  <a:cubicBezTo>
                    <a:pt x="3841" y="6239"/>
                    <a:pt x="3708" y="5839"/>
                    <a:pt x="3555" y="5439"/>
                  </a:cubicBezTo>
                  <a:lnTo>
                    <a:pt x="3428" y="5105"/>
                  </a:lnTo>
                  <a:cubicBezTo>
                    <a:pt x="3381" y="4978"/>
                    <a:pt x="3355" y="4932"/>
                    <a:pt x="3288" y="4745"/>
                  </a:cubicBezTo>
                  <a:cubicBezTo>
                    <a:pt x="3221" y="4565"/>
                    <a:pt x="3148" y="4378"/>
                    <a:pt x="3081" y="4205"/>
                  </a:cubicBezTo>
                  <a:lnTo>
                    <a:pt x="3048" y="4138"/>
                  </a:lnTo>
                  <a:cubicBezTo>
                    <a:pt x="3048" y="4132"/>
                    <a:pt x="3041" y="4112"/>
                    <a:pt x="3041" y="4105"/>
                  </a:cubicBezTo>
                  <a:lnTo>
                    <a:pt x="3015" y="4065"/>
                  </a:lnTo>
                  <a:cubicBezTo>
                    <a:pt x="2928" y="3838"/>
                    <a:pt x="2841" y="3631"/>
                    <a:pt x="2755" y="3431"/>
                  </a:cubicBezTo>
                  <a:lnTo>
                    <a:pt x="2561" y="2998"/>
                  </a:lnTo>
                  <a:lnTo>
                    <a:pt x="2434" y="2711"/>
                  </a:lnTo>
                  <a:lnTo>
                    <a:pt x="2254" y="2324"/>
                  </a:lnTo>
                  <a:lnTo>
                    <a:pt x="2008" y="1798"/>
                  </a:lnTo>
                  <a:lnTo>
                    <a:pt x="1974" y="1798"/>
                  </a:lnTo>
                  <a:cubicBezTo>
                    <a:pt x="1974" y="1791"/>
                    <a:pt x="1974" y="1791"/>
                    <a:pt x="1961" y="1791"/>
                  </a:cubicBezTo>
                  <a:lnTo>
                    <a:pt x="1841" y="1524"/>
                  </a:lnTo>
                  <a:lnTo>
                    <a:pt x="1594" y="1037"/>
                  </a:lnTo>
                  <a:cubicBezTo>
                    <a:pt x="1588" y="1024"/>
                    <a:pt x="1581" y="1011"/>
                    <a:pt x="1574" y="997"/>
                  </a:cubicBezTo>
                  <a:cubicBezTo>
                    <a:pt x="1561" y="977"/>
                    <a:pt x="1548" y="957"/>
                    <a:pt x="1541" y="937"/>
                  </a:cubicBezTo>
                  <a:cubicBezTo>
                    <a:pt x="1508" y="864"/>
                    <a:pt x="1454" y="811"/>
                    <a:pt x="1381" y="791"/>
                  </a:cubicBezTo>
                  <a:lnTo>
                    <a:pt x="847" y="571"/>
                  </a:lnTo>
                  <a:close/>
                  <a:moveTo>
                    <a:pt x="925" y="1"/>
                  </a:moveTo>
                  <a:cubicBezTo>
                    <a:pt x="372" y="1"/>
                    <a:pt x="190" y="142"/>
                    <a:pt x="94" y="310"/>
                  </a:cubicBezTo>
                  <a:cubicBezTo>
                    <a:pt x="0" y="511"/>
                    <a:pt x="40" y="744"/>
                    <a:pt x="194" y="897"/>
                  </a:cubicBezTo>
                  <a:cubicBezTo>
                    <a:pt x="227" y="931"/>
                    <a:pt x="261" y="951"/>
                    <a:pt x="307" y="971"/>
                  </a:cubicBezTo>
                  <a:lnTo>
                    <a:pt x="1141" y="1297"/>
                  </a:lnTo>
                  <a:lnTo>
                    <a:pt x="1141" y="1311"/>
                  </a:lnTo>
                  <a:cubicBezTo>
                    <a:pt x="1187" y="1411"/>
                    <a:pt x="1274" y="1571"/>
                    <a:pt x="1374" y="1784"/>
                  </a:cubicBezTo>
                  <a:lnTo>
                    <a:pt x="1508" y="2044"/>
                  </a:lnTo>
                  <a:lnTo>
                    <a:pt x="1754" y="2571"/>
                  </a:lnTo>
                  <a:lnTo>
                    <a:pt x="1928" y="2951"/>
                  </a:lnTo>
                  <a:lnTo>
                    <a:pt x="2054" y="3231"/>
                  </a:lnTo>
                  <a:lnTo>
                    <a:pt x="2241" y="3651"/>
                  </a:lnTo>
                  <a:cubicBezTo>
                    <a:pt x="2328" y="3851"/>
                    <a:pt x="2414" y="4065"/>
                    <a:pt x="2494" y="4265"/>
                  </a:cubicBezTo>
                  <a:cubicBezTo>
                    <a:pt x="2508" y="4298"/>
                    <a:pt x="2521" y="4325"/>
                    <a:pt x="2541" y="4352"/>
                  </a:cubicBezTo>
                  <a:lnTo>
                    <a:pt x="2561" y="4432"/>
                  </a:lnTo>
                  <a:cubicBezTo>
                    <a:pt x="2628" y="4598"/>
                    <a:pt x="2721" y="4838"/>
                    <a:pt x="2775" y="4952"/>
                  </a:cubicBezTo>
                  <a:cubicBezTo>
                    <a:pt x="2821" y="5072"/>
                    <a:pt x="2861" y="5185"/>
                    <a:pt x="2915" y="5312"/>
                  </a:cubicBezTo>
                  <a:lnTo>
                    <a:pt x="3041" y="5639"/>
                  </a:lnTo>
                  <a:cubicBezTo>
                    <a:pt x="3181" y="6032"/>
                    <a:pt x="3315" y="6419"/>
                    <a:pt x="3441" y="6806"/>
                  </a:cubicBezTo>
                  <a:cubicBezTo>
                    <a:pt x="3481" y="6932"/>
                    <a:pt x="3475" y="6932"/>
                    <a:pt x="3561" y="7199"/>
                  </a:cubicBezTo>
                  <a:cubicBezTo>
                    <a:pt x="3655" y="7466"/>
                    <a:pt x="3761" y="7852"/>
                    <a:pt x="3815" y="8019"/>
                  </a:cubicBezTo>
                  <a:cubicBezTo>
                    <a:pt x="3861" y="8186"/>
                    <a:pt x="3908" y="8353"/>
                    <a:pt x="3955" y="8539"/>
                  </a:cubicBezTo>
                  <a:lnTo>
                    <a:pt x="4082" y="9046"/>
                  </a:lnTo>
                  <a:lnTo>
                    <a:pt x="4182" y="9486"/>
                  </a:lnTo>
                  <a:cubicBezTo>
                    <a:pt x="4222" y="9666"/>
                    <a:pt x="4242" y="9720"/>
                    <a:pt x="4295" y="10033"/>
                  </a:cubicBezTo>
                  <a:cubicBezTo>
                    <a:pt x="4355" y="10340"/>
                    <a:pt x="4415" y="10687"/>
                    <a:pt x="4482" y="11073"/>
                  </a:cubicBezTo>
                  <a:cubicBezTo>
                    <a:pt x="4515" y="11253"/>
                    <a:pt x="4542" y="11453"/>
                    <a:pt x="4575" y="11667"/>
                  </a:cubicBezTo>
                  <a:lnTo>
                    <a:pt x="4628" y="12000"/>
                  </a:lnTo>
                  <a:cubicBezTo>
                    <a:pt x="4648" y="12087"/>
                    <a:pt x="4655" y="12180"/>
                    <a:pt x="4675" y="12280"/>
                  </a:cubicBezTo>
                  <a:cubicBezTo>
                    <a:pt x="4762" y="12834"/>
                    <a:pt x="4848" y="13421"/>
                    <a:pt x="4942" y="14047"/>
                  </a:cubicBezTo>
                  <a:lnTo>
                    <a:pt x="5155" y="15581"/>
                  </a:lnTo>
                  <a:cubicBezTo>
                    <a:pt x="5182" y="15801"/>
                    <a:pt x="5215" y="16021"/>
                    <a:pt x="5249" y="16255"/>
                  </a:cubicBezTo>
                  <a:lnTo>
                    <a:pt x="5275" y="16468"/>
                  </a:lnTo>
                  <a:cubicBezTo>
                    <a:pt x="5415" y="17488"/>
                    <a:pt x="5549" y="18555"/>
                    <a:pt x="5675" y="19622"/>
                  </a:cubicBezTo>
                  <a:cubicBezTo>
                    <a:pt x="5709" y="19876"/>
                    <a:pt x="5742" y="20116"/>
                    <a:pt x="5762" y="20356"/>
                  </a:cubicBezTo>
                  <a:cubicBezTo>
                    <a:pt x="5909" y="21556"/>
                    <a:pt x="6049" y="22756"/>
                    <a:pt x="6175" y="23923"/>
                  </a:cubicBezTo>
                  <a:cubicBezTo>
                    <a:pt x="6189" y="24150"/>
                    <a:pt x="6215" y="24377"/>
                    <a:pt x="6242" y="24584"/>
                  </a:cubicBezTo>
                  <a:lnTo>
                    <a:pt x="6282" y="25024"/>
                  </a:lnTo>
                  <a:cubicBezTo>
                    <a:pt x="6315" y="25310"/>
                    <a:pt x="6342" y="25577"/>
                    <a:pt x="6362" y="25851"/>
                  </a:cubicBezTo>
                  <a:cubicBezTo>
                    <a:pt x="6369" y="25871"/>
                    <a:pt x="6375" y="25891"/>
                    <a:pt x="6375" y="25911"/>
                  </a:cubicBezTo>
                  <a:lnTo>
                    <a:pt x="6415" y="26371"/>
                  </a:lnTo>
                  <a:cubicBezTo>
                    <a:pt x="6429" y="26537"/>
                    <a:pt x="6442" y="26691"/>
                    <a:pt x="6456" y="26844"/>
                  </a:cubicBezTo>
                  <a:lnTo>
                    <a:pt x="6476" y="27018"/>
                  </a:lnTo>
                  <a:cubicBezTo>
                    <a:pt x="6482" y="27104"/>
                    <a:pt x="6482" y="27178"/>
                    <a:pt x="6489" y="27258"/>
                  </a:cubicBezTo>
                  <a:lnTo>
                    <a:pt x="6509" y="27411"/>
                  </a:lnTo>
                  <a:cubicBezTo>
                    <a:pt x="6509" y="27484"/>
                    <a:pt x="6516" y="27558"/>
                    <a:pt x="6522" y="27624"/>
                  </a:cubicBezTo>
                  <a:lnTo>
                    <a:pt x="6542" y="27891"/>
                  </a:lnTo>
                  <a:lnTo>
                    <a:pt x="6562" y="28258"/>
                  </a:lnTo>
                  <a:cubicBezTo>
                    <a:pt x="6576" y="28438"/>
                    <a:pt x="6582" y="28591"/>
                    <a:pt x="6589" y="28751"/>
                  </a:cubicBezTo>
                  <a:cubicBezTo>
                    <a:pt x="6596" y="28825"/>
                    <a:pt x="6596" y="28898"/>
                    <a:pt x="6596" y="28971"/>
                  </a:cubicBezTo>
                  <a:lnTo>
                    <a:pt x="6596" y="29325"/>
                  </a:lnTo>
                  <a:cubicBezTo>
                    <a:pt x="6596" y="29945"/>
                    <a:pt x="6616" y="30592"/>
                    <a:pt x="6629" y="31279"/>
                  </a:cubicBezTo>
                  <a:cubicBezTo>
                    <a:pt x="6642" y="31545"/>
                    <a:pt x="6649" y="31812"/>
                    <a:pt x="6662" y="32086"/>
                  </a:cubicBezTo>
                  <a:cubicBezTo>
                    <a:pt x="6696" y="33006"/>
                    <a:pt x="6756" y="33999"/>
                    <a:pt x="6829" y="35106"/>
                  </a:cubicBezTo>
                  <a:cubicBezTo>
                    <a:pt x="6856" y="35493"/>
                    <a:pt x="6889" y="35887"/>
                    <a:pt x="6916" y="36280"/>
                  </a:cubicBezTo>
                  <a:lnTo>
                    <a:pt x="6916" y="36407"/>
                  </a:lnTo>
                  <a:cubicBezTo>
                    <a:pt x="6929" y="36560"/>
                    <a:pt x="6942" y="36720"/>
                    <a:pt x="6956" y="36887"/>
                  </a:cubicBezTo>
                  <a:lnTo>
                    <a:pt x="7029" y="37780"/>
                  </a:lnTo>
                  <a:cubicBezTo>
                    <a:pt x="7096" y="38627"/>
                    <a:pt x="7176" y="39461"/>
                    <a:pt x="7256" y="40281"/>
                  </a:cubicBezTo>
                  <a:lnTo>
                    <a:pt x="7316" y="40875"/>
                  </a:lnTo>
                  <a:cubicBezTo>
                    <a:pt x="7382" y="41601"/>
                    <a:pt x="7476" y="42422"/>
                    <a:pt x="7529" y="42988"/>
                  </a:cubicBezTo>
                  <a:cubicBezTo>
                    <a:pt x="7589" y="43555"/>
                    <a:pt x="7656" y="44109"/>
                    <a:pt x="7716" y="44642"/>
                  </a:cubicBezTo>
                  <a:lnTo>
                    <a:pt x="7823" y="45603"/>
                  </a:lnTo>
                  <a:cubicBezTo>
                    <a:pt x="7856" y="45923"/>
                    <a:pt x="7896" y="46243"/>
                    <a:pt x="7929" y="46549"/>
                  </a:cubicBezTo>
                  <a:lnTo>
                    <a:pt x="7963" y="46843"/>
                  </a:lnTo>
                  <a:lnTo>
                    <a:pt x="8016" y="47223"/>
                  </a:lnTo>
                  <a:lnTo>
                    <a:pt x="8056" y="47556"/>
                  </a:lnTo>
                  <a:lnTo>
                    <a:pt x="8109" y="47976"/>
                  </a:lnTo>
                  <a:lnTo>
                    <a:pt x="8176" y="48523"/>
                  </a:lnTo>
                  <a:cubicBezTo>
                    <a:pt x="8249" y="49157"/>
                    <a:pt x="8316" y="49684"/>
                    <a:pt x="8376" y="50057"/>
                  </a:cubicBezTo>
                  <a:lnTo>
                    <a:pt x="8376" y="50144"/>
                  </a:lnTo>
                  <a:cubicBezTo>
                    <a:pt x="8383" y="50197"/>
                    <a:pt x="8389" y="50250"/>
                    <a:pt x="8389" y="50310"/>
                  </a:cubicBezTo>
                  <a:lnTo>
                    <a:pt x="8449" y="50724"/>
                  </a:lnTo>
                  <a:cubicBezTo>
                    <a:pt x="8449" y="50751"/>
                    <a:pt x="8456" y="50777"/>
                    <a:pt x="8463" y="50804"/>
                  </a:cubicBezTo>
                  <a:cubicBezTo>
                    <a:pt x="8489" y="50891"/>
                    <a:pt x="8556" y="50964"/>
                    <a:pt x="8643" y="51004"/>
                  </a:cubicBezTo>
                  <a:lnTo>
                    <a:pt x="8749" y="51017"/>
                  </a:lnTo>
                  <a:cubicBezTo>
                    <a:pt x="8764" y="51021"/>
                    <a:pt x="8780" y="51022"/>
                    <a:pt x="8795" y="51022"/>
                  </a:cubicBezTo>
                  <a:cubicBezTo>
                    <a:pt x="8842" y="51022"/>
                    <a:pt x="8889" y="51007"/>
                    <a:pt x="8930" y="50977"/>
                  </a:cubicBezTo>
                  <a:cubicBezTo>
                    <a:pt x="9810" y="50424"/>
                    <a:pt x="10677" y="48997"/>
                    <a:pt x="11510" y="46723"/>
                  </a:cubicBezTo>
                  <a:cubicBezTo>
                    <a:pt x="12064" y="45202"/>
                    <a:pt x="12597" y="43269"/>
                    <a:pt x="13064" y="41141"/>
                  </a:cubicBezTo>
                  <a:cubicBezTo>
                    <a:pt x="13091" y="41015"/>
                    <a:pt x="13031" y="40881"/>
                    <a:pt x="12917" y="40821"/>
                  </a:cubicBezTo>
                  <a:cubicBezTo>
                    <a:pt x="12190" y="40468"/>
                    <a:pt x="11597" y="39888"/>
                    <a:pt x="11217" y="39181"/>
                  </a:cubicBezTo>
                  <a:cubicBezTo>
                    <a:pt x="10690" y="38241"/>
                    <a:pt x="12057" y="35873"/>
                    <a:pt x="12510" y="35086"/>
                  </a:cubicBezTo>
                  <a:cubicBezTo>
                    <a:pt x="12731" y="34693"/>
                    <a:pt x="12964" y="34306"/>
                    <a:pt x="13197" y="33939"/>
                  </a:cubicBezTo>
                  <a:lnTo>
                    <a:pt x="13524" y="33413"/>
                  </a:lnTo>
                  <a:cubicBezTo>
                    <a:pt x="13811" y="32952"/>
                    <a:pt x="14058" y="32552"/>
                    <a:pt x="14231" y="32232"/>
                  </a:cubicBezTo>
                  <a:cubicBezTo>
                    <a:pt x="14258" y="32186"/>
                    <a:pt x="14271" y="32139"/>
                    <a:pt x="14278" y="32086"/>
                  </a:cubicBezTo>
                  <a:lnTo>
                    <a:pt x="14258" y="31652"/>
                  </a:lnTo>
                  <a:cubicBezTo>
                    <a:pt x="14251" y="31472"/>
                    <a:pt x="14231" y="31305"/>
                    <a:pt x="14218" y="31152"/>
                  </a:cubicBezTo>
                  <a:lnTo>
                    <a:pt x="14191" y="30952"/>
                  </a:lnTo>
                  <a:lnTo>
                    <a:pt x="14144" y="30585"/>
                  </a:lnTo>
                  <a:lnTo>
                    <a:pt x="14144" y="30572"/>
                  </a:lnTo>
                  <a:lnTo>
                    <a:pt x="14084" y="30078"/>
                  </a:lnTo>
                  <a:cubicBezTo>
                    <a:pt x="14044" y="29758"/>
                    <a:pt x="14004" y="29425"/>
                    <a:pt x="13958" y="29078"/>
                  </a:cubicBezTo>
                  <a:cubicBezTo>
                    <a:pt x="13951" y="28971"/>
                    <a:pt x="13931" y="28858"/>
                    <a:pt x="13918" y="28751"/>
                  </a:cubicBezTo>
                  <a:cubicBezTo>
                    <a:pt x="13857" y="28211"/>
                    <a:pt x="13791" y="27638"/>
                    <a:pt x="13724" y="27024"/>
                  </a:cubicBezTo>
                  <a:cubicBezTo>
                    <a:pt x="13717" y="26918"/>
                    <a:pt x="13697" y="26804"/>
                    <a:pt x="13691" y="26684"/>
                  </a:cubicBezTo>
                  <a:lnTo>
                    <a:pt x="13577" y="25657"/>
                  </a:lnTo>
                  <a:cubicBezTo>
                    <a:pt x="13411" y="24130"/>
                    <a:pt x="13224" y="22476"/>
                    <a:pt x="13017" y="20689"/>
                  </a:cubicBezTo>
                  <a:cubicBezTo>
                    <a:pt x="12964" y="20216"/>
                    <a:pt x="12911" y="19736"/>
                    <a:pt x="12851" y="19249"/>
                  </a:cubicBezTo>
                  <a:cubicBezTo>
                    <a:pt x="12764" y="18522"/>
                    <a:pt x="12677" y="17788"/>
                    <a:pt x="12584" y="17042"/>
                  </a:cubicBezTo>
                  <a:cubicBezTo>
                    <a:pt x="12084" y="12974"/>
                    <a:pt x="11283" y="9120"/>
                    <a:pt x="10443" y="6732"/>
                  </a:cubicBezTo>
                  <a:cubicBezTo>
                    <a:pt x="10056" y="5645"/>
                    <a:pt x="9723" y="4978"/>
                    <a:pt x="9350" y="4605"/>
                  </a:cubicBezTo>
                  <a:cubicBezTo>
                    <a:pt x="8976" y="4232"/>
                    <a:pt x="8449" y="3751"/>
                    <a:pt x="7916" y="3311"/>
                  </a:cubicBezTo>
                  <a:cubicBezTo>
                    <a:pt x="6689" y="2298"/>
                    <a:pt x="4342" y="544"/>
                    <a:pt x="2341" y="170"/>
                  </a:cubicBezTo>
                  <a:cubicBezTo>
                    <a:pt x="1702" y="50"/>
                    <a:pt x="1250" y="1"/>
                    <a:pt x="92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8" name="Google Shape;2011;p36"/>
            <p:cNvSpPr/>
            <p:nvPr/>
          </p:nvSpPr>
          <p:spPr>
            <a:xfrm>
              <a:off x="2458504" y="3260774"/>
              <a:ext cx="389986" cy="1410723"/>
            </a:xfrm>
            <a:custGeom>
              <a:avLst/>
              <a:gdLst/>
              <a:ahLst/>
              <a:cxnLst/>
              <a:rect l="l" t="t" r="r" b="b"/>
              <a:pathLst>
                <a:path w="13943" h="50437" extrusionOk="0">
                  <a:moveTo>
                    <a:pt x="885" y="1"/>
                  </a:moveTo>
                  <a:cubicBezTo>
                    <a:pt x="0" y="1"/>
                    <a:pt x="373" y="403"/>
                    <a:pt x="373" y="403"/>
                  </a:cubicBezTo>
                  <a:lnTo>
                    <a:pt x="1306" y="770"/>
                  </a:lnTo>
                  <a:lnTo>
                    <a:pt x="1339" y="830"/>
                  </a:lnTo>
                  <a:cubicBezTo>
                    <a:pt x="1346" y="843"/>
                    <a:pt x="1346" y="863"/>
                    <a:pt x="1366" y="876"/>
                  </a:cubicBezTo>
                  <a:lnTo>
                    <a:pt x="1606" y="1363"/>
                  </a:lnTo>
                  <a:cubicBezTo>
                    <a:pt x="1646" y="1437"/>
                    <a:pt x="1686" y="1530"/>
                    <a:pt x="1733" y="1623"/>
                  </a:cubicBezTo>
                  <a:cubicBezTo>
                    <a:pt x="1833" y="1810"/>
                    <a:pt x="1940" y="2037"/>
                    <a:pt x="2046" y="2277"/>
                  </a:cubicBezTo>
                  <a:cubicBezTo>
                    <a:pt x="2086" y="2363"/>
                    <a:pt x="2120" y="2443"/>
                    <a:pt x="2166" y="2537"/>
                  </a:cubicBezTo>
                  <a:cubicBezTo>
                    <a:pt x="2206" y="2630"/>
                    <a:pt x="2233" y="2677"/>
                    <a:pt x="2286" y="2810"/>
                  </a:cubicBezTo>
                  <a:cubicBezTo>
                    <a:pt x="2346" y="2944"/>
                    <a:pt x="2380" y="3044"/>
                    <a:pt x="2473" y="3244"/>
                  </a:cubicBezTo>
                  <a:cubicBezTo>
                    <a:pt x="2566" y="3444"/>
                    <a:pt x="2646" y="3657"/>
                    <a:pt x="2740" y="3871"/>
                  </a:cubicBezTo>
                  <a:lnTo>
                    <a:pt x="2773" y="3944"/>
                  </a:lnTo>
                  <a:lnTo>
                    <a:pt x="3013" y="4544"/>
                  </a:lnTo>
                  <a:lnTo>
                    <a:pt x="3147" y="4904"/>
                  </a:lnTo>
                  <a:lnTo>
                    <a:pt x="3273" y="5238"/>
                  </a:lnTo>
                  <a:cubicBezTo>
                    <a:pt x="3413" y="5624"/>
                    <a:pt x="3553" y="6004"/>
                    <a:pt x="3680" y="6411"/>
                  </a:cubicBezTo>
                  <a:cubicBezTo>
                    <a:pt x="3733" y="6538"/>
                    <a:pt x="3773" y="6671"/>
                    <a:pt x="3813" y="6805"/>
                  </a:cubicBezTo>
                  <a:lnTo>
                    <a:pt x="4067" y="7645"/>
                  </a:lnTo>
                  <a:cubicBezTo>
                    <a:pt x="4107" y="7805"/>
                    <a:pt x="4147" y="7972"/>
                    <a:pt x="4200" y="8145"/>
                  </a:cubicBezTo>
                  <a:cubicBezTo>
                    <a:pt x="4247" y="8325"/>
                    <a:pt x="4287" y="8498"/>
                    <a:pt x="4334" y="8678"/>
                  </a:cubicBezTo>
                  <a:lnTo>
                    <a:pt x="4434" y="9125"/>
                  </a:lnTo>
                  <a:cubicBezTo>
                    <a:pt x="4474" y="9305"/>
                    <a:pt x="4487" y="9372"/>
                    <a:pt x="4547" y="9679"/>
                  </a:cubicBezTo>
                  <a:cubicBezTo>
                    <a:pt x="4607" y="9992"/>
                    <a:pt x="4674" y="10339"/>
                    <a:pt x="4734" y="10726"/>
                  </a:cubicBezTo>
                  <a:cubicBezTo>
                    <a:pt x="4767" y="10906"/>
                    <a:pt x="4800" y="11106"/>
                    <a:pt x="4834" y="11312"/>
                  </a:cubicBezTo>
                  <a:lnTo>
                    <a:pt x="4854" y="11473"/>
                  </a:lnTo>
                  <a:lnTo>
                    <a:pt x="4934" y="11933"/>
                  </a:lnTo>
                  <a:cubicBezTo>
                    <a:pt x="5014" y="12493"/>
                    <a:pt x="5107" y="13080"/>
                    <a:pt x="5201" y="13706"/>
                  </a:cubicBezTo>
                  <a:lnTo>
                    <a:pt x="5247" y="14080"/>
                  </a:lnTo>
                  <a:lnTo>
                    <a:pt x="5267" y="14207"/>
                  </a:lnTo>
                  <a:cubicBezTo>
                    <a:pt x="5301" y="14413"/>
                    <a:pt x="5307" y="14513"/>
                    <a:pt x="5354" y="14860"/>
                  </a:cubicBezTo>
                  <a:cubicBezTo>
                    <a:pt x="5407" y="15200"/>
                    <a:pt x="5447" y="15547"/>
                    <a:pt x="5501" y="15907"/>
                  </a:cubicBezTo>
                  <a:cubicBezTo>
                    <a:pt x="5507" y="15980"/>
                    <a:pt x="5514" y="16054"/>
                    <a:pt x="5534" y="16127"/>
                  </a:cubicBezTo>
                  <a:cubicBezTo>
                    <a:pt x="5667" y="17161"/>
                    <a:pt x="5801" y="18228"/>
                    <a:pt x="5934" y="19295"/>
                  </a:cubicBezTo>
                  <a:cubicBezTo>
                    <a:pt x="5967" y="19535"/>
                    <a:pt x="5987" y="19781"/>
                    <a:pt x="6021" y="20028"/>
                  </a:cubicBezTo>
                  <a:cubicBezTo>
                    <a:pt x="6174" y="21262"/>
                    <a:pt x="6307" y="22469"/>
                    <a:pt x="6421" y="23596"/>
                  </a:cubicBezTo>
                  <a:lnTo>
                    <a:pt x="6501" y="24263"/>
                  </a:lnTo>
                  <a:cubicBezTo>
                    <a:pt x="6541" y="24696"/>
                    <a:pt x="6581" y="25109"/>
                    <a:pt x="6621" y="25510"/>
                  </a:cubicBezTo>
                  <a:lnTo>
                    <a:pt x="6621" y="25576"/>
                  </a:lnTo>
                  <a:cubicBezTo>
                    <a:pt x="6648" y="25736"/>
                    <a:pt x="6654" y="25896"/>
                    <a:pt x="6674" y="26043"/>
                  </a:cubicBezTo>
                  <a:lnTo>
                    <a:pt x="6721" y="26683"/>
                  </a:lnTo>
                  <a:cubicBezTo>
                    <a:pt x="6741" y="26830"/>
                    <a:pt x="6741" y="26950"/>
                    <a:pt x="6754" y="27083"/>
                  </a:cubicBezTo>
                  <a:cubicBezTo>
                    <a:pt x="6774" y="27217"/>
                    <a:pt x="6781" y="27303"/>
                    <a:pt x="6788" y="27470"/>
                  </a:cubicBezTo>
                  <a:cubicBezTo>
                    <a:pt x="6801" y="27637"/>
                    <a:pt x="6814" y="27770"/>
                    <a:pt x="6821" y="27944"/>
                  </a:cubicBezTo>
                  <a:cubicBezTo>
                    <a:pt x="6834" y="28117"/>
                    <a:pt x="6841" y="28330"/>
                    <a:pt x="6848" y="28430"/>
                  </a:cubicBezTo>
                  <a:cubicBezTo>
                    <a:pt x="6854" y="28530"/>
                    <a:pt x="6854" y="28650"/>
                    <a:pt x="6854" y="28697"/>
                  </a:cubicBezTo>
                  <a:cubicBezTo>
                    <a:pt x="6854" y="28737"/>
                    <a:pt x="6868" y="28777"/>
                    <a:pt x="6868" y="28810"/>
                  </a:cubicBezTo>
                  <a:lnTo>
                    <a:pt x="6868" y="29031"/>
                  </a:lnTo>
                  <a:cubicBezTo>
                    <a:pt x="6868" y="29637"/>
                    <a:pt x="6874" y="30284"/>
                    <a:pt x="6901" y="30951"/>
                  </a:cubicBezTo>
                  <a:cubicBezTo>
                    <a:pt x="6908" y="31218"/>
                    <a:pt x="6914" y="31498"/>
                    <a:pt x="6934" y="31771"/>
                  </a:cubicBezTo>
                  <a:cubicBezTo>
                    <a:pt x="6974" y="32745"/>
                    <a:pt x="7034" y="33752"/>
                    <a:pt x="7101" y="34779"/>
                  </a:cubicBezTo>
                  <a:cubicBezTo>
                    <a:pt x="7121" y="35212"/>
                    <a:pt x="7154" y="35646"/>
                    <a:pt x="7188" y="36079"/>
                  </a:cubicBezTo>
                  <a:cubicBezTo>
                    <a:pt x="7208" y="36239"/>
                    <a:pt x="7214" y="36406"/>
                    <a:pt x="7234" y="36566"/>
                  </a:cubicBezTo>
                  <a:lnTo>
                    <a:pt x="7308" y="37453"/>
                  </a:lnTo>
                  <a:cubicBezTo>
                    <a:pt x="7374" y="38300"/>
                    <a:pt x="7448" y="39133"/>
                    <a:pt x="7534" y="39953"/>
                  </a:cubicBezTo>
                  <a:cubicBezTo>
                    <a:pt x="7548" y="40153"/>
                    <a:pt x="7568" y="40347"/>
                    <a:pt x="7588" y="40547"/>
                  </a:cubicBezTo>
                  <a:cubicBezTo>
                    <a:pt x="7655" y="41274"/>
                    <a:pt x="7735" y="41974"/>
                    <a:pt x="7808" y="42654"/>
                  </a:cubicBezTo>
                  <a:cubicBezTo>
                    <a:pt x="7881" y="43381"/>
                    <a:pt x="7961" y="44075"/>
                    <a:pt x="8035" y="44735"/>
                  </a:cubicBezTo>
                  <a:cubicBezTo>
                    <a:pt x="8048" y="44915"/>
                    <a:pt x="8075" y="45088"/>
                    <a:pt x="8088" y="45268"/>
                  </a:cubicBezTo>
                  <a:cubicBezTo>
                    <a:pt x="8141" y="45688"/>
                    <a:pt x="8188" y="46108"/>
                    <a:pt x="8241" y="46502"/>
                  </a:cubicBezTo>
                  <a:cubicBezTo>
                    <a:pt x="8261" y="46682"/>
                    <a:pt x="8261" y="46809"/>
                    <a:pt x="8301" y="47022"/>
                  </a:cubicBezTo>
                  <a:cubicBezTo>
                    <a:pt x="8335" y="47242"/>
                    <a:pt x="8348" y="47442"/>
                    <a:pt x="8375" y="47635"/>
                  </a:cubicBezTo>
                  <a:lnTo>
                    <a:pt x="8448" y="48182"/>
                  </a:lnTo>
                  <a:cubicBezTo>
                    <a:pt x="8521" y="48822"/>
                    <a:pt x="8588" y="49343"/>
                    <a:pt x="8641" y="49723"/>
                  </a:cubicBezTo>
                  <a:cubicBezTo>
                    <a:pt x="8655" y="49816"/>
                    <a:pt x="8668" y="49883"/>
                    <a:pt x="8675" y="49969"/>
                  </a:cubicBezTo>
                  <a:cubicBezTo>
                    <a:pt x="8681" y="50049"/>
                    <a:pt x="8708" y="50143"/>
                    <a:pt x="8708" y="50189"/>
                  </a:cubicBezTo>
                  <a:cubicBezTo>
                    <a:pt x="8708" y="50243"/>
                    <a:pt x="8715" y="50283"/>
                    <a:pt x="8715" y="50310"/>
                  </a:cubicBezTo>
                  <a:cubicBezTo>
                    <a:pt x="8715" y="50336"/>
                    <a:pt x="8721" y="50363"/>
                    <a:pt x="8735" y="50390"/>
                  </a:cubicBezTo>
                  <a:lnTo>
                    <a:pt x="8735" y="50436"/>
                  </a:lnTo>
                  <a:cubicBezTo>
                    <a:pt x="9622" y="49876"/>
                    <a:pt x="10455" y="48336"/>
                    <a:pt x="11189" y="46322"/>
                  </a:cubicBezTo>
                  <a:cubicBezTo>
                    <a:pt x="10695" y="44521"/>
                    <a:pt x="10209" y="42721"/>
                    <a:pt x="9722" y="40920"/>
                  </a:cubicBezTo>
                  <a:cubicBezTo>
                    <a:pt x="9435" y="39853"/>
                    <a:pt x="9135" y="38766"/>
                    <a:pt x="9222" y="37653"/>
                  </a:cubicBezTo>
                  <a:cubicBezTo>
                    <a:pt x="9315" y="36546"/>
                    <a:pt x="9868" y="35412"/>
                    <a:pt x="10869" y="34932"/>
                  </a:cubicBezTo>
                  <a:cubicBezTo>
                    <a:pt x="11289" y="34739"/>
                    <a:pt x="11742" y="34645"/>
                    <a:pt x="12209" y="34645"/>
                  </a:cubicBezTo>
                  <a:cubicBezTo>
                    <a:pt x="12442" y="34245"/>
                    <a:pt x="12683" y="33852"/>
                    <a:pt x="12909" y="33485"/>
                  </a:cubicBezTo>
                  <a:cubicBezTo>
                    <a:pt x="13316" y="32812"/>
                    <a:pt x="13703" y="32218"/>
                    <a:pt x="13943" y="31785"/>
                  </a:cubicBezTo>
                  <a:cubicBezTo>
                    <a:pt x="13943" y="31711"/>
                    <a:pt x="13936" y="31645"/>
                    <a:pt x="13936" y="31585"/>
                  </a:cubicBezTo>
                  <a:cubicBezTo>
                    <a:pt x="13936" y="31518"/>
                    <a:pt x="13930" y="31451"/>
                    <a:pt x="13923" y="31384"/>
                  </a:cubicBezTo>
                  <a:cubicBezTo>
                    <a:pt x="13916" y="31211"/>
                    <a:pt x="13903" y="31098"/>
                    <a:pt x="13883" y="30911"/>
                  </a:cubicBezTo>
                  <a:cubicBezTo>
                    <a:pt x="13870" y="30731"/>
                    <a:pt x="13836" y="30538"/>
                    <a:pt x="13816" y="30344"/>
                  </a:cubicBezTo>
                  <a:cubicBezTo>
                    <a:pt x="13809" y="30338"/>
                    <a:pt x="13809" y="30324"/>
                    <a:pt x="13809" y="30311"/>
                  </a:cubicBezTo>
                  <a:cubicBezTo>
                    <a:pt x="13789" y="30151"/>
                    <a:pt x="13769" y="29984"/>
                    <a:pt x="13749" y="29817"/>
                  </a:cubicBezTo>
                  <a:cubicBezTo>
                    <a:pt x="13709" y="29504"/>
                    <a:pt x="13669" y="29164"/>
                    <a:pt x="13623" y="28817"/>
                  </a:cubicBezTo>
                  <a:cubicBezTo>
                    <a:pt x="13616" y="28710"/>
                    <a:pt x="13609" y="28604"/>
                    <a:pt x="13589" y="28497"/>
                  </a:cubicBezTo>
                  <a:cubicBezTo>
                    <a:pt x="13523" y="27950"/>
                    <a:pt x="13456" y="27377"/>
                    <a:pt x="13403" y="26783"/>
                  </a:cubicBezTo>
                  <a:cubicBezTo>
                    <a:pt x="13383" y="26670"/>
                    <a:pt x="13376" y="26543"/>
                    <a:pt x="13356" y="26430"/>
                  </a:cubicBezTo>
                  <a:cubicBezTo>
                    <a:pt x="13156" y="24636"/>
                    <a:pt x="12943" y="22629"/>
                    <a:pt x="12689" y="20428"/>
                  </a:cubicBezTo>
                  <a:cubicBezTo>
                    <a:pt x="12636" y="19961"/>
                    <a:pt x="12582" y="19475"/>
                    <a:pt x="12522" y="18995"/>
                  </a:cubicBezTo>
                  <a:cubicBezTo>
                    <a:pt x="11189" y="17567"/>
                    <a:pt x="9642" y="16327"/>
                    <a:pt x="8588" y="14693"/>
                  </a:cubicBezTo>
                  <a:cubicBezTo>
                    <a:pt x="6554" y="11506"/>
                    <a:pt x="5701" y="6605"/>
                    <a:pt x="7688" y="3244"/>
                  </a:cubicBezTo>
                  <a:cubicBezTo>
                    <a:pt x="6201" y="2010"/>
                    <a:pt x="4040" y="496"/>
                    <a:pt x="2240" y="163"/>
                  </a:cubicBezTo>
                  <a:cubicBezTo>
                    <a:pt x="1610" y="45"/>
                    <a:pt x="1178" y="1"/>
                    <a:pt x="885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9" name="Google Shape;2012;p36"/>
            <p:cNvSpPr/>
            <p:nvPr/>
          </p:nvSpPr>
          <p:spPr>
            <a:xfrm>
              <a:off x="2617570" y="3443810"/>
              <a:ext cx="55968" cy="293433"/>
            </a:xfrm>
            <a:custGeom>
              <a:avLst/>
              <a:gdLst/>
              <a:ahLst/>
              <a:cxnLst/>
              <a:rect l="l" t="t" r="r" b="b"/>
              <a:pathLst>
                <a:path w="2001" h="10491" extrusionOk="0">
                  <a:moveTo>
                    <a:pt x="0" y="1"/>
                  </a:moveTo>
                  <a:lnTo>
                    <a:pt x="0" y="1"/>
                  </a:lnTo>
                  <a:cubicBezTo>
                    <a:pt x="480" y="1728"/>
                    <a:pt x="887" y="3448"/>
                    <a:pt x="1214" y="5195"/>
                  </a:cubicBezTo>
                  <a:cubicBezTo>
                    <a:pt x="1534" y="6949"/>
                    <a:pt x="1747" y="8716"/>
                    <a:pt x="1921" y="10490"/>
                  </a:cubicBezTo>
                  <a:cubicBezTo>
                    <a:pt x="2001" y="6902"/>
                    <a:pt x="1347" y="3328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0" name="Google Shape;2013;p36"/>
            <p:cNvSpPr/>
            <p:nvPr/>
          </p:nvSpPr>
          <p:spPr>
            <a:xfrm>
              <a:off x="2680055" y="3576611"/>
              <a:ext cx="28921" cy="174617"/>
            </a:xfrm>
            <a:custGeom>
              <a:avLst/>
              <a:gdLst/>
              <a:ahLst/>
              <a:cxnLst/>
              <a:rect l="l" t="t" r="r" b="b"/>
              <a:pathLst>
                <a:path w="1034" h="6243" extrusionOk="0">
                  <a:moveTo>
                    <a:pt x="0" y="0"/>
                  </a:moveTo>
                  <a:lnTo>
                    <a:pt x="0" y="0"/>
                  </a:lnTo>
                  <a:cubicBezTo>
                    <a:pt x="134" y="1054"/>
                    <a:pt x="314" y="2081"/>
                    <a:pt x="487" y="3121"/>
                  </a:cubicBezTo>
                  <a:cubicBezTo>
                    <a:pt x="660" y="4168"/>
                    <a:pt x="820" y="5202"/>
                    <a:pt x="1021" y="6242"/>
                  </a:cubicBezTo>
                  <a:cubicBezTo>
                    <a:pt x="1034" y="5182"/>
                    <a:pt x="954" y="4122"/>
                    <a:pt x="780" y="3081"/>
                  </a:cubicBezTo>
                  <a:cubicBezTo>
                    <a:pt x="614" y="2034"/>
                    <a:pt x="354" y="1001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1" name="Google Shape;2014;p36"/>
            <p:cNvSpPr/>
            <p:nvPr/>
          </p:nvSpPr>
          <p:spPr>
            <a:xfrm>
              <a:off x="2727800" y="3670982"/>
              <a:ext cx="15691" cy="80246"/>
            </a:xfrm>
            <a:custGeom>
              <a:avLst/>
              <a:gdLst/>
              <a:ahLst/>
              <a:cxnLst/>
              <a:rect l="l" t="t" r="r" b="b"/>
              <a:pathLst>
                <a:path w="561" h="2869" extrusionOk="0">
                  <a:moveTo>
                    <a:pt x="14" y="1"/>
                  </a:moveTo>
                  <a:lnTo>
                    <a:pt x="14" y="1"/>
                  </a:lnTo>
                  <a:cubicBezTo>
                    <a:pt x="0" y="488"/>
                    <a:pt x="47" y="974"/>
                    <a:pt x="140" y="1461"/>
                  </a:cubicBezTo>
                  <a:cubicBezTo>
                    <a:pt x="220" y="1941"/>
                    <a:pt x="354" y="2415"/>
                    <a:pt x="547" y="2868"/>
                  </a:cubicBezTo>
                  <a:cubicBezTo>
                    <a:pt x="561" y="2375"/>
                    <a:pt x="521" y="1888"/>
                    <a:pt x="420" y="1408"/>
                  </a:cubicBezTo>
                  <a:cubicBezTo>
                    <a:pt x="340" y="921"/>
                    <a:pt x="200" y="448"/>
                    <a:pt x="1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2" name="Google Shape;2015;p36"/>
            <p:cNvSpPr/>
            <p:nvPr/>
          </p:nvSpPr>
          <p:spPr>
            <a:xfrm>
              <a:off x="2686572" y="4215418"/>
              <a:ext cx="44808" cy="284091"/>
            </a:xfrm>
            <a:custGeom>
              <a:avLst/>
              <a:gdLst/>
              <a:ahLst/>
              <a:cxnLst/>
              <a:rect l="l" t="t" r="r" b="b"/>
              <a:pathLst>
                <a:path w="1602" h="10157" extrusionOk="0">
                  <a:moveTo>
                    <a:pt x="1" y="1"/>
                  </a:moveTo>
                  <a:cubicBezTo>
                    <a:pt x="114" y="1715"/>
                    <a:pt x="314" y="3422"/>
                    <a:pt x="534" y="5136"/>
                  </a:cubicBezTo>
                  <a:cubicBezTo>
                    <a:pt x="654" y="5982"/>
                    <a:pt x="768" y="6836"/>
                    <a:pt x="914" y="7683"/>
                  </a:cubicBezTo>
                  <a:cubicBezTo>
                    <a:pt x="981" y="8110"/>
                    <a:pt x="1048" y="8543"/>
                    <a:pt x="1128" y="8957"/>
                  </a:cubicBezTo>
                  <a:cubicBezTo>
                    <a:pt x="1214" y="9377"/>
                    <a:pt x="1334" y="9810"/>
                    <a:pt x="1601" y="10157"/>
                  </a:cubicBezTo>
                  <a:cubicBezTo>
                    <a:pt x="1388" y="9783"/>
                    <a:pt x="1314" y="9357"/>
                    <a:pt x="1261" y="8937"/>
                  </a:cubicBezTo>
                  <a:lnTo>
                    <a:pt x="1134" y="7650"/>
                  </a:lnTo>
                  <a:cubicBezTo>
                    <a:pt x="1048" y="6803"/>
                    <a:pt x="934" y="5942"/>
                    <a:pt x="828" y="5089"/>
                  </a:cubicBezTo>
                  <a:cubicBezTo>
                    <a:pt x="594" y="3382"/>
                    <a:pt x="347" y="1681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3" name="Google Shape;2016;p36"/>
            <p:cNvSpPr/>
            <p:nvPr/>
          </p:nvSpPr>
          <p:spPr>
            <a:xfrm>
              <a:off x="2719772" y="4243780"/>
              <a:ext cx="23159" cy="122005"/>
            </a:xfrm>
            <a:custGeom>
              <a:avLst/>
              <a:gdLst/>
              <a:ahLst/>
              <a:cxnLst/>
              <a:rect l="l" t="t" r="r" b="b"/>
              <a:pathLst>
                <a:path w="828" h="4362" extrusionOk="0">
                  <a:moveTo>
                    <a:pt x="7" y="0"/>
                  </a:moveTo>
                  <a:lnTo>
                    <a:pt x="7" y="0"/>
                  </a:lnTo>
                  <a:cubicBezTo>
                    <a:pt x="1" y="747"/>
                    <a:pt x="74" y="1488"/>
                    <a:pt x="227" y="2214"/>
                  </a:cubicBezTo>
                  <a:cubicBezTo>
                    <a:pt x="354" y="2948"/>
                    <a:pt x="554" y="3668"/>
                    <a:pt x="828" y="4362"/>
                  </a:cubicBezTo>
                  <a:cubicBezTo>
                    <a:pt x="754" y="3621"/>
                    <a:pt x="654" y="2895"/>
                    <a:pt x="507" y="2168"/>
                  </a:cubicBezTo>
                  <a:cubicBezTo>
                    <a:pt x="374" y="1434"/>
                    <a:pt x="207" y="714"/>
                    <a:pt x="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4" name="Google Shape;2017;p36"/>
            <p:cNvSpPr/>
            <p:nvPr/>
          </p:nvSpPr>
          <p:spPr>
            <a:xfrm>
              <a:off x="2765279" y="4275106"/>
              <a:ext cx="10657" cy="38459"/>
            </a:xfrm>
            <a:custGeom>
              <a:avLst/>
              <a:gdLst/>
              <a:ahLst/>
              <a:cxnLst/>
              <a:rect l="l" t="t" r="r" b="b"/>
              <a:pathLst>
                <a:path w="381" h="1375" extrusionOk="0">
                  <a:moveTo>
                    <a:pt x="74" y="1"/>
                  </a:moveTo>
                  <a:cubicBezTo>
                    <a:pt x="7" y="228"/>
                    <a:pt x="1" y="474"/>
                    <a:pt x="47" y="708"/>
                  </a:cubicBezTo>
                  <a:cubicBezTo>
                    <a:pt x="81" y="948"/>
                    <a:pt x="174" y="1174"/>
                    <a:pt x="314" y="1374"/>
                  </a:cubicBezTo>
                  <a:cubicBezTo>
                    <a:pt x="374" y="1141"/>
                    <a:pt x="381" y="894"/>
                    <a:pt x="334" y="654"/>
                  </a:cubicBezTo>
                  <a:cubicBezTo>
                    <a:pt x="294" y="421"/>
                    <a:pt x="207" y="194"/>
                    <a:pt x="7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5" name="Google Shape;2018;p36"/>
            <p:cNvSpPr/>
            <p:nvPr/>
          </p:nvSpPr>
          <p:spPr>
            <a:xfrm>
              <a:off x="2506948" y="3676212"/>
              <a:ext cx="428081" cy="521165"/>
            </a:xfrm>
            <a:custGeom>
              <a:avLst/>
              <a:gdLst/>
              <a:ahLst/>
              <a:cxnLst/>
              <a:rect l="l" t="t" r="r" b="b"/>
              <a:pathLst>
                <a:path w="15305" h="18633" extrusionOk="0">
                  <a:moveTo>
                    <a:pt x="3622" y="0"/>
                  </a:moveTo>
                  <a:cubicBezTo>
                    <a:pt x="3415" y="60"/>
                    <a:pt x="3215" y="147"/>
                    <a:pt x="3035" y="267"/>
                  </a:cubicBezTo>
                  <a:cubicBezTo>
                    <a:pt x="2648" y="514"/>
                    <a:pt x="2188" y="974"/>
                    <a:pt x="1915" y="1814"/>
                  </a:cubicBezTo>
                  <a:cubicBezTo>
                    <a:pt x="1421" y="3328"/>
                    <a:pt x="1888" y="4808"/>
                    <a:pt x="1915" y="4895"/>
                  </a:cubicBezTo>
                  <a:cubicBezTo>
                    <a:pt x="1900" y="4883"/>
                    <a:pt x="1836" y="4819"/>
                    <a:pt x="1730" y="4819"/>
                  </a:cubicBezTo>
                  <a:cubicBezTo>
                    <a:pt x="1549" y="4819"/>
                    <a:pt x="1244" y="5006"/>
                    <a:pt x="848" y="5962"/>
                  </a:cubicBezTo>
                  <a:cubicBezTo>
                    <a:pt x="221" y="7482"/>
                    <a:pt x="848" y="8463"/>
                    <a:pt x="848" y="8463"/>
                  </a:cubicBezTo>
                  <a:cubicBezTo>
                    <a:pt x="848" y="8463"/>
                    <a:pt x="34" y="8496"/>
                    <a:pt x="14" y="9790"/>
                  </a:cubicBezTo>
                  <a:cubicBezTo>
                    <a:pt x="1" y="11083"/>
                    <a:pt x="908" y="11990"/>
                    <a:pt x="908" y="11990"/>
                  </a:cubicBezTo>
                  <a:cubicBezTo>
                    <a:pt x="908" y="11990"/>
                    <a:pt x="281" y="12324"/>
                    <a:pt x="955" y="14291"/>
                  </a:cubicBezTo>
                  <a:cubicBezTo>
                    <a:pt x="1635" y="16258"/>
                    <a:pt x="6109" y="18119"/>
                    <a:pt x="8970" y="18285"/>
                  </a:cubicBezTo>
                  <a:cubicBezTo>
                    <a:pt x="9710" y="18325"/>
                    <a:pt x="10450" y="18439"/>
                    <a:pt x="11177" y="18632"/>
                  </a:cubicBezTo>
                  <a:cubicBezTo>
                    <a:pt x="11591" y="17959"/>
                    <a:pt x="11971" y="17358"/>
                    <a:pt x="12211" y="16925"/>
                  </a:cubicBezTo>
                  <a:cubicBezTo>
                    <a:pt x="12984" y="15525"/>
                    <a:pt x="14545" y="12484"/>
                    <a:pt x="15305" y="11557"/>
                  </a:cubicBezTo>
                  <a:cubicBezTo>
                    <a:pt x="15218" y="11483"/>
                    <a:pt x="15138" y="11403"/>
                    <a:pt x="15072" y="11317"/>
                  </a:cubicBezTo>
                  <a:cubicBezTo>
                    <a:pt x="14838" y="11030"/>
                    <a:pt x="14665" y="10703"/>
                    <a:pt x="14558" y="10357"/>
                  </a:cubicBezTo>
                  <a:cubicBezTo>
                    <a:pt x="14071" y="8889"/>
                    <a:pt x="13625" y="3715"/>
                    <a:pt x="10417" y="1067"/>
                  </a:cubicBezTo>
                  <a:lnTo>
                    <a:pt x="10417" y="1067"/>
                  </a:lnTo>
                  <a:cubicBezTo>
                    <a:pt x="10417" y="1068"/>
                    <a:pt x="10537" y="1988"/>
                    <a:pt x="10657" y="3015"/>
                  </a:cubicBezTo>
                  <a:cubicBezTo>
                    <a:pt x="10657" y="3015"/>
                    <a:pt x="9141" y="3625"/>
                    <a:pt x="7383" y="3625"/>
                  </a:cubicBezTo>
                  <a:cubicBezTo>
                    <a:pt x="7257" y="3625"/>
                    <a:pt x="7130" y="3621"/>
                    <a:pt x="7003" y="3615"/>
                  </a:cubicBezTo>
                  <a:cubicBezTo>
                    <a:pt x="5949" y="3555"/>
                    <a:pt x="4856" y="3261"/>
                    <a:pt x="3955" y="2488"/>
                  </a:cubicBezTo>
                  <a:cubicBezTo>
                    <a:pt x="3955" y="2488"/>
                    <a:pt x="3709" y="614"/>
                    <a:pt x="3622" y="0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6" name="Google Shape;2019;p36"/>
            <p:cNvSpPr/>
            <p:nvPr/>
          </p:nvSpPr>
          <p:spPr>
            <a:xfrm>
              <a:off x="2498949" y="3666507"/>
              <a:ext cx="447464" cy="540185"/>
            </a:xfrm>
            <a:custGeom>
              <a:avLst/>
              <a:gdLst/>
              <a:ahLst/>
              <a:cxnLst/>
              <a:rect l="l" t="t" r="r" b="b"/>
              <a:pathLst>
                <a:path w="15998" h="19313" extrusionOk="0">
                  <a:moveTo>
                    <a:pt x="3668" y="748"/>
                  </a:moveTo>
                  <a:cubicBezTo>
                    <a:pt x="3775" y="1528"/>
                    <a:pt x="3948" y="2868"/>
                    <a:pt x="3948" y="2868"/>
                  </a:cubicBezTo>
                  <a:lnTo>
                    <a:pt x="3968" y="2975"/>
                  </a:lnTo>
                  <a:lnTo>
                    <a:pt x="4048" y="3048"/>
                  </a:lnTo>
                  <a:cubicBezTo>
                    <a:pt x="4895" y="3775"/>
                    <a:pt x="5975" y="4175"/>
                    <a:pt x="7269" y="4242"/>
                  </a:cubicBezTo>
                  <a:cubicBezTo>
                    <a:pt x="7410" y="4249"/>
                    <a:pt x="7550" y="4253"/>
                    <a:pt x="7688" y="4253"/>
                  </a:cubicBezTo>
                  <a:cubicBezTo>
                    <a:pt x="9472" y="4253"/>
                    <a:pt x="10982" y="3659"/>
                    <a:pt x="11050" y="3628"/>
                  </a:cubicBezTo>
                  <a:lnTo>
                    <a:pt x="11250" y="3542"/>
                  </a:lnTo>
                  <a:lnTo>
                    <a:pt x="11230" y="3328"/>
                  </a:lnTo>
                  <a:cubicBezTo>
                    <a:pt x="11177" y="2901"/>
                    <a:pt x="11130" y="2501"/>
                    <a:pt x="11083" y="2175"/>
                  </a:cubicBezTo>
                  <a:lnTo>
                    <a:pt x="11083" y="2175"/>
                  </a:lnTo>
                  <a:cubicBezTo>
                    <a:pt x="13117" y="4268"/>
                    <a:pt x="13811" y="7476"/>
                    <a:pt x="14237" y="9463"/>
                  </a:cubicBezTo>
                  <a:cubicBezTo>
                    <a:pt x="14364" y="10030"/>
                    <a:pt x="14464" y="10477"/>
                    <a:pt x="14564" y="10797"/>
                  </a:cubicBezTo>
                  <a:cubicBezTo>
                    <a:pt x="14691" y="11177"/>
                    <a:pt x="14877" y="11530"/>
                    <a:pt x="15131" y="11844"/>
                  </a:cubicBezTo>
                  <a:lnTo>
                    <a:pt x="15204" y="11931"/>
                  </a:lnTo>
                  <a:cubicBezTo>
                    <a:pt x="14577" y="12784"/>
                    <a:pt x="13630" y="14565"/>
                    <a:pt x="12844" y="16012"/>
                  </a:cubicBezTo>
                  <a:cubicBezTo>
                    <a:pt x="12617" y="16438"/>
                    <a:pt x="12410" y="16805"/>
                    <a:pt x="12237" y="17132"/>
                  </a:cubicBezTo>
                  <a:cubicBezTo>
                    <a:pt x="12063" y="17452"/>
                    <a:pt x="11803" y="17879"/>
                    <a:pt x="11503" y="18366"/>
                  </a:cubicBezTo>
                  <a:lnTo>
                    <a:pt x="11330" y="18646"/>
                  </a:lnTo>
                  <a:cubicBezTo>
                    <a:pt x="10656" y="18479"/>
                    <a:pt x="9963" y="18379"/>
                    <a:pt x="9269" y="18346"/>
                  </a:cubicBezTo>
                  <a:cubicBezTo>
                    <a:pt x="6395" y="18172"/>
                    <a:pt x="2114" y="16305"/>
                    <a:pt x="1521" y="14545"/>
                  </a:cubicBezTo>
                  <a:cubicBezTo>
                    <a:pt x="1060" y="13204"/>
                    <a:pt x="1241" y="12671"/>
                    <a:pt x="1327" y="12591"/>
                  </a:cubicBezTo>
                  <a:lnTo>
                    <a:pt x="1667" y="12404"/>
                  </a:lnTo>
                  <a:lnTo>
                    <a:pt x="1394" y="12131"/>
                  </a:lnTo>
                  <a:cubicBezTo>
                    <a:pt x="1381" y="12117"/>
                    <a:pt x="580" y="11297"/>
                    <a:pt x="594" y="10137"/>
                  </a:cubicBezTo>
                  <a:cubicBezTo>
                    <a:pt x="600" y="9176"/>
                    <a:pt x="1094" y="9103"/>
                    <a:pt x="1140" y="9103"/>
                  </a:cubicBezTo>
                  <a:lnTo>
                    <a:pt x="1634" y="9076"/>
                  </a:lnTo>
                  <a:lnTo>
                    <a:pt x="1374" y="8656"/>
                  </a:lnTo>
                  <a:cubicBezTo>
                    <a:pt x="1361" y="8623"/>
                    <a:pt x="854" y="7769"/>
                    <a:pt x="1401" y="6422"/>
                  </a:cubicBezTo>
                  <a:cubicBezTo>
                    <a:pt x="1767" y="5522"/>
                    <a:pt x="2021" y="5475"/>
                    <a:pt x="2007" y="5462"/>
                  </a:cubicBezTo>
                  <a:lnTo>
                    <a:pt x="2007" y="5462"/>
                  </a:lnTo>
                  <a:lnTo>
                    <a:pt x="2768" y="6109"/>
                  </a:lnTo>
                  <a:lnTo>
                    <a:pt x="2474" y="5149"/>
                  </a:lnTo>
                  <a:cubicBezTo>
                    <a:pt x="2401" y="4902"/>
                    <a:pt x="2041" y="3595"/>
                    <a:pt x="2474" y="2241"/>
                  </a:cubicBezTo>
                  <a:cubicBezTo>
                    <a:pt x="2728" y="1468"/>
                    <a:pt x="3161" y="1068"/>
                    <a:pt x="3474" y="861"/>
                  </a:cubicBezTo>
                  <a:lnTo>
                    <a:pt x="3668" y="748"/>
                  </a:lnTo>
                  <a:close/>
                  <a:moveTo>
                    <a:pt x="4155" y="1"/>
                  </a:moveTo>
                  <a:lnTo>
                    <a:pt x="3855" y="61"/>
                  </a:lnTo>
                  <a:cubicBezTo>
                    <a:pt x="3601" y="127"/>
                    <a:pt x="3368" y="234"/>
                    <a:pt x="3161" y="374"/>
                  </a:cubicBezTo>
                  <a:cubicBezTo>
                    <a:pt x="2761" y="628"/>
                    <a:pt x="2227" y="1128"/>
                    <a:pt x="1927" y="2068"/>
                  </a:cubicBezTo>
                  <a:cubicBezTo>
                    <a:pt x="1561" y="3208"/>
                    <a:pt x="1694" y="4328"/>
                    <a:pt x="1814" y="4929"/>
                  </a:cubicBezTo>
                  <a:cubicBezTo>
                    <a:pt x="1474" y="5055"/>
                    <a:pt x="1160" y="5469"/>
                    <a:pt x="860" y="6202"/>
                  </a:cubicBezTo>
                  <a:cubicBezTo>
                    <a:pt x="400" y="7329"/>
                    <a:pt x="574" y="8190"/>
                    <a:pt x="734" y="8630"/>
                  </a:cubicBezTo>
                  <a:cubicBezTo>
                    <a:pt x="387" y="8810"/>
                    <a:pt x="20" y="9256"/>
                    <a:pt x="7" y="10137"/>
                  </a:cubicBezTo>
                  <a:cubicBezTo>
                    <a:pt x="0" y="11177"/>
                    <a:pt x="527" y="11977"/>
                    <a:pt x="807" y="12337"/>
                  </a:cubicBezTo>
                  <a:cubicBezTo>
                    <a:pt x="627" y="12664"/>
                    <a:pt x="494" y="13338"/>
                    <a:pt x="967" y="14738"/>
                  </a:cubicBezTo>
                  <a:cubicBezTo>
                    <a:pt x="1721" y="16925"/>
                    <a:pt x="6429" y="18759"/>
                    <a:pt x="9229" y="18926"/>
                  </a:cubicBezTo>
                  <a:cubicBezTo>
                    <a:pt x="9956" y="18966"/>
                    <a:pt x="10683" y="19079"/>
                    <a:pt x="11390" y="19266"/>
                  </a:cubicBezTo>
                  <a:lnTo>
                    <a:pt x="11597" y="19312"/>
                  </a:lnTo>
                  <a:lnTo>
                    <a:pt x="11997" y="18672"/>
                  </a:lnTo>
                  <a:cubicBezTo>
                    <a:pt x="12303" y="18172"/>
                    <a:pt x="12564" y="17745"/>
                    <a:pt x="12757" y="17412"/>
                  </a:cubicBezTo>
                  <a:lnTo>
                    <a:pt x="13364" y="16292"/>
                  </a:lnTo>
                  <a:cubicBezTo>
                    <a:pt x="14157" y="14805"/>
                    <a:pt x="15238" y="12791"/>
                    <a:pt x="15811" y="12091"/>
                  </a:cubicBezTo>
                  <a:lnTo>
                    <a:pt x="15998" y="11870"/>
                  </a:lnTo>
                  <a:lnTo>
                    <a:pt x="15778" y="11690"/>
                  </a:lnTo>
                  <a:cubicBezTo>
                    <a:pt x="15704" y="11624"/>
                    <a:pt x="15638" y="11550"/>
                    <a:pt x="15578" y="11470"/>
                  </a:cubicBezTo>
                  <a:cubicBezTo>
                    <a:pt x="15371" y="11217"/>
                    <a:pt x="15218" y="10924"/>
                    <a:pt x="15124" y="10610"/>
                  </a:cubicBezTo>
                  <a:cubicBezTo>
                    <a:pt x="14991" y="10190"/>
                    <a:pt x="14891" y="9770"/>
                    <a:pt x="14811" y="9336"/>
                  </a:cubicBezTo>
                  <a:cubicBezTo>
                    <a:pt x="14331" y="7103"/>
                    <a:pt x="13524" y="3362"/>
                    <a:pt x="10890" y="1194"/>
                  </a:cubicBezTo>
                  <a:lnTo>
                    <a:pt x="10323" y="728"/>
                  </a:lnTo>
                  <a:lnTo>
                    <a:pt x="10410" y="1454"/>
                  </a:lnTo>
                  <a:lnTo>
                    <a:pt x="10630" y="3162"/>
                  </a:lnTo>
                  <a:cubicBezTo>
                    <a:pt x="10164" y="3321"/>
                    <a:pt x="8972" y="3677"/>
                    <a:pt x="7655" y="3677"/>
                  </a:cubicBezTo>
                  <a:cubicBezTo>
                    <a:pt x="7538" y="3677"/>
                    <a:pt x="7420" y="3674"/>
                    <a:pt x="7302" y="3668"/>
                  </a:cubicBezTo>
                  <a:cubicBezTo>
                    <a:pt x="6175" y="3608"/>
                    <a:pt x="5242" y="3275"/>
                    <a:pt x="4521" y="2688"/>
                  </a:cubicBezTo>
                  <a:cubicBezTo>
                    <a:pt x="4461" y="2268"/>
                    <a:pt x="4268" y="834"/>
                    <a:pt x="4195" y="307"/>
                  </a:cubicBezTo>
                  <a:lnTo>
                    <a:pt x="4155" y="1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7" name="Google Shape;2020;p36"/>
            <p:cNvSpPr/>
            <p:nvPr/>
          </p:nvSpPr>
          <p:spPr>
            <a:xfrm>
              <a:off x="2506948" y="3676017"/>
              <a:ext cx="348087" cy="521165"/>
            </a:xfrm>
            <a:custGeom>
              <a:avLst/>
              <a:gdLst/>
              <a:ahLst/>
              <a:cxnLst/>
              <a:rect l="l" t="t" r="r" b="b"/>
              <a:pathLst>
                <a:path w="12445" h="18633" extrusionOk="0">
                  <a:moveTo>
                    <a:pt x="3622" y="1"/>
                  </a:moveTo>
                  <a:cubicBezTo>
                    <a:pt x="3415" y="54"/>
                    <a:pt x="3215" y="147"/>
                    <a:pt x="3035" y="268"/>
                  </a:cubicBezTo>
                  <a:cubicBezTo>
                    <a:pt x="2648" y="508"/>
                    <a:pt x="2188" y="968"/>
                    <a:pt x="1915" y="1808"/>
                  </a:cubicBezTo>
                  <a:cubicBezTo>
                    <a:pt x="1421" y="3328"/>
                    <a:pt x="1888" y="4802"/>
                    <a:pt x="1915" y="4895"/>
                  </a:cubicBezTo>
                  <a:cubicBezTo>
                    <a:pt x="1900" y="4883"/>
                    <a:pt x="1836" y="4817"/>
                    <a:pt x="1728" y="4817"/>
                  </a:cubicBezTo>
                  <a:cubicBezTo>
                    <a:pt x="1547" y="4817"/>
                    <a:pt x="1242" y="5006"/>
                    <a:pt x="848" y="5962"/>
                  </a:cubicBezTo>
                  <a:cubicBezTo>
                    <a:pt x="221" y="7476"/>
                    <a:pt x="848" y="8463"/>
                    <a:pt x="848" y="8463"/>
                  </a:cubicBezTo>
                  <a:cubicBezTo>
                    <a:pt x="848" y="8463"/>
                    <a:pt x="34" y="8496"/>
                    <a:pt x="14" y="9790"/>
                  </a:cubicBezTo>
                  <a:cubicBezTo>
                    <a:pt x="1" y="11077"/>
                    <a:pt x="908" y="11991"/>
                    <a:pt x="908" y="11991"/>
                  </a:cubicBezTo>
                  <a:cubicBezTo>
                    <a:pt x="908" y="11991"/>
                    <a:pt x="281" y="12324"/>
                    <a:pt x="955" y="14291"/>
                  </a:cubicBezTo>
                  <a:cubicBezTo>
                    <a:pt x="1375" y="15498"/>
                    <a:pt x="3208" y="16659"/>
                    <a:pt x="5216" y="17412"/>
                  </a:cubicBezTo>
                  <a:cubicBezTo>
                    <a:pt x="6503" y="17899"/>
                    <a:pt x="7850" y="18212"/>
                    <a:pt x="8970" y="18279"/>
                  </a:cubicBezTo>
                  <a:cubicBezTo>
                    <a:pt x="9710" y="18326"/>
                    <a:pt x="10450" y="18439"/>
                    <a:pt x="11177" y="18632"/>
                  </a:cubicBezTo>
                  <a:cubicBezTo>
                    <a:pt x="11584" y="17959"/>
                    <a:pt x="11971" y="17365"/>
                    <a:pt x="12211" y="16932"/>
                  </a:cubicBezTo>
                  <a:lnTo>
                    <a:pt x="12444" y="16505"/>
                  </a:lnTo>
                  <a:lnTo>
                    <a:pt x="12184" y="16365"/>
                  </a:lnTo>
                  <a:cubicBezTo>
                    <a:pt x="10917" y="15738"/>
                    <a:pt x="9724" y="15065"/>
                    <a:pt x="9017" y="13878"/>
                  </a:cubicBezTo>
                  <a:cubicBezTo>
                    <a:pt x="8503" y="13011"/>
                    <a:pt x="8316" y="11997"/>
                    <a:pt x="8156" y="10997"/>
                  </a:cubicBezTo>
                  <a:lnTo>
                    <a:pt x="7856" y="9270"/>
                  </a:lnTo>
                  <a:cubicBezTo>
                    <a:pt x="7543" y="7389"/>
                    <a:pt x="7223" y="5496"/>
                    <a:pt x="7003" y="3608"/>
                  </a:cubicBezTo>
                  <a:cubicBezTo>
                    <a:pt x="5949" y="3555"/>
                    <a:pt x="4856" y="3262"/>
                    <a:pt x="3955" y="2488"/>
                  </a:cubicBezTo>
                  <a:cubicBezTo>
                    <a:pt x="3955" y="2488"/>
                    <a:pt x="3889" y="2008"/>
                    <a:pt x="3822" y="1468"/>
                  </a:cubicBezTo>
                  <a:lnTo>
                    <a:pt x="3802" y="1268"/>
                  </a:lnTo>
                  <a:cubicBezTo>
                    <a:pt x="3782" y="1201"/>
                    <a:pt x="3775" y="1128"/>
                    <a:pt x="3769" y="1054"/>
                  </a:cubicBezTo>
                  <a:cubicBezTo>
                    <a:pt x="3749" y="954"/>
                    <a:pt x="3742" y="888"/>
                    <a:pt x="3722" y="761"/>
                  </a:cubicBezTo>
                  <a:cubicBezTo>
                    <a:pt x="3709" y="634"/>
                    <a:pt x="3689" y="508"/>
                    <a:pt x="3682" y="394"/>
                  </a:cubicBezTo>
                  <a:cubicBezTo>
                    <a:pt x="3669" y="334"/>
                    <a:pt x="3662" y="281"/>
                    <a:pt x="3655" y="221"/>
                  </a:cubicBezTo>
                  <a:cubicBezTo>
                    <a:pt x="3642" y="134"/>
                    <a:pt x="3635" y="61"/>
                    <a:pt x="3622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8" name="Google Shape;2021;p36"/>
            <p:cNvSpPr/>
            <p:nvPr/>
          </p:nvSpPr>
          <p:spPr>
            <a:xfrm>
              <a:off x="2690683" y="4124404"/>
              <a:ext cx="115097" cy="18153"/>
            </a:xfrm>
            <a:custGeom>
              <a:avLst/>
              <a:gdLst/>
              <a:ahLst/>
              <a:cxnLst/>
              <a:rect l="l" t="t" r="r" b="b"/>
              <a:pathLst>
                <a:path w="4115" h="649" extrusionOk="0">
                  <a:moveTo>
                    <a:pt x="4115" y="1"/>
                  </a:moveTo>
                  <a:lnTo>
                    <a:pt x="4115" y="1"/>
                  </a:lnTo>
                  <a:cubicBezTo>
                    <a:pt x="3431" y="240"/>
                    <a:pt x="2717" y="360"/>
                    <a:pt x="2004" y="360"/>
                  </a:cubicBezTo>
                  <a:cubicBezTo>
                    <a:pt x="1327" y="360"/>
                    <a:pt x="650" y="252"/>
                    <a:pt x="0" y="34"/>
                  </a:cubicBezTo>
                  <a:lnTo>
                    <a:pt x="0" y="34"/>
                  </a:lnTo>
                  <a:cubicBezTo>
                    <a:pt x="562" y="447"/>
                    <a:pt x="1293" y="648"/>
                    <a:pt x="1999" y="648"/>
                  </a:cubicBezTo>
                  <a:cubicBezTo>
                    <a:pt x="2022" y="648"/>
                    <a:pt x="2045" y="648"/>
                    <a:pt x="2068" y="648"/>
                  </a:cubicBezTo>
                  <a:cubicBezTo>
                    <a:pt x="2788" y="641"/>
                    <a:pt x="3541" y="434"/>
                    <a:pt x="411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9" name="Google Shape;2022;p36"/>
            <p:cNvSpPr/>
            <p:nvPr/>
          </p:nvSpPr>
          <p:spPr>
            <a:xfrm>
              <a:off x="2708584" y="4085413"/>
              <a:ext cx="87882" cy="14013"/>
            </a:xfrm>
            <a:custGeom>
              <a:avLst/>
              <a:gdLst/>
              <a:ahLst/>
              <a:cxnLst/>
              <a:rect l="l" t="t" r="r" b="b"/>
              <a:pathLst>
                <a:path w="3142" h="501" extrusionOk="0">
                  <a:moveTo>
                    <a:pt x="3141" y="1"/>
                  </a:moveTo>
                  <a:cubicBezTo>
                    <a:pt x="2608" y="74"/>
                    <a:pt x="2094" y="161"/>
                    <a:pt x="1574" y="201"/>
                  </a:cubicBezTo>
                  <a:cubicBezTo>
                    <a:pt x="1189" y="231"/>
                    <a:pt x="800" y="235"/>
                    <a:pt x="402" y="235"/>
                  </a:cubicBezTo>
                  <a:cubicBezTo>
                    <a:pt x="269" y="235"/>
                    <a:pt x="136" y="234"/>
                    <a:pt x="1" y="234"/>
                  </a:cubicBezTo>
                  <a:cubicBezTo>
                    <a:pt x="409" y="414"/>
                    <a:pt x="854" y="501"/>
                    <a:pt x="1301" y="501"/>
                  </a:cubicBezTo>
                  <a:cubicBezTo>
                    <a:pt x="1401" y="501"/>
                    <a:pt x="1501" y="496"/>
                    <a:pt x="1601" y="488"/>
                  </a:cubicBezTo>
                  <a:cubicBezTo>
                    <a:pt x="2148" y="454"/>
                    <a:pt x="2675" y="288"/>
                    <a:pt x="314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0" name="Google Shape;2023;p36"/>
            <p:cNvSpPr/>
            <p:nvPr/>
          </p:nvSpPr>
          <p:spPr>
            <a:xfrm>
              <a:off x="2715297" y="4045332"/>
              <a:ext cx="69981" cy="11020"/>
            </a:xfrm>
            <a:custGeom>
              <a:avLst/>
              <a:gdLst/>
              <a:ahLst/>
              <a:cxnLst/>
              <a:rect l="l" t="t" r="r" b="b"/>
              <a:pathLst>
                <a:path w="2502" h="394" extrusionOk="0">
                  <a:moveTo>
                    <a:pt x="2501" y="0"/>
                  </a:moveTo>
                  <a:cubicBezTo>
                    <a:pt x="2068" y="7"/>
                    <a:pt x="1661" y="47"/>
                    <a:pt x="1254" y="87"/>
                  </a:cubicBezTo>
                  <a:cubicBezTo>
                    <a:pt x="841" y="127"/>
                    <a:pt x="434" y="147"/>
                    <a:pt x="1" y="214"/>
                  </a:cubicBezTo>
                  <a:cubicBezTo>
                    <a:pt x="321" y="334"/>
                    <a:pt x="658" y="393"/>
                    <a:pt x="998" y="393"/>
                  </a:cubicBezTo>
                  <a:cubicBezTo>
                    <a:pt x="1090" y="393"/>
                    <a:pt x="1182" y="389"/>
                    <a:pt x="1274" y="380"/>
                  </a:cubicBezTo>
                  <a:cubicBezTo>
                    <a:pt x="1701" y="334"/>
                    <a:pt x="2134" y="234"/>
                    <a:pt x="25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1" name="Google Shape;2024;p36"/>
            <p:cNvSpPr/>
            <p:nvPr/>
          </p:nvSpPr>
          <p:spPr>
            <a:xfrm>
              <a:off x="1205812" y="3146041"/>
              <a:ext cx="1600527" cy="2122084"/>
            </a:xfrm>
            <a:custGeom>
              <a:avLst/>
              <a:gdLst/>
              <a:ahLst/>
              <a:cxnLst/>
              <a:rect l="l" t="t" r="r" b="b"/>
              <a:pathLst>
                <a:path w="57223" h="75870" extrusionOk="0">
                  <a:moveTo>
                    <a:pt x="30635" y="1"/>
                  </a:moveTo>
                  <a:cubicBezTo>
                    <a:pt x="29618" y="1"/>
                    <a:pt x="28459" y="83"/>
                    <a:pt x="27121" y="277"/>
                  </a:cubicBezTo>
                  <a:cubicBezTo>
                    <a:pt x="24114" y="711"/>
                    <a:pt x="22427" y="1024"/>
                    <a:pt x="20300" y="2438"/>
                  </a:cubicBezTo>
                  <a:cubicBezTo>
                    <a:pt x="18179" y="3858"/>
                    <a:pt x="15558" y="5078"/>
                    <a:pt x="12204" y="6459"/>
                  </a:cubicBezTo>
                  <a:cubicBezTo>
                    <a:pt x="8856" y="7832"/>
                    <a:pt x="6869" y="8706"/>
                    <a:pt x="4682" y="14801"/>
                  </a:cubicBezTo>
                  <a:cubicBezTo>
                    <a:pt x="2488" y="20896"/>
                    <a:pt x="4115" y="32119"/>
                    <a:pt x="3788" y="39247"/>
                  </a:cubicBezTo>
                  <a:cubicBezTo>
                    <a:pt x="3462" y="46376"/>
                    <a:pt x="4535" y="56525"/>
                    <a:pt x="2268" y="61707"/>
                  </a:cubicBezTo>
                  <a:cubicBezTo>
                    <a:pt x="1" y="66881"/>
                    <a:pt x="654" y="71309"/>
                    <a:pt x="2815" y="73463"/>
                  </a:cubicBezTo>
                  <a:cubicBezTo>
                    <a:pt x="4519" y="75173"/>
                    <a:pt x="10876" y="75870"/>
                    <a:pt x="15494" y="75870"/>
                  </a:cubicBezTo>
                  <a:cubicBezTo>
                    <a:pt x="16135" y="75870"/>
                    <a:pt x="16742" y="75857"/>
                    <a:pt x="17299" y="75831"/>
                  </a:cubicBezTo>
                  <a:cubicBezTo>
                    <a:pt x="17799" y="75811"/>
                    <a:pt x="18266" y="75777"/>
                    <a:pt x="18672" y="75730"/>
                  </a:cubicBezTo>
                  <a:cubicBezTo>
                    <a:pt x="21401" y="75443"/>
                    <a:pt x="26501" y="75299"/>
                    <a:pt x="31388" y="75299"/>
                  </a:cubicBezTo>
                  <a:cubicBezTo>
                    <a:pt x="33870" y="75299"/>
                    <a:pt x="36297" y="75336"/>
                    <a:pt x="38331" y="75410"/>
                  </a:cubicBezTo>
                  <a:cubicBezTo>
                    <a:pt x="39248" y="75443"/>
                    <a:pt x="40241" y="75463"/>
                    <a:pt x="41273" y="75463"/>
                  </a:cubicBezTo>
                  <a:cubicBezTo>
                    <a:pt x="47041" y="75463"/>
                    <a:pt x="54007" y="74840"/>
                    <a:pt x="55489" y="72283"/>
                  </a:cubicBezTo>
                  <a:cubicBezTo>
                    <a:pt x="57223" y="69255"/>
                    <a:pt x="56029" y="64614"/>
                    <a:pt x="54735" y="60727"/>
                  </a:cubicBezTo>
                  <a:cubicBezTo>
                    <a:pt x="53442" y="56845"/>
                    <a:pt x="53122" y="49717"/>
                    <a:pt x="52468" y="44856"/>
                  </a:cubicBezTo>
                  <a:cubicBezTo>
                    <a:pt x="51821" y="40001"/>
                    <a:pt x="51288" y="20996"/>
                    <a:pt x="50201" y="15228"/>
                  </a:cubicBezTo>
                  <a:cubicBezTo>
                    <a:pt x="49121" y="9460"/>
                    <a:pt x="48307" y="5672"/>
                    <a:pt x="45740" y="4705"/>
                  </a:cubicBezTo>
                  <a:cubicBezTo>
                    <a:pt x="45353" y="4558"/>
                    <a:pt x="44953" y="4412"/>
                    <a:pt x="44553" y="4278"/>
                  </a:cubicBezTo>
                  <a:cubicBezTo>
                    <a:pt x="42352" y="3531"/>
                    <a:pt x="40105" y="2938"/>
                    <a:pt x="38258" y="2111"/>
                  </a:cubicBezTo>
                  <a:cubicBezTo>
                    <a:pt x="36501" y="1331"/>
                    <a:pt x="34719" y="1"/>
                    <a:pt x="30635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2" name="Google Shape;2025;p36"/>
            <p:cNvSpPr/>
            <p:nvPr/>
          </p:nvSpPr>
          <p:spPr>
            <a:xfrm>
              <a:off x="1189785" y="3137902"/>
              <a:ext cx="1624945" cy="2138279"/>
            </a:xfrm>
            <a:custGeom>
              <a:avLst/>
              <a:gdLst/>
              <a:ahLst/>
              <a:cxnLst/>
              <a:rect l="l" t="t" r="r" b="b"/>
              <a:pathLst>
                <a:path w="58096" h="76449" extrusionOk="0">
                  <a:moveTo>
                    <a:pt x="31195" y="588"/>
                  </a:moveTo>
                  <a:cubicBezTo>
                    <a:pt x="34490" y="588"/>
                    <a:pt x="36257" y="1462"/>
                    <a:pt x="37737" y="2202"/>
                  </a:cubicBezTo>
                  <a:cubicBezTo>
                    <a:pt x="38070" y="2369"/>
                    <a:pt x="38391" y="2529"/>
                    <a:pt x="38711" y="2669"/>
                  </a:cubicBezTo>
                  <a:cubicBezTo>
                    <a:pt x="39971" y="3229"/>
                    <a:pt x="41391" y="3682"/>
                    <a:pt x="42878" y="4149"/>
                  </a:cubicBezTo>
                  <a:lnTo>
                    <a:pt x="45032" y="4849"/>
                  </a:lnTo>
                  <a:lnTo>
                    <a:pt x="46213" y="5263"/>
                  </a:lnTo>
                  <a:cubicBezTo>
                    <a:pt x="48613" y="6170"/>
                    <a:pt x="49407" y="9771"/>
                    <a:pt x="50494" y="15565"/>
                  </a:cubicBezTo>
                  <a:cubicBezTo>
                    <a:pt x="51114" y="18926"/>
                    <a:pt x="51561" y="26828"/>
                    <a:pt x="51961" y="33804"/>
                  </a:cubicBezTo>
                  <a:cubicBezTo>
                    <a:pt x="52241" y="38832"/>
                    <a:pt x="52481" y="43166"/>
                    <a:pt x="52748" y="45193"/>
                  </a:cubicBezTo>
                  <a:cubicBezTo>
                    <a:pt x="52941" y="46627"/>
                    <a:pt x="53108" y="48247"/>
                    <a:pt x="53275" y="49968"/>
                  </a:cubicBezTo>
                  <a:cubicBezTo>
                    <a:pt x="53695" y="54082"/>
                    <a:pt x="54108" y="58343"/>
                    <a:pt x="55035" y="61111"/>
                  </a:cubicBezTo>
                  <a:cubicBezTo>
                    <a:pt x="56275" y="64839"/>
                    <a:pt x="57482" y="69500"/>
                    <a:pt x="55802" y="72421"/>
                  </a:cubicBezTo>
                  <a:cubicBezTo>
                    <a:pt x="54299" y="75035"/>
                    <a:pt x="46589" y="75459"/>
                    <a:pt x="41794" y="75459"/>
                  </a:cubicBezTo>
                  <a:cubicBezTo>
                    <a:pt x="40609" y="75459"/>
                    <a:pt x="39602" y="75433"/>
                    <a:pt x="38911" y="75408"/>
                  </a:cubicBezTo>
                  <a:cubicBezTo>
                    <a:pt x="36968" y="75339"/>
                    <a:pt x="34605" y="75305"/>
                    <a:pt x="32161" y="75305"/>
                  </a:cubicBezTo>
                  <a:cubicBezTo>
                    <a:pt x="27249" y="75305"/>
                    <a:pt x="22013" y="75445"/>
                    <a:pt x="19225" y="75735"/>
                  </a:cubicBezTo>
                  <a:cubicBezTo>
                    <a:pt x="18805" y="75775"/>
                    <a:pt x="18352" y="75815"/>
                    <a:pt x="17858" y="75835"/>
                  </a:cubicBezTo>
                  <a:cubicBezTo>
                    <a:pt x="17314" y="75860"/>
                    <a:pt x="16728" y="75872"/>
                    <a:pt x="16115" y="75872"/>
                  </a:cubicBezTo>
                  <a:cubicBezTo>
                    <a:pt x="11445" y="75872"/>
                    <a:pt x="5186" y="75145"/>
                    <a:pt x="3595" y="73548"/>
                  </a:cubicBezTo>
                  <a:cubicBezTo>
                    <a:pt x="1281" y="71234"/>
                    <a:pt x="1087" y="66739"/>
                    <a:pt x="3114" y="62111"/>
                  </a:cubicBezTo>
                  <a:cubicBezTo>
                    <a:pt x="4735" y="58383"/>
                    <a:pt x="4668" y="52295"/>
                    <a:pt x="4602" y="46394"/>
                  </a:cubicBezTo>
                  <a:cubicBezTo>
                    <a:pt x="4581" y="43940"/>
                    <a:pt x="4555" y="41632"/>
                    <a:pt x="4648" y="39545"/>
                  </a:cubicBezTo>
                  <a:cubicBezTo>
                    <a:pt x="4755" y="37178"/>
                    <a:pt x="4655" y="34397"/>
                    <a:pt x="4535" y="31456"/>
                  </a:cubicBezTo>
                  <a:cubicBezTo>
                    <a:pt x="4328" y="25721"/>
                    <a:pt x="4081" y="19220"/>
                    <a:pt x="5528" y="15192"/>
                  </a:cubicBezTo>
                  <a:cubicBezTo>
                    <a:pt x="7702" y="9150"/>
                    <a:pt x="9656" y="8350"/>
                    <a:pt x="12890" y="7017"/>
                  </a:cubicBezTo>
                  <a:cubicBezTo>
                    <a:pt x="16758" y="5423"/>
                    <a:pt x="19119" y="4256"/>
                    <a:pt x="21033" y="2969"/>
                  </a:cubicBezTo>
                  <a:cubicBezTo>
                    <a:pt x="23126" y="1568"/>
                    <a:pt x="24774" y="1288"/>
                    <a:pt x="27734" y="855"/>
                  </a:cubicBezTo>
                  <a:cubicBezTo>
                    <a:pt x="28881" y="682"/>
                    <a:pt x="30035" y="595"/>
                    <a:pt x="31195" y="588"/>
                  </a:cubicBezTo>
                  <a:close/>
                  <a:moveTo>
                    <a:pt x="31221" y="1"/>
                  </a:moveTo>
                  <a:cubicBezTo>
                    <a:pt x="30189" y="1"/>
                    <a:pt x="29012" y="85"/>
                    <a:pt x="27654" y="281"/>
                  </a:cubicBezTo>
                  <a:cubicBezTo>
                    <a:pt x="24694" y="715"/>
                    <a:pt x="22906" y="1022"/>
                    <a:pt x="20706" y="2489"/>
                  </a:cubicBezTo>
                  <a:cubicBezTo>
                    <a:pt x="18825" y="3749"/>
                    <a:pt x="16498" y="4903"/>
                    <a:pt x="12664" y="6483"/>
                  </a:cubicBezTo>
                  <a:cubicBezTo>
                    <a:pt x="9403" y="7823"/>
                    <a:pt x="7249" y="8704"/>
                    <a:pt x="4988" y="14992"/>
                  </a:cubicBezTo>
                  <a:cubicBezTo>
                    <a:pt x="3495" y="19126"/>
                    <a:pt x="3728" y="25401"/>
                    <a:pt x="3961" y="31470"/>
                  </a:cubicBezTo>
                  <a:cubicBezTo>
                    <a:pt x="4068" y="34410"/>
                    <a:pt x="4168" y="37178"/>
                    <a:pt x="4068" y="39525"/>
                  </a:cubicBezTo>
                  <a:cubicBezTo>
                    <a:pt x="3968" y="41626"/>
                    <a:pt x="3995" y="43940"/>
                    <a:pt x="4028" y="46400"/>
                  </a:cubicBezTo>
                  <a:cubicBezTo>
                    <a:pt x="4088" y="52235"/>
                    <a:pt x="4155" y="58270"/>
                    <a:pt x="2581" y="61878"/>
                  </a:cubicBezTo>
                  <a:cubicBezTo>
                    <a:pt x="0" y="67773"/>
                    <a:pt x="1294" y="72074"/>
                    <a:pt x="3181" y="73968"/>
                  </a:cubicBezTo>
                  <a:cubicBezTo>
                    <a:pt x="4335" y="75121"/>
                    <a:pt x="7316" y="75735"/>
                    <a:pt x="9603" y="76035"/>
                  </a:cubicBezTo>
                  <a:cubicBezTo>
                    <a:pt x="11763" y="76308"/>
                    <a:pt x="13937" y="76448"/>
                    <a:pt x="16118" y="76448"/>
                  </a:cubicBezTo>
                  <a:cubicBezTo>
                    <a:pt x="16731" y="76448"/>
                    <a:pt x="17325" y="76442"/>
                    <a:pt x="17885" y="76415"/>
                  </a:cubicBezTo>
                  <a:cubicBezTo>
                    <a:pt x="18385" y="76395"/>
                    <a:pt x="18852" y="76362"/>
                    <a:pt x="19285" y="76315"/>
                  </a:cubicBezTo>
                  <a:cubicBezTo>
                    <a:pt x="22041" y="76023"/>
                    <a:pt x="27215" y="75883"/>
                    <a:pt x="32088" y="75883"/>
                  </a:cubicBezTo>
                  <a:cubicBezTo>
                    <a:pt x="34550" y="75883"/>
                    <a:pt x="36934" y="75919"/>
                    <a:pt x="38891" y="75988"/>
                  </a:cubicBezTo>
                  <a:cubicBezTo>
                    <a:pt x="39716" y="76018"/>
                    <a:pt x="40746" y="76043"/>
                    <a:pt x="41891" y="76043"/>
                  </a:cubicBezTo>
                  <a:cubicBezTo>
                    <a:pt x="47096" y="76043"/>
                    <a:pt x="54685" y="75534"/>
                    <a:pt x="56309" y="72714"/>
                  </a:cubicBezTo>
                  <a:cubicBezTo>
                    <a:pt x="58096" y="69606"/>
                    <a:pt x="56942" y="65012"/>
                    <a:pt x="55582" y="60931"/>
                  </a:cubicBezTo>
                  <a:cubicBezTo>
                    <a:pt x="54682" y="58230"/>
                    <a:pt x="54268" y="53996"/>
                    <a:pt x="53861" y="49908"/>
                  </a:cubicBezTo>
                  <a:cubicBezTo>
                    <a:pt x="53681" y="48181"/>
                    <a:pt x="53528" y="46560"/>
                    <a:pt x="53335" y="45113"/>
                  </a:cubicBezTo>
                  <a:cubicBezTo>
                    <a:pt x="53068" y="43113"/>
                    <a:pt x="52808" y="38572"/>
                    <a:pt x="52534" y="33770"/>
                  </a:cubicBezTo>
                  <a:cubicBezTo>
                    <a:pt x="52141" y="26775"/>
                    <a:pt x="51694" y="18860"/>
                    <a:pt x="51061" y="15459"/>
                  </a:cubicBezTo>
                  <a:cubicBezTo>
                    <a:pt x="49940" y="9464"/>
                    <a:pt x="49113" y="5736"/>
                    <a:pt x="46413" y="4723"/>
                  </a:cubicBezTo>
                  <a:cubicBezTo>
                    <a:pt x="45999" y="4563"/>
                    <a:pt x="45599" y="4423"/>
                    <a:pt x="45212" y="4296"/>
                  </a:cubicBezTo>
                  <a:cubicBezTo>
                    <a:pt x="44499" y="4049"/>
                    <a:pt x="43765" y="3822"/>
                    <a:pt x="43058" y="3596"/>
                  </a:cubicBezTo>
                  <a:cubicBezTo>
                    <a:pt x="41578" y="3129"/>
                    <a:pt x="40178" y="2689"/>
                    <a:pt x="38944" y="2135"/>
                  </a:cubicBezTo>
                  <a:cubicBezTo>
                    <a:pt x="38637" y="2002"/>
                    <a:pt x="38331" y="1848"/>
                    <a:pt x="37997" y="1682"/>
                  </a:cubicBezTo>
                  <a:cubicBezTo>
                    <a:pt x="36456" y="914"/>
                    <a:pt x="34629" y="1"/>
                    <a:pt x="3122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3" name="Google Shape;2026;p36"/>
            <p:cNvSpPr/>
            <p:nvPr/>
          </p:nvSpPr>
          <p:spPr>
            <a:xfrm>
              <a:off x="1205812" y="3146041"/>
              <a:ext cx="1246147" cy="2122084"/>
            </a:xfrm>
            <a:custGeom>
              <a:avLst/>
              <a:gdLst/>
              <a:ahLst/>
              <a:cxnLst/>
              <a:rect l="l" t="t" r="r" b="b"/>
              <a:pathLst>
                <a:path w="44553" h="75870" extrusionOk="0">
                  <a:moveTo>
                    <a:pt x="30635" y="1"/>
                  </a:moveTo>
                  <a:cubicBezTo>
                    <a:pt x="29618" y="1"/>
                    <a:pt x="28459" y="83"/>
                    <a:pt x="27121" y="277"/>
                  </a:cubicBezTo>
                  <a:cubicBezTo>
                    <a:pt x="24114" y="711"/>
                    <a:pt x="22427" y="1024"/>
                    <a:pt x="20300" y="2438"/>
                  </a:cubicBezTo>
                  <a:cubicBezTo>
                    <a:pt x="18179" y="3858"/>
                    <a:pt x="15558" y="5078"/>
                    <a:pt x="12204" y="6459"/>
                  </a:cubicBezTo>
                  <a:cubicBezTo>
                    <a:pt x="8856" y="7832"/>
                    <a:pt x="6869" y="8706"/>
                    <a:pt x="4682" y="14801"/>
                  </a:cubicBezTo>
                  <a:cubicBezTo>
                    <a:pt x="2488" y="20889"/>
                    <a:pt x="4115" y="32119"/>
                    <a:pt x="3788" y="39247"/>
                  </a:cubicBezTo>
                  <a:cubicBezTo>
                    <a:pt x="3462" y="46376"/>
                    <a:pt x="4535" y="56525"/>
                    <a:pt x="2268" y="61707"/>
                  </a:cubicBezTo>
                  <a:cubicBezTo>
                    <a:pt x="1" y="66881"/>
                    <a:pt x="654" y="71303"/>
                    <a:pt x="2815" y="73463"/>
                  </a:cubicBezTo>
                  <a:cubicBezTo>
                    <a:pt x="4519" y="75173"/>
                    <a:pt x="10876" y="75870"/>
                    <a:pt x="15494" y="75870"/>
                  </a:cubicBezTo>
                  <a:cubicBezTo>
                    <a:pt x="16135" y="75870"/>
                    <a:pt x="16742" y="75857"/>
                    <a:pt x="17299" y="75831"/>
                  </a:cubicBezTo>
                  <a:cubicBezTo>
                    <a:pt x="14331" y="66681"/>
                    <a:pt x="14491" y="56532"/>
                    <a:pt x="17752" y="47483"/>
                  </a:cubicBezTo>
                  <a:cubicBezTo>
                    <a:pt x="19186" y="43535"/>
                    <a:pt x="21166" y="39788"/>
                    <a:pt x="22487" y="35807"/>
                  </a:cubicBezTo>
                  <a:cubicBezTo>
                    <a:pt x="23800" y="31819"/>
                    <a:pt x="24401" y="27404"/>
                    <a:pt x="22987" y="23443"/>
                  </a:cubicBezTo>
                  <a:cubicBezTo>
                    <a:pt x="22447" y="21936"/>
                    <a:pt x="21620" y="20509"/>
                    <a:pt x="21266" y="18942"/>
                  </a:cubicBezTo>
                  <a:cubicBezTo>
                    <a:pt x="20920" y="17375"/>
                    <a:pt x="21160" y="15515"/>
                    <a:pt x="22420" y="14508"/>
                  </a:cubicBezTo>
                  <a:cubicBezTo>
                    <a:pt x="23064" y="13992"/>
                    <a:pt x="23776" y="13796"/>
                    <a:pt x="24532" y="13796"/>
                  </a:cubicBezTo>
                  <a:cubicBezTo>
                    <a:pt x="26525" y="13796"/>
                    <a:pt x="28818" y="15163"/>
                    <a:pt x="30936" y="15661"/>
                  </a:cubicBezTo>
                  <a:cubicBezTo>
                    <a:pt x="31567" y="15805"/>
                    <a:pt x="32186" y="15873"/>
                    <a:pt x="32792" y="15873"/>
                  </a:cubicBezTo>
                  <a:cubicBezTo>
                    <a:pt x="38629" y="15873"/>
                    <a:pt x="43151" y="9553"/>
                    <a:pt x="44553" y="4278"/>
                  </a:cubicBezTo>
                  <a:cubicBezTo>
                    <a:pt x="42352" y="3531"/>
                    <a:pt x="40105" y="2938"/>
                    <a:pt x="38258" y="2111"/>
                  </a:cubicBezTo>
                  <a:cubicBezTo>
                    <a:pt x="36501" y="1331"/>
                    <a:pt x="34719" y="1"/>
                    <a:pt x="30635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4" name="Google Shape;2027;p36"/>
            <p:cNvSpPr/>
            <p:nvPr/>
          </p:nvSpPr>
          <p:spPr>
            <a:xfrm>
              <a:off x="1704014" y="3482968"/>
              <a:ext cx="37144" cy="212488"/>
            </a:xfrm>
            <a:custGeom>
              <a:avLst/>
              <a:gdLst/>
              <a:ahLst/>
              <a:cxnLst/>
              <a:rect l="l" t="t" r="r" b="b"/>
              <a:pathLst>
                <a:path w="1328" h="7597" extrusionOk="0">
                  <a:moveTo>
                    <a:pt x="0" y="1"/>
                  </a:moveTo>
                  <a:lnTo>
                    <a:pt x="0" y="1"/>
                  </a:lnTo>
                  <a:cubicBezTo>
                    <a:pt x="274" y="1261"/>
                    <a:pt x="534" y="2522"/>
                    <a:pt x="747" y="3782"/>
                  </a:cubicBezTo>
                  <a:cubicBezTo>
                    <a:pt x="967" y="5036"/>
                    <a:pt x="1114" y="6316"/>
                    <a:pt x="1254" y="7596"/>
                  </a:cubicBezTo>
                  <a:cubicBezTo>
                    <a:pt x="1327" y="6303"/>
                    <a:pt x="1254" y="5002"/>
                    <a:pt x="1040" y="3729"/>
                  </a:cubicBezTo>
                  <a:cubicBezTo>
                    <a:pt x="834" y="2448"/>
                    <a:pt x="487" y="120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5" name="Google Shape;2028;p36"/>
            <p:cNvSpPr/>
            <p:nvPr/>
          </p:nvSpPr>
          <p:spPr>
            <a:xfrm>
              <a:off x="1775449" y="3510938"/>
              <a:ext cx="276064" cy="47605"/>
            </a:xfrm>
            <a:custGeom>
              <a:avLst/>
              <a:gdLst/>
              <a:ahLst/>
              <a:cxnLst/>
              <a:rect l="l" t="t" r="r" b="b"/>
              <a:pathLst>
                <a:path w="9870" h="1702" extrusionOk="0">
                  <a:moveTo>
                    <a:pt x="3134" y="0"/>
                  </a:moveTo>
                  <a:cubicBezTo>
                    <a:pt x="2058" y="0"/>
                    <a:pt x="984" y="169"/>
                    <a:pt x="0" y="588"/>
                  </a:cubicBezTo>
                  <a:cubicBezTo>
                    <a:pt x="875" y="352"/>
                    <a:pt x="1769" y="252"/>
                    <a:pt x="2665" y="252"/>
                  </a:cubicBezTo>
                  <a:cubicBezTo>
                    <a:pt x="3442" y="252"/>
                    <a:pt x="4220" y="328"/>
                    <a:pt x="4988" y="455"/>
                  </a:cubicBezTo>
                  <a:cubicBezTo>
                    <a:pt x="6635" y="728"/>
                    <a:pt x="8236" y="1255"/>
                    <a:pt x="9870" y="1702"/>
                  </a:cubicBezTo>
                  <a:cubicBezTo>
                    <a:pt x="8322" y="1048"/>
                    <a:pt x="6695" y="435"/>
                    <a:pt x="5028" y="161"/>
                  </a:cubicBezTo>
                  <a:cubicBezTo>
                    <a:pt x="4408" y="60"/>
                    <a:pt x="3770" y="0"/>
                    <a:pt x="31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6" name="Google Shape;2029;p36"/>
            <p:cNvSpPr/>
            <p:nvPr/>
          </p:nvSpPr>
          <p:spPr>
            <a:xfrm>
              <a:off x="1466381" y="4212062"/>
              <a:ext cx="261352" cy="327361"/>
            </a:xfrm>
            <a:custGeom>
              <a:avLst/>
              <a:gdLst/>
              <a:ahLst/>
              <a:cxnLst/>
              <a:rect l="l" t="t" r="r" b="b"/>
              <a:pathLst>
                <a:path w="9344" h="11704" extrusionOk="0">
                  <a:moveTo>
                    <a:pt x="9276" y="1"/>
                  </a:moveTo>
                  <a:cubicBezTo>
                    <a:pt x="9236" y="1301"/>
                    <a:pt x="8923" y="2575"/>
                    <a:pt x="8370" y="3755"/>
                  </a:cubicBezTo>
                  <a:cubicBezTo>
                    <a:pt x="7816" y="4922"/>
                    <a:pt x="7002" y="5936"/>
                    <a:pt x="6096" y="6856"/>
                  </a:cubicBezTo>
                  <a:cubicBezTo>
                    <a:pt x="5182" y="7770"/>
                    <a:pt x="4175" y="8576"/>
                    <a:pt x="3148" y="9397"/>
                  </a:cubicBezTo>
                  <a:cubicBezTo>
                    <a:pt x="2121" y="10210"/>
                    <a:pt x="1121" y="11037"/>
                    <a:pt x="1" y="11704"/>
                  </a:cubicBezTo>
                  <a:cubicBezTo>
                    <a:pt x="1181" y="11137"/>
                    <a:pt x="2235" y="10364"/>
                    <a:pt x="3281" y="9577"/>
                  </a:cubicBezTo>
                  <a:cubicBezTo>
                    <a:pt x="4335" y="8797"/>
                    <a:pt x="5375" y="7990"/>
                    <a:pt x="6302" y="7063"/>
                  </a:cubicBezTo>
                  <a:cubicBezTo>
                    <a:pt x="7229" y="6136"/>
                    <a:pt x="8049" y="5062"/>
                    <a:pt x="8576" y="3855"/>
                  </a:cubicBezTo>
                  <a:cubicBezTo>
                    <a:pt x="9103" y="2642"/>
                    <a:pt x="9343" y="1321"/>
                    <a:pt x="927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7" name="Google Shape;2030;p36"/>
            <p:cNvSpPr/>
            <p:nvPr/>
          </p:nvSpPr>
          <p:spPr>
            <a:xfrm>
              <a:off x="1565422" y="4299915"/>
              <a:ext cx="178141" cy="227956"/>
            </a:xfrm>
            <a:custGeom>
              <a:avLst/>
              <a:gdLst/>
              <a:ahLst/>
              <a:cxnLst/>
              <a:rect l="l" t="t" r="r" b="b"/>
              <a:pathLst>
                <a:path w="6369" h="8150" extrusionOk="0">
                  <a:moveTo>
                    <a:pt x="6369" y="1"/>
                  </a:moveTo>
                  <a:lnTo>
                    <a:pt x="6369" y="1"/>
                  </a:lnTo>
                  <a:cubicBezTo>
                    <a:pt x="5335" y="3415"/>
                    <a:pt x="3061" y="6316"/>
                    <a:pt x="1" y="8150"/>
                  </a:cubicBezTo>
                  <a:cubicBezTo>
                    <a:pt x="1634" y="7429"/>
                    <a:pt x="3068" y="6256"/>
                    <a:pt x="4168" y="4849"/>
                  </a:cubicBezTo>
                  <a:cubicBezTo>
                    <a:pt x="5269" y="3435"/>
                    <a:pt x="6069" y="1761"/>
                    <a:pt x="636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8" name="Google Shape;2031;p36"/>
            <p:cNvSpPr/>
            <p:nvPr/>
          </p:nvSpPr>
          <p:spPr>
            <a:xfrm>
              <a:off x="1684043" y="4354932"/>
              <a:ext cx="87518" cy="152604"/>
            </a:xfrm>
            <a:custGeom>
              <a:avLst/>
              <a:gdLst/>
              <a:ahLst/>
              <a:cxnLst/>
              <a:rect l="l" t="t" r="r" b="b"/>
              <a:pathLst>
                <a:path w="3129" h="5456" extrusionOk="0">
                  <a:moveTo>
                    <a:pt x="3082" y="1"/>
                  </a:moveTo>
                  <a:lnTo>
                    <a:pt x="3082" y="1"/>
                  </a:lnTo>
                  <a:cubicBezTo>
                    <a:pt x="2901" y="1054"/>
                    <a:pt x="2548" y="2068"/>
                    <a:pt x="2028" y="3002"/>
                  </a:cubicBezTo>
                  <a:cubicBezTo>
                    <a:pt x="1501" y="3929"/>
                    <a:pt x="814" y="4762"/>
                    <a:pt x="1" y="5456"/>
                  </a:cubicBezTo>
                  <a:cubicBezTo>
                    <a:pt x="961" y="4929"/>
                    <a:pt x="1748" y="4095"/>
                    <a:pt x="2281" y="3148"/>
                  </a:cubicBezTo>
                  <a:cubicBezTo>
                    <a:pt x="2815" y="2195"/>
                    <a:pt x="3128" y="1094"/>
                    <a:pt x="308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9" name="Google Shape;2032;p36"/>
            <p:cNvSpPr/>
            <p:nvPr/>
          </p:nvSpPr>
          <p:spPr>
            <a:xfrm>
              <a:off x="2308501" y="3312882"/>
              <a:ext cx="167904" cy="167317"/>
            </a:xfrm>
            <a:custGeom>
              <a:avLst/>
              <a:gdLst/>
              <a:ahLst/>
              <a:cxnLst/>
              <a:rect l="l" t="t" r="r" b="b"/>
              <a:pathLst>
                <a:path w="6003" h="5982" extrusionOk="0">
                  <a:moveTo>
                    <a:pt x="6002" y="0"/>
                  </a:moveTo>
                  <a:lnTo>
                    <a:pt x="6002" y="0"/>
                  </a:lnTo>
                  <a:cubicBezTo>
                    <a:pt x="4869" y="861"/>
                    <a:pt x="3728" y="1707"/>
                    <a:pt x="2668" y="2661"/>
                  </a:cubicBezTo>
                  <a:cubicBezTo>
                    <a:pt x="1608" y="3608"/>
                    <a:pt x="614" y="4695"/>
                    <a:pt x="1" y="5982"/>
                  </a:cubicBezTo>
                  <a:cubicBezTo>
                    <a:pt x="808" y="4815"/>
                    <a:pt x="1808" y="3828"/>
                    <a:pt x="2861" y="2874"/>
                  </a:cubicBezTo>
                  <a:cubicBezTo>
                    <a:pt x="3908" y="1928"/>
                    <a:pt x="5015" y="1034"/>
                    <a:pt x="600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0" name="Google Shape;2033;p36"/>
            <p:cNvSpPr/>
            <p:nvPr/>
          </p:nvSpPr>
          <p:spPr>
            <a:xfrm>
              <a:off x="2524877" y="3436342"/>
              <a:ext cx="73869" cy="339304"/>
            </a:xfrm>
            <a:custGeom>
              <a:avLst/>
              <a:gdLst/>
              <a:ahLst/>
              <a:cxnLst/>
              <a:rect l="l" t="t" r="r" b="b"/>
              <a:pathLst>
                <a:path w="2641" h="12131" extrusionOk="0">
                  <a:moveTo>
                    <a:pt x="0" y="1"/>
                  </a:moveTo>
                  <a:lnTo>
                    <a:pt x="0" y="1"/>
                  </a:lnTo>
                  <a:cubicBezTo>
                    <a:pt x="607" y="1988"/>
                    <a:pt x="1154" y="3982"/>
                    <a:pt x="1601" y="6002"/>
                  </a:cubicBezTo>
                  <a:cubicBezTo>
                    <a:pt x="2041" y="8030"/>
                    <a:pt x="2367" y="10070"/>
                    <a:pt x="2641" y="12131"/>
                  </a:cubicBezTo>
                  <a:cubicBezTo>
                    <a:pt x="2601" y="10057"/>
                    <a:pt x="2314" y="7976"/>
                    <a:pt x="1881" y="5942"/>
                  </a:cubicBezTo>
                  <a:cubicBezTo>
                    <a:pt x="1447" y="3909"/>
                    <a:pt x="814" y="192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1" name="Google Shape;2034;p36"/>
            <p:cNvSpPr/>
            <p:nvPr/>
          </p:nvSpPr>
          <p:spPr>
            <a:xfrm>
              <a:off x="2589040" y="3835110"/>
              <a:ext cx="14377" cy="83602"/>
            </a:xfrm>
            <a:custGeom>
              <a:avLst/>
              <a:gdLst/>
              <a:ahLst/>
              <a:cxnLst/>
              <a:rect l="l" t="t" r="r" b="b"/>
              <a:pathLst>
                <a:path w="514" h="2989" extrusionOk="0">
                  <a:moveTo>
                    <a:pt x="0" y="1"/>
                  </a:moveTo>
                  <a:lnTo>
                    <a:pt x="0" y="1"/>
                  </a:lnTo>
                  <a:cubicBezTo>
                    <a:pt x="13" y="514"/>
                    <a:pt x="73" y="1001"/>
                    <a:pt x="147" y="1501"/>
                  </a:cubicBezTo>
                  <a:cubicBezTo>
                    <a:pt x="220" y="2001"/>
                    <a:pt x="287" y="2488"/>
                    <a:pt x="413" y="2988"/>
                  </a:cubicBezTo>
                  <a:cubicBezTo>
                    <a:pt x="507" y="2488"/>
                    <a:pt x="514" y="1975"/>
                    <a:pt x="440" y="1468"/>
                  </a:cubicBezTo>
                  <a:cubicBezTo>
                    <a:pt x="373" y="955"/>
                    <a:pt x="227" y="46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2" name="Google Shape;2035;p36"/>
            <p:cNvSpPr/>
            <p:nvPr/>
          </p:nvSpPr>
          <p:spPr>
            <a:xfrm>
              <a:off x="2587166" y="4020887"/>
              <a:ext cx="55241" cy="484972"/>
            </a:xfrm>
            <a:custGeom>
              <a:avLst/>
              <a:gdLst/>
              <a:ahLst/>
              <a:cxnLst/>
              <a:rect l="l" t="t" r="r" b="b"/>
              <a:pathLst>
                <a:path w="1975" h="17339" extrusionOk="0">
                  <a:moveTo>
                    <a:pt x="0" y="1"/>
                  </a:moveTo>
                  <a:cubicBezTo>
                    <a:pt x="414" y="1401"/>
                    <a:pt x="514" y="2841"/>
                    <a:pt x="574" y="4302"/>
                  </a:cubicBezTo>
                  <a:cubicBezTo>
                    <a:pt x="634" y="5762"/>
                    <a:pt x="707" y="7216"/>
                    <a:pt x="821" y="8670"/>
                  </a:cubicBezTo>
                  <a:cubicBezTo>
                    <a:pt x="1047" y="11577"/>
                    <a:pt x="1434" y="14471"/>
                    <a:pt x="1974" y="17339"/>
                  </a:cubicBezTo>
                  <a:cubicBezTo>
                    <a:pt x="1654" y="14445"/>
                    <a:pt x="1347" y="11544"/>
                    <a:pt x="1114" y="8643"/>
                  </a:cubicBezTo>
                  <a:cubicBezTo>
                    <a:pt x="987" y="7196"/>
                    <a:pt x="907" y="5742"/>
                    <a:pt x="801" y="4295"/>
                  </a:cubicBezTo>
                  <a:cubicBezTo>
                    <a:pt x="687" y="2841"/>
                    <a:pt x="520" y="1368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3" name="Google Shape;2036;p36"/>
            <p:cNvSpPr/>
            <p:nvPr/>
          </p:nvSpPr>
          <p:spPr>
            <a:xfrm>
              <a:off x="1237726" y="3311763"/>
              <a:ext cx="483461" cy="1193788"/>
            </a:xfrm>
            <a:custGeom>
              <a:avLst/>
              <a:gdLst/>
              <a:ahLst/>
              <a:cxnLst/>
              <a:rect l="l" t="t" r="r" b="b"/>
              <a:pathLst>
                <a:path w="17285" h="42681" extrusionOk="0">
                  <a:moveTo>
                    <a:pt x="9650" y="1"/>
                  </a:moveTo>
                  <a:cubicBezTo>
                    <a:pt x="8887" y="1"/>
                    <a:pt x="8037" y="174"/>
                    <a:pt x="7082" y="534"/>
                  </a:cubicBezTo>
                  <a:cubicBezTo>
                    <a:pt x="2407" y="2301"/>
                    <a:pt x="3008" y="5822"/>
                    <a:pt x="3008" y="5822"/>
                  </a:cubicBezTo>
                  <a:cubicBezTo>
                    <a:pt x="3539" y="5235"/>
                    <a:pt x="4376" y="4735"/>
                    <a:pt x="5258" y="4735"/>
                  </a:cubicBezTo>
                  <a:cubicBezTo>
                    <a:pt x="6779" y="4735"/>
                    <a:pt x="8433" y="6221"/>
                    <a:pt x="8876" y="11303"/>
                  </a:cubicBezTo>
                  <a:cubicBezTo>
                    <a:pt x="9356" y="16838"/>
                    <a:pt x="10323" y="27108"/>
                    <a:pt x="8409" y="31342"/>
                  </a:cubicBezTo>
                  <a:cubicBezTo>
                    <a:pt x="6882" y="34696"/>
                    <a:pt x="614" y="35143"/>
                    <a:pt x="614" y="35143"/>
                  </a:cubicBezTo>
                  <a:cubicBezTo>
                    <a:pt x="0" y="38050"/>
                    <a:pt x="987" y="42198"/>
                    <a:pt x="987" y="42198"/>
                  </a:cubicBezTo>
                  <a:cubicBezTo>
                    <a:pt x="1820" y="42530"/>
                    <a:pt x="2710" y="42681"/>
                    <a:pt x="3626" y="42681"/>
                  </a:cubicBezTo>
                  <a:cubicBezTo>
                    <a:pt x="8832" y="42681"/>
                    <a:pt x="14888" y="37804"/>
                    <a:pt x="16084" y="33376"/>
                  </a:cubicBezTo>
                  <a:cubicBezTo>
                    <a:pt x="17078" y="29722"/>
                    <a:pt x="17285" y="20993"/>
                    <a:pt x="16738" y="14184"/>
                  </a:cubicBezTo>
                  <a:cubicBezTo>
                    <a:pt x="16504" y="11283"/>
                    <a:pt x="16138" y="8723"/>
                    <a:pt x="15618" y="7069"/>
                  </a:cubicBezTo>
                  <a:cubicBezTo>
                    <a:pt x="15551" y="6842"/>
                    <a:pt x="15484" y="6615"/>
                    <a:pt x="15411" y="6409"/>
                  </a:cubicBezTo>
                  <a:cubicBezTo>
                    <a:pt x="14098" y="2376"/>
                    <a:pt x="12475" y="1"/>
                    <a:pt x="9650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4" name="Google Shape;2037;p36"/>
            <p:cNvSpPr/>
            <p:nvPr/>
          </p:nvSpPr>
          <p:spPr>
            <a:xfrm>
              <a:off x="1229503" y="3303680"/>
              <a:ext cx="498957" cy="1210206"/>
            </a:xfrm>
            <a:custGeom>
              <a:avLst/>
              <a:gdLst/>
              <a:ahLst/>
              <a:cxnLst/>
              <a:rect l="l" t="t" r="r" b="b"/>
              <a:pathLst>
                <a:path w="17839" h="43268" extrusionOk="0">
                  <a:moveTo>
                    <a:pt x="9946" y="581"/>
                  </a:moveTo>
                  <a:cubicBezTo>
                    <a:pt x="10574" y="581"/>
                    <a:pt x="11143" y="705"/>
                    <a:pt x="11657" y="956"/>
                  </a:cubicBezTo>
                  <a:cubicBezTo>
                    <a:pt x="13191" y="1690"/>
                    <a:pt x="14351" y="3490"/>
                    <a:pt x="15425" y="6778"/>
                  </a:cubicBezTo>
                  <a:cubicBezTo>
                    <a:pt x="15505" y="6998"/>
                    <a:pt x="15571" y="7224"/>
                    <a:pt x="15638" y="7438"/>
                  </a:cubicBezTo>
                  <a:cubicBezTo>
                    <a:pt x="16112" y="8992"/>
                    <a:pt x="16492" y="11432"/>
                    <a:pt x="16745" y="14500"/>
                  </a:cubicBezTo>
                  <a:cubicBezTo>
                    <a:pt x="17319" y="21608"/>
                    <a:pt x="17025" y="30171"/>
                    <a:pt x="16105" y="33585"/>
                  </a:cubicBezTo>
                  <a:cubicBezTo>
                    <a:pt x="15331" y="36432"/>
                    <a:pt x="12364" y="39640"/>
                    <a:pt x="8876" y="41380"/>
                  </a:cubicBezTo>
                  <a:cubicBezTo>
                    <a:pt x="7153" y="42244"/>
                    <a:pt x="5459" y="42684"/>
                    <a:pt x="3920" y="42684"/>
                  </a:cubicBezTo>
                  <a:cubicBezTo>
                    <a:pt x="3071" y="42684"/>
                    <a:pt x="2269" y="42551"/>
                    <a:pt x="1534" y="42280"/>
                  </a:cubicBezTo>
                  <a:cubicBezTo>
                    <a:pt x="1368" y="41540"/>
                    <a:pt x="701" y="38199"/>
                    <a:pt x="1148" y="35699"/>
                  </a:cubicBezTo>
                  <a:cubicBezTo>
                    <a:pt x="2315" y="35585"/>
                    <a:pt x="7536" y="34905"/>
                    <a:pt x="8970" y="31751"/>
                  </a:cubicBezTo>
                  <a:cubicBezTo>
                    <a:pt x="10857" y="27577"/>
                    <a:pt x="10010" y="17874"/>
                    <a:pt x="9503" y="12079"/>
                  </a:cubicBezTo>
                  <a:lnTo>
                    <a:pt x="9457" y="11566"/>
                  </a:lnTo>
                  <a:cubicBezTo>
                    <a:pt x="9036" y="6744"/>
                    <a:pt x="7543" y="5264"/>
                    <a:pt x="6369" y="4864"/>
                  </a:cubicBezTo>
                  <a:cubicBezTo>
                    <a:pt x="6091" y="4771"/>
                    <a:pt x="5816" y="4729"/>
                    <a:pt x="5549" y="4729"/>
                  </a:cubicBezTo>
                  <a:cubicBezTo>
                    <a:pt x="4801" y="4729"/>
                    <a:pt x="4110" y="5052"/>
                    <a:pt x="3575" y="5464"/>
                  </a:cubicBezTo>
                  <a:cubicBezTo>
                    <a:pt x="3648" y="4437"/>
                    <a:pt x="4215" y="2323"/>
                    <a:pt x="7476" y="1096"/>
                  </a:cubicBezTo>
                  <a:cubicBezTo>
                    <a:pt x="8385" y="754"/>
                    <a:pt x="9206" y="581"/>
                    <a:pt x="9946" y="581"/>
                  </a:cubicBezTo>
                  <a:close/>
                  <a:moveTo>
                    <a:pt x="9946" y="1"/>
                  </a:moveTo>
                  <a:cubicBezTo>
                    <a:pt x="9139" y="1"/>
                    <a:pt x="8253" y="185"/>
                    <a:pt x="7276" y="556"/>
                  </a:cubicBezTo>
                  <a:cubicBezTo>
                    <a:pt x="4755" y="1496"/>
                    <a:pt x="3775" y="2857"/>
                    <a:pt x="3315" y="4024"/>
                  </a:cubicBezTo>
                  <a:cubicBezTo>
                    <a:pt x="2855" y="5191"/>
                    <a:pt x="3008" y="6124"/>
                    <a:pt x="3015" y="6158"/>
                  </a:cubicBezTo>
                  <a:cubicBezTo>
                    <a:pt x="3035" y="6264"/>
                    <a:pt x="3115" y="6358"/>
                    <a:pt x="3222" y="6391"/>
                  </a:cubicBezTo>
                  <a:cubicBezTo>
                    <a:pt x="3246" y="6397"/>
                    <a:pt x="3271" y="6400"/>
                    <a:pt x="3295" y="6400"/>
                  </a:cubicBezTo>
                  <a:cubicBezTo>
                    <a:pt x="3378" y="6400"/>
                    <a:pt x="3458" y="6366"/>
                    <a:pt x="3515" y="6304"/>
                  </a:cubicBezTo>
                  <a:cubicBezTo>
                    <a:pt x="4004" y="5767"/>
                    <a:pt x="4772" y="5322"/>
                    <a:pt x="5553" y="5322"/>
                  </a:cubicBezTo>
                  <a:cubicBezTo>
                    <a:pt x="5761" y="5322"/>
                    <a:pt x="5970" y="5354"/>
                    <a:pt x="6176" y="5424"/>
                  </a:cubicBezTo>
                  <a:cubicBezTo>
                    <a:pt x="7609" y="5904"/>
                    <a:pt x="8570" y="8105"/>
                    <a:pt x="8876" y="11612"/>
                  </a:cubicBezTo>
                  <a:lnTo>
                    <a:pt x="8923" y="12132"/>
                  </a:lnTo>
                  <a:cubicBezTo>
                    <a:pt x="9390" y="17494"/>
                    <a:pt x="10270" y="27477"/>
                    <a:pt x="8436" y="31511"/>
                  </a:cubicBezTo>
                  <a:cubicBezTo>
                    <a:pt x="7003" y="34672"/>
                    <a:pt x="948" y="35139"/>
                    <a:pt x="881" y="35139"/>
                  </a:cubicBezTo>
                  <a:cubicBezTo>
                    <a:pt x="754" y="35145"/>
                    <a:pt x="647" y="35245"/>
                    <a:pt x="627" y="35372"/>
                  </a:cubicBezTo>
                  <a:cubicBezTo>
                    <a:pt x="1" y="38313"/>
                    <a:pt x="961" y="42387"/>
                    <a:pt x="1001" y="42567"/>
                  </a:cubicBezTo>
                  <a:cubicBezTo>
                    <a:pt x="1021" y="42654"/>
                    <a:pt x="1088" y="42727"/>
                    <a:pt x="1174" y="42767"/>
                  </a:cubicBezTo>
                  <a:cubicBezTo>
                    <a:pt x="2032" y="43094"/>
                    <a:pt x="2947" y="43268"/>
                    <a:pt x="3863" y="43268"/>
                  </a:cubicBezTo>
                  <a:cubicBezTo>
                    <a:pt x="3880" y="43268"/>
                    <a:pt x="3898" y="43268"/>
                    <a:pt x="3915" y="43267"/>
                  </a:cubicBezTo>
                  <a:cubicBezTo>
                    <a:pt x="5549" y="43267"/>
                    <a:pt x="7336" y="42807"/>
                    <a:pt x="9136" y="41900"/>
                  </a:cubicBezTo>
                  <a:cubicBezTo>
                    <a:pt x="12811" y="40067"/>
                    <a:pt x="15838" y="36779"/>
                    <a:pt x="16658" y="33738"/>
                  </a:cubicBezTo>
                  <a:cubicBezTo>
                    <a:pt x="17732" y="29804"/>
                    <a:pt x="17839" y="20841"/>
                    <a:pt x="17319" y="14460"/>
                  </a:cubicBezTo>
                  <a:cubicBezTo>
                    <a:pt x="17072" y="11339"/>
                    <a:pt x="16678" y="8858"/>
                    <a:pt x="16192" y="7264"/>
                  </a:cubicBezTo>
                  <a:cubicBezTo>
                    <a:pt x="16118" y="7044"/>
                    <a:pt x="16052" y="6824"/>
                    <a:pt x="15985" y="6604"/>
                  </a:cubicBezTo>
                  <a:cubicBezTo>
                    <a:pt x="14851" y="3143"/>
                    <a:pt x="13591" y="1236"/>
                    <a:pt x="11911" y="429"/>
                  </a:cubicBezTo>
                  <a:cubicBezTo>
                    <a:pt x="11313" y="145"/>
                    <a:pt x="10661" y="1"/>
                    <a:pt x="9946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5" name="Google Shape;2038;p36"/>
            <p:cNvSpPr/>
            <p:nvPr/>
          </p:nvSpPr>
          <p:spPr>
            <a:xfrm>
              <a:off x="1237726" y="3311763"/>
              <a:ext cx="483461" cy="1193788"/>
            </a:xfrm>
            <a:custGeom>
              <a:avLst/>
              <a:gdLst/>
              <a:ahLst/>
              <a:cxnLst/>
              <a:rect l="l" t="t" r="r" b="b"/>
              <a:pathLst>
                <a:path w="17285" h="42681" extrusionOk="0">
                  <a:moveTo>
                    <a:pt x="9650" y="1"/>
                  </a:moveTo>
                  <a:cubicBezTo>
                    <a:pt x="8887" y="1"/>
                    <a:pt x="8037" y="174"/>
                    <a:pt x="7082" y="534"/>
                  </a:cubicBezTo>
                  <a:cubicBezTo>
                    <a:pt x="2407" y="2301"/>
                    <a:pt x="3008" y="5822"/>
                    <a:pt x="3008" y="5822"/>
                  </a:cubicBezTo>
                  <a:cubicBezTo>
                    <a:pt x="3539" y="5235"/>
                    <a:pt x="4376" y="4735"/>
                    <a:pt x="5258" y="4735"/>
                  </a:cubicBezTo>
                  <a:cubicBezTo>
                    <a:pt x="6779" y="4735"/>
                    <a:pt x="8433" y="6221"/>
                    <a:pt x="8876" y="11303"/>
                  </a:cubicBezTo>
                  <a:cubicBezTo>
                    <a:pt x="9356" y="16838"/>
                    <a:pt x="10323" y="27108"/>
                    <a:pt x="8409" y="31342"/>
                  </a:cubicBezTo>
                  <a:cubicBezTo>
                    <a:pt x="6882" y="34696"/>
                    <a:pt x="614" y="35143"/>
                    <a:pt x="614" y="35143"/>
                  </a:cubicBezTo>
                  <a:cubicBezTo>
                    <a:pt x="0" y="38050"/>
                    <a:pt x="987" y="42198"/>
                    <a:pt x="987" y="42198"/>
                  </a:cubicBezTo>
                  <a:cubicBezTo>
                    <a:pt x="1820" y="42530"/>
                    <a:pt x="2710" y="42681"/>
                    <a:pt x="3626" y="42681"/>
                  </a:cubicBezTo>
                  <a:cubicBezTo>
                    <a:pt x="8832" y="42681"/>
                    <a:pt x="14888" y="37804"/>
                    <a:pt x="16084" y="33376"/>
                  </a:cubicBezTo>
                  <a:cubicBezTo>
                    <a:pt x="17078" y="29722"/>
                    <a:pt x="17285" y="20993"/>
                    <a:pt x="16738" y="14184"/>
                  </a:cubicBezTo>
                  <a:cubicBezTo>
                    <a:pt x="16684" y="14181"/>
                    <a:pt x="16630" y="14179"/>
                    <a:pt x="16577" y="14179"/>
                  </a:cubicBezTo>
                  <a:cubicBezTo>
                    <a:pt x="16105" y="14179"/>
                    <a:pt x="15645" y="14313"/>
                    <a:pt x="15304" y="14624"/>
                  </a:cubicBezTo>
                  <a:cubicBezTo>
                    <a:pt x="14751" y="15124"/>
                    <a:pt x="14484" y="16018"/>
                    <a:pt x="13757" y="16171"/>
                  </a:cubicBezTo>
                  <a:cubicBezTo>
                    <a:pt x="13686" y="16186"/>
                    <a:pt x="13617" y="16193"/>
                    <a:pt x="13551" y="16193"/>
                  </a:cubicBezTo>
                  <a:cubicBezTo>
                    <a:pt x="12698" y="16193"/>
                    <a:pt x="12205" y="15020"/>
                    <a:pt x="12057" y="14104"/>
                  </a:cubicBezTo>
                  <a:cubicBezTo>
                    <a:pt x="11843" y="12744"/>
                    <a:pt x="11617" y="11370"/>
                    <a:pt x="11823" y="10010"/>
                  </a:cubicBezTo>
                  <a:cubicBezTo>
                    <a:pt x="12177" y="7689"/>
                    <a:pt x="13617" y="6509"/>
                    <a:pt x="15411" y="6409"/>
                  </a:cubicBezTo>
                  <a:cubicBezTo>
                    <a:pt x="14098" y="2376"/>
                    <a:pt x="12475" y="1"/>
                    <a:pt x="9650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6" name="Google Shape;2039;p36"/>
            <p:cNvSpPr/>
            <p:nvPr/>
          </p:nvSpPr>
          <p:spPr>
            <a:xfrm>
              <a:off x="1377240" y="3357047"/>
              <a:ext cx="102986" cy="38123"/>
            </a:xfrm>
            <a:custGeom>
              <a:avLst/>
              <a:gdLst/>
              <a:ahLst/>
              <a:cxnLst/>
              <a:rect l="l" t="t" r="r" b="b"/>
              <a:pathLst>
                <a:path w="3682" h="1363" extrusionOk="0">
                  <a:moveTo>
                    <a:pt x="2939" y="1"/>
                  </a:moveTo>
                  <a:cubicBezTo>
                    <a:pt x="2873" y="1"/>
                    <a:pt x="2807" y="5"/>
                    <a:pt x="2741" y="15"/>
                  </a:cubicBezTo>
                  <a:cubicBezTo>
                    <a:pt x="2401" y="48"/>
                    <a:pt x="2054" y="122"/>
                    <a:pt x="1727" y="228"/>
                  </a:cubicBezTo>
                  <a:cubicBezTo>
                    <a:pt x="1067" y="462"/>
                    <a:pt x="454" y="835"/>
                    <a:pt x="0" y="1362"/>
                  </a:cubicBezTo>
                  <a:cubicBezTo>
                    <a:pt x="580" y="1022"/>
                    <a:pt x="1187" y="735"/>
                    <a:pt x="1821" y="502"/>
                  </a:cubicBezTo>
                  <a:cubicBezTo>
                    <a:pt x="2134" y="395"/>
                    <a:pt x="2454" y="308"/>
                    <a:pt x="2774" y="235"/>
                  </a:cubicBezTo>
                  <a:cubicBezTo>
                    <a:pt x="2914" y="200"/>
                    <a:pt x="3059" y="181"/>
                    <a:pt x="3200" y="181"/>
                  </a:cubicBezTo>
                  <a:cubicBezTo>
                    <a:pt x="3220" y="181"/>
                    <a:pt x="3241" y="181"/>
                    <a:pt x="3261" y="182"/>
                  </a:cubicBezTo>
                  <a:cubicBezTo>
                    <a:pt x="3268" y="181"/>
                    <a:pt x="3276" y="181"/>
                    <a:pt x="3283" y="181"/>
                  </a:cubicBezTo>
                  <a:cubicBezTo>
                    <a:pt x="3435" y="181"/>
                    <a:pt x="3579" y="248"/>
                    <a:pt x="3681" y="369"/>
                  </a:cubicBezTo>
                  <a:cubicBezTo>
                    <a:pt x="3634" y="195"/>
                    <a:pt x="3454" y="82"/>
                    <a:pt x="3274" y="35"/>
                  </a:cubicBezTo>
                  <a:cubicBezTo>
                    <a:pt x="3165" y="14"/>
                    <a:pt x="3052" y="1"/>
                    <a:pt x="293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7" name="Google Shape;2040;p36"/>
            <p:cNvSpPr/>
            <p:nvPr/>
          </p:nvSpPr>
          <p:spPr>
            <a:xfrm>
              <a:off x="1524950" y="3696910"/>
              <a:ext cx="30431" cy="126480"/>
            </a:xfrm>
            <a:custGeom>
              <a:avLst/>
              <a:gdLst/>
              <a:ahLst/>
              <a:cxnLst/>
              <a:rect l="l" t="t" r="r" b="b"/>
              <a:pathLst>
                <a:path w="1088" h="4522" extrusionOk="0">
                  <a:moveTo>
                    <a:pt x="0" y="1"/>
                  </a:moveTo>
                  <a:lnTo>
                    <a:pt x="0" y="1"/>
                  </a:lnTo>
                  <a:cubicBezTo>
                    <a:pt x="174" y="1548"/>
                    <a:pt x="541" y="3068"/>
                    <a:pt x="1087" y="4522"/>
                  </a:cubicBezTo>
                  <a:cubicBezTo>
                    <a:pt x="1007" y="3748"/>
                    <a:pt x="874" y="2981"/>
                    <a:pt x="687" y="2221"/>
                  </a:cubicBezTo>
                  <a:cubicBezTo>
                    <a:pt x="507" y="1468"/>
                    <a:pt x="274" y="72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8" name="Google Shape;2041;p36"/>
            <p:cNvSpPr/>
            <p:nvPr/>
          </p:nvSpPr>
          <p:spPr>
            <a:xfrm>
              <a:off x="1493064" y="3427587"/>
              <a:ext cx="78344" cy="248290"/>
            </a:xfrm>
            <a:custGeom>
              <a:avLst/>
              <a:gdLst/>
              <a:ahLst/>
              <a:cxnLst/>
              <a:rect l="l" t="t" r="r" b="b"/>
              <a:pathLst>
                <a:path w="2801" h="8877" extrusionOk="0">
                  <a:moveTo>
                    <a:pt x="0" y="0"/>
                  </a:moveTo>
                  <a:lnTo>
                    <a:pt x="0" y="0"/>
                  </a:lnTo>
                  <a:cubicBezTo>
                    <a:pt x="620" y="514"/>
                    <a:pt x="1047" y="1174"/>
                    <a:pt x="1361" y="1901"/>
                  </a:cubicBezTo>
                  <a:cubicBezTo>
                    <a:pt x="1681" y="2628"/>
                    <a:pt x="1861" y="3395"/>
                    <a:pt x="2014" y="4168"/>
                  </a:cubicBezTo>
                  <a:cubicBezTo>
                    <a:pt x="2294" y="5735"/>
                    <a:pt x="2661" y="7276"/>
                    <a:pt x="2728" y="8876"/>
                  </a:cubicBezTo>
                  <a:cubicBezTo>
                    <a:pt x="2801" y="8076"/>
                    <a:pt x="2781" y="7269"/>
                    <a:pt x="2681" y="6475"/>
                  </a:cubicBezTo>
                  <a:cubicBezTo>
                    <a:pt x="2581" y="5682"/>
                    <a:pt x="2454" y="4895"/>
                    <a:pt x="2294" y="4108"/>
                  </a:cubicBezTo>
                  <a:cubicBezTo>
                    <a:pt x="2141" y="3328"/>
                    <a:pt x="1927" y="2534"/>
                    <a:pt x="1574" y="1808"/>
                  </a:cubicBezTo>
                  <a:cubicBezTo>
                    <a:pt x="1214" y="1081"/>
                    <a:pt x="687" y="414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9" name="Google Shape;2042;p36"/>
            <p:cNvSpPr/>
            <p:nvPr/>
          </p:nvSpPr>
          <p:spPr>
            <a:xfrm>
              <a:off x="1431306" y="3673779"/>
              <a:ext cx="394517" cy="556044"/>
            </a:xfrm>
            <a:custGeom>
              <a:avLst/>
              <a:gdLst/>
              <a:ahLst/>
              <a:cxnLst/>
              <a:rect l="l" t="t" r="r" b="b"/>
              <a:pathLst>
                <a:path w="14105" h="19880" extrusionOk="0">
                  <a:moveTo>
                    <a:pt x="9704" y="1"/>
                  </a:moveTo>
                  <a:cubicBezTo>
                    <a:pt x="9724" y="147"/>
                    <a:pt x="9730" y="274"/>
                    <a:pt x="9750" y="401"/>
                  </a:cubicBezTo>
                  <a:cubicBezTo>
                    <a:pt x="9824" y="1108"/>
                    <a:pt x="9624" y="1815"/>
                    <a:pt x="9197" y="2381"/>
                  </a:cubicBezTo>
                  <a:cubicBezTo>
                    <a:pt x="7450" y="4662"/>
                    <a:pt x="3989" y="6462"/>
                    <a:pt x="3495" y="6462"/>
                  </a:cubicBezTo>
                  <a:cubicBezTo>
                    <a:pt x="3002" y="6462"/>
                    <a:pt x="2435" y="4482"/>
                    <a:pt x="2435" y="4482"/>
                  </a:cubicBezTo>
                  <a:cubicBezTo>
                    <a:pt x="1" y="6703"/>
                    <a:pt x="294" y="8436"/>
                    <a:pt x="534" y="9603"/>
                  </a:cubicBezTo>
                  <a:cubicBezTo>
                    <a:pt x="781" y="10770"/>
                    <a:pt x="534" y="12084"/>
                    <a:pt x="534" y="12084"/>
                  </a:cubicBezTo>
                  <a:lnTo>
                    <a:pt x="5462" y="19879"/>
                  </a:lnTo>
                  <a:cubicBezTo>
                    <a:pt x="6543" y="19579"/>
                    <a:pt x="7603" y="19193"/>
                    <a:pt x="8623" y="18719"/>
                  </a:cubicBezTo>
                  <a:cubicBezTo>
                    <a:pt x="10884" y="17665"/>
                    <a:pt x="12424" y="16378"/>
                    <a:pt x="12918" y="15438"/>
                  </a:cubicBezTo>
                  <a:cubicBezTo>
                    <a:pt x="13605" y="14104"/>
                    <a:pt x="13158" y="13738"/>
                    <a:pt x="13158" y="13738"/>
                  </a:cubicBezTo>
                  <a:cubicBezTo>
                    <a:pt x="13158" y="13738"/>
                    <a:pt x="14105" y="12484"/>
                    <a:pt x="13758" y="10950"/>
                  </a:cubicBezTo>
                  <a:cubicBezTo>
                    <a:pt x="13474" y="9717"/>
                    <a:pt x="12974" y="9596"/>
                    <a:pt x="12789" y="9596"/>
                  </a:cubicBezTo>
                  <a:cubicBezTo>
                    <a:pt x="12744" y="9596"/>
                    <a:pt x="12718" y="9603"/>
                    <a:pt x="12718" y="9603"/>
                  </a:cubicBezTo>
                  <a:cubicBezTo>
                    <a:pt x="12718" y="9603"/>
                    <a:pt x="13358" y="8336"/>
                    <a:pt x="12718" y="6462"/>
                  </a:cubicBezTo>
                  <a:cubicBezTo>
                    <a:pt x="12311" y="5279"/>
                    <a:pt x="11869" y="5059"/>
                    <a:pt x="11598" y="5059"/>
                  </a:cubicBezTo>
                  <a:cubicBezTo>
                    <a:pt x="11438" y="5059"/>
                    <a:pt x="11337" y="5135"/>
                    <a:pt x="11337" y="5135"/>
                  </a:cubicBezTo>
                  <a:cubicBezTo>
                    <a:pt x="11531" y="4635"/>
                    <a:pt x="11631" y="3348"/>
                    <a:pt x="10937" y="1675"/>
                  </a:cubicBezTo>
                  <a:cubicBezTo>
                    <a:pt x="10717" y="1128"/>
                    <a:pt x="10504" y="748"/>
                    <a:pt x="10324" y="508"/>
                  </a:cubicBezTo>
                  <a:cubicBezTo>
                    <a:pt x="9957" y="1"/>
                    <a:pt x="9717" y="1"/>
                    <a:pt x="9704" y="1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0" name="Google Shape;2043;p36"/>
            <p:cNvSpPr/>
            <p:nvPr/>
          </p:nvSpPr>
          <p:spPr>
            <a:xfrm>
              <a:off x="1420678" y="3665584"/>
              <a:ext cx="411690" cy="573553"/>
            </a:xfrm>
            <a:custGeom>
              <a:avLst/>
              <a:gdLst/>
              <a:ahLst/>
              <a:cxnLst/>
              <a:rect l="l" t="t" r="r" b="b"/>
              <a:pathLst>
                <a:path w="14719" h="20506" extrusionOk="0">
                  <a:moveTo>
                    <a:pt x="10430" y="914"/>
                  </a:moveTo>
                  <a:lnTo>
                    <a:pt x="10470" y="967"/>
                  </a:lnTo>
                  <a:cubicBezTo>
                    <a:pt x="10704" y="1314"/>
                    <a:pt x="10897" y="1687"/>
                    <a:pt x="11050" y="2074"/>
                  </a:cubicBezTo>
                  <a:cubicBezTo>
                    <a:pt x="11731" y="3728"/>
                    <a:pt x="11604" y="4915"/>
                    <a:pt x="11444" y="5315"/>
                  </a:cubicBezTo>
                  <a:lnTo>
                    <a:pt x="11130" y="6129"/>
                  </a:lnTo>
                  <a:lnTo>
                    <a:pt x="11877" y="5662"/>
                  </a:lnTo>
                  <a:cubicBezTo>
                    <a:pt x="11907" y="5649"/>
                    <a:pt x="11939" y="5642"/>
                    <a:pt x="11971" y="5642"/>
                  </a:cubicBezTo>
                  <a:cubicBezTo>
                    <a:pt x="12002" y="5642"/>
                    <a:pt x="12034" y="5649"/>
                    <a:pt x="12064" y="5662"/>
                  </a:cubicBezTo>
                  <a:cubicBezTo>
                    <a:pt x="12184" y="5702"/>
                    <a:pt x="12491" y="5902"/>
                    <a:pt x="12818" y="6849"/>
                  </a:cubicBezTo>
                  <a:cubicBezTo>
                    <a:pt x="13411" y="8569"/>
                    <a:pt x="12844" y="9750"/>
                    <a:pt x="12838" y="9763"/>
                  </a:cubicBezTo>
                  <a:lnTo>
                    <a:pt x="12524" y="10343"/>
                  </a:lnTo>
                  <a:lnTo>
                    <a:pt x="13151" y="10176"/>
                  </a:lnTo>
                  <a:cubicBezTo>
                    <a:pt x="13158" y="10175"/>
                    <a:pt x="13166" y="10174"/>
                    <a:pt x="13174" y="10174"/>
                  </a:cubicBezTo>
                  <a:cubicBezTo>
                    <a:pt x="13312" y="10174"/>
                    <a:pt x="13644" y="10393"/>
                    <a:pt x="13851" y="11310"/>
                  </a:cubicBezTo>
                  <a:cubicBezTo>
                    <a:pt x="14165" y="12677"/>
                    <a:pt x="13311" y="13844"/>
                    <a:pt x="13304" y="13851"/>
                  </a:cubicBezTo>
                  <a:lnTo>
                    <a:pt x="13051" y="14071"/>
                  </a:lnTo>
                  <a:lnTo>
                    <a:pt x="13338" y="14237"/>
                  </a:lnTo>
                  <a:cubicBezTo>
                    <a:pt x="13404" y="14317"/>
                    <a:pt x="13484" y="14731"/>
                    <a:pt x="13038" y="15598"/>
                  </a:cubicBezTo>
                  <a:cubicBezTo>
                    <a:pt x="12651" y="16331"/>
                    <a:pt x="11337" y="17598"/>
                    <a:pt x="8877" y="18752"/>
                  </a:cubicBezTo>
                  <a:cubicBezTo>
                    <a:pt x="7936" y="19185"/>
                    <a:pt x="6969" y="19546"/>
                    <a:pt x="5976" y="19832"/>
                  </a:cubicBezTo>
                  <a:lnTo>
                    <a:pt x="1214" y="12317"/>
                  </a:lnTo>
                  <a:cubicBezTo>
                    <a:pt x="1274" y="11964"/>
                    <a:pt x="1401" y="10783"/>
                    <a:pt x="1201" y="9836"/>
                  </a:cubicBezTo>
                  <a:cubicBezTo>
                    <a:pt x="1001" y="8883"/>
                    <a:pt x="674" y="7316"/>
                    <a:pt x="2675" y="5308"/>
                  </a:cubicBezTo>
                  <a:cubicBezTo>
                    <a:pt x="2968" y="6182"/>
                    <a:pt x="3502" y="7042"/>
                    <a:pt x="3875" y="7042"/>
                  </a:cubicBezTo>
                  <a:cubicBezTo>
                    <a:pt x="4249" y="7042"/>
                    <a:pt x="5362" y="6475"/>
                    <a:pt x="6383" y="5815"/>
                  </a:cubicBezTo>
                  <a:cubicBezTo>
                    <a:pt x="7409" y="5162"/>
                    <a:pt x="8837" y="4115"/>
                    <a:pt x="9810" y="2861"/>
                  </a:cubicBezTo>
                  <a:cubicBezTo>
                    <a:pt x="10230" y="2301"/>
                    <a:pt x="10450" y="1614"/>
                    <a:pt x="10430" y="914"/>
                  </a:cubicBezTo>
                  <a:close/>
                  <a:moveTo>
                    <a:pt x="9770" y="0"/>
                  </a:moveTo>
                  <a:lnTo>
                    <a:pt x="9803" y="327"/>
                  </a:lnTo>
                  <a:cubicBezTo>
                    <a:pt x="9817" y="447"/>
                    <a:pt x="9823" y="560"/>
                    <a:pt x="9837" y="661"/>
                  </a:cubicBezTo>
                  <a:lnTo>
                    <a:pt x="9837" y="714"/>
                  </a:lnTo>
                  <a:cubicBezTo>
                    <a:pt x="9910" y="1354"/>
                    <a:pt x="9737" y="1988"/>
                    <a:pt x="9350" y="2501"/>
                  </a:cubicBezTo>
                  <a:cubicBezTo>
                    <a:pt x="7710" y="4635"/>
                    <a:pt x="4382" y="6375"/>
                    <a:pt x="3889" y="6462"/>
                  </a:cubicBezTo>
                  <a:cubicBezTo>
                    <a:pt x="3702" y="6342"/>
                    <a:pt x="3335" y="5535"/>
                    <a:pt x="3102" y="4702"/>
                  </a:cubicBezTo>
                  <a:lnTo>
                    <a:pt x="2968" y="4241"/>
                  </a:lnTo>
                  <a:lnTo>
                    <a:pt x="2622" y="4562"/>
                  </a:lnTo>
                  <a:cubicBezTo>
                    <a:pt x="1" y="6956"/>
                    <a:pt x="408" y="8863"/>
                    <a:pt x="634" y="9956"/>
                  </a:cubicBezTo>
                  <a:cubicBezTo>
                    <a:pt x="854" y="11043"/>
                    <a:pt x="634" y="12310"/>
                    <a:pt x="621" y="12330"/>
                  </a:cubicBezTo>
                  <a:lnTo>
                    <a:pt x="608" y="12437"/>
                  </a:lnTo>
                  <a:lnTo>
                    <a:pt x="5716" y="20506"/>
                  </a:lnTo>
                  <a:lnTo>
                    <a:pt x="5936" y="20446"/>
                  </a:lnTo>
                  <a:cubicBezTo>
                    <a:pt x="7029" y="20146"/>
                    <a:pt x="8103" y="19759"/>
                    <a:pt x="9137" y="19279"/>
                  </a:cubicBezTo>
                  <a:cubicBezTo>
                    <a:pt x="11297" y="18265"/>
                    <a:pt x="12991" y="16951"/>
                    <a:pt x="13564" y="15865"/>
                  </a:cubicBezTo>
                  <a:cubicBezTo>
                    <a:pt x="14078" y="14864"/>
                    <a:pt x="14018" y="14311"/>
                    <a:pt x="13898" y="14031"/>
                  </a:cubicBezTo>
                  <a:cubicBezTo>
                    <a:pt x="14151" y="13617"/>
                    <a:pt x="14718" y="12497"/>
                    <a:pt x="14431" y="11177"/>
                  </a:cubicBezTo>
                  <a:cubicBezTo>
                    <a:pt x="14265" y="10443"/>
                    <a:pt x="13985" y="9950"/>
                    <a:pt x="13611" y="9730"/>
                  </a:cubicBezTo>
                  <a:lnTo>
                    <a:pt x="13504" y="9670"/>
                  </a:lnTo>
                  <a:cubicBezTo>
                    <a:pt x="13658" y="9136"/>
                    <a:pt x="13858" y="8062"/>
                    <a:pt x="13378" y="6662"/>
                  </a:cubicBezTo>
                  <a:cubicBezTo>
                    <a:pt x="13078" y="5769"/>
                    <a:pt x="12684" y="5242"/>
                    <a:pt x="12224" y="5102"/>
                  </a:cubicBezTo>
                  <a:lnTo>
                    <a:pt x="12111" y="5068"/>
                  </a:lnTo>
                  <a:cubicBezTo>
                    <a:pt x="12217" y="4395"/>
                    <a:pt x="12177" y="3268"/>
                    <a:pt x="11591" y="1847"/>
                  </a:cubicBezTo>
                  <a:cubicBezTo>
                    <a:pt x="11431" y="1414"/>
                    <a:pt x="11210" y="1007"/>
                    <a:pt x="10944" y="627"/>
                  </a:cubicBezTo>
                  <a:cubicBezTo>
                    <a:pt x="10537" y="67"/>
                    <a:pt x="10210" y="0"/>
                    <a:pt x="1009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1" name="Google Shape;2044;p36"/>
            <p:cNvSpPr/>
            <p:nvPr/>
          </p:nvSpPr>
          <p:spPr>
            <a:xfrm>
              <a:off x="1431306" y="3673779"/>
              <a:ext cx="296426" cy="556044"/>
            </a:xfrm>
            <a:custGeom>
              <a:avLst/>
              <a:gdLst/>
              <a:ahLst/>
              <a:cxnLst/>
              <a:rect l="l" t="t" r="r" b="b"/>
              <a:pathLst>
                <a:path w="10598" h="19880" extrusionOk="0">
                  <a:moveTo>
                    <a:pt x="9704" y="1"/>
                  </a:moveTo>
                  <a:cubicBezTo>
                    <a:pt x="9724" y="147"/>
                    <a:pt x="9730" y="274"/>
                    <a:pt x="9750" y="401"/>
                  </a:cubicBezTo>
                  <a:cubicBezTo>
                    <a:pt x="9824" y="1108"/>
                    <a:pt x="9624" y="1815"/>
                    <a:pt x="9197" y="2381"/>
                  </a:cubicBezTo>
                  <a:cubicBezTo>
                    <a:pt x="7450" y="4662"/>
                    <a:pt x="3989" y="6456"/>
                    <a:pt x="3495" y="6456"/>
                  </a:cubicBezTo>
                  <a:cubicBezTo>
                    <a:pt x="3002" y="6456"/>
                    <a:pt x="2435" y="4482"/>
                    <a:pt x="2435" y="4482"/>
                  </a:cubicBezTo>
                  <a:cubicBezTo>
                    <a:pt x="1" y="6703"/>
                    <a:pt x="294" y="8436"/>
                    <a:pt x="534" y="9603"/>
                  </a:cubicBezTo>
                  <a:cubicBezTo>
                    <a:pt x="781" y="10770"/>
                    <a:pt x="534" y="12084"/>
                    <a:pt x="534" y="12084"/>
                  </a:cubicBezTo>
                  <a:lnTo>
                    <a:pt x="5462" y="19879"/>
                  </a:lnTo>
                  <a:cubicBezTo>
                    <a:pt x="6543" y="19579"/>
                    <a:pt x="7603" y="19193"/>
                    <a:pt x="8623" y="18719"/>
                  </a:cubicBezTo>
                  <a:cubicBezTo>
                    <a:pt x="8210" y="17285"/>
                    <a:pt x="7563" y="15925"/>
                    <a:pt x="6696" y="14711"/>
                  </a:cubicBezTo>
                  <a:cubicBezTo>
                    <a:pt x="5569" y="13111"/>
                    <a:pt x="4015" y="11164"/>
                    <a:pt x="4989" y="9470"/>
                  </a:cubicBezTo>
                  <a:cubicBezTo>
                    <a:pt x="5476" y="8616"/>
                    <a:pt x="6469" y="8216"/>
                    <a:pt x="7296" y="7683"/>
                  </a:cubicBezTo>
                  <a:cubicBezTo>
                    <a:pt x="9837" y="6042"/>
                    <a:pt x="10597" y="3322"/>
                    <a:pt x="10324" y="508"/>
                  </a:cubicBezTo>
                  <a:cubicBezTo>
                    <a:pt x="9957" y="1"/>
                    <a:pt x="9717" y="1"/>
                    <a:pt x="9704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2" name="Google Shape;2045;p36"/>
            <p:cNvSpPr/>
            <p:nvPr/>
          </p:nvSpPr>
          <p:spPr>
            <a:xfrm>
              <a:off x="1465625" y="3858633"/>
              <a:ext cx="48528" cy="107069"/>
            </a:xfrm>
            <a:custGeom>
              <a:avLst/>
              <a:gdLst/>
              <a:ahLst/>
              <a:cxnLst/>
              <a:rect l="l" t="t" r="r" b="b"/>
              <a:pathLst>
                <a:path w="1735" h="3828" extrusionOk="0">
                  <a:moveTo>
                    <a:pt x="648" y="0"/>
                  </a:moveTo>
                  <a:cubicBezTo>
                    <a:pt x="161" y="587"/>
                    <a:pt x="1" y="1441"/>
                    <a:pt x="221" y="2194"/>
                  </a:cubicBezTo>
                  <a:cubicBezTo>
                    <a:pt x="434" y="2941"/>
                    <a:pt x="1021" y="3594"/>
                    <a:pt x="1735" y="3828"/>
                  </a:cubicBezTo>
                  <a:cubicBezTo>
                    <a:pt x="488" y="2988"/>
                    <a:pt x="34" y="1367"/>
                    <a:pt x="64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" name="Google Shape;2046;p36"/>
            <p:cNvSpPr/>
            <p:nvPr/>
          </p:nvSpPr>
          <p:spPr>
            <a:xfrm>
              <a:off x="1528670" y="4026481"/>
              <a:ext cx="100384" cy="148129"/>
            </a:xfrm>
            <a:custGeom>
              <a:avLst/>
              <a:gdLst/>
              <a:ahLst/>
              <a:cxnLst/>
              <a:rect l="l" t="t" r="r" b="b"/>
              <a:pathLst>
                <a:path w="3589" h="5296" extrusionOk="0">
                  <a:moveTo>
                    <a:pt x="1" y="1"/>
                  </a:moveTo>
                  <a:lnTo>
                    <a:pt x="1" y="1"/>
                  </a:lnTo>
                  <a:cubicBezTo>
                    <a:pt x="148" y="528"/>
                    <a:pt x="521" y="954"/>
                    <a:pt x="868" y="1361"/>
                  </a:cubicBezTo>
                  <a:cubicBezTo>
                    <a:pt x="1208" y="1768"/>
                    <a:pt x="1541" y="2188"/>
                    <a:pt x="1841" y="2621"/>
                  </a:cubicBezTo>
                  <a:cubicBezTo>
                    <a:pt x="2148" y="3048"/>
                    <a:pt x="2428" y="3495"/>
                    <a:pt x="2688" y="3962"/>
                  </a:cubicBezTo>
                  <a:lnTo>
                    <a:pt x="3082" y="4662"/>
                  </a:lnTo>
                  <a:cubicBezTo>
                    <a:pt x="3208" y="4902"/>
                    <a:pt x="3382" y="5115"/>
                    <a:pt x="3588" y="5295"/>
                  </a:cubicBezTo>
                  <a:cubicBezTo>
                    <a:pt x="3422" y="5082"/>
                    <a:pt x="3295" y="4849"/>
                    <a:pt x="3215" y="4595"/>
                  </a:cubicBezTo>
                  <a:cubicBezTo>
                    <a:pt x="3115" y="4355"/>
                    <a:pt x="3015" y="4095"/>
                    <a:pt x="2902" y="3855"/>
                  </a:cubicBezTo>
                  <a:cubicBezTo>
                    <a:pt x="2662" y="3362"/>
                    <a:pt x="2388" y="2895"/>
                    <a:pt x="2075" y="2455"/>
                  </a:cubicBezTo>
                  <a:cubicBezTo>
                    <a:pt x="1761" y="2008"/>
                    <a:pt x="1415" y="1595"/>
                    <a:pt x="1034" y="1208"/>
                  </a:cubicBezTo>
                  <a:cubicBezTo>
                    <a:pt x="654" y="828"/>
                    <a:pt x="254" y="474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4" name="Google Shape;2047;p36"/>
            <p:cNvSpPr/>
            <p:nvPr/>
          </p:nvSpPr>
          <p:spPr>
            <a:xfrm>
              <a:off x="1653276" y="4075344"/>
              <a:ext cx="110454" cy="81533"/>
            </a:xfrm>
            <a:custGeom>
              <a:avLst/>
              <a:gdLst/>
              <a:ahLst/>
              <a:cxnLst/>
              <a:rect l="l" t="t" r="r" b="b"/>
              <a:pathLst>
                <a:path w="3949" h="2915" extrusionOk="0">
                  <a:moveTo>
                    <a:pt x="3948" y="1"/>
                  </a:moveTo>
                  <a:lnTo>
                    <a:pt x="3948" y="1"/>
                  </a:lnTo>
                  <a:cubicBezTo>
                    <a:pt x="3475" y="694"/>
                    <a:pt x="2894" y="1301"/>
                    <a:pt x="2221" y="1795"/>
                  </a:cubicBezTo>
                  <a:cubicBezTo>
                    <a:pt x="1547" y="2288"/>
                    <a:pt x="801" y="2668"/>
                    <a:pt x="0" y="2915"/>
                  </a:cubicBezTo>
                  <a:cubicBezTo>
                    <a:pt x="861" y="2882"/>
                    <a:pt x="1701" y="2535"/>
                    <a:pt x="2394" y="2028"/>
                  </a:cubicBezTo>
                  <a:cubicBezTo>
                    <a:pt x="3088" y="1521"/>
                    <a:pt x="3661" y="814"/>
                    <a:pt x="394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5" name="Google Shape;2048;p36"/>
            <p:cNvSpPr/>
            <p:nvPr/>
          </p:nvSpPr>
          <p:spPr>
            <a:xfrm>
              <a:off x="1655514" y="4048129"/>
              <a:ext cx="72023" cy="56919"/>
            </a:xfrm>
            <a:custGeom>
              <a:avLst/>
              <a:gdLst/>
              <a:ahLst/>
              <a:cxnLst/>
              <a:rect l="l" t="t" r="r" b="b"/>
              <a:pathLst>
                <a:path w="2575" h="2035" extrusionOk="0">
                  <a:moveTo>
                    <a:pt x="2574" y="0"/>
                  </a:moveTo>
                  <a:lnTo>
                    <a:pt x="2574" y="0"/>
                  </a:lnTo>
                  <a:cubicBezTo>
                    <a:pt x="2201" y="407"/>
                    <a:pt x="1801" y="787"/>
                    <a:pt x="1374" y="1127"/>
                  </a:cubicBezTo>
                  <a:cubicBezTo>
                    <a:pt x="941" y="1467"/>
                    <a:pt x="481" y="1767"/>
                    <a:pt x="0" y="2034"/>
                  </a:cubicBezTo>
                  <a:cubicBezTo>
                    <a:pt x="567" y="1967"/>
                    <a:pt x="1114" y="1721"/>
                    <a:pt x="1554" y="1361"/>
                  </a:cubicBezTo>
                  <a:cubicBezTo>
                    <a:pt x="2001" y="1001"/>
                    <a:pt x="2381" y="540"/>
                    <a:pt x="257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6" name="Google Shape;2049;p36"/>
            <p:cNvSpPr/>
            <p:nvPr/>
          </p:nvSpPr>
          <p:spPr>
            <a:xfrm>
              <a:off x="1651039" y="4026313"/>
              <a:ext cx="35270" cy="37312"/>
            </a:xfrm>
            <a:custGeom>
              <a:avLst/>
              <a:gdLst/>
              <a:ahLst/>
              <a:cxnLst/>
              <a:rect l="l" t="t" r="r" b="b"/>
              <a:pathLst>
                <a:path w="1261" h="1334" extrusionOk="0">
                  <a:moveTo>
                    <a:pt x="1261" y="0"/>
                  </a:moveTo>
                  <a:cubicBezTo>
                    <a:pt x="707" y="300"/>
                    <a:pt x="267" y="767"/>
                    <a:pt x="0" y="1334"/>
                  </a:cubicBezTo>
                  <a:cubicBezTo>
                    <a:pt x="274" y="1194"/>
                    <a:pt x="527" y="1000"/>
                    <a:pt x="734" y="767"/>
                  </a:cubicBezTo>
                  <a:cubicBezTo>
                    <a:pt x="954" y="540"/>
                    <a:pt x="1127" y="280"/>
                    <a:pt x="126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7" name="Google Shape;2050;p36"/>
            <p:cNvSpPr/>
            <p:nvPr/>
          </p:nvSpPr>
          <p:spPr>
            <a:xfrm>
              <a:off x="727973" y="3414385"/>
              <a:ext cx="911710" cy="1226736"/>
            </a:xfrm>
            <a:custGeom>
              <a:avLst/>
              <a:gdLst/>
              <a:ahLst/>
              <a:cxnLst/>
              <a:rect l="l" t="t" r="r" b="b"/>
              <a:pathLst>
                <a:path w="32596" h="43859" extrusionOk="0">
                  <a:moveTo>
                    <a:pt x="24853" y="0"/>
                  </a:moveTo>
                  <a:cubicBezTo>
                    <a:pt x="24005" y="0"/>
                    <a:pt x="22951" y="499"/>
                    <a:pt x="21653" y="1733"/>
                  </a:cubicBezTo>
                  <a:cubicBezTo>
                    <a:pt x="19585" y="3707"/>
                    <a:pt x="16405" y="8254"/>
                    <a:pt x="13297" y="10949"/>
                  </a:cubicBezTo>
                  <a:cubicBezTo>
                    <a:pt x="10183" y="13643"/>
                    <a:pt x="6649" y="18471"/>
                    <a:pt x="4295" y="22005"/>
                  </a:cubicBezTo>
                  <a:cubicBezTo>
                    <a:pt x="1934" y="25539"/>
                    <a:pt x="1607" y="30027"/>
                    <a:pt x="1074" y="32928"/>
                  </a:cubicBezTo>
                  <a:cubicBezTo>
                    <a:pt x="540" y="35828"/>
                    <a:pt x="0" y="41510"/>
                    <a:pt x="4295" y="43444"/>
                  </a:cubicBezTo>
                  <a:cubicBezTo>
                    <a:pt x="4935" y="43732"/>
                    <a:pt x="5689" y="43859"/>
                    <a:pt x="6521" y="43859"/>
                  </a:cubicBezTo>
                  <a:cubicBezTo>
                    <a:pt x="8695" y="43859"/>
                    <a:pt x="11402" y="42990"/>
                    <a:pt x="13997" y="41857"/>
                  </a:cubicBezTo>
                  <a:cubicBezTo>
                    <a:pt x="17038" y="40530"/>
                    <a:pt x="19939" y="38843"/>
                    <a:pt x="21653" y="37756"/>
                  </a:cubicBezTo>
                  <a:cubicBezTo>
                    <a:pt x="25407" y="35395"/>
                    <a:pt x="30875" y="33474"/>
                    <a:pt x="31735" y="32394"/>
                  </a:cubicBezTo>
                  <a:cubicBezTo>
                    <a:pt x="32596" y="31321"/>
                    <a:pt x="31942" y="30027"/>
                    <a:pt x="30662" y="27680"/>
                  </a:cubicBezTo>
                  <a:cubicBezTo>
                    <a:pt x="29375" y="25326"/>
                    <a:pt x="26907" y="21785"/>
                    <a:pt x="25407" y="19958"/>
                  </a:cubicBezTo>
                  <a:cubicBezTo>
                    <a:pt x="24958" y="19411"/>
                    <a:pt x="24426" y="19210"/>
                    <a:pt x="23880" y="19210"/>
                  </a:cubicBezTo>
                  <a:cubicBezTo>
                    <a:pt x="23008" y="19210"/>
                    <a:pt x="22102" y="19723"/>
                    <a:pt x="21446" y="20158"/>
                  </a:cubicBezTo>
                  <a:cubicBezTo>
                    <a:pt x="22273" y="19457"/>
                    <a:pt x="23020" y="18671"/>
                    <a:pt x="23693" y="17817"/>
                  </a:cubicBezTo>
                  <a:cubicBezTo>
                    <a:pt x="25840" y="15143"/>
                    <a:pt x="27074" y="12736"/>
                    <a:pt x="27874" y="8068"/>
                  </a:cubicBezTo>
                  <a:cubicBezTo>
                    <a:pt x="27981" y="7401"/>
                    <a:pt x="28021" y="6414"/>
                    <a:pt x="27934" y="5347"/>
                  </a:cubicBezTo>
                  <a:cubicBezTo>
                    <a:pt x="27737" y="2871"/>
                    <a:pt x="26888" y="0"/>
                    <a:pt x="24853" y="0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8" name="Google Shape;2051;p36"/>
            <p:cNvSpPr/>
            <p:nvPr/>
          </p:nvSpPr>
          <p:spPr>
            <a:xfrm>
              <a:off x="713232" y="3406358"/>
              <a:ext cx="937079" cy="1242931"/>
            </a:xfrm>
            <a:custGeom>
              <a:avLst/>
              <a:gdLst/>
              <a:ahLst/>
              <a:cxnLst/>
              <a:rect l="l" t="t" r="r" b="b"/>
              <a:pathLst>
                <a:path w="33503" h="44438" extrusionOk="0">
                  <a:moveTo>
                    <a:pt x="25374" y="573"/>
                  </a:moveTo>
                  <a:cubicBezTo>
                    <a:pt x="25587" y="573"/>
                    <a:pt x="25794" y="613"/>
                    <a:pt x="25994" y="693"/>
                  </a:cubicBezTo>
                  <a:cubicBezTo>
                    <a:pt x="27148" y="1133"/>
                    <a:pt x="27961" y="2993"/>
                    <a:pt x="28175" y="5661"/>
                  </a:cubicBezTo>
                  <a:cubicBezTo>
                    <a:pt x="28248" y="6634"/>
                    <a:pt x="28228" y="7628"/>
                    <a:pt x="28108" y="8301"/>
                  </a:cubicBezTo>
                  <a:cubicBezTo>
                    <a:pt x="27294" y="13089"/>
                    <a:pt x="26034" y="15377"/>
                    <a:pt x="23993" y="17924"/>
                  </a:cubicBezTo>
                  <a:cubicBezTo>
                    <a:pt x="23333" y="18758"/>
                    <a:pt x="22600" y="19531"/>
                    <a:pt x="21793" y="20225"/>
                  </a:cubicBezTo>
                  <a:cubicBezTo>
                    <a:pt x="21586" y="20420"/>
                    <a:pt x="21754" y="20729"/>
                    <a:pt x="21991" y="20729"/>
                  </a:cubicBezTo>
                  <a:cubicBezTo>
                    <a:pt x="22036" y="20729"/>
                    <a:pt x="22085" y="20717"/>
                    <a:pt x="22133" y="20691"/>
                  </a:cubicBezTo>
                  <a:cubicBezTo>
                    <a:pt x="23037" y="20090"/>
                    <a:pt x="23783" y="19792"/>
                    <a:pt x="24399" y="19792"/>
                  </a:cubicBezTo>
                  <a:cubicBezTo>
                    <a:pt x="24924" y="19792"/>
                    <a:pt x="25354" y="20008"/>
                    <a:pt x="25707" y="20438"/>
                  </a:cubicBezTo>
                  <a:cubicBezTo>
                    <a:pt x="27194" y="22232"/>
                    <a:pt x="29675" y="25793"/>
                    <a:pt x="30935" y="28107"/>
                  </a:cubicBezTo>
                  <a:cubicBezTo>
                    <a:pt x="32196" y="30427"/>
                    <a:pt x="32769" y="31581"/>
                    <a:pt x="32036" y="32501"/>
                  </a:cubicBezTo>
                  <a:cubicBezTo>
                    <a:pt x="31636" y="33001"/>
                    <a:pt x="29962" y="33775"/>
                    <a:pt x="28015" y="34695"/>
                  </a:cubicBezTo>
                  <a:cubicBezTo>
                    <a:pt x="26074" y="35609"/>
                    <a:pt x="23867" y="36642"/>
                    <a:pt x="22033" y="37803"/>
                  </a:cubicBezTo>
                  <a:cubicBezTo>
                    <a:pt x="20559" y="38716"/>
                    <a:pt x="17625" y="40477"/>
                    <a:pt x="14404" y="41877"/>
                  </a:cubicBezTo>
                  <a:cubicBezTo>
                    <a:pt x="11413" y="43187"/>
                    <a:pt x="8920" y="43852"/>
                    <a:pt x="7044" y="43852"/>
                  </a:cubicBezTo>
                  <a:cubicBezTo>
                    <a:pt x="6218" y="43852"/>
                    <a:pt x="5512" y="43723"/>
                    <a:pt x="4935" y="43464"/>
                  </a:cubicBezTo>
                  <a:cubicBezTo>
                    <a:pt x="1174" y="41770"/>
                    <a:pt x="1201" y="36982"/>
                    <a:pt x="1888" y="33275"/>
                  </a:cubicBezTo>
                  <a:cubicBezTo>
                    <a:pt x="1988" y="32761"/>
                    <a:pt x="2068" y="32201"/>
                    <a:pt x="2161" y="31608"/>
                  </a:cubicBezTo>
                  <a:cubicBezTo>
                    <a:pt x="2601" y="28807"/>
                    <a:pt x="3155" y="25306"/>
                    <a:pt x="5062" y="22445"/>
                  </a:cubicBezTo>
                  <a:cubicBezTo>
                    <a:pt x="6969" y="19584"/>
                    <a:pt x="10663" y="14350"/>
                    <a:pt x="14011" y="11456"/>
                  </a:cubicBezTo>
                  <a:cubicBezTo>
                    <a:pt x="15858" y="9862"/>
                    <a:pt x="17712" y="7628"/>
                    <a:pt x="19359" y="5661"/>
                  </a:cubicBezTo>
                  <a:cubicBezTo>
                    <a:pt x="20473" y="4307"/>
                    <a:pt x="21539" y="3033"/>
                    <a:pt x="22380" y="2233"/>
                  </a:cubicBezTo>
                  <a:cubicBezTo>
                    <a:pt x="23540" y="1133"/>
                    <a:pt x="24540" y="573"/>
                    <a:pt x="25374" y="573"/>
                  </a:cubicBezTo>
                  <a:close/>
                  <a:moveTo>
                    <a:pt x="25378" y="0"/>
                  </a:moveTo>
                  <a:cubicBezTo>
                    <a:pt x="24388" y="0"/>
                    <a:pt x="23254" y="606"/>
                    <a:pt x="21986" y="1806"/>
                  </a:cubicBezTo>
                  <a:cubicBezTo>
                    <a:pt x="21119" y="2633"/>
                    <a:pt x="20039" y="3927"/>
                    <a:pt x="18905" y="5287"/>
                  </a:cubicBezTo>
                  <a:cubicBezTo>
                    <a:pt x="17285" y="7234"/>
                    <a:pt x="15438" y="9455"/>
                    <a:pt x="13631" y="11009"/>
                  </a:cubicBezTo>
                  <a:cubicBezTo>
                    <a:pt x="10230" y="13956"/>
                    <a:pt x="6562" y="19144"/>
                    <a:pt x="4582" y="22125"/>
                  </a:cubicBezTo>
                  <a:cubicBezTo>
                    <a:pt x="2594" y="25099"/>
                    <a:pt x="2034" y="28660"/>
                    <a:pt x="1587" y="31514"/>
                  </a:cubicBezTo>
                  <a:cubicBezTo>
                    <a:pt x="1494" y="32108"/>
                    <a:pt x="1414" y="32668"/>
                    <a:pt x="1321" y="33168"/>
                  </a:cubicBezTo>
                  <a:cubicBezTo>
                    <a:pt x="0" y="40270"/>
                    <a:pt x="2428" y="42971"/>
                    <a:pt x="4702" y="43998"/>
                  </a:cubicBezTo>
                  <a:cubicBezTo>
                    <a:pt x="5362" y="44284"/>
                    <a:pt x="6149" y="44438"/>
                    <a:pt x="7062" y="44438"/>
                  </a:cubicBezTo>
                  <a:cubicBezTo>
                    <a:pt x="9023" y="44438"/>
                    <a:pt x="11557" y="43764"/>
                    <a:pt x="14638" y="42410"/>
                  </a:cubicBezTo>
                  <a:cubicBezTo>
                    <a:pt x="17892" y="40990"/>
                    <a:pt x="20859" y="39216"/>
                    <a:pt x="22340" y="38289"/>
                  </a:cubicBezTo>
                  <a:cubicBezTo>
                    <a:pt x="24147" y="37149"/>
                    <a:pt x="26334" y="36122"/>
                    <a:pt x="28268" y="35222"/>
                  </a:cubicBezTo>
                  <a:cubicBezTo>
                    <a:pt x="30362" y="34242"/>
                    <a:pt x="32002" y="33468"/>
                    <a:pt x="32482" y="32868"/>
                  </a:cubicBezTo>
                  <a:cubicBezTo>
                    <a:pt x="33503" y="31601"/>
                    <a:pt x="32756" y="30214"/>
                    <a:pt x="31442" y="27820"/>
                  </a:cubicBezTo>
                  <a:cubicBezTo>
                    <a:pt x="30135" y="25433"/>
                    <a:pt x="27661" y="21878"/>
                    <a:pt x="26161" y="20065"/>
                  </a:cubicBezTo>
                  <a:cubicBezTo>
                    <a:pt x="25633" y="19429"/>
                    <a:pt x="25014" y="19204"/>
                    <a:pt x="24404" y="19204"/>
                  </a:cubicBezTo>
                  <a:cubicBezTo>
                    <a:pt x="24112" y="19204"/>
                    <a:pt x="23823" y="19256"/>
                    <a:pt x="23547" y="19338"/>
                  </a:cubicBezTo>
                  <a:cubicBezTo>
                    <a:pt x="23833" y="19024"/>
                    <a:pt x="24134" y="18677"/>
                    <a:pt x="24447" y="18291"/>
                  </a:cubicBezTo>
                  <a:cubicBezTo>
                    <a:pt x="26501" y="15730"/>
                    <a:pt x="27848" y="13289"/>
                    <a:pt x="28681" y="8401"/>
                  </a:cubicBezTo>
                  <a:cubicBezTo>
                    <a:pt x="28808" y="7668"/>
                    <a:pt x="28835" y="6654"/>
                    <a:pt x="28755" y="5621"/>
                  </a:cubicBezTo>
                  <a:cubicBezTo>
                    <a:pt x="28641" y="4227"/>
                    <a:pt x="28175" y="899"/>
                    <a:pt x="26201" y="153"/>
                  </a:cubicBezTo>
                  <a:cubicBezTo>
                    <a:pt x="25939" y="51"/>
                    <a:pt x="25665" y="0"/>
                    <a:pt x="2537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9" name="Google Shape;2052;p36"/>
            <p:cNvSpPr/>
            <p:nvPr/>
          </p:nvSpPr>
          <p:spPr>
            <a:xfrm>
              <a:off x="1068927" y="3947941"/>
              <a:ext cx="296566" cy="231508"/>
            </a:xfrm>
            <a:custGeom>
              <a:avLst/>
              <a:gdLst/>
              <a:ahLst/>
              <a:cxnLst/>
              <a:rect l="l" t="t" r="r" b="b"/>
              <a:pathLst>
                <a:path w="10603" h="8277" extrusionOk="0">
                  <a:moveTo>
                    <a:pt x="10275" y="0"/>
                  </a:moveTo>
                  <a:cubicBezTo>
                    <a:pt x="10228" y="0"/>
                    <a:pt x="10181" y="11"/>
                    <a:pt x="10136" y="35"/>
                  </a:cubicBezTo>
                  <a:cubicBezTo>
                    <a:pt x="10083" y="68"/>
                    <a:pt x="4868" y="3002"/>
                    <a:pt x="173" y="7783"/>
                  </a:cubicBezTo>
                  <a:cubicBezTo>
                    <a:pt x="0" y="7970"/>
                    <a:pt x="127" y="8270"/>
                    <a:pt x="380" y="8277"/>
                  </a:cubicBezTo>
                  <a:cubicBezTo>
                    <a:pt x="460" y="8277"/>
                    <a:pt x="534" y="8250"/>
                    <a:pt x="587" y="8197"/>
                  </a:cubicBezTo>
                  <a:cubicBezTo>
                    <a:pt x="5215" y="3476"/>
                    <a:pt x="10370" y="575"/>
                    <a:pt x="10416" y="541"/>
                  </a:cubicBezTo>
                  <a:cubicBezTo>
                    <a:pt x="10556" y="461"/>
                    <a:pt x="10603" y="288"/>
                    <a:pt x="10523" y="148"/>
                  </a:cubicBezTo>
                  <a:cubicBezTo>
                    <a:pt x="10473" y="52"/>
                    <a:pt x="10376" y="0"/>
                    <a:pt x="1027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0" name="Google Shape;2053;p36"/>
            <p:cNvSpPr/>
            <p:nvPr/>
          </p:nvSpPr>
          <p:spPr>
            <a:xfrm>
              <a:off x="727973" y="3414385"/>
              <a:ext cx="781342" cy="1226736"/>
            </a:xfrm>
            <a:custGeom>
              <a:avLst/>
              <a:gdLst/>
              <a:ahLst/>
              <a:cxnLst/>
              <a:rect l="l" t="t" r="r" b="b"/>
              <a:pathLst>
                <a:path w="27935" h="43859" extrusionOk="0">
                  <a:moveTo>
                    <a:pt x="24857" y="0"/>
                  </a:moveTo>
                  <a:cubicBezTo>
                    <a:pt x="24009" y="0"/>
                    <a:pt x="22956" y="499"/>
                    <a:pt x="21659" y="1733"/>
                  </a:cubicBezTo>
                  <a:cubicBezTo>
                    <a:pt x="19592" y="3707"/>
                    <a:pt x="16405" y="8254"/>
                    <a:pt x="13297" y="10949"/>
                  </a:cubicBezTo>
                  <a:cubicBezTo>
                    <a:pt x="10183" y="13643"/>
                    <a:pt x="6649" y="18471"/>
                    <a:pt x="4295" y="22005"/>
                  </a:cubicBezTo>
                  <a:cubicBezTo>
                    <a:pt x="1934" y="25539"/>
                    <a:pt x="1607" y="30027"/>
                    <a:pt x="1074" y="32928"/>
                  </a:cubicBezTo>
                  <a:cubicBezTo>
                    <a:pt x="540" y="35828"/>
                    <a:pt x="0" y="41510"/>
                    <a:pt x="4295" y="43444"/>
                  </a:cubicBezTo>
                  <a:cubicBezTo>
                    <a:pt x="4935" y="43732"/>
                    <a:pt x="5689" y="43859"/>
                    <a:pt x="6521" y="43859"/>
                  </a:cubicBezTo>
                  <a:cubicBezTo>
                    <a:pt x="8695" y="43859"/>
                    <a:pt x="11402" y="42990"/>
                    <a:pt x="13997" y="41857"/>
                  </a:cubicBezTo>
                  <a:lnTo>
                    <a:pt x="13997" y="41857"/>
                  </a:lnTo>
                  <a:cubicBezTo>
                    <a:pt x="13717" y="41858"/>
                    <a:pt x="13437" y="41861"/>
                    <a:pt x="13157" y="41861"/>
                  </a:cubicBezTo>
                  <a:cubicBezTo>
                    <a:pt x="12016" y="41861"/>
                    <a:pt x="10888" y="41805"/>
                    <a:pt x="9876" y="41323"/>
                  </a:cubicBezTo>
                  <a:cubicBezTo>
                    <a:pt x="7162" y="40056"/>
                    <a:pt x="6555" y="36482"/>
                    <a:pt x="6695" y="33495"/>
                  </a:cubicBezTo>
                  <a:cubicBezTo>
                    <a:pt x="7229" y="22898"/>
                    <a:pt x="13124" y="12716"/>
                    <a:pt x="22046" y="6981"/>
                  </a:cubicBezTo>
                  <a:cubicBezTo>
                    <a:pt x="23480" y="6067"/>
                    <a:pt x="25067" y="5220"/>
                    <a:pt x="26774" y="5187"/>
                  </a:cubicBezTo>
                  <a:cubicBezTo>
                    <a:pt x="26796" y="5187"/>
                    <a:pt x="26818" y="5186"/>
                    <a:pt x="26840" y="5186"/>
                  </a:cubicBezTo>
                  <a:cubicBezTo>
                    <a:pt x="27210" y="5186"/>
                    <a:pt x="27575" y="5240"/>
                    <a:pt x="27934" y="5347"/>
                  </a:cubicBezTo>
                  <a:cubicBezTo>
                    <a:pt x="27741" y="2871"/>
                    <a:pt x="26891" y="0"/>
                    <a:pt x="24857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1" name="Google Shape;2054;p36"/>
            <p:cNvSpPr/>
            <p:nvPr/>
          </p:nvSpPr>
          <p:spPr>
            <a:xfrm>
              <a:off x="822707" y="3959912"/>
              <a:ext cx="122565" cy="341709"/>
            </a:xfrm>
            <a:custGeom>
              <a:avLst/>
              <a:gdLst/>
              <a:ahLst/>
              <a:cxnLst/>
              <a:rect l="l" t="t" r="r" b="b"/>
              <a:pathLst>
                <a:path w="4382" h="12217" extrusionOk="0">
                  <a:moveTo>
                    <a:pt x="4382" y="0"/>
                  </a:moveTo>
                  <a:cubicBezTo>
                    <a:pt x="4109" y="53"/>
                    <a:pt x="3882" y="254"/>
                    <a:pt x="3688" y="454"/>
                  </a:cubicBezTo>
                  <a:cubicBezTo>
                    <a:pt x="3502" y="654"/>
                    <a:pt x="3315" y="860"/>
                    <a:pt x="3128" y="1087"/>
                  </a:cubicBezTo>
                  <a:cubicBezTo>
                    <a:pt x="2781" y="1527"/>
                    <a:pt x="2468" y="1994"/>
                    <a:pt x="2188" y="2481"/>
                  </a:cubicBezTo>
                  <a:cubicBezTo>
                    <a:pt x="1635" y="3461"/>
                    <a:pt x="1201" y="4501"/>
                    <a:pt x="888" y="5582"/>
                  </a:cubicBezTo>
                  <a:cubicBezTo>
                    <a:pt x="274" y="7749"/>
                    <a:pt x="67" y="9989"/>
                    <a:pt x="1" y="12217"/>
                  </a:cubicBezTo>
                  <a:cubicBezTo>
                    <a:pt x="294" y="10009"/>
                    <a:pt x="548" y="7789"/>
                    <a:pt x="1174" y="5668"/>
                  </a:cubicBezTo>
                  <a:cubicBezTo>
                    <a:pt x="1474" y="4601"/>
                    <a:pt x="1881" y="3568"/>
                    <a:pt x="2388" y="2587"/>
                  </a:cubicBezTo>
                  <a:cubicBezTo>
                    <a:pt x="2648" y="2101"/>
                    <a:pt x="2935" y="1627"/>
                    <a:pt x="3248" y="1174"/>
                  </a:cubicBezTo>
                  <a:cubicBezTo>
                    <a:pt x="3408" y="947"/>
                    <a:pt x="3575" y="714"/>
                    <a:pt x="3748" y="507"/>
                  </a:cubicBezTo>
                  <a:cubicBezTo>
                    <a:pt x="3922" y="294"/>
                    <a:pt x="4115" y="87"/>
                    <a:pt x="438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2" name="Google Shape;2055;p36"/>
            <p:cNvSpPr/>
            <p:nvPr/>
          </p:nvSpPr>
          <p:spPr>
            <a:xfrm>
              <a:off x="789143" y="4378623"/>
              <a:ext cx="102986" cy="206335"/>
            </a:xfrm>
            <a:custGeom>
              <a:avLst/>
              <a:gdLst/>
              <a:ahLst/>
              <a:cxnLst/>
              <a:rect l="l" t="t" r="r" b="b"/>
              <a:pathLst>
                <a:path w="3682" h="7377" extrusionOk="0">
                  <a:moveTo>
                    <a:pt x="180" y="1"/>
                  </a:moveTo>
                  <a:cubicBezTo>
                    <a:pt x="67" y="748"/>
                    <a:pt x="7" y="1508"/>
                    <a:pt x="7" y="2268"/>
                  </a:cubicBezTo>
                  <a:cubicBezTo>
                    <a:pt x="0" y="3035"/>
                    <a:pt x="120" y="3802"/>
                    <a:pt x="354" y="4542"/>
                  </a:cubicBezTo>
                  <a:cubicBezTo>
                    <a:pt x="601" y="5282"/>
                    <a:pt x="1027" y="5949"/>
                    <a:pt x="1601" y="6482"/>
                  </a:cubicBezTo>
                  <a:cubicBezTo>
                    <a:pt x="2168" y="7009"/>
                    <a:pt x="2915" y="7369"/>
                    <a:pt x="3681" y="7376"/>
                  </a:cubicBezTo>
                  <a:cubicBezTo>
                    <a:pt x="2921" y="7249"/>
                    <a:pt x="2268" y="6843"/>
                    <a:pt x="1754" y="6316"/>
                  </a:cubicBezTo>
                  <a:cubicBezTo>
                    <a:pt x="1247" y="5782"/>
                    <a:pt x="861" y="5142"/>
                    <a:pt x="634" y="4442"/>
                  </a:cubicBezTo>
                  <a:cubicBezTo>
                    <a:pt x="147" y="3042"/>
                    <a:pt x="207" y="1508"/>
                    <a:pt x="1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3" name="Google Shape;2056;p36"/>
            <p:cNvSpPr/>
            <p:nvPr/>
          </p:nvSpPr>
          <p:spPr>
            <a:xfrm>
              <a:off x="823658" y="4409418"/>
              <a:ext cx="105223" cy="133753"/>
            </a:xfrm>
            <a:custGeom>
              <a:avLst/>
              <a:gdLst/>
              <a:ahLst/>
              <a:cxnLst/>
              <a:rect l="l" t="t" r="r" b="b"/>
              <a:pathLst>
                <a:path w="3762" h="4782" extrusionOk="0">
                  <a:moveTo>
                    <a:pt x="47" y="0"/>
                  </a:moveTo>
                  <a:lnTo>
                    <a:pt x="47" y="0"/>
                  </a:lnTo>
                  <a:cubicBezTo>
                    <a:pt x="0" y="1080"/>
                    <a:pt x="394" y="2181"/>
                    <a:pt x="1074" y="3041"/>
                  </a:cubicBezTo>
                  <a:cubicBezTo>
                    <a:pt x="1747" y="3901"/>
                    <a:pt x="2707" y="4568"/>
                    <a:pt x="3761" y="4781"/>
                  </a:cubicBezTo>
                  <a:cubicBezTo>
                    <a:pt x="2794" y="4355"/>
                    <a:pt x="1947" y="3694"/>
                    <a:pt x="1307" y="2854"/>
                  </a:cubicBezTo>
                  <a:cubicBezTo>
                    <a:pt x="654" y="2021"/>
                    <a:pt x="220" y="1040"/>
                    <a:pt x="4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4" name="Google Shape;2057;p36"/>
            <p:cNvSpPr/>
            <p:nvPr/>
          </p:nvSpPr>
          <p:spPr>
            <a:xfrm>
              <a:off x="943202" y="4494838"/>
              <a:ext cx="256317" cy="89224"/>
            </a:xfrm>
            <a:custGeom>
              <a:avLst/>
              <a:gdLst/>
              <a:ahLst/>
              <a:cxnLst/>
              <a:rect l="l" t="t" r="r" b="b"/>
              <a:pathLst>
                <a:path w="9164" h="3190" extrusionOk="0">
                  <a:moveTo>
                    <a:pt x="9163" y="0"/>
                  </a:moveTo>
                  <a:cubicBezTo>
                    <a:pt x="7863" y="1020"/>
                    <a:pt x="6402" y="1807"/>
                    <a:pt x="4842" y="2327"/>
                  </a:cubicBezTo>
                  <a:cubicBezTo>
                    <a:pt x="3320" y="2835"/>
                    <a:pt x="1723" y="3088"/>
                    <a:pt x="124" y="3088"/>
                  </a:cubicBezTo>
                  <a:cubicBezTo>
                    <a:pt x="83" y="3088"/>
                    <a:pt x="42" y="3088"/>
                    <a:pt x="1" y="3088"/>
                  </a:cubicBezTo>
                  <a:lnTo>
                    <a:pt x="1" y="3088"/>
                  </a:lnTo>
                  <a:cubicBezTo>
                    <a:pt x="469" y="3156"/>
                    <a:pt x="943" y="3189"/>
                    <a:pt x="1419" y="3189"/>
                  </a:cubicBezTo>
                  <a:cubicBezTo>
                    <a:pt x="2607" y="3189"/>
                    <a:pt x="3802" y="2982"/>
                    <a:pt x="4935" y="2601"/>
                  </a:cubicBezTo>
                  <a:cubicBezTo>
                    <a:pt x="6516" y="2067"/>
                    <a:pt x="8003" y="1194"/>
                    <a:pt x="9163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5" name="Google Shape;2058;p36"/>
            <p:cNvSpPr/>
            <p:nvPr/>
          </p:nvSpPr>
          <p:spPr>
            <a:xfrm>
              <a:off x="1018189" y="4489804"/>
              <a:ext cx="127599" cy="49255"/>
            </a:xfrm>
            <a:custGeom>
              <a:avLst/>
              <a:gdLst/>
              <a:ahLst/>
              <a:cxnLst/>
              <a:rect l="l" t="t" r="r" b="b"/>
              <a:pathLst>
                <a:path w="4562" h="1761" extrusionOk="0">
                  <a:moveTo>
                    <a:pt x="4562" y="0"/>
                  </a:moveTo>
                  <a:lnTo>
                    <a:pt x="4562" y="0"/>
                  </a:lnTo>
                  <a:cubicBezTo>
                    <a:pt x="3795" y="300"/>
                    <a:pt x="3054" y="607"/>
                    <a:pt x="2294" y="907"/>
                  </a:cubicBezTo>
                  <a:cubicBezTo>
                    <a:pt x="1534" y="1207"/>
                    <a:pt x="767" y="1467"/>
                    <a:pt x="0" y="1761"/>
                  </a:cubicBezTo>
                  <a:cubicBezTo>
                    <a:pt x="1647" y="1587"/>
                    <a:pt x="3221" y="980"/>
                    <a:pt x="456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6" name="Google Shape;2059;p36"/>
            <p:cNvSpPr/>
            <p:nvPr/>
          </p:nvSpPr>
          <p:spPr>
            <a:xfrm>
              <a:off x="1311567" y="4338150"/>
              <a:ext cx="215453" cy="103181"/>
            </a:xfrm>
            <a:custGeom>
              <a:avLst/>
              <a:gdLst/>
              <a:ahLst/>
              <a:cxnLst/>
              <a:rect l="l" t="t" r="r" b="b"/>
              <a:pathLst>
                <a:path w="7703" h="3689" extrusionOk="0">
                  <a:moveTo>
                    <a:pt x="7703" y="1"/>
                  </a:moveTo>
                  <a:cubicBezTo>
                    <a:pt x="6249" y="134"/>
                    <a:pt x="4835" y="528"/>
                    <a:pt x="3528" y="1161"/>
                  </a:cubicBezTo>
                  <a:cubicBezTo>
                    <a:pt x="2208" y="1788"/>
                    <a:pt x="1014" y="2641"/>
                    <a:pt x="1" y="3688"/>
                  </a:cubicBezTo>
                  <a:cubicBezTo>
                    <a:pt x="1134" y="2808"/>
                    <a:pt x="2355" y="2048"/>
                    <a:pt x="3648" y="1421"/>
                  </a:cubicBezTo>
                  <a:cubicBezTo>
                    <a:pt x="4949" y="808"/>
                    <a:pt x="6302" y="334"/>
                    <a:pt x="770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7" name="Google Shape;2060;p36"/>
            <p:cNvSpPr/>
            <p:nvPr/>
          </p:nvSpPr>
          <p:spPr>
            <a:xfrm>
              <a:off x="962054" y="3860479"/>
              <a:ext cx="49255" cy="60667"/>
            </a:xfrm>
            <a:custGeom>
              <a:avLst/>
              <a:gdLst/>
              <a:ahLst/>
              <a:cxnLst/>
              <a:rect l="l" t="t" r="r" b="b"/>
              <a:pathLst>
                <a:path w="1761" h="2169" extrusionOk="0">
                  <a:moveTo>
                    <a:pt x="1761" y="1"/>
                  </a:moveTo>
                  <a:lnTo>
                    <a:pt x="1761" y="1"/>
                  </a:lnTo>
                  <a:cubicBezTo>
                    <a:pt x="1420" y="321"/>
                    <a:pt x="1107" y="668"/>
                    <a:pt x="820" y="1034"/>
                  </a:cubicBezTo>
                  <a:cubicBezTo>
                    <a:pt x="514" y="1395"/>
                    <a:pt x="247" y="1768"/>
                    <a:pt x="0" y="2168"/>
                  </a:cubicBezTo>
                  <a:cubicBezTo>
                    <a:pt x="394" y="1908"/>
                    <a:pt x="747" y="1588"/>
                    <a:pt x="1040" y="1221"/>
                  </a:cubicBezTo>
                  <a:cubicBezTo>
                    <a:pt x="1347" y="854"/>
                    <a:pt x="1587" y="441"/>
                    <a:pt x="17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8" name="Google Shape;2061;p36"/>
            <p:cNvSpPr/>
            <p:nvPr/>
          </p:nvSpPr>
          <p:spPr>
            <a:xfrm>
              <a:off x="1065179" y="3706616"/>
              <a:ext cx="128354" cy="105027"/>
            </a:xfrm>
            <a:custGeom>
              <a:avLst/>
              <a:gdLst/>
              <a:ahLst/>
              <a:cxnLst/>
              <a:rect l="l" t="t" r="r" b="b"/>
              <a:pathLst>
                <a:path w="4589" h="3755" extrusionOk="0">
                  <a:moveTo>
                    <a:pt x="4589" y="0"/>
                  </a:moveTo>
                  <a:lnTo>
                    <a:pt x="4589" y="0"/>
                  </a:lnTo>
                  <a:cubicBezTo>
                    <a:pt x="3682" y="427"/>
                    <a:pt x="2835" y="961"/>
                    <a:pt x="2068" y="1601"/>
                  </a:cubicBezTo>
                  <a:cubicBezTo>
                    <a:pt x="1288" y="2228"/>
                    <a:pt x="594" y="2948"/>
                    <a:pt x="1" y="3755"/>
                  </a:cubicBezTo>
                  <a:cubicBezTo>
                    <a:pt x="748" y="3101"/>
                    <a:pt x="1488" y="2454"/>
                    <a:pt x="2248" y="1828"/>
                  </a:cubicBezTo>
                  <a:cubicBezTo>
                    <a:pt x="3008" y="1201"/>
                    <a:pt x="3802" y="621"/>
                    <a:pt x="458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9" name="Google Shape;2062;p36"/>
            <p:cNvSpPr/>
            <p:nvPr/>
          </p:nvSpPr>
          <p:spPr>
            <a:xfrm>
              <a:off x="1297582" y="3452704"/>
              <a:ext cx="175903" cy="119823"/>
            </a:xfrm>
            <a:custGeom>
              <a:avLst/>
              <a:gdLst/>
              <a:ahLst/>
              <a:cxnLst/>
              <a:rect l="l" t="t" r="r" b="b"/>
              <a:pathLst>
                <a:path w="6289" h="4284" extrusionOk="0">
                  <a:moveTo>
                    <a:pt x="5092" y="1"/>
                  </a:moveTo>
                  <a:cubicBezTo>
                    <a:pt x="4995" y="1"/>
                    <a:pt x="4899" y="13"/>
                    <a:pt x="4802" y="36"/>
                  </a:cubicBezTo>
                  <a:cubicBezTo>
                    <a:pt x="4082" y="223"/>
                    <a:pt x="3415" y="543"/>
                    <a:pt x="2828" y="996"/>
                  </a:cubicBezTo>
                  <a:cubicBezTo>
                    <a:pt x="1648" y="1883"/>
                    <a:pt x="774" y="3070"/>
                    <a:pt x="1" y="4284"/>
                  </a:cubicBezTo>
                  <a:cubicBezTo>
                    <a:pt x="961" y="3203"/>
                    <a:pt x="1861" y="2077"/>
                    <a:pt x="3001" y="1230"/>
                  </a:cubicBezTo>
                  <a:cubicBezTo>
                    <a:pt x="3555" y="803"/>
                    <a:pt x="4182" y="476"/>
                    <a:pt x="4849" y="263"/>
                  </a:cubicBezTo>
                  <a:cubicBezTo>
                    <a:pt x="4958" y="232"/>
                    <a:pt x="5070" y="214"/>
                    <a:pt x="5180" y="214"/>
                  </a:cubicBezTo>
                  <a:cubicBezTo>
                    <a:pt x="5398" y="214"/>
                    <a:pt x="5604" y="285"/>
                    <a:pt x="5742" y="463"/>
                  </a:cubicBezTo>
                  <a:cubicBezTo>
                    <a:pt x="5949" y="730"/>
                    <a:pt x="6036" y="1116"/>
                    <a:pt x="6289" y="1376"/>
                  </a:cubicBezTo>
                  <a:cubicBezTo>
                    <a:pt x="6076" y="1076"/>
                    <a:pt x="6069" y="710"/>
                    <a:pt x="5862" y="376"/>
                  </a:cubicBezTo>
                  <a:cubicBezTo>
                    <a:pt x="5756" y="203"/>
                    <a:pt x="5582" y="76"/>
                    <a:pt x="5382" y="36"/>
                  </a:cubicBezTo>
                  <a:cubicBezTo>
                    <a:pt x="5285" y="13"/>
                    <a:pt x="5189" y="1"/>
                    <a:pt x="509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0" name="Google Shape;2063;p36"/>
            <p:cNvSpPr/>
            <p:nvPr/>
          </p:nvSpPr>
          <p:spPr>
            <a:xfrm>
              <a:off x="1094463" y="4028355"/>
              <a:ext cx="234109" cy="156324"/>
            </a:xfrm>
            <a:custGeom>
              <a:avLst/>
              <a:gdLst/>
              <a:ahLst/>
              <a:cxnLst/>
              <a:rect l="l" t="t" r="r" b="b"/>
              <a:pathLst>
                <a:path w="8370" h="5589" extrusionOk="0">
                  <a:moveTo>
                    <a:pt x="8370" y="0"/>
                  </a:moveTo>
                  <a:lnTo>
                    <a:pt x="8370" y="0"/>
                  </a:lnTo>
                  <a:cubicBezTo>
                    <a:pt x="6816" y="654"/>
                    <a:pt x="5322" y="1454"/>
                    <a:pt x="3928" y="2401"/>
                  </a:cubicBezTo>
                  <a:cubicBezTo>
                    <a:pt x="2515" y="3328"/>
                    <a:pt x="1201" y="4395"/>
                    <a:pt x="1" y="5589"/>
                  </a:cubicBezTo>
                  <a:cubicBezTo>
                    <a:pt x="1341" y="4562"/>
                    <a:pt x="2695" y="3575"/>
                    <a:pt x="4082" y="2641"/>
                  </a:cubicBezTo>
                  <a:cubicBezTo>
                    <a:pt x="5475" y="1708"/>
                    <a:pt x="6909" y="841"/>
                    <a:pt x="837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1" name="Google Shape;2064;p36"/>
            <p:cNvSpPr/>
            <p:nvPr/>
          </p:nvSpPr>
          <p:spPr>
            <a:xfrm>
              <a:off x="1491554" y="2957747"/>
              <a:ext cx="932072" cy="614221"/>
            </a:xfrm>
            <a:custGeom>
              <a:avLst/>
              <a:gdLst/>
              <a:ahLst/>
              <a:cxnLst/>
              <a:rect l="l" t="t" r="r" b="b"/>
              <a:pathLst>
                <a:path w="33324" h="21960" extrusionOk="0">
                  <a:moveTo>
                    <a:pt x="18688" y="1"/>
                  </a:moveTo>
                  <a:cubicBezTo>
                    <a:pt x="17979" y="1"/>
                    <a:pt x="17270" y="43"/>
                    <a:pt x="16565" y="127"/>
                  </a:cubicBezTo>
                  <a:cubicBezTo>
                    <a:pt x="9337" y="968"/>
                    <a:pt x="9483" y="2568"/>
                    <a:pt x="9483" y="2568"/>
                  </a:cubicBezTo>
                  <a:cubicBezTo>
                    <a:pt x="4615" y="3235"/>
                    <a:pt x="3975" y="7656"/>
                    <a:pt x="3975" y="7656"/>
                  </a:cubicBezTo>
                  <a:cubicBezTo>
                    <a:pt x="1475" y="8436"/>
                    <a:pt x="1" y="11577"/>
                    <a:pt x="1375" y="14631"/>
                  </a:cubicBezTo>
                  <a:cubicBezTo>
                    <a:pt x="2748" y="17679"/>
                    <a:pt x="9383" y="17825"/>
                    <a:pt x="14985" y="18125"/>
                  </a:cubicBezTo>
                  <a:cubicBezTo>
                    <a:pt x="18186" y="18292"/>
                    <a:pt x="20853" y="19506"/>
                    <a:pt x="22554" y="20533"/>
                  </a:cubicBezTo>
                  <a:cubicBezTo>
                    <a:pt x="23841" y="21300"/>
                    <a:pt x="24574" y="21960"/>
                    <a:pt x="24574" y="21960"/>
                  </a:cubicBezTo>
                  <a:cubicBezTo>
                    <a:pt x="26441" y="17379"/>
                    <a:pt x="32443" y="13898"/>
                    <a:pt x="32883" y="11337"/>
                  </a:cubicBezTo>
                  <a:cubicBezTo>
                    <a:pt x="33323" y="8776"/>
                    <a:pt x="31849" y="8330"/>
                    <a:pt x="31849" y="8330"/>
                  </a:cubicBezTo>
                  <a:cubicBezTo>
                    <a:pt x="31849" y="8330"/>
                    <a:pt x="31649" y="6722"/>
                    <a:pt x="30376" y="4802"/>
                  </a:cubicBezTo>
                  <a:cubicBezTo>
                    <a:pt x="29435" y="3388"/>
                    <a:pt x="26275" y="1041"/>
                    <a:pt x="21767" y="267"/>
                  </a:cubicBezTo>
                  <a:cubicBezTo>
                    <a:pt x="20748" y="90"/>
                    <a:pt x="19718" y="1"/>
                    <a:pt x="18688" y="1"/>
                  </a:cubicBezTo>
                  <a:close/>
                </a:path>
              </a:pathLst>
            </a:custGeom>
            <a:solidFill>
              <a:srgbClr val="F78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2" name="Google Shape;2065;p36"/>
            <p:cNvSpPr/>
            <p:nvPr/>
          </p:nvSpPr>
          <p:spPr>
            <a:xfrm>
              <a:off x="1502014" y="2949720"/>
              <a:ext cx="928129" cy="630080"/>
            </a:xfrm>
            <a:custGeom>
              <a:avLst/>
              <a:gdLst/>
              <a:ahLst/>
              <a:cxnLst/>
              <a:rect l="l" t="t" r="r" b="b"/>
              <a:pathLst>
                <a:path w="33183" h="22527" extrusionOk="0">
                  <a:moveTo>
                    <a:pt x="18312" y="581"/>
                  </a:moveTo>
                  <a:cubicBezTo>
                    <a:pt x="19325" y="581"/>
                    <a:pt x="20339" y="668"/>
                    <a:pt x="21339" y="841"/>
                  </a:cubicBezTo>
                  <a:cubicBezTo>
                    <a:pt x="25861" y="1621"/>
                    <a:pt x="28901" y="3955"/>
                    <a:pt x="29762" y="5249"/>
                  </a:cubicBezTo>
                  <a:cubicBezTo>
                    <a:pt x="30975" y="7083"/>
                    <a:pt x="31182" y="8643"/>
                    <a:pt x="31182" y="8650"/>
                  </a:cubicBezTo>
                  <a:cubicBezTo>
                    <a:pt x="31202" y="8763"/>
                    <a:pt x="31275" y="8857"/>
                    <a:pt x="31382" y="8890"/>
                  </a:cubicBezTo>
                  <a:cubicBezTo>
                    <a:pt x="31435" y="8910"/>
                    <a:pt x="32609" y="9323"/>
                    <a:pt x="32216" y="11577"/>
                  </a:cubicBezTo>
                  <a:cubicBezTo>
                    <a:pt x="32029" y="12684"/>
                    <a:pt x="30635" y="14051"/>
                    <a:pt x="29028" y="15645"/>
                  </a:cubicBezTo>
                  <a:cubicBezTo>
                    <a:pt x="27208" y="17426"/>
                    <a:pt x="25160" y="19433"/>
                    <a:pt x="24093" y="21767"/>
                  </a:cubicBezTo>
                  <a:cubicBezTo>
                    <a:pt x="23533" y="21327"/>
                    <a:pt x="22946" y="20926"/>
                    <a:pt x="22333" y="20566"/>
                  </a:cubicBezTo>
                  <a:cubicBezTo>
                    <a:pt x="20626" y="19546"/>
                    <a:pt x="17905" y="18292"/>
                    <a:pt x="14631" y="18119"/>
                  </a:cubicBezTo>
                  <a:lnTo>
                    <a:pt x="13637" y="18066"/>
                  </a:lnTo>
                  <a:cubicBezTo>
                    <a:pt x="8409" y="17799"/>
                    <a:pt x="2488" y="17499"/>
                    <a:pt x="1267" y="14798"/>
                  </a:cubicBezTo>
                  <a:cubicBezTo>
                    <a:pt x="634" y="13391"/>
                    <a:pt x="600" y="11831"/>
                    <a:pt x="1194" y="10524"/>
                  </a:cubicBezTo>
                  <a:cubicBezTo>
                    <a:pt x="1694" y="9397"/>
                    <a:pt x="2601" y="8556"/>
                    <a:pt x="3695" y="8216"/>
                  </a:cubicBezTo>
                  <a:cubicBezTo>
                    <a:pt x="3801" y="8183"/>
                    <a:pt x="3875" y="8090"/>
                    <a:pt x="3895" y="7983"/>
                  </a:cubicBezTo>
                  <a:cubicBezTo>
                    <a:pt x="3901" y="7943"/>
                    <a:pt x="4555" y="3775"/>
                    <a:pt x="9156" y="3142"/>
                  </a:cubicBezTo>
                  <a:cubicBezTo>
                    <a:pt x="9303" y="3115"/>
                    <a:pt x="9416" y="2982"/>
                    <a:pt x="9403" y="2828"/>
                  </a:cubicBezTo>
                  <a:cubicBezTo>
                    <a:pt x="9403" y="2815"/>
                    <a:pt x="9796" y="1448"/>
                    <a:pt x="16225" y="708"/>
                  </a:cubicBezTo>
                  <a:cubicBezTo>
                    <a:pt x="16918" y="621"/>
                    <a:pt x="17612" y="581"/>
                    <a:pt x="18312" y="581"/>
                  </a:cubicBezTo>
                  <a:close/>
                  <a:moveTo>
                    <a:pt x="18325" y="1"/>
                  </a:moveTo>
                  <a:cubicBezTo>
                    <a:pt x="17601" y="1"/>
                    <a:pt x="16877" y="43"/>
                    <a:pt x="16158" y="128"/>
                  </a:cubicBezTo>
                  <a:cubicBezTo>
                    <a:pt x="10296" y="808"/>
                    <a:pt x="9096" y="2015"/>
                    <a:pt x="8869" y="2595"/>
                  </a:cubicBezTo>
                  <a:cubicBezTo>
                    <a:pt x="4588" y="3288"/>
                    <a:pt x="3541" y="6863"/>
                    <a:pt x="3354" y="7716"/>
                  </a:cubicBezTo>
                  <a:cubicBezTo>
                    <a:pt x="2174" y="8143"/>
                    <a:pt x="1201" y="9063"/>
                    <a:pt x="660" y="10284"/>
                  </a:cubicBezTo>
                  <a:cubicBezTo>
                    <a:pt x="0" y="11744"/>
                    <a:pt x="34" y="13478"/>
                    <a:pt x="734" y="15032"/>
                  </a:cubicBezTo>
                  <a:cubicBezTo>
                    <a:pt x="2101" y="18066"/>
                    <a:pt x="8222" y="18372"/>
                    <a:pt x="13604" y="18646"/>
                  </a:cubicBezTo>
                  <a:lnTo>
                    <a:pt x="14604" y="18693"/>
                  </a:lnTo>
                  <a:cubicBezTo>
                    <a:pt x="17758" y="18859"/>
                    <a:pt x="20379" y="20080"/>
                    <a:pt x="22033" y="21066"/>
                  </a:cubicBezTo>
                  <a:cubicBezTo>
                    <a:pt x="22726" y="21473"/>
                    <a:pt x="23387" y="21940"/>
                    <a:pt x="24007" y="22460"/>
                  </a:cubicBezTo>
                  <a:cubicBezTo>
                    <a:pt x="24060" y="22500"/>
                    <a:pt x="24127" y="22527"/>
                    <a:pt x="24200" y="22527"/>
                  </a:cubicBezTo>
                  <a:lnTo>
                    <a:pt x="24267" y="22520"/>
                  </a:lnTo>
                  <a:cubicBezTo>
                    <a:pt x="24360" y="22500"/>
                    <a:pt x="24433" y="22440"/>
                    <a:pt x="24473" y="22353"/>
                  </a:cubicBezTo>
                  <a:cubicBezTo>
                    <a:pt x="25440" y="19980"/>
                    <a:pt x="27561" y="17892"/>
                    <a:pt x="29428" y="16052"/>
                  </a:cubicBezTo>
                  <a:cubicBezTo>
                    <a:pt x="31115" y="14391"/>
                    <a:pt x="32569" y="12964"/>
                    <a:pt x="32796" y="11677"/>
                  </a:cubicBezTo>
                  <a:cubicBezTo>
                    <a:pt x="33183" y="9410"/>
                    <a:pt x="32169" y="8630"/>
                    <a:pt x="31735" y="8416"/>
                  </a:cubicBezTo>
                  <a:cubicBezTo>
                    <a:pt x="31649" y="7943"/>
                    <a:pt x="31315" y="6543"/>
                    <a:pt x="30242" y="4922"/>
                  </a:cubicBezTo>
                  <a:cubicBezTo>
                    <a:pt x="29695" y="4095"/>
                    <a:pt x="28541" y="3128"/>
                    <a:pt x="27174" y="2328"/>
                  </a:cubicBezTo>
                  <a:cubicBezTo>
                    <a:pt x="25400" y="1308"/>
                    <a:pt x="23460" y="608"/>
                    <a:pt x="21439" y="261"/>
                  </a:cubicBezTo>
                  <a:cubicBezTo>
                    <a:pt x="20409" y="88"/>
                    <a:pt x="19367" y="1"/>
                    <a:pt x="18325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3" name="Google Shape;2066;p36"/>
            <p:cNvSpPr/>
            <p:nvPr/>
          </p:nvSpPr>
          <p:spPr>
            <a:xfrm>
              <a:off x="1491554" y="2957747"/>
              <a:ext cx="630835" cy="574308"/>
            </a:xfrm>
            <a:custGeom>
              <a:avLst/>
              <a:gdLst/>
              <a:ahLst/>
              <a:cxnLst/>
              <a:rect l="l" t="t" r="r" b="b"/>
              <a:pathLst>
                <a:path w="22554" h="20533" extrusionOk="0">
                  <a:moveTo>
                    <a:pt x="18686" y="1"/>
                  </a:moveTo>
                  <a:cubicBezTo>
                    <a:pt x="17976" y="1"/>
                    <a:pt x="17266" y="43"/>
                    <a:pt x="16559" y="127"/>
                  </a:cubicBezTo>
                  <a:cubicBezTo>
                    <a:pt x="9337" y="968"/>
                    <a:pt x="9483" y="2568"/>
                    <a:pt x="9483" y="2568"/>
                  </a:cubicBezTo>
                  <a:cubicBezTo>
                    <a:pt x="4615" y="3235"/>
                    <a:pt x="3975" y="7656"/>
                    <a:pt x="3975" y="7656"/>
                  </a:cubicBezTo>
                  <a:cubicBezTo>
                    <a:pt x="1475" y="8436"/>
                    <a:pt x="1" y="11577"/>
                    <a:pt x="1375" y="14631"/>
                  </a:cubicBezTo>
                  <a:cubicBezTo>
                    <a:pt x="2748" y="17679"/>
                    <a:pt x="9383" y="17825"/>
                    <a:pt x="14985" y="18125"/>
                  </a:cubicBezTo>
                  <a:cubicBezTo>
                    <a:pt x="18186" y="18292"/>
                    <a:pt x="20853" y="19506"/>
                    <a:pt x="22554" y="20533"/>
                  </a:cubicBezTo>
                  <a:cubicBezTo>
                    <a:pt x="22107" y="20186"/>
                    <a:pt x="21633" y="19879"/>
                    <a:pt x="21140" y="19606"/>
                  </a:cubicBezTo>
                  <a:cubicBezTo>
                    <a:pt x="17659" y="17625"/>
                    <a:pt x="13931" y="16138"/>
                    <a:pt x="10044" y="15191"/>
                  </a:cubicBezTo>
                  <a:cubicBezTo>
                    <a:pt x="8543" y="14825"/>
                    <a:pt x="6936" y="14491"/>
                    <a:pt x="5816" y="13431"/>
                  </a:cubicBezTo>
                  <a:cubicBezTo>
                    <a:pt x="4702" y="12371"/>
                    <a:pt x="4389" y="10277"/>
                    <a:pt x="5649" y="9376"/>
                  </a:cubicBezTo>
                  <a:cubicBezTo>
                    <a:pt x="6176" y="6142"/>
                    <a:pt x="8483" y="2895"/>
                    <a:pt x="11484" y="1488"/>
                  </a:cubicBezTo>
                  <a:cubicBezTo>
                    <a:pt x="12245" y="1131"/>
                    <a:pt x="12925" y="1003"/>
                    <a:pt x="13570" y="1003"/>
                  </a:cubicBezTo>
                  <a:cubicBezTo>
                    <a:pt x="15096" y="1003"/>
                    <a:pt x="16428" y="1720"/>
                    <a:pt x="18186" y="1828"/>
                  </a:cubicBezTo>
                  <a:cubicBezTo>
                    <a:pt x="18266" y="1832"/>
                    <a:pt x="18347" y="1835"/>
                    <a:pt x="18426" y="1835"/>
                  </a:cubicBezTo>
                  <a:cubicBezTo>
                    <a:pt x="19758" y="1835"/>
                    <a:pt x="20910" y="1211"/>
                    <a:pt x="21760" y="267"/>
                  </a:cubicBezTo>
                  <a:cubicBezTo>
                    <a:pt x="20745" y="90"/>
                    <a:pt x="19716" y="1"/>
                    <a:pt x="18686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4" name="Google Shape;2067;p36"/>
            <p:cNvSpPr/>
            <p:nvPr/>
          </p:nvSpPr>
          <p:spPr>
            <a:xfrm>
              <a:off x="1639851" y="3078605"/>
              <a:ext cx="53926" cy="114369"/>
            </a:xfrm>
            <a:custGeom>
              <a:avLst/>
              <a:gdLst/>
              <a:ahLst/>
              <a:cxnLst/>
              <a:rect l="l" t="t" r="r" b="b"/>
              <a:pathLst>
                <a:path w="1928" h="4089" extrusionOk="0">
                  <a:moveTo>
                    <a:pt x="1927" y="1"/>
                  </a:moveTo>
                  <a:lnTo>
                    <a:pt x="1927" y="1"/>
                  </a:lnTo>
                  <a:cubicBezTo>
                    <a:pt x="1201" y="334"/>
                    <a:pt x="634" y="988"/>
                    <a:pt x="340" y="1741"/>
                  </a:cubicBezTo>
                  <a:cubicBezTo>
                    <a:pt x="47" y="2488"/>
                    <a:pt x="0" y="3355"/>
                    <a:pt x="307" y="4089"/>
                  </a:cubicBezTo>
                  <a:cubicBezTo>
                    <a:pt x="227" y="3328"/>
                    <a:pt x="334" y="2561"/>
                    <a:pt x="614" y="1848"/>
                  </a:cubicBezTo>
                  <a:cubicBezTo>
                    <a:pt x="900" y="1134"/>
                    <a:pt x="1347" y="501"/>
                    <a:pt x="192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5" name="Google Shape;2068;p36"/>
            <p:cNvSpPr/>
            <p:nvPr/>
          </p:nvSpPr>
          <p:spPr>
            <a:xfrm>
              <a:off x="1546039" y="3223154"/>
              <a:ext cx="97755" cy="174980"/>
            </a:xfrm>
            <a:custGeom>
              <a:avLst/>
              <a:gdLst/>
              <a:ahLst/>
              <a:cxnLst/>
              <a:rect l="l" t="t" r="r" b="b"/>
              <a:pathLst>
                <a:path w="3495" h="6256" extrusionOk="0">
                  <a:moveTo>
                    <a:pt x="1614" y="1"/>
                  </a:moveTo>
                  <a:lnTo>
                    <a:pt x="1614" y="1"/>
                  </a:lnTo>
                  <a:cubicBezTo>
                    <a:pt x="1434" y="34"/>
                    <a:pt x="1274" y="114"/>
                    <a:pt x="1147" y="234"/>
                  </a:cubicBezTo>
                  <a:lnTo>
                    <a:pt x="940" y="408"/>
                  </a:lnTo>
                  <a:lnTo>
                    <a:pt x="760" y="601"/>
                  </a:lnTo>
                  <a:cubicBezTo>
                    <a:pt x="527" y="874"/>
                    <a:pt x="347" y="1188"/>
                    <a:pt x="233" y="1528"/>
                  </a:cubicBezTo>
                  <a:cubicBezTo>
                    <a:pt x="0" y="2228"/>
                    <a:pt x="20" y="2982"/>
                    <a:pt x="287" y="3662"/>
                  </a:cubicBezTo>
                  <a:cubicBezTo>
                    <a:pt x="420" y="4002"/>
                    <a:pt x="620" y="4309"/>
                    <a:pt x="867" y="4575"/>
                  </a:cubicBezTo>
                  <a:cubicBezTo>
                    <a:pt x="1114" y="4829"/>
                    <a:pt x="1374" y="5069"/>
                    <a:pt x="1654" y="5282"/>
                  </a:cubicBezTo>
                  <a:cubicBezTo>
                    <a:pt x="2187" y="5709"/>
                    <a:pt x="2787" y="6176"/>
                    <a:pt x="3494" y="6256"/>
                  </a:cubicBezTo>
                  <a:cubicBezTo>
                    <a:pt x="2821" y="6056"/>
                    <a:pt x="2307" y="5562"/>
                    <a:pt x="1801" y="5109"/>
                  </a:cubicBezTo>
                  <a:cubicBezTo>
                    <a:pt x="1294" y="4649"/>
                    <a:pt x="787" y="4175"/>
                    <a:pt x="554" y="3555"/>
                  </a:cubicBezTo>
                  <a:cubicBezTo>
                    <a:pt x="307" y="2935"/>
                    <a:pt x="273" y="2241"/>
                    <a:pt x="453" y="1595"/>
                  </a:cubicBezTo>
                  <a:cubicBezTo>
                    <a:pt x="540" y="1274"/>
                    <a:pt x="680" y="961"/>
                    <a:pt x="867" y="681"/>
                  </a:cubicBezTo>
                  <a:lnTo>
                    <a:pt x="1020" y="481"/>
                  </a:lnTo>
                  <a:lnTo>
                    <a:pt x="1194" y="288"/>
                  </a:lnTo>
                  <a:cubicBezTo>
                    <a:pt x="1307" y="154"/>
                    <a:pt x="1447" y="54"/>
                    <a:pt x="161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6" name="Google Shape;2069;p36"/>
            <p:cNvSpPr/>
            <p:nvPr/>
          </p:nvSpPr>
          <p:spPr>
            <a:xfrm>
              <a:off x="1699902" y="3400736"/>
              <a:ext cx="183371" cy="19775"/>
            </a:xfrm>
            <a:custGeom>
              <a:avLst/>
              <a:gdLst/>
              <a:ahLst/>
              <a:cxnLst/>
              <a:rect l="l" t="t" r="r" b="b"/>
              <a:pathLst>
                <a:path w="6556" h="707" extrusionOk="0">
                  <a:moveTo>
                    <a:pt x="0" y="0"/>
                  </a:moveTo>
                  <a:cubicBezTo>
                    <a:pt x="454" y="347"/>
                    <a:pt x="994" y="567"/>
                    <a:pt x="1561" y="640"/>
                  </a:cubicBezTo>
                  <a:cubicBezTo>
                    <a:pt x="1874" y="685"/>
                    <a:pt x="2190" y="707"/>
                    <a:pt x="2507" y="707"/>
                  </a:cubicBezTo>
                  <a:cubicBezTo>
                    <a:pt x="2756" y="707"/>
                    <a:pt x="3005" y="693"/>
                    <a:pt x="3255" y="667"/>
                  </a:cubicBezTo>
                  <a:cubicBezTo>
                    <a:pt x="4093" y="591"/>
                    <a:pt x="4921" y="450"/>
                    <a:pt x="5754" y="450"/>
                  </a:cubicBezTo>
                  <a:cubicBezTo>
                    <a:pt x="6020" y="450"/>
                    <a:pt x="6287" y="465"/>
                    <a:pt x="6556" y="500"/>
                  </a:cubicBezTo>
                  <a:cubicBezTo>
                    <a:pt x="6070" y="344"/>
                    <a:pt x="5567" y="264"/>
                    <a:pt x="5064" y="264"/>
                  </a:cubicBezTo>
                  <a:cubicBezTo>
                    <a:pt x="5008" y="264"/>
                    <a:pt x="4951" y="265"/>
                    <a:pt x="4895" y="267"/>
                  </a:cubicBezTo>
                  <a:cubicBezTo>
                    <a:pt x="4328" y="274"/>
                    <a:pt x="3768" y="334"/>
                    <a:pt x="3221" y="387"/>
                  </a:cubicBezTo>
                  <a:cubicBezTo>
                    <a:pt x="2867" y="415"/>
                    <a:pt x="2508" y="438"/>
                    <a:pt x="2151" y="438"/>
                  </a:cubicBezTo>
                  <a:cubicBezTo>
                    <a:pt x="1414" y="438"/>
                    <a:pt x="683" y="342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7" name="Google Shape;2070;p36"/>
            <p:cNvSpPr/>
            <p:nvPr/>
          </p:nvSpPr>
          <p:spPr>
            <a:xfrm>
              <a:off x="1589113" y="3264186"/>
              <a:ext cx="37899" cy="100384"/>
            </a:xfrm>
            <a:custGeom>
              <a:avLst/>
              <a:gdLst/>
              <a:ahLst/>
              <a:cxnLst/>
              <a:rect l="l" t="t" r="r" b="b"/>
              <a:pathLst>
                <a:path w="1355" h="3589" extrusionOk="0">
                  <a:moveTo>
                    <a:pt x="454" y="1"/>
                  </a:moveTo>
                  <a:cubicBezTo>
                    <a:pt x="301" y="81"/>
                    <a:pt x="174" y="214"/>
                    <a:pt x="107" y="381"/>
                  </a:cubicBezTo>
                  <a:cubicBezTo>
                    <a:pt x="34" y="541"/>
                    <a:pt x="0" y="721"/>
                    <a:pt x="7" y="901"/>
                  </a:cubicBezTo>
                  <a:cubicBezTo>
                    <a:pt x="7" y="1248"/>
                    <a:pt x="87" y="1595"/>
                    <a:pt x="227" y="1915"/>
                  </a:cubicBezTo>
                  <a:cubicBezTo>
                    <a:pt x="481" y="2548"/>
                    <a:pt x="861" y="3122"/>
                    <a:pt x="1354" y="3588"/>
                  </a:cubicBezTo>
                  <a:cubicBezTo>
                    <a:pt x="1034" y="3015"/>
                    <a:pt x="747" y="2415"/>
                    <a:pt x="494" y="1808"/>
                  </a:cubicBezTo>
                  <a:cubicBezTo>
                    <a:pt x="367" y="1515"/>
                    <a:pt x="281" y="1208"/>
                    <a:pt x="227" y="888"/>
                  </a:cubicBezTo>
                  <a:cubicBezTo>
                    <a:pt x="194" y="581"/>
                    <a:pt x="220" y="248"/>
                    <a:pt x="45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8" name="Google Shape;2071;p36"/>
            <p:cNvSpPr/>
            <p:nvPr/>
          </p:nvSpPr>
          <p:spPr>
            <a:xfrm>
              <a:off x="1626789" y="3269976"/>
              <a:ext cx="39578" cy="70345"/>
            </a:xfrm>
            <a:custGeom>
              <a:avLst/>
              <a:gdLst/>
              <a:ahLst/>
              <a:cxnLst/>
              <a:rect l="l" t="t" r="r" b="b"/>
              <a:pathLst>
                <a:path w="1415" h="2515" extrusionOk="0">
                  <a:moveTo>
                    <a:pt x="267" y="1"/>
                  </a:moveTo>
                  <a:lnTo>
                    <a:pt x="267" y="1"/>
                  </a:lnTo>
                  <a:cubicBezTo>
                    <a:pt x="0" y="447"/>
                    <a:pt x="14" y="1048"/>
                    <a:pt x="241" y="1534"/>
                  </a:cubicBezTo>
                  <a:cubicBezTo>
                    <a:pt x="467" y="2014"/>
                    <a:pt x="901" y="2428"/>
                    <a:pt x="1414" y="2515"/>
                  </a:cubicBezTo>
                  <a:cubicBezTo>
                    <a:pt x="614" y="1941"/>
                    <a:pt x="181" y="981"/>
                    <a:pt x="26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9" name="Google Shape;2072;p36"/>
            <p:cNvSpPr/>
            <p:nvPr/>
          </p:nvSpPr>
          <p:spPr>
            <a:xfrm>
              <a:off x="1939577" y="3430384"/>
              <a:ext cx="213411" cy="96077"/>
            </a:xfrm>
            <a:custGeom>
              <a:avLst/>
              <a:gdLst/>
              <a:ahLst/>
              <a:cxnLst/>
              <a:rect l="l" t="t" r="r" b="b"/>
              <a:pathLst>
                <a:path w="7630" h="3435" extrusionOk="0">
                  <a:moveTo>
                    <a:pt x="573" y="1"/>
                  </a:moveTo>
                  <a:cubicBezTo>
                    <a:pt x="380" y="1"/>
                    <a:pt x="188" y="19"/>
                    <a:pt x="0" y="60"/>
                  </a:cubicBezTo>
                  <a:cubicBezTo>
                    <a:pt x="50" y="58"/>
                    <a:pt x="100" y="57"/>
                    <a:pt x="149" y="57"/>
                  </a:cubicBezTo>
                  <a:cubicBezTo>
                    <a:pt x="814" y="57"/>
                    <a:pt x="1438" y="261"/>
                    <a:pt x="2028" y="541"/>
                  </a:cubicBezTo>
                  <a:cubicBezTo>
                    <a:pt x="2661" y="841"/>
                    <a:pt x="3268" y="1207"/>
                    <a:pt x="3908" y="1534"/>
                  </a:cubicBezTo>
                  <a:cubicBezTo>
                    <a:pt x="4555" y="1854"/>
                    <a:pt x="5222" y="2121"/>
                    <a:pt x="5902" y="2341"/>
                  </a:cubicBezTo>
                  <a:cubicBezTo>
                    <a:pt x="6235" y="2448"/>
                    <a:pt x="6562" y="2574"/>
                    <a:pt x="6876" y="2734"/>
                  </a:cubicBezTo>
                  <a:cubicBezTo>
                    <a:pt x="7196" y="2888"/>
                    <a:pt x="7456" y="3128"/>
                    <a:pt x="7629" y="3435"/>
                  </a:cubicBezTo>
                  <a:cubicBezTo>
                    <a:pt x="7522" y="3095"/>
                    <a:pt x="7256" y="2808"/>
                    <a:pt x="6956" y="2608"/>
                  </a:cubicBezTo>
                  <a:cubicBezTo>
                    <a:pt x="6642" y="2421"/>
                    <a:pt x="6315" y="2261"/>
                    <a:pt x="5975" y="2134"/>
                  </a:cubicBezTo>
                  <a:cubicBezTo>
                    <a:pt x="5322" y="1868"/>
                    <a:pt x="4682" y="1574"/>
                    <a:pt x="4048" y="1267"/>
                  </a:cubicBezTo>
                  <a:cubicBezTo>
                    <a:pt x="3415" y="961"/>
                    <a:pt x="2788" y="601"/>
                    <a:pt x="2121" y="334"/>
                  </a:cubicBezTo>
                  <a:cubicBezTo>
                    <a:pt x="1633" y="139"/>
                    <a:pt x="1099" y="1"/>
                    <a:pt x="57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0" name="Google Shape;2073;p36"/>
            <p:cNvSpPr/>
            <p:nvPr/>
          </p:nvSpPr>
          <p:spPr>
            <a:xfrm>
              <a:off x="2195111" y="3368095"/>
              <a:ext cx="123683" cy="126676"/>
            </a:xfrm>
            <a:custGeom>
              <a:avLst/>
              <a:gdLst/>
              <a:ahLst/>
              <a:cxnLst/>
              <a:rect l="l" t="t" r="r" b="b"/>
              <a:pathLst>
                <a:path w="4422" h="4529" extrusionOk="0">
                  <a:moveTo>
                    <a:pt x="4421" y="0"/>
                  </a:moveTo>
                  <a:lnTo>
                    <a:pt x="4421" y="0"/>
                  </a:lnTo>
                  <a:cubicBezTo>
                    <a:pt x="3495" y="540"/>
                    <a:pt x="2661" y="1227"/>
                    <a:pt x="1887" y="1961"/>
                  </a:cubicBezTo>
                  <a:cubicBezTo>
                    <a:pt x="1501" y="2334"/>
                    <a:pt x="1134" y="2734"/>
                    <a:pt x="794" y="3134"/>
                  </a:cubicBezTo>
                  <a:cubicBezTo>
                    <a:pt x="454" y="3534"/>
                    <a:pt x="94" y="3988"/>
                    <a:pt x="0" y="4528"/>
                  </a:cubicBezTo>
                  <a:cubicBezTo>
                    <a:pt x="214" y="4028"/>
                    <a:pt x="587" y="3661"/>
                    <a:pt x="961" y="3281"/>
                  </a:cubicBezTo>
                  <a:cubicBezTo>
                    <a:pt x="1334" y="2908"/>
                    <a:pt x="1714" y="2534"/>
                    <a:pt x="2094" y="2167"/>
                  </a:cubicBezTo>
                  <a:cubicBezTo>
                    <a:pt x="2854" y="1434"/>
                    <a:pt x="3635" y="734"/>
                    <a:pt x="442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1" name="Google Shape;2074;p36"/>
            <p:cNvSpPr/>
            <p:nvPr/>
          </p:nvSpPr>
          <p:spPr>
            <a:xfrm>
              <a:off x="2328276" y="3253390"/>
              <a:ext cx="42738" cy="81141"/>
            </a:xfrm>
            <a:custGeom>
              <a:avLst/>
              <a:gdLst/>
              <a:ahLst/>
              <a:cxnLst/>
              <a:rect l="l" t="t" r="r" b="b"/>
              <a:pathLst>
                <a:path w="1528" h="2901" extrusionOk="0">
                  <a:moveTo>
                    <a:pt x="1301" y="0"/>
                  </a:moveTo>
                  <a:lnTo>
                    <a:pt x="1301" y="0"/>
                  </a:lnTo>
                  <a:cubicBezTo>
                    <a:pt x="1288" y="534"/>
                    <a:pt x="1147" y="1060"/>
                    <a:pt x="894" y="1534"/>
                  </a:cubicBezTo>
                  <a:cubicBezTo>
                    <a:pt x="654" y="2007"/>
                    <a:pt x="307" y="2427"/>
                    <a:pt x="1" y="2901"/>
                  </a:cubicBezTo>
                  <a:cubicBezTo>
                    <a:pt x="481" y="2587"/>
                    <a:pt x="874" y="2167"/>
                    <a:pt x="1154" y="1667"/>
                  </a:cubicBezTo>
                  <a:cubicBezTo>
                    <a:pt x="1408" y="1167"/>
                    <a:pt x="1528" y="534"/>
                    <a:pt x="130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2" name="Google Shape;2075;p36"/>
            <p:cNvSpPr/>
            <p:nvPr/>
          </p:nvSpPr>
          <p:spPr>
            <a:xfrm>
              <a:off x="1970736" y="3462829"/>
              <a:ext cx="136745" cy="595202"/>
            </a:xfrm>
            <a:custGeom>
              <a:avLst/>
              <a:gdLst/>
              <a:ahLst/>
              <a:cxnLst/>
              <a:rect l="l" t="t" r="r" b="b"/>
              <a:pathLst>
                <a:path w="4889" h="21280" extrusionOk="0">
                  <a:moveTo>
                    <a:pt x="3743" y="1"/>
                  </a:moveTo>
                  <a:cubicBezTo>
                    <a:pt x="3672" y="1"/>
                    <a:pt x="3600" y="18"/>
                    <a:pt x="3534" y="54"/>
                  </a:cubicBezTo>
                  <a:cubicBezTo>
                    <a:pt x="3328" y="174"/>
                    <a:pt x="3254" y="441"/>
                    <a:pt x="3368" y="648"/>
                  </a:cubicBezTo>
                  <a:cubicBezTo>
                    <a:pt x="3374" y="654"/>
                    <a:pt x="3808" y="1621"/>
                    <a:pt x="2087" y="3608"/>
                  </a:cubicBezTo>
                  <a:cubicBezTo>
                    <a:pt x="240" y="5742"/>
                    <a:pt x="0" y="8976"/>
                    <a:pt x="1334" y="13498"/>
                  </a:cubicBezTo>
                  <a:cubicBezTo>
                    <a:pt x="2374" y="17025"/>
                    <a:pt x="1400" y="20693"/>
                    <a:pt x="1387" y="20726"/>
                  </a:cubicBezTo>
                  <a:cubicBezTo>
                    <a:pt x="1327" y="20960"/>
                    <a:pt x="1467" y="21200"/>
                    <a:pt x="1701" y="21260"/>
                  </a:cubicBezTo>
                  <a:cubicBezTo>
                    <a:pt x="1734" y="21273"/>
                    <a:pt x="1774" y="21280"/>
                    <a:pt x="1814" y="21280"/>
                  </a:cubicBezTo>
                  <a:cubicBezTo>
                    <a:pt x="2007" y="21280"/>
                    <a:pt x="2181" y="21153"/>
                    <a:pt x="2234" y="20960"/>
                  </a:cubicBezTo>
                  <a:cubicBezTo>
                    <a:pt x="2274" y="20800"/>
                    <a:pt x="3281" y="17019"/>
                    <a:pt x="2167" y="13251"/>
                  </a:cubicBezTo>
                  <a:cubicBezTo>
                    <a:pt x="920" y="9030"/>
                    <a:pt x="1114" y="6062"/>
                    <a:pt x="2747" y="4182"/>
                  </a:cubicBezTo>
                  <a:cubicBezTo>
                    <a:pt x="4888" y="1695"/>
                    <a:pt x="4215" y="361"/>
                    <a:pt x="4135" y="221"/>
                  </a:cubicBezTo>
                  <a:cubicBezTo>
                    <a:pt x="4048" y="80"/>
                    <a:pt x="3897" y="1"/>
                    <a:pt x="374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3" name="Google Shape;2076;p36"/>
            <p:cNvSpPr/>
            <p:nvPr/>
          </p:nvSpPr>
          <p:spPr>
            <a:xfrm>
              <a:off x="2199810" y="3449236"/>
              <a:ext cx="227536" cy="542590"/>
            </a:xfrm>
            <a:custGeom>
              <a:avLst/>
              <a:gdLst/>
              <a:ahLst/>
              <a:cxnLst/>
              <a:rect l="l" t="t" r="r" b="b"/>
              <a:pathLst>
                <a:path w="8135" h="19399" extrusionOk="0">
                  <a:moveTo>
                    <a:pt x="612" y="1"/>
                  </a:moveTo>
                  <a:cubicBezTo>
                    <a:pt x="295" y="1"/>
                    <a:pt x="1" y="375"/>
                    <a:pt x="259" y="707"/>
                  </a:cubicBezTo>
                  <a:cubicBezTo>
                    <a:pt x="286" y="740"/>
                    <a:pt x="919" y="1574"/>
                    <a:pt x="3420" y="5828"/>
                  </a:cubicBezTo>
                  <a:cubicBezTo>
                    <a:pt x="4780" y="8115"/>
                    <a:pt x="5220" y="10763"/>
                    <a:pt x="5647" y="13303"/>
                  </a:cubicBezTo>
                  <a:cubicBezTo>
                    <a:pt x="6014" y="15484"/>
                    <a:pt x="6361" y="17545"/>
                    <a:pt x="7261" y="19172"/>
                  </a:cubicBezTo>
                  <a:cubicBezTo>
                    <a:pt x="7334" y="19312"/>
                    <a:pt x="7488" y="19398"/>
                    <a:pt x="7648" y="19398"/>
                  </a:cubicBezTo>
                  <a:cubicBezTo>
                    <a:pt x="7714" y="19398"/>
                    <a:pt x="7788" y="19378"/>
                    <a:pt x="7854" y="19345"/>
                  </a:cubicBezTo>
                  <a:cubicBezTo>
                    <a:pt x="8061" y="19225"/>
                    <a:pt x="8134" y="18958"/>
                    <a:pt x="8021" y="18745"/>
                  </a:cubicBezTo>
                  <a:cubicBezTo>
                    <a:pt x="7194" y="17251"/>
                    <a:pt x="6861" y="15271"/>
                    <a:pt x="6501" y="13163"/>
                  </a:cubicBezTo>
                  <a:cubicBezTo>
                    <a:pt x="6087" y="10663"/>
                    <a:pt x="5614" y="7815"/>
                    <a:pt x="4180" y="5381"/>
                  </a:cubicBezTo>
                  <a:cubicBezTo>
                    <a:pt x="1619" y="1034"/>
                    <a:pt x="966" y="200"/>
                    <a:pt x="946" y="173"/>
                  </a:cubicBezTo>
                  <a:cubicBezTo>
                    <a:pt x="849" y="51"/>
                    <a:pt x="729" y="1"/>
                    <a:pt x="61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4" name="Google Shape;2077;p36"/>
            <p:cNvSpPr/>
            <p:nvPr/>
          </p:nvSpPr>
          <p:spPr>
            <a:xfrm>
              <a:off x="1703454" y="3029658"/>
              <a:ext cx="610865" cy="465281"/>
            </a:xfrm>
            <a:custGeom>
              <a:avLst/>
              <a:gdLst/>
              <a:ahLst/>
              <a:cxnLst/>
              <a:rect l="l" t="t" r="r" b="b"/>
              <a:pathLst>
                <a:path w="21840" h="16635" extrusionOk="0">
                  <a:moveTo>
                    <a:pt x="11930" y="1"/>
                  </a:moveTo>
                  <a:cubicBezTo>
                    <a:pt x="11615" y="1"/>
                    <a:pt x="11294" y="8"/>
                    <a:pt x="10970" y="24"/>
                  </a:cubicBezTo>
                  <a:cubicBezTo>
                    <a:pt x="9563" y="90"/>
                    <a:pt x="8396" y="197"/>
                    <a:pt x="7402" y="330"/>
                  </a:cubicBezTo>
                  <a:cubicBezTo>
                    <a:pt x="5408" y="604"/>
                    <a:pt x="4168" y="1024"/>
                    <a:pt x="3294" y="1571"/>
                  </a:cubicBezTo>
                  <a:cubicBezTo>
                    <a:pt x="1994" y="2398"/>
                    <a:pt x="2221" y="3698"/>
                    <a:pt x="2221" y="3698"/>
                  </a:cubicBezTo>
                  <a:cubicBezTo>
                    <a:pt x="660" y="3971"/>
                    <a:pt x="0" y="5658"/>
                    <a:pt x="800" y="6799"/>
                  </a:cubicBezTo>
                  <a:cubicBezTo>
                    <a:pt x="1601" y="7939"/>
                    <a:pt x="5842" y="8919"/>
                    <a:pt x="9309" y="10940"/>
                  </a:cubicBezTo>
                  <a:cubicBezTo>
                    <a:pt x="12777" y="12967"/>
                    <a:pt x="16198" y="16635"/>
                    <a:pt x="16198" y="16635"/>
                  </a:cubicBezTo>
                  <a:cubicBezTo>
                    <a:pt x="17392" y="13227"/>
                    <a:pt x="21839" y="8459"/>
                    <a:pt x="21533" y="5759"/>
                  </a:cubicBezTo>
                  <a:cubicBezTo>
                    <a:pt x="21493" y="5398"/>
                    <a:pt x="21419" y="5045"/>
                    <a:pt x="21306" y="4705"/>
                  </a:cubicBezTo>
                  <a:cubicBezTo>
                    <a:pt x="20811" y="3171"/>
                    <a:pt x="19800" y="3124"/>
                    <a:pt x="19678" y="3124"/>
                  </a:cubicBezTo>
                  <a:cubicBezTo>
                    <a:pt x="19670" y="3124"/>
                    <a:pt x="19665" y="3124"/>
                    <a:pt x="19665" y="3124"/>
                  </a:cubicBezTo>
                  <a:cubicBezTo>
                    <a:pt x="19952" y="1565"/>
                    <a:pt x="16478" y="1"/>
                    <a:pt x="11930" y="1"/>
                  </a:cubicBezTo>
                  <a:close/>
                </a:path>
              </a:pathLst>
            </a:custGeom>
            <a:solidFill>
              <a:srgbClr val="A6E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5" name="Google Shape;2078;p36"/>
            <p:cNvSpPr/>
            <p:nvPr/>
          </p:nvSpPr>
          <p:spPr>
            <a:xfrm>
              <a:off x="1704573" y="3021435"/>
              <a:ext cx="614585" cy="481727"/>
            </a:xfrm>
            <a:custGeom>
              <a:avLst/>
              <a:gdLst/>
              <a:ahLst/>
              <a:cxnLst/>
              <a:rect l="l" t="t" r="r" b="b"/>
              <a:pathLst>
                <a:path w="21973" h="17223" extrusionOk="0">
                  <a:moveTo>
                    <a:pt x="11897" y="584"/>
                  </a:moveTo>
                  <a:cubicBezTo>
                    <a:pt x="15431" y="584"/>
                    <a:pt x="18172" y="1551"/>
                    <a:pt x="19045" y="2552"/>
                  </a:cubicBezTo>
                  <a:cubicBezTo>
                    <a:pt x="19292" y="2832"/>
                    <a:pt x="19392" y="3098"/>
                    <a:pt x="19339" y="3358"/>
                  </a:cubicBezTo>
                  <a:cubicBezTo>
                    <a:pt x="19325" y="3445"/>
                    <a:pt x="19345" y="3532"/>
                    <a:pt x="19405" y="3599"/>
                  </a:cubicBezTo>
                  <a:cubicBezTo>
                    <a:pt x="19461" y="3660"/>
                    <a:pt x="19534" y="3699"/>
                    <a:pt x="19613" y="3699"/>
                  </a:cubicBezTo>
                  <a:cubicBezTo>
                    <a:pt x="19620" y="3699"/>
                    <a:pt x="19626" y="3699"/>
                    <a:pt x="19632" y="3699"/>
                  </a:cubicBezTo>
                  <a:cubicBezTo>
                    <a:pt x="19672" y="3699"/>
                    <a:pt x="20546" y="3712"/>
                    <a:pt x="20993" y="5092"/>
                  </a:cubicBezTo>
                  <a:cubicBezTo>
                    <a:pt x="21093" y="5412"/>
                    <a:pt x="21166" y="5746"/>
                    <a:pt x="21199" y="6086"/>
                  </a:cubicBezTo>
                  <a:cubicBezTo>
                    <a:pt x="21366" y="7580"/>
                    <a:pt x="19899" y="9887"/>
                    <a:pt x="18472" y="12127"/>
                  </a:cubicBezTo>
                  <a:cubicBezTo>
                    <a:pt x="17552" y="13581"/>
                    <a:pt x="16591" y="15068"/>
                    <a:pt x="16051" y="16402"/>
                  </a:cubicBezTo>
                  <a:cubicBezTo>
                    <a:pt x="15104" y="15448"/>
                    <a:pt x="12263" y="12648"/>
                    <a:pt x="9423" y="10987"/>
                  </a:cubicBezTo>
                  <a:cubicBezTo>
                    <a:pt x="7782" y="10034"/>
                    <a:pt x="6082" y="9353"/>
                    <a:pt x="4435" y="8693"/>
                  </a:cubicBezTo>
                  <a:cubicBezTo>
                    <a:pt x="2794" y="8033"/>
                    <a:pt x="1374" y="7460"/>
                    <a:pt x="994" y="6926"/>
                  </a:cubicBezTo>
                  <a:cubicBezTo>
                    <a:pt x="674" y="6473"/>
                    <a:pt x="614" y="5886"/>
                    <a:pt x="834" y="5379"/>
                  </a:cubicBezTo>
                  <a:cubicBezTo>
                    <a:pt x="1074" y="4792"/>
                    <a:pt x="1601" y="4372"/>
                    <a:pt x="2227" y="4272"/>
                  </a:cubicBezTo>
                  <a:cubicBezTo>
                    <a:pt x="2388" y="4252"/>
                    <a:pt x="2494" y="4099"/>
                    <a:pt x="2461" y="3939"/>
                  </a:cubicBezTo>
                  <a:cubicBezTo>
                    <a:pt x="2461" y="3925"/>
                    <a:pt x="2287" y="2825"/>
                    <a:pt x="3414" y="2118"/>
                  </a:cubicBezTo>
                  <a:cubicBezTo>
                    <a:pt x="4301" y="1545"/>
                    <a:pt x="5582" y="1165"/>
                    <a:pt x="7402" y="918"/>
                  </a:cubicBezTo>
                  <a:cubicBezTo>
                    <a:pt x="8402" y="771"/>
                    <a:pt x="9596" y="671"/>
                    <a:pt x="10936" y="604"/>
                  </a:cubicBezTo>
                  <a:lnTo>
                    <a:pt x="11897" y="584"/>
                  </a:lnTo>
                  <a:close/>
                  <a:moveTo>
                    <a:pt x="11881" y="0"/>
                  </a:moveTo>
                  <a:cubicBezTo>
                    <a:pt x="11561" y="0"/>
                    <a:pt x="11239" y="8"/>
                    <a:pt x="10916" y="24"/>
                  </a:cubicBezTo>
                  <a:cubicBezTo>
                    <a:pt x="9556" y="91"/>
                    <a:pt x="8342" y="191"/>
                    <a:pt x="7329" y="331"/>
                  </a:cubicBezTo>
                  <a:cubicBezTo>
                    <a:pt x="5415" y="598"/>
                    <a:pt x="4175" y="938"/>
                    <a:pt x="3094" y="1625"/>
                  </a:cubicBezTo>
                  <a:cubicBezTo>
                    <a:pt x="2007" y="2305"/>
                    <a:pt x="1867" y="3292"/>
                    <a:pt x="1867" y="3759"/>
                  </a:cubicBezTo>
                  <a:cubicBezTo>
                    <a:pt x="1161" y="3959"/>
                    <a:pt x="580" y="4472"/>
                    <a:pt x="294" y="5152"/>
                  </a:cubicBezTo>
                  <a:cubicBezTo>
                    <a:pt x="0" y="5846"/>
                    <a:pt x="87" y="6646"/>
                    <a:pt x="520" y="7266"/>
                  </a:cubicBezTo>
                  <a:cubicBezTo>
                    <a:pt x="1000" y="7940"/>
                    <a:pt x="2421" y="8506"/>
                    <a:pt x="4221" y="9233"/>
                  </a:cubicBezTo>
                  <a:cubicBezTo>
                    <a:pt x="5768" y="9854"/>
                    <a:pt x="7522" y="10554"/>
                    <a:pt x="9123" y="11487"/>
                  </a:cubicBezTo>
                  <a:cubicBezTo>
                    <a:pt x="12517" y="13461"/>
                    <a:pt x="15904" y="17095"/>
                    <a:pt x="15938" y="17129"/>
                  </a:cubicBezTo>
                  <a:cubicBezTo>
                    <a:pt x="15998" y="17189"/>
                    <a:pt x="16071" y="17222"/>
                    <a:pt x="16158" y="17222"/>
                  </a:cubicBezTo>
                  <a:lnTo>
                    <a:pt x="16211" y="17222"/>
                  </a:lnTo>
                  <a:cubicBezTo>
                    <a:pt x="16318" y="17195"/>
                    <a:pt x="16398" y="17129"/>
                    <a:pt x="16431" y="17029"/>
                  </a:cubicBezTo>
                  <a:cubicBezTo>
                    <a:pt x="16905" y="15662"/>
                    <a:pt x="17952" y="14021"/>
                    <a:pt x="18959" y="12434"/>
                  </a:cubicBezTo>
                  <a:cubicBezTo>
                    <a:pt x="20506" y="10007"/>
                    <a:pt x="21973" y="7706"/>
                    <a:pt x="21773" y="6019"/>
                  </a:cubicBezTo>
                  <a:cubicBezTo>
                    <a:pt x="21733" y="5639"/>
                    <a:pt x="21659" y="5272"/>
                    <a:pt x="21553" y="4906"/>
                  </a:cubicBezTo>
                  <a:cubicBezTo>
                    <a:pt x="21133" y="3619"/>
                    <a:pt x="20366" y="3258"/>
                    <a:pt x="19932" y="3158"/>
                  </a:cubicBezTo>
                  <a:cubicBezTo>
                    <a:pt x="19892" y="2792"/>
                    <a:pt x="19739" y="2445"/>
                    <a:pt x="19485" y="2171"/>
                  </a:cubicBezTo>
                  <a:cubicBezTo>
                    <a:pt x="18347" y="875"/>
                    <a:pt x="15240" y="0"/>
                    <a:pt x="1188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6" name="Google Shape;2079;p36"/>
            <p:cNvSpPr/>
            <p:nvPr/>
          </p:nvSpPr>
          <p:spPr>
            <a:xfrm>
              <a:off x="1703454" y="3038888"/>
              <a:ext cx="610865" cy="456051"/>
            </a:xfrm>
            <a:custGeom>
              <a:avLst/>
              <a:gdLst/>
              <a:ahLst/>
              <a:cxnLst/>
              <a:rect l="l" t="t" r="r" b="b"/>
              <a:pathLst>
                <a:path w="21840" h="16305" extrusionOk="0">
                  <a:moveTo>
                    <a:pt x="7402" y="0"/>
                  </a:moveTo>
                  <a:lnTo>
                    <a:pt x="7402" y="0"/>
                  </a:lnTo>
                  <a:cubicBezTo>
                    <a:pt x="5408" y="274"/>
                    <a:pt x="4168" y="694"/>
                    <a:pt x="3294" y="1241"/>
                  </a:cubicBezTo>
                  <a:cubicBezTo>
                    <a:pt x="1994" y="2068"/>
                    <a:pt x="2221" y="3368"/>
                    <a:pt x="2221" y="3368"/>
                  </a:cubicBezTo>
                  <a:cubicBezTo>
                    <a:pt x="660" y="3641"/>
                    <a:pt x="0" y="5328"/>
                    <a:pt x="800" y="6469"/>
                  </a:cubicBezTo>
                  <a:cubicBezTo>
                    <a:pt x="1601" y="7609"/>
                    <a:pt x="5842" y="8589"/>
                    <a:pt x="9309" y="10610"/>
                  </a:cubicBezTo>
                  <a:cubicBezTo>
                    <a:pt x="12777" y="12637"/>
                    <a:pt x="16198" y="16305"/>
                    <a:pt x="16198" y="16305"/>
                  </a:cubicBezTo>
                  <a:cubicBezTo>
                    <a:pt x="17392" y="12897"/>
                    <a:pt x="21839" y="8129"/>
                    <a:pt x="21533" y="5429"/>
                  </a:cubicBezTo>
                  <a:cubicBezTo>
                    <a:pt x="21493" y="5068"/>
                    <a:pt x="21419" y="4715"/>
                    <a:pt x="21306" y="4375"/>
                  </a:cubicBezTo>
                  <a:cubicBezTo>
                    <a:pt x="21139" y="4755"/>
                    <a:pt x="21013" y="5162"/>
                    <a:pt x="20879" y="5535"/>
                  </a:cubicBezTo>
                  <a:cubicBezTo>
                    <a:pt x="19932" y="8243"/>
                    <a:pt x="18265" y="10630"/>
                    <a:pt x="16611" y="12977"/>
                  </a:cubicBezTo>
                  <a:cubicBezTo>
                    <a:pt x="16338" y="13371"/>
                    <a:pt x="16071" y="13804"/>
                    <a:pt x="15491" y="13824"/>
                  </a:cubicBezTo>
                  <a:cubicBezTo>
                    <a:pt x="15485" y="13824"/>
                    <a:pt x="15478" y="13824"/>
                    <a:pt x="15472" y="13824"/>
                  </a:cubicBezTo>
                  <a:cubicBezTo>
                    <a:pt x="14896" y="13824"/>
                    <a:pt x="14527" y="13232"/>
                    <a:pt x="14231" y="12730"/>
                  </a:cubicBezTo>
                  <a:cubicBezTo>
                    <a:pt x="12297" y="9456"/>
                    <a:pt x="8743" y="7189"/>
                    <a:pt x="4955" y="6802"/>
                  </a:cubicBezTo>
                  <a:cubicBezTo>
                    <a:pt x="4228" y="6729"/>
                    <a:pt x="3408" y="6696"/>
                    <a:pt x="2874" y="6202"/>
                  </a:cubicBezTo>
                  <a:cubicBezTo>
                    <a:pt x="2341" y="5709"/>
                    <a:pt x="2428" y="4568"/>
                    <a:pt x="3154" y="4475"/>
                  </a:cubicBezTo>
                  <a:cubicBezTo>
                    <a:pt x="2874" y="3595"/>
                    <a:pt x="3234" y="2428"/>
                    <a:pt x="4001" y="1888"/>
                  </a:cubicBezTo>
                  <a:cubicBezTo>
                    <a:pt x="4621" y="1434"/>
                    <a:pt x="5368" y="1627"/>
                    <a:pt x="6002" y="1387"/>
                  </a:cubicBezTo>
                  <a:cubicBezTo>
                    <a:pt x="6635" y="1141"/>
                    <a:pt x="7095" y="634"/>
                    <a:pt x="7402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7" name="Google Shape;2080;p36"/>
            <p:cNvSpPr/>
            <p:nvPr/>
          </p:nvSpPr>
          <p:spPr>
            <a:xfrm>
              <a:off x="1740738" y="3163662"/>
              <a:ext cx="52276" cy="52723"/>
            </a:xfrm>
            <a:custGeom>
              <a:avLst/>
              <a:gdLst/>
              <a:ahLst/>
              <a:cxnLst/>
              <a:rect l="l" t="t" r="r" b="b"/>
              <a:pathLst>
                <a:path w="1869" h="1885" extrusionOk="0">
                  <a:moveTo>
                    <a:pt x="661" y="1"/>
                  </a:moveTo>
                  <a:lnTo>
                    <a:pt x="661" y="1"/>
                  </a:lnTo>
                  <a:cubicBezTo>
                    <a:pt x="388" y="14"/>
                    <a:pt x="154" y="267"/>
                    <a:pt x="74" y="567"/>
                  </a:cubicBezTo>
                  <a:cubicBezTo>
                    <a:pt x="1" y="867"/>
                    <a:pt x="128" y="1194"/>
                    <a:pt x="321" y="1408"/>
                  </a:cubicBezTo>
                  <a:cubicBezTo>
                    <a:pt x="508" y="1628"/>
                    <a:pt x="768" y="1774"/>
                    <a:pt x="1055" y="1834"/>
                  </a:cubicBezTo>
                  <a:cubicBezTo>
                    <a:pt x="1216" y="1867"/>
                    <a:pt x="1380" y="1884"/>
                    <a:pt x="1545" y="1884"/>
                  </a:cubicBezTo>
                  <a:cubicBezTo>
                    <a:pt x="1652" y="1884"/>
                    <a:pt x="1760" y="1877"/>
                    <a:pt x="1868" y="1861"/>
                  </a:cubicBezTo>
                  <a:cubicBezTo>
                    <a:pt x="1355" y="1708"/>
                    <a:pt x="841" y="1574"/>
                    <a:pt x="534" y="1214"/>
                  </a:cubicBezTo>
                  <a:cubicBezTo>
                    <a:pt x="381" y="1048"/>
                    <a:pt x="294" y="827"/>
                    <a:pt x="301" y="601"/>
                  </a:cubicBezTo>
                  <a:cubicBezTo>
                    <a:pt x="314" y="354"/>
                    <a:pt x="448" y="127"/>
                    <a:pt x="6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8" name="Google Shape;2081;p36"/>
            <p:cNvSpPr/>
            <p:nvPr/>
          </p:nvSpPr>
          <p:spPr>
            <a:xfrm>
              <a:off x="1830830" y="3248719"/>
              <a:ext cx="85840" cy="31550"/>
            </a:xfrm>
            <a:custGeom>
              <a:avLst/>
              <a:gdLst/>
              <a:ahLst/>
              <a:cxnLst/>
              <a:rect l="l" t="t" r="r" b="b"/>
              <a:pathLst>
                <a:path w="3069" h="1128" extrusionOk="0">
                  <a:moveTo>
                    <a:pt x="1" y="0"/>
                  </a:moveTo>
                  <a:cubicBezTo>
                    <a:pt x="888" y="674"/>
                    <a:pt x="1955" y="1067"/>
                    <a:pt x="3068" y="1127"/>
                  </a:cubicBezTo>
                  <a:cubicBezTo>
                    <a:pt x="2568" y="894"/>
                    <a:pt x="2055" y="701"/>
                    <a:pt x="1548" y="521"/>
                  </a:cubicBezTo>
                  <a:cubicBezTo>
                    <a:pt x="1041" y="334"/>
                    <a:pt x="541" y="140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9" name="Google Shape;2082;p36"/>
            <p:cNvSpPr/>
            <p:nvPr/>
          </p:nvSpPr>
          <p:spPr>
            <a:xfrm>
              <a:off x="1952247" y="3290870"/>
              <a:ext cx="190280" cy="131151"/>
            </a:xfrm>
            <a:custGeom>
              <a:avLst/>
              <a:gdLst/>
              <a:ahLst/>
              <a:cxnLst/>
              <a:rect l="l" t="t" r="r" b="b"/>
              <a:pathLst>
                <a:path w="6803" h="4689" extrusionOk="0">
                  <a:moveTo>
                    <a:pt x="1" y="0"/>
                  </a:moveTo>
                  <a:lnTo>
                    <a:pt x="1" y="0"/>
                  </a:lnTo>
                  <a:cubicBezTo>
                    <a:pt x="1221" y="647"/>
                    <a:pt x="2408" y="1361"/>
                    <a:pt x="3549" y="2134"/>
                  </a:cubicBezTo>
                  <a:cubicBezTo>
                    <a:pt x="4682" y="2921"/>
                    <a:pt x="5769" y="3775"/>
                    <a:pt x="6803" y="4688"/>
                  </a:cubicBezTo>
                  <a:cubicBezTo>
                    <a:pt x="5903" y="3615"/>
                    <a:pt x="4862" y="2674"/>
                    <a:pt x="3709" y="1894"/>
                  </a:cubicBezTo>
                  <a:cubicBezTo>
                    <a:pt x="2562" y="1101"/>
                    <a:pt x="1315" y="467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0" name="Google Shape;2083;p36"/>
            <p:cNvSpPr/>
            <p:nvPr/>
          </p:nvSpPr>
          <p:spPr>
            <a:xfrm>
              <a:off x="2161351" y="3355033"/>
              <a:ext cx="41060" cy="66233"/>
            </a:xfrm>
            <a:custGeom>
              <a:avLst/>
              <a:gdLst/>
              <a:ahLst/>
              <a:cxnLst/>
              <a:rect l="l" t="t" r="r" b="b"/>
              <a:pathLst>
                <a:path w="1468" h="2368" extrusionOk="0">
                  <a:moveTo>
                    <a:pt x="1467" y="0"/>
                  </a:moveTo>
                  <a:lnTo>
                    <a:pt x="1467" y="0"/>
                  </a:lnTo>
                  <a:cubicBezTo>
                    <a:pt x="1021" y="200"/>
                    <a:pt x="640" y="534"/>
                    <a:pt x="394" y="961"/>
                  </a:cubicBezTo>
                  <a:cubicBezTo>
                    <a:pt x="154" y="1387"/>
                    <a:pt x="0" y="1874"/>
                    <a:pt x="54" y="2368"/>
                  </a:cubicBezTo>
                  <a:cubicBezTo>
                    <a:pt x="214" y="1934"/>
                    <a:pt x="414" y="1514"/>
                    <a:pt x="640" y="1107"/>
                  </a:cubicBezTo>
                  <a:cubicBezTo>
                    <a:pt x="880" y="714"/>
                    <a:pt x="1161" y="347"/>
                    <a:pt x="14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1" name="Google Shape;2084;p36"/>
            <p:cNvSpPr/>
            <p:nvPr/>
          </p:nvSpPr>
          <p:spPr>
            <a:xfrm>
              <a:off x="1779169" y="2975060"/>
              <a:ext cx="485335" cy="283756"/>
            </a:xfrm>
            <a:custGeom>
              <a:avLst/>
              <a:gdLst/>
              <a:ahLst/>
              <a:cxnLst/>
              <a:rect l="l" t="t" r="r" b="b"/>
              <a:pathLst>
                <a:path w="17352" h="10145" extrusionOk="0">
                  <a:moveTo>
                    <a:pt x="7228" y="0"/>
                  </a:moveTo>
                  <a:cubicBezTo>
                    <a:pt x="6864" y="0"/>
                    <a:pt x="6496" y="5"/>
                    <a:pt x="6129" y="22"/>
                  </a:cubicBezTo>
                  <a:cubicBezTo>
                    <a:pt x="4955" y="75"/>
                    <a:pt x="3768" y="215"/>
                    <a:pt x="2708" y="589"/>
                  </a:cubicBezTo>
                  <a:cubicBezTo>
                    <a:pt x="981" y="1215"/>
                    <a:pt x="1688" y="2983"/>
                    <a:pt x="1861" y="3776"/>
                  </a:cubicBezTo>
                  <a:cubicBezTo>
                    <a:pt x="2034" y="4570"/>
                    <a:pt x="1" y="5817"/>
                    <a:pt x="754" y="7711"/>
                  </a:cubicBezTo>
                  <a:cubicBezTo>
                    <a:pt x="1399" y="9345"/>
                    <a:pt x="5241" y="10145"/>
                    <a:pt x="9115" y="10145"/>
                  </a:cubicBezTo>
                  <a:cubicBezTo>
                    <a:pt x="9730" y="10145"/>
                    <a:pt x="10346" y="10125"/>
                    <a:pt x="10950" y="10084"/>
                  </a:cubicBezTo>
                  <a:cubicBezTo>
                    <a:pt x="14564" y="9844"/>
                    <a:pt x="16572" y="8457"/>
                    <a:pt x="17139" y="7257"/>
                  </a:cubicBezTo>
                  <a:cubicBezTo>
                    <a:pt x="17299" y="6904"/>
                    <a:pt x="17352" y="6557"/>
                    <a:pt x="17265" y="6263"/>
                  </a:cubicBezTo>
                  <a:cubicBezTo>
                    <a:pt x="16905" y="4983"/>
                    <a:pt x="15858" y="4616"/>
                    <a:pt x="16072" y="3329"/>
                  </a:cubicBezTo>
                  <a:cubicBezTo>
                    <a:pt x="16292" y="2049"/>
                    <a:pt x="14438" y="95"/>
                    <a:pt x="8303" y="8"/>
                  </a:cubicBezTo>
                  <a:cubicBezTo>
                    <a:pt x="7953" y="5"/>
                    <a:pt x="7593" y="0"/>
                    <a:pt x="7228" y="0"/>
                  </a:cubicBezTo>
                  <a:close/>
                </a:path>
              </a:pathLst>
            </a:custGeom>
            <a:solidFill>
              <a:srgbClr val="FFB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2" name="Google Shape;2085;p36"/>
            <p:cNvSpPr/>
            <p:nvPr/>
          </p:nvSpPr>
          <p:spPr>
            <a:xfrm>
              <a:off x="1778050" y="2967033"/>
              <a:ext cx="494482" cy="299978"/>
            </a:xfrm>
            <a:custGeom>
              <a:avLst/>
              <a:gdLst/>
              <a:ahLst/>
              <a:cxnLst/>
              <a:rect l="l" t="t" r="r" b="b"/>
              <a:pathLst>
                <a:path w="17679" h="10725" extrusionOk="0">
                  <a:moveTo>
                    <a:pt x="7323" y="576"/>
                  </a:moveTo>
                  <a:lnTo>
                    <a:pt x="8336" y="582"/>
                  </a:lnTo>
                  <a:cubicBezTo>
                    <a:pt x="13371" y="662"/>
                    <a:pt x="15005" y="1989"/>
                    <a:pt x="15478" y="2549"/>
                  </a:cubicBezTo>
                  <a:cubicBezTo>
                    <a:pt x="15765" y="2896"/>
                    <a:pt x="15878" y="3243"/>
                    <a:pt x="15825" y="3570"/>
                  </a:cubicBezTo>
                  <a:cubicBezTo>
                    <a:pt x="15671" y="4437"/>
                    <a:pt x="16045" y="4963"/>
                    <a:pt x="16405" y="5470"/>
                  </a:cubicBezTo>
                  <a:cubicBezTo>
                    <a:pt x="16645" y="5810"/>
                    <a:pt x="16892" y="6157"/>
                    <a:pt x="17025" y="6637"/>
                  </a:cubicBezTo>
                  <a:cubicBezTo>
                    <a:pt x="17092" y="6857"/>
                    <a:pt x="17045" y="7131"/>
                    <a:pt x="16912" y="7417"/>
                  </a:cubicBezTo>
                  <a:cubicBezTo>
                    <a:pt x="16412" y="8498"/>
                    <a:pt x="14544" y="9845"/>
                    <a:pt x="10970" y="10078"/>
                  </a:cubicBezTo>
                  <a:cubicBezTo>
                    <a:pt x="10387" y="10118"/>
                    <a:pt x="9789" y="10137"/>
                    <a:pt x="9191" y="10137"/>
                  </a:cubicBezTo>
                  <a:cubicBezTo>
                    <a:pt x="5442" y="10137"/>
                    <a:pt x="1648" y="9368"/>
                    <a:pt x="1068" y="7884"/>
                  </a:cubicBezTo>
                  <a:cubicBezTo>
                    <a:pt x="654" y="6844"/>
                    <a:pt x="1194" y="6030"/>
                    <a:pt x="1674" y="5303"/>
                  </a:cubicBezTo>
                  <a:cubicBezTo>
                    <a:pt x="2001" y="4830"/>
                    <a:pt x="2275" y="4410"/>
                    <a:pt x="2188" y="3996"/>
                  </a:cubicBezTo>
                  <a:cubicBezTo>
                    <a:pt x="2161" y="3903"/>
                    <a:pt x="2134" y="3796"/>
                    <a:pt x="2101" y="3676"/>
                  </a:cubicBezTo>
                  <a:cubicBezTo>
                    <a:pt x="1821" y="2596"/>
                    <a:pt x="1661" y="1576"/>
                    <a:pt x="2841" y="1156"/>
                  </a:cubicBezTo>
                  <a:cubicBezTo>
                    <a:pt x="3742" y="836"/>
                    <a:pt x="4802" y="662"/>
                    <a:pt x="6176" y="602"/>
                  </a:cubicBezTo>
                  <a:lnTo>
                    <a:pt x="7323" y="576"/>
                  </a:lnTo>
                  <a:close/>
                  <a:moveTo>
                    <a:pt x="7282" y="0"/>
                  </a:moveTo>
                  <a:cubicBezTo>
                    <a:pt x="6912" y="0"/>
                    <a:pt x="6532" y="5"/>
                    <a:pt x="6156" y="22"/>
                  </a:cubicBezTo>
                  <a:cubicBezTo>
                    <a:pt x="4722" y="75"/>
                    <a:pt x="3608" y="269"/>
                    <a:pt x="2655" y="602"/>
                  </a:cubicBezTo>
                  <a:cubicBezTo>
                    <a:pt x="861" y="1242"/>
                    <a:pt x="1321" y="2990"/>
                    <a:pt x="1541" y="3830"/>
                  </a:cubicBezTo>
                  <a:cubicBezTo>
                    <a:pt x="1568" y="3936"/>
                    <a:pt x="1568" y="3943"/>
                    <a:pt x="1608" y="4123"/>
                  </a:cubicBezTo>
                  <a:cubicBezTo>
                    <a:pt x="1654" y="4297"/>
                    <a:pt x="1414" y="4643"/>
                    <a:pt x="1194" y="4990"/>
                  </a:cubicBezTo>
                  <a:cubicBezTo>
                    <a:pt x="687" y="5737"/>
                    <a:pt x="1" y="6777"/>
                    <a:pt x="527" y="8104"/>
                  </a:cubicBezTo>
                  <a:cubicBezTo>
                    <a:pt x="1234" y="9891"/>
                    <a:pt x="5222" y="10725"/>
                    <a:pt x="9190" y="10725"/>
                  </a:cubicBezTo>
                  <a:cubicBezTo>
                    <a:pt x="9797" y="10725"/>
                    <a:pt x="10410" y="10698"/>
                    <a:pt x="11010" y="10665"/>
                  </a:cubicBezTo>
                  <a:cubicBezTo>
                    <a:pt x="14845" y="10405"/>
                    <a:pt x="16872" y="8891"/>
                    <a:pt x="17439" y="7664"/>
                  </a:cubicBezTo>
                  <a:lnTo>
                    <a:pt x="17445" y="7664"/>
                  </a:lnTo>
                  <a:cubicBezTo>
                    <a:pt x="17639" y="7244"/>
                    <a:pt x="17679" y="6837"/>
                    <a:pt x="17579" y="6477"/>
                  </a:cubicBezTo>
                  <a:cubicBezTo>
                    <a:pt x="17425" y="5904"/>
                    <a:pt x="17139" y="5497"/>
                    <a:pt x="16878" y="5137"/>
                  </a:cubicBezTo>
                  <a:cubicBezTo>
                    <a:pt x="16538" y="4657"/>
                    <a:pt x="16292" y="4297"/>
                    <a:pt x="16398" y="3670"/>
                  </a:cubicBezTo>
                  <a:cubicBezTo>
                    <a:pt x="16478" y="3176"/>
                    <a:pt x="16312" y="2643"/>
                    <a:pt x="15925" y="2176"/>
                  </a:cubicBezTo>
                  <a:cubicBezTo>
                    <a:pt x="15278" y="1396"/>
                    <a:pt x="13431" y="75"/>
                    <a:pt x="8343" y="9"/>
                  </a:cubicBezTo>
                  <a:cubicBezTo>
                    <a:pt x="8009" y="5"/>
                    <a:pt x="7651" y="0"/>
                    <a:pt x="728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3" name="Google Shape;2086;p36"/>
            <p:cNvSpPr/>
            <p:nvPr/>
          </p:nvSpPr>
          <p:spPr>
            <a:xfrm>
              <a:off x="1779169" y="2975648"/>
              <a:ext cx="479378" cy="283168"/>
            </a:xfrm>
            <a:custGeom>
              <a:avLst/>
              <a:gdLst/>
              <a:ahLst/>
              <a:cxnLst/>
              <a:rect l="l" t="t" r="r" b="b"/>
              <a:pathLst>
                <a:path w="17139" h="10124" extrusionOk="0">
                  <a:moveTo>
                    <a:pt x="6129" y="1"/>
                  </a:moveTo>
                  <a:cubicBezTo>
                    <a:pt x="4955" y="54"/>
                    <a:pt x="3768" y="194"/>
                    <a:pt x="2708" y="568"/>
                  </a:cubicBezTo>
                  <a:cubicBezTo>
                    <a:pt x="981" y="1194"/>
                    <a:pt x="1688" y="2962"/>
                    <a:pt x="1861" y="3755"/>
                  </a:cubicBezTo>
                  <a:cubicBezTo>
                    <a:pt x="2034" y="4549"/>
                    <a:pt x="1" y="5796"/>
                    <a:pt x="754" y="7690"/>
                  </a:cubicBezTo>
                  <a:cubicBezTo>
                    <a:pt x="1399" y="9324"/>
                    <a:pt x="5241" y="10124"/>
                    <a:pt x="9115" y="10124"/>
                  </a:cubicBezTo>
                  <a:cubicBezTo>
                    <a:pt x="9730" y="10124"/>
                    <a:pt x="10346" y="10104"/>
                    <a:pt x="10950" y="10063"/>
                  </a:cubicBezTo>
                  <a:cubicBezTo>
                    <a:pt x="14564" y="9823"/>
                    <a:pt x="16572" y="8436"/>
                    <a:pt x="17139" y="7236"/>
                  </a:cubicBezTo>
                  <a:lnTo>
                    <a:pt x="17139" y="7236"/>
                  </a:lnTo>
                  <a:lnTo>
                    <a:pt x="16598" y="7523"/>
                  </a:lnTo>
                  <a:cubicBezTo>
                    <a:pt x="14443" y="8642"/>
                    <a:pt x="12007" y="9212"/>
                    <a:pt x="9572" y="9212"/>
                  </a:cubicBezTo>
                  <a:cubicBezTo>
                    <a:pt x="7930" y="9212"/>
                    <a:pt x="6290" y="8953"/>
                    <a:pt x="4735" y="8430"/>
                  </a:cubicBezTo>
                  <a:cubicBezTo>
                    <a:pt x="427" y="6969"/>
                    <a:pt x="4568" y="2428"/>
                    <a:pt x="6029" y="161"/>
                  </a:cubicBezTo>
                  <a:lnTo>
                    <a:pt x="6129" y="1"/>
                  </a:ln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4" name="Google Shape;2087;p36"/>
            <p:cNvSpPr/>
            <p:nvPr/>
          </p:nvSpPr>
          <p:spPr>
            <a:xfrm>
              <a:off x="1836619" y="3033098"/>
              <a:ext cx="24642" cy="53367"/>
            </a:xfrm>
            <a:custGeom>
              <a:avLst/>
              <a:gdLst/>
              <a:ahLst/>
              <a:cxnLst/>
              <a:rect l="l" t="t" r="r" b="b"/>
              <a:pathLst>
                <a:path w="881" h="1908" extrusionOk="0">
                  <a:moveTo>
                    <a:pt x="294" y="1"/>
                  </a:moveTo>
                  <a:cubicBezTo>
                    <a:pt x="40" y="294"/>
                    <a:pt x="0" y="728"/>
                    <a:pt x="114" y="1101"/>
                  </a:cubicBezTo>
                  <a:cubicBezTo>
                    <a:pt x="234" y="1474"/>
                    <a:pt x="507" y="1808"/>
                    <a:pt x="881" y="1908"/>
                  </a:cubicBezTo>
                  <a:cubicBezTo>
                    <a:pt x="661" y="1641"/>
                    <a:pt x="494" y="1341"/>
                    <a:pt x="394" y="1014"/>
                  </a:cubicBezTo>
                  <a:cubicBezTo>
                    <a:pt x="287" y="688"/>
                    <a:pt x="254" y="341"/>
                    <a:pt x="29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5" name="Google Shape;2088;p36"/>
            <p:cNvSpPr/>
            <p:nvPr/>
          </p:nvSpPr>
          <p:spPr>
            <a:xfrm>
              <a:off x="1814411" y="3123945"/>
              <a:ext cx="51884" cy="89280"/>
            </a:xfrm>
            <a:custGeom>
              <a:avLst/>
              <a:gdLst/>
              <a:ahLst/>
              <a:cxnLst/>
              <a:rect l="l" t="t" r="r" b="b"/>
              <a:pathLst>
                <a:path w="1855" h="3192" extrusionOk="0">
                  <a:moveTo>
                    <a:pt x="1141" y="0"/>
                  </a:moveTo>
                  <a:cubicBezTo>
                    <a:pt x="441" y="260"/>
                    <a:pt x="1" y="1107"/>
                    <a:pt x="174" y="1887"/>
                  </a:cubicBezTo>
                  <a:cubicBezTo>
                    <a:pt x="346" y="2624"/>
                    <a:pt x="1038" y="3192"/>
                    <a:pt x="1749" y="3192"/>
                  </a:cubicBezTo>
                  <a:cubicBezTo>
                    <a:pt x="1784" y="3192"/>
                    <a:pt x="1820" y="3191"/>
                    <a:pt x="1855" y="3188"/>
                  </a:cubicBezTo>
                  <a:cubicBezTo>
                    <a:pt x="1155" y="3008"/>
                    <a:pt x="601" y="2461"/>
                    <a:pt x="461" y="1821"/>
                  </a:cubicBezTo>
                  <a:cubicBezTo>
                    <a:pt x="321" y="1181"/>
                    <a:pt x="574" y="460"/>
                    <a:pt x="114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6" name="Google Shape;2089;p36"/>
            <p:cNvSpPr/>
            <p:nvPr/>
          </p:nvSpPr>
          <p:spPr>
            <a:xfrm>
              <a:off x="1914404" y="3211603"/>
              <a:ext cx="220488" cy="18404"/>
            </a:xfrm>
            <a:custGeom>
              <a:avLst/>
              <a:gdLst/>
              <a:ahLst/>
              <a:cxnLst/>
              <a:rect l="l" t="t" r="r" b="b"/>
              <a:pathLst>
                <a:path w="7883" h="658" extrusionOk="0">
                  <a:moveTo>
                    <a:pt x="7882" y="0"/>
                  </a:moveTo>
                  <a:lnTo>
                    <a:pt x="7882" y="0"/>
                  </a:lnTo>
                  <a:cubicBezTo>
                    <a:pt x="6433" y="249"/>
                    <a:pt x="4970" y="373"/>
                    <a:pt x="3506" y="373"/>
                  </a:cubicBezTo>
                  <a:cubicBezTo>
                    <a:pt x="2335" y="373"/>
                    <a:pt x="1164" y="294"/>
                    <a:pt x="0" y="134"/>
                  </a:cubicBezTo>
                  <a:lnTo>
                    <a:pt x="0" y="134"/>
                  </a:lnTo>
                  <a:cubicBezTo>
                    <a:pt x="1177" y="483"/>
                    <a:pt x="2399" y="658"/>
                    <a:pt x="3625" y="658"/>
                  </a:cubicBezTo>
                  <a:cubicBezTo>
                    <a:pt x="3733" y="658"/>
                    <a:pt x="3840" y="657"/>
                    <a:pt x="3948" y="654"/>
                  </a:cubicBezTo>
                  <a:cubicBezTo>
                    <a:pt x="5282" y="627"/>
                    <a:pt x="6622" y="434"/>
                    <a:pt x="7882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7" name="Google Shape;2090;p36"/>
            <p:cNvSpPr/>
            <p:nvPr/>
          </p:nvSpPr>
          <p:spPr>
            <a:xfrm>
              <a:off x="2160037" y="3173731"/>
              <a:ext cx="50010" cy="33788"/>
            </a:xfrm>
            <a:custGeom>
              <a:avLst/>
              <a:gdLst/>
              <a:ahLst/>
              <a:cxnLst/>
              <a:rect l="l" t="t" r="r" b="b"/>
              <a:pathLst>
                <a:path w="1788" h="1208" extrusionOk="0">
                  <a:moveTo>
                    <a:pt x="1788" y="1"/>
                  </a:moveTo>
                  <a:lnTo>
                    <a:pt x="1788" y="1"/>
                  </a:lnTo>
                  <a:cubicBezTo>
                    <a:pt x="1468" y="207"/>
                    <a:pt x="1188" y="407"/>
                    <a:pt x="901" y="608"/>
                  </a:cubicBezTo>
                  <a:cubicBezTo>
                    <a:pt x="607" y="808"/>
                    <a:pt x="307" y="988"/>
                    <a:pt x="1" y="1208"/>
                  </a:cubicBezTo>
                  <a:cubicBezTo>
                    <a:pt x="767" y="1161"/>
                    <a:pt x="1454" y="694"/>
                    <a:pt x="178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8" name="Google Shape;2091;p36"/>
            <p:cNvSpPr/>
            <p:nvPr/>
          </p:nvSpPr>
          <p:spPr>
            <a:xfrm>
              <a:off x="2656364" y="2141163"/>
              <a:ext cx="243619" cy="376448"/>
            </a:xfrm>
            <a:custGeom>
              <a:avLst/>
              <a:gdLst/>
              <a:ahLst/>
              <a:cxnLst/>
              <a:rect l="l" t="t" r="r" b="b"/>
              <a:pathLst>
                <a:path w="8710" h="13459" extrusionOk="0">
                  <a:moveTo>
                    <a:pt x="5053" y="0"/>
                  </a:moveTo>
                  <a:cubicBezTo>
                    <a:pt x="4802" y="0"/>
                    <a:pt x="4551" y="21"/>
                    <a:pt x="4301" y="61"/>
                  </a:cubicBezTo>
                  <a:cubicBezTo>
                    <a:pt x="1934" y="475"/>
                    <a:pt x="661" y="2715"/>
                    <a:pt x="661" y="2715"/>
                  </a:cubicBezTo>
                  <a:cubicBezTo>
                    <a:pt x="894" y="8270"/>
                    <a:pt x="0" y="13458"/>
                    <a:pt x="0" y="13458"/>
                  </a:cubicBezTo>
                  <a:cubicBezTo>
                    <a:pt x="0" y="13458"/>
                    <a:pt x="3061" y="12151"/>
                    <a:pt x="5262" y="9977"/>
                  </a:cubicBezTo>
                  <a:cubicBezTo>
                    <a:pt x="5809" y="9444"/>
                    <a:pt x="6289" y="8844"/>
                    <a:pt x="6682" y="8190"/>
                  </a:cubicBezTo>
                  <a:cubicBezTo>
                    <a:pt x="8596" y="4963"/>
                    <a:pt x="8709" y="381"/>
                    <a:pt x="5549" y="28"/>
                  </a:cubicBezTo>
                  <a:cubicBezTo>
                    <a:pt x="5384" y="9"/>
                    <a:pt x="5219" y="0"/>
                    <a:pt x="5053" y="0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9" name="Google Shape;2092;p36"/>
            <p:cNvSpPr/>
            <p:nvPr/>
          </p:nvSpPr>
          <p:spPr>
            <a:xfrm>
              <a:off x="2645903" y="2132940"/>
              <a:ext cx="255002" cy="397901"/>
            </a:xfrm>
            <a:custGeom>
              <a:avLst/>
              <a:gdLst/>
              <a:ahLst/>
              <a:cxnLst/>
              <a:rect l="l" t="t" r="r" b="b"/>
              <a:pathLst>
                <a:path w="9117" h="14226" extrusionOk="0">
                  <a:moveTo>
                    <a:pt x="5425" y="581"/>
                  </a:moveTo>
                  <a:cubicBezTo>
                    <a:pt x="5580" y="581"/>
                    <a:pt x="5735" y="590"/>
                    <a:pt x="5889" y="609"/>
                  </a:cubicBezTo>
                  <a:cubicBezTo>
                    <a:pt x="6736" y="709"/>
                    <a:pt x="7356" y="1135"/>
                    <a:pt x="7723" y="1882"/>
                  </a:cubicBezTo>
                  <a:cubicBezTo>
                    <a:pt x="8490" y="3423"/>
                    <a:pt x="8110" y="6137"/>
                    <a:pt x="6809" y="8344"/>
                  </a:cubicBezTo>
                  <a:cubicBezTo>
                    <a:pt x="6423" y="8971"/>
                    <a:pt x="5963" y="9544"/>
                    <a:pt x="5436" y="10058"/>
                  </a:cubicBezTo>
                  <a:cubicBezTo>
                    <a:pt x="3809" y="11672"/>
                    <a:pt x="1681" y="12805"/>
                    <a:pt x="741" y="13252"/>
                  </a:cubicBezTo>
                  <a:cubicBezTo>
                    <a:pt x="955" y="11785"/>
                    <a:pt x="1501" y="7544"/>
                    <a:pt x="1321" y="3083"/>
                  </a:cubicBezTo>
                  <a:cubicBezTo>
                    <a:pt x="1555" y="2716"/>
                    <a:pt x="2742" y="982"/>
                    <a:pt x="4722" y="642"/>
                  </a:cubicBezTo>
                  <a:cubicBezTo>
                    <a:pt x="4955" y="602"/>
                    <a:pt x="5191" y="581"/>
                    <a:pt x="5425" y="581"/>
                  </a:cubicBezTo>
                  <a:close/>
                  <a:moveTo>
                    <a:pt x="5401" y="1"/>
                  </a:moveTo>
                  <a:cubicBezTo>
                    <a:pt x="5144" y="1"/>
                    <a:pt x="4889" y="22"/>
                    <a:pt x="4635" y="68"/>
                  </a:cubicBezTo>
                  <a:cubicBezTo>
                    <a:pt x="2155" y="489"/>
                    <a:pt x="841" y="2769"/>
                    <a:pt x="781" y="2869"/>
                  </a:cubicBezTo>
                  <a:lnTo>
                    <a:pt x="741" y="2943"/>
                  </a:lnTo>
                  <a:lnTo>
                    <a:pt x="741" y="3023"/>
                  </a:lnTo>
                  <a:cubicBezTo>
                    <a:pt x="975" y="8484"/>
                    <a:pt x="88" y="13645"/>
                    <a:pt x="81" y="13705"/>
                  </a:cubicBezTo>
                  <a:lnTo>
                    <a:pt x="1" y="14226"/>
                  </a:lnTo>
                  <a:lnTo>
                    <a:pt x="488" y="14019"/>
                  </a:lnTo>
                  <a:cubicBezTo>
                    <a:pt x="621" y="13959"/>
                    <a:pt x="3635" y="12672"/>
                    <a:pt x="5849" y="10478"/>
                  </a:cubicBezTo>
                  <a:cubicBezTo>
                    <a:pt x="6416" y="9924"/>
                    <a:pt x="6909" y="9311"/>
                    <a:pt x="7316" y="8637"/>
                  </a:cubicBezTo>
                  <a:cubicBezTo>
                    <a:pt x="8730" y="6237"/>
                    <a:pt x="9117" y="3356"/>
                    <a:pt x="8256" y="1622"/>
                  </a:cubicBezTo>
                  <a:cubicBezTo>
                    <a:pt x="7803" y="702"/>
                    <a:pt x="7003" y="149"/>
                    <a:pt x="5969" y="35"/>
                  </a:cubicBezTo>
                  <a:cubicBezTo>
                    <a:pt x="5780" y="13"/>
                    <a:pt x="5590" y="1"/>
                    <a:pt x="540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0" name="Google Shape;2093;p36"/>
            <p:cNvSpPr/>
            <p:nvPr/>
          </p:nvSpPr>
          <p:spPr>
            <a:xfrm>
              <a:off x="2656364" y="2142869"/>
              <a:ext cx="147178" cy="374742"/>
            </a:xfrm>
            <a:custGeom>
              <a:avLst/>
              <a:gdLst/>
              <a:ahLst/>
              <a:cxnLst/>
              <a:rect l="l" t="t" r="r" b="b"/>
              <a:pathLst>
                <a:path w="5262" h="13398" extrusionOk="0">
                  <a:moveTo>
                    <a:pt x="4301" y="0"/>
                  </a:moveTo>
                  <a:cubicBezTo>
                    <a:pt x="1934" y="414"/>
                    <a:pt x="661" y="2654"/>
                    <a:pt x="661" y="2654"/>
                  </a:cubicBezTo>
                  <a:cubicBezTo>
                    <a:pt x="894" y="8216"/>
                    <a:pt x="0" y="13397"/>
                    <a:pt x="0" y="13397"/>
                  </a:cubicBezTo>
                  <a:cubicBezTo>
                    <a:pt x="0" y="13397"/>
                    <a:pt x="3061" y="12090"/>
                    <a:pt x="5262" y="9916"/>
                  </a:cubicBezTo>
                  <a:cubicBezTo>
                    <a:pt x="5068" y="9736"/>
                    <a:pt x="4848" y="9589"/>
                    <a:pt x="4702" y="9383"/>
                  </a:cubicBezTo>
                  <a:cubicBezTo>
                    <a:pt x="4428" y="9003"/>
                    <a:pt x="4402" y="8516"/>
                    <a:pt x="4395" y="8049"/>
                  </a:cubicBezTo>
                  <a:cubicBezTo>
                    <a:pt x="4328" y="5882"/>
                    <a:pt x="4268" y="3701"/>
                    <a:pt x="4201" y="1534"/>
                  </a:cubicBezTo>
                  <a:cubicBezTo>
                    <a:pt x="4188" y="1034"/>
                    <a:pt x="4188" y="494"/>
                    <a:pt x="4301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1" name="Google Shape;2094;p36"/>
            <p:cNvSpPr/>
            <p:nvPr/>
          </p:nvSpPr>
          <p:spPr>
            <a:xfrm>
              <a:off x="2678740" y="2191341"/>
              <a:ext cx="184294" cy="110649"/>
            </a:xfrm>
            <a:custGeom>
              <a:avLst/>
              <a:gdLst/>
              <a:ahLst/>
              <a:cxnLst/>
              <a:rect l="l" t="t" r="r" b="b"/>
              <a:pathLst>
                <a:path w="6589" h="3956" extrusionOk="0">
                  <a:moveTo>
                    <a:pt x="4069" y="1"/>
                  </a:moveTo>
                  <a:cubicBezTo>
                    <a:pt x="4058" y="1"/>
                    <a:pt x="4046" y="1"/>
                    <a:pt x="4035" y="1"/>
                  </a:cubicBezTo>
                  <a:cubicBezTo>
                    <a:pt x="1601" y="34"/>
                    <a:pt x="121" y="3402"/>
                    <a:pt x="67" y="3542"/>
                  </a:cubicBezTo>
                  <a:cubicBezTo>
                    <a:pt x="1" y="3695"/>
                    <a:pt x="67" y="3862"/>
                    <a:pt x="214" y="3929"/>
                  </a:cubicBezTo>
                  <a:lnTo>
                    <a:pt x="334" y="3955"/>
                  </a:lnTo>
                  <a:cubicBezTo>
                    <a:pt x="447" y="3955"/>
                    <a:pt x="554" y="3889"/>
                    <a:pt x="601" y="3782"/>
                  </a:cubicBezTo>
                  <a:cubicBezTo>
                    <a:pt x="614" y="3749"/>
                    <a:pt x="1981" y="615"/>
                    <a:pt x="4035" y="581"/>
                  </a:cubicBezTo>
                  <a:cubicBezTo>
                    <a:pt x="4622" y="581"/>
                    <a:pt x="5089" y="735"/>
                    <a:pt x="5422" y="1061"/>
                  </a:cubicBezTo>
                  <a:cubicBezTo>
                    <a:pt x="6002" y="1621"/>
                    <a:pt x="6009" y="2502"/>
                    <a:pt x="6009" y="2515"/>
                  </a:cubicBezTo>
                  <a:cubicBezTo>
                    <a:pt x="6009" y="2708"/>
                    <a:pt x="6154" y="2805"/>
                    <a:pt x="6299" y="2805"/>
                  </a:cubicBezTo>
                  <a:cubicBezTo>
                    <a:pt x="6444" y="2805"/>
                    <a:pt x="6589" y="2708"/>
                    <a:pt x="6589" y="2515"/>
                  </a:cubicBezTo>
                  <a:cubicBezTo>
                    <a:pt x="6589" y="2468"/>
                    <a:pt x="6582" y="1388"/>
                    <a:pt x="5842" y="655"/>
                  </a:cubicBezTo>
                  <a:cubicBezTo>
                    <a:pt x="5396" y="215"/>
                    <a:pt x="4800" y="1"/>
                    <a:pt x="406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2" name="Google Shape;2095;p36"/>
            <p:cNvSpPr/>
            <p:nvPr/>
          </p:nvSpPr>
          <p:spPr>
            <a:xfrm>
              <a:off x="2724052" y="2200683"/>
              <a:ext cx="69617" cy="172939"/>
            </a:xfrm>
            <a:custGeom>
              <a:avLst/>
              <a:gdLst/>
              <a:ahLst/>
              <a:cxnLst/>
              <a:rect l="l" t="t" r="r" b="b"/>
              <a:pathLst>
                <a:path w="2489" h="6183" extrusionOk="0">
                  <a:moveTo>
                    <a:pt x="1189" y="1"/>
                  </a:moveTo>
                  <a:cubicBezTo>
                    <a:pt x="944" y="1"/>
                    <a:pt x="766" y="349"/>
                    <a:pt x="1021" y="534"/>
                  </a:cubicBezTo>
                  <a:cubicBezTo>
                    <a:pt x="1048" y="554"/>
                    <a:pt x="1655" y="914"/>
                    <a:pt x="1775" y="1968"/>
                  </a:cubicBezTo>
                  <a:cubicBezTo>
                    <a:pt x="1888" y="3028"/>
                    <a:pt x="1315" y="4322"/>
                    <a:pt x="108" y="5695"/>
                  </a:cubicBezTo>
                  <a:cubicBezTo>
                    <a:pt x="1" y="5822"/>
                    <a:pt x="14" y="6002"/>
                    <a:pt x="141" y="6115"/>
                  </a:cubicBezTo>
                  <a:cubicBezTo>
                    <a:pt x="188" y="6155"/>
                    <a:pt x="254" y="6175"/>
                    <a:pt x="321" y="6182"/>
                  </a:cubicBezTo>
                  <a:cubicBezTo>
                    <a:pt x="408" y="6182"/>
                    <a:pt x="488" y="6142"/>
                    <a:pt x="548" y="6082"/>
                  </a:cubicBezTo>
                  <a:cubicBezTo>
                    <a:pt x="1888" y="4542"/>
                    <a:pt x="2488" y="3135"/>
                    <a:pt x="2348" y="1888"/>
                  </a:cubicBezTo>
                  <a:cubicBezTo>
                    <a:pt x="2275" y="1174"/>
                    <a:pt x="1922" y="514"/>
                    <a:pt x="1361" y="60"/>
                  </a:cubicBezTo>
                  <a:cubicBezTo>
                    <a:pt x="1303" y="19"/>
                    <a:pt x="1244" y="1"/>
                    <a:pt x="1189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3" name="Google Shape;2096;p36"/>
            <p:cNvSpPr/>
            <p:nvPr/>
          </p:nvSpPr>
          <p:spPr>
            <a:xfrm>
              <a:off x="2675943" y="2461419"/>
              <a:ext cx="92721" cy="79351"/>
            </a:xfrm>
            <a:custGeom>
              <a:avLst/>
              <a:gdLst/>
              <a:ahLst/>
              <a:cxnLst/>
              <a:rect l="l" t="t" r="r" b="b"/>
              <a:pathLst>
                <a:path w="3315" h="2837" extrusionOk="0">
                  <a:moveTo>
                    <a:pt x="1894" y="1"/>
                  </a:moveTo>
                  <a:cubicBezTo>
                    <a:pt x="627" y="1"/>
                    <a:pt x="1" y="1521"/>
                    <a:pt x="887" y="2415"/>
                  </a:cubicBezTo>
                  <a:cubicBezTo>
                    <a:pt x="1176" y="2706"/>
                    <a:pt x="1533" y="2836"/>
                    <a:pt x="1883" y="2836"/>
                  </a:cubicBezTo>
                  <a:cubicBezTo>
                    <a:pt x="2608" y="2836"/>
                    <a:pt x="3304" y="2278"/>
                    <a:pt x="3308" y="1428"/>
                  </a:cubicBezTo>
                  <a:cubicBezTo>
                    <a:pt x="3315" y="641"/>
                    <a:pt x="2675" y="1"/>
                    <a:pt x="1894" y="1"/>
                  </a:cubicBezTo>
                  <a:close/>
                </a:path>
              </a:pathLst>
            </a:custGeom>
            <a:solidFill>
              <a:srgbClr val="B39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4" name="Google Shape;2097;p36"/>
            <p:cNvSpPr/>
            <p:nvPr/>
          </p:nvSpPr>
          <p:spPr>
            <a:xfrm>
              <a:off x="2670153" y="2457280"/>
              <a:ext cx="102622" cy="87938"/>
            </a:xfrm>
            <a:custGeom>
              <a:avLst/>
              <a:gdLst/>
              <a:ahLst/>
              <a:cxnLst/>
              <a:rect l="l" t="t" r="r" b="b"/>
              <a:pathLst>
                <a:path w="3669" h="3144" extrusionOk="0">
                  <a:moveTo>
                    <a:pt x="2101" y="296"/>
                  </a:moveTo>
                  <a:cubicBezTo>
                    <a:pt x="2802" y="302"/>
                    <a:pt x="3368" y="869"/>
                    <a:pt x="3375" y="1569"/>
                  </a:cubicBezTo>
                  <a:cubicBezTo>
                    <a:pt x="3375" y="2341"/>
                    <a:pt x="2745" y="2850"/>
                    <a:pt x="2088" y="2850"/>
                  </a:cubicBezTo>
                  <a:cubicBezTo>
                    <a:pt x="1775" y="2850"/>
                    <a:pt x="1455" y="2735"/>
                    <a:pt x="1194" y="2476"/>
                  </a:cubicBezTo>
                  <a:cubicBezTo>
                    <a:pt x="394" y="1669"/>
                    <a:pt x="961" y="296"/>
                    <a:pt x="2101" y="296"/>
                  </a:cubicBezTo>
                  <a:close/>
                  <a:moveTo>
                    <a:pt x="2084" y="1"/>
                  </a:moveTo>
                  <a:cubicBezTo>
                    <a:pt x="1699" y="1"/>
                    <a:pt x="1307" y="144"/>
                    <a:pt x="988" y="462"/>
                  </a:cubicBezTo>
                  <a:cubicBezTo>
                    <a:pt x="1" y="1449"/>
                    <a:pt x="701" y="3143"/>
                    <a:pt x="2101" y="3143"/>
                  </a:cubicBezTo>
                  <a:cubicBezTo>
                    <a:pt x="2962" y="3143"/>
                    <a:pt x="3668" y="2436"/>
                    <a:pt x="3668" y="1576"/>
                  </a:cubicBezTo>
                  <a:cubicBezTo>
                    <a:pt x="3668" y="628"/>
                    <a:pt x="2892" y="1"/>
                    <a:pt x="208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5" name="Google Shape;2098;p36"/>
            <p:cNvSpPr/>
            <p:nvPr/>
          </p:nvSpPr>
          <p:spPr>
            <a:xfrm>
              <a:off x="1227824" y="1627885"/>
              <a:ext cx="1493654" cy="1475138"/>
            </a:xfrm>
            <a:custGeom>
              <a:avLst/>
              <a:gdLst/>
              <a:ahLst/>
              <a:cxnLst/>
              <a:rect l="l" t="t" r="r" b="b"/>
              <a:pathLst>
                <a:path w="53402" h="52740" extrusionOk="0">
                  <a:moveTo>
                    <a:pt x="34783" y="1"/>
                  </a:moveTo>
                  <a:cubicBezTo>
                    <a:pt x="34783" y="1"/>
                    <a:pt x="36070" y="3102"/>
                    <a:pt x="36317" y="6622"/>
                  </a:cubicBezTo>
                  <a:cubicBezTo>
                    <a:pt x="36317" y="6622"/>
                    <a:pt x="34406" y="6318"/>
                    <a:pt x="31392" y="6318"/>
                  </a:cubicBezTo>
                  <a:cubicBezTo>
                    <a:pt x="29774" y="6318"/>
                    <a:pt x="27837" y="6406"/>
                    <a:pt x="25708" y="6676"/>
                  </a:cubicBezTo>
                  <a:cubicBezTo>
                    <a:pt x="25708" y="6676"/>
                    <a:pt x="25134" y="3162"/>
                    <a:pt x="27141" y="1"/>
                  </a:cubicBezTo>
                  <a:lnTo>
                    <a:pt x="27141" y="1"/>
                  </a:lnTo>
                  <a:cubicBezTo>
                    <a:pt x="27015" y="141"/>
                    <a:pt x="24921" y="2495"/>
                    <a:pt x="24454" y="6502"/>
                  </a:cubicBezTo>
                  <a:cubicBezTo>
                    <a:pt x="24454" y="6502"/>
                    <a:pt x="20399" y="6889"/>
                    <a:pt x="17539" y="8430"/>
                  </a:cubicBezTo>
                  <a:cubicBezTo>
                    <a:pt x="17539" y="8430"/>
                    <a:pt x="17879" y="4295"/>
                    <a:pt x="22413" y="954"/>
                  </a:cubicBezTo>
                  <a:lnTo>
                    <a:pt x="22413" y="954"/>
                  </a:lnTo>
                  <a:cubicBezTo>
                    <a:pt x="22267" y="1021"/>
                    <a:pt x="17452" y="3068"/>
                    <a:pt x="15985" y="8830"/>
                  </a:cubicBezTo>
                  <a:cubicBezTo>
                    <a:pt x="15985" y="8830"/>
                    <a:pt x="13117" y="9103"/>
                    <a:pt x="11210" y="10810"/>
                  </a:cubicBezTo>
                  <a:cubicBezTo>
                    <a:pt x="11210" y="10810"/>
                    <a:pt x="9477" y="13938"/>
                    <a:pt x="9837" y="21826"/>
                  </a:cubicBezTo>
                  <a:cubicBezTo>
                    <a:pt x="9837" y="21826"/>
                    <a:pt x="7995" y="19480"/>
                    <a:pt x="5456" y="19480"/>
                  </a:cubicBezTo>
                  <a:cubicBezTo>
                    <a:pt x="5287" y="19480"/>
                    <a:pt x="5116" y="19491"/>
                    <a:pt x="4942" y="19513"/>
                  </a:cubicBezTo>
                  <a:cubicBezTo>
                    <a:pt x="2141" y="19873"/>
                    <a:pt x="1" y="22793"/>
                    <a:pt x="1428" y="27001"/>
                  </a:cubicBezTo>
                  <a:cubicBezTo>
                    <a:pt x="2716" y="30817"/>
                    <a:pt x="7212" y="32702"/>
                    <a:pt x="10306" y="32702"/>
                  </a:cubicBezTo>
                  <a:cubicBezTo>
                    <a:pt x="10624" y="32702"/>
                    <a:pt x="10927" y="32682"/>
                    <a:pt x="11210" y="32643"/>
                  </a:cubicBezTo>
                  <a:cubicBezTo>
                    <a:pt x="11210" y="32643"/>
                    <a:pt x="12771" y="36104"/>
                    <a:pt x="15985" y="38311"/>
                  </a:cubicBezTo>
                  <a:cubicBezTo>
                    <a:pt x="19206" y="40518"/>
                    <a:pt x="22347" y="41832"/>
                    <a:pt x="22807" y="42545"/>
                  </a:cubicBezTo>
                  <a:cubicBezTo>
                    <a:pt x="23267" y="43265"/>
                    <a:pt x="23474" y="44633"/>
                    <a:pt x="23134" y="47080"/>
                  </a:cubicBezTo>
                  <a:cubicBezTo>
                    <a:pt x="22793" y="49534"/>
                    <a:pt x="22773" y="50427"/>
                    <a:pt x="24781" y="51441"/>
                  </a:cubicBezTo>
                  <a:cubicBezTo>
                    <a:pt x="26315" y="52208"/>
                    <a:pt x="28016" y="52739"/>
                    <a:pt x="30036" y="52739"/>
                  </a:cubicBezTo>
                  <a:cubicBezTo>
                    <a:pt x="30668" y="52739"/>
                    <a:pt x="31331" y="52687"/>
                    <a:pt x="32029" y="52575"/>
                  </a:cubicBezTo>
                  <a:cubicBezTo>
                    <a:pt x="32816" y="52441"/>
                    <a:pt x="33370" y="52281"/>
                    <a:pt x="33750" y="52081"/>
                  </a:cubicBezTo>
                  <a:cubicBezTo>
                    <a:pt x="34803" y="51554"/>
                    <a:pt x="34583" y="50774"/>
                    <a:pt x="34363" y="49767"/>
                  </a:cubicBezTo>
                  <a:cubicBezTo>
                    <a:pt x="34070" y="48400"/>
                    <a:pt x="33823" y="44639"/>
                    <a:pt x="34543" y="44039"/>
                  </a:cubicBezTo>
                  <a:cubicBezTo>
                    <a:pt x="35263" y="43439"/>
                    <a:pt x="41172" y="43979"/>
                    <a:pt x="47280" y="39444"/>
                  </a:cubicBezTo>
                  <a:cubicBezTo>
                    <a:pt x="53402" y="34910"/>
                    <a:pt x="53168" y="23207"/>
                    <a:pt x="52148" y="17065"/>
                  </a:cubicBezTo>
                  <a:cubicBezTo>
                    <a:pt x="51795" y="14945"/>
                    <a:pt x="51041" y="12844"/>
                    <a:pt x="50127" y="10930"/>
                  </a:cubicBezTo>
                  <a:cubicBezTo>
                    <a:pt x="48394" y="7276"/>
                    <a:pt x="46106" y="4268"/>
                    <a:pt x="44953" y="2988"/>
                  </a:cubicBezTo>
                  <a:lnTo>
                    <a:pt x="44953" y="2988"/>
                  </a:lnTo>
                  <a:cubicBezTo>
                    <a:pt x="44953" y="2989"/>
                    <a:pt x="47373" y="6863"/>
                    <a:pt x="47280" y="7576"/>
                  </a:cubicBezTo>
                  <a:cubicBezTo>
                    <a:pt x="47280" y="7576"/>
                    <a:pt x="43668" y="6687"/>
                    <a:pt x="39646" y="6687"/>
                  </a:cubicBezTo>
                  <a:cubicBezTo>
                    <a:pt x="39125" y="6687"/>
                    <a:pt x="38598" y="6702"/>
                    <a:pt x="38071" y="6736"/>
                  </a:cubicBezTo>
                  <a:cubicBezTo>
                    <a:pt x="38071" y="6736"/>
                    <a:pt x="36924" y="2441"/>
                    <a:pt x="34783" y="1"/>
                  </a:cubicBezTo>
                  <a:close/>
                </a:path>
              </a:pathLst>
            </a:custGeom>
            <a:solidFill>
              <a:srgbClr val="FDC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6" name="Google Shape;2099;p36"/>
            <p:cNvSpPr/>
            <p:nvPr/>
          </p:nvSpPr>
          <p:spPr>
            <a:xfrm>
              <a:off x="1239572" y="1585175"/>
              <a:ext cx="1481347" cy="1526099"/>
            </a:xfrm>
            <a:custGeom>
              <a:avLst/>
              <a:gdLst/>
              <a:ahLst/>
              <a:cxnLst/>
              <a:rect l="l" t="t" r="r" b="b"/>
              <a:pathLst>
                <a:path w="52962" h="54562" extrusionOk="0">
                  <a:moveTo>
                    <a:pt x="35290" y="3335"/>
                  </a:moveTo>
                  <a:cubicBezTo>
                    <a:pt x="36631" y="5622"/>
                    <a:pt x="37357" y="8303"/>
                    <a:pt x="37364" y="8336"/>
                  </a:cubicBezTo>
                  <a:lnTo>
                    <a:pt x="37431" y="8570"/>
                  </a:lnTo>
                  <a:lnTo>
                    <a:pt x="37664" y="8556"/>
                  </a:lnTo>
                  <a:cubicBezTo>
                    <a:pt x="38190" y="8522"/>
                    <a:pt x="38718" y="8507"/>
                    <a:pt x="39239" y="8507"/>
                  </a:cubicBezTo>
                  <a:cubicBezTo>
                    <a:pt x="43176" y="8507"/>
                    <a:pt x="46758" y="9372"/>
                    <a:pt x="46793" y="9390"/>
                  </a:cubicBezTo>
                  <a:lnTo>
                    <a:pt x="47113" y="9463"/>
                  </a:lnTo>
                  <a:lnTo>
                    <a:pt x="47153" y="9136"/>
                  </a:lnTo>
                  <a:cubicBezTo>
                    <a:pt x="47187" y="8916"/>
                    <a:pt x="47027" y="8470"/>
                    <a:pt x="46793" y="7936"/>
                  </a:cubicBezTo>
                  <a:lnTo>
                    <a:pt x="46793" y="7936"/>
                  </a:lnTo>
                  <a:cubicBezTo>
                    <a:pt x="47787" y="9423"/>
                    <a:pt x="48680" y="10970"/>
                    <a:pt x="49454" y="12584"/>
                  </a:cubicBezTo>
                  <a:cubicBezTo>
                    <a:pt x="50454" y="14698"/>
                    <a:pt x="51128" y="16738"/>
                    <a:pt x="51435" y="18639"/>
                  </a:cubicBezTo>
                  <a:cubicBezTo>
                    <a:pt x="52455" y="24787"/>
                    <a:pt x="52595" y="36357"/>
                    <a:pt x="46693" y="40738"/>
                  </a:cubicBezTo>
                  <a:cubicBezTo>
                    <a:pt x="42285" y="44006"/>
                    <a:pt x="37998" y="44599"/>
                    <a:pt x="35697" y="44926"/>
                  </a:cubicBezTo>
                  <a:cubicBezTo>
                    <a:pt x="34730" y="45059"/>
                    <a:pt x="34197" y="45133"/>
                    <a:pt x="33943" y="45339"/>
                  </a:cubicBezTo>
                  <a:cubicBezTo>
                    <a:pt x="33023" y="46113"/>
                    <a:pt x="33416" y="50214"/>
                    <a:pt x="33656" y="51361"/>
                  </a:cubicBezTo>
                  <a:lnTo>
                    <a:pt x="33683" y="51474"/>
                  </a:lnTo>
                  <a:cubicBezTo>
                    <a:pt x="33910" y="52495"/>
                    <a:pt x="33977" y="52961"/>
                    <a:pt x="33196" y="53348"/>
                  </a:cubicBezTo>
                  <a:cubicBezTo>
                    <a:pt x="32830" y="53541"/>
                    <a:pt x="32289" y="53695"/>
                    <a:pt x="31563" y="53808"/>
                  </a:cubicBezTo>
                  <a:cubicBezTo>
                    <a:pt x="30885" y="53922"/>
                    <a:pt x="30226" y="53979"/>
                    <a:pt x="29579" y="53979"/>
                  </a:cubicBezTo>
                  <a:cubicBezTo>
                    <a:pt x="27830" y="53979"/>
                    <a:pt x="26174" y="53560"/>
                    <a:pt x="24494" y="52708"/>
                  </a:cubicBezTo>
                  <a:cubicBezTo>
                    <a:pt x="22647" y="51768"/>
                    <a:pt x="22660" y="51041"/>
                    <a:pt x="23007" y="48647"/>
                  </a:cubicBezTo>
                  <a:cubicBezTo>
                    <a:pt x="23320" y="46400"/>
                    <a:pt x="23194" y="44806"/>
                    <a:pt x="22627" y="43926"/>
                  </a:cubicBezTo>
                  <a:cubicBezTo>
                    <a:pt x="22353" y="43492"/>
                    <a:pt x="21440" y="42972"/>
                    <a:pt x="20046" y="42198"/>
                  </a:cubicBezTo>
                  <a:cubicBezTo>
                    <a:pt x="18812" y="41512"/>
                    <a:pt x="17285" y="40665"/>
                    <a:pt x="15725" y="39598"/>
                  </a:cubicBezTo>
                  <a:cubicBezTo>
                    <a:pt x="12617" y="37464"/>
                    <a:pt x="11077" y="34083"/>
                    <a:pt x="11057" y="34050"/>
                  </a:cubicBezTo>
                  <a:lnTo>
                    <a:pt x="10970" y="33856"/>
                  </a:lnTo>
                  <a:lnTo>
                    <a:pt x="10750" y="33890"/>
                  </a:lnTo>
                  <a:cubicBezTo>
                    <a:pt x="10384" y="33940"/>
                    <a:pt x="10021" y="33964"/>
                    <a:pt x="9662" y="33964"/>
                  </a:cubicBezTo>
                  <a:cubicBezTo>
                    <a:pt x="5610" y="33964"/>
                    <a:pt x="2120" y="30910"/>
                    <a:pt x="1281" y="28435"/>
                  </a:cubicBezTo>
                  <a:cubicBezTo>
                    <a:pt x="608" y="26461"/>
                    <a:pt x="708" y="24620"/>
                    <a:pt x="1554" y="23253"/>
                  </a:cubicBezTo>
                  <a:cubicBezTo>
                    <a:pt x="2215" y="22186"/>
                    <a:pt x="3315" y="21480"/>
                    <a:pt x="4555" y="21326"/>
                  </a:cubicBezTo>
                  <a:cubicBezTo>
                    <a:pt x="4715" y="21306"/>
                    <a:pt x="4872" y="21297"/>
                    <a:pt x="5027" y="21297"/>
                  </a:cubicBezTo>
                  <a:cubicBezTo>
                    <a:pt x="7400" y="21297"/>
                    <a:pt x="9165" y="23508"/>
                    <a:pt x="9190" y="23534"/>
                  </a:cubicBezTo>
                  <a:lnTo>
                    <a:pt x="9750" y="24254"/>
                  </a:lnTo>
                  <a:lnTo>
                    <a:pt x="9710" y="23340"/>
                  </a:lnTo>
                  <a:cubicBezTo>
                    <a:pt x="9383" y="16125"/>
                    <a:pt x="10830" y="12917"/>
                    <a:pt x="11024" y="12524"/>
                  </a:cubicBezTo>
                  <a:cubicBezTo>
                    <a:pt x="12831" y="10930"/>
                    <a:pt x="15565" y="10650"/>
                    <a:pt x="15592" y="10650"/>
                  </a:cubicBezTo>
                  <a:lnTo>
                    <a:pt x="15792" y="10623"/>
                  </a:lnTo>
                  <a:lnTo>
                    <a:pt x="15845" y="10430"/>
                  </a:lnTo>
                  <a:cubicBezTo>
                    <a:pt x="16385" y="8263"/>
                    <a:pt x="17545" y="6296"/>
                    <a:pt x="19179" y="4769"/>
                  </a:cubicBezTo>
                  <a:lnTo>
                    <a:pt x="19179" y="4769"/>
                  </a:lnTo>
                  <a:cubicBezTo>
                    <a:pt x="17059" y="7396"/>
                    <a:pt x="16832" y="9797"/>
                    <a:pt x="16825" y="9930"/>
                  </a:cubicBezTo>
                  <a:lnTo>
                    <a:pt x="16779" y="10463"/>
                  </a:lnTo>
                  <a:lnTo>
                    <a:pt x="17252" y="10217"/>
                  </a:lnTo>
                  <a:cubicBezTo>
                    <a:pt x="20026" y="8723"/>
                    <a:pt x="24027" y="8323"/>
                    <a:pt x="24061" y="8323"/>
                  </a:cubicBezTo>
                  <a:lnTo>
                    <a:pt x="24294" y="8296"/>
                  </a:lnTo>
                  <a:lnTo>
                    <a:pt x="24327" y="8063"/>
                  </a:lnTo>
                  <a:cubicBezTo>
                    <a:pt x="24454" y="6969"/>
                    <a:pt x="24721" y="5896"/>
                    <a:pt x="25114" y="4869"/>
                  </a:cubicBezTo>
                  <a:lnTo>
                    <a:pt x="25114" y="4869"/>
                  </a:lnTo>
                  <a:cubicBezTo>
                    <a:pt x="24761" y="6722"/>
                    <a:pt x="24987" y="8163"/>
                    <a:pt x="25001" y="8256"/>
                  </a:cubicBezTo>
                  <a:lnTo>
                    <a:pt x="25047" y="8530"/>
                  </a:lnTo>
                  <a:lnTo>
                    <a:pt x="25328" y="8496"/>
                  </a:lnTo>
                  <a:cubicBezTo>
                    <a:pt x="27437" y="8228"/>
                    <a:pt x="29365" y="8140"/>
                    <a:pt x="30978" y="8140"/>
                  </a:cubicBezTo>
                  <a:cubicBezTo>
                    <a:pt x="33929" y="8140"/>
                    <a:pt x="35827" y="8432"/>
                    <a:pt x="35857" y="8436"/>
                  </a:cubicBezTo>
                  <a:lnTo>
                    <a:pt x="36217" y="8490"/>
                  </a:lnTo>
                  <a:lnTo>
                    <a:pt x="36190" y="8129"/>
                  </a:lnTo>
                  <a:cubicBezTo>
                    <a:pt x="36057" y="6502"/>
                    <a:pt x="35757" y="4895"/>
                    <a:pt x="35290" y="3335"/>
                  </a:cubicBezTo>
                  <a:close/>
                  <a:moveTo>
                    <a:pt x="33416" y="1"/>
                  </a:moveTo>
                  <a:lnTo>
                    <a:pt x="34097" y="1634"/>
                  </a:lnTo>
                  <a:cubicBezTo>
                    <a:pt x="34110" y="1668"/>
                    <a:pt x="35284" y="4528"/>
                    <a:pt x="35584" y="7816"/>
                  </a:cubicBezTo>
                  <a:cubicBezTo>
                    <a:pt x="34894" y="7726"/>
                    <a:pt x="33257" y="7560"/>
                    <a:pt x="31021" y="7560"/>
                  </a:cubicBezTo>
                  <a:cubicBezTo>
                    <a:pt x="29451" y="7560"/>
                    <a:pt x="27586" y="7642"/>
                    <a:pt x="25548" y="7889"/>
                  </a:cubicBezTo>
                  <a:cubicBezTo>
                    <a:pt x="25461" y="7016"/>
                    <a:pt x="25354" y="4215"/>
                    <a:pt x="26975" y="1688"/>
                  </a:cubicBezTo>
                  <a:lnTo>
                    <a:pt x="26515" y="1334"/>
                  </a:lnTo>
                  <a:cubicBezTo>
                    <a:pt x="26421" y="1434"/>
                    <a:pt x="24314" y="3768"/>
                    <a:pt x="23780" y="7763"/>
                  </a:cubicBezTo>
                  <a:cubicBezTo>
                    <a:pt x="22920" y="7863"/>
                    <a:pt x="19946" y="8283"/>
                    <a:pt x="17505" y="9436"/>
                  </a:cubicBezTo>
                  <a:cubicBezTo>
                    <a:pt x="17759" y="8229"/>
                    <a:pt x="18746" y="5235"/>
                    <a:pt x="22173" y="2715"/>
                  </a:cubicBezTo>
                  <a:lnTo>
                    <a:pt x="24027" y="1341"/>
                  </a:lnTo>
                  <a:lnTo>
                    <a:pt x="21887" y="2208"/>
                  </a:lnTo>
                  <a:cubicBezTo>
                    <a:pt x="21840" y="2228"/>
                    <a:pt x="16912" y="4288"/>
                    <a:pt x="15338" y="10090"/>
                  </a:cubicBezTo>
                  <a:cubicBezTo>
                    <a:pt x="14625" y="10190"/>
                    <a:pt x="12277" y="10610"/>
                    <a:pt x="10604" y="12124"/>
                  </a:cubicBezTo>
                  <a:lnTo>
                    <a:pt x="10557" y="12157"/>
                  </a:lnTo>
                  <a:lnTo>
                    <a:pt x="10537" y="12197"/>
                  </a:lnTo>
                  <a:cubicBezTo>
                    <a:pt x="10470" y="12331"/>
                    <a:pt x="8883" y="15271"/>
                    <a:pt x="9103" y="22573"/>
                  </a:cubicBezTo>
                  <a:cubicBezTo>
                    <a:pt x="8352" y="21846"/>
                    <a:pt x="6885" y="20717"/>
                    <a:pt x="5052" y="20717"/>
                  </a:cubicBezTo>
                  <a:cubicBezTo>
                    <a:pt x="4868" y="20717"/>
                    <a:pt x="4680" y="20728"/>
                    <a:pt x="4489" y="20753"/>
                  </a:cubicBezTo>
                  <a:cubicBezTo>
                    <a:pt x="3075" y="20933"/>
                    <a:pt x="1821" y="21733"/>
                    <a:pt x="1068" y="22940"/>
                  </a:cubicBezTo>
                  <a:cubicBezTo>
                    <a:pt x="121" y="24460"/>
                    <a:pt x="1" y="26474"/>
                    <a:pt x="734" y="28622"/>
                  </a:cubicBezTo>
                  <a:cubicBezTo>
                    <a:pt x="2054" y="32511"/>
                    <a:pt x="6646" y="34525"/>
                    <a:pt x="9895" y="34525"/>
                  </a:cubicBezTo>
                  <a:cubicBezTo>
                    <a:pt x="10144" y="34525"/>
                    <a:pt x="10386" y="34514"/>
                    <a:pt x="10617" y="34490"/>
                  </a:cubicBezTo>
                  <a:cubicBezTo>
                    <a:pt x="11004" y="35263"/>
                    <a:pt x="12551" y="38124"/>
                    <a:pt x="15405" y="40078"/>
                  </a:cubicBezTo>
                  <a:cubicBezTo>
                    <a:pt x="16979" y="41158"/>
                    <a:pt x="18592" y="42058"/>
                    <a:pt x="19759" y="42705"/>
                  </a:cubicBezTo>
                  <a:cubicBezTo>
                    <a:pt x="20926" y="43359"/>
                    <a:pt x="21947" y="43926"/>
                    <a:pt x="22140" y="44232"/>
                  </a:cubicBezTo>
                  <a:cubicBezTo>
                    <a:pt x="22480" y="44759"/>
                    <a:pt x="22807" y="45939"/>
                    <a:pt x="22427" y="48567"/>
                  </a:cubicBezTo>
                  <a:cubicBezTo>
                    <a:pt x="22087" y="50994"/>
                    <a:pt x="22027" y="52101"/>
                    <a:pt x="24241" y="53228"/>
                  </a:cubicBezTo>
                  <a:cubicBezTo>
                    <a:pt x="26008" y="54122"/>
                    <a:pt x="27748" y="54562"/>
                    <a:pt x="29589" y="54562"/>
                  </a:cubicBezTo>
                  <a:cubicBezTo>
                    <a:pt x="30282" y="54555"/>
                    <a:pt x="30976" y="54495"/>
                    <a:pt x="31656" y="54382"/>
                  </a:cubicBezTo>
                  <a:cubicBezTo>
                    <a:pt x="32449" y="54255"/>
                    <a:pt x="33043" y="54088"/>
                    <a:pt x="33463" y="53875"/>
                  </a:cubicBezTo>
                  <a:cubicBezTo>
                    <a:pt x="34677" y="53255"/>
                    <a:pt x="34457" y="52281"/>
                    <a:pt x="34257" y="51348"/>
                  </a:cubicBezTo>
                  <a:lnTo>
                    <a:pt x="34230" y="51234"/>
                  </a:lnTo>
                  <a:cubicBezTo>
                    <a:pt x="33883" y="49640"/>
                    <a:pt x="33796" y="46226"/>
                    <a:pt x="34317" y="45786"/>
                  </a:cubicBezTo>
                  <a:cubicBezTo>
                    <a:pt x="34443" y="45679"/>
                    <a:pt x="35124" y="45593"/>
                    <a:pt x="35777" y="45499"/>
                  </a:cubicBezTo>
                  <a:cubicBezTo>
                    <a:pt x="38124" y="45173"/>
                    <a:pt x="42512" y="44566"/>
                    <a:pt x="47033" y="41205"/>
                  </a:cubicBezTo>
                  <a:cubicBezTo>
                    <a:pt x="49814" y="39144"/>
                    <a:pt x="51561" y="35583"/>
                    <a:pt x="52261" y="30429"/>
                  </a:cubicBezTo>
                  <a:cubicBezTo>
                    <a:pt x="52962" y="25267"/>
                    <a:pt x="52335" y="20493"/>
                    <a:pt x="52015" y="18539"/>
                  </a:cubicBezTo>
                  <a:cubicBezTo>
                    <a:pt x="51688" y="16592"/>
                    <a:pt x="51001" y="14498"/>
                    <a:pt x="49981" y="12331"/>
                  </a:cubicBezTo>
                  <a:cubicBezTo>
                    <a:pt x="48354" y="8916"/>
                    <a:pt x="46153" y="5882"/>
                    <a:pt x="44753" y="4315"/>
                  </a:cubicBezTo>
                  <a:lnTo>
                    <a:pt x="44286" y="4662"/>
                  </a:lnTo>
                  <a:cubicBezTo>
                    <a:pt x="45226" y="6169"/>
                    <a:pt x="46213" y="7936"/>
                    <a:pt x="46493" y="8723"/>
                  </a:cubicBezTo>
                  <a:cubicBezTo>
                    <a:pt x="45404" y="8495"/>
                    <a:pt x="42425" y="7927"/>
                    <a:pt x="39214" y="7927"/>
                  </a:cubicBezTo>
                  <a:cubicBezTo>
                    <a:pt x="38767" y="7927"/>
                    <a:pt x="38316" y="7938"/>
                    <a:pt x="37864" y="7963"/>
                  </a:cubicBezTo>
                  <a:cubicBezTo>
                    <a:pt x="37598" y="7022"/>
                    <a:pt x="36491" y="3502"/>
                    <a:pt x="34583" y="1334"/>
                  </a:cubicBezTo>
                  <a:lnTo>
                    <a:pt x="33416" y="1"/>
                  </a:ln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7" name="Google Shape;2100;p36"/>
            <p:cNvSpPr/>
            <p:nvPr/>
          </p:nvSpPr>
          <p:spPr>
            <a:xfrm>
              <a:off x="1227629" y="1627885"/>
              <a:ext cx="1402472" cy="1475166"/>
            </a:xfrm>
            <a:custGeom>
              <a:avLst/>
              <a:gdLst/>
              <a:ahLst/>
              <a:cxnLst/>
              <a:rect l="l" t="t" r="r" b="b"/>
              <a:pathLst>
                <a:path w="50142" h="52741" extrusionOk="0">
                  <a:moveTo>
                    <a:pt x="7710" y="21242"/>
                  </a:moveTo>
                  <a:cubicBezTo>
                    <a:pt x="8305" y="21242"/>
                    <a:pt x="8909" y="21394"/>
                    <a:pt x="9470" y="21733"/>
                  </a:cubicBezTo>
                  <a:cubicBezTo>
                    <a:pt x="11651" y="23060"/>
                    <a:pt x="11824" y="26781"/>
                    <a:pt x="10617" y="28762"/>
                  </a:cubicBezTo>
                  <a:cubicBezTo>
                    <a:pt x="10021" y="29727"/>
                    <a:pt x="8988" y="30533"/>
                    <a:pt x="7869" y="30533"/>
                  </a:cubicBezTo>
                  <a:cubicBezTo>
                    <a:pt x="7774" y="30533"/>
                    <a:pt x="7679" y="30527"/>
                    <a:pt x="7583" y="30515"/>
                  </a:cubicBezTo>
                  <a:cubicBezTo>
                    <a:pt x="6356" y="30369"/>
                    <a:pt x="5449" y="29248"/>
                    <a:pt x="4869" y="28148"/>
                  </a:cubicBezTo>
                  <a:cubicBezTo>
                    <a:pt x="4282" y="27048"/>
                    <a:pt x="3895" y="25914"/>
                    <a:pt x="3955" y="24714"/>
                  </a:cubicBezTo>
                  <a:cubicBezTo>
                    <a:pt x="4067" y="22742"/>
                    <a:pt x="5845" y="21242"/>
                    <a:pt x="7710" y="21242"/>
                  </a:cubicBezTo>
                  <a:close/>
                  <a:moveTo>
                    <a:pt x="34790" y="1"/>
                  </a:moveTo>
                  <a:cubicBezTo>
                    <a:pt x="34790" y="1"/>
                    <a:pt x="36077" y="3102"/>
                    <a:pt x="36324" y="6616"/>
                  </a:cubicBezTo>
                  <a:cubicBezTo>
                    <a:pt x="36324" y="6616"/>
                    <a:pt x="34426" y="6316"/>
                    <a:pt x="31429" y="6316"/>
                  </a:cubicBezTo>
                  <a:cubicBezTo>
                    <a:pt x="29804" y="6316"/>
                    <a:pt x="27857" y="6404"/>
                    <a:pt x="25715" y="6676"/>
                  </a:cubicBezTo>
                  <a:cubicBezTo>
                    <a:pt x="25715" y="6676"/>
                    <a:pt x="25141" y="3162"/>
                    <a:pt x="27148" y="1"/>
                  </a:cubicBezTo>
                  <a:lnTo>
                    <a:pt x="27148" y="1"/>
                  </a:lnTo>
                  <a:cubicBezTo>
                    <a:pt x="27022" y="141"/>
                    <a:pt x="24934" y="2495"/>
                    <a:pt x="24468" y="6502"/>
                  </a:cubicBezTo>
                  <a:cubicBezTo>
                    <a:pt x="24468" y="6502"/>
                    <a:pt x="20406" y="6883"/>
                    <a:pt x="17546" y="8430"/>
                  </a:cubicBezTo>
                  <a:cubicBezTo>
                    <a:pt x="17546" y="8430"/>
                    <a:pt x="17886" y="4295"/>
                    <a:pt x="22420" y="948"/>
                  </a:cubicBezTo>
                  <a:lnTo>
                    <a:pt x="22420" y="948"/>
                  </a:lnTo>
                  <a:cubicBezTo>
                    <a:pt x="22274" y="1014"/>
                    <a:pt x="17466" y="3068"/>
                    <a:pt x="15999" y="8830"/>
                  </a:cubicBezTo>
                  <a:cubicBezTo>
                    <a:pt x="15999" y="8830"/>
                    <a:pt x="13131" y="9103"/>
                    <a:pt x="11217" y="10810"/>
                  </a:cubicBezTo>
                  <a:cubicBezTo>
                    <a:pt x="11217" y="10810"/>
                    <a:pt x="9484" y="13938"/>
                    <a:pt x="9844" y="21826"/>
                  </a:cubicBezTo>
                  <a:cubicBezTo>
                    <a:pt x="9844" y="21826"/>
                    <a:pt x="8014" y="19480"/>
                    <a:pt x="5465" y="19480"/>
                  </a:cubicBezTo>
                  <a:cubicBezTo>
                    <a:pt x="5296" y="19480"/>
                    <a:pt x="5124" y="19491"/>
                    <a:pt x="4949" y="19513"/>
                  </a:cubicBezTo>
                  <a:cubicBezTo>
                    <a:pt x="2142" y="19873"/>
                    <a:pt x="1" y="22793"/>
                    <a:pt x="1435" y="27001"/>
                  </a:cubicBezTo>
                  <a:cubicBezTo>
                    <a:pt x="2735" y="30817"/>
                    <a:pt x="7221" y="32702"/>
                    <a:pt x="10313" y="32702"/>
                  </a:cubicBezTo>
                  <a:cubicBezTo>
                    <a:pt x="10631" y="32702"/>
                    <a:pt x="10934" y="32682"/>
                    <a:pt x="11217" y="32643"/>
                  </a:cubicBezTo>
                  <a:cubicBezTo>
                    <a:pt x="11217" y="32643"/>
                    <a:pt x="12771" y="36104"/>
                    <a:pt x="15999" y="38311"/>
                  </a:cubicBezTo>
                  <a:cubicBezTo>
                    <a:pt x="19219" y="40518"/>
                    <a:pt x="22354" y="41832"/>
                    <a:pt x="22814" y="42545"/>
                  </a:cubicBezTo>
                  <a:cubicBezTo>
                    <a:pt x="23274" y="43259"/>
                    <a:pt x="23487" y="44639"/>
                    <a:pt x="23141" y="47080"/>
                  </a:cubicBezTo>
                  <a:cubicBezTo>
                    <a:pt x="22787" y="49520"/>
                    <a:pt x="22800" y="50421"/>
                    <a:pt x="24788" y="51441"/>
                  </a:cubicBezTo>
                  <a:cubicBezTo>
                    <a:pt x="26305" y="52212"/>
                    <a:pt x="28011" y="52740"/>
                    <a:pt x="30032" y="52740"/>
                  </a:cubicBezTo>
                  <a:cubicBezTo>
                    <a:pt x="30668" y="52740"/>
                    <a:pt x="31334" y="52688"/>
                    <a:pt x="32036" y="52575"/>
                  </a:cubicBezTo>
                  <a:cubicBezTo>
                    <a:pt x="32823" y="52441"/>
                    <a:pt x="33377" y="52281"/>
                    <a:pt x="33757" y="52081"/>
                  </a:cubicBezTo>
                  <a:cubicBezTo>
                    <a:pt x="32910" y="51841"/>
                    <a:pt x="31970" y="51754"/>
                    <a:pt x="31089" y="51741"/>
                  </a:cubicBezTo>
                  <a:cubicBezTo>
                    <a:pt x="29182" y="51688"/>
                    <a:pt x="27022" y="51641"/>
                    <a:pt x="25755" y="50214"/>
                  </a:cubicBezTo>
                  <a:cubicBezTo>
                    <a:pt x="24107" y="48347"/>
                    <a:pt x="25034" y="45413"/>
                    <a:pt x="24368" y="43012"/>
                  </a:cubicBezTo>
                  <a:cubicBezTo>
                    <a:pt x="23814" y="40998"/>
                    <a:pt x="22174" y="39498"/>
                    <a:pt x="20953" y="37784"/>
                  </a:cubicBezTo>
                  <a:cubicBezTo>
                    <a:pt x="17332" y="32669"/>
                    <a:pt x="17646" y="25834"/>
                    <a:pt x="18119" y="19573"/>
                  </a:cubicBezTo>
                  <a:cubicBezTo>
                    <a:pt x="18399" y="15932"/>
                    <a:pt x="18873" y="11877"/>
                    <a:pt x="21673" y="9537"/>
                  </a:cubicBezTo>
                  <a:cubicBezTo>
                    <a:pt x="23941" y="7643"/>
                    <a:pt x="27135" y="7409"/>
                    <a:pt x="30089" y="7409"/>
                  </a:cubicBezTo>
                  <a:cubicBezTo>
                    <a:pt x="30186" y="7409"/>
                    <a:pt x="30283" y="7409"/>
                    <a:pt x="30380" y="7409"/>
                  </a:cubicBezTo>
                  <a:cubicBezTo>
                    <a:pt x="35141" y="7409"/>
                    <a:pt x="40146" y="7576"/>
                    <a:pt x="44793" y="8570"/>
                  </a:cubicBezTo>
                  <a:cubicBezTo>
                    <a:pt x="46327" y="8896"/>
                    <a:pt x="48214" y="9997"/>
                    <a:pt x="50141" y="10930"/>
                  </a:cubicBezTo>
                  <a:cubicBezTo>
                    <a:pt x="48407" y="7276"/>
                    <a:pt x="46113" y="4268"/>
                    <a:pt x="44960" y="2981"/>
                  </a:cubicBezTo>
                  <a:lnTo>
                    <a:pt x="44960" y="2981"/>
                  </a:lnTo>
                  <a:cubicBezTo>
                    <a:pt x="44960" y="2982"/>
                    <a:pt x="47380" y="6863"/>
                    <a:pt x="47287" y="7576"/>
                  </a:cubicBezTo>
                  <a:cubicBezTo>
                    <a:pt x="47287" y="7576"/>
                    <a:pt x="43675" y="6687"/>
                    <a:pt x="39653" y="6687"/>
                  </a:cubicBezTo>
                  <a:cubicBezTo>
                    <a:pt x="39132" y="6687"/>
                    <a:pt x="38605" y="6702"/>
                    <a:pt x="38078" y="6736"/>
                  </a:cubicBezTo>
                  <a:cubicBezTo>
                    <a:pt x="38078" y="6736"/>
                    <a:pt x="36938" y="2441"/>
                    <a:pt x="34790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8" name="Google Shape;2101;p36"/>
            <p:cNvSpPr/>
            <p:nvPr/>
          </p:nvSpPr>
          <p:spPr>
            <a:xfrm>
              <a:off x="1655514" y="2022374"/>
              <a:ext cx="23886" cy="198671"/>
            </a:xfrm>
            <a:custGeom>
              <a:avLst/>
              <a:gdLst/>
              <a:ahLst/>
              <a:cxnLst/>
              <a:rect l="l" t="t" r="r" b="b"/>
              <a:pathLst>
                <a:path w="854" h="7103" extrusionOk="0">
                  <a:moveTo>
                    <a:pt x="854" y="0"/>
                  </a:moveTo>
                  <a:lnTo>
                    <a:pt x="854" y="0"/>
                  </a:lnTo>
                  <a:cubicBezTo>
                    <a:pt x="314" y="1094"/>
                    <a:pt x="54" y="2321"/>
                    <a:pt x="34" y="3541"/>
                  </a:cubicBezTo>
                  <a:cubicBezTo>
                    <a:pt x="0" y="4768"/>
                    <a:pt x="247" y="5982"/>
                    <a:pt x="747" y="7102"/>
                  </a:cubicBezTo>
                  <a:cubicBezTo>
                    <a:pt x="447" y="5942"/>
                    <a:pt x="307" y="4742"/>
                    <a:pt x="320" y="3541"/>
                  </a:cubicBezTo>
                  <a:cubicBezTo>
                    <a:pt x="347" y="2341"/>
                    <a:pt x="527" y="1154"/>
                    <a:pt x="85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9" name="Google Shape;2102;p36"/>
            <p:cNvSpPr/>
            <p:nvPr/>
          </p:nvSpPr>
          <p:spPr>
            <a:xfrm>
              <a:off x="1661108" y="2282188"/>
              <a:ext cx="59352" cy="397873"/>
            </a:xfrm>
            <a:custGeom>
              <a:avLst/>
              <a:gdLst/>
              <a:ahLst/>
              <a:cxnLst/>
              <a:rect l="l" t="t" r="r" b="b"/>
              <a:pathLst>
                <a:path w="2122" h="14225" extrusionOk="0">
                  <a:moveTo>
                    <a:pt x="341" y="1"/>
                  </a:moveTo>
                  <a:cubicBezTo>
                    <a:pt x="0" y="2381"/>
                    <a:pt x="154" y="4822"/>
                    <a:pt x="534" y="7189"/>
                  </a:cubicBezTo>
                  <a:cubicBezTo>
                    <a:pt x="721" y="8383"/>
                    <a:pt x="954" y="9556"/>
                    <a:pt x="1214" y="10737"/>
                  </a:cubicBezTo>
                  <a:cubicBezTo>
                    <a:pt x="1354" y="11317"/>
                    <a:pt x="1481" y="11904"/>
                    <a:pt x="1641" y="12484"/>
                  </a:cubicBezTo>
                  <a:cubicBezTo>
                    <a:pt x="1801" y="13071"/>
                    <a:pt x="1954" y="13651"/>
                    <a:pt x="2121" y="14224"/>
                  </a:cubicBezTo>
                  <a:cubicBezTo>
                    <a:pt x="1901" y="13044"/>
                    <a:pt x="1654" y="11877"/>
                    <a:pt x="1441" y="10690"/>
                  </a:cubicBezTo>
                  <a:cubicBezTo>
                    <a:pt x="1221" y="9510"/>
                    <a:pt x="1001" y="8336"/>
                    <a:pt x="814" y="7149"/>
                  </a:cubicBezTo>
                  <a:cubicBezTo>
                    <a:pt x="441" y="4782"/>
                    <a:pt x="221" y="2401"/>
                    <a:pt x="34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0" name="Google Shape;2103;p36"/>
            <p:cNvSpPr/>
            <p:nvPr/>
          </p:nvSpPr>
          <p:spPr>
            <a:xfrm>
              <a:off x="1281163" y="2198837"/>
              <a:ext cx="76498" cy="115097"/>
            </a:xfrm>
            <a:custGeom>
              <a:avLst/>
              <a:gdLst/>
              <a:ahLst/>
              <a:cxnLst/>
              <a:rect l="l" t="t" r="r" b="b"/>
              <a:pathLst>
                <a:path w="2735" h="4115" extrusionOk="0">
                  <a:moveTo>
                    <a:pt x="2498" y="0"/>
                  </a:moveTo>
                  <a:cubicBezTo>
                    <a:pt x="2128" y="0"/>
                    <a:pt x="1752" y="179"/>
                    <a:pt x="1461" y="420"/>
                  </a:cubicBezTo>
                  <a:cubicBezTo>
                    <a:pt x="1121" y="720"/>
                    <a:pt x="834" y="1087"/>
                    <a:pt x="628" y="1493"/>
                  </a:cubicBezTo>
                  <a:cubicBezTo>
                    <a:pt x="208" y="2294"/>
                    <a:pt x="1" y="3221"/>
                    <a:pt x="121" y="4114"/>
                  </a:cubicBezTo>
                  <a:cubicBezTo>
                    <a:pt x="221" y="3247"/>
                    <a:pt x="481" y="2407"/>
                    <a:pt x="888" y="1634"/>
                  </a:cubicBezTo>
                  <a:cubicBezTo>
                    <a:pt x="1074" y="1247"/>
                    <a:pt x="1321" y="893"/>
                    <a:pt x="1621" y="587"/>
                  </a:cubicBezTo>
                  <a:cubicBezTo>
                    <a:pt x="1908" y="287"/>
                    <a:pt x="2288" y="46"/>
                    <a:pt x="2735" y="26"/>
                  </a:cubicBezTo>
                  <a:cubicBezTo>
                    <a:pt x="2657" y="9"/>
                    <a:pt x="2577" y="0"/>
                    <a:pt x="249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1" name="Google Shape;2104;p36"/>
            <p:cNvSpPr/>
            <p:nvPr/>
          </p:nvSpPr>
          <p:spPr>
            <a:xfrm>
              <a:off x="1305245" y="2405479"/>
              <a:ext cx="104664" cy="86008"/>
            </a:xfrm>
            <a:custGeom>
              <a:avLst/>
              <a:gdLst/>
              <a:ahLst/>
              <a:cxnLst/>
              <a:rect l="l" t="t" r="r" b="b"/>
              <a:pathLst>
                <a:path w="3742" h="3075" extrusionOk="0">
                  <a:moveTo>
                    <a:pt x="0" y="0"/>
                  </a:moveTo>
                  <a:cubicBezTo>
                    <a:pt x="400" y="734"/>
                    <a:pt x="907" y="1401"/>
                    <a:pt x="1507" y="1981"/>
                  </a:cubicBezTo>
                  <a:cubicBezTo>
                    <a:pt x="2121" y="2548"/>
                    <a:pt x="2894" y="3015"/>
                    <a:pt x="3741" y="3075"/>
                  </a:cubicBezTo>
                  <a:cubicBezTo>
                    <a:pt x="2961" y="2794"/>
                    <a:pt x="2307" y="2308"/>
                    <a:pt x="1707" y="1768"/>
                  </a:cubicBezTo>
                  <a:cubicBezTo>
                    <a:pt x="1107" y="1227"/>
                    <a:pt x="587" y="594"/>
                    <a:pt x="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2" name="Google Shape;2105;p36"/>
            <p:cNvSpPr/>
            <p:nvPr/>
          </p:nvSpPr>
          <p:spPr>
            <a:xfrm>
              <a:off x="2755965" y="2157525"/>
              <a:ext cx="81337" cy="27886"/>
            </a:xfrm>
            <a:custGeom>
              <a:avLst/>
              <a:gdLst/>
              <a:ahLst/>
              <a:cxnLst/>
              <a:rect l="l" t="t" r="r" b="b"/>
              <a:pathLst>
                <a:path w="2908" h="997" extrusionOk="0">
                  <a:moveTo>
                    <a:pt x="1647" y="1"/>
                  </a:moveTo>
                  <a:cubicBezTo>
                    <a:pt x="1611" y="1"/>
                    <a:pt x="1576" y="2"/>
                    <a:pt x="1541" y="3"/>
                  </a:cubicBezTo>
                  <a:cubicBezTo>
                    <a:pt x="1241" y="30"/>
                    <a:pt x="941" y="103"/>
                    <a:pt x="667" y="223"/>
                  </a:cubicBezTo>
                  <a:cubicBezTo>
                    <a:pt x="380" y="336"/>
                    <a:pt x="147" y="550"/>
                    <a:pt x="0" y="823"/>
                  </a:cubicBezTo>
                  <a:cubicBezTo>
                    <a:pt x="214" y="637"/>
                    <a:pt x="474" y="503"/>
                    <a:pt x="747" y="436"/>
                  </a:cubicBezTo>
                  <a:cubicBezTo>
                    <a:pt x="1014" y="363"/>
                    <a:pt x="1281" y="316"/>
                    <a:pt x="1554" y="296"/>
                  </a:cubicBezTo>
                  <a:cubicBezTo>
                    <a:pt x="1615" y="289"/>
                    <a:pt x="1677" y="285"/>
                    <a:pt x="1738" y="285"/>
                  </a:cubicBezTo>
                  <a:cubicBezTo>
                    <a:pt x="1942" y="285"/>
                    <a:pt x="2144" y="328"/>
                    <a:pt x="2334" y="410"/>
                  </a:cubicBezTo>
                  <a:cubicBezTo>
                    <a:pt x="2581" y="523"/>
                    <a:pt x="2781" y="737"/>
                    <a:pt x="2881" y="997"/>
                  </a:cubicBezTo>
                  <a:cubicBezTo>
                    <a:pt x="2908" y="690"/>
                    <a:pt x="2714" y="396"/>
                    <a:pt x="2448" y="210"/>
                  </a:cubicBezTo>
                  <a:cubicBezTo>
                    <a:pt x="2211" y="50"/>
                    <a:pt x="1923" y="1"/>
                    <a:pt x="164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3" name="Google Shape;2106;p36"/>
            <p:cNvSpPr/>
            <p:nvPr/>
          </p:nvSpPr>
          <p:spPr>
            <a:xfrm>
              <a:off x="2756525" y="2309598"/>
              <a:ext cx="90847" cy="117166"/>
            </a:xfrm>
            <a:custGeom>
              <a:avLst/>
              <a:gdLst/>
              <a:ahLst/>
              <a:cxnLst/>
              <a:rect l="l" t="t" r="r" b="b"/>
              <a:pathLst>
                <a:path w="3248" h="4189" extrusionOk="0">
                  <a:moveTo>
                    <a:pt x="3248" y="1"/>
                  </a:moveTo>
                  <a:lnTo>
                    <a:pt x="3248" y="1"/>
                  </a:lnTo>
                  <a:cubicBezTo>
                    <a:pt x="2688" y="701"/>
                    <a:pt x="2161" y="1401"/>
                    <a:pt x="1627" y="2101"/>
                  </a:cubicBezTo>
                  <a:cubicBezTo>
                    <a:pt x="1094" y="2802"/>
                    <a:pt x="547" y="3475"/>
                    <a:pt x="0" y="4189"/>
                  </a:cubicBezTo>
                  <a:cubicBezTo>
                    <a:pt x="694" y="3628"/>
                    <a:pt x="1321" y="2982"/>
                    <a:pt x="1861" y="2275"/>
                  </a:cubicBezTo>
                  <a:cubicBezTo>
                    <a:pt x="2414" y="1575"/>
                    <a:pt x="2881" y="814"/>
                    <a:pt x="324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4" name="Google Shape;2107;p36"/>
            <p:cNvSpPr/>
            <p:nvPr/>
          </p:nvSpPr>
          <p:spPr>
            <a:xfrm>
              <a:off x="1769463" y="2696619"/>
              <a:ext cx="111377" cy="73897"/>
            </a:xfrm>
            <a:custGeom>
              <a:avLst/>
              <a:gdLst/>
              <a:ahLst/>
              <a:cxnLst/>
              <a:rect l="l" t="t" r="r" b="b"/>
              <a:pathLst>
                <a:path w="3982" h="2642" extrusionOk="0">
                  <a:moveTo>
                    <a:pt x="1" y="1"/>
                  </a:moveTo>
                  <a:lnTo>
                    <a:pt x="1" y="1"/>
                  </a:lnTo>
                  <a:cubicBezTo>
                    <a:pt x="328" y="768"/>
                    <a:pt x="914" y="1428"/>
                    <a:pt x="1615" y="1888"/>
                  </a:cubicBezTo>
                  <a:cubicBezTo>
                    <a:pt x="2315" y="2341"/>
                    <a:pt x="3148" y="2635"/>
                    <a:pt x="3982" y="2642"/>
                  </a:cubicBezTo>
                  <a:cubicBezTo>
                    <a:pt x="3202" y="2421"/>
                    <a:pt x="2455" y="2088"/>
                    <a:pt x="1775" y="1641"/>
                  </a:cubicBezTo>
                  <a:cubicBezTo>
                    <a:pt x="1101" y="1188"/>
                    <a:pt x="501" y="634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5" name="Google Shape;2108;p36"/>
            <p:cNvSpPr/>
            <p:nvPr/>
          </p:nvSpPr>
          <p:spPr>
            <a:xfrm>
              <a:off x="1906740" y="2807240"/>
              <a:ext cx="12894" cy="156688"/>
            </a:xfrm>
            <a:custGeom>
              <a:avLst/>
              <a:gdLst/>
              <a:ahLst/>
              <a:cxnLst/>
              <a:rect l="l" t="t" r="r" b="b"/>
              <a:pathLst>
                <a:path w="461" h="5602" extrusionOk="0">
                  <a:moveTo>
                    <a:pt x="1" y="0"/>
                  </a:moveTo>
                  <a:lnTo>
                    <a:pt x="1" y="0"/>
                  </a:lnTo>
                  <a:cubicBezTo>
                    <a:pt x="128" y="920"/>
                    <a:pt x="181" y="1854"/>
                    <a:pt x="148" y="2788"/>
                  </a:cubicBezTo>
                  <a:cubicBezTo>
                    <a:pt x="134" y="3721"/>
                    <a:pt x="54" y="4655"/>
                    <a:pt x="54" y="5602"/>
                  </a:cubicBezTo>
                  <a:cubicBezTo>
                    <a:pt x="288" y="4681"/>
                    <a:pt x="414" y="3741"/>
                    <a:pt x="441" y="2801"/>
                  </a:cubicBezTo>
                  <a:cubicBezTo>
                    <a:pt x="461" y="1854"/>
                    <a:pt x="361" y="880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6" name="Google Shape;2109;p36"/>
            <p:cNvSpPr/>
            <p:nvPr/>
          </p:nvSpPr>
          <p:spPr>
            <a:xfrm>
              <a:off x="2160400" y="2550951"/>
              <a:ext cx="50206" cy="22264"/>
            </a:xfrm>
            <a:custGeom>
              <a:avLst/>
              <a:gdLst/>
              <a:ahLst/>
              <a:cxnLst/>
              <a:rect l="l" t="t" r="r" b="b"/>
              <a:pathLst>
                <a:path w="1795" h="796" extrusionOk="0">
                  <a:moveTo>
                    <a:pt x="1" y="1"/>
                  </a:moveTo>
                  <a:lnTo>
                    <a:pt x="1" y="1"/>
                  </a:lnTo>
                  <a:cubicBezTo>
                    <a:pt x="348" y="498"/>
                    <a:pt x="916" y="795"/>
                    <a:pt x="1518" y="795"/>
                  </a:cubicBezTo>
                  <a:cubicBezTo>
                    <a:pt x="1610" y="795"/>
                    <a:pt x="1702" y="788"/>
                    <a:pt x="1795" y="774"/>
                  </a:cubicBezTo>
                  <a:cubicBezTo>
                    <a:pt x="1475" y="614"/>
                    <a:pt x="1195" y="494"/>
                    <a:pt x="901" y="374"/>
                  </a:cubicBezTo>
                  <a:cubicBezTo>
                    <a:pt x="608" y="261"/>
                    <a:pt x="328" y="114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7" name="Google Shape;2110;p36"/>
            <p:cNvSpPr/>
            <p:nvPr/>
          </p:nvSpPr>
          <p:spPr>
            <a:xfrm>
              <a:off x="2097552" y="1826752"/>
              <a:ext cx="130788" cy="20334"/>
            </a:xfrm>
            <a:custGeom>
              <a:avLst/>
              <a:gdLst/>
              <a:ahLst/>
              <a:cxnLst/>
              <a:rect l="l" t="t" r="r" b="b"/>
              <a:pathLst>
                <a:path w="4676" h="727" extrusionOk="0">
                  <a:moveTo>
                    <a:pt x="1790" y="1"/>
                  </a:moveTo>
                  <a:cubicBezTo>
                    <a:pt x="1180" y="1"/>
                    <a:pt x="575" y="101"/>
                    <a:pt x="1" y="293"/>
                  </a:cubicBezTo>
                  <a:cubicBezTo>
                    <a:pt x="326" y="270"/>
                    <a:pt x="654" y="260"/>
                    <a:pt x="983" y="260"/>
                  </a:cubicBezTo>
                  <a:cubicBezTo>
                    <a:pt x="1441" y="260"/>
                    <a:pt x="1900" y="280"/>
                    <a:pt x="2355" y="319"/>
                  </a:cubicBezTo>
                  <a:cubicBezTo>
                    <a:pt x="3135" y="399"/>
                    <a:pt x="3908" y="539"/>
                    <a:pt x="4675" y="726"/>
                  </a:cubicBezTo>
                  <a:cubicBezTo>
                    <a:pt x="3968" y="333"/>
                    <a:pt x="3188" y="99"/>
                    <a:pt x="2381" y="33"/>
                  </a:cubicBezTo>
                  <a:cubicBezTo>
                    <a:pt x="2184" y="11"/>
                    <a:pt x="1987" y="1"/>
                    <a:pt x="179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8" name="Google Shape;2111;p36"/>
            <p:cNvSpPr/>
            <p:nvPr/>
          </p:nvSpPr>
          <p:spPr>
            <a:xfrm>
              <a:off x="1903580" y="2990192"/>
              <a:ext cx="65506" cy="52136"/>
            </a:xfrm>
            <a:custGeom>
              <a:avLst/>
              <a:gdLst/>
              <a:ahLst/>
              <a:cxnLst/>
              <a:rect l="l" t="t" r="r" b="b"/>
              <a:pathLst>
                <a:path w="2342" h="1864" extrusionOk="0">
                  <a:moveTo>
                    <a:pt x="247" y="1"/>
                  </a:moveTo>
                  <a:lnTo>
                    <a:pt x="247" y="1"/>
                  </a:lnTo>
                  <a:cubicBezTo>
                    <a:pt x="40" y="208"/>
                    <a:pt x="0" y="561"/>
                    <a:pt x="80" y="848"/>
                  </a:cubicBezTo>
                  <a:cubicBezTo>
                    <a:pt x="174" y="1148"/>
                    <a:pt x="367" y="1401"/>
                    <a:pt x="634" y="1575"/>
                  </a:cubicBezTo>
                  <a:cubicBezTo>
                    <a:pt x="983" y="1790"/>
                    <a:pt x="1362" y="1863"/>
                    <a:pt x="1736" y="1863"/>
                  </a:cubicBezTo>
                  <a:cubicBezTo>
                    <a:pt x="1941" y="1863"/>
                    <a:pt x="2145" y="1841"/>
                    <a:pt x="2341" y="1808"/>
                  </a:cubicBezTo>
                  <a:cubicBezTo>
                    <a:pt x="1788" y="1675"/>
                    <a:pt x="1221" y="1615"/>
                    <a:pt x="787" y="1335"/>
                  </a:cubicBezTo>
                  <a:cubicBezTo>
                    <a:pt x="574" y="1195"/>
                    <a:pt x="407" y="995"/>
                    <a:pt x="301" y="768"/>
                  </a:cubicBezTo>
                  <a:cubicBezTo>
                    <a:pt x="174" y="528"/>
                    <a:pt x="154" y="248"/>
                    <a:pt x="24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9" name="Google Shape;2112;p36"/>
            <p:cNvSpPr/>
            <p:nvPr/>
          </p:nvSpPr>
          <p:spPr>
            <a:xfrm>
              <a:off x="1995909" y="3054355"/>
              <a:ext cx="70149" cy="10657"/>
            </a:xfrm>
            <a:custGeom>
              <a:avLst/>
              <a:gdLst/>
              <a:ahLst/>
              <a:cxnLst/>
              <a:rect l="l" t="t" r="r" b="b"/>
              <a:pathLst>
                <a:path w="2508" h="381" extrusionOk="0">
                  <a:moveTo>
                    <a:pt x="0" y="1"/>
                  </a:moveTo>
                  <a:cubicBezTo>
                    <a:pt x="374" y="208"/>
                    <a:pt x="801" y="334"/>
                    <a:pt x="1234" y="368"/>
                  </a:cubicBezTo>
                  <a:cubicBezTo>
                    <a:pt x="1326" y="376"/>
                    <a:pt x="1419" y="381"/>
                    <a:pt x="1511" y="381"/>
                  </a:cubicBezTo>
                  <a:cubicBezTo>
                    <a:pt x="1847" y="381"/>
                    <a:pt x="2184" y="324"/>
                    <a:pt x="2508" y="214"/>
                  </a:cubicBezTo>
                  <a:cubicBezTo>
                    <a:pt x="2074" y="141"/>
                    <a:pt x="1674" y="108"/>
                    <a:pt x="1254" y="74"/>
                  </a:cubicBezTo>
                  <a:cubicBezTo>
                    <a:pt x="841" y="41"/>
                    <a:pt x="440" y="1"/>
                    <a:pt x="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0" name="Google Shape;2113;p36"/>
            <p:cNvSpPr/>
            <p:nvPr/>
          </p:nvSpPr>
          <p:spPr>
            <a:xfrm>
              <a:off x="1304490" y="2253490"/>
              <a:ext cx="170114" cy="128522"/>
            </a:xfrm>
            <a:custGeom>
              <a:avLst/>
              <a:gdLst/>
              <a:ahLst/>
              <a:cxnLst/>
              <a:rect l="l" t="t" r="r" b="b"/>
              <a:pathLst>
                <a:path w="6082" h="4595" extrusionOk="0">
                  <a:moveTo>
                    <a:pt x="3718" y="1"/>
                  </a:moveTo>
                  <a:cubicBezTo>
                    <a:pt x="3306" y="1"/>
                    <a:pt x="2844" y="76"/>
                    <a:pt x="2334" y="273"/>
                  </a:cubicBezTo>
                  <a:cubicBezTo>
                    <a:pt x="27" y="1173"/>
                    <a:pt x="0" y="4174"/>
                    <a:pt x="0" y="4301"/>
                  </a:cubicBezTo>
                  <a:cubicBezTo>
                    <a:pt x="0" y="4461"/>
                    <a:pt x="134" y="4594"/>
                    <a:pt x="294" y="4594"/>
                  </a:cubicBezTo>
                  <a:cubicBezTo>
                    <a:pt x="454" y="4594"/>
                    <a:pt x="587" y="4461"/>
                    <a:pt x="587" y="4301"/>
                  </a:cubicBezTo>
                  <a:cubicBezTo>
                    <a:pt x="587" y="4274"/>
                    <a:pt x="614" y="1573"/>
                    <a:pt x="2548" y="813"/>
                  </a:cubicBezTo>
                  <a:cubicBezTo>
                    <a:pt x="2982" y="644"/>
                    <a:pt x="3374" y="579"/>
                    <a:pt x="3719" y="579"/>
                  </a:cubicBezTo>
                  <a:cubicBezTo>
                    <a:pt x="4600" y="579"/>
                    <a:pt x="5187" y="998"/>
                    <a:pt x="5455" y="1180"/>
                  </a:cubicBezTo>
                  <a:cubicBezTo>
                    <a:pt x="5557" y="1263"/>
                    <a:pt x="5659" y="1331"/>
                    <a:pt x="5777" y="1331"/>
                  </a:cubicBezTo>
                  <a:cubicBezTo>
                    <a:pt x="5821" y="1331"/>
                    <a:pt x="5867" y="1322"/>
                    <a:pt x="5915" y="1300"/>
                  </a:cubicBezTo>
                  <a:cubicBezTo>
                    <a:pt x="6015" y="1247"/>
                    <a:pt x="6075" y="1140"/>
                    <a:pt x="6082" y="1027"/>
                  </a:cubicBezTo>
                  <a:cubicBezTo>
                    <a:pt x="6082" y="880"/>
                    <a:pt x="5975" y="753"/>
                    <a:pt x="5829" y="733"/>
                  </a:cubicBezTo>
                  <a:lnTo>
                    <a:pt x="5789" y="706"/>
                  </a:lnTo>
                  <a:cubicBezTo>
                    <a:pt x="5500" y="504"/>
                    <a:pt x="4781" y="1"/>
                    <a:pt x="371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1" name="Google Shape;2114;p36"/>
            <p:cNvSpPr/>
            <p:nvPr/>
          </p:nvSpPr>
          <p:spPr>
            <a:xfrm>
              <a:off x="1330978" y="2252567"/>
              <a:ext cx="110817" cy="179987"/>
            </a:xfrm>
            <a:custGeom>
              <a:avLst/>
              <a:gdLst/>
              <a:ahLst/>
              <a:cxnLst/>
              <a:rect l="l" t="t" r="r" b="b"/>
              <a:pathLst>
                <a:path w="3962" h="6435" extrusionOk="0">
                  <a:moveTo>
                    <a:pt x="2757" y="1"/>
                  </a:moveTo>
                  <a:cubicBezTo>
                    <a:pt x="2673" y="1"/>
                    <a:pt x="2587" y="41"/>
                    <a:pt x="2521" y="139"/>
                  </a:cubicBezTo>
                  <a:cubicBezTo>
                    <a:pt x="2501" y="166"/>
                    <a:pt x="0" y="3240"/>
                    <a:pt x="3448" y="6361"/>
                  </a:cubicBezTo>
                  <a:cubicBezTo>
                    <a:pt x="3501" y="6408"/>
                    <a:pt x="3568" y="6434"/>
                    <a:pt x="3641" y="6434"/>
                  </a:cubicBezTo>
                  <a:cubicBezTo>
                    <a:pt x="3721" y="6434"/>
                    <a:pt x="3801" y="6401"/>
                    <a:pt x="3855" y="6341"/>
                  </a:cubicBezTo>
                  <a:cubicBezTo>
                    <a:pt x="3961" y="6221"/>
                    <a:pt x="3955" y="6034"/>
                    <a:pt x="3841" y="5928"/>
                  </a:cubicBezTo>
                  <a:cubicBezTo>
                    <a:pt x="814" y="3193"/>
                    <a:pt x="2881" y="613"/>
                    <a:pt x="2974" y="506"/>
                  </a:cubicBezTo>
                  <a:cubicBezTo>
                    <a:pt x="3192" y="283"/>
                    <a:pt x="2981" y="1"/>
                    <a:pt x="2757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2" name="Google Shape;2115;p36"/>
            <p:cNvSpPr/>
            <p:nvPr/>
          </p:nvSpPr>
          <p:spPr>
            <a:xfrm>
              <a:off x="1391449" y="2500773"/>
              <a:ext cx="116299" cy="99517"/>
            </a:xfrm>
            <a:custGeom>
              <a:avLst/>
              <a:gdLst/>
              <a:ahLst/>
              <a:cxnLst/>
              <a:rect l="l" t="t" r="r" b="b"/>
              <a:pathLst>
                <a:path w="4158" h="3558" extrusionOk="0">
                  <a:moveTo>
                    <a:pt x="2378" y="1"/>
                  </a:moveTo>
                  <a:cubicBezTo>
                    <a:pt x="796" y="1"/>
                    <a:pt x="1" y="1910"/>
                    <a:pt x="1119" y="3035"/>
                  </a:cubicBezTo>
                  <a:cubicBezTo>
                    <a:pt x="1482" y="3396"/>
                    <a:pt x="1927" y="3558"/>
                    <a:pt x="2364" y="3558"/>
                  </a:cubicBezTo>
                  <a:cubicBezTo>
                    <a:pt x="3280" y="3558"/>
                    <a:pt x="4158" y="2844"/>
                    <a:pt x="4153" y="1768"/>
                  </a:cubicBezTo>
                  <a:cubicBezTo>
                    <a:pt x="4153" y="795"/>
                    <a:pt x="3360" y="1"/>
                    <a:pt x="2386" y="1"/>
                  </a:cubicBezTo>
                  <a:cubicBezTo>
                    <a:pt x="2383" y="1"/>
                    <a:pt x="2381" y="1"/>
                    <a:pt x="2378" y="1"/>
                  </a:cubicBezTo>
                  <a:close/>
                </a:path>
              </a:pathLst>
            </a:custGeom>
            <a:solidFill>
              <a:srgbClr val="B39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3" name="Google Shape;2116;p36"/>
            <p:cNvSpPr/>
            <p:nvPr/>
          </p:nvSpPr>
          <p:spPr>
            <a:xfrm>
              <a:off x="1386247" y="2496466"/>
              <a:ext cx="125306" cy="107489"/>
            </a:xfrm>
            <a:custGeom>
              <a:avLst/>
              <a:gdLst/>
              <a:ahLst/>
              <a:cxnLst/>
              <a:rect l="l" t="t" r="r" b="b"/>
              <a:pathLst>
                <a:path w="4480" h="3843" extrusionOk="0">
                  <a:moveTo>
                    <a:pt x="2564" y="295"/>
                  </a:moveTo>
                  <a:cubicBezTo>
                    <a:pt x="2567" y="295"/>
                    <a:pt x="2569" y="295"/>
                    <a:pt x="2572" y="295"/>
                  </a:cubicBezTo>
                  <a:cubicBezTo>
                    <a:pt x="3466" y="302"/>
                    <a:pt x="4193" y="1029"/>
                    <a:pt x="4193" y="1922"/>
                  </a:cubicBezTo>
                  <a:cubicBezTo>
                    <a:pt x="4188" y="2901"/>
                    <a:pt x="3384" y="3550"/>
                    <a:pt x="2549" y="3550"/>
                  </a:cubicBezTo>
                  <a:cubicBezTo>
                    <a:pt x="2149" y="3550"/>
                    <a:pt x="1742" y="3401"/>
                    <a:pt x="1412" y="3069"/>
                  </a:cubicBezTo>
                  <a:cubicBezTo>
                    <a:pt x="394" y="2044"/>
                    <a:pt x="1122" y="295"/>
                    <a:pt x="2564" y="295"/>
                  </a:cubicBezTo>
                  <a:close/>
                  <a:moveTo>
                    <a:pt x="2548" y="0"/>
                  </a:moveTo>
                  <a:cubicBezTo>
                    <a:pt x="2076" y="0"/>
                    <a:pt x="1596" y="176"/>
                    <a:pt x="1205" y="568"/>
                  </a:cubicBezTo>
                  <a:cubicBezTo>
                    <a:pt x="0" y="1780"/>
                    <a:pt x="862" y="3843"/>
                    <a:pt x="2564" y="3843"/>
                  </a:cubicBezTo>
                  <a:cubicBezTo>
                    <a:pt x="2567" y="3843"/>
                    <a:pt x="2569" y="3843"/>
                    <a:pt x="2572" y="3843"/>
                  </a:cubicBezTo>
                  <a:cubicBezTo>
                    <a:pt x="3626" y="3836"/>
                    <a:pt x="4479" y="2976"/>
                    <a:pt x="4479" y="1922"/>
                  </a:cubicBezTo>
                  <a:cubicBezTo>
                    <a:pt x="4479" y="767"/>
                    <a:pt x="3534" y="0"/>
                    <a:pt x="254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4" name="Google Shape;2117;p36"/>
            <p:cNvSpPr/>
            <p:nvPr/>
          </p:nvSpPr>
          <p:spPr>
            <a:xfrm>
              <a:off x="1424426" y="2532127"/>
              <a:ext cx="54290" cy="50122"/>
            </a:xfrm>
            <a:custGeom>
              <a:avLst/>
              <a:gdLst/>
              <a:ahLst/>
              <a:cxnLst/>
              <a:rect l="l" t="t" r="r" b="b"/>
              <a:pathLst>
                <a:path w="1941" h="1792" extrusionOk="0">
                  <a:moveTo>
                    <a:pt x="300" y="0"/>
                  </a:moveTo>
                  <a:lnTo>
                    <a:pt x="300" y="0"/>
                  </a:lnTo>
                  <a:cubicBezTo>
                    <a:pt x="0" y="414"/>
                    <a:pt x="74" y="1061"/>
                    <a:pt x="474" y="1454"/>
                  </a:cubicBezTo>
                  <a:cubicBezTo>
                    <a:pt x="700" y="1676"/>
                    <a:pt x="1008" y="1792"/>
                    <a:pt x="1307" y="1792"/>
                  </a:cubicBezTo>
                  <a:cubicBezTo>
                    <a:pt x="1538" y="1792"/>
                    <a:pt x="1764" y="1723"/>
                    <a:pt x="1941" y="1581"/>
                  </a:cubicBezTo>
                  <a:lnTo>
                    <a:pt x="1941" y="1581"/>
                  </a:lnTo>
                  <a:cubicBezTo>
                    <a:pt x="1824" y="1611"/>
                    <a:pt x="1709" y="1626"/>
                    <a:pt x="1597" y="1626"/>
                  </a:cubicBezTo>
                  <a:cubicBezTo>
                    <a:pt x="775" y="1626"/>
                    <a:pt x="107" y="857"/>
                    <a:pt x="30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5" name="Google Shape;2118;p36"/>
            <p:cNvSpPr/>
            <p:nvPr/>
          </p:nvSpPr>
          <p:spPr>
            <a:xfrm>
              <a:off x="2737505" y="2471684"/>
              <a:ext cx="18097" cy="53563"/>
            </a:xfrm>
            <a:custGeom>
              <a:avLst/>
              <a:gdLst/>
              <a:ahLst/>
              <a:cxnLst/>
              <a:rect l="l" t="t" r="r" b="b"/>
              <a:pathLst>
                <a:path w="647" h="1915" extrusionOk="0">
                  <a:moveTo>
                    <a:pt x="274" y="1"/>
                  </a:moveTo>
                  <a:lnTo>
                    <a:pt x="274" y="1"/>
                  </a:lnTo>
                  <a:cubicBezTo>
                    <a:pt x="247" y="347"/>
                    <a:pt x="234" y="648"/>
                    <a:pt x="194" y="968"/>
                  </a:cubicBezTo>
                  <a:cubicBezTo>
                    <a:pt x="147" y="1281"/>
                    <a:pt x="73" y="1574"/>
                    <a:pt x="0" y="1915"/>
                  </a:cubicBezTo>
                  <a:cubicBezTo>
                    <a:pt x="527" y="1421"/>
                    <a:pt x="647" y="621"/>
                    <a:pt x="27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6" name="Google Shape;2119;p36"/>
            <p:cNvSpPr/>
            <p:nvPr/>
          </p:nvSpPr>
          <p:spPr>
            <a:xfrm>
              <a:off x="1680015" y="2029143"/>
              <a:ext cx="502061" cy="353932"/>
            </a:xfrm>
            <a:custGeom>
              <a:avLst/>
              <a:gdLst/>
              <a:ahLst/>
              <a:cxnLst/>
              <a:rect l="l" t="t" r="r" b="b"/>
              <a:pathLst>
                <a:path w="17950" h="12654" extrusionOk="0">
                  <a:moveTo>
                    <a:pt x="8729" y="0"/>
                  </a:moveTo>
                  <a:cubicBezTo>
                    <a:pt x="903" y="0"/>
                    <a:pt x="1" y="12654"/>
                    <a:pt x="8717" y="12654"/>
                  </a:cubicBezTo>
                  <a:cubicBezTo>
                    <a:pt x="8819" y="12654"/>
                    <a:pt x="8922" y="12652"/>
                    <a:pt x="9027" y="12649"/>
                  </a:cubicBezTo>
                  <a:cubicBezTo>
                    <a:pt x="17949" y="12342"/>
                    <a:pt x="17169" y="305"/>
                    <a:pt x="9000" y="5"/>
                  </a:cubicBezTo>
                  <a:cubicBezTo>
                    <a:pt x="8909" y="2"/>
                    <a:pt x="8818" y="0"/>
                    <a:pt x="8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7" name="Google Shape;2120;p36"/>
            <p:cNvSpPr/>
            <p:nvPr/>
          </p:nvSpPr>
          <p:spPr>
            <a:xfrm>
              <a:off x="1634424" y="2014235"/>
              <a:ext cx="440975" cy="203006"/>
            </a:xfrm>
            <a:custGeom>
              <a:avLst/>
              <a:gdLst/>
              <a:ahLst/>
              <a:cxnLst/>
              <a:rect l="l" t="t" r="r" b="b"/>
              <a:pathLst>
                <a:path w="15766" h="7258" extrusionOk="0">
                  <a:moveTo>
                    <a:pt x="10214" y="0"/>
                  </a:moveTo>
                  <a:cubicBezTo>
                    <a:pt x="9781" y="0"/>
                    <a:pt x="9328" y="39"/>
                    <a:pt x="8857" y="125"/>
                  </a:cubicBezTo>
                  <a:cubicBezTo>
                    <a:pt x="4922" y="845"/>
                    <a:pt x="3568" y="3686"/>
                    <a:pt x="2742" y="5453"/>
                  </a:cubicBezTo>
                  <a:cubicBezTo>
                    <a:pt x="2159" y="6708"/>
                    <a:pt x="1021" y="6890"/>
                    <a:pt x="411" y="6890"/>
                  </a:cubicBezTo>
                  <a:cubicBezTo>
                    <a:pt x="162" y="6890"/>
                    <a:pt x="1" y="6860"/>
                    <a:pt x="1" y="6860"/>
                  </a:cubicBezTo>
                  <a:lnTo>
                    <a:pt x="1" y="6860"/>
                  </a:lnTo>
                  <a:cubicBezTo>
                    <a:pt x="999" y="7135"/>
                    <a:pt x="1785" y="7257"/>
                    <a:pt x="2404" y="7257"/>
                  </a:cubicBezTo>
                  <a:cubicBezTo>
                    <a:pt x="4020" y="7257"/>
                    <a:pt x="4512" y="6430"/>
                    <a:pt x="4729" y="5346"/>
                  </a:cubicBezTo>
                  <a:cubicBezTo>
                    <a:pt x="5029" y="3846"/>
                    <a:pt x="6603" y="1358"/>
                    <a:pt x="10277" y="1025"/>
                  </a:cubicBezTo>
                  <a:cubicBezTo>
                    <a:pt x="10513" y="1004"/>
                    <a:pt x="10741" y="994"/>
                    <a:pt x="10962" y="994"/>
                  </a:cubicBezTo>
                  <a:cubicBezTo>
                    <a:pt x="14182" y="994"/>
                    <a:pt x="15765" y="3126"/>
                    <a:pt x="15765" y="3126"/>
                  </a:cubicBezTo>
                  <a:cubicBezTo>
                    <a:pt x="15477" y="2092"/>
                    <a:pt x="13392" y="0"/>
                    <a:pt x="1021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8" name="Google Shape;2121;p36"/>
            <p:cNvSpPr/>
            <p:nvPr/>
          </p:nvSpPr>
          <p:spPr>
            <a:xfrm>
              <a:off x="2308697" y="2061504"/>
              <a:ext cx="359722" cy="279504"/>
            </a:xfrm>
            <a:custGeom>
              <a:avLst/>
              <a:gdLst/>
              <a:ahLst/>
              <a:cxnLst/>
              <a:rect l="l" t="t" r="r" b="b"/>
              <a:pathLst>
                <a:path w="12861" h="9993" extrusionOk="0">
                  <a:moveTo>
                    <a:pt x="5942" y="1"/>
                  </a:moveTo>
                  <a:cubicBezTo>
                    <a:pt x="5762" y="1"/>
                    <a:pt x="5578" y="10"/>
                    <a:pt x="5388" y="28"/>
                  </a:cubicBezTo>
                  <a:cubicBezTo>
                    <a:pt x="1507" y="409"/>
                    <a:pt x="0" y="4156"/>
                    <a:pt x="1027" y="6937"/>
                  </a:cubicBezTo>
                  <a:cubicBezTo>
                    <a:pt x="1567" y="8404"/>
                    <a:pt x="2794" y="9598"/>
                    <a:pt x="4742" y="9904"/>
                  </a:cubicBezTo>
                  <a:cubicBezTo>
                    <a:pt x="5108" y="9965"/>
                    <a:pt x="5480" y="9992"/>
                    <a:pt x="5852" y="9992"/>
                  </a:cubicBezTo>
                  <a:cubicBezTo>
                    <a:pt x="5893" y="9992"/>
                    <a:pt x="5934" y="9992"/>
                    <a:pt x="5975" y="9991"/>
                  </a:cubicBezTo>
                  <a:cubicBezTo>
                    <a:pt x="12861" y="9803"/>
                    <a:pt x="11859" y="1"/>
                    <a:pt x="59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9" name="Google Shape;2122;p36"/>
            <p:cNvSpPr/>
            <p:nvPr/>
          </p:nvSpPr>
          <p:spPr>
            <a:xfrm>
              <a:off x="2351603" y="2049645"/>
              <a:ext cx="346185" cy="149891"/>
            </a:xfrm>
            <a:custGeom>
              <a:avLst/>
              <a:gdLst/>
              <a:ahLst/>
              <a:cxnLst/>
              <a:rect l="l" t="t" r="r" b="b"/>
              <a:pathLst>
                <a:path w="12377" h="5359" extrusionOk="0">
                  <a:moveTo>
                    <a:pt x="4480" y="1"/>
                  </a:moveTo>
                  <a:cubicBezTo>
                    <a:pt x="1822" y="1"/>
                    <a:pt x="184" y="1868"/>
                    <a:pt x="0" y="2726"/>
                  </a:cubicBezTo>
                  <a:cubicBezTo>
                    <a:pt x="0" y="2726"/>
                    <a:pt x="1229" y="816"/>
                    <a:pt x="3948" y="816"/>
                  </a:cubicBezTo>
                  <a:cubicBezTo>
                    <a:pt x="4012" y="816"/>
                    <a:pt x="4076" y="817"/>
                    <a:pt x="4141" y="819"/>
                  </a:cubicBezTo>
                  <a:cubicBezTo>
                    <a:pt x="7002" y="913"/>
                    <a:pt x="8342" y="2786"/>
                    <a:pt x="8642" y="3953"/>
                  </a:cubicBezTo>
                  <a:cubicBezTo>
                    <a:pt x="8848" y="4751"/>
                    <a:pt x="9237" y="5359"/>
                    <a:pt x="10338" y="5359"/>
                  </a:cubicBezTo>
                  <a:cubicBezTo>
                    <a:pt x="10847" y="5359"/>
                    <a:pt x="11510" y="5229"/>
                    <a:pt x="12377" y="4927"/>
                  </a:cubicBezTo>
                  <a:lnTo>
                    <a:pt x="12377" y="4927"/>
                  </a:lnTo>
                  <a:cubicBezTo>
                    <a:pt x="12377" y="4927"/>
                    <a:pt x="12194" y="4973"/>
                    <a:pt x="11927" y="4973"/>
                  </a:cubicBezTo>
                  <a:cubicBezTo>
                    <a:pt x="11436" y="4973"/>
                    <a:pt x="10658" y="4819"/>
                    <a:pt x="10196" y="3947"/>
                  </a:cubicBezTo>
                  <a:cubicBezTo>
                    <a:pt x="9476" y="2593"/>
                    <a:pt x="8289" y="419"/>
                    <a:pt x="5201" y="46"/>
                  </a:cubicBezTo>
                  <a:cubicBezTo>
                    <a:pt x="4953" y="15"/>
                    <a:pt x="4712" y="1"/>
                    <a:pt x="44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0" name="Google Shape;2123;p36"/>
            <p:cNvSpPr/>
            <p:nvPr/>
          </p:nvSpPr>
          <p:spPr>
            <a:xfrm>
              <a:off x="1799699" y="2148799"/>
              <a:ext cx="261743" cy="225438"/>
            </a:xfrm>
            <a:custGeom>
              <a:avLst/>
              <a:gdLst/>
              <a:ahLst/>
              <a:cxnLst/>
              <a:rect l="l" t="t" r="r" b="b"/>
              <a:pathLst>
                <a:path w="9358" h="8060" extrusionOk="0">
                  <a:moveTo>
                    <a:pt x="4741" y="1"/>
                  </a:moveTo>
                  <a:cubicBezTo>
                    <a:pt x="4717" y="1"/>
                    <a:pt x="4693" y="1"/>
                    <a:pt x="4668" y="2"/>
                  </a:cubicBezTo>
                  <a:cubicBezTo>
                    <a:pt x="133" y="82"/>
                    <a:pt x="0" y="7897"/>
                    <a:pt x="4668" y="8057"/>
                  </a:cubicBezTo>
                  <a:cubicBezTo>
                    <a:pt x="4713" y="8059"/>
                    <a:pt x="4757" y="8059"/>
                    <a:pt x="4800" y="8059"/>
                  </a:cubicBezTo>
                  <a:cubicBezTo>
                    <a:pt x="9313" y="8059"/>
                    <a:pt x="9357" y="1"/>
                    <a:pt x="474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1" name="Google Shape;2124;p36"/>
            <p:cNvSpPr/>
            <p:nvPr/>
          </p:nvSpPr>
          <p:spPr>
            <a:xfrm>
              <a:off x="2332947" y="2148631"/>
              <a:ext cx="196909" cy="189916"/>
            </a:xfrm>
            <a:custGeom>
              <a:avLst/>
              <a:gdLst/>
              <a:ahLst/>
              <a:cxnLst/>
              <a:rect l="l" t="t" r="r" b="b"/>
              <a:pathLst>
                <a:path w="7040" h="6790" extrusionOk="0">
                  <a:moveTo>
                    <a:pt x="3143" y="1"/>
                  </a:moveTo>
                  <a:cubicBezTo>
                    <a:pt x="3124" y="1"/>
                    <a:pt x="3106" y="1"/>
                    <a:pt x="3088" y="1"/>
                  </a:cubicBezTo>
                  <a:cubicBezTo>
                    <a:pt x="994" y="41"/>
                    <a:pt x="0" y="2001"/>
                    <a:pt x="160" y="3822"/>
                  </a:cubicBezTo>
                  <a:cubicBezTo>
                    <a:pt x="700" y="5289"/>
                    <a:pt x="1927" y="6483"/>
                    <a:pt x="3875" y="6789"/>
                  </a:cubicBezTo>
                  <a:cubicBezTo>
                    <a:pt x="7040" y="6033"/>
                    <a:pt x="6831" y="1"/>
                    <a:pt x="314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2" name="Google Shape;2125;p36"/>
            <p:cNvSpPr/>
            <p:nvPr/>
          </p:nvSpPr>
          <p:spPr>
            <a:xfrm>
              <a:off x="2245849" y="2049421"/>
              <a:ext cx="165443" cy="378210"/>
            </a:xfrm>
            <a:custGeom>
              <a:avLst/>
              <a:gdLst/>
              <a:ahLst/>
              <a:cxnLst/>
              <a:rect l="l" t="t" r="r" b="b"/>
              <a:pathLst>
                <a:path w="5915" h="13522" extrusionOk="0">
                  <a:moveTo>
                    <a:pt x="1080" y="0"/>
                  </a:moveTo>
                  <a:lnTo>
                    <a:pt x="1080" y="0"/>
                  </a:lnTo>
                  <a:cubicBezTo>
                    <a:pt x="747" y="714"/>
                    <a:pt x="494" y="1467"/>
                    <a:pt x="320" y="2234"/>
                  </a:cubicBezTo>
                  <a:cubicBezTo>
                    <a:pt x="147" y="3008"/>
                    <a:pt x="47" y="3801"/>
                    <a:pt x="33" y="4595"/>
                  </a:cubicBezTo>
                  <a:cubicBezTo>
                    <a:pt x="0" y="6175"/>
                    <a:pt x="280" y="7822"/>
                    <a:pt x="1154" y="9223"/>
                  </a:cubicBezTo>
                  <a:cubicBezTo>
                    <a:pt x="1380" y="9576"/>
                    <a:pt x="1647" y="9896"/>
                    <a:pt x="1967" y="10176"/>
                  </a:cubicBezTo>
                  <a:cubicBezTo>
                    <a:pt x="2127" y="10316"/>
                    <a:pt x="2314" y="10436"/>
                    <a:pt x="2507" y="10536"/>
                  </a:cubicBezTo>
                  <a:cubicBezTo>
                    <a:pt x="2607" y="10590"/>
                    <a:pt x="2714" y="10637"/>
                    <a:pt x="2821" y="10670"/>
                  </a:cubicBezTo>
                  <a:lnTo>
                    <a:pt x="3134" y="10743"/>
                  </a:lnTo>
                  <a:cubicBezTo>
                    <a:pt x="3541" y="10810"/>
                    <a:pt x="3934" y="10843"/>
                    <a:pt x="4308" y="10897"/>
                  </a:cubicBezTo>
                  <a:cubicBezTo>
                    <a:pt x="4681" y="10943"/>
                    <a:pt x="5075" y="11010"/>
                    <a:pt x="5308" y="11163"/>
                  </a:cubicBezTo>
                  <a:cubicBezTo>
                    <a:pt x="5542" y="11310"/>
                    <a:pt x="5542" y="11630"/>
                    <a:pt x="5382" y="11944"/>
                  </a:cubicBezTo>
                  <a:cubicBezTo>
                    <a:pt x="5221" y="12264"/>
                    <a:pt x="4941" y="12524"/>
                    <a:pt x="4641" y="12737"/>
                  </a:cubicBezTo>
                  <a:cubicBezTo>
                    <a:pt x="4008" y="13177"/>
                    <a:pt x="3274" y="13451"/>
                    <a:pt x="2507" y="13511"/>
                  </a:cubicBezTo>
                  <a:cubicBezTo>
                    <a:pt x="2605" y="13518"/>
                    <a:pt x="2703" y="13522"/>
                    <a:pt x="2801" y="13522"/>
                  </a:cubicBezTo>
                  <a:cubicBezTo>
                    <a:pt x="3502" y="13522"/>
                    <a:pt x="4193" y="13334"/>
                    <a:pt x="4801" y="12977"/>
                  </a:cubicBezTo>
                  <a:cubicBezTo>
                    <a:pt x="5141" y="12770"/>
                    <a:pt x="5475" y="12510"/>
                    <a:pt x="5708" y="12137"/>
                  </a:cubicBezTo>
                  <a:cubicBezTo>
                    <a:pt x="5842" y="11950"/>
                    <a:pt x="5915" y="11717"/>
                    <a:pt x="5915" y="11490"/>
                  </a:cubicBezTo>
                  <a:cubicBezTo>
                    <a:pt x="5915" y="11223"/>
                    <a:pt x="5795" y="10977"/>
                    <a:pt x="5588" y="10810"/>
                  </a:cubicBezTo>
                  <a:cubicBezTo>
                    <a:pt x="5188" y="10503"/>
                    <a:pt x="4775" y="10443"/>
                    <a:pt x="4381" y="10383"/>
                  </a:cubicBezTo>
                  <a:cubicBezTo>
                    <a:pt x="3988" y="10330"/>
                    <a:pt x="3608" y="10276"/>
                    <a:pt x="3241" y="10203"/>
                  </a:cubicBezTo>
                  <a:cubicBezTo>
                    <a:pt x="2567" y="10090"/>
                    <a:pt x="2041" y="9530"/>
                    <a:pt x="1647" y="8909"/>
                  </a:cubicBezTo>
                  <a:cubicBezTo>
                    <a:pt x="847" y="7656"/>
                    <a:pt x="540" y="6102"/>
                    <a:pt x="480" y="4588"/>
                  </a:cubicBezTo>
                  <a:cubicBezTo>
                    <a:pt x="447" y="3034"/>
                    <a:pt x="647" y="1487"/>
                    <a:pt x="1080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3" name="Google Shape;2126;p36"/>
            <p:cNvSpPr/>
            <p:nvPr/>
          </p:nvSpPr>
          <p:spPr>
            <a:xfrm>
              <a:off x="2256058" y="2399606"/>
              <a:ext cx="36613" cy="15635"/>
            </a:xfrm>
            <a:custGeom>
              <a:avLst/>
              <a:gdLst/>
              <a:ahLst/>
              <a:cxnLst/>
              <a:rect l="l" t="t" r="r" b="b"/>
              <a:pathLst>
                <a:path w="1309" h="559" extrusionOk="0">
                  <a:moveTo>
                    <a:pt x="615" y="0"/>
                  </a:moveTo>
                  <a:cubicBezTo>
                    <a:pt x="400" y="0"/>
                    <a:pt x="198" y="61"/>
                    <a:pt x="122" y="204"/>
                  </a:cubicBezTo>
                  <a:cubicBezTo>
                    <a:pt x="0" y="414"/>
                    <a:pt x="465" y="559"/>
                    <a:pt x="848" y="559"/>
                  </a:cubicBezTo>
                  <a:cubicBezTo>
                    <a:pt x="1095" y="559"/>
                    <a:pt x="1309" y="498"/>
                    <a:pt x="1309" y="357"/>
                  </a:cubicBezTo>
                  <a:cubicBezTo>
                    <a:pt x="1309" y="143"/>
                    <a:pt x="945" y="0"/>
                    <a:pt x="615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4" name="Google Shape;2127;p36"/>
            <p:cNvSpPr/>
            <p:nvPr/>
          </p:nvSpPr>
          <p:spPr>
            <a:xfrm>
              <a:off x="2230549" y="2383103"/>
              <a:ext cx="12531" cy="32110"/>
            </a:xfrm>
            <a:custGeom>
              <a:avLst/>
              <a:gdLst/>
              <a:ahLst/>
              <a:cxnLst/>
              <a:rect l="l" t="t" r="r" b="b"/>
              <a:pathLst>
                <a:path w="448" h="1148" extrusionOk="0">
                  <a:moveTo>
                    <a:pt x="447" y="0"/>
                  </a:moveTo>
                  <a:lnTo>
                    <a:pt x="447" y="0"/>
                  </a:lnTo>
                  <a:cubicBezTo>
                    <a:pt x="320" y="27"/>
                    <a:pt x="214" y="100"/>
                    <a:pt x="134" y="200"/>
                  </a:cubicBezTo>
                  <a:cubicBezTo>
                    <a:pt x="47" y="307"/>
                    <a:pt x="0" y="440"/>
                    <a:pt x="0" y="574"/>
                  </a:cubicBezTo>
                  <a:cubicBezTo>
                    <a:pt x="0" y="707"/>
                    <a:pt x="47" y="840"/>
                    <a:pt x="127" y="947"/>
                  </a:cubicBezTo>
                  <a:cubicBezTo>
                    <a:pt x="207" y="1047"/>
                    <a:pt x="320" y="1120"/>
                    <a:pt x="447" y="1147"/>
                  </a:cubicBezTo>
                  <a:cubicBezTo>
                    <a:pt x="354" y="914"/>
                    <a:pt x="287" y="740"/>
                    <a:pt x="287" y="574"/>
                  </a:cubicBezTo>
                  <a:cubicBezTo>
                    <a:pt x="294" y="487"/>
                    <a:pt x="307" y="400"/>
                    <a:pt x="334" y="314"/>
                  </a:cubicBezTo>
                  <a:cubicBezTo>
                    <a:pt x="360" y="214"/>
                    <a:pt x="400" y="114"/>
                    <a:pt x="44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5" name="Google Shape;2128;p36"/>
            <p:cNvSpPr/>
            <p:nvPr/>
          </p:nvSpPr>
          <p:spPr>
            <a:xfrm>
              <a:off x="2111537" y="2461419"/>
              <a:ext cx="208572" cy="100804"/>
            </a:xfrm>
            <a:custGeom>
              <a:avLst/>
              <a:gdLst/>
              <a:ahLst/>
              <a:cxnLst/>
              <a:rect l="l" t="t" r="r" b="b"/>
              <a:pathLst>
                <a:path w="7457" h="3604" extrusionOk="0">
                  <a:moveTo>
                    <a:pt x="1" y="1"/>
                  </a:moveTo>
                  <a:lnTo>
                    <a:pt x="1" y="1"/>
                  </a:lnTo>
                  <a:cubicBezTo>
                    <a:pt x="314" y="661"/>
                    <a:pt x="788" y="1235"/>
                    <a:pt x="1321" y="1735"/>
                  </a:cubicBezTo>
                  <a:cubicBezTo>
                    <a:pt x="1861" y="2242"/>
                    <a:pt x="2481" y="2655"/>
                    <a:pt x="3155" y="2968"/>
                  </a:cubicBezTo>
                  <a:cubicBezTo>
                    <a:pt x="3322" y="3048"/>
                    <a:pt x="3488" y="3122"/>
                    <a:pt x="3668" y="3182"/>
                  </a:cubicBezTo>
                  <a:cubicBezTo>
                    <a:pt x="3842" y="3242"/>
                    <a:pt x="4015" y="3315"/>
                    <a:pt x="4189" y="3362"/>
                  </a:cubicBezTo>
                  <a:cubicBezTo>
                    <a:pt x="4555" y="3442"/>
                    <a:pt x="4915" y="3542"/>
                    <a:pt x="5282" y="3562"/>
                  </a:cubicBezTo>
                  <a:cubicBezTo>
                    <a:pt x="5490" y="3590"/>
                    <a:pt x="5699" y="3603"/>
                    <a:pt x="5907" y="3603"/>
                  </a:cubicBezTo>
                  <a:cubicBezTo>
                    <a:pt x="6432" y="3603"/>
                    <a:pt x="6954" y="3521"/>
                    <a:pt x="7456" y="3402"/>
                  </a:cubicBezTo>
                  <a:cubicBezTo>
                    <a:pt x="6736" y="3328"/>
                    <a:pt x="6036" y="3282"/>
                    <a:pt x="5356" y="3115"/>
                  </a:cubicBezTo>
                  <a:cubicBezTo>
                    <a:pt x="4682" y="2968"/>
                    <a:pt x="4022" y="2742"/>
                    <a:pt x="3402" y="2442"/>
                  </a:cubicBezTo>
                  <a:cubicBezTo>
                    <a:pt x="2768" y="2155"/>
                    <a:pt x="2175" y="1801"/>
                    <a:pt x="1615" y="1395"/>
                  </a:cubicBezTo>
                  <a:cubicBezTo>
                    <a:pt x="1041" y="968"/>
                    <a:pt x="501" y="501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6" name="Google Shape;2129;p36"/>
            <p:cNvSpPr/>
            <p:nvPr/>
          </p:nvSpPr>
          <p:spPr>
            <a:xfrm>
              <a:off x="1627712" y="2374153"/>
              <a:ext cx="247171" cy="219173"/>
            </a:xfrm>
            <a:custGeom>
              <a:avLst/>
              <a:gdLst/>
              <a:ahLst/>
              <a:cxnLst/>
              <a:rect l="l" t="t" r="r" b="b"/>
              <a:pathLst>
                <a:path w="8837" h="7836" extrusionOk="0">
                  <a:moveTo>
                    <a:pt x="4415" y="0"/>
                  </a:moveTo>
                  <a:cubicBezTo>
                    <a:pt x="1975" y="0"/>
                    <a:pt x="1" y="1754"/>
                    <a:pt x="1" y="3921"/>
                  </a:cubicBezTo>
                  <a:cubicBezTo>
                    <a:pt x="1" y="6082"/>
                    <a:pt x="1975" y="7836"/>
                    <a:pt x="4415" y="7836"/>
                  </a:cubicBezTo>
                  <a:cubicBezTo>
                    <a:pt x="6856" y="7836"/>
                    <a:pt x="8837" y="6082"/>
                    <a:pt x="8837" y="3921"/>
                  </a:cubicBezTo>
                  <a:cubicBezTo>
                    <a:pt x="8837" y="1754"/>
                    <a:pt x="6856" y="0"/>
                    <a:pt x="4415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7" name="Google Shape;2130;p36"/>
            <p:cNvSpPr/>
            <p:nvPr/>
          </p:nvSpPr>
          <p:spPr>
            <a:xfrm>
              <a:off x="2503424" y="2352141"/>
              <a:ext cx="213020" cy="188770"/>
            </a:xfrm>
            <a:custGeom>
              <a:avLst/>
              <a:gdLst/>
              <a:ahLst/>
              <a:cxnLst/>
              <a:rect l="l" t="t" r="r" b="b"/>
              <a:pathLst>
                <a:path w="7616" h="6749" extrusionOk="0">
                  <a:moveTo>
                    <a:pt x="3808" y="0"/>
                  </a:moveTo>
                  <a:cubicBezTo>
                    <a:pt x="1707" y="0"/>
                    <a:pt x="0" y="1507"/>
                    <a:pt x="0" y="3374"/>
                  </a:cubicBezTo>
                  <a:cubicBezTo>
                    <a:pt x="0" y="5235"/>
                    <a:pt x="1707" y="6749"/>
                    <a:pt x="3808" y="6749"/>
                  </a:cubicBezTo>
                  <a:cubicBezTo>
                    <a:pt x="5908" y="6749"/>
                    <a:pt x="7616" y="5235"/>
                    <a:pt x="7616" y="3374"/>
                  </a:cubicBezTo>
                  <a:cubicBezTo>
                    <a:pt x="7616" y="1507"/>
                    <a:pt x="5908" y="0"/>
                    <a:pt x="3808" y="0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8" name="Google Shape;2131;p36"/>
            <p:cNvSpPr/>
            <p:nvPr/>
          </p:nvSpPr>
          <p:spPr>
            <a:xfrm>
              <a:off x="1688211" y="1847310"/>
              <a:ext cx="393706" cy="150003"/>
            </a:xfrm>
            <a:custGeom>
              <a:avLst/>
              <a:gdLst/>
              <a:ahLst/>
              <a:cxnLst/>
              <a:rect l="l" t="t" r="r" b="b"/>
              <a:pathLst>
                <a:path w="14076" h="5363" extrusionOk="0">
                  <a:moveTo>
                    <a:pt x="10533" y="1"/>
                  </a:moveTo>
                  <a:cubicBezTo>
                    <a:pt x="9142" y="1"/>
                    <a:pt x="7631" y="165"/>
                    <a:pt x="6674" y="365"/>
                  </a:cubicBezTo>
                  <a:cubicBezTo>
                    <a:pt x="4586" y="798"/>
                    <a:pt x="2579" y="2145"/>
                    <a:pt x="1232" y="3452"/>
                  </a:cubicBezTo>
                  <a:cubicBezTo>
                    <a:pt x="80" y="4564"/>
                    <a:pt x="0" y="5362"/>
                    <a:pt x="564" y="5362"/>
                  </a:cubicBezTo>
                  <a:cubicBezTo>
                    <a:pt x="663" y="5362"/>
                    <a:pt x="782" y="5338"/>
                    <a:pt x="919" y="5286"/>
                  </a:cubicBezTo>
                  <a:cubicBezTo>
                    <a:pt x="1839" y="4932"/>
                    <a:pt x="4053" y="3225"/>
                    <a:pt x="6674" y="2885"/>
                  </a:cubicBezTo>
                  <a:cubicBezTo>
                    <a:pt x="9288" y="2545"/>
                    <a:pt x="13022" y="2672"/>
                    <a:pt x="13549" y="2545"/>
                  </a:cubicBezTo>
                  <a:cubicBezTo>
                    <a:pt x="14075" y="2412"/>
                    <a:pt x="14015" y="1411"/>
                    <a:pt x="13842" y="885"/>
                  </a:cubicBezTo>
                  <a:cubicBezTo>
                    <a:pt x="13626" y="226"/>
                    <a:pt x="12162" y="1"/>
                    <a:pt x="10533" y="1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9" name="Google Shape;2132;p36"/>
            <p:cNvSpPr/>
            <p:nvPr/>
          </p:nvSpPr>
          <p:spPr>
            <a:xfrm>
              <a:off x="1681050" y="1839227"/>
              <a:ext cx="408698" cy="166198"/>
            </a:xfrm>
            <a:custGeom>
              <a:avLst/>
              <a:gdLst/>
              <a:ahLst/>
              <a:cxnLst/>
              <a:rect l="l" t="t" r="r" b="b"/>
              <a:pathLst>
                <a:path w="14612" h="5942" extrusionOk="0">
                  <a:moveTo>
                    <a:pt x="10537" y="574"/>
                  </a:moveTo>
                  <a:cubicBezTo>
                    <a:pt x="12344" y="574"/>
                    <a:pt x="13698" y="880"/>
                    <a:pt x="13818" y="1260"/>
                  </a:cubicBezTo>
                  <a:cubicBezTo>
                    <a:pt x="13945" y="1627"/>
                    <a:pt x="13978" y="2194"/>
                    <a:pt x="13838" y="2447"/>
                  </a:cubicBezTo>
                  <a:cubicBezTo>
                    <a:pt x="13818" y="2494"/>
                    <a:pt x="13785" y="2527"/>
                    <a:pt x="13738" y="2547"/>
                  </a:cubicBezTo>
                  <a:cubicBezTo>
                    <a:pt x="13565" y="2587"/>
                    <a:pt x="12804" y="2594"/>
                    <a:pt x="11998" y="2614"/>
                  </a:cubicBezTo>
                  <a:cubicBezTo>
                    <a:pt x="10530" y="2641"/>
                    <a:pt x="8510" y="2674"/>
                    <a:pt x="6896" y="2887"/>
                  </a:cubicBezTo>
                  <a:cubicBezTo>
                    <a:pt x="4956" y="3148"/>
                    <a:pt x="3229" y="4121"/>
                    <a:pt x="2088" y="4775"/>
                  </a:cubicBezTo>
                  <a:cubicBezTo>
                    <a:pt x="1761" y="4968"/>
                    <a:pt x="1421" y="5141"/>
                    <a:pt x="1075" y="5301"/>
                  </a:cubicBezTo>
                  <a:cubicBezTo>
                    <a:pt x="993" y="5336"/>
                    <a:pt x="907" y="5356"/>
                    <a:pt x="815" y="5356"/>
                  </a:cubicBezTo>
                  <a:cubicBezTo>
                    <a:pt x="802" y="5356"/>
                    <a:pt x="788" y="5356"/>
                    <a:pt x="775" y="5355"/>
                  </a:cubicBezTo>
                  <a:cubicBezTo>
                    <a:pt x="735" y="5268"/>
                    <a:pt x="861" y="4755"/>
                    <a:pt x="1688" y="3948"/>
                  </a:cubicBezTo>
                  <a:cubicBezTo>
                    <a:pt x="3262" y="2427"/>
                    <a:pt x="5242" y="1300"/>
                    <a:pt x="6996" y="940"/>
                  </a:cubicBezTo>
                  <a:cubicBezTo>
                    <a:pt x="8163" y="700"/>
                    <a:pt x="9350" y="574"/>
                    <a:pt x="10537" y="574"/>
                  </a:cubicBezTo>
                  <a:close/>
                  <a:moveTo>
                    <a:pt x="10819" y="0"/>
                  </a:moveTo>
                  <a:cubicBezTo>
                    <a:pt x="9246" y="0"/>
                    <a:pt x="7594" y="215"/>
                    <a:pt x="6869" y="367"/>
                  </a:cubicBezTo>
                  <a:cubicBezTo>
                    <a:pt x="5022" y="754"/>
                    <a:pt x="2935" y="1941"/>
                    <a:pt x="1288" y="3534"/>
                  </a:cubicBezTo>
                  <a:cubicBezTo>
                    <a:pt x="368" y="4415"/>
                    <a:pt x="1" y="5215"/>
                    <a:pt x="288" y="5675"/>
                  </a:cubicBezTo>
                  <a:cubicBezTo>
                    <a:pt x="404" y="5843"/>
                    <a:pt x="595" y="5942"/>
                    <a:pt x="801" y="5942"/>
                  </a:cubicBezTo>
                  <a:cubicBezTo>
                    <a:pt x="808" y="5942"/>
                    <a:pt x="815" y="5942"/>
                    <a:pt x="821" y="5942"/>
                  </a:cubicBezTo>
                  <a:cubicBezTo>
                    <a:pt x="981" y="5935"/>
                    <a:pt x="1135" y="5902"/>
                    <a:pt x="1288" y="5842"/>
                  </a:cubicBezTo>
                  <a:cubicBezTo>
                    <a:pt x="1561" y="5742"/>
                    <a:pt x="1921" y="5535"/>
                    <a:pt x="2375" y="5275"/>
                  </a:cubicBezTo>
                  <a:cubicBezTo>
                    <a:pt x="3475" y="4648"/>
                    <a:pt x="5136" y="3708"/>
                    <a:pt x="6970" y="3468"/>
                  </a:cubicBezTo>
                  <a:cubicBezTo>
                    <a:pt x="8550" y="3254"/>
                    <a:pt x="10550" y="3221"/>
                    <a:pt x="12004" y="3201"/>
                  </a:cubicBezTo>
                  <a:cubicBezTo>
                    <a:pt x="13078" y="3181"/>
                    <a:pt x="13658" y="3168"/>
                    <a:pt x="13871" y="3114"/>
                  </a:cubicBezTo>
                  <a:cubicBezTo>
                    <a:pt x="14078" y="3061"/>
                    <a:pt x="14251" y="2921"/>
                    <a:pt x="14345" y="2734"/>
                  </a:cubicBezTo>
                  <a:cubicBezTo>
                    <a:pt x="14612" y="2254"/>
                    <a:pt x="14505" y="1487"/>
                    <a:pt x="14372" y="1080"/>
                  </a:cubicBezTo>
                  <a:cubicBezTo>
                    <a:pt x="14096" y="246"/>
                    <a:pt x="12502" y="0"/>
                    <a:pt x="1081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0" name="Google Shape;2133;p36"/>
            <p:cNvSpPr/>
            <p:nvPr/>
          </p:nvSpPr>
          <p:spPr>
            <a:xfrm>
              <a:off x="2320640" y="1863449"/>
              <a:ext cx="350632" cy="133864"/>
            </a:xfrm>
            <a:custGeom>
              <a:avLst/>
              <a:gdLst/>
              <a:ahLst/>
              <a:cxnLst/>
              <a:rect l="l" t="t" r="r" b="b"/>
              <a:pathLst>
                <a:path w="12536" h="4786" extrusionOk="0">
                  <a:moveTo>
                    <a:pt x="3320" y="1"/>
                  </a:moveTo>
                  <a:cubicBezTo>
                    <a:pt x="1794" y="1"/>
                    <a:pt x="420" y="229"/>
                    <a:pt x="214" y="888"/>
                  </a:cubicBezTo>
                  <a:cubicBezTo>
                    <a:pt x="47" y="1415"/>
                    <a:pt x="0" y="2415"/>
                    <a:pt x="494" y="2542"/>
                  </a:cubicBezTo>
                  <a:cubicBezTo>
                    <a:pt x="980" y="2668"/>
                    <a:pt x="4461" y="2542"/>
                    <a:pt x="6895" y="2888"/>
                  </a:cubicBezTo>
                  <a:cubicBezTo>
                    <a:pt x="9329" y="3242"/>
                    <a:pt x="10830" y="4355"/>
                    <a:pt x="11677" y="4709"/>
                  </a:cubicBezTo>
                  <a:cubicBezTo>
                    <a:pt x="11804" y="4761"/>
                    <a:pt x="11915" y="4785"/>
                    <a:pt x="12008" y="4785"/>
                  </a:cubicBezTo>
                  <a:cubicBezTo>
                    <a:pt x="12535" y="4785"/>
                    <a:pt x="12463" y="3987"/>
                    <a:pt x="11397" y="2875"/>
                  </a:cubicBezTo>
                  <a:cubicBezTo>
                    <a:pt x="10136" y="1568"/>
                    <a:pt x="8842" y="808"/>
                    <a:pt x="6895" y="368"/>
                  </a:cubicBezTo>
                  <a:cubicBezTo>
                    <a:pt x="6001" y="163"/>
                    <a:pt x="4607" y="1"/>
                    <a:pt x="3320" y="1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1" name="Google Shape;2134;p36"/>
            <p:cNvSpPr/>
            <p:nvPr/>
          </p:nvSpPr>
          <p:spPr>
            <a:xfrm>
              <a:off x="2312613" y="1855477"/>
              <a:ext cx="366351" cy="149947"/>
            </a:xfrm>
            <a:custGeom>
              <a:avLst/>
              <a:gdLst/>
              <a:ahLst/>
              <a:cxnLst/>
              <a:rect l="l" t="t" r="r" b="b"/>
              <a:pathLst>
                <a:path w="13098" h="5361" extrusionOk="0">
                  <a:moveTo>
                    <a:pt x="3635" y="581"/>
                  </a:moveTo>
                  <a:cubicBezTo>
                    <a:pt x="4817" y="581"/>
                    <a:pt x="6137" y="712"/>
                    <a:pt x="7122" y="933"/>
                  </a:cubicBezTo>
                  <a:cubicBezTo>
                    <a:pt x="8949" y="1340"/>
                    <a:pt x="10203" y="2053"/>
                    <a:pt x="11470" y="3367"/>
                  </a:cubicBezTo>
                  <a:cubicBezTo>
                    <a:pt x="12257" y="4174"/>
                    <a:pt x="12364" y="4694"/>
                    <a:pt x="12330" y="4774"/>
                  </a:cubicBezTo>
                  <a:cubicBezTo>
                    <a:pt x="12244" y="4774"/>
                    <a:pt x="12150" y="4754"/>
                    <a:pt x="12070" y="4720"/>
                  </a:cubicBezTo>
                  <a:cubicBezTo>
                    <a:pt x="11817" y="4614"/>
                    <a:pt x="11570" y="4487"/>
                    <a:pt x="11330" y="4354"/>
                  </a:cubicBezTo>
                  <a:cubicBezTo>
                    <a:pt x="10450" y="3874"/>
                    <a:pt x="9103" y="3160"/>
                    <a:pt x="7222" y="2893"/>
                  </a:cubicBezTo>
                  <a:cubicBezTo>
                    <a:pt x="5715" y="2673"/>
                    <a:pt x="3828" y="2640"/>
                    <a:pt x="2461" y="2620"/>
                  </a:cubicBezTo>
                  <a:cubicBezTo>
                    <a:pt x="1714" y="2600"/>
                    <a:pt x="1001" y="2593"/>
                    <a:pt x="854" y="2553"/>
                  </a:cubicBezTo>
                  <a:cubicBezTo>
                    <a:pt x="814" y="2533"/>
                    <a:pt x="787" y="2507"/>
                    <a:pt x="767" y="2466"/>
                  </a:cubicBezTo>
                  <a:cubicBezTo>
                    <a:pt x="627" y="2226"/>
                    <a:pt x="661" y="1633"/>
                    <a:pt x="781" y="1260"/>
                  </a:cubicBezTo>
                  <a:cubicBezTo>
                    <a:pt x="928" y="781"/>
                    <a:pt x="2176" y="581"/>
                    <a:pt x="3635" y="581"/>
                  </a:cubicBezTo>
                  <a:close/>
                  <a:moveTo>
                    <a:pt x="3552" y="1"/>
                  </a:moveTo>
                  <a:cubicBezTo>
                    <a:pt x="1976" y="1"/>
                    <a:pt x="482" y="249"/>
                    <a:pt x="220" y="1093"/>
                  </a:cubicBezTo>
                  <a:cubicBezTo>
                    <a:pt x="94" y="1500"/>
                    <a:pt x="0" y="2280"/>
                    <a:pt x="260" y="2753"/>
                  </a:cubicBezTo>
                  <a:cubicBezTo>
                    <a:pt x="347" y="2927"/>
                    <a:pt x="507" y="3053"/>
                    <a:pt x="694" y="3107"/>
                  </a:cubicBezTo>
                  <a:cubicBezTo>
                    <a:pt x="907" y="3167"/>
                    <a:pt x="1421" y="3173"/>
                    <a:pt x="2454" y="3200"/>
                  </a:cubicBezTo>
                  <a:cubicBezTo>
                    <a:pt x="3801" y="3227"/>
                    <a:pt x="5662" y="3260"/>
                    <a:pt x="7142" y="3467"/>
                  </a:cubicBezTo>
                  <a:cubicBezTo>
                    <a:pt x="8923" y="3720"/>
                    <a:pt x="10156" y="4387"/>
                    <a:pt x="11063" y="4867"/>
                  </a:cubicBezTo>
                  <a:cubicBezTo>
                    <a:pt x="11363" y="5027"/>
                    <a:pt x="11630" y="5167"/>
                    <a:pt x="11857" y="5261"/>
                  </a:cubicBezTo>
                  <a:cubicBezTo>
                    <a:pt x="11997" y="5321"/>
                    <a:pt x="12144" y="5354"/>
                    <a:pt x="12297" y="5361"/>
                  </a:cubicBezTo>
                  <a:cubicBezTo>
                    <a:pt x="12304" y="5361"/>
                    <a:pt x="12310" y="5361"/>
                    <a:pt x="12317" y="5361"/>
                  </a:cubicBezTo>
                  <a:cubicBezTo>
                    <a:pt x="12509" y="5361"/>
                    <a:pt x="12688" y="5268"/>
                    <a:pt x="12797" y="5107"/>
                  </a:cubicBezTo>
                  <a:cubicBezTo>
                    <a:pt x="13097" y="4667"/>
                    <a:pt x="12764" y="3867"/>
                    <a:pt x="11890" y="2960"/>
                  </a:cubicBezTo>
                  <a:cubicBezTo>
                    <a:pt x="10537" y="1560"/>
                    <a:pt x="9190" y="806"/>
                    <a:pt x="7249" y="366"/>
                  </a:cubicBezTo>
                  <a:cubicBezTo>
                    <a:pt x="6572" y="218"/>
                    <a:pt x="5026" y="1"/>
                    <a:pt x="355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2" name="Google Shape;2135;p36"/>
            <p:cNvSpPr/>
            <p:nvPr/>
          </p:nvSpPr>
          <p:spPr>
            <a:xfrm>
              <a:off x="1726026" y="2351749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4" y="1"/>
                  </a:moveTo>
                  <a:cubicBezTo>
                    <a:pt x="153" y="1"/>
                    <a:pt x="0" y="154"/>
                    <a:pt x="0" y="334"/>
                  </a:cubicBezTo>
                  <a:cubicBezTo>
                    <a:pt x="0" y="521"/>
                    <a:pt x="153" y="668"/>
                    <a:pt x="334" y="668"/>
                  </a:cubicBezTo>
                  <a:cubicBezTo>
                    <a:pt x="520" y="668"/>
                    <a:pt x="667" y="521"/>
                    <a:pt x="667" y="334"/>
                  </a:cubicBezTo>
                  <a:cubicBezTo>
                    <a:pt x="667" y="154"/>
                    <a:pt x="520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3" name="Google Shape;2136;p36"/>
            <p:cNvSpPr/>
            <p:nvPr/>
          </p:nvSpPr>
          <p:spPr>
            <a:xfrm>
              <a:off x="2044576" y="2387383"/>
              <a:ext cx="20166" cy="18684"/>
            </a:xfrm>
            <a:custGeom>
              <a:avLst/>
              <a:gdLst/>
              <a:ahLst/>
              <a:cxnLst/>
              <a:rect l="l" t="t" r="r" b="b"/>
              <a:pathLst>
                <a:path w="721" h="668" extrusionOk="0">
                  <a:moveTo>
                    <a:pt x="361" y="1"/>
                  </a:moveTo>
                  <a:cubicBezTo>
                    <a:pt x="154" y="1"/>
                    <a:pt x="1" y="187"/>
                    <a:pt x="34" y="387"/>
                  </a:cubicBezTo>
                  <a:cubicBezTo>
                    <a:pt x="64" y="574"/>
                    <a:pt x="214" y="667"/>
                    <a:pt x="364" y="667"/>
                  </a:cubicBezTo>
                  <a:cubicBezTo>
                    <a:pt x="514" y="667"/>
                    <a:pt x="664" y="574"/>
                    <a:pt x="694" y="387"/>
                  </a:cubicBezTo>
                  <a:cubicBezTo>
                    <a:pt x="721" y="187"/>
                    <a:pt x="568" y="1"/>
                    <a:pt x="36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4" name="Google Shape;2137;p36"/>
            <p:cNvSpPr/>
            <p:nvPr/>
          </p:nvSpPr>
          <p:spPr>
            <a:xfrm>
              <a:off x="2123676" y="2320059"/>
              <a:ext cx="18684" cy="18684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334" y="0"/>
                  </a:moveTo>
                  <a:cubicBezTo>
                    <a:pt x="147" y="0"/>
                    <a:pt x="0" y="154"/>
                    <a:pt x="0" y="334"/>
                  </a:cubicBezTo>
                  <a:cubicBezTo>
                    <a:pt x="0" y="520"/>
                    <a:pt x="147" y="667"/>
                    <a:pt x="334" y="667"/>
                  </a:cubicBezTo>
                  <a:cubicBezTo>
                    <a:pt x="514" y="667"/>
                    <a:pt x="667" y="520"/>
                    <a:pt x="667" y="334"/>
                  </a:cubicBezTo>
                  <a:cubicBezTo>
                    <a:pt x="667" y="154"/>
                    <a:pt x="514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5" name="Google Shape;2138;p36"/>
            <p:cNvSpPr/>
            <p:nvPr/>
          </p:nvSpPr>
          <p:spPr>
            <a:xfrm>
              <a:off x="1795951" y="2398207"/>
              <a:ext cx="18488" cy="18488"/>
            </a:xfrm>
            <a:custGeom>
              <a:avLst/>
              <a:gdLst/>
              <a:ahLst/>
              <a:cxnLst/>
              <a:rect l="l" t="t" r="r" b="b"/>
              <a:pathLst>
                <a:path w="661" h="661" extrusionOk="0">
                  <a:moveTo>
                    <a:pt x="339" y="0"/>
                  </a:moveTo>
                  <a:cubicBezTo>
                    <a:pt x="335" y="0"/>
                    <a:pt x="331" y="0"/>
                    <a:pt x="328" y="0"/>
                  </a:cubicBezTo>
                  <a:cubicBezTo>
                    <a:pt x="324" y="0"/>
                    <a:pt x="320" y="0"/>
                    <a:pt x="316" y="0"/>
                  </a:cubicBezTo>
                  <a:cubicBezTo>
                    <a:pt x="141" y="0"/>
                    <a:pt x="1" y="151"/>
                    <a:pt x="1" y="327"/>
                  </a:cubicBezTo>
                  <a:cubicBezTo>
                    <a:pt x="1" y="507"/>
                    <a:pt x="147" y="660"/>
                    <a:pt x="328" y="660"/>
                  </a:cubicBezTo>
                  <a:cubicBezTo>
                    <a:pt x="514" y="660"/>
                    <a:pt x="661" y="507"/>
                    <a:pt x="661" y="327"/>
                  </a:cubicBezTo>
                  <a:cubicBezTo>
                    <a:pt x="661" y="144"/>
                    <a:pt x="514" y="0"/>
                    <a:pt x="339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6" name="Google Shape;2139;p36"/>
            <p:cNvSpPr/>
            <p:nvPr/>
          </p:nvSpPr>
          <p:spPr>
            <a:xfrm>
              <a:off x="1987126" y="2442959"/>
              <a:ext cx="18684" cy="18488"/>
            </a:xfrm>
            <a:custGeom>
              <a:avLst/>
              <a:gdLst/>
              <a:ahLst/>
              <a:cxnLst/>
              <a:rect l="l" t="t" r="r" b="b"/>
              <a:pathLst>
                <a:path w="668" h="661" extrusionOk="0">
                  <a:moveTo>
                    <a:pt x="334" y="1"/>
                  </a:moveTo>
                  <a:cubicBezTo>
                    <a:pt x="154" y="1"/>
                    <a:pt x="1" y="147"/>
                    <a:pt x="1" y="334"/>
                  </a:cubicBezTo>
                  <a:cubicBezTo>
                    <a:pt x="1" y="514"/>
                    <a:pt x="154" y="661"/>
                    <a:pt x="334" y="661"/>
                  </a:cubicBezTo>
                  <a:cubicBezTo>
                    <a:pt x="514" y="661"/>
                    <a:pt x="668" y="514"/>
                    <a:pt x="661" y="334"/>
                  </a:cubicBezTo>
                  <a:cubicBezTo>
                    <a:pt x="668" y="154"/>
                    <a:pt x="521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7" name="Google Shape;2140;p36"/>
            <p:cNvSpPr/>
            <p:nvPr/>
          </p:nvSpPr>
          <p:spPr>
            <a:xfrm>
              <a:off x="2149604" y="2415185"/>
              <a:ext cx="18488" cy="18488"/>
            </a:xfrm>
            <a:custGeom>
              <a:avLst/>
              <a:gdLst/>
              <a:ahLst/>
              <a:cxnLst/>
              <a:rect l="l" t="t" r="r" b="b"/>
              <a:pathLst>
                <a:path w="661" h="661" extrusionOk="0">
                  <a:moveTo>
                    <a:pt x="327" y="0"/>
                  </a:moveTo>
                  <a:cubicBezTo>
                    <a:pt x="147" y="0"/>
                    <a:pt x="0" y="147"/>
                    <a:pt x="7" y="327"/>
                  </a:cubicBezTo>
                  <a:cubicBezTo>
                    <a:pt x="0" y="507"/>
                    <a:pt x="147" y="660"/>
                    <a:pt x="327" y="660"/>
                  </a:cubicBezTo>
                  <a:cubicBezTo>
                    <a:pt x="514" y="660"/>
                    <a:pt x="660" y="514"/>
                    <a:pt x="660" y="327"/>
                  </a:cubicBezTo>
                  <a:cubicBezTo>
                    <a:pt x="660" y="147"/>
                    <a:pt x="514" y="0"/>
                    <a:pt x="32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8" name="Google Shape;2141;p36"/>
            <p:cNvSpPr/>
            <p:nvPr/>
          </p:nvSpPr>
          <p:spPr>
            <a:xfrm>
              <a:off x="2387041" y="2461419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4" y="1"/>
                  </a:moveTo>
                  <a:cubicBezTo>
                    <a:pt x="147" y="1"/>
                    <a:pt x="0" y="148"/>
                    <a:pt x="0" y="334"/>
                  </a:cubicBezTo>
                  <a:cubicBezTo>
                    <a:pt x="0" y="514"/>
                    <a:pt x="147" y="668"/>
                    <a:pt x="334" y="668"/>
                  </a:cubicBezTo>
                  <a:cubicBezTo>
                    <a:pt x="520" y="668"/>
                    <a:pt x="667" y="514"/>
                    <a:pt x="667" y="334"/>
                  </a:cubicBezTo>
                  <a:cubicBezTo>
                    <a:pt x="667" y="148"/>
                    <a:pt x="520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9" name="Google Shape;2142;p36"/>
            <p:cNvSpPr/>
            <p:nvPr/>
          </p:nvSpPr>
          <p:spPr>
            <a:xfrm>
              <a:off x="2225151" y="2301767"/>
              <a:ext cx="18656" cy="18320"/>
            </a:xfrm>
            <a:custGeom>
              <a:avLst/>
              <a:gdLst/>
              <a:ahLst/>
              <a:cxnLst/>
              <a:rect l="l" t="t" r="r" b="b"/>
              <a:pathLst>
                <a:path w="667" h="655" extrusionOk="0">
                  <a:moveTo>
                    <a:pt x="351" y="1"/>
                  </a:moveTo>
                  <a:cubicBezTo>
                    <a:pt x="348" y="1"/>
                    <a:pt x="344" y="1"/>
                    <a:pt x="340" y="1"/>
                  </a:cubicBezTo>
                  <a:cubicBezTo>
                    <a:pt x="153" y="1"/>
                    <a:pt x="7" y="147"/>
                    <a:pt x="7" y="334"/>
                  </a:cubicBezTo>
                  <a:cubicBezTo>
                    <a:pt x="0" y="510"/>
                    <a:pt x="147" y="654"/>
                    <a:pt x="328" y="654"/>
                  </a:cubicBezTo>
                  <a:cubicBezTo>
                    <a:pt x="332" y="654"/>
                    <a:pt x="336" y="654"/>
                    <a:pt x="340" y="654"/>
                  </a:cubicBezTo>
                  <a:cubicBezTo>
                    <a:pt x="344" y="654"/>
                    <a:pt x="348" y="654"/>
                    <a:pt x="352" y="654"/>
                  </a:cubicBezTo>
                  <a:cubicBezTo>
                    <a:pt x="526" y="654"/>
                    <a:pt x="667" y="510"/>
                    <a:pt x="660" y="334"/>
                  </a:cubicBezTo>
                  <a:cubicBezTo>
                    <a:pt x="667" y="151"/>
                    <a:pt x="526" y="1"/>
                    <a:pt x="35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0" name="Google Shape;2143;p36"/>
            <p:cNvSpPr/>
            <p:nvPr/>
          </p:nvSpPr>
          <p:spPr>
            <a:xfrm>
              <a:off x="2609738" y="2301767"/>
              <a:ext cx="18684" cy="18320"/>
            </a:xfrm>
            <a:custGeom>
              <a:avLst/>
              <a:gdLst/>
              <a:ahLst/>
              <a:cxnLst/>
              <a:rect l="l" t="t" r="r" b="b"/>
              <a:pathLst>
                <a:path w="668" h="655" extrusionOk="0">
                  <a:moveTo>
                    <a:pt x="322" y="1"/>
                  </a:moveTo>
                  <a:cubicBezTo>
                    <a:pt x="141" y="1"/>
                    <a:pt x="0" y="151"/>
                    <a:pt x="7" y="334"/>
                  </a:cubicBezTo>
                  <a:cubicBezTo>
                    <a:pt x="0" y="510"/>
                    <a:pt x="147" y="654"/>
                    <a:pt x="322" y="654"/>
                  </a:cubicBezTo>
                  <a:cubicBezTo>
                    <a:pt x="326" y="654"/>
                    <a:pt x="330" y="654"/>
                    <a:pt x="334" y="654"/>
                  </a:cubicBezTo>
                  <a:cubicBezTo>
                    <a:pt x="338" y="654"/>
                    <a:pt x="342" y="654"/>
                    <a:pt x="345" y="654"/>
                  </a:cubicBezTo>
                  <a:cubicBezTo>
                    <a:pt x="520" y="654"/>
                    <a:pt x="667" y="510"/>
                    <a:pt x="667" y="334"/>
                  </a:cubicBezTo>
                  <a:cubicBezTo>
                    <a:pt x="667" y="147"/>
                    <a:pt x="514" y="1"/>
                    <a:pt x="334" y="1"/>
                  </a:cubicBezTo>
                  <a:cubicBezTo>
                    <a:pt x="330" y="1"/>
                    <a:pt x="326" y="1"/>
                    <a:pt x="32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1" name="Google Shape;2144;p36"/>
            <p:cNvSpPr/>
            <p:nvPr/>
          </p:nvSpPr>
          <p:spPr>
            <a:xfrm>
              <a:off x="2459763" y="2373761"/>
              <a:ext cx="18684" cy="18684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334" y="1"/>
                  </a:moveTo>
                  <a:cubicBezTo>
                    <a:pt x="147" y="1"/>
                    <a:pt x="1" y="147"/>
                    <a:pt x="1" y="334"/>
                  </a:cubicBezTo>
                  <a:cubicBezTo>
                    <a:pt x="1" y="514"/>
                    <a:pt x="147" y="668"/>
                    <a:pt x="334" y="668"/>
                  </a:cubicBezTo>
                  <a:cubicBezTo>
                    <a:pt x="521" y="668"/>
                    <a:pt x="668" y="514"/>
                    <a:pt x="668" y="334"/>
                  </a:cubicBezTo>
                  <a:cubicBezTo>
                    <a:pt x="668" y="147"/>
                    <a:pt x="521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2" name="Google Shape;2145;p36"/>
            <p:cNvSpPr/>
            <p:nvPr/>
          </p:nvSpPr>
          <p:spPr>
            <a:xfrm>
              <a:off x="2485132" y="2452105"/>
              <a:ext cx="18684" cy="18684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334" y="0"/>
                  </a:moveTo>
                  <a:cubicBezTo>
                    <a:pt x="154" y="0"/>
                    <a:pt x="1" y="147"/>
                    <a:pt x="1" y="334"/>
                  </a:cubicBezTo>
                  <a:cubicBezTo>
                    <a:pt x="1" y="514"/>
                    <a:pt x="154" y="667"/>
                    <a:pt x="334" y="667"/>
                  </a:cubicBezTo>
                  <a:cubicBezTo>
                    <a:pt x="521" y="667"/>
                    <a:pt x="668" y="514"/>
                    <a:pt x="668" y="334"/>
                  </a:cubicBezTo>
                  <a:cubicBezTo>
                    <a:pt x="668" y="147"/>
                    <a:pt x="521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3" name="Google Shape;2146;p36"/>
            <p:cNvSpPr/>
            <p:nvPr/>
          </p:nvSpPr>
          <p:spPr>
            <a:xfrm>
              <a:off x="2656168" y="2331443"/>
              <a:ext cx="18684" cy="18656"/>
            </a:xfrm>
            <a:custGeom>
              <a:avLst/>
              <a:gdLst/>
              <a:ahLst/>
              <a:cxnLst/>
              <a:rect l="l" t="t" r="r" b="b"/>
              <a:pathLst>
                <a:path w="668" h="667" extrusionOk="0">
                  <a:moveTo>
                    <a:pt x="334" y="0"/>
                  </a:moveTo>
                  <a:cubicBezTo>
                    <a:pt x="147" y="0"/>
                    <a:pt x="1" y="153"/>
                    <a:pt x="1" y="333"/>
                  </a:cubicBezTo>
                  <a:cubicBezTo>
                    <a:pt x="1" y="520"/>
                    <a:pt x="147" y="667"/>
                    <a:pt x="334" y="667"/>
                  </a:cubicBezTo>
                  <a:cubicBezTo>
                    <a:pt x="514" y="667"/>
                    <a:pt x="668" y="520"/>
                    <a:pt x="668" y="333"/>
                  </a:cubicBezTo>
                  <a:cubicBezTo>
                    <a:pt x="668" y="153"/>
                    <a:pt x="514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4" name="Google Shape;2147;p36"/>
            <p:cNvSpPr/>
            <p:nvPr/>
          </p:nvSpPr>
          <p:spPr>
            <a:xfrm>
              <a:off x="2591278" y="2424303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3" y="1"/>
                  </a:moveTo>
                  <a:cubicBezTo>
                    <a:pt x="147" y="1"/>
                    <a:pt x="0" y="148"/>
                    <a:pt x="0" y="334"/>
                  </a:cubicBezTo>
                  <a:cubicBezTo>
                    <a:pt x="0" y="521"/>
                    <a:pt x="147" y="668"/>
                    <a:pt x="333" y="668"/>
                  </a:cubicBezTo>
                  <a:cubicBezTo>
                    <a:pt x="520" y="668"/>
                    <a:pt x="667" y="521"/>
                    <a:pt x="667" y="334"/>
                  </a:cubicBezTo>
                  <a:cubicBezTo>
                    <a:pt x="667" y="148"/>
                    <a:pt x="520" y="1"/>
                    <a:pt x="333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5" name="Google Shape;2148;p36"/>
            <p:cNvSpPr/>
            <p:nvPr/>
          </p:nvSpPr>
          <p:spPr>
            <a:xfrm>
              <a:off x="2550218" y="2351749"/>
              <a:ext cx="18684" cy="18684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334" y="1"/>
                  </a:moveTo>
                  <a:cubicBezTo>
                    <a:pt x="148" y="1"/>
                    <a:pt x="1" y="154"/>
                    <a:pt x="1" y="334"/>
                  </a:cubicBezTo>
                  <a:cubicBezTo>
                    <a:pt x="1" y="521"/>
                    <a:pt x="148" y="668"/>
                    <a:pt x="334" y="668"/>
                  </a:cubicBezTo>
                  <a:cubicBezTo>
                    <a:pt x="521" y="668"/>
                    <a:pt x="668" y="521"/>
                    <a:pt x="668" y="334"/>
                  </a:cubicBezTo>
                  <a:cubicBezTo>
                    <a:pt x="668" y="154"/>
                    <a:pt x="521" y="1"/>
                    <a:pt x="334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6" name="Google Shape;2149;p36"/>
            <p:cNvSpPr/>
            <p:nvPr/>
          </p:nvSpPr>
          <p:spPr>
            <a:xfrm>
              <a:off x="1865540" y="2452105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4" y="0"/>
                  </a:moveTo>
                  <a:cubicBezTo>
                    <a:pt x="147" y="0"/>
                    <a:pt x="0" y="147"/>
                    <a:pt x="0" y="334"/>
                  </a:cubicBezTo>
                  <a:cubicBezTo>
                    <a:pt x="0" y="514"/>
                    <a:pt x="147" y="667"/>
                    <a:pt x="334" y="667"/>
                  </a:cubicBezTo>
                  <a:cubicBezTo>
                    <a:pt x="514" y="667"/>
                    <a:pt x="667" y="514"/>
                    <a:pt x="667" y="334"/>
                  </a:cubicBezTo>
                  <a:cubicBezTo>
                    <a:pt x="667" y="147"/>
                    <a:pt x="514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7" name="Google Shape;2150;p36"/>
            <p:cNvSpPr/>
            <p:nvPr/>
          </p:nvSpPr>
          <p:spPr>
            <a:xfrm>
              <a:off x="1726026" y="2414989"/>
              <a:ext cx="18656" cy="18684"/>
            </a:xfrm>
            <a:custGeom>
              <a:avLst/>
              <a:gdLst/>
              <a:ahLst/>
              <a:cxnLst/>
              <a:rect l="l" t="t" r="r" b="b"/>
              <a:pathLst>
                <a:path w="667" h="668" extrusionOk="0">
                  <a:moveTo>
                    <a:pt x="334" y="0"/>
                  </a:moveTo>
                  <a:cubicBezTo>
                    <a:pt x="153" y="0"/>
                    <a:pt x="0" y="147"/>
                    <a:pt x="0" y="334"/>
                  </a:cubicBezTo>
                  <a:cubicBezTo>
                    <a:pt x="0" y="521"/>
                    <a:pt x="153" y="667"/>
                    <a:pt x="334" y="667"/>
                  </a:cubicBezTo>
                  <a:cubicBezTo>
                    <a:pt x="520" y="667"/>
                    <a:pt x="667" y="521"/>
                    <a:pt x="667" y="334"/>
                  </a:cubicBezTo>
                  <a:cubicBezTo>
                    <a:pt x="667" y="147"/>
                    <a:pt x="520" y="0"/>
                    <a:pt x="334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8" name="Google Shape;2151;p36"/>
            <p:cNvSpPr/>
            <p:nvPr/>
          </p:nvSpPr>
          <p:spPr>
            <a:xfrm>
              <a:off x="1911048" y="2399522"/>
              <a:ext cx="20166" cy="18656"/>
            </a:xfrm>
            <a:custGeom>
              <a:avLst/>
              <a:gdLst/>
              <a:ahLst/>
              <a:cxnLst/>
              <a:rect l="l" t="t" r="r" b="b"/>
              <a:pathLst>
                <a:path w="721" h="667" extrusionOk="0">
                  <a:moveTo>
                    <a:pt x="358" y="0"/>
                  </a:moveTo>
                  <a:cubicBezTo>
                    <a:pt x="209" y="0"/>
                    <a:pt x="60" y="93"/>
                    <a:pt x="34" y="280"/>
                  </a:cubicBezTo>
                  <a:cubicBezTo>
                    <a:pt x="0" y="480"/>
                    <a:pt x="154" y="667"/>
                    <a:pt x="360" y="667"/>
                  </a:cubicBezTo>
                  <a:cubicBezTo>
                    <a:pt x="567" y="667"/>
                    <a:pt x="720" y="480"/>
                    <a:pt x="687" y="280"/>
                  </a:cubicBezTo>
                  <a:cubicBezTo>
                    <a:pt x="657" y="93"/>
                    <a:pt x="507" y="0"/>
                    <a:pt x="35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9" name="Google Shape;2152;p36"/>
            <p:cNvSpPr/>
            <p:nvPr/>
          </p:nvSpPr>
          <p:spPr>
            <a:xfrm>
              <a:off x="1441012" y="1620305"/>
              <a:ext cx="459239" cy="1706030"/>
            </a:xfrm>
            <a:custGeom>
              <a:avLst/>
              <a:gdLst/>
              <a:ahLst/>
              <a:cxnLst/>
              <a:rect l="l" t="t" r="r" b="b"/>
              <a:pathLst>
                <a:path w="16419" h="60995" extrusionOk="0">
                  <a:moveTo>
                    <a:pt x="15398" y="0"/>
                  </a:moveTo>
                  <a:cubicBezTo>
                    <a:pt x="15336" y="0"/>
                    <a:pt x="15271" y="2"/>
                    <a:pt x="15205" y="5"/>
                  </a:cubicBezTo>
                  <a:cubicBezTo>
                    <a:pt x="12384" y="158"/>
                    <a:pt x="6082" y="3259"/>
                    <a:pt x="3335" y="10374"/>
                  </a:cubicBezTo>
                  <a:cubicBezTo>
                    <a:pt x="1" y="19003"/>
                    <a:pt x="1708" y="31867"/>
                    <a:pt x="5989" y="43116"/>
                  </a:cubicBezTo>
                  <a:cubicBezTo>
                    <a:pt x="10277" y="54373"/>
                    <a:pt x="8570" y="60994"/>
                    <a:pt x="8570" y="60994"/>
                  </a:cubicBezTo>
                  <a:cubicBezTo>
                    <a:pt x="10157" y="58120"/>
                    <a:pt x="10857" y="55240"/>
                    <a:pt x="11004" y="52292"/>
                  </a:cubicBezTo>
                  <a:cubicBezTo>
                    <a:pt x="11477" y="42403"/>
                    <a:pt x="5669" y="31873"/>
                    <a:pt x="6669" y="18897"/>
                  </a:cubicBezTo>
                  <a:cubicBezTo>
                    <a:pt x="7976" y="2059"/>
                    <a:pt x="16418" y="272"/>
                    <a:pt x="16418" y="265"/>
                  </a:cubicBezTo>
                  <a:cubicBezTo>
                    <a:pt x="16212" y="88"/>
                    <a:pt x="15866" y="0"/>
                    <a:pt x="15398" y="0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0" name="Google Shape;2153;p36"/>
            <p:cNvSpPr/>
            <p:nvPr/>
          </p:nvSpPr>
          <p:spPr>
            <a:xfrm>
              <a:off x="1441012" y="1612250"/>
              <a:ext cx="467826" cy="1722477"/>
            </a:xfrm>
            <a:custGeom>
              <a:avLst/>
              <a:gdLst/>
              <a:ahLst/>
              <a:cxnLst/>
              <a:rect l="l" t="t" r="r" b="b"/>
              <a:pathLst>
                <a:path w="16726" h="61583" extrusionOk="0">
                  <a:moveTo>
                    <a:pt x="15438" y="580"/>
                  </a:moveTo>
                  <a:lnTo>
                    <a:pt x="15438" y="580"/>
                  </a:lnTo>
                  <a:cubicBezTo>
                    <a:pt x="13158" y="1567"/>
                    <a:pt x="7443" y="5414"/>
                    <a:pt x="6382" y="19151"/>
                  </a:cubicBezTo>
                  <a:cubicBezTo>
                    <a:pt x="5836" y="26287"/>
                    <a:pt x="7289" y="32541"/>
                    <a:pt x="8703" y="38603"/>
                  </a:cubicBezTo>
                  <a:cubicBezTo>
                    <a:pt x="9843" y="43491"/>
                    <a:pt x="10924" y="48106"/>
                    <a:pt x="10710" y="52567"/>
                  </a:cubicBezTo>
                  <a:cubicBezTo>
                    <a:pt x="10584" y="55061"/>
                    <a:pt x="10070" y="57348"/>
                    <a:pt x="9123" y="59502"/>
                  </a:cubicBezTo>
                  <a:cubicBezTo>
                    <a:pt x="9357" y="56795"/>
                    <a:pt x="9270" y="51193"/>
                    <a:pt x="6269" y="43298"/>
                  </a:cubicBezTo>
                  <a:cubicBezTo>
                    <a:pt x="1608" y="31041"/>
                    <a:pt x="588" y="18584"/>
                    <a:pt x="3608" y="10762"/>
                  </a:cubicBezTo>
                  <a:cubicBezTo>
                    <a:pt x="6422" y="3460"/>
                    <a:pt x="12757" y="720"/>
                    <a:pt x="15218" y="586"/>
                  </a:cubicBezTo>
                  <a:lnTo>
                    <a:pt x="15405" y="586"/>
                  </a:lnTo>
                  <a:lnTo>
                    <a:pt x="15438" y="580"/>
                  </a:lnTo>
                  <a:close/>
                  <a:moveTo>
                    <a:pt x="15402" y="1"/>
                  </a:moveTo>
                  <a:cubicBezTo>
                    <a:pt x="15332" y="1"/>
                    <a:pt x="15259" y="2"/>
                    <a:pt x="15185" y="6"/>
                  </a:cubicBezTo>
                  <a:cubicBezTo>
                    <a:pt x="12611" y="153"/>
                    <a:pt x="5982" y="3000"/>
                    <a:pt x="3068" y="10562"/>
                  </a:cubicBezTo>
                  <a:cubicBezTo>
                    <a:pt x="1" y="18504"/>
                    <a:pt x="1014" y="31134"/>
                    <a:pt x="5722" y="43511"/>
                  </a:cubicBezTo>
                  <a:cubicBezTo>
                    <a:pt x="9917" y="54534"/>
                    <a:pt x="8296" y="61156"/>
                    <a:pt x="8283" y="61216"/>
                  </a:cubicBezTo>
                  <a:cubicBezTo>
                    <a:pt x="8243" y="61362"/>
                    <a:pt x="8316" y="61516"/>
                    <a:pt x="8456" y="61569"/>
                  </a:cubicBezTo>
                  <a:lnTo>
                    <a:pt x="8570" y="61583"/>
                  </a:lnTo>
                  <a:cubicBezTo>
                    <a:pt x="8670" y="61583"/>
                    <a:pt x="8763" y="61523"/>
                    <a:pt x="8816" y="61436"/>
                  </a:cubicBezTo>
                  <a:cubicBezTo>
                    <a:pt x="10323" y="58715"/>
                    <a:pt x="11137" y="55834"/>
                    <a:pt x="11290" y="52600"/>
                  </a:cubicBezTo>
                  <a:cubicBezTo>
                    <a:pt x="11510" y="48066"/>
                    <a:pt x="10423" y="43404"/>
                    <a:pt x="9270" y="38476"/>
                  </a:cubicBezTo>
                  <a:cubicBezTo>
                    <a:pt x="7869" y="32461"/>
                    <a:pt x="6416" y="26240"/>
                    <a:pt x="6956" y="19205"/>
                  </a:cubicBezTo>
                  <a:cubicBezTo>
                    <a:pt x="8223" y="2820"/>
                    <a:pt x="16392" y="860"/>
                    <a:pt x="16478" y="840"/>
                  </a:cubicBezTo>
                  <a:cubicBezTo>
                    <a:pt x="16585" y="820"/>
                    <a:pt x="16672" y="733"/>
                    <a:pt x="16705" y="626"/>
                  </a:cubicBezTo>
                  <a:cubicBezTo>
                    <a:pt x="16725" y="520"/>
                    <a:pt x="16685" y="406"/>
                    <a:pt x="16605" y="333"/>
                  </a:cubicBezTo>
                  <a:cubicBezTo>
                    <a:pt x="16345" y="114"/>
                    <a:pt x="15944" y="1"/>
                    <a:pt x="15402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1" name="Google Shape;2154;p36"/>
            <p:cNvSpPr/>
            <p:nvPr/>
          </p:nvSpPr>
          <p:spPr>
            <a:xfrm>
              <a:off x="1441012" y="1620613"/>
              <a:ext cx="425284" cy="1706086"/>
            </a:xfrm>
            <a:custGeom>
              <a:avLst/>
              <a:gdLst/>
              <a:ahLst/>
              <a:cxnLst/>
              <a:rect l="l" t="t" r="r" b="b"/>
              <a:pathLst>
                <a:path w="15205" h="60997" extrusionOk="0">
                  <a:moveTo>
                    <a:pt x="15205" y="1"/>
                  </a:moveTo>
                  <a:lnTo>
                    <a:pt x="15205" y="1"/>
                  </a:lnTo>
                  <a:cubicBezTo>
                    <a:pt x="12384" y="154"/>
                    <a:pt x="6082" y="3255"/>
                    <a:pt x="3335" y="10370"/>
                  </a:cubicBezTo>
                  <a:cubicBezTo>
                    <a:pt x="1" y="18999"/>
                    <a:pt x="1708" y="31862"/>
                    <a:pt x="5989" y="43112"/>
                  </a:cubicBezTo>
                  <a:cubicBezTo>
                    <a:pt x="10277" y="54368"/>
                    <a:pt x="8570" y="60997"/>
                    <a:pt x="8570" y="60997"/>
                  </a:cubicBezTo>
                  <a:cubicBezTo>
                    <a:pt x="10157" y="58116"/>
                    <a:pt x="10857" y="55235"/>
                    <a:pt x="11004" y="52294"/>
                  </a:cubicBezTo>
                  <a:lnTo>
                    <a:pt x="11004" y="52294"/>
                  </a:lnTo>
                  <a:cubicBezTo>
                    <a:pt x="10572" y="53778"/>
                    <a:pt x="10283" y="54382"/>
                    <a:pt x="10075" y="54382"/>
                  </a:cubicBezTo>
                  <a:cubicBezTo>
                    <a:pt x="9430" y="54382"/>
                    <a:pt x="9546" y="48616"/>
                    <a:pt x="8523" y="45226"/>
                  </a:cubicBezTo>
                  <a:cubicBezTo>
                    <a:pt x="7176" y="40731"/>
                    <a:pt x="2381" y="33243"/>
                    <a:pt x="2655" y="20193"/>
                  </a:cubicBezTo>
                  <a:cubicBezTo>
                    <a:pt x="2935" y="7136"/>
                    <a:pt x="15205" y="1"/>
                    <a:pt x="15205" y="1"/>
                  </a:cubicBezTo>
                  <a:close/>
                </a:path>
              </a:pathLst>
            </a:custGeom>
            <a:solidFill>
              <a:srgbClr val="3D0800">
                <a:alpha val="107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2" name="Google Shape;2155;p36"/>
            <p:cNvSpPr/>
            <p:nvPr/>
          </p:nvSpPr>
          <p:spPr>
            <a:xfrm>
              <a:off x="2485132" y="1711460"/>
              <a:ext cx="358519" cy="1479277"/>
            </a:xfrm>
            <a:custGeom>
              <a:avLst/>
              <a:gdLst/>
              <a:ahLst/>
              <a:cxnLst/>
              <a:rect l="l" t="t" r="r" b="b"/>
              <a:pathLst>
                <a:path w="12818" h="52888" extrusionOk="0">
                  <a:moveTo>
                    <a:pt x="1" y="0"/>
                  </a:moveTo>
                  <a:cubicBezTo>
                    <a:pt x="2" y="1"/>
                    <a:pt x="6322" y="5876"/>
                    <a:pt x="7196" y="14077"/>
                  </a:cubicBezTo>
                  <a:cubicBezTo>
                    <a:pt x="8716" y="28241"/>
                    <a:pt x="1414" y="44359"/>
                    <a:pt x="9737" y="52888"/>
                  </a:cubicBezTo>
                  <a:lnTo>
                    <a:pt x="9737" y="52888"/>
                  </a:lnTo>
                  <a:cubicBezTo>
                    <a:pt x="9737" y="52887"/>
                    <a:pt x="6329" y="45432"/>
                    <a:pt x="7296" y="37117"/>
                  </a:cubicBezTo>
                  <a:cubicBezTo>
                    <a:pt x="8263" y="28794"/>
                    <a:pt x="12817" y="9829"/>
                    <a:pt x="1" y="0"/>
                  </a:cubicBezTo>
                  <a:close/>
                </a:path>
              </a:pathLst>
            </a:custGeom>
            <a:solidFill>
              <a:srgbClr val="9D4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3" name="Google Shape;2156;p36"/>
            <p:cNvSpPr/>
            <p:nvPr/>
          </p:nvSpPr>
          <p:spPr>
            <a:xfrm>
              <a:off x="2474224" y="1703348"/>
              <a:ext cx="337346" cy="1495584"/>
            </a:xfrm>
            <a:custGeom>
              <a:avLst/>
              <a:gdLst/>
              <a:ahLst/>
              <a:cxnLst/>
              <a:rect l="l" t="t" r="r" b="b"/>
              <a:pathLst>
                <a:path w="12061" h="53471" extrusionOk="0">
                  <a:moveTo>
                    <a:pt x="4125" y="4445"/>
                  </a:moveTo>
                  <a:cubicBezTo>
                    <a:pt x="10827" y="13327"/>
                    <a:pt x="8993" y="26070"/>
                    <a:pt x="7839" y="34132"/>
                  </a:cubicBezTo>
                  <a:cubicBezTo>
                    <a:pt x="7659" y="35306"/>
                    <a:pt x="7506" y="36413"/>
                    <a:pt x="7393" y="37373"/>
                  </a:cubicBezTo>
                  <a:cubicBezTo>
                    <a:pt x="6692" y="43382"/>
                    <a:pt x="8286" y="48990"/>
                    <a:pt x="9226" y="51670"/>
                  </a:cubicBezTo>
                  <a:cubicBezTo>
                    <a:pt x="5325" y="46356"/>
                    <a:pt x="6239" y="38560"/>
                    <a:pt x="7186" y="30351"/>
                  </a:cubicBezTo>
                  <a:cubicBezTo>
                    <a:pt x="7806" y="25063"/>
                    <a:pt x="8440" y="19582"/>
                    <a:pt x="7879" y="14334"/>
                  </a:cubicBezTo>
                  <a:cubicBezTo>
                    <a:pt x="7453" y="10386"/>
                    <a:pt x="5772" y="6952"/>
                    <a:pt x="4125" y="4445"/>
                  </a:cubicBezTo>
                  <a:close/>
                  <a:moveTo>
                    <a:pt x="408" y="0"/>
                  </a:moveTo>
                  <a:cubicBezTo>
                    <a:pt x="177" y="0"/>
                    <a:pt x="1" y="291"/>
                    <a:pt x="191" y="497"/>
                  </a:cubicBezTo>
                  <a:cubicBezTo>
                    <a:pt x="257" y="550"/>
                    <a:pt x="6446" y="6405"/>
                    <a:pt x="7293" y="14401"/>
                  </a:cubicBezTo>
                  <a:cubicBezTo>
                    <a:pt x="7853" y="19575"/>
                    <a:pt x="7219" y="25023"/>
                    <a:pt x="6612" y="30285"/>
                  </a:cubicBezTo>
                  <a:cubicBezTo>
                    <a:pt x="5559" y="39340"/>
                    <a:pt x="4572" y="47889"/>
                    <a:pt x="9920" y="53378"/>
                  </a:cubicBezTo>
                  <a:cubicBezTo>
                    <a:pt x="9973" y="53431"/>
                    <a:pt x="10047" y="53464"/>
                    <a:pt x="10127" y="53471"/>
                  </a:cubicBezTo>
                  <a:cubicBezTo>
                    <a:pt x="10347" y="53471"/>
                    <a:pt x="10487" y="53244"/>
                    <a:pt x="10393" y="53051"/>
                  </a:cubicBezTo>
                  <a:cubicBezTo>
                    <a:pt x="10360" y="52984"/>
                    <a:pt x="7026" y="45582"/>
                    <a:pt x="7973" y="37440"/>
                  </a:cubicBezTo>
                  <a:cubicBezTo>
                    <a:pt x="8079" y="36486"/>
                    <a:pt x="8246" y="35386"/>
                    <a:pt x="8413" y="34212"/>
                  </a:cubicBezTo>
                  <a:cubicBezTo>
                    <a:pt x="9773" y="24737"/>
                    <a:pt x="12061" y="8872"/>
                    <a:pt x="571" y="50"/>
                  </a:cubicBezTo>
                  <a:cubicBezTo>
                    <a:pt x="516" y="15"/>
                    <a:pt x="461" y="0"/>
                    <a:pt x="408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4" name="Google Shape;2157;p36"/>
            <p:cNvSpPr/>
            <p:nvPr/>
          </p:nvSpPr>
          <p:spPr>
            <a:xfrm>
              <a:off x="1536893" y="1783622"/>
              <a:ext cx="114929" cy="404027"/>
            </a:xfrm>
            <a:custGeom>
              <a:avLst/>
              <a:gdLst/>
              <a:ahLst/>
              <a:cxnLst/>
              <a:rect l="l" t="t" r="r" b="b"/>
              <a:pathLst>
                <a:path w="4109" h="14445" extrusionOk="0">
                  <a:moveTo>
                    <a:pt x="4108" y="1"/>
                  </a:moveTo>
                  <a:lnTo>
                    <a:pt x="4108" y="1"/>
                  </a:lnTo>
                  <a:cubicBezTo>
                    <a:pt x="3108" y="808"/>
                    <a:pt x="2394" y="1928"/>
                    <a:pt x="1887" y="3122"/>
                  </a:cubicBezTo>
                  <a:cubicBezTo>
                    <a:pt x="1381" y="4309"/>
                    <a:pt x="1047" y="5556"/>
                    <a:pt x="767" y="6803"/>
                  </a:cubicBezTo>
                  <a:cubicBezTo>
                    <a:pt x="207" y="9310"/>
                    <a:pt x="0" y="11884"/>
                    <a:pt x="147" y="14445"/>
                  </a:cubicBezTo>
                  <a:cubicBezTo>
                    <a:pt x="220" y="11891"/>
                    <a:pt x="494" y="9357"/>
                    <a:pt x="1054" y="6869"/>
                  </a:cubicBezTo>
                  <a:cubicBezTo>
                    <a:pt x="1327" y="5629"/>
                    <a:pt x="1641" y="4375"/>
                    <a:pt x="2094" y="3202"/>
                  </a:cubicBezTo>
                  <a:cubicBezTo>
                    <a:pt x="2554" y="2028"/>
                    <a:pt x="3181" y="901"/>
                    <a:pt x="4108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5" name="Google Shape;2158;p36"/>
            <p:cNvSpPr/>
            <p:nvPr/>
          </p:nvSpPr>
          <p:spPr>
            <a:xfrm>
              <a:off x="1518796" y="2240596"/>
              <a:ext cx="18488" cy="134144"/>
            </a:xfrm>
            <a:custGeom>
              <a:avLst/>
              <a:gdLst/>
              <a:ahLst/>
              <a:cxnLst/>
              <a:rect l="l" t="t" r="r" b="b"/>
              <a:pathLst>
                <a:path w="661" h="4796" extrusionOk="0">
                  <a:moveTo>
                    <a:pt x="267" y="0"/>
                  </a:moveTo>
                  <a:cubicBezTo>
                    <a:pt x="67" y="794"/>
                    <a:pt x="0" y="1621"/>
                    <a:pt x="74" y="2434"/>
                  </a:cubicBezTo>
                  <a:cubicBezTo>
                    <a:pt x="134" y="3248"/>
                    <a:pt x="327" y="4048"/>
                    <a:pt x="661" y="4795"/>
                  </a:cubicBezTo>
                  <a:cubicBezTo>
                    <a:pt x="541" y="3995"/>
                    <a:pt x="427" y="3208"/>
                    <a:pt x="361" y="2408"/>
                  </a:cubicBezTo>
                  <a:cubicBezTo>
                    <a:pt x="294" y="1608"/>
                    <a:pt x="287" y="821"/>
                    <a:pt x="267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6" name="Google Shape;2159;p36"/>
            <p:cNvSpPr/>
            <p:nvPr/>
          </p:nvSpPr>
          <p:spPr>
            <a:xfrm>
              <a:off x="1539131" y="2432890"/>
              <a:ext cx="22600" cy="103909"/>
            </a:xfrm>
            <a:custGeom>
              <a:avLst/>
              <a:gdLst/>
              <a:ahLst/>
              <a:cxnLst/>
              <a:rect l="l" t="t" r="r" b="b"/>
              <a:pathLst>
                <a:path w="808" h="3715" extrusionOk="0">
                  <a:moveTo>
                    <a:pt x="80" y="1"/>
                  </a:moveTo>
                  <a:lnTo>
                    <a:pt x="80" y="1"/>
                  </a:lnTo>
                  <a:cubicBezTo>
                    <a:pt x="0" y="1281"/>
                    <a:pt x="254" y="2561"/>
                    <a:pt x="807" y="3715"/>
                  </a:cubicBezTo>
                  <a:cubicBezTo>
                    <a:pt x="740" y="3081"/>
                    <a:pt x="614" y="2468"/>
                    <a:pt x="494" y="1854"/>
                  </a:cubicBezTo>
                  <a:cubicBezTo>
                    <a:pt x="367" y="1234"/>
                    <a:pt x="260" y="621"/>
                    <a:pt x="80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7" name="Google Shape;2160;p36"/>
            <p:cNvSpPr/>
            <p:nvPr/>
          </p:nvSpPr>
          <p:spPr>
            <a:xfrm>
              <a:off x="1566541" y="2574838"/>
              <a:ext cx="87686" cy="281099"/>
            </a:xfrm>
            <a:custGeom>
              <a:avLst/>
              <a:gdLst/>
              <a:ahLst/>
              <a:cxnLst/>
              <a:rect l="l" t="t" r="r" b="b"/>
              <a:pathLst>
                <a:path w="3135" h="10050" extrusionOk="0">
                  <a:moveTo>
                    <a:pt x="1" y="0"/>
                  </a:moveTo>
                  <a:lnTo>
                    <a:pt x="1" y="0"/>
                  </a:lnTo>
                  <a:cubicBezTo>
                    <a:pt x="354" y="1721"/>
                    <a:pt x="801" y="3421"/>
                    <a:pt x="1334" y="5095"/>
                  </a:cubicBezTo>
                  <a:cubicBezTo>
                    <a:pt x="1868" y="6775"/>
                    <a:pt x="2441" y="8429"/>
                    <a:pt x="3135" y="10050"/>
                  </a:cubicBezTo>
                  <a:cubicBezTo>
                    <a:pt x="2661" y="8356"/>
                    <a:pt x="2148" y="6689"/>
                    <a:pt x="1621" y="5015"/>
                  </a:cubicBezTo>
                  <a:cubicBezTo>
                    <a:pt x="1094" y="3335"/>
                    <a:pt x="567" y="1661"/>
                    <a:pt x="1" y="0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8" name="Google Shape;2161;p36"/>
            <p:cNvSpPr/>
            <p:nvPr/>
          </p:nvSpPr>
          <p:spPr>
            <a:xfrm>
              <a:off x="1667821" y="2913918"/>
              <a:ext cx="30236" cy="202223"/>
            </a:xfrm>
            <a:custGeom>
              <a:avLst/>
              <a:gdLst/>
              <a:ahLst/>
              <a:cxnLst/>
              <a:rect l="l" t="t" r="r" b="b"/>
              <a:pathLst>
                <a:path w="1081" h="7230" extrusionOk="0">
                  <a:moveTo>
                    <a:pt x="1" y="1"/>
                  </a:moveTo>
                  <a:lnTo>
                    <a:pt x="1" y="1"/>
                  </a:lnTo>
                  <a:cubicBezTo>
                    <a:pt x="207" y="1201"/>
                    <a:pt x="414" y="2401"/>
                    <a:pt x="581" y="3601"/>
                  </a:cubicBezTo>
                  <a:cubicBezTo>
                    <a:pt x="747" y="4802"/>
                    <a:pt x="867" y="6009"/>
                    <a:pt x="994" y="7229"/>
                  </a:cubicBezTo>
                  <a:cubicBezTo>
                    <a:pt x="1081" y="6002"/>
                    <a:pt x="1041" y="4775"/>
                    <a:pt x="867" y="3561"/>
                  </a:cubicBezTo>
                  <a:cubicBezTo>
                    <a:pt x="707" y="2348"/>
                    <a:pt x="421" y="1154"/>
                    <a:pt x="1" y="1"/>
                  </a:cubicBezTo>
                  <a:close/>
                </a:path>
              </a:pathLst>
            </a:custGeom>
            <a:solidFill>
              <a:srgbClr val="3D0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43" name="组合 542"/>
          <p:cNvGrpSpPr/>
          <p:nvPr/>
        </p:nvGrpSpPr>
        <p:grpSpPr>
          <a:xfrm>
            <a:off x="-510540" y="-236220"/>
            <a:ext cx="3208020" cy="1842135"/>
            <a:chOff x="-804" y="-372"/>
            <a:chExt cx="5052" cy="2901"/>
          </a:xfrm>
        </p:grpSpPr>
        <p:pic>
          <p:nvPicPr>
            <p:cNvPr id="541" name="图片 540" descr="01标示标准彩色图形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804" y="-372"/>
              <a:ext cx="4099" cy="2901"/>
            </a:xfrm>
            <a:prstGeom prst="rect">
              <a:avLst/>
            </a:prstGeom>
          </p:spPr>
        </p:pic>
        <p:pic>
          <p:nvPicPr>
            <p:cNvPr id="542" name="图片 541" descr="679ea5b50a417660f7076eba1cf8bba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4" y="136"/>
              <a:ext cx="1944" cy="1944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/>
        </p:nvSpPr>
        <p:spPr>
          <a:xfrm>
            <a:off x="4734560" y="4660900"/>
            <a:ext cx="2722880" cy="5219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2025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11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月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16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日</a:t>
            </a:r>
            <a:endParaRPr lang="zh-CN" altLang="en-US" sz="2800" b="1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912225" y="1155700"/>
            <a:ext cx="3279140" cy="4554220"/>
            <a:chOff x="14035" y="1820"/>
            <a:chExt cx="5164" cy="7172"/>
          </a:xfrm>
        </p:grpSpPr>
        <p:grpSp>
          <p:nvGrpSpPr>
            <p:cNvPr id="2208" name="Google Shape;2208;p36"/>
            <p:cNvGrpSpPr/>
            <p:nvPr/>
          </p:nvGrpSpPr>
          <p:grpSpPr>
            <a:xfrm>
              <a:off x="15401" y="4153"/>
              <a:ext cx="1385" cy="1035"/>
              <a:chOff x="4030925" y="2186525"/>
              <a:chExt cx="944700" cy="706325"/>
            </a:xfrm>
          </p:grpSpPr>
          <p:sp>
            <p:nvSpPr>
              <p:cNvPr id="2209" name="Google Shape;2209;p36"/>
              <p:cNvSpPr/>
              <p:nvPr/>
            </p:nvSpPr>
            <p:spPr>
              <a:xfrm>
                <a:off x="4030925" y="2186525"/>
                <a:ext cx="944700" cy="281675"/>
              </a:xfrm>
              <a:custGeom>
                <a:avLst/>
                <a:gdLst/>
                <a:ahLst/>
                <a:cxnLst/>
                <a:rect l="l" t="t" r="r" b="b"/>
                <a:pathLst>
                  <a:path w="37788" h="11267" extrusionOk="0">
                    <a:moveTo>
                      <a:pt x="33327" y="1430"/>
                    </a:moveTo>
                    <a:lnTo>
                      <a:pt x="9699" y="10348"/>
                    </a:lnTo>
                    <a:lnTo>
                      <a:pt x="1770" y="6049"/>
                    </a:lnTo>
                    <a:lnTo>
                      <a:pt x="33327" y="1430"/>
                    </a:lnTo>
                    <a:close/>
                    <a:moveTo>
                      <a:pt x="37185" y="0"/>
                    </a:moveTo>
                    <a:cubicBezTo>
                      <a:pt x="37164" y="0"/>
                      <a:pt x="37142" y="1"/>
                      <a:pt x="37120" y="5"/>
                    </a:cubicBezTo>
                    <a:lnTo>
                      <a:pt x="391" y="5383"/>
                    </a:lnTo>
                    <a:cubicBezTo>
                      <a:pt x="207" y="5406"/>
                      <a:pt x="69" y="5544"/>
                      <a:pt x="23" y="5728"/>
                    </a:cubicBezTo>
                    <a:cubicBezTo>
                      <a:pt x="0" y="5912"/>
                      <a:pt x="92" y="6095"/>
                      <a:pt x="253" y="6187"/>
                    </a:cubicBezTo>
                    <a:lnTo>
                      <a:pt x="9447" y="11221"/>
                    </a:lnTo>
                    <a:lnTo>
                      <a:pt x="9653" y="11267"/>
                    </a:lnTo>
                    <a:lnTo>
                      <a:pt x="9814" y="11244"/>
                    </a:lnTo>
                    <a:lnTo>
                      <a:pt x="37327" y="855"/>
                    </a:lnTo>
                    <a:cubicBezTo>
                      <a:pt x="37788" y="679"/>
                      <a:pt x="37641" y="0"/>
                      <a:pt x="371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0" name="Google Shape;2210;p36"/>
              <p:cNvSpPr/>
              <p:nvPr/>
            </p:nvSpPr>
            <p:spPr>
              <a:xfrm>
                <a:off x="4423950" y="2187475"/>
                <a:ext cx="547625" cy="512875"/>
              </a:xfrm>
              <a:custGeom>
                <a:avLst/>
                <a:gdLst/>
                <a:ahLst/>
                <a:cxnLst/>
                <a:rect l="l" t="t" r="r" b="b"/>
                <a:pathLst>
                  <a:path w="21905" h="20515" extrusionOk="0">
                    <a:moveTo>
                      <a:pt x="19882" y="2104"/>
                    </a:moveTo>
                    <a:lnTo>
                      <a:pt x="8918" y="19572"/>
                    </a:lnTo>
                    <a:lnTo>
                      <a:pt x="1265" y="15918"/>
                    </a:lnTo>
                    <a:lnTo>
                      <a:pt x="19882" y="2104"/>
                    </a:lnTo>
                    <a:close/>
                    <a:moveTo>
                      <a:pt x="21443" y="0"/>
                    </a:moveTo>
                    <a:cubicBezTo>
                      <a:pt x="21354" y="0"/>
                      <a:pt x="21266" y="29"/>
                      <a:pt x="21192" y="81"/>
                    </a:cubicBezTo>
                    <a:lnTo>
                      <a:pt x="184" y="15688"/>
                    </a:lnTo>
                    <a:cubicBezTo>
                      <a:pt x="69" y="15780"/>
                      <a:pt x="0" y="15941"/>
                      <a:pt x="23" y="16102"/>
                    </a:cubicBezTo>
                    <a:cubicBezTo>
                      <a:pt x="23" y="16240"/>
                      <a:pt x="115" y="16378"/>
                      <a:pt x="253" y="16446"/>
                    </a:cubicBezTo>
                    <a:lnTo>
                      <a:pt x="8918" y="20515"/>
                    </a:lnTo>
                    <a:lnTo>
                      <a:pt x="9102" y="20515"/>
                    </a:lnTo>
                    <a:cubicBezTo>
                      <a:pt x="9240" y="20515"/>
                      <a:pt x="9378" y="20469"/>
                      <a:pt x="9470" y="20354"/>
                    </a:cubicBezTo>
                    <a:lnTo>
                      <a:pt x="21813" y="656"/>
                    </a:lnTo>
                    <a:cubicBezTo>
                      <a:pt x="21905" y="472"/>
                      <a:pt x="21882" y="265"/>
                      <a:pt x="21744" y="127"/>
                    </a:cubicBezTo>
                    <a:cubicBezTo>
                      <a:pt x="21656" y="40"/>
                      <a:pt x="21549" y="0"/>
                      <a:pt x="214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1" name="Google Shape;2211;p36"/>
              <p:cNvSpPr/>
              <p:nvPr/>
            </p:nvSpPr>
            <p:spPr>
              <a:xfrm>
                <a:off x="4261325" y="2186625"/>
                <a:ext cx="710825" cy="706225"/>
              </a:xfrm>
              <a:custGeom>
                <a:avLst/>
                <a:gdLst/>
                <a:ahLst/>
                <a:cxnLst/>
                <a:rect l="l" t="t" r="r" b="b"/>
                <a:pathLst>
                  <a:path w="28433" h="28249" extrusionOk="0">
                    <a:moveTo>
                      <a:pt x="25261" y="1908"/>
                    </a:moveTo>
                    <a:lnTo>
                      <a:pt x="6689" y="15699"/>
                    </a:lnTo>
                    <a:cubicBezTo>
                      <a:pt x="6620" y="15745"/>
                      <a:pt x="6551" y="15837"/>
                      <a:pt x="6528" y="15929"/>
                    </a:cubicBezTo>
                    <a:lnTo>
                      <a:pt x="3196" y="25973"/>
                    </a:lnTo>
                    <a:lnTo>
                      <a:pt x="920" y="11102"/>
                    </a:lnTo>
                    <a:lnTo>
                      <a:pt x="25261" y="1908"/>
                    </a:lnTo>
                    <a:close/>
                    <a:moveTo>
                      <a:pt x="27953" y="1"/>
                    </a:moveTo>
                    <a:cubicBezTo>
                      <a:pt x="27906" y="1"/>
                      <a:pt x="27859" y="8"/>
                      <a:pt x="27812" y="24"/>
                    </a:cubicBezTo>
                    <a:lnTo>
                      <a:pt x="300" y="10436"/>
                    </a:lnTo>
                    <a:cubicBezTo>
                      <a:pt x="116" y="10504"/>
                      <a:pt x="1" y="10711"/>
                      <a:pt x="24" y="10895"/>
                    </a:cubicBezTo>
                    <a:lnTo>
                      <a:pt x="2621" y="27881"/>
                    </a:lnTo>
                    <a:cubicBezTo>
                      <a:pt x="2644" y="28065"/>
                      <a:pt x="2805" y="28226"/>
                      <a:pt x="3012" y="28249"/>
                    </a:cubicBezTo>
                    <a:lnTo>
                      <a:pt x="3058" y="28249"/>
                    </a:lnTo>
                    <a:cubicBezTo>
                      <a:pt x="3242" y="28249"/>
                      <a:pt x="3402" y="28111"/>
                      <a:pt x="3448" y="27927"/>
                    </a:cubicBezTo>
                    <a:lnTo>
                      <a:pt x="7310" y="16297"/>
                    </a:lnTo>
                    <a:lnTo>
                      <a:pt x="28226" y="782"/>
                    </a:lnTo>
                    <a:cubicBezTo>
                      <a:pt x="28387" y="667"/>
                      <a:pt x="28433" y="414"/>
                      <a:pt x="28341" y="230"/>
                    </a:cubicBezTo>
                    <a:cubicBezTo>
                      <a:pt x="28269" y="88"/>
                      <a:pt x="28115" y="1"/>
                      <a:pt x="279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2" name="Google Shape;2212;p36"/>
              <p:cNvSpPr/>
              <p:nvPr/>
            </p:nvSpPr>
            <p:spPr>
              <a:xfrm>
                <a:off x="4325700" y="2577225"/>
                <a:ext cx="236750" cy="315625"/>
              </a:xfrm>
              <a:custGeom>
                <a:avLst/>
                <a:gdLst/>
                <a:ahLst/>
                <a:cxnLst/>
                <a:rect l="l" t="t" r="r" b="b"/>
                <a:pathLst>
                  <a:path w="9470" h="12625" extrusionOk="0">
                    <a:moveTo>
                      <a:pt x="4620" y="1017"/>
                    </a:moveTo>
                    <a:lnTo>
                      <a:pt x="8343" y="2764"/>
                    </a:lnTo>
                    <a:lnTo>
                      <a:pt x="1540" y="10395"/>
                    </a:lnTo>
                    <a:lnTo>
                      <a:pt x="4620" y="1017"/>
                    </a:lnTo>
                    <a:close/>
                    <a:moveTo>
                      <a:pt x="4379" y="0"/>
                    </a:moveTo>
                    <a:cubicBezTo>
                      <a:pt x="4321" y="0"/>
                      <a:pt x="4264" y="18"/>
                      <a:pt x="4206" y="52"/>
                    </a:cubicBezTo>
                    <a:cubicBezTo>
                      <a:pt x="4091" y="98"/>
                      <a:pt x="3999" y="190"/>
                      <a:pt x="3953" y="305"/>
                    </a:cubicBezTo>
                    <a:lnTo>
                      <a:pt x="69" y="12050"/>
                    </a:lnTo>
                    <a:cubicBezTo>
                      <a:pt x="0" y="12257"/>
                      <a:pt x="92" y="12464"/>
                      <a:pt x="276" y="12579"/>
                    </a:cubicBezTo>
                    <a:lnTo>
                      <a:pt x="483" y="12625"/>
                    </a:lnTo>
                    <a:cubicBezTo>
                      <a:pt x="598" y="12625"/>
                      <a:pt x="713" y="12579"/>
                      <a:pt x="781" y="12487"/>
                    </a:cubicBezTo>
                    <a:lnTo>
                      <a:pt x="9355" y="2925"/>
                    </a:lnTo>
                    <a:cubicBezTo>
                      <a:pt x="9424" y="2810"/>
                      <a:pt x="9470" y="2672"/>
                      <a:pt x="9470" y="2534"/>
                    </a:cubicBezTo>
                    <a:cubicBezTo>
                      <a:pt x="9447" y="2396"/>
                      <a:pt x="9332" y="2304"/>
                      <a:pt x="9217" y="2259"/>
                    </a:cubicBezTo>
                    <a:lnTo>
                      <a:pt x="4551" y="52"/>
                    </a:lnTo>
                    <a:cubicBezTo>
                      <a:pt x="4493" y="18"/>
                      <a:pt x="4436" y="0"/>
                      <a:pt x="4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561" name="Google Shape;4561;p69"/>
            <p:cNvSpPr/>
            <p:nvPr/>
          </p:nvSpPr>
          <p:spPr>
            <a:xfrm>
              <a:off x="14035" y="1820"/>
              <a:ext cx="5165" cy="7172"/>
            </a:xfrm>
            <a:custGeom>
              <a:avLst/>
              <a:gdLst/>
              <a:ahLst/>
              <a:cxnLst/>
              <a:rect l="l" t="t" r="r" b="b"/>
              <a:pathLst>
                <a:path w="92138" h="127940" extrusionOk="0">
                  <a:moveTo>
                    <a:pt x="85073" y="0"/>
                  </a:moveTo>
                  <a:cubicBezTo>
                    <a:pt x="85013" y="0"/>
                    <a:pt x="84958" y="40"/>
                    <a:pt x="84958" y="108"/>
                  </a:cubicBezTo>
                  <a:cubicBezTo>
                    <a:pt x="84899" y="167"/>
                    <a:pt x="84919" y="266"/>
                    <a:pt x="84998" y="326"/>
                  </a:cubicBezTo>
                  <a:cubicBezTo>
                    <a:pt x="85573" y="603"/>
                    <a:pt x="86128" y="940"/>
                    <a:pt x="86644" y="1337"/>
                  </a:cubicBezTo>
                  <a:lnTo>
                    <a:pt x="86743" y="1337"/>
                  </a:lnTo>
                  <a:cubicBezTo>
                    <a:pt x="86783" y="1337"/>
                    <a:pt x="86842" y="1317"/>
                    <a:pt x="86882" y="1297"/>
                  </a:cubicBezTo>
                  <a:cubicBezTo>
                    <a:pt x="86922" y="1218"/>
                    <a:pt x="86902" y="1119"/>
                    <a:pt x="86842" y="1059"/>
                  </a:cubicBezTo>
                  <a:cubicBezTo>
                    <a:pt x="86307" y="663"/>
                    <a:pt x="85732" y="326"/>
                    <a:pt x="85157" y="28"/>
                  </a:cubicBezTo>
                  <a:cubicBezTo>
                    <a:pt x="85131" y="9"/>
                    <a:pt x="85102" y="0"/>
                    <a:pt x="85073" y="0"/>
                  </a:cubicBezTo>
                  <a:close/>
                  <a:moveTo>
                    <a:pt x="88675" y="2762"/>
                  </a:moveTo>
                  <a:cubicBezTo>
                    <a:pt x="88636" y="2762"/>
                    <a:pt x="88595" y="2777"/>
                    <a:pt x="88568" y="2805"/>
                  </a:cubicBezTo>
                  <a:cubicBezTo>
                    <a:pt x="88488" y="2844"/>
                    <a:pt x="88488" y="2963"/>
                    <a:pt x="88548" y="3023"/>
                  </a:cubicBezTo>
                  <a:cubicBezTo>
                    <a:pt x="88984" y="3499"/>
                    <a:pt x="89381" y="4014"/>
                    <a:pt x="89738" y="4570"/>
                  </a:cubicBezTo>
                  <a:cubicBezTo>
                    <a:pt x="89777" y="4609"/>
                    <a:pt x="89817" y="4629"/>
                    <a:pt x="89877" y="4629"/>
                  </a:cubicBezTo>
                  <a:lnTo>
                    <a:pt x="89956" y="4609"/>
                  </a:lnTo>
                  <a:cubicBezTo>
                    <a:pt x="90035" y="4550"/>
                    <a:pt x="90055" y="4451"/>
                    <a:pt x="89996" y="4371"/>
                  </a:cubicBezTo>
                  <a:cubicBezTo>
                    <a:pt x="89658" y="3816"/>
                    <a:pt x="89242" y="3300"/>
                    <a:pt x="88786" y="2824"/>
                  </a:cubicBezTo>
                  <a:cubicBezTo>
                    <a:pt x="88765" y="2782"/>
                    <a:pt x="88721" y="2762"/>
                    <a:pt x="88675" y="2762"/>
                  </a:cubicBezTo>
                  <a:close/>
                  <a:moveTo>
                    <a:pt x="91110" y="6597"/>
                  </a:moveTo>
                  <a:cubicBezTo>
                    <a:pt x="91089" y="6597"/>
                    <a:pt x="91068" y="6602"/>
                    <a:pt x="91047" y="6612"/>
                  </a:cubicBezTo>
                  <a:cubicBezTo>
                    <a:pt x="90967" y="6632"/>
                    <a:pt x="90908" y="6731"/>
                    <a:pt x="90947" y="6810"/>
                  </a:cubicBezTo>
                  <a:cubicBezTo>
                    <a:pt x="91185" y="7425"/>
                    <a:pt x="91384" y="8040"/>
                    <a:pt x="91523" y="8675"/>
                  </a:cubicBezTo>
                  <a:cubicBezTo>
                    <a:pt x="91542" y="8754"/>
                    <a:pt x="91622" y="8794"/>
                    <a:pt x="91701" y="8794"/>
                  </a:cubicBezTo>
                  <a:lnTo>
                    <a:pt x="91721" y="8794"/>
                  </a:lnTo>
                  <a:cubicBezTo>
                    <a:pt x="91800" y="8774"/>
                    <a:pt x="91860" y="8694"/>
                    <a:pt x="91840" y="8595"/>
                  </a:cubicBezTo>
                  <a:cubicBezTo>
                    <a:pt x="91681" y="7941"/>
                    <a:pt x="91483" y="7306"/>
                    <a:pt x="91245" y="6692"/>
                  </a:cubicBezTo>
                  <a:cubicBezTo>
                    <a:pt x="91216" y="6633"/>
                    <a:pt x="91166" y="6597"/>
                    <a:pt x="91110" y="6597"/>
                  </a:cubicBezTo>
                  <a:close/>
                  <a:moveTo>
                    <a:pt x="91959" y="11054"/>
                  </a:moveTo>
                  <a:cubicBezTo>
                    <a:pt x="91879" y="11054"/>
                    <a:pt x="91800" y="11114"/>
                    <a:pt x="91780" y="11213"/>
                  </a:cubicBezTo>
                  <a:cubicBezTo>
                    <a:pt x="91800" y="11848"/>
                    <a:pt x="91741" y="12502"/>
                    <a:pt x="91622" y="13137"/>
                  </a:cubicBezTo>
                  <a:cubicBezTo>
                    <a:pt x="91622" y="13236"/>
                    <a:pt x="91681" y="13315"/>
                    <a:pt x="91760" y="13335"/>
                  </a:cubicBezTo>
                  <a:lnTo>
                    <a:pt x="91800" y="13335"/>
                  </a:lnTo>
                  <a:cubicBezTo>
                    <a:pt x="91879" y="13335"/>
                    <a:pt x="91939" y="13275"/>
                    <a:pt x="91939" y="13196"/>
                  </a:cubicBezTo>
                  <a:cubicBezTo>
                    <a:pt x="92058" y="12542"/>
                    <a:pt x="92117" y="11887"/>
                    <a:pt x="92137" y="11233"/>
                  </a:cubicBezTo>
                  <a:cubicBezTo>
                    <a:pt x="92137" y="11134"/>
                    <a:pt x="92058" y="11054"/>
                    <a:pt x="91959" y="11054"/>
                  </a:cubicBezTo>
                  <a:close/>
                  <a:moveTo>
                    <a:pt x="91092" y="15504"/>
                  </a:moveTo>
                  <a:cubicBezTo>
                    <a:pt x="91027" y="15504"/>
                    <a:pt x="90963" y="15554"/>
                    <a:pt x="90947" y="15616"/>
                  </a:cubicBezTo>
                  <a:cubicBezTo>
                    <a:pt x="90709" y="16211"/>
                    <a:pt x="90432" y="16786"/>
                    <a:pt x="90134" y="17381"/>
                  </a:cubicBezTo>
                  <a:cubicBezTo>
                    <a:pt x="90095" y="17460"/>
                    <a:pt x="90114" y="17539"/>
                    <a:pt x="90174" y="17599"/>
                  </a:cubicBezTo>
                  <a:lnTo>
                    <a:pt x="90253" y="17599"/>
                  </a:lnTo>
                  <a:cubicBezTo>
                    <a:pt x="90313" y="17599"/>
                    <a:pt x="90372" y="17579"/>
                    <a:pt x="90412" y="17519"/>
                  </a:cubicBezTo>
                  <a:cubicBezTo>
                    <a:pt x="90729" y="16944"/>
                    <a:pt x="91007" y="16349"/>
                    <a:pt x="91245" y="15735"/>
                  </a:cubicBezTo>
                  <a:cubicBezTo>
                    <a:pt x="91265" y="15635"/>
                    <a:pt x="91245" y="15536"/>
                    <a:pt x="91146" y="15516"/>
                  </a:cubicBezTo>
                  <a:cubicBezTo>
                    <a:pt x="91128" y="15508"/>
                    <a:pt x="91110" y="15504"/>
                    <a:pt x="91092" y="15504"/>
                  </a:cubicBezTo>
                  <a:close/>
                  <a:moveTo>
                    <a:pt x="88856" y="19462"/>
                  </a:moveTo>
                  <a:cubicBezTo>
                    <a:pt x="88802" y="19462"/>
                    <a:pt x="88752" y="19484"/>
                    <a:pt x="88726" y="19522"/>
                  </a:cubicBezTo>
                  <a:cubicBezTo>
                    <a:pt x="88330" y="20018"/>
                    <a:pt x="87893" y="20514"/>
                    <a:pt x="87457" y="20990"/>
                  </a:cubicBezTo>
                  <a:cubicBezTo>
                    <a:pt x="87378" y="21049"/>
                    <a:pt x="87378" y="21168"/>
                    <a:pt x="87457" y="21208"/>
                  </a:cubicBezTo>
                  <a:lnTo>
                    <a:pt x="87576" y="21267"/>
                  </a:lnTo>
                  <a:lnTo>
                    <a:pt x="87675" y="21208"/>
                  </a:lnTo>
                  <a:cubicBezTo>
                    <a:pt x="88131" y="20752"/>
                    <a:pt x="88568" y="20256"/>
                    <a:pt x="88964" y="19721"/>
                  </a:cubicBezTo>
                  <a:cubicBezTo>
                    <a:pt x="89024" y="19661"/>
                    <a:pt x="89004" y="19542"/>
                    <a:pt x="88944" y="19483"/>
                  </a:cubicBezTo>
                  <a:cubicBezTo>
                    <a:pt x="88916" y="19469"/>
                    <a:pt x="88886" y="19462"/>
                    <a:pt x="88856" y="19462"/>
                  </a:cubicBezTo>
                  <a:close/>
                  <a:moveTo>
                    <a:pt x="85625" y="22735"/>
                  </a:moveTo>
                  <a:cubicBezTo>
                    <a:pt x="85601" y="22735"/>
                    <a:pt x="85577" y="22741"/>
                    <a:pt x="85553" y="22755"/>
                  </a:cubicBezTo>
                  <a:cubicBezTo>
                    <a:pt x="85057" y="23151"/>
                    <a:pt x="84522" y="23548"/>
                    <a:pt x="83987" y="23925"/>
                  </a:cubicBezTo>
                  <a:cubicBezTo>
                    <a:pt x="83907" y="23965"/>
                    <a:pt x="83887" y="24084"/>
                    <a:pt x="83967" y="24143"/>
                  </a:cubicBezTo>
                  <a:cubicBezTo>
                    <a:pt x="83987" y="24183"/>
                    <a:pt x="84026" y="24222"/>
                    <a:pt x="84086" y="24222"/>
                  </a:cubicBezTo>
                  <a:lnTo>
                    <a:pt x="84185" y="24183"/>
                  </a:lnTo>
                  <a:cubicBezTo>
                    <a:pt x="84720" y="23826"/>
                    <a:pt x="85256" y="23429"/>
                    <a:pt x="85771" y="22993"/>
                  </a:cubicBezTo>
                  <a:cubicBezTo>
                    <a:pt x="85837" y="22878"/>
                    <a:pt x="85739" y="22735"/>
                    <a:pt x="85625" y="22735"/>
                  </a:cubicBezTo>
                  <a:close/>
                  <a:moveTo>
                    <a:pt x="81855" y="25254"/>
                  </a:moveTo>
                  <a:cubicBezTo>
                    <a:pt x="81829" y="25254"/>
                    <a:pt x="81805" y="25260"/>
                    <a:pt x="81785" y="25273"/>
                  </a:cubicBezTo>
                  <a:lnTo>
                    <a:pt x="81706" y="25273"/>
                  </a:lnTo>
                  <a:lnTo>
                    <a:pt x="80020" y="26106"/>
                  </a:lnTo>
                  <a:cubicBezTo>
                    <a:pt x="79834" y="26144"/>
                    <a:pt x="79893" y="26407"/>
                    <a:pt x="80064" y="26407"/>
                  </a:cubicBezTo>
                  <a:cubicBezTo>
                    <a:pt x="80075" y="26407"/>
                    <a:pt x="80087" y="26406"/>
                    <a:pt x="80100" y="26404"/>
                  </a:cubicBezTo>
                  <a:lnTo>
                    <a:pt x="80159" y="26424"/>
                  </a:lnTo>
                  <a:lnTo>
                    <a:pt x="81845" y="25611"/>
                  </a:lnTo>
                  <a:lnTo>
                    <a:pt x="81924" y="25551"/>
                  </a:lnTo>
                  <a:cubicBezTo>
                    <a:pt x="82023" y="25531"/>
                    <a:pt x="82043" y="25412"/>
                    <a:pt x="82003" y="25333"/>
                  </a:cubicBezTo>
                  <a:cubicBezTo>
                    <a:pt x="81964" y="25280"/>
                    <a:pt x="81907" y="25254"/>
                    <a:pt x="81855" y="25254"/>
                  </a:cubicBezTo>
                  <a:close/>
                  <a:moveTo>
                    <a:pt x="77650" y="27033"/>
                  </a:moveTo>
                  <a:cubicBezTo>
                    <a:pt x="77634" y="27033"/>
                    <a:pt x="77618" y="27035"/>
                    <a:pt x="77601" y="27038"/>
                  </a:cubicBezTo>
                  <a:cubicBezTo>
                    <a:pt x="77026" y="27257"/>
                    <a:pt x="76391" y="27455"/>
                    <a:pt x="75757" y="27653"/>
                  </a:cubicBezTo>
                  <a:cubicBezTo>
                    <a:pt x="75677" y="27693"/>
                    <a:pt x="75638" y="27772"/>
                    <a:pt x="75657" y="27851"/>
                  </a:cubicBezTo>
                  <a:cubicBezTo>
                    <a:pt x="75657" y="27931"/>
                    <a:pt x="75737" y="27990"/>
                    <a:pt x="75796" y="27990"/>
                  </a:cubicBezTo>
                  <a:lnTo>
                    <a:pt x="75856" y="27970"/>
                  </a:lnTo>
                  <a:lnTo>
                    <a:pt x="77720" y="27376"/>
                  </a:lnTo>
                  <a:cubicBezTo>
                    <a:pt x="77819" y="27316"/>
                    <a:pt x="77859" y="27237"/>
                    <a:pt x="77819" y="27138"/>
                  </a:cubicBezTo>
                  <a:cubicBezTo>
                    <a:pt x="77786" y="27072"/>
                    <a:pt x="77726" y="27033"/>
                    <a:pt x="77650" y="27033"/>
                  </a:cubicBezTo>
                  <a:close/>
                  <a:moveTo>
                    <a:pt x="73289" y="28343"/>
                  </a:moveTo>
                  <a:cubicBezTo>
                    <a:pt x="73279" y="28343"/>
                    <a:pt x="73268" y="28345"/>
                    <a:pt x="73258" y="28347"/>
                  </a:cubicBezTo>
                  <a:lnTo>
                    <a:pt x="71374" y="28823"/>
                  </a:lnTo>
                  <a:cubicBezTo>
                    <a:pt x="71275" y="28843"/>
                    <a:pt x="71215" y="28942"/>
                    <a:pt x="71235" y="29022"/>
                  </a:cubicBezTo>
                  <a:cubicBezTo>
                    <a:pt x="71252" y="29090"/>
                    <a:pt x="71299" y="29144"/>
                    <a:pt x="71363" y="29144"/>
                  </a:cubicBezTo>
                  <a:cubicBezTo>
                    <a:pt x="71373" y="29144"/>
                    <a:pt x="71383" y="29143"/>
                    <a:pt x="71394" y="29141"/>
                  </a:cubicBezTo>
                  <a:lnTo>
                    <a:pt x="71433" y="29141"/>
                  </a:lnTo>
                  <a:lnTo>
                    <a:pt x="73317" y="28684"/>
                  </a:lnTo>
                  <a:cubicBezTo>
                    <a:pt x="73416" y="28665"/>
                    <a:pt x="73456" y="28565"/>
                    <a:pt x="73456" y="28486"/>
                  </a:cubicBezTo>
                  <a:cubicBezTo>
                    <a:pt x="73439" y="28400"/>
                    <a:pt x="73361" y="28343"/>
                    <a:pt x="73289" y="28343"/>
                  </a:cubicBezTo>
                  <a:close/>
                  <a:moveTo>
                    <a:pt x="68816" y="29398"/>
                  </a:moveTo>
                  <a:lnTo>
                    <a:pt x="66912" y="29815"/>
                  </a:lnTo>
                  <a:cubicBezTo>
                    <a:pt x="66813" y="29835"/>
                    <a:pt x="66753" y="29934"/>
                    <a:pt x="66773" y="30013"/>
                  </a:cubicBezTo>
                  <a:cubicBezTo>
                    <a:pt x="66790" y="30082"/>
                    <a:pt x="66837" y="30136"/>
                    <a:pt x="66901" y="30136"/>
                  </a:cubicBezTo>
                  <a:cubicBezTo>
                    <a:pt x="66911" y="30136"/>
                    <a:pt x="66921" y="30135"/>
                    <a:pt x="66932" y="30132"/>
                  </a:cubicBezTo>
                  <a:lnTo>
                    <a:pt x="66971" y="30132"/>
                  </a:lnTo>
                  <a:lnTo>
                    <a:pt x="68895" y="29716"/>
                  </a:lnTo>
                  <a:cubicBezTo>
                    <a:pt x="68974" y="29716"/>
                    <a:pt x="69034" y="29616"/>
                    <a:pt x="69014" y="29517"/>
                  </a:cubicBezTo>
                  <a:cubicBezTo>
                    <a:pt x="68974" y="29438"/>
                    <a:pt x="68895" y="29398"/>
                    <a:pt x="68816" y="29398"/>
                  </a:cubicBezTo>
                  <a:close/>
                  <a:moveTo>
                    <a:pt x="64396" y="30405"/>
                  </a:moveTo>
                  <a:cubicBezTo>
                    <a:pt x="64381" y="30405"/>
                    <a:pt x="64367" y="30406"/>
                    <a:pt x="64354" y="30410"/>
                  </a:cubicBezTo>
                  <a:lnTo>
                    <a:pt x="64135" y="30469"/>
                  </a:lnTo>
                  <a:lnTo>
                    <a:pt x="62470" y="30886"/>
                  </a:lnTo>
                  <a:cubicBezTo>
                    <a:pt x="62370" y="30886"/>
                    <a:pt x="62311" y="30985"/>
                    <a:pt x="62351" y="31084"/>
                  </a:cubicBezTo>
                  <a:cubicBezTo>
                    <a:pt x="62351" y="31163"/>
                    <a:pt x="62410" y="31203"/>
                    <a:pt x="62489" y="31203"/>
                  </a:cubicBezTo>
                  <a:lnTo>
                    <a:pt x="62549" y="31183"/>
                  </a:lnTo>
                  <a:lnTo>
                    <a:pt x="64195" y="30787"/>
                  </a:lnTo>
                  <a:lnTo>
                    <a:pt x="64433" y="30707"/>
                  </a:lnTo>
                  <a:cubicBezTo>
                    <a:pt x="64512" y="30707"/>
                    <a:pt x="64572" y="30608"/>
                    <a:pt x="64552" y="30509"/>
                  </a:cubicBezTo>
                  <a:cubicBezTo>
                    <a:pt x="64535" y="30443"/>
                    <a:pt x="64465" y="30405"/>
                    <a:pt x="64396" y="30405"/>
                  </a:cubicBezTo>
                  <a:close/>
                  <a:moveTo>
                    <a:pt x="59994" y="31567"/>
                  </a:moveTo>
                  <a:cubicBezTo>
                    <a:pt x="59974" y="31567"/>
                    <a:pt x="59952" y="31571"/>
                    <a:pt x="59931" y="31580"/>
                  </a:cubicBezTo>
                  <a:lnTo>
                    <a:pt x="58087" y="32195"/>
                  </a:lnTo>
                  <a:cubicBezTo>
                    <a:pt x="57988" y="32234"/>
                    <a:pt x="57948" y="32333"/>
                    <a:pt x="57988" y="32413"/>
                  </a:cubicBezTo>
                  <a:cubicBezTo>
                    <a:pt x="57988" y="32478"/>
                    <a:pt x="58042" y="32517"/>
                    <a:pt x="58095" y="32517"/>
                  </a:cubicBezTo>
                  <a:cubicBezTo>
                    <a:pt x="58106" y="32517"/>
                    <a:pt x="58116" y="32515"/>
                    <a:pt x="58127" y="32512"/>
                  </a:cubicBezTo>
                  <a:lnTo>
                    <a:pt x="58186" y="32512"/>
                  </a:lnTo>
                  <a:lnTo>
                    <a:pt x="60030" y="31897"/>
                  </a:lnTo>
                  <a:cubicBezTo>
                    <a:pt x="60110" y="31877"/>
                    <a:pt x="60149" y="31778"/>
                    <a:pt x="60129" y="31699"/>
                  </a:cubicBezTo>
                  <a:cubicBezTo>
                    <a:pt x="60129" y="31621"/>
                    <a:pt x="60068" y="31567"/>
                    <a:pt x="59994" y="31567"/>
                  </a:cubicBezTo>
                  <a:close/>
                  <a:moveTo>
                    <a:pt x="55702" y="33154"/>
                  </a:moveTo>
                  <a:cubicBezTo>
                    <a:pt x="55683" y="33154"/>
                    <a:pt x="55665" y="33158"/>
                    <a:pt x="55648" y="33166"/>
                  </a:cubicBezTo>
                  <a:cubicBezTo>
                    <a:pt x="55033" y="33444"/>
                    <a:pt x="54438" y="33741"/>
                    <a:pt x="53863" y="34039"/>
                  </a:cubicBezTo>
                  <a:cubicBezTo>
                    <a:pt x="53783" y="34059"/>
                    <a:pt x="53744" y="34158"/>
                    <a:pt x="53783" y="34237"/>
                  </a:cubicBezTo>
                  <a:cubicBezTo>
                    <a:pt x="53803" y="34297"/>
                    <a:pt x="53863" y="34336"/>
                    <a:pt x="53942" y="34336"/>
                  </a:cubicBezTo>
                  <a:lnTo>
                    <a:pt x="54021" y="34316"/>
                  </a:lnTo>
                  <a:lnTo>
                    <a:pt x="55767" y="33464"/>
                  </a:lnTo>
                  <a:cubicBezTo>
                    <a:pt x="55846" y="33424"/>
                    <a:pt x="55886" y="33345"/>
                    <a:pt x="55846" y="33265"/>
                  </a:cubicBezTo>
                  <a:cubicBezTo>
                    <a:pt x="55830" y="33203"/>
                    <a:pt x="55767" y="33154"/>
                    <a:pt x="55702" y="33154"/>
                  </a:cubicBezTo>
                  <a:close/>
                  <a:moveTo>
                    <a:pt x="51683" y="35303"/>
                  </a:moveTo>
                  <a:cubicBezTo>
                    <a:pt x="51654" y="35303"/>
                    <a:pt x="51626" y="35316"/>
                    <a:pt x="51602" y="35348"/>
                  </a:cubicBezTo>
                  <a:cubicBezTo>
                    <a:pt x="51047" y="35705"/>
                    <a:pt x="50511" y="36081"/>
                    <a:pt x="49996" y="36518"/>
                  </a:cubicBezTo>
                  <a:cubicBezTo>
                    <a:pt x="49916" y="36557"/>
                    <a:pt x="49916" y="36676"/>
                    <a:pt x="49976" y="36736"/>
                  </a:cubicBezTo>
                  <a:lnTo>
                    <a:pt x="50095" y="36795"/>
                  </a:lnTo>
                  <a:lnTo>
                    <a:pt x="50194" y="36756"/>
                  </a:lnTo>
                  <a:cubicBezTo>
                    <a:pt x="50690" y="36359"/>
                    <a:pt x="51245" y="36002"/>
                    <a:pt x="51780" y="35625"/>
                  </a:cubicBezTo>
                  <a:cubicBezTo>
                    <a:pt x="51960" y="35593"/>
                    <a:pt x="51816" y="35303"/>
                    <a:pt x="51683" y="35303"/>
                  </a:cubicBezTo>
                  <a:close/>
                  <a:moveTo>
                    <a:pt x="48182" y="38228"/>
                  </a:moveTo>
                  <a:cubicBezTo>
                    <a:pt x="48145" y="38228"/>
                    <a:pt x="48106" y="38244"/>
                    <a:pt x="48072" y="38283"/>
                  </a:cubicBezTo>
                  <a:lnTo>
                    <a:pt x="47775" y="38580"/>
                  </a:lnTo>
                  <a:cubicBezTo>
                    <a:pt x="47418" y="38937"/>
                    <a:pt x="47100" y="39334"/>
                    <a:pt x="46783" y="39770"/>
                  </a:cubicBezTo>
                  <a:cubicBezTo>
                    <a:pt x="46704" y="39830"/>
                    <a:pt x="46723" y="39929"/>
                    <a:pt x="46803" y="39988"/>
                  </a:cubicBezTo>
                  <a:lnTo>
                    <a:pt x="46902" y="40028"/>
                  </a:lnTo>
                  <a:cubicBezTo>
                    <a:pt x="46942" y="40028"/>
                    <a:pt x="47001" y="40008"/>
                    <a:pt x="47021" y="39968"/>
                  </a:cubicBezTo>
                  <a:cubicBezTo>
                    <a:pt x="47338" y="39572"/>
                    <a:pt x="47675" y="39175"/>
                    <a:pt x="48013" y="38798"/>
                  </a:cubicBezTo>
                  <a:lnTo>
                    <a:pt x="48290" y="38501"/>
                  </a:lnTo>
                  <a:cubicBezTo>
                    <a:pt x="48395" y="38381"/>
                    <a:pt x="48296" y="38228"/>
                    <a:pt x="48182" y="38228"/>
                  </a:cubicBezTo>
                  <a:close/>
                  <a:moveTo>
                    <a:pt x="45430" y="41892"/>
                  </a:moveTo>
                  <a:cubicBezTo>
                    <a:pt x="45373" y="41892"/>
                    <a:pt x="45315" y="41918"/>
                    <a:pt x="45276" y="41971"/>
                  </a:cubicBezTo>
                  <a:cubicBezTo>
                    <a:pt x="44958" y="42546"/>
                    <a:pt x="44661" y="43122"/>
                    <a:pt x="44383" y="43716"/>
                  </a:cubicBezTo>
                  <a:cubicBezTo>
                    <a:pt x="44364" y="43796"/>
                    <a:pt x="44383" y="43895"/>
                    <a:pt x="44463" y="43935"/>
                  </a:cubicBezTo>
                  <a:lnTo>
                    <a:pt x="44542" y="43935"/>
                  </a:lnTo>
                  <a:cubicBezTo>
                    <a:pt x="44602" y="43935"/>
                    <a:pt x="44661" y="43895"/>
                    <a:pt x="44701" y="43855"/>
                  </a:cubicBezTo>
                  <a:cubicBezTo>
                    <a:pt x="44958" y="43260"/>
                    <a:pt x="45256" y="42685"/>
                    <a:pt x="45593" y="42150"/>
                  </a:cubicBezTo>
                  <a:cubicBezTo>
                    <a:pt x="45633" y="42051"/>
                    <a:pt x="45613" y="41952"/>
                    <a:pt x="45514" y="41912"/>
                  </a:cubicBezTo>
                  <a:cubicBezTo>
                    <a:pt x="45487" y="41899"/>
                    <a:pt x="45459" y="41892"/>
                    <a:pt x="45430" y="41892"/>
                  </a:cubicBezTo>
                  <a:close/>
                  <a:moveTo>
                    <a:pt x="43607" y="46032"/>
                  </a:moveTo>
                  <a:cubicBezTo>
                    <a:pt x="43538" y="46032"/>
                    <a:pt x="43464" y="46070"/>
                    <a:pt x="43431" y="46136"/>
                  </a:cubicBezTo>
                  <a:cubicBezTo>
                    <a:pt x="43233" y="46751"/>
                    <a:pt x="43055" y="47365"/>
                    <a:pt x="42876" y="48040"/>
                  </a:cubicBezTo>
                  <a:cubicBezTo>
                    <a:pt x="42876" y="48119"/>
                    <a:pt x="42936" y="48198"/>
                    <a:pt x="43015" y="48238"/>
                  </a:cubicBezTo>
                  <a:lnTo>
                    <a:pt x="43055" y="48238"/>
                  </a:lnTo>
                  <a:cubicBezTo>
                    <a:pt x="43134" y="48238"/>
                    <a:pt x="43194" y="48179"/>
                    <a:pt x="43213" y="48119"/>
                  </a:cubicBezTo>
                  <a:cubicBezTo>
                    <a:pt x="43372" y="47465"/>
                    <a:pt x="43550" y="46850"/>
                    <a:pt x="43749" y="46235"/>
                  </a:cubicBezTo>
                  <a:cubicBezTo>
                    <a:pt x="43769" y="46156"/>
                    <a:pt x="43729" y="46057"/>
                    <a:pt x="43650" y="46037"/>
                  </a:cubicBezTo>
                  <a:cubicBezTo>
                    <a:pt x="43636" y="46033"/>
                    <a:pt x="43622" y="46032"/>
                    <a:pt x="43607" y="46032"/>
                  </a:cubicBezTo>
                  <a:close/>
                  <a:moveTo>
                    <a:pt x="42528" y="50475"/>
                  </a:moveTo>
                  <a:cubicBezTo>
                    <a:pt x="42460" y="50475"/>
                    <a:pt x="42398" y="50529"/>
                    <a:pt x="42380" y="50598"/>
                  </a:cubicBezTo>
                  <a:cubicBezTo>
                    <a:pt x="42281" y="51233"/>
                    <a:pt x="42182" y="51887"/>
                    <a:pt x="42142" y="52561"/>
                  </a:cubicBezTo>
                  <a:cubicBezTo>
                    <a:pt x="42123" y="52641"/>
                    <a:pt x="42202" y="52720"/>
                    <a:pt x="42281" y="52720"/>
                  </a:cubicBezTo>
                  <a:cubicBezTo>
                    <a:pt x="42380" y="52720"/>
                    <a:pt x="42460" y="52680"/>
                    <a:pt x="42460" y="52581"/>
                  </a:cubicBezTo>
                  <a:cubicBezTo>
                    <a:pt x="42539" y="51927"/>
                    <a:pt x="42618" y="51292"/>
                    <a:pt x="42718" y="50638"/>
                  </a:cubicBezTo>
                  <a:cubicBezTo>
                    <a:pt x="42718" y="50558"/>
                    <a:pt x="42638" y="50479"/>
                    <a:pt x="42559" y="50479"/>
                  </a:cubicBezTo>
                  <a:cubicBezTo>
                    <a:pt x="42548" y="50476"/>
                    <a:pt x="42538" y="50475"/>
                    <a:pt x="42528" y="50475"/>
                  </a:cubicBezTo>
                  <a:close/>
                  <a:moveTo>
                    <a:pt x="42142" y="55000"/>
                  </a:moveTo>
                  <a:cubicBezTo>
                    <a:pt x="42063" y="55000"/>
                    <a:pt x="41964" y="55080"/>
                    <a:pt x="41964" y="55159"/>
                  </a:cubicBezTo>
                  <a:lnTo>
                    <a:pt x="41964" y="57142"/>
                  </a:lnTo>
                  <a:cubicBezTo>
                    <a:pt x="41964" y="57222"/>
                    <a:pt x="42023" y="57281"/>
                    <a:pt x="42123" y="57281"/>
                  </a:cubicBezTo>
                  <a:cubicBezTo>
                    <a:pt x="42202" y="57281"/>
                    <a:pt x="42281" y="57202"/>
                    <a:pt x="42281" y="57122"/>
                  </a:cubicBezTo>
                  <a:lnTo>
                    <a:pt x="42281" y="55179"/>
                  </a:lnTo>
                  <a:cubicBezTo>
                    <a:pt x="42301" y="55080"/>
                    <a:pt x="42222" y="55000"/>
                    <a:pt x="42142" y="55000"/>
                  </a:cubicBezTo>
                  <a:close/>
                  <a:moveTo>
                    <a:pt x="42221" y="59619"/>
                  </a:moveTo>
                  <a:cubicBezTo>
                    <a:pt x="42152" y="59619"/>
                    <a:pt x="42084" y="59658"/>
                    <a:pt x="42063" y="59740"/>
                  </a:cubicBezTo>
                  <a:cubicBezTo>
                    <a:pt x="42123" y="60395"/>
                    <a:pt x="42162" y="61029"/>
                    <a:pt x="42242" y="61703"/>
                  </a:cubicBezTo>
                  <a:cubicBezTo>
                    <a:pt x="42242" y="61783"/>
                    <a:pt x="42321" y="61842"/>
                    <a:pt x="42420" y="61842"/>
                  </a:cubicBezTo>
                  <a:cubicBezTo>
                    <a:pt x="42519" y="61822"/>
                    <a:pt x="42579" y="61743"/>
                    <a:pt x="42559" y="61684"/>
                  </a:cubicBezTo>
                  <a:cubicBezTo>
                    <a:pt x="42519" y="61009"/>
                    <a:pt x="42440" y="60355"/>
                    <a:pt x="42380" y="59720"/>
                  </a:cubicBezTo>
                  <a:cubicBezTo>
                    <a:pt x="42352" y="59653"/>
                    <a:pt x="42286" y="59619"/>
                    <a:pt x="42221" y="59619"/>
                  </a:cubicBezTo>
                  <a:close/>
                  <a:moveTo>
                    <a:pt x="42718" y="64103"/>
                  </a:moveTo>
                  <a:cubicBezTo>
                    <a:pt x="42618" y="64123"/>
                    <a:pt x="42559" y="64202"/>
                    <a:pt x="42559" y="64301"/>
                  </a:cubicBezTo>
                  <a:lnTo>
                    <a:pt x="42856" y="66245"/>
                  </a:lnTo>
                  <a:cubicBezTo>
                    <a:pt x="42876" y="66304"/>
                    <a:pt x="42956" y="66364"/>
                    <a:pt x="43035" y="66364"/>
                  </a:cubicBezTo>
                  <a:lnTo>
                    <a:pt x="43055" y="66364"/>
                  </a:lnTo>
                  <a:cubicBezTo>
                    <a:pt x="43134" y="66344"/>
                    <a:pt x="43194" y="66265"/>
                    <a:pt x="43174" y="66185"/>
                  </a:cubicBezTo>
                  <a:lnTo>
                    <a:pt x="42876" y="64262"/>
                  </a:lnTo>
                  <a:cubicBezTo>
                    <a:pt x="42876" y="64163"/>
                    <a:pt x="42797" y="64103"/>
                    <a:pt x="42718" y="64103"/>
                  </a:cubicBezTo>
                  <a:close/>
                  <a:moveTo>
                    <a:pt x="43471" y="68650"/>
                  </a:moveTo>
                  <a:cubicBezTo>
                    <a:pt x="43389" y="68650"/>
                    <a:pt x="43312" y="68709"/>
                    <a:pt x="43312" y="68803"/>
                  </a:cubicBezTo>
                  <a:lnTo>
                    <a:pt x="43610" y="70548"/>
                  </a:lnTo>
                  <a:lnTo>
                    <a:pt x="43650" y="70727"/>
                  </a:lnTo>
                  <a:cubicBezTo>
                    <a:pt x="43650" y="70806"/>
                    <a:pt x="43709" y="70866"/>
                    <a:pt x="43808" y="70866"/>
                  </a:cubicBezTo>
                  <a:lnTo>
                    <a:pt x="43828" y="70866"/>
                  </a:lnTo>
                  <a:cubicBezTo>
                    <a:pt x="43907" y="70846"/>
                    <a:pt x="43967" y="70766"/>
                    <a:pt x="43967" y="70667"/>
                  </a:cubicBezTo>
                  <a:lnTo>
                    <a:pt x="43927" y="70489"/>
                  </a:lnTo>
                  <a:lnTo>
                    <a:pt x="43630" y="68744"/>
                  </a:lnTo>
                  <a:cubicBezTo>
                    <a:pt x="43589" y="68679"/>
                    <a:pt x="43529" y="68650"/>
                    <a:pt x="43471" y="68650"/>
                  </a:cubicBezTo>
                  <a:close/>
                  <a:moveTo>
                    <a:pt x="44225" y="73106"/>
                  </a:moveTo>
                  <a:cubicBezTo>
                    <a:pt x="44126" y="73126"/>
                    <a:pt x="44086" y="73206"/>
                    <a:pt x="44106" y="73305"/>
                  </a:cubicBezTo>
                  <a:cubicBezTo>
                    <a:pt x="44205" y="73939"/>
                    <a:pt x="44324" y="74594"/>
                    <a:pt x="44423" y="75228"/>
                  </a:cubicBezTo>
                  <a:cubicBezTo>
                    <a:pt x="44423" y="75308"/>
                    <a:pt x="44502" y="75367"/>
                    <a:pt x="44562" y="75367"/>
                  </a:cubicBezTo>
                  <a:lnTo>
                    <a:pt x="44602" y="75367"/>
                  </a:lnTo>
                  <a:cubicBezTo>
                    <a:pt x="44681" y="75347"/>
                    <a:pt x="44740" y="75268"/>
                    <a:pt x="44740" y="75189"/>
                  </a:cubicBezTo>
                  <a:cubicBezTo>
                    <a:pt x="44641" y="74534"/>
                    <a:pt x="44522" y="73900"/>
                    <a:pt x="44423" y="73245"/>
                  </a:cubicBezTo>
                  <a:cubicBezTo>
                    <a:pt x="44403" y="73166"/>
                    <a:pt x="44304" y="73106"/>
                    <a:pt x="44225" y="73106"/>
                  </a:cubicBezTo>
                  <a:close/>
                  <a:moveTo>
                    <a:pt x="44939" y="77608"/>
                  </a:moveTo>
                  <a:cubicBezTo>
                    <a:pt x="44840" y="77628"/>
                    <a:pt x="44780" y="77727"/>
                    <a:pt x="44780" y="77806"/>
                  </a:cubicBezTo>
                  <a:cubicBezTo>
                    <a:pt x="44879" y="78481"/>
                    <a:pt x="44958" y="79135"/>
                    <a:pt x="45038" y="79750"/>
                  </a:cubicBezTo>
                  <a:cubicBezTo>
                    <a:pt x="45038" y="79829"/>
                    <a:pt x="45097" y="79889"/>
                    <a:pt x="45177" y="79889"/>
                  </a:cubicBezTo>
                  <a:lnTo>
                    <a:pt x="45216" y="79889"/>
                  </a:lnTo>
                  <a:cubicBezTo>
                    <a:pt x="45296" y="79869"/>
                    <a:pt x="45355" y="79790"/>
                    <a:pt x="45355" y="79690"/>
                  </a:cubicBezTo>
                  <a:cubicBezTo>
                    <a:pt x="45276" y="79076"/>
                    <a:pt x="45216" y="78421"/>
                    <a:pt x="45117" y="77767"/>
                  </a:cubicBezTo>
                  <a:cubicBezTo>
                    <a:pt x="45117" y="77668"/>
                    <a:pt x="45038" y="77608"/>
                    <a:pt x="44939" y="77608"/>
                  </a:cubicBezTo>
                  <a:close/>
                  <a:moveTo>
                    <a:pt x="45415" y="82150"/>
                  </a:moveTo>
                  <a:cubicBezTo>
                    <a:pt x="45335" y="82169"/>
                    <a:pt x="45276" y="82249"/>
                    <a:pt x="45256" y="82328"/>
                  </a:cubicBezTo>
                  <a:cubicBezTo>
                    <a:pt x="45315" y="83002"/>
                    <a:pt x="45335" y="83657"/>
                    <a:pt x="45355" y="84291"/>
                  </a:cubicBezTo>
                  <a:cubicBezTo>
                    <a:pt x="45355" y="84371"/>
                    <a:pt x="45434" y="84430"/>
                    <a:pt x="45514" y="84430"/>
                  </a:cubicBezTo>
                  <a:cubicBezTo>
                    <a:pt x="45593" y="84430"/>
                    <a:pt x="45672" y="84371"/>
                    <a:pt x="45672" y="84291"/>
                  </a:cubicBezTo>
                  <a:cubicBezTo>
                    <a:pt x="45653" y="83637"/>
                    <a:pt x="45633" y="82963"/>
                    <a:pt x="45573" y="82308"/>
                  </a:cubicBezTo>
                  <a:cubicBezTo>
                    <a:pt x="45573" y="82209"/>
                    <a:pt x="45494" y="82150"/>
                    <a:pt x="45415" y="82150"/>
                  </a:cubicBezTo>
                  <a:close/>
                  <a:moveTo>
                    <a:pt x="45514" y="86711"/>
                  </a:moveTo>
                  <a:cubicBezTo>
                    <a:pt x="45415" y="86711"/>
                    <a:pt x="45335" y="86790"/>
                    <a:pt x="45335" y="86889"/>
                  </a:cubicBezTo>
                  <a:cubicBezTo>
                    <a:pt x="45315" y="87524"/>
                    <a:pt x="45256" y="88198"/>
                    <a:pt x="45196" y="88813"/>
                  </a:cubicBezTo>
                  <a:cubicBezTo>
                    <a:pt x="45196" y="88912"/>
                    <a:pt x="45236" y="88991"/>
                    <a:pt x="45335" y="88991"/>
                  </a:cubicBezTo>
                  <a:lnTo>
                    <a:pt x="45355" y="88991"/>
                  </a:lnTo>
                  <a:cubicBezTo>
                    <a:pt x="45434" y="88991"/>
                    <a:pt x="45514" y="88932"/>
                    <a:pt x="45514" y="88852"/>
                  </a:cubicBezTo>
                  <a:cubicBezTo>
                    <a:pt x="45573" y="88218"/>
                    <a:pt x="45633" y="87563"/>
                    <a:pt x="45653" y="86889"/>
                  </a:cubicBezTo>
                  <a:cubicBezTo>
                    <a:pt x="45653" y="86810"/>
                    <a:pt x="45593" y="86731"/>
                    <a:pt x="45514" y="86711"/>
                  </a:cubicBezTo>
                  <a:close/>
                  <a:moveTo>
                    <a:pt x="45018" y="91252"/>
                  </a:moveTo>
                  <a:cubicBezTo>
                    <a:pt x="44919" y="91252"/>
                    <a:pt x="44859" y="91312"/>
                    <a:pt x="44840" y="91391"/>
                  </a:cubicBezTo>
                  <a:cubicBezTo>
                    <a:pt x="44721" y="92025"/>
                    <a:pt x="44602" y="92660"/>
                    <a:pt x="44423" y="93315"/>
                  </a:cubicBezTo>
                  <a:cubicBezTo>
                    <a:pt x="44403" y="93394"/>
                    <a:pt x="44463" y="93473"/>
                    <a:pt x="44542" y="93513"/>
                  </a:cubicBezTo>
                  <a:lnTo>
                    <a:pt x="44602" y="93513"/>
                  </a:lnTo>
                  <a:cubicBezTo>
                    <a:pt x="44661" y="93513"/>
                    <a:pt x="44721" y="93453"/>
                    <a:pt x="44740" y="93374"/>
                  </a:cubicBezTo>
                  <a:cubicBezTo>
                    <a:pt x="44879" y="92739"/>
                    <a:pt x="45038" y="92085"/>
                    <a:pt x="45157" y="91450"/>
                  </a:cubicBezTo>
                  <a:cubicBezTo>
                    <a:pt x="45157" y="91351"/>
                    <a:pt x="45097" y="91272"/>
                    <a:pt x="45018" y="91252"/>
                  </a:cubicBezTo>
                  <a:close/>
                  <a:moveTo>
                    <a:pt x="43854" y="95679"/>
                  </a:moveTo>
                  <a:cubicBezTo>
                    <a:pt x="43788" y="95679"/>
                    <a:pt x="43733" y="95720"/>
                    <a:pt x="43689" y="95793"/>
                  </a:cubicBezTo>
                  <a:cubicBezTo>
                    <a:pt x="43511" y="96408"/>
                    <a:pt x="43273" y="97023"/>
                    <a:pt x="43055" y="97618"/>
                  </a:cubicBezTo>
                  <a:cubicBezTo>
                    <a:pt x="43015" y="97697"/>
                    <a:pt x="43055" y="97796"/>
                    <a:pt x="43134" y="97836"/>
                  </a:cubicBezTo>
                  <a:lnTo>
                    <a:pt x="43213" y="97836"/>
                  </a:lnTo>
                  <a:cubicBezTo>
                    <a:pt x="43273" y="97836"/>
                    <a:pt x="43332" y="97796"/>
                    <a:pt x="43352" y="97737"/>
                  </a:cubicBezTo>
                  <a:cubicBezTo>
                    <a:pt x="43590" y="97122"/>
                    <a:pt x="43828" y="96507"/>
                    <a:pt x="44026" y="95893"/>
                  </a:cubicBezTo>
                  <a:cubicBezTo>
                    <a:pt x="44046" y="95793"/>
                    <a:pt x="44007" y="95714"/>
                    <a:pt x="43927" y="95694"/>
                  </a:cubicBezTo>
                  <a:cubicBezTo>
                    <a:pt x="43902" y="95684"/>
                    <a:pt x="43877" y="95679"/>
                    <a:pt x="43854" y="95679"/>
                  </a:cubicBezTo>
                  <a:close/>
                  <a:moveTo>
                    <a:pt x="42153" y="99929"/>
                  </a:moveTo>
                  <a:cubicBezTo>
                    <a:pt x="42092" y="99929"/>
                    <a:pt x="42030" y="99965"/>
                    <a:pt x="42004" y="100017"/>
                  </a:cubicBezTo>
                  <a:cubicBezTo>
                    <a:pt x="41746" y="100593"/>
                    <a:pt x="41448" y="101188"/>
                    <a:pt x="41111" y="101763"/>
                  </a:cubicBezTo>
                  <a:cubicBezTo>
                    <a:pt x="41091" y="101842"/>
                    <a:pt x="41111" y="101941"/>
                    <a:pt x="41191" y="101981"/>
                  </a:cubicBezTo>
                  <a:lnTo>
                    <a:pt x="41270" y="101981"/>
                  </a:lnTo>
                  <a:cubicBezTo>
                    <a:pt x="41329" y="101981"/>
                    <a:pt x="41389" y="101961"/>
                    <a:pt x="41409" y="101901"/>
                  </a:cubicBezTo>
                  <a:cubicBezTo>
                    <a:pt x="41706" y="101326"/>
                    <a:pt x="42043" y="100751"/>
                    <a:pt x="42301" y="100176"/>
                  </a:cubicBezTo>
                  <a:cubicBezTo>
                    <a:pt x="42341" y="100077"/>
                    <a:pt x="42301" y="99978"/>
                    <a:pt x="42242" y="99958"/>
                  </a:cubicBezTo>
                  <a:cubicBezTo>
                    <a:pt x="42215" y="99938"/>
                    <a:pt x="42184" y="99929"/>
                    <a:pt x="42153" y="99929"/>
                  </a:cubicBezTo>
                  <a:close/>
                  <a:moveTo>
                    <a:pt x="39901" y="103899"/>
                  </a:moveTo>
                  <a:cubicBezTo>
                    <a:pt x="39853" y="103899"/>
                    <a:pt x="39813" y="103923"/>
                    <a:pt x="39802" y="103984"/>
                  </a:cubicBezTo>
                  <a:cubicBezTo>
                    <a:pt x="39465" y="104539"/>
                    <a:pt x="39088" y="105074"/>
                    <a:pt x="38712" y="105630"/>
                  </a:cubicBezTo>
                  <a:cubicBezTo>
                    <a:pt x="38672" y="105709"/>
                    <a:pt x="38692" y="105788"/>
                    <a:pt x="38771" y="105848"/>
                  </a:cubicBezTo>
                  <a:lnTo>
                    <a:pt x="38870" y="105848"/>
                  </a:lnTo>
                  <a:cubicBezTo>
                    <a:pt x="38910" y="105848"/>
                    <a:pt x="38969" y="105828"/>
                    <a:pt x="38989" y="105808"/>
                  </a:cubicBezTo>
                  <a:cubicBezTo>
                    <a:pt x="39366" y="105273"/>
                    <a:pt x="39743" y="104717"/>
                    <a:pt x="40080" y="104162"/>
                  </a:cubicBezTo>
                  <a:cubicBezTo>
                    <a:pt x="40209" y="104062"/>
                    <a:pt x="40027" y="103899"/>
                    <a:pt x="39901" y="103899"/>
                  </a:cubicBezTo>
                  <a:close/>
                  <a:moveTo>
                    <a:pt x="37289" y="107605"/>
                  </a:moveTo>
                  <a:cubicBezTo>
                    <a:pt x="37242" y="107605"/>
                    <a:pt x="37198" y="107620"/>
                    <a:pt x="37165" y="107653"/>
                  </a:cubicBezTo>
                  <a:cubicBezTo>
                    <a:pt x="36768" y="108188"/>
                    <a:pt x="36332" y="108684"/>
                    <a:pt x="35915" y="109180"/>
                  </a:cubicBezTo>
                  <a:cubicBezTo>
                    <a:pt x="35856" y="109239"/>
                    <a:pt x="35876" y="109338"/>
                    <a:pt x="35935" y="109398"/>
                  </a:cubicBezTo>
                  <a:cubicBezTo>
                    <a:pt x="35955" y="109418"/>
                    <a:pt x="35995" y="109437"/>
                    <a:pt x="36034" y="109437"/>
                  </a:cubicBezTo>
                  <a:cubicBezTo>
                    <a:pt x="36094" y="109437"/>
                    <a:pt x="36134" y="109418"/>
                    <a:pt x="36173" y="109378"/>
                  </a:cubicBezTo>
                  <a:cubicBezTo>
                    <a:pt x="36590" y="108882"/>
                    <a:pt x="37026" y="108386"/>
                    <a:pt x="37423" y="107890"/>
                  </a:cubicBezTo>
                  <a:cubicBezTo>
                    <a:pt x="37482" y="107811"/>
                    <a:pt x="37462" y="107692"/>
                    <a:pt x="37403" y="107633"/>
                  </a:cubicBezTo>
                  <a:cubicBezTo>
                    <a:pt x="37367" y="107615"/>
                    <a:pt x="37327" y="107605"/>
                    <a:pt x="37289" y="107605"/>
                  </a:cubicBezTo>
                  <a:close/>
                  <a:moveTo>
                    <a:pt x="34266" y="111031"/>
                  </a:moveTo>
                  <a:cubicBezTo>
                    <a:pt x="34228" y="111031"/>
                    <a:pt x="34188" y="111046"/>
                    <a:pt x="34150" y="111083"/>
                  </a:cubicBezTo>
                  <a:cubicBezTo>
                    <a:pt x="33714" y="111520"/>
                    <a:pt x="33238" y="111996"/>
                    <a:pt x="32742" y="112452"/>
                  </a:cubicBezTo>
                  <a:cubicBezTo>
                    <a:pt x="32683" y="112511"/>
                    <a:pt x="32683" y="112591"/>
                    <a:pt x="32742" y="112670"/>
                  </a:cubicBezTo>
                  <a:lnTo>
                    <a:pt x="32861" y="112709"/>
                  </a:lnTo>
                  <a:lnTo>
                    <a:pt x="32961" y="112670"/>
                  </a:lnTo>
                  <a:cubicBezTo>
                    <a:pt x="33456" y="112214"/>
                    <a:pt x="33932" y="111777"/>
                    <a:pt x="34388" y="111301"/>
                  </a:cubicBezTo>
                  <a:cubicBezTo>
                    <a:pt x="34495" y="111195"/>
                    <a:pt x="34392" y="111031"/>
                    <a:pt x="34266" y="111031"/>
                  </a:cubicBezTo>
                  <a:close/>
                  <a:moveTo>
                    <a:pt x="30919" y="114115"/>
                  </a:moveTo>
                  <a:cubicBezTo>
                    <a:pt x="30883" y="114115"/>
                    <a:pt x="30846" y="114130"/>
                    <a:pt x="30819" y="114157"/>
                  </a:cubicBezTo>
                  <a:lnTo>
                    <a:pt x="29292" y="115367"/>
                  </a:lnTo>
                  <a:cubicBezTo>
                    <a:pt x="29232" y="115426"/>
                    <a:pt x="29193" y="115526"/>
                    <a:pt x="29252" y="115625"/>
                  </a:cubicBezTo>
                  <a:lnTo>
                    <a:pt x="29391" y="115664"/>
                  </a:lnTo>
                  <a:lnTo>
                    <a:pt x="29490" y="115645"/>
                  </a:lnTo>
                  <a:cubicBezTo>
                    <a:pt x="30025" y="115248"/>
                    <a:pt x="30521" y="114831"/>
                    <a:pt x="31017" y="114395"/>
                  </a:cubicBezTo>
                  <a:cubicBezTo>
                    <a:pt x="31077" y="114355"/>
                    <a:pt x="31096" y="114237"/>
                    <a:pt x="31037" y="114177"/>
                  </a:cubicBezTo>
                  <a:cubicBezTo>
                    <a:pt x="31005" y="114135"/>
                    <a:pt x="30962" y="114115"/>
                    <a:pt x="30919" y="114115"/>
                  </a:cubicBezTo>
                  <a:close/>
                  <a:moveTo>
                    <a:pt x="27278" y="116860"/>
                  </a:moveTo>
                  <a:cubicBezTo>
                    <a:pt x="27247" y="116860"/>
                    <a:pt x="27216" y="116876"/>
                    <a:pt x="27190" y="116914"/>
                  </a:cubicBezTo>
                  <a:lnTo>
                    <a:pt x="25563" y="117965"/>
                  </a:lnTo>
                  <a:cubicBezTo>
                    <a:pt x="25484" y="118024"/>
                    <a:pt x="25464" y="118143"/>
                    <a:pt x="25504" y="118223"/>
                  </a:cubicBezTo>
                  <a:cubicBezTo>
                    <a:pt x="25544" y="118262"/>
                    <a:pt x="25603" y="118282"/>
                    <a:pt x="25663" y="118302"/>
                  </a:cubicBezTo>
                  <a:lnTo>
                    <a:pt x="25722" y="118262"/>
                  </a:lnTo>
                  <a:lnTo>
                    <a:pt x="27368" y="117172"/>
                  </a:lnTo>
                  <a:cubicBezTo>
                    <a:pt x="27545" y="117139"/>
                    <a:pt x="27409" y="116860"/>
                    <a:pt x="27278" y="116860"/>
                  </a:cubicBezTo>
                  <a:close/>
                  <a:moveTo>
                    <a:pt x="23367" y="119328"/>
                  </a:moveTo>
                  <a:cubicBezTo>
                    <a:pt x="23353" y="119328"/>
                    <a:pt x="23338" y="119329"/>
                    <a:pt x="23322" y="119333"/>
                  </a:cubicBezTo>
                  <a:lnTo>
                    <a:pt x="21617" y="120245"/>
                  </a:lnTo>
                  <a:cubicBezTo>
                    <a:pt x="21538" y="120305"/>
                    <a:pt x="21518" y="120384"/>
                    <a:pt x="21538" y="120483"/>
                  </a:cubicBezTo>
                  <a:cubicBezTo>
                    <a:pt x="21557" y="120523"/>
                    <a:pt x="21617" y="120563"/>
                    <a:pt x="21696" y="120583"/>
                  </a:cubicBezTo>
                  <a:lnTo>
                    <a:pt x="21756" y="120543"/>
                  </a:lnTo>
                  <a:cubicBezTo>
                    <a:pt x="22351" y="120245"/>
                    <a:pt x="22926" y="119928"/>
                    <a:pt x="23501" y="119611"/>
                  </a:cubicBezTo>
                  <a:cubicBezTo>
                    <a:pt x="23573" y="119485"/>
                    <a:pt x="23499" y="119328"/>
                    <a:pt x="23367" y="119328"/>
                  </a:cubicBezTo>
                  <a:close/>
                  <a:moveTo>
                    <a:pt x="19343" y="121409"/>
                  </a:moveTo>
                  <a:cubicBezTo>
                    <a:pt x="19321" y="121409"/>
                    <a:pt x="19299" y="121411"/>
                    <a:pt x="19277" y="121415"/>
                  </a:cubicBezTo>
                  <a:cubicBezTo>
                    <a:pt x="18722" y="121713"/>
                    <a:pt x="18127" y="121991"/>
                    <a:pt x="17532" y="122229"/>
                  </a:cubicBezTo>
                  <a:cubicBezTo>
                    <a:pt x="17452" y="122288"/>
                    <a:pt x="17413" y="122367"/>
                    <a:pt x="17433" y="122466"/>
                  </a:cubicBezTo>
                  <a:cubicBezTo>
                    <a:pt x="17472" y="122506"/>
                    <a:pt x="17532" y="122546"/>
                    <a:pt x="17591" y="122566"/>
                  </a:cubicBezTo>
                  <a:lnTo>
                    <a:pt x="17651" y="122526"/>
                  </a:lnTo>
                  <a:cubicBezTo>
                    <a:pt x="18246" y="122288"/>
                    <a:pt x="18841" y="122010"/>
                    <a:pt x="19436" y="121713"/>
                  </a:cubicBezTo>
                  <a:cubicBezTo>
                    <a:pt x="19515" y="121673"/>
                    <a:pt x="19535" y="121594"/>
                    <a:pt x="19515" y="121515"/>
                  </a:cubicBezTo>
                  <a:cubicBezTo>
                    <a:pt x="19484" y="121438"/>
                    <a:pt x="19418" y="121409"/>
                    <a:pt x="19343" y="121409"/>
                  </a:cubicBezTo>
                  <a:close/>
                  <a:moveTo>
                    <a:pt x="15196" y="123240"/>
                  </a:moveTo>
                  <a:cubicBezTo>
                    <a:pt x="15167" y="123240"/>
                    <a:pt x="15139" y="123247"/>
                    <a:pt x="15112" y="123260"/>
                  </a:cubicBezTo>
                  <a:lnTo>
                    <a:pt x="13288" y="123954"/>
                  </a:lnTo>
                  <a:cubicBezTo>
                    <a:pt x="13208" y="123974"/>
                    <a:pt x="13169" y="124053"/>
                    <a:pt x="13189" y="124152"/>
                  </a:cubicBezTo>
                  <a:cubicBezTo>
                    <a:pt x="13208" y="124212"/>
                    <a:pt x="13288" y="124271"/>
                    <a:pt x="13367" y="124271"/>
                  </a:cubicBezTo>
                  <a:lnTo>
                    <a:pt x="13407" y="124251"/>
                  </a:lnTo>
                  <a:lnTo>
                    <a:pt x="15251" y="123557"/>
                  </a:lnTo>
                  <a:cubicBezTo>
                    <a:pt x="15330" y="123498"/>
                    <a:pt x="15370" y="123418"/>
                    <a:pt x="15350" y="123319"/>
                  </a:cubicBezTo>
                  <a:cubicBezTo>
                    <a:pt x="15311" y="123266"/>
                    <a:pt x="15253" y="123240"/>
                    <a:pt x="15196" y="123240"/>
                  </a:cubicBezTo>
                  <a:close/>
                  <a:moveTo>
                    <a:pt x="10871" y="124782"/>
                  </a:moveTo>
                  <a:cubicBezTo>
                    <a:pt x="10857" y="124782"/>
                    <a:pt x="10842" y="124783"/>
                    <a:pt x="10829" y="124787"/>
                  </a:cubicBezTo>
                  <a:lnTo>
                    <a:pt x="8965" y="125382"/>
                  </a:lnTo>
                  <a:cubicBezTo>
                    <a:pt x="8885" y="125421"/>
                    <a:pt x="8846" y="125501"/>
                    <a:pt x="8865" y="125580"/>
                  </a:cubicBezTo>
                  <a:cubicBezTo>
                    <a:pt x="8885" y="125659"/>
                    <a:pt x="8945" y="125699"/>
                    <a:pt x="9024" y="125699"/>
                  </a:cubicBezTo>
                  <a:lnTo>
                    <a:pt x="9064" y="125699"/>
                  </a:lnTo>
                  <a:lnTo>
                    <a:pt x="10928" y="125104"/>
                  </a:lnTo>
                  <a:cubicBezTo>
                    <a:pt x="11027" y="125084"/>
                    <a:pt x="11087" y="124985"/>
                    <a:pt x="11047" y="124886"/>
                  </a:cubicBezTo>
                  <a:cubicBezTo>
                    <a:pt x="11014" y="124820"/>
                    <a:pt x="10940" y="124782"/>
                    <a:pt x="10871" y="124782"/>
                  </a:cubicBezTo>
                  <a:close/>
                  <a:moveTo>
                    <a:pt x="6503" y="126092"/>
                  </a:moveTo>
                  <a:cubicBezTo>
                    <a:pt x="6491" y="126092"/>
                    <a:pt x="6479" y="126093"/>
                    <a:pt x="6466" y="126096"/>
                  </a:cubicBezTo>
                  <a:lnTo>
                    <a:pt x="4582" y="126591"/>
                  </a:lnTo>
                  <a:cubicBezTo>
                    <a:pt x="4503" y="126611"/>
                    <a:pt x="4443" y="126710"/>
                    <a:pt x="4463" y="126790"/>
                  </a:cubicBezTo>
                  <a:cubicBezTo>
                    <a:pt x="4483" y="126869"/>
                    <a:pt x="4562" y="126909"/>
                    <a:pt x="4641" y="126929"/>
                  </a:cubicBezTo>
                  <a:lnTo>
                    <a:pt x="4661" y="126929"/>
                  </a:lnTo>
                  <a:lnTo>
                    <a:pt x="6565" y="126433"/>
                  </a:lnTo>
                  <a:cubicBezTo>
                    <a:pt x="6644" y="126393"/>
                    <a:pt x="6684" y="126314"/>
                    <a:pt x="6664" y="126234"/>
                  </a:cubicBezTo>
                  <a:cubicBezTo>
                    <a:pt x="6647" y="126148"/>
                    <a:pt x="6584" y="126092"/>
                    <a:pt x="6503" y="126092"/>
                  </a:cubicBezTo>
                  <a:close/>
                  <a:moveTo>
                    <a:pt x="2103" y="127221"/>
                  </a:moveTo>
                  <a:cubicBezTo>
                    <a:pt x="2090" y="127221"/>
                    <a:pt x="2076" y="127223"/>
                    <a:pt x="2063" y="127226"/>
                  </a:cubicBezTo>
                  <a:lnTo>
                    <a:pt x="140" y="127623"/>
                  </a:lnTo>
                  <a:cubicBezTo>
                    <a:pt x="60" y="127642"/>
                    <a:pt x="1" y="127722"/>
                    <a:pt x="21" y="127821"/>
                  </a:cubicBezTo>
                  <a:cubicBezTo>
                    <a:pt x="40" y="127880"/>
                    <a:pt x="100" y="127940"/>
                    <a:pt x="179" y="127940"/>
                  </a:cubicBezTo>
                  <a:lnTo>
                    <a:pt x="199" y="127940"/>
                  </a:lnTo>
                  <a:lnTo>
                    <a:pt x="2123" y="127523"/>
                  </a:lnTo>
                  <a:cubicBezTo>
                    <a:pt x="2202" y="127523"/>
                    <a:pt x="2262" y="127424"/>
                    <a:pt x="2262" y="127345"/>
                  </a:cubicBezTo>
                  <a:cubicBezTo>
                    <a:pt x="2229" y="127262"/>
                    <a:pt x="2168" y="127221"/>
                    <a:pt x="2103" y="127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37.80346456692905,&quot;left&quot;:425.89338582677163,&quot;top&quot;:104.16188976377953,&quot;width&quot;:333.1888188976378}"/>
</p:tagLst>
</file>

<file path=ppt/tags/tag2.xml><?xml version="1.0" encoding="utf-8"?>
<p:tagLst xmlns:p="http://schemas.openxmlformats.org/presentationml/2006/main">
  <p:tag name="KSO_WM_DIAGRAM_VIRTUALLY_FRAME" val="{&quot;height&quot;:337.80346456692905,&quot;left&quot;:425.89338582677163,&quot;top&quot;:104.16188976377953,&quot;width&quot;:333.1888188976378}"/>
</p:tagLst>
</file>

<file path=ppt/tags/tag3.xml><?xml version="1.0" encoding="utf-8"?>
<p:tagLst xmlns:p="http://schemas.openxmlformats.org/presentationml/2006/main">
  <p:tag name="KSO_WM_DIAGRAM_VIRTUALLY_FRAME" val="{&quot;height&quot;:337.80346456692905,&quot;left&quot;:425.89338582677163,&quot;top&quot;:104.16188976377953,&quot;width&quot;:333.1888188976378}"/>
</p:tagLst>
</file>

<file path=ppt/tags/tag4.xml><?xml version="1.0" encoding="utf-8"?>
<p:tagLst xmlns:p="http://schemas.openxmlformats.org/presentationml/2006/main">
  <p:tag name="KSO_WM_DIAGRAM_VIRTUALLY_FRAME" val="{&quot;height&quot;:337.80346456692905,&quot;left&quot;:425.89338582677163,&quot;top&quot;:104.16188976377953,&quot;width&quot;:333.1888188976378}"/>
</p:tagLst>
</file>

<file path=ppt/tags/tag5.xml><?xml version="1.0" encoding="utf-8"?>
<p:tagLst xmlns:p="http://schemas.openxmlformats.org/presentationml/2006/main">
  <p:tag name="KSO_WM_DIAGRAM_VIRTUALLY_FRAME" val="{&quot;height&quot;:337.80346456692905,&quot;left&quot;:425.89338582677163,&quot;top&quot;:104.16188976377953,&quot;width&quot;:333.1888188976378}"/>
</p:tagLst>
</file>

<file path=ppt/tags/tag6.xml><?xml version="1.0" encoding="utf-8"?>
<p:tagLst xmlns:p="http://schemas.openxmlformats.org/presentationml/2006/main">
  <p:tag name="KSO_WM_DIAGRAM_VIRTUALLY_FRAME" val="{&quot;height&quot;:337.80346456692905,&quot;left&quot;:425.89338582677163,&quot;top&quot;:104.16188976377953,&quot;width&quot;:333.1888188976378}"/>
</p:tagLst>
</file>

<file path=ppt/tags/tag7.xml><?xml version="1.0" encoding="utf-8"?>
<p:tagLst xmlns:p="http://schemas.openxmlformats.org/presentationml/2006/main">
  <p:tag name="KSO_WM_DIAGRAM_VIRTUALLY_FRAME" val="{&quot;height&quot;:337.80346456692905,&quot;left&quot;:425.89338582677163,&quot;top&quot;:104.16188976377953,&quot;width&quot;:333.1888188976378}"/>
</p:tagLst>
</file>

<file path=ppt/tags/tag8.xml><?xml version="1.0" encoding="utf-8"?>
<p:tagLst xmlns:p="http://schemas.openxmlformats.org/presentationml/2006/main">
  <p:tag name="KSO_WM_DIAGRAM_VIRTUALLY_FRAME" val="{&quot;height&quot;:337.80346456692905,&quot;left&quot;:425.89338582677163,&quot;top&quot;:104.16188976377953,&quot;width&quot;:333.1888188976378}"/>
</p:tagLst>
</file>

<file path=ppt/tags/tag9.xml><?xml version="1.0" encoding="utf-8"?>
<p:tagLst xmlns:p="http://schemas.openxmlformats.org/presentationml/2006/main">
  <p:tag name="KSO_WM_DIAGRAM_VIRTUALLY_FRAME" val="{&quot;height&quot;:337.80346456692905,&quot;left&quot;:425.89338582677163,&quot;top&quot;:104.16188976377953,&quot;width&quot;:333.1888188976378}"/>
</p:tagLst>
</file>

<file path=ppt/tags/tag10.xml><?xml version="1.0" encoding="utf-8"?>
<p:tagLst xmlns:p="http://schemas.openxmlformats.org/presentationml/2006/main">
  <p:tag name="KSO_WM_DIAGRAM_VIRTUALLY_FRAME" val="{&quot;height&quot;:337.80346456692905,&quot;left&quot;:425.89338582677163,&quot;top&quot;:104.16188976377953,&quot;width&quot;:333.1888188976378}"/>
</p:tagLst>
</file>

<file path=ppt/tags/tag11.xml><?xml version="1.0" encoding="utf-8"?>
<p:tagLst xmlns:p="http://schemas.openxmlformats.org/presentationml/2006/main">
  <p:tag name="KSO_WM_DIAGRAM_VIRTUALLY_FRAME" val="{&quot;height&quot;:337.80346456692905,&quot;left&quot;:425.89338582677163,&quot;top&quot;:104.16188976377953,&quot;width&quot;:333.1888188976378}"/>
</p:tagLst>
</file>

<file path=ppt/tags/tag12.xml><?xml version="1.0" encoding="utf-8"?>
<p:tagLst xmlns:p="http://schemas.openxmlformats.org/presentationml/2006/main">
  <p:tag name="KSO_WM_DIAGRAM_VIRTUALLY_FRAME" val="{&quot;height&quot;:337.80346456692905,&quot;left&quot;:425.89338582677163,&quot;top&quot;:104.16188976377953,&quot;width&quot;:333.1888188976378}"/>
</p:tagLst>
</file>

<file path=ppt/tags/tag13.xml><?xml version="1.0" encoding="utf-8"?>
<p:tagLst xmlns:p="http://schemas.openxmlformats.org/presentationml/2006/main">
  <p:tag name="KSO_WM_DIAGRAM_VIRTUALLY_FRAME" val="{&quot;height&quot;:337.80346456692905,&quot;left&quot;:425.89338582677163,&quot;top&quot;:104.16188976377953,&quot;width&quot;:333.1888188976378}"/>
</p:tagLst>
</file>

<file path=ppt/tags/tag14.xml><?xml version="1.0" encoding="utf-8"?>
<p:tagLst xmlns:p="http://schemas.openxmlformats.org/presentationml/2006/main">
  <p:tag name="KSO_WM_DIAGRAM_VIRTUALLY_FRAME" val="{&quot;height&quot;:337.80346456692905,&quot;left&quot;:425.89338582677163,&quot;top&quot;:104.16188976377953,&quot;width&quot;:333.1888188976378}"/>
</p:tagLst>
</file>

<file path=ppt/tags/tag15.xml><?xml version="1.0" encoding="utf-8"?>
<p:tagLst xmlns:p="http://schemas.openxmlformats.org/presentationml/2006/main">
  <p:tag name="KSO_WM_DIAGRAM_VIRTUALLY_FRAME" val="{&quot;height&quot;:337.80346456692905,&quot;left&quot;:425.89338582677163,&quot;top&quot;:104.16188976377953,&quot;width&quot;:333.1888188976378}"/>
</p:tagLst>
</file>

<file path=ppt/tags/tag16.xml><?xml version="1.0" encoding="utf-8"?>
<p:tagLst xmlns:p="http://schemas.openxmlformats.org/presentationml/2006/main">
  <p:tag name="KSO_WM_DIAGRAM_VIRTUALLY_FRAME" val="{&quot;height&quot;:337.80346456692905,&quot;left&quot;:425.89338582677163,&quot;top&quot;:104.16188976377953,&quot;width&quot;:333.1888188976378}"/>
</p:tagLst>
</file>

<file path=ppt/tags/tag17.xml><?xml version="1.0" encoding="utf-8"?>
<p:tagLst xmlns:p="http://schemas.openxmlformats.org/presentationml/2006/main">
  <p:tag name="KSO_WM_DIAGRAM_VIRTUALLY_FRAME" val="{&quot;height&quot;:337.80346456692905,&quot;left&quot;:425.89338582677163,&quot;top&quot;:104.16188976377953,&quot;width&quot;:333.1888188976378}"/>
</p:tagLst>
</file>

<file path=ppt/tags/tag18.xml><?xml version="1.0" encoding="utf-8"?>
<p:tagLst xmlns:p="http://schemas.openxmlformats.org/presentationml/2006/main">
  <p:tag name="KSO_WM_DIAGRAM_VIRTUALLY_FRAME" val="{&quot;height&quot;:337.80346456692905,&quot;left&quot;:425.89338582677163,&quot;top&quot;:104.16188976377953,&quot;width&quot;:333.1888188976378}"/>
</p:tagLst>
</file>

<file path=ppt/tags/tag19.xml><?xml version="1.0" encoding="utf-8"?>
<p:tagLst xmlns:p="http://schemas.openxmlformats.org/presentationml/2006/main">
  <p:tag name="KSO_WM_DIAGRAM_VIRTUALLY_FRAME" val="{&quot;height&quot;:337.80346456692905,&quot;left&quot;:425.89338582677163,&quot;top&quot;:104.16188976377953,&quot;width&quot;:333.1888188976378}"/>
</p:tagLst>
</file>

<file path=ppt/tags/tag20.xml><?xml version="1.0" encoding="utf-8"?>
<p:tagLst xmlns:p="http://schemas.openxmlformats.org/presentationml/2006/main">
  <p:tag name="KSO_WM_DIAGRAM_VIRTUALLY_FRAME" val="{&quot;height&quot;:337.80346456692905,&quot;left&quot;:425.89338582677163,&quot;top&quot;:104.16188976377953,&quot;width&quot;:333.1888188976378}"/>
</p:tagLst>
</file>

<file path=ppt/tags/tag21.xml><?xml version="1.0" encoding="utf-8"?>
<p:tagLst xmlns:p="http://schemas.openxmlformats.org/presentationml/2006/main">
  <p:tag name="KSO_WM_DIAGRAM_VIRTUALLY_FRAME" val="{&quot;height&quot;:280.73141732283466,&quot;left&quot;:74.5,&quot;top&quot;:135,&quot;width&quot;:796.8042519685039}"/>
</p:tagLst>
</file>

<file path=ppt/tags/tag22.xml><?xml version="1.0" encoding="utf-8"?>
<p:tagLst xmlns:p="http://schemas.openxmlformats.org/presentationml/2006/main">
  <p:tag name="KSO_WM_DIAGRAM_VIRTUALLY_FRAME" val="{&quot;height&quot;:280.73141732283466,&quot;left&quot;:74.5,&quot;top&quot;:135,&quot;width&quot;:796.8042519685039}"/>
</p:tagLst>
</file>

<file path=ppt/tags/tag23.xml><?xml version="1.0" encoding="utf-8"?>
<p:tagLst xmlns:p="http://schemas.openxmlformats.org/presentationml/2006/main">
  <p:tag name="KSO_WM_DIAGRAM_VIRTUALLY_FRAME" val="{&quot;height&quot;:279.53141732283467,&quot;left&quot;:74.5,&quot;top&quot;:136.2,&quot;width&quot;:796.8042519685039}"/>
</p:tagLst>
</file>

<file path=ppt/tags/tag24.xml><?xml version="1.0" encoding="utf-8"?>
<p:tagLst xmlns:p="http://schemas.openxmlformats.org/presentationml/2006/main">
  <p:tag name="KSO_WM_DIAGRAM_VIRTUALLY_FRAME" val="{&quot;height&quot;:279.53141732283467,&quot;left&quot;:74.5,&quot;top&quot;:136.2,&quot;width&quot;:796.8042519685039}"/>
</p:tagLst>
</file>

<file path=ppt/tags/tag25.xml><?xml version="1.0" encoding="utf-8"?>
<p:tagLst xmlns:p="http://schemas.openxmlformats.org/presentationml/2006/main">
  <p:tag name="KSO_WM_DIAGRAM_VIRTUALLY_FRAME" val="{&quot;height&quot;:280.73141732283466,&quot;left&quot;:74.5,&quot;top&quot;:135,&quot;width&quot;:796.8042519685039}"/>
</p:tagLst>
</file>

<file path=ppt/tags/tag26.xml><?xml version="1.0" encoding="utf-8"?>
<p:tagLst xmlns:p="http://schemas.openxmlformats.org/presentationml/2006/main">
  <p:tag name="KSO_WM_DIAGRAM_VIRTUALLY_FRAME" val="{&quot;height&quot;:280.73141732283466,&quot;left&quot;:74.5,&quot;top&quot;:135,&quot;width&quot;:796.8042519685039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5625</Words>
  <Application>WPS 演示</Application>
  <PresentationFormat>宽屏</PresentationFormat>
  <Paragraphs>564</Paragraphs>
  <Slides>47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69" baseType="lpstr">
      <vt:lpstr>Arial</vt:lpstr>
      <vt:lpstr>宋体</vt:lpstr>
      <vt:lpstr>Wingdings</vt:lpstr>
      <vt:lpstr>微软雅黑</vt:lpstr>
      <vt:lpstr>楷体</vt:lpstr>
      <vt:lpstr>Arial</vt:lpstr>
      <vt:lpstr>Times New Roman</vt:lpstr>
      <vt:lpstr>Constantia</vt:lpstr>
      <vt:lpstr>Trebuchet MS</vt:lpstr>
      <vt:lpstr>等线</vt:lpstr>
      <vt:lpstr>Arial Unicode MS</vt:lpstr>
      <vt:lpstr>等线 Light</vt:lpstr>
      <vt:lpstr>Microsoft JhengHei</vt:lpstr>
      <vt:lpstr>Wingdings</vt:lpstr>
      <vt:lpstr>Times New Roman</vt:lpstr>
      <vt:lpstr>Palatino Linotype</vt:lpstr>
      <vt:lpstr>inpin heiti</vt:lpstr>
      <vt:lpstr>inpin heiti</vt:lpstr>
      <vt:lpstr>Calibri</vt:lpstr>
      <vt:lpstr>Segoe Print</vt:lpstr>
      <vt:lpstr>Mongolian Baiti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BMI</dc:creator>
  <cp:lastModifiedBy>4t</cp:lastModifiedBy>
  <cp:revision>101</cp:revision>
  <dcterms:created xsi:type="dcterms:W3CDTF">2020-06-29T08:19:00Z</dcterms:created>
  <dcterms:modified xsi:type="dcterms:W3CDTF">2025-11-15T03:06:16Z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5D822B7ED35E4FDC8EF2C50522014ABA</vt:lpwstr>
  </property>
  <property fmtid="{D5CDD505-2E9C-101B-9397-08002B2CF9AE}" pid="3" name="KSOProductBuildVer">
    <vt:lpwstr>2052-12.1.0.23542</vt:lpwstr>
  </property>
</Properties>
</file>